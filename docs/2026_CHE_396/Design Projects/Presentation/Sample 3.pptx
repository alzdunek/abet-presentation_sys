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02_0.xml" ContentType="application/vnd.ms-powerpoint.comments+xml"/>
  <Override PartName="/ppt/notesSlides/notesSlide3.xml" ContentType="application/vnd.openxmlformats-officedocument.presentationml.notesSlide+xml"/>
  <Override PartName="/ppt/comments/modernComment_157_11910761.xml" ContentType="application/vnd.ms-powerpoint.comments+xml"/>
  <Override PartName="/ppt/comments/modernComment_162_198E0C03.xml" ContentType="application/vnd.ms-powerpoint.comments+xml"/>
  <Override PartName="/ppt/comments/modernComment_165_15BE0DE4.xml" ContentType="application/vnd.ms-powerpoint.comments+xml"/>
  <Override PartName="/ppt/comments/modernComment_167_6F90D515.xml" ContentType="application/vnd.ms-powerpoint.comments+xml"/>
  <Override PartName="/ppt/notesSlides/notesSlide4.xml" ContentType="application/vnd.openxmlformats-officedocument.presentationml.notesSlide+xml"/>
  <Override PartName="/ppt/comments/modernComment_10D_0.xml" ContentType="application/vnd.ms-powerpoint.comments+xml"/>
  <Override PartName="/ppt/comments/modernComment_164_59E57DEF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5E_BB24B0C4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8" r:id="rId1"/>
  </p:sldMasterIdLst>
  <p:notesMasterIdLst>
    <p:notesMasterId r:id="rId42"/>
  </p:notesMasterIdLst>
  <p:sldIdLst>
    <p:sldId id="256" r:id="rId2"/>
    <p:sldId id="258" r:id="rId3"/>
    <p:sldId id="260" r:id="rId4"/>
    <p:sldId id="343" r:id="rId5"/>
    <p:sldId id="354" r:id="rId6"/>
    <p:sldId id="355" r:id="rId7"/>
    <p:sldId id="357" r:id="rId8"/>
    <p:sldId id="359" r:id="rId9"/>
    <p:sldId id="353" r:id="rId10"/>
    <p:sldId id="362" r:id="rId11"/>
    <p:sldId id="368" r:id="rId12"/>
    <p:sldId id="360" r:id="rId13"/>
    <p:sldId id="365" r:id="rId14"/>
    <p:sldId id="364" r:id="rId15"/>
    <p:sldId id="361" r:id="rId16"/>
    <p:sldId id="373" r:id="rId17"/>
    <p:sldId id="382" r:id="rId18"/>
    <p:sldId id="384" r:id="rId19"/>
    <p:sldId id="385" r:id="rId20"/>
    <p:sldId id="351" r:id="rId21"/>
    <p:sldId id="372" r:id="rId22"/>
    <p:sldId id="370" r:id="rId23"/>
    <p:sldId id="349" r:id="rId24"/>
    <p:sldId id="269" r:id="rId25"/>
    <p:sldId id="358" r:id="rId26"/>
    <p:sldId id="356" r:id="rId27"/>
    <p:sldId id="344" r:id="rId28"/>
    <p:sldId id="345" r:id="rId29"/>
    <p:sldId id="377" r:id="rId30"/>
    <p:sldId id="348" r:id="rId31"/>
    <p:sldId id="378" r:id="rId32"/>
    <p:sldId id="379" r:id="rId33"/>
    <p:sldId id="380" r:id="rId34"/>
    <p:sldId id="369" r:id="rId35"/>
    <p:sldId id="375" r:id="rId36"/>
    <p:sldId id="371" r:id="rId37"/>
    <p:sldId id="350" r:id="rId38"/>
    <p:sldId id="346" r:id="rId39"/>
    <p:sldId id="347" r:id="rId40"/>
    <p:sldId id="388" r:id="rId41"/>
  </p:sldIdLst>
  <p:sldSz cx="9144000" cy="5143500" type="screen16x9"/>
  <p:notesSz cx="6858000" cy="9144000"/>
  <p:embeddedFontLst>
    <p:embeddedFont>
      <p:font typeface="Aharoni" panose="02010803020104030203" pitchFamily="2" charset="-79"/>
      <p:bold r:id="rId43"/>
    </p:embeddedFont>
    <p:embeddedFont>
      <p:font typeface="Cambria Math" panose="02040503050406030204" pitchFamily="18" charset="0"/>
      <p:regular r:id="rId44"/>
    </p:embeddedFont>
    <p:embeddedFont>
      <p:font typeface="Roboto" panose="02000000000000000000" pitchFamily="2" charset="0"/>
      <p:regular r:id="rId45"/>
      <p:bold r:id="rId46"/>
      <p:italic r:id="rId47"/>
      <p:boldItalic r:id="rId48"/>
    </p:embeddedFont>
    <p:embeddedFont>
      <p:font typeface="Roboto Light" panose="02000000000000000000" pitchFamily="2" charset="0"/>
      <p:regular r:id="rId49"/>
      <p:italic r:id="rId50"/>
    </p:embeddedFont>
    <p:embeddedFont>
      <p:font typeface="Trade Gothic Inline" panose="020B0504030203020204" pitchFamily="34" charset="0"/>
      <p:regular r:id="rId51"/>
      <p:bold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8C6D58C-E7DC-C990-CD77-A60A8E7ABAEB}" name="Rezk, Hussein" initials="HR" userId="S::hrezk2@uic.edu::1c1f7dbf-0cca-4c9f-9fd0-4266e2e5257f" providerId="AD"/>
  <p188:author id="{2B50FF93-75A6-ECD3-F8F6-9CB6CBF0DB7E}" name="Casas, Aaron" initials="AC" userId="S::acasa5@uic.edu::7c406f4a-903c-476b-aa63-7181c8227426" providerId="AD"/>
  <p188:author id="{D5D55A9E-D02F-F9EE-0F25-37A72FB7C853}" name="Feratovic, Adil" initials="" userId="S::afera2@uic.edu::98189991-6de7-4d6b-8ffe-d7bf1031c075" providerId="AD"/>
  <p188:author id="{C53CB2D7-03F6-4FC6-5678-A24B2A761DE0}" name="Salinas Rojas, Christian" initials="CS" userId="S::csali@uic.edu::fe23357c-54a0-4e54-bfa7-bf720841de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A8D283-CEFB-4189-A964-E864BC04F9B3}" v="99" dt="2025-12-10T04:08:02.608"/>
    <p1510:client id="{251A81C4-7CDF-4A1D-B9C4-AE22A3D3A5F1}" v="1407" dt="2025-12-10T04:20:27.072"/>
    <p1510:client id="{4B21288E-E834-4F30-8EBC-B46B2DF4642F}" v="125" dt="2025-12-10T02:24:12.877"/>
    <p1510:client id="{66BE7EB6-EA88-413A-B17F-C75CAAEDAD96}" v="630" dt="2025-12-10T06:04:01.530"/>
    <p1510:client id="{C66F0D06-EEF1-4A37-A93E-3C8AABD42070}" v="962" dt="2025-12-10T15:32:07.101"/>
    <p1510:client id="{C9D4A9A4-5340-4D40-BBA7-C7AEA1A370F9}" v="887" dt="2025-12-10T15:11:22.352"/>
    <p1510:client id="{EA96A8E7-26D1-3A4F-BD95-1BB88769F6A3}" v="4" dt="2025-12-10T15:30:46.174"/>
  </p1510:revLst>
</p1510:revInfo>
</file>

<file path=ppt/tableStyles.xml><?xml version="1.0" encoding="utf-8"?>
<a:tblStyleLst xmlns:a="http://schemas.openxmlformats.org/drawingml/2006/main" def="{E98B83B9-EEA4-4B2B-9348-2959F555EA44}">
  <a:tblStyle styleId="{E98B83B9-EEA4-4B2B-9348-2959F555EA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17" d="100"/>
          <a:sy n="117" d="100"/>
        </p:scale>
        <p:origin x="111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presProps" Target="presProps.xml"/><Relationship Id="rId58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/Relationships>
</file>

<file path=ppt/comments/modernComment_10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162C2C-7D9C-463D-B026-C29188D735C4}" authorId="{58C6D58C-E7DC-C990-CD77-A60A8E7ABAEB}" created="2025-12-08T22:53:43.029">
    <pc:sldMkLst xmlns:pc="http://schemas.microsoft.com/office/powerpoint/2013/main/command">
      <pc:docMk/>
      <pc:sldMk cId="0" sldId="269"/>
    </pc:sldMkLst>
    <p188:txBody>
      <a:bodyPr/>
      <a:lstStyle/>
      <a:p>
        <a:r>
          <a:rPr lang="en-US"/>
          <a:t>Add pictograms to each BFD </a:t>
        </a:r>
      </a:p>
    </p188:txBody>
  </p188:cm>
</p188:cmLst>
</file>

<file path=ppt/comments/modernComment_15E_BB24B0C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31E78F5-D513-4C88-933F-02D39A69CDB2}" authorId="{58C6D58C-E7DC-C990-CD77-A60A8E7ABAEB}" created="2025-12-08T22:54:39.542">
    <pc:sldMkLst xmlns:pc="http://schemas.microsoft.com/office/powerpoint/2013/main/command">
      <pc:docMk/>
      <pc:sldMk cId="3139743940" sldId="350"/>
    </pc:sldMkLst>
    <p188:txBody>
      <a:bodyPr/>
      <a:lstStyle/>
      <a:p>
        <a:r>
          <a:rPr lang="en-US"/>
          <a:t>Backup supporting BFDs</a:t>
        </a:r>
      </a:p>
    </p188:txBody>
  </p188:cm>
</p188:cmLst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0B35C83-5ED3-4F06-AB5C-D8BDC89410D8}" authorId="{2B50FF93-75A6-ECD3-F8F6-9CB6CBF0DB7E}" status="resolved" created="2025-12-10T00:04:48.767" complete="100000">
    <pc:sldMkLst xmlns:pc="http://schemas.microsoft.com/office/powerpoint/2013/main/command">
      <pc:docMk/>
      <pc:sldMk cId="0" sldId="256"/>
    </pc:sldMkLst>
    <p188:txBody>
      <a:bodyPr/>
      <a:lstStyle/>
      <a:p>
        <a:r>
          <a:rPr lang="en-US"/>
          <a:t>Overall visuals: Pick a different font, number slides, add uic logo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12-10T04:17:27.130" authorId="{58C6D58C-E7DC-C990-CD77-A60A8E7ABAEB}"/>
          </p223:rxn>
        </p223:reactions>
      </p:ext>
    </p188:extLst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5F8E687-E8E6-45A5-AA3E-5420E280853C}" authorId="{58C6D58C-E7DC-C990-CD77-A60A8E7ABAEB}" status="resolved" created="2025-12-08T22:40:36.250" complete="100000">
    <pc:sldMkLst xmlns:pc="http://schemas.microsoft.com/office/powerpoint/2013/main/command">
      <pc:docMk/>
      <pc:sldMk cId="0" sldId="258"/>
    </pc:sldMkLst>
    <p188:txBody>
      <a:bodyPr/>
      <a:lstStyle/>
      <a:p>
        <a:r>
          <a:rPr lang="en-US"/>
          <a:t>Competing processes second
</a:t>
        </a:r>
      </a:p>
    </p188:txBody>
  </p188:cm>
  <p188:cm id="{57C9DEC1-E456-4178-B53A-19DF40FC91B6}" authorId="{58C6D58C-E7DC-C990-CD77-A60A8E7ABAEB}" status="resolved" created="2025-12-08T22:40:49.513" complete="100000">
    <pc:sldMkLst xmlns:pc="http://schemas.microsoft.com/office/powerpoint/2013/main/command">
      <pc:docMk/>
      <pc:sldMk cId="0" sldId="258"/>
    </pc:sldMkLst>
    <p188:txBody>
      <a:bodyPr/>
      <a:lstStyle/>
      <a:p>
        <a:r>
          <a:rPr lang="en-US"/>
          <a:t>Location and plant size third</a:t>
        </a:r>
      </a:p>
    </p188:txBody>
  </p188:cm>
  <p188:cm id="{2066042D-7EC7-4704-B1DD-520B33C9E50E}" authorId="{58C6D58C-E7DC-C990-CD77-A60A8E7ABAEB}" status="resolved" created="2025-12-08T22:41:56.985" complete="100000">
    <pc:sldMkLst xmlns:pc="http://schemas.microsoft.com/office/powerpoint/2013/main/command">
      <pc:docMk/>
      <pc:sldMk cId="0" sldId="258"/>
    </pc:sldMkLst>
    <p188:txBody>
      <a:bodyPr/>
      <a:lstStyle/>
      <a:p>
        <a:r>
          <a:rPr lang="en-US"/>
          <a:t>Competing process merged into intro</a:t>
        </a:r>
      </a:p>
    </p188:txBody>
  </p188:cm>
  <p188:cm id="{3AA13682-BA77-404B-9A71-DC35F408AFA1}" authorId="{58C6D58C-E7DC-C990-CD77-A60A8E7ABAEB}" status="resolved" created="2025-12-08T22:42:30.399" complete="100000">
    <pc:sldMkLst xmlns:pc="http://schemas.microsoft.com/office/powerpoint/2013/main/command">
      <pc:docMk/>
      <pc:sldMk cId="0" sldId="258"/>
    </pc:sldMkLst>
    <p188:txBody>
      <a:bodyPr/>
      <a:lstStyle/>
      <a:p>
        <a:r>
          <a:rPr lang="en-US"/>
          <a:t>US location</a:t>
        </a:r>
      </a:p>
    </p188:txBody>
  </p188:cm>
</p188:cmLst>
</file>

<file path=ppt/comments/modernComment_157_1191076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4ADDDC0-0878-4C06-A363-E746F8FF376C}" authorId="{58C6D58C-E7DC-C990-CD77-A60A8E7ABAEB}" status="resolved" created="2025-12-08T22:44:35.333" complete="100000">
    <pc:sldMkLst xmlns:pc="http://schemas.microsoft.com/office/powerpoint/2013/main/command">
      <pc:docMk/>
      <pc:sldMk cId="294717281" sldId="343"/>
    </pc:sldMkLst>
    <p188:txBody>
      <a:bodyPr/>
      <a:lstStyle/>
      <a:p>
        <a:r>
          <a:rPr lang="en-US"/>
          <a:t>IEA Data </a:t>
        </a:r>
      </a:p>
    </p188:txBody>
  </p188:cm>
  <p188:cm id="{0BE61D44-00DA-4AC8-9B24-8495CDAC8BFE}" authorId="{2B50FF93-75A6-ECD3-F8F6-9CB6CBF0DB7E}" status="resolved" created="2025-12-10T00:03:44.818" complete="100000">
    <pc:sldMkLst xmlns:pc="http://schemas.microsoft.com/office/powerpoint/2013/main/command">
      <pc:docMk/>
      <pc:sldMk cId="294717281" sldId="343"/>
    </pc:sldMkLst>
    <p188:txBody>
      <a:bodyPr/>
      <a:lstStyle/>
      <a:p>
        <a:r>
          <a:rPr lang="en-US"/>
          <a:t>This slide is word-y, add more visuals</a:t>
        </a:r>
      </a:p>
    </p188:txBody>
  </p188:cm>
</p188:cmLst>
</file>

<file path=ppt/comments/modernComment_162_198E0C0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7CF51F0-ED98-4B6B-9E06-34F188BE7823}" authorId="{C53CB2D7-03F6-4FC6-5678-A24B2A761DE0}" status="resolved" created="2025-12-10T00:28:16.358" startDate="2025-12-10T00:28:16.358" dueDate="2025-12-10T00:28:16.358" assignedTo="{D5D55A9E-D02F-F9EE-0F25-37A72FB7C853}" complete="100000" title="@Feratovic, Adil can we get rid of this slide too wordy 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28739587" sldId="354"/>
      <ac:spMk id="6" creationId="{E0738BBC-B5DE-9381-2B6D-D3FCD5700807}"/>
      <ac:txMk cp="57">
        <ac:context len="142" hash="3910034757"/>
      </ac:txMk>
    </ac:txMkLst>
    <p188:pos x="2861294" y="524121"/>
    <p188:txBody>
      <a:bodyPr/>
      <a:lstStyle/>
      <a:p>
        <a:r>
          <a:rPr lang="en-US"/>
          <a:t>[@Feratovic, Adil] can we get rid of this slide too wordy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12-10T00:28:16.358" id="{057B6BD1-90BB-4787-909A-1CF6826BDA55}">
              <p228:atrbtn authorId="{C53CB2D7-03F6-4FC6-5678-A24B2A761DE0}"/>
              <p228:anchr>
                <p228:comment id="{C7CF51F0-ED98-4B6B-9E06-34F188BE7823}"/>
              </p228:anchr>
              <p228:add/>
            </p228:event>
            <p228:event time="2025-12-10T00:28:16.358" id="{721A9E3D-B2BD-4DDF-A2EB-A393BE27A66A}">
              <p228:atrbtn authorId="{C53CB2D7-03F6-4FC6-5678-A24B2A761DE0}"/>
              <p228:anchr>
                <p228:comment id="{C7CF51F0-ED98-4B6B-9E06-34F188BE7823}"/>
              </p228:anchr>
              <p228:asgn authorId="{D5D55A9E-D02F-F9EE-0F25-37A72FB7C853}"/>
            </p228:event>
            <p228:event time="2025-12-10T00:28:16.358" id="{36AE455D-5CB1-42E7-98B2-5FAFA038DD64}">
              <p228:atrbtn authorId="{C53CB2D7-03F6-4FC6-5678-A24B2A761DE0}"/>
              <p228:anchr>
                <p228:comment id="{C7CF51F0-ED98-4B6B-9E06-34F188BE7823}"/>
              </p228:anchr>
              <p228:title val="@Feratovic, Adil can we get rid of this slide too wordy "/>
            </p228:event>
            <p228:event time="2025-12-10T00:28:16.358" id="{9FE18CC4-F4DD-4304-8BE0-3401C59A96B4}">
              <p228:atrbtn authorId="{C53CB2D7-03F6-4FC6-5678-A24B2A761DE0}"/>
              <p228:anchr>
                <p228:comment id="{C7CF51F0-ED98-4B6B-9E06-34F188BE7823}"/>
              </p228:anchr>
              <p228:date stDt="2025-12-10T00:28:16.358" endDt="2025-12-10T00:28:16.358"/>
            </p228:event>
            <p228:event time="2025-12-10T05:58:49.191" id="{0186773B-F13B-4663-852D-FC7B1502394A}">
              <p228:atrbtn authorId="{58C6D58C-E7DC-C990-CD77-A60A8E7ABAEB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164_59E57DE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4E2FCB-8A82-4888-B1EC-BBC440AA0BC9}" authorId="{58C6D58C-E7DC-C990-CD77-A60A8E7ABAEB}" created="2025-12-08T22:48:26.758">
    <pc:sldMkLst xmlns:pc="http://schemas.microsoft.com/office/powerpoint/2013/main/command">
      <pc:docMk/>
      <pc:sldMk cId="1508212207" sldId="356"/>
    </pc:sldMkLst>
    <p188:txBody>
      <a:bodyPr/>
      <a:lstStyle/>
      <a:p>
        <a:r>
          <a:rPr lang="en-US"/>
          <a:t>After bloc flow
</a:t>
        </a:r>
      </a:p>
    </p188:txBody>
  </p188:cm>
</p188:cmLst>
</file>

<file path=ppt/comments/modernComment_165_15BE0DE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8D6DE9-40AB-4FE5-9ECD-29D7DFAB3058}" authorId="{58C6D58C-E7DC-C990-CD77-A60A8E7ABAEB}" status="resolved" created="2025-12-08T22:57:12.107" complete="100000">
    <pc:sldMkLst xmlns:pc="http://schemas.microsoft.com/office/powerpoint/2013/main/command">
      <pc:docMk/>
      <pc:sldMk cId="364776932" sldId="357"/>
    </pc:sldMkLst>
    <p188:txBody>
      <a:bodyPr/>
      <a:lstStyle/>
      <a:p>
        <a:r>
          <a:rPr lang="en-US"/>
          <a:t>Add calculation basis</a:t>
        </a:r>
      </a:p>
    </p188:txBody>
  </p188:cm>
  <p188:cm id="{62948EB1-3E89-49DC-A9E9-844291B48F85}" authorId="{58C6D58C-E7DC-C990-CD77-A60A8E7ABAEB}" status="resolved" created="2025-12-10T00:14:31.725" startDate="2025-12-10T00:14:31.725" dueDate="2025-12-10T00:14:31.725" assignedTo="{D5D55A9E-D02F-F9EE-0F25-37A72FB7C853}" complete="100000" title="@Feratovic, Adil can we get rid of this sentence it’s a little to wordy of a slide">
    <pc:sldMkLst xmlns:pc="http://schemas.microsoft.com/office/powerpoint/2013/main/command">
      <pc:docMk/>
      <pc:sldMk cId="364776932" sldId="357"/>
    </pc:sldMkLst>
    <p188:txBody>
      <a:bodyPr/>
      <a:lstStyle/>
      <a:p>
        <a:r>
          <a:rPr lang="en-US"/>
          <a:t>[@Feratovic, Adil] can we get rid of this sentence it’s a little to wordy of a slide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12-10T00:14:31.725" id="{93502332-1C2C-4C0C-9686-C1CDD30893B3}">
              <p228:atrbtn authorId="{58C6D58C-E7DC-C990-CD77-A60A8E7ABAEB}"/>
              <p228:anchr>
                <p228:comment id="{62948EB1-3E89-49DC-A9E9-844291B48F85}"/>
              </p228:anchr>
              <p228:add/>
            </p228:event>
            <p228:event time="2025-12-10T00:14:31.725" id="{A507CA5C-3D59-4195-8A5C-35B005F49896}">
              <p228:atrbtn authorId="{58C6D58C-E7DC-C990-CD77-A60A8E7ABAEB}"/>
              <p228:anchr>
                <p228:comment id="{62948EB1-3E89-49DC-A9E9-844291B48F85}"/>
              </p228:anchr>
              <p228:asgn authorId="{D5D55A9E-D02F-F9EE-0F25-37A72FB7C853}"/>
            </p228:event>
            <p228:event time="2025-12-10T00:14:31.725" id="{871E5336-7A1A-4EEC-AFD8-0759DA28E013}">
              <p228:atrbtn authorId="{58C6D58C-E7DC-C990-CD77-A60A8E7ABAEB}"/>
              <p228:anchr>
                <p228:comment id="{62948EB1-3E89-49DC-A9E9-844291B48F85}"/>
              </p228:anchr>
              <p228:title val="@Feratovic, Adil can we get rid of this sentence it’s a little to wordy of a slide"/>
            </p228:event>
            <p228:event time="2025-12-10T00:14:31.725" id="{E3909352-7816-4026-A438-1E5768D82810}">
              <p228:atrbtn authorId="{58C6D58C-E7DC-C990-CD77-A60A8E7ABAEB}"/>
              <p228:anchr>
                <p228:comment id="{62948EB1-3E89-49DC-A9E9-844291B48F85}"/>
              </p228:anchr>
              <p228:date stDt="2025-12-10T00:14:31.725" endDt="2025-12-10T00:14:31.725"/>
            </p228:event>
            <p228:event time="2025-12-10T05:58:39.757" id="{9305E355-6D33-4602-A038-72658E9362C4}">
              <p228:atrbtn authorId="{58C6D58C-E7DC-C990-CD77-A60A8E7ABAEB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</p188:extLst>
  </p188:cm>
</p188:cmLst>
</file>

<file path=ppt/comments/modernComment_167_6F90D51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0FE674-2959-43F3-BC48-B28EAB74A738}" authorId="{58C6D58C-E7DC-C990-CD77-A60A8E7ABAEB}" status="resolved" created="2025-12-10T00:22:37.865" startDate="2025-12-10T00:22:37.865" dueDate="2025-12-10T00:22:37.865" assignedTo="{D5D55A9E-D02F-F9EE-0F25-37A72FB7C853}" complete="100000" title="@Feratovic, Adil l can we get rid of this I feel like you can just say it verbally.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71762709" sldId="359"/>
      <ac:spMk id="2" creationId="{D691A546-25B9-A7F8-90E3-0219E460FCD4}"/>
      <ac:txMk cp="0">
        <ac:context len="236" hash="2312562352"/>
      </ac:txMk>
    </ac:txMkLst>
    <p188:pos x="6598833" y="1371905"/>
    <p188:txBody>
      <a:bodyPr/>
      <a:lstStyle/>
      <a:p>
        <a:r>
          <a:rPr lang="en-US"/>
          <a:t>[@Feratovic, Adil] l can we get rid of this I feel like you can just say it verbally.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12-10T00:22:37.865" id="{4F58C2CF-EE4C-44FE-BC67-A193D2D39117}">
              <p228:atrbtn authorId="{58C6D58C-E7DC-C990-CD77-A60A8E7ABAEB}"/>
              <p228:anchr>
                <p228:comment id="{510FE674-2959-43F3-BC48-B28EAB74A738}"/>
              </p228:anchr>
              <p228:add/>
            </p228:event>
            <p228:event time="2025-12-10T00:22:37.865" id="{8EDB8E87-A4E5-406C-A7A5-F633FB329CF8}">
              <p228:atrbtn authorId="{58C6D58C-E7DC-C990-CD77-A60A8E7ABAEB}"/>
              <p228:anchr>
                <p228:comment id="{510FE674-2959-43F3-BC48-B28EAB74A738}"/>
              </p228:anchr>
              <p228:asgn authorId="{D5D55A9E-D02F-F9EE-0F25-37A72FB7C853}"/>
            </p228:event>
            <p228:event time="2025-12-10T00:22:37.865" id="{A6100B39-EF6A-4664-92AA-54B18A817F43}">
              <p228:atrbtn authorId="{58C6D58C-E7DC-C990-CD77-A60A8E7ABAEB}"/>
              <p228:anchr>
                <p228:comment id="{510FE674-2959-43F3-BC48-B28EAB74A738}"/>
              </p228:anchr>
              <p228:title val="@Feratovic, Adil l can we get rid of this I feel like you can just say it verbally."/>
            </p228:event>
            <p228:event time="2025-12-10T00:22:37.865" id="{60BEE547-AA19-47DC-8542-29B262380D87}">
              <p228:atrbtn authorId="{58C6D58C-E7DC-C990-CD77-A60A8E7ABAEB}"/>
              <p228:anchr>
                <p228:comment id="{510FE674-2959-43F3-BC48-B28EAB74A738}"/>
              </p228:anchr>
              <p228:date stDt="2025-12-10T00:22:37.865" endDt="2025-12-10T00:22:37.865"/>
            </p228:event>
            <p228:event time="2025-12-10T05:58:26.540" id="{26113AEB-2E5A-4275-A51A-19238BB62C51}">
              <p228:atrbtn authorId="{58C6D58C-E7DC-C990-CD77-A60A8E7ABAEB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12-10T05:58:24.483" authorId="{58C6D58C-E7DC-C990-CD77-A60A8E7ABAEB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9" name="Google Shape;25279;g967d9b3c40_0_8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80" name="Google Shape;25280;g967d9b3c40_0_8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0" name="Google Shape;25330;g9680cbbe24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31" name="Google Shape;25331;g9680cbbe24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9" name="Google Shape;25439;g9680cbbe24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40" name="Google Shape;25440;g9680cbbe24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38" name="Google Shape;26538;g967d9b3c40_0_30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39" name="Google Shape;26539;g967d9b3c40_0_30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733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0F708-ACC7-0ADF-B0CC-AA2D17244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6A53F6-B80B-FAF1-1711-EF1602046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EDBD2-CCB9-F6CA-207A-BBA3AC274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95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88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53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176625" y="110350"/>
            <a:ext cx="8790774" cy="4922811"/>
            <a:chOff x="131600" y="118425"/>
            <a:chExt cx="8790774" cy="4922811"/>
          </a:xfrm>
        </p:grpSpPr>
        <p:sp>
          <p:nvSpPr>
            <p:cNvPr id="10" name="Google Shape;10;p2"/>
            <p:cNvSpPr/>
            <p:nvPr/>
          </p:nvSpPr>
          <p:spPr>
            <a:xfrm rot="5400000">
              <a:off x="856680" y="10329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131600" y="1884558"/>
              <a:ext cx="2122449" cy="3112715"/>
              <a:chOff x="131600" y="1884558"/>
              <a:chExt cx="2122449" cy="3112715"/>
            </a:xfrm>
          </p:grpSpPr>
          <p:sp>
            <p:nvSpPr>
              <p:cNvPr id="12" name="Google Shape;12;p2"/>
              <p:cNvSpPr/>
              <p:nvPr/>
            </p:nvSpPr>
            <p:spPr>
              <a:xfrm rot="5400000" flipH="1">
                <a:off x="1356823" y="353957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 rot="5400000" flipH="1">
                <a:off x="368247" y="3804694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5400000" flipH="1">
                <a:off x="1212834" y="4945234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5400000" flipH="1">
                <a:off x="1889810" y="3456082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5400000" flipH="1">
                <a:off x="871337" y="4472741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5400000" flipH="1">
                <a:off x="1458022" y="2595443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5400000" flipH="1">
                <a:off x="373906" y="24622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5400000" flipH="1">
                <a:off x="573665" y="420799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5400000" flipH="1">
                <a:off x="368214" y="3290320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 rot="5400000" flipH="1">
                <a:off x="149520" y="294366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5400000" flipH="1">
                <a:off x="1558343" y="306837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 rot="5400000" flipH="1">
                <a:off x="130236" y="3708247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 rot="5400000" flipH="1">
                <a:off x="400364" y="4926212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 rot="5400000" flipH="1">
                <a:off x="799823" y="3303605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 rot="5400000" flipH="1">
                <a:off x="1234010" y="4104986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 rot="5400000" flipH="1">
                <a:off x="379148" y="2080743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 rot="5400000" flipH="1">
                <a:off x="891672" y="3760348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 rot="5400000">
                <a:off x="927170" y="1943554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 rot="5400000">
                <a:off x="1099652" y="232334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 rot="5400000">
                <a:off x="952606" y="295021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 rot="5400000">
                <a:off x="729827" y="227943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 rot="5400000">
                <a:off x="1976994" y="309729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1439631" y="1886769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2225601" y="353958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 rot="5400000">
                <a:off x="771336" y="2669355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" name="Google Shape;37;p2"/>
            <p:cNvGrpSpPr/>
            <p:nvPr/>
          </p:nvGrpSpPr>
          <p:grpSpPr>
            <a:xfrm flipH="1">
              <a:off x="2342550" y="2567965"/>
              <a:ext cx="3964145" cy="1455821"/>
              <a:chOff x="3233388" y="140740"/>
              <a:chExt cx="3964145" cy="1455821"/>
            </a:xfrm>
          </p:grpSpPr>
          <p:sp>
            <p:nvSpPr>
              <p:cNvPr id="38" name="Google Shape;38;p2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10800000" flipH="1">
                <a:off x="5542101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4" name="Google Shape;64;p2"/>
            <p:cNvSpPr/>
            <p:nvPr/>
          </p:nvSpPr>
          <p:spPr>
            <a:xfrm rot="10800000">
              <a:off x="5467181" y="2274087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 rot="10800000">
              <a:off x="1791338" y="2418078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 rot="10800000">
              <a:off x="4994538" y="1932740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 rot="10800000">
              <a:off x="2710372" y="255468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 rot="10800000">
              <a:off x="2984293" y="1435017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 rot="10800000">
              <a:off x="4625351" y="1874393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 rot="10800000">
              <a:off x="3812259" y="1429475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 rot="10800000">
              <a:off x="3473571" y="24251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 rot="10800000">
              <a:off x="3823198" y="1863430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 rot="10800000">
              <a:off x="4626925" y="2295271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 rot="10800000">
              <a:off x="2405511" y="1257842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 rot="10800000">
              <a:off x="4282295" y="1952925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 rot="10800000" flipH="1">
              <a:off x="2379646" y="1608191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 rot="10800000" flipH="1">
              <a:off x="2845296" y="2160906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 rot="10800000" flipH="1">
              <a:off x="1555075" y="19177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 rot="10800000" flipH="1">
              <a:off x="3472169" y="201385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 rot="10800000" flipH="1">
              <a:off x="2801524" y="179093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 rot="10800000" flipH="1">
              <a:off x="2007089" y="1854122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 rot="10800000" flipH="1">
              <a:off x="2379655" y="22472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 rot="10800000" flipH="1">
              <a:off x="3188821" y="1835070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 rot="-5400000">
              <a:off x="6437893" y="3297974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 rot="-5400000">
              <a:off x="7426754" y="3563094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 rot="-5400000">
              <a:off x="6614851" y="470363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 rot="-5400000">
              <a:off x="8881564" y="41406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 rot="-5400000">
              <a:off x="7511314" y="4294041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 rot="-5400000">
              <a:off x="5855679" y="1873118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 rot="-5400000">
              <a:off x="6656524" y="28572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 rot="-5400000">
              <a:off x="7274485" y="3966392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 rot="-5400000">
              <a:off x="8443762" y="3936907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 rot="-5400000">
              <a:off x="8670718" y="359025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 rot="-5400000">
              <a:off x="6164267" y="228667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 rot="-5400000">
              <a:off x="8716418" y="435483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 rot="-5400000">
              <a:off x="7458880" y="468461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-5400000">
              <a:off x="7046617" y="3062005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 rot="-5400000">
              <a:off x="7078796" y="427188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 rot="-5400000">
              <a:off x="6943689" y="351874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 rot="-5400000" flipH="1">
              <a:off x="6867546" y="170195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 rot="-5400000" flipH="1">
              <a:off x="6728032" y="2081749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 rot="-5400000" flipH="1">
              <a:off x="6580720" y="2418065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 rot="-5400000" flipH="1">
              <a:off x="7106104" y="203783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 rot="-5400000" flipH="1">
              <a:off x="5855819" y="285569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 rot="-5400000" flipH="1">
              <a:off x="8557992" y="422419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 rot="-5400000" flipH="1">
              <a:off x="7075119" y="2427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 rot="-5400000" flipH="1">
              <a:off x="6923371" y="25580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 rot="-5400000" flipH="1">
              <a:off x="7452482" y="411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 rot="-5400000">
              <a:off x="8807099" y="641429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2963692" y="4896893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471112" y="4574671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2753463" y="4668875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6655795" y="4840317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4825185" y="4561639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222013" y="4852496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2394971" y="4710131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61895" y="4144797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147839" y="4589456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651262" y="4079205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5460560" y="460360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698183" y="481064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201799" y="4466009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3465751" y="481683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2625602" y="5006428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785939" y="4360921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89850" y="4847376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 flipH="1">
              <a:off x="2255392" y="3721275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 flipH="1">
              <a:off x="1929748" y="375979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 flipH="1">
              <a:off x="3183433" y="4265621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 flipH="1">
              <a:off x="1435716" y="435061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 flipH="1">
              <a:off x="1933866" y="459499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 flipH="1">
              <a:off x="5826957" y="4975631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 flipH="1">
              <a:off x="5920051" y="4707077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 flipH="1">
              <a:off x="2402654" y="408859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 flipH="1">
              <a:off x="2060344" y="421051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 rot="10800000" flipH="1">
              <a:off x="4535130" y="4810639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 rot="10800000" flipH="1">
              <a:off x="7364662" y="4897030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 rot="10800000" flipH="1">
              <a:off x="3162438" y="4666650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 rot="10800000" flipH="1">
              <a:off x="7867920" y="4559015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 rot="10800000" flipH="1">
              <a:off x="3602098" y="4325302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 rot="10800000" flipH="1">
              <a:off x="5530138" y="491183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 rot="10800000" flipH="1">
              <a:off x="8747946" y="49025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 rot="10800000" flipH="1">
              <a:off x="3920145" y="4027480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 rot="10800000" flipH="1">
              <a:off x="7908601" y="4897013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 rot="10800000" flipH="1">
              <a:off x="8263362" y="467816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 rot="10800000" flipH="1">
              <a:off x="5062260" y="501437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 rot="10800000" flipH="1">
              <a:off x="7008383" y="459511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 rot="10800000" flipH="1">
              <a:off x="6522899" y="50118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 rot="10800000" flipH="1">
              <a:off x="4825176" y="425599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 rot="10800000" flipH="1">
              <a:off x="3801114" y="4644633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 rot="10800000" flipH="1">
              <a:off x="6242864" y="3650405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 rot="10800000" flipH="1">
              <a:off x="4355000" y="434548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 rot="10800000">
              <a:off x="6131142" y="4380978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 rot="10800000">
              <a:off x="5824398" y="4244268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 rot="10800000">
              <a:off x="7867933" y="41406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 rot="10800000">
              <a:off x="5175366" y="4406414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 rot="10800000">
              <a:off x="5788441" y="388727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 rot="10800000">
              <a:off x="6627657" y="4246684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 rot="10800000">
              <a:off x="6243864" y="46454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 rot="10800000">
              <a:off x="6739829" y="3858824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 rot="10800000">
              <a:off x="5459569" y="422763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 rot="10800000" flipH="1">
              <a:off x="1874423" y="145764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 rot="-5400000">
              <a:off x="7273617" y="1644380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4" name="Google Shape;164;p2"/>
            <p:cNvGrpSpPr/>
            <p:nvPr/>
          </p:nvGrpSpPr>
          <p:grpSpPr>
            <a:xfrm rot="5400000">
              <a:off x="6199788" y="1372590"/>
              <a:ext cx="3964145" cy="1455821"/>
              <a:chOff x="3233388" y="140740"/>
              <a:chExt cx="3964145" cy="1455821"/>
            </a:xfrm>
          </p:grpSpPr>
          <p:sp>
            <p:nvSpPr>
              <p:cNvPr id="165" name="Google Shape;165;p2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2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1" name="Google Shape;191;p2"/>
            <p:cNvSpPr/>
            <p:nvPr/>
          </p:nvSpPr>
          <p:spPr>
            <a:xfrm rot="-5400000" flipH="1">
              <a:off x="6408804" y="1645169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 rot="10800000">
              <a:off x="4228830" y="1192853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 rot="10800000">
              <a:off x="5446704" y="14630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 rot="10800000">
              <a:off x="4326649" y="1429493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 rot="10800000">
              <a:off x="4009721" y="2218151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6" name="Google Shape;196;p2"/>
            <p:cNvGrpSpPr/>
            <p:nvPr/>
          </p:nvGrpSpPr>
          <p:grpSpPr>
            <a:xfrm>
              <a:off x="234224" y="118425"/>
              <a:ext cx="3532446" cy="1609151"/>
              <a:chOff x="140599" y="118425"/>
              <a:chExt cx="3532446" cy="1609151"/>
            </a:xfrm>
          </p:grpSpPr>
          <p:sp>
            <p:nvSpPr>
              <p:cNvPr id="197" name="Google Shape;197;p2"/>
              <p:cNvSpPr/>
              <p:nvPr/>
            </p:nvSpPr>
            <p:spPr>
              <a:xfrm>
                <a:off x="703605" y="276605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438762" y="1265458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322613" y="11842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3632370" y="320667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568548" y="863464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1698613" y="226284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332845" y="70012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1722212" y="63453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1230735" y="13101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600808" y="156907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140599" y="1048834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927051" y="523633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194752" y="45597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2"/>
              <p:cNvSpPr/>
              <p:nvPr/>
            </p:nvSpPr>
            <p:spPr>
              <a:xfrm>
                <a:off x="2856889" y="916246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2"/>
              <p:cNvSpPr/>
              <p:nvPr/>
            </p:nvSpPr>
            <p:spPr>
              <a:xfrm>
                <a:off x="300425" y="16832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2"/>
              <p:cNvSpPr/>
              <p:nvPr/>
            </p:nvSpPr>
            <p:spPr>
              <a:xfrm flipH="1">
                <a:off x="2326342" y="276600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2"/>
              <p:cNvSpPr/>
              <p:nvPr/>
            </p:nvSpPr>
            <p:spPr>
              <a:xfrm flipH="1">
                <a:off x="2000698" y="31511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"/>
              <p:cNvSpPr/>
              <p:nvPr/>
            </p:nvSpPr>
            <p:spPr>
              <a:xfrm flipH="1">
                <a:off x="3254383" y="82094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2"/>
              <p:cNvSpPr/>
              <p:nvPr/>
            </p:nvSpPr>
            <p:spPr>
              <a:xfrm flipH="1">
                <a:off x="1343841" y="73169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2"/>
              <p:cNvSpPr/>
              <p:nvPr/>
            </p:nvSpPr>
            <p:spPr>
              <a:xfrm flipH="1">
                <a:off x="2803532" y="455981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2"/>
              <p:cNvSpPr/>
              <p:nvPr/>
            </p:nvSpPr>
            <p:spPr>
              <a:xfrm flipH="1">
                <a:off x="2896626" y="187427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2"/>
              <p:cNvSpPr/>
              <p:nvPr/>
            </p:nvSpPr>
            <p:spPr>
              <a:xfrm flipH="1">
                <a:off x="2473604" y="64392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2"/>
              <p:cNvSpPr/>
              <p:nvPr/>
            </p:nvSpPr>
            <p:spPr>
              <a:xfrm flipH="1">
                <a:off x="2131294" y="76583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2"/>
              <p:cNvSpPr/>
              <p:nvPr/>
            </p:nvSpPr>
            <p:spPr>
              <a:xfrm flipH="1">
                <a:off x="2004816" y="1150323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2"/>
              <p:cNvSpPr/>
              <p:nvPr/>
            </p:nvSpPr>
            <p:spPr>
              <a:xfrm>
                <a:off x="1218789" y="1144781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2"/>
              <p:cNvSpPr/>
              <p:nvPr/>
            </p:nvSpPr>
            <p:spPr>
              <a:xfrm>
                <a:off x="2465921" y="1265456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3" name="Google Shape;223;p2"/>
            <p:cNvSpPr/>
            <p:nvPr/>
          </p:nvSpPr>
          <p:spPr>
            <a:xfrm rot="10800000">
              <a:off x="3465760" y="121062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4" name="Google Shape;224;p2"/>
            <p:cNvGrpSpPr/>
            <p:nvPr/>
          </p:nvGrpSpPr>
          <p:grpSpPr>
            <a:xfrm>
              <a:off x="3327013" y="140740"/>
              <a:ext cx="3964145" cy="1455821"/>
              <a:chOff x="3233388" y="140740"/>
              <a:chExt cx="3964145" cy="1455821"/>
            </a:xfrm>
          </p:grpSpPr>
          <p:sp>
            <p:nvSpPr>
              <p:cNvPr id="225" name="Google Shape;225;p2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2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2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2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2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2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2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2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2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2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2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2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2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2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2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51" name="Google Shape;251;p2"/>
          <p:cNvSpPr txBox="1">
            <a:spLocks noGrp="1"/>
          </p:cNvSpPr>
          <p:nvPr>
            <p:ph type="ctrTitle"/>
          </p:nvPr>
        </p:nvSpPr>
        <p:spPr>
          <a:xfrm>
            <a:off x="713250" y="539500"/>
            <a:ext cx="7717500" cy="11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2" name="Google Shape;252;p2"/>
          <p:cNvSpPr txBox="1">
            <a:spLocks noGrp="1"/>
          </p:cNvSpPr>
          <p:nvPr>
            <p:ph type="subTitle" idx="1"/>
          </p:nvPr>
        </p:nvSpPr>
        <p:spPr>
          <a:xfrm>
            <a:off x="2856900" y="1772617"/>
            <a:ext cx="3430200" cy="3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grpSp>
        <p:nvGrpSpPr>
          <p:cNvPr id="253" name="Google Shape;253;p2"/>
          <p:cNvGrpSpPr/>
          <p:nvPr/>
        </p:nvGrpSpPr>
        <p:grpSpPr>
          <a:xfrm>
            <a:off x="135496" y="2750588"/>
            <a:ext cx="9523650" cy="3285338"/>
            <a:chOff x="135496" y="2750588"/>
            <a:chExt cx="9523650" cy="3285338"/>
          </a:xfrm>
        </p:grpSpPr>
        <p:grpSp>
          <p:nvGrpSpPr>
            <p:cNvPr id="254" name="Google Shape;254;p2"/>
            <p:cNvGrpSpPr/>
            <p:nvPr/>
          </p:nvGrpSpPr>
          <p:grpSpPr>
            <a:xfrm>
              <a:off x="135496" y="2998441"/>
              <a:ext cx="9523650" cy="3037484"/>
              <a:chOff x="135496" y="2998441"/>
              <a:chExt cx="9523650" cy="3037484"/>
            </a:xfrm>
          </p:grpSpPr>
          <p:grpSp>
            <p:nvGrpSpPr>
              <p:cNvPr id="255" name="Google Shape;255;p2"/>
              <p:cNvGrpSpPr/>
              <p:nvPr/>
            </p:nvGrpSpPr>
            <p:grpSpPr>
              <a:xfrm>
                <a:off x="5692943" y="2998441"/>
                <a:ext cx="3966203" cy="3037484"/>
                <a:chOff x="5692943" y="2998441"/>
                <a:chExt cx="3966203" cy="3037484"/>
              </a:xfrm>
            </p:grpSpPr>
            <p:grpSp>
              <p:nvGrpSpPr>
                <p:cNvPr id="256" name="Google Shape;256;p2"/>
                <p:cNvGrpSpPr/>
                <p:nvPr/>
              </p:nvGrpSpPr>
              <p:grpSpPr>
                <a:xfrm rot="10800000" flipH="1">
                  <a:off x="7960046" y="2998441"/>
                  <a:ext cx="1699100" cy="2145071"/>
                  <a:chOff x="146217" y="2712579"/>
                  <a:chExt cx="1552966" cy="1960401"/>
                </a:xfrm>
              </p:grpSpPr>
              <p:grpSp>
                <p:nvGrpSpPr>
                  <p:cNvPr id="257" name="Google Shape;257;p2"/>
                  <p:cNvGrpSpPr/>
                  <p:nvPr/>
                </p:nvGrpSpPr>
                <p:grpSpPr>
                  <a:xfrm>
                    <a:off x="146217" y="2712579"/>
                    <a:ext cx="1134008" cy="607901"/>
                    <a:chOff x="5206900" y="826150"/>
                    <a:chExt cx="599275" cy="321250"/>
                  </a:xfrm>
                </p:grpSpPr>
                <p:sp>
                  <p:nvSpPr>
                    <p:cNvPr id="258" name="Google Shape;258;p2"/>
                    <p:cNvSpPr/>
                    <p:nvPr/>
                  </p:nvSpPr>
                  <p:spPr>
                    <a:xfrm>
                      <a:off x="5206900" y="828950"/>
                      <a:ext cx="25225" cy="2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9" h="1025" extrusionOk="0">
                          <a:moveTo>
                            <a:pt x="1008" y="448"/>
                          </a:moveTo>
                          <a:cubicBezTo>
                            <a:pt x="1008" y="832"/>
                            <a:pt x="544" y="1024"/>
                            <a:pt x="272" y="752"/>
                          </a:cubicBezTo>
                          <a:cubicBezTo>
                            <a:pt x="0" y="480"/>
                            <a:pt x="192" y="0"/>
                            <a:pt x="576" y="0"/>
                          </a:cubicBezTo>
                          <a:cubicBezTo>
                            <a:pt x="816" y="0"/>
                            <a:pt x="1008" y="208"/>
                            <a:pt x="1008" y="44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59" name="Google Shape;259;p2"/>
                    <p:cNvSpPr/>
                    <p:nvPr/>
                  </p:nvSpPr>
                  <p:spPr>
                    <a:xfrm>
                      <a:off x="5468125" y="1067750"/>
                      <a:ext cx="25625" cy="25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09" extrusionOk="0">
                          <a:moveTo>
                            <a:pt x="1024" y="433"/>
                          </a:moveTo>
                          <a:cubicBezTo>
                            <a:pt x="1024" y="817"/>
                            <a:pt x="560" y="1009"/>
                            <a:pt x="288" y="737"/>
                          </a:cubicBezTo>
                          <a:cubicBezTo>
                            <a:pt x="0" y="465"/>
                            <a:pt x="208" y="1"/>
                            <a:pt x="592" y="1"/>
                          </a:cubicBezTo>
                          <a:cubicBezTo>
                            <a:pt x="832" y="1"/>
                            <a:pt x="1024" y="193"/>
                            <a:pt x="1024" y="43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0" name="Google Shape;260;p2"/>
                    <p:cNvSpPr/>
                    <p:nvPr/>
                  </p:nvSpPr>
                  <p:spPr>
                    <a:xfrm>
                      <a:off x="5679325" y="1085750"/>
                      <a:ext cx="25625" cy="25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26" extrusionOk="0">
                          <a:moveTo>
                            <a:pt x="1025" y="433"/>
                          </a:moveTo>
                          <a:cubicBezTo>
                            <a:pt x="1025" y="833"/>
                            <a:pt x="545" y="1025"/>
                            <a:pt x="273" y="753"/>
                          </a:cubicBezTo>
                          <a:cubicBezTo>
                            <a:pt x="1" y="481"/>
                            <a:pt x="193" y="1"/>
                            <a:pt x="577" y="1"/>
                          </a:cubicBezTo>
                          <a:cubicBezTo>
                            <a:pt x="817" y="1"/>
                            <a:pt x="1025" y="193"/>
                            <a:pt x="1025" y="43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1" name="Google Shape;261;p2"/>
                    <p:cNvSpPr/>
                    <p:nvPr/>
                  </p:nvSpPr>
                  <p:spPr>
                    <a:xfrm>
                      <a:off x="5318900" y="877350"/>
                      <a:ext cx="4425" cy="4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" h="177" extrusionOk="0">
                          <a:moveTo>
                            <a:pt x="177" y="80"/>
                          </a:moveTo>
                          <a:cubicBezTo>
                            <a:pt x="177" y="128"/>
                            <a:pt x="145" y="176"/>
                            <a:pt x="97" y="176"/>
                          </a:cubicBezTo>
                          <a:cubicBezTo>
                            <a:pt x="49" y="176"/>
                            <a:pt x="1" y="128"/>
                            <a:pt x="1" y="80"/>
                          </a:cubicBezTo>
                          <a:cubicBezTo>
                            <a:pt x="1" y="32"/>
                            <a:pt x="49" y="0"/>
                            <a:pt x="97" y="0"/>
                          </a:cubicBezTo>
                          <a:cubicBezTo>
                            <a:pt x="145" y="0"/>
                            <a:pt x="177" y="32"/>
                            <a:pt x="177" y="8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2" name="Google Shape;262;p2"/>
                    <p:cNvSpPr/>
                    <p:nvPr/>
                  </p:nvSpPr>
                  <p:spPr>
                    <a:xfrm>
                      <a:off x="5749725" y="10213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1" y="97"/>
                          </a:moveTo>
                          <a:cubicBezTo>
                            <a:pt x="241" y="241"/>
                            <a:pt x="1" y="1"/>
                            <a:pt x="145" y="1"/>
                          </a:cubicBezTo>
                          <a:cubicBezTo>
                            <a:pt x="193" y="1"/>
                            <a:pt x="225" y="49"/>
                            <a:pt x="241" y="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3" name="Google Shape;263;p2"/>
                    <p:cNvSpPr/>
                    <p:nvPr/>
                  </p:nvSpPr>
                  <p:spPr>
                    <a:xfrm>
                      <a:off x="5527725" y="8749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0" y="96"/>
                          </a:moveTo>
                          <a:cubicBezTo>
                            <a:pt x="240" y="240"/>
                            <a:pt x="0" y="0"/>
                            <a:pt x="144" y="0"/>
                          </a:cubicBezTo>
                          <a:cubicBezTo>
                            <a:pt x="192" y="0"/>
                            <a:pt x="240" y="48"/>
                            <a:pt x="240" y="96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4" name="Google Shape;264;p2"/>
                    <p:cNvSpPr/>
                    <p:nvPr/>
                  </p:nvSpPr>
                  <p:spPr>
                    <a:xfrm>
                      <a:off x="5418900" y="861350"/>
                      <a:ext cx="6025" cy="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25" extrusionOk="0">
                          <a:moveTo>
                            <a:pt x="241" y="64"/>
                          </a:moveTo>
                          <a:cubicBezTo>
                            <a:pt x="241" y="112"/>
                            <a:pt x="225" y="160"/>
                            <a:pt x="177" y="176"/>
                          </a:cubicBezTo>
                          <a:cubicBezTo>
                            <a:pt x="49" y="224"/>
                            <a:pt x="1" y="32"/>
                            <a:pt x="129" y="16"/>
                          </a:cubicBezTo>
                          <a:cubicBezTo>
                            <a:pt x="177" y="0"/>
                            <a:pt x="225" y="16"/>
                            <a:pt x="241" y="64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5" name="Google Shape;265;p2"/>
                    <p:cNvSpPr/>
                    <p:nvPr/>
                  </p:nvSpPr>
                  <p:spPr>
                    <a:xfrm>
                      <a:off x="5634925" y="98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1" y="209"/>
                          </a:moveTo>
                          <a:cubicBezTo>
                            <a:pt x="481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97" y="1"/>
                            <a:pt x="273" y="1"/>
                          </a:cubicBezTo>
                          <a:cubicBezTo>
                            <a:pt x="385" y="1"/>
                            <a:pt x="481" y="97"/>
                            <a:pt x="481" y="2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6" name="Google Shape;266;p2"/>
                    <p:cNvSpPr/>
                    <p:nvPr/>
                  </p:nvSpPr>
                  <p:spPr>
                    <a:xfrm>
                      <a:off x="5717725" y="1135775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2"/>
                          </a:moveTo>
                          <a:cubicBezTo>
                            <a:pt x="465" y="368"/>
                            <a:pt x="257" y="464"/>
                            <a:pt x="129" y="336"/>
                          </a:cubicBezTo>
                          <a:cubicBezTo>
                            <a:pt x="1" y="208"/>
                            <a:pt x="81" y="0"/>
                            <a:pt x="273" y="0"/>
                          </a:cubicBezTo>
                          <a:cubicBezTo>
                            <a:pt x="385" y="0"/>
                            <a:pt x="465" y="80"/>
                            <a:pt x="465" y="192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7" name="Google Shape;267;p2"/>
                    <p:cNvSpPr/>
                    <p:nvPr/>
                  </p:nvSpPr>
                  <p:spPr>
                    <a:xfrm>
                      <a:off x="5316900" y="997350"/>
                      <a:ext cx="116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81" extrusionOk="0">
                          <a:moveTo>
                            <a:pt x="465" y="209"/>
                          </a:moveTo>
                          <a:cubicBezTo>
                            <a:pt x="465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81" y="1"/>
                            <a:pt x="273" y="1"/>
                          </a:cubicBezTo>
                          <a:cubicBezTo>
                            <a:pt x="369" y="1"/>
                            <a:pt x="465" y="97"/>
                            <a:pt x="465" y="2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8" name="Google Shape;268;p2"/>
                    <p:cNvSpPr/>
                    <p:nvPr/>
                  </p:nvSpPr>
                  <p:spPr>
                    <a:xfrm>
                      <a:off x="5331700" y="1124575"/>
                      <a:ext cx="120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65" extrusionOk="0">
                          <a:moveTo>
                            <a:pt x="481" y="208"/>
                          </a:moveTo>
                          <a:cubicBezTo>
                            <a:pt x="481" y="384"/>
                            <a:pt x="257" y="464"/>
                            <a:pt x="129" y="352"/>
                          </a:cubicBezTo>
                          <a:cubicBezTo>
                            <a:pt x="1" y="224"/>
                            <a:pt x="97" y="0"/>
                            <a:pt x="273" y="0"/>
                          </a:cubicBezTo>
                          <a:cubicBezTo>
                            <a:pt x="385" y="0"/>
                            <a:pt x="481" y="96"/>
                            <a:pt x="481" y="20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69" name="Google Shape;269;p2"/>
                    <p:cNvSpPr/>
                    <p:nvPr/>
                  </p:nvSpPr>
                  <p:spPr>
                    <a:xfrm>
                      <a:off x="5794150" y="90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0" y="208"/>
                          </a:moveTo>
                          <a:cubicBezTo>
                            <a:pt x="480" y="384"/>
                            <a:pt x="256" y="480"/>
                            <a:pt x="128" y="352"/>
                          </a:cubicBezTo>
                          <a:cubicBezTo>
                            <a:pt x="0" y="224"/>
                            <a:pt x="96" y="0"/>
                            <a:pt x="272" y="0"/>
                          </a:cubicBezTo>
                          <a:cubicBezTo>
                            <a:pt x="384" y="0"/>
                            <a:pt x="480" y="96"/>
                            <a:pt x="480" y="20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0" name="Google Shape;270;p2"/>
                    <p:cNvSpPr/>
                    <p:nvPr/>
                  </p:nvSpPr>
                  <p:spPr>
                    <a:xfrm>
                      <a:off x="5290500" y="924950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3"/>
                          </a:moveTo>
                          <a:cubicBezTo>
                            <a:pt x="465" y="369"/>
                            <a:pt x="257" y="465"/>
                            <a:pt x="129" y="337"/>
                          </a:cubicBezTo>
                          <a:cubicBezTo>
                            <a:pt x="1" y="209"/>
                            <a:pt x="97" y="0"/>
                            <a:pt x="273" y="0"/>
                          </a:cubicBezTo>
                          <a:cubicBezTo>
                            <a:pt x="385" y="0"/>
                            <a:pt x="465" y="81"/>
                            <a:pt x="465" y="19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1" name="Google Shape;271;p2"/>
                    <p:cNvSpPr/>
                    <p:nvPr/>
                  </p:nvSpPr>
                  <p:spPr>
                    <a:xfrm>
                      <a:off x="5680925" y="826150"/>
                      <a:ext cx="43225" cy="43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9" h="1729" extrusionOk="0">
                          <a:moveTo>
                            <a:pt x="865" y="1728"/>
                          </a:moveTo>
                          <a:lnTo>
                            <a:pt x="865" y="1728"/>
                          </a:lnTo>
                          <a:cubicBezTo>
                            <a:pt x="865" y="1248"/>
                            <a:pt x="481" y="864"/>
                            <a:pt x="1" y="864"/>
                          </a:cubicBezTo>
                          <a:lnTo>
                            <a:pt x="1" y="864"/>
                          </a:lnTo>
                          <a:cubicBezTo>
                            <a:pt x="481" y="864"/>
                            <a:pt x="865" y="480"/>
                            <a:pt x="865" y="0"/>
                          </a:cubicBezTo>
                          <a:lnTo>
                            <a:pt x="865" y="0"/>
                          </a:lnTo>
                          <a:cubicBezTo>
                            <a:pt x="865" y="480"/>
                            <a:pt x="1265" y="864"/>
                            <a:pt x="1729" y="864"/>
                          </a:cubicBezTo>
                          <a:lnTo>
                            <a:pt x="1729" y="864"/>
                          </a:lnTo>
                          <a:cubicBezTo>
                            <a:pt x="1265" y="864"/>
                            <a:pt x="865" y="1248"/>
                            <a:pt x="865" y="172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72" name="Google Shape;272;p2"/>
                  <p:cNvGrpSpPr/>
                  <p:nvPr/>
                </p:nvGrpSpPr>
                <p:grpSpPr>
                  <a:xfrm rot="-9256633">
                    <a:off x="489429" y="3110262"/>
                    <a:ext cx="1134020" cy="607908"/>
                    <a:chOff x="5206900" y="826150"/>
                    <a:chExt cx="599275" cy="321250"/>
                  </a:xfrm>
                </p:grpSpPr>
                <p:sp>
                  <p:nvSpPr>
                    <p:cNvPr id="273" name="Google Shape;273;p2"/>
                    <p:cNvSpPr/>
                    <p:nvPr/>
                  </p:nvSpPr>
                  <p:spPr>
                    <a:xfrm>
                      <a:off x="5206900" y="828950"/>
                      <a:ext cx="25225" cy="2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9" h="1025" extrusionOk="0">
                          <a:moveTo>
                            <a:pt x="1008" y="448"/>
                          </a:moveTo>
                          <a:cubicBezTo>
                            <a:pt x="1008" y="832"/>
                            <a:pt x="544" y="1024"/>
                            <a:pt x="272" y="752"/>
                          </a:cubicBezTo>
                          <a:cubicBezTo>
                            <a:pt x="0" y="480"/>
                            <a:pt x="192" y="0"/>
                            <a:pt x="576" y="0"/>
                          </a:cubicBezTo>
                          <a:cubicBezTo>
                            <a:pt x="816" y="0"/>
                            <a:pt x="1008" y="208"/>
                            <a:pt x="1008" y="44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4" name="Google Shape;274;p2"/>
                    <p:cNvSpPr/>
                    <p:nvPr/>
                  </p:nvSpPr>
                  <p:spPr>
                    <a:xfrm>
                      <a:off x="5468125" y="1067750"/>
                      <a:ext cx="25625" cy="25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09" extrusionOk="0">
                          <a:moveTo>
                            <a:pt x="1024" y="433"/>
                          </a:moveTo>
                          <a:cubicBezTo>
                            <a:pt x="1024" y="817"/>
                            <a:pt x="560" y="1009"/>
                            <a:pt x="288" y="737"/>
                          </a:cubicBezTo>
                          <a:cubicBezTo>
                            <a:pt x="0" y="465"/>
                            <a:pt x="208" y="1"/>
                            <a:pt x="592" y="1"/>
                          </a:cubicBezTo>
                          <a:cubicBezTo>
                            <a:pt x="832" y="1"/>
                            <a:pt x="1024" y="193"/>
                            <a:pt x="1024" y="43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5" name="Google Shape;275;p2"/>
                    <p:cNvSpPr/>
                    <p:nvPr/>
                  </p:nvSpPr>
                  <p:spPr>
                    <a:xfrm>
                      <a:off x="5679325" y="1085750"/>
                      <a:ext cx="25625" cy="25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26" extrusionOk="0">
                          <a:moveTo>
                            <a:pt x="1025" y="433"/>
                          </a:moveTo>
                          <a:cubicBezTo>
                            <a:pt x="1025" y="833"/>
                            <a:pt x="545" y="1025"/>
                            <a:pt x="273" y="753"/>
                          </a:cubicBezTo>
                          <a:cubicBezTo>
                            <a:pt x="1" y="481"/>
                            <a:pt x="193" y="1"/>
                            <a:pt x="577" y="1"/>
                          </a:cubicBezTo>
                          <a:cubicBezTo>
                            <a:pt x="817" y="1"/>
                            <a:pt x="1025" y="193"/>
                            <a:pt x="1025" y="43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6" name="Google Shape;276;p2"/>
                    <p:cNvSpPr/>
                    <p:nvPr/>
                  </p:nvSpPr>
                  <p:spPr>
                    <a:xfrm>
                      <a:off x="5318900" y="877350"/>
                      <a:ext cx="4425" cy="4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" h="177" extrusionOk="0">
                          <a:moveTo>
                            <a:pt x="177" y="80"/>
                          </a:moveTo>
                          <a:cubicBezTo>
                            <a:pt x="177" y="128"/>
                            <a:pt x="145" y="176"/>
                            <a:pt x="97" y="176"/>
                          </a:cubicBezTo>
                          <a:cubicBezTo>
                            <a:pt x="49" y="176"/>
                            <a:pt x="1" y="128"/>
                            <a:pt x="1" y="80"/>
                          </a:cubicBezTo>
                          <a:cubicBezTo>
                            <a:pt x="1" y="32"/>
                            <a:pt x="49" y="0"/>
                            <a:pt x="97" y="0"/>
                          </a:cubicBezTo>
                          <a:cubicBezTo>
                            <a:pt x="145" y="0"/>
                            <a:pt x="177" y="32"/>
                            <a:pt x="177" y="8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7" name="Google Shape;277;p2"/>
                    <p:cNvSpPr/>
                    <p:nvPr/>
                  </p:nvSpPr>
                  <p:spPr>
                    <a:xfrm>
                      <a:off x="5749725" y="10213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1" y="97"/>
                          </a:moveTo>
                          <a:cubicBezTo>
                            <a:pt x="241" y="241"/>
                            <a:pt x="1" y="1"/>
                            <a:pt x="145" y="1"/>
                          </a:cubicBezTo>
                          <a:cubicBezTo>
                            <a:pt x="193" y="1"/>
                            <a:pt x="225" y="49"/>
                            <a:pt x="241" y="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8" name="Google Shape;278;p2"/>
                    <p:cNvSpPr/>
                    <p:nvPr/>
                  </p:nvSpPr>
                  <p:spPr>
                    <a:xfrm>
                      <a:off x="5527725" y="8749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0" y="96"/>
                          </a:moveTo>
                          <a:cubicBezTo>
                            <a:pt x="240" y="240"/>
                            <a:pt x="0" y="0"/>
                            <a:pt x="144" y="0"/>
                          </a:cubicBezTo>
                          <a:cubicBezTo>
                            <a:pt x="192" y="0"/>
                            <a:pt x="240" y="48"/>
                            <a:pt x="240" y="96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9" name="Google Shape;279;p2"/>
                    <p:cNvSpPr/>
                    <p:nvPr/>
                  </p:nvSpPr>
                  <p:spPr>
                    <a:xfrm>
                      <a:off x="5418900" y="861350"/>
                      <a:ext cx="6025" cy="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25" extrusionOk="0">
                          <a:moveTo>
                            <a:pt x="241" y="64"/>
                          </a:moveTo>
                          <a:cubicBezTo>
                            <a:pt x="241" y="112"/>
                            <a:pt x="225" y="160"/>
                            <a:pt x="177" y="176"/>
                          </a:cubicBezTo>
                          <a:cubicBezTo>
                            <a:pt x="49" y="224"/>
                            <a:pt x="1" y="32"/>
                            <a:pt x="129" y="16"/>
                          </a:cubicBezTo>
                          <a:cubicBezTo>
                            <a:pt x="177" y="0"/>
                            <a:pt x="225" y="16"/>
                            <a:pt x="241" y="64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80" name="Google Shape;280;p2"/>
                    <p:cNvSpPr/>
                    <p:nvPr/>
                  </p:nvSpPr>
                  <p:spPr>
                    <a:xfrm>
                      <a:off x="5634925" y="98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1" y="209"/>
                          </a:moveTo>
                          <a:cubicBezTo>
                            <a:pt x="481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97" y="1"/>
                            <a:pt x="273" y="1"/>
                          </a:cubicBezTo>
                          <a:cubicBezTo>
                            <a:pt x="385" y="1"/>
                            <a:pt x="481" y="97"/>
                            <a:pt x="481" y="2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81" name="Google Shape;281;p2"/>
                    <p:cNvSpPr/>
                    <p:nvPr/>
                  </p:nvSpPr>
                  <p:spPr>
                    <a:xfrm>
                      <a:off x="5717725" y="1135775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2"/>
                          </a:moveTo>
                          <a:cubicBezTo>
                            <a:pt x="465" y="368"/>
                            <a:pt x="257" y="464"/>
                            <a:pt x="129" y="336"/>
                          </a:cubicBezTo>
                          <a:cubicBezTo>
                            <a:pt x="1" y="208"/>
                            <a:pt x="81" y="0"/>
                            <a:pt x="273" y="0"/>
                          </a:cubicBezTo>
                          <a:cubicBezTo>
                            <a:pt x="385" y="0"/>
                            <a:pt x="465" y="80"/>
                            <a:pt x="465" y="192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82" name="Google Shape;282;p2"/>
                    <p:cNvSpPr/>
                    <p:nvPr/>
                  </p:nvSpPr>
                  <p:spPr>
                    <a:xfrm>
                      <a:off x="5316900" y="997350"/>
                      <a:ext cx="116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81" extrusionOk="0">
                          <a:moveTo>
                            <a:pt x="465" y="209"/>
                          </a:moveTo>
                          <a:cubicBezTo>
                            <a:pt x="465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81" y="1"/>
                            <a:pt x="273" y="1"/>
                          </a:cubicBezTo>
                          <a:cubicBezTo>
                            <a:pt x="369" y="1"/>
                            <a:pt x="465" y="97"/>
                            <a:pt x="465" y="2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83" name="Google Shape;283;p2"/>
                    <p:cNvSpPr/>
                    <p:nvPr/>
                  </p:nvSpPr>
                  <p:spPr>
                    <a:xfrm>
                      <a:off x="5331700" y="1124575"/>
                      <a:ext cx="120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65" extrusionOk="0">
                          <a:moveTo>
                            <a:pt x="481" y="208"/>
                          </a:moveTo>
                          <a:cubicBezTo>
                            <a:pt x="481" y="384"/>
                            <a:pt x="257" y="464"/>
                            <a:pt x="129" y="352"/>
                          </a:cubicBezTo>
                          <a:cubicBezTo>
                            <a:pt x="1" y="224"/>
                            <a:pt x="97" y="0"/>
                            <a:pt x="273" y="0"/>
                          </a:cubicBezTo>
                          <a:cubicBezTo>
                            <a:pt x="385" y="0"/>
                            <a:pt x="481" y="96"/>
                            <a:pt x="481" y="20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84" name="Google Shape;284;p2"/>
                    <p:cNvSpPr/>
                    <p:nvPr/>
                  </p:nvSpPr>
                  <p:spPr>
                    <a:xfrm>
                      <a:off x="5794150" y="90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0" y="208"/>
                          </a:moveTo>
                          <a:cubicBezTo>
                            <a:pt x="480" y="384"/>
                            <a:pt x="256" y="480"/>
                            <a:pt x="128" y="352"/>
                          </a:cubicBezTo>
                          <a:cubicBezTo>
                            <a:pt x="0" y="224"/>
                            <a:pt x="96" y="0"/>
                            <a:pt x="272" y="0"/>
                          </a:cubicBezTo>
                          <a:cubicBezTo>
                            <a:pt x="384" y="0"/>
                            <a:pt x="480" y="96"/>
                            <a:pt x="480" y="20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85" name="Google Shape;285;p2"/>
                    <p:cNvSpPr/>
                    <p:nvPr/>
                  </p:nvSpPr>
                  <p:spPr>
                    <a:xfrm>
                      <a:off x="5290500" y="924950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3"/>
                          </a:moveTo>
                          <a:cubicBezTo>
                            <a:pt x="465" y="369"/>
                            <a:pt x="257" y="465"/>
                            <a:pt x="129" y="337"/>
                          </a:cubicBezTo>
                          <a:cubicBezTo>
                            <a:pt x="1" y="209"/>
                            <a:pt x="97" y="0"/>
                            <a:pt x="273" y="0"/>
                          </a:cubicBezTo>
                          <a:cubicBezTo>
                            <a:pt x="385" y="0"/>
                            <a:pt x="465" y="81"/>
                            <a:pt x="465" y="19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86" name="Google Shape;286;p2"/>
                    <p:cNvSpPr/>
                    <p:nvPr/>
                  </p:nvSpPr>
                  <p:spPr>
                    <a:xfrm>
                      <a:off x="5680925" y="826150"/>
                      <a:ext cx="43225" cy="43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9" h="1729" extrusionOk="0">
                          <a:moveTo>
                            <a:pt x="865" y="1728"/>
                          </a:moveTo>
                          <a:lnTo>
                            <a:pt x="865" y="1728"/>
                          </a:lnTo>
                          <a:cubicBezTo>
                            <a:pt x="865" y="1248"/>
                            <a:pt x="481" y="864"/>
                            <a:pt x="1" y="864"/>
                          </a:cubicBezTo>
                          <a:lnTo>
                            <a:pt x="1" y="864"/>
                          </a:lnTo>
                          <a:cubicBezTo>
                            <a:pt x="481" y="864"/>
                            <a:pt x="865" y="480"/>
                            <a:pt x="865" y="0"/>
                          </a:cubicBezTo>
                          <a:lnTo>
                            <a:pt x="865" y="0"/>
                          </a:lnTo>
                          <a:cubicBezTo>
                            <a:pt x="865" y="480"/>
                            <a:pt x="1265" y="864"/>
                            <a:pt x="1729" y="864"/>
                          </a:cubicBezTo>
                          <a:lnTo>
                            <a:pt x="1729" y="864"/>
                          </a:lnTo>
                          <a:cubicBezTo>
                            <a:pt x="1265" y="864"/>
                            <a:pt x="865" y="1248"/>
                            <a:pt x="865" y="172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87" name="Google Shape;287;p2"/>
                  <p:cNvGrpSpPr/>
                  <p:nvPr/>
                </p:nvGrpSpPr>
                <p:grpSpPr>
                  <a:xfrm rot="7120513" flipH="1">
                    <a:off x="538618" y="3725726"/>
                    <a:ext cx="1133997" cy="607895"/>
                    <a:chOff x="5206900" y="826150"/>
                    <a:chExt cx="599275" cy="321250"/>
                  </a:xfrm>
                </p:grpSpPr>
                <p:sp>
                  <p:nvSpPr>
                    <p:cNvPr id="288" name="Google Shape;288;p2"/>
                    <p:cNvSpPr/>
                    <p:nvPr/>
                  </p:nvSpPr>
                  <p:spPr>
                    <a:xfrm>
                      <a:off x="5206900" y="828950"/>
                      <a:ext cx="25225" cy="2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9" h="1025" extrusionOk="0">
                          <a:moveTo>
                            <a:pt x="1008" y="448"/>
                          </a:moveTo>
                          <a:cubicBezTo>
                            <a:pt x="1008" y="832"/>
                            <a:pt x="544" y="1024"/>
                            <a:pt x="272" y="752"/>
                          </a:cubicBezTo>
                          <a:cubicBezTo>
                            <a:pt x="0" y="480"/>
                            <a:pt x="192" y="0"/>
                            <a:pt x="576" y="0"/>
                          </a:cubicBezTo>
                          <a:cubicBezTo>
                            <a:pt x="816" y="0"/>
                            <a:pt x="1008" y="208"/>
                            <a:pt x="1008" y="44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89" name="Google Shape;289;p2"/>
                    <p:cNvSpPr/>
                    <p:nvPr/>
                  </p:nvSpPr>
                  <p:spPr>
                    <a:xfrm>
                      <a:off x="5468125" y="1067750"/>
                      <a:ext cx="25625" cy="25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09" extrusionOk="0">
                          <a:moveTo>
                            <a:pt x="1024" y="433"/>
                          </a:moveTo>
                          <a:cubicBezTo>
                            <a:pt x="1024" y="817"/>
                            <a:pt x="560" y="1009"/>
                            <a:pt x="288" y="737"/>
                          </a:cubicBezTo>
                          <a:cubicBezTo>
                            <a:pt x="0" y="465"/>
                            <a:pt x="208" y="1"/>
                            <a:pt x="592" y="1"/>
                          </a:cubicBezTo>
                          <a:cubicBezTo>
                            <a:pt x="832" y="1"/>
                            <a:pt x="1024" y="193"/>
                            <a:pt x="1024" y="43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0" name="Google Shape;290;p2"/>
                    <p:cNvSpPr/>
                    <p:nvPr/>
                  </p:nvSpPr>
                  <p:spPr>
                    <a:xfrm>
                      <a:off x="5679325" y="1085750"/>
                      <a:ext cx="25625" cy="25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26" extrusionOk="0">
                          <a:moveTo>
                            <a:pt x="1025" y="433"/>
                          </a:moveTo>
                          <a:cubicBezTo>
                            <a:pt x="1025" y="833"/>
                            <a:pt x="545" y="1025"/>
                            <a:pt x="273" y="753"/>
                          </a:cubicBezTo>
                          <a:cubicBezTo>
                            <a:pt x="1" y="481"/>
                            <a:pt x="193" y="1"/>
                            <a:pt x="577" y="1"/>
                          </a:cubicBezTo>
                          <a:cubicBezTo>
                            <a:pt x="817" y="1"/>
                            <a:pt x="1025" y="193"/>
                            <a:pt x="1025" y="43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1" name="Google Shape;291;p2"/>
                    <p:cNvSpPr/>
                    <p:nvPr/>
                  </p:nvSpPr>
                  <p:spPr>
                    <a:xfrm>
                      <a:off x="5318900" y="877350"/>
                      <a:ext cx="4425" cy="4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" h="177" extrusionOk="0">
                          <a:moveTo>
                            <a:pt x="177" y="80"/>
                          </a:moveTo>
                          <a:cubicBezTo>
                            <a:pt x="177" y="128"/>
                            <a:pt x="145" y="176"/>
                            <a:pt x="97" y="176"/>
                          </a:cubicBezTo>
                          <a:cubicBezTo>
                            <a:pt x="49" y="176"/>
                            <a:pt x="1" y="128"/>
                            <a:pt x="1" y="80"/>
                          </a:cubicBezTo>
                          <a:cubicBezTo>
                            <a:pt x="1" y="32"/>
                            <a:pt x="49" y="0"/>
                            <a:pt x="97" y="0"/>
                          </a:cubicBezTo>
                          <a:cubicBezTo>
                            <a:pt x="145" y="0"/>
                            <a:pt x="177" y="32"/>
                            <a:pt x="177" y="8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2" name="Google Shape;292;p2"/>
                    <p:cNvSpPr/>
                    <p:nvPr/>
                  </p:nvSpPr>
                  <p:spPr>
                    <a:xfrm>
                      <a:off x="5749725" y="10213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1" y="97"/>
                          </a:moveTo>
                          <a:cubicBezTo>
                            <a:pt x="241" y="241"/>
                            <a:pt x="1" y="1"/>
                            <a:pt x="145" y="1"/>
                          </a:cubicBezTo>
                          <a:cubicBezTo>
                            <a:pt x="193" y="1"/>
                            <a:pt x="225" y="49"/>
                            <a:pt x="241" y="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3" name="Google Shape;293;p2"/>
                    <p:cNvSpPr/>
                    <p:nvPr/>
                  </p:nvSpPr>
                  <p:spPr>
                    <a:xfrm>
                      <a:off x="5527725" y="8749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0" y="96"/>
                          </a:moveTo>
                          <a:cubicBezTo>
                            <a:pt x="240" y="240"/>
                            <a:pt x="0" y="0"/>
                            <a:pt x="144" y="0"/>
                          </a:cubicBezTo>
                          <a:cubicBezTo>
                            <a:pt x="192" y="0"/>
                            <a:pt x="240" y="48"/>
                            <a:pt x="240" y="96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4" name="Google Shape;294;p2"/>
                    <p:cNvSpPr/>
                    <p:nvPr/>
                  </p:nvSpPr>
                  <p:spPr>
                    <a:xfrm>
                      <a:off x="5418900" y="861350"/>
                      <a:ext cx="6025" cy="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25" extrusionOk="0">
                          <a:moveTo>
                            <a:pt x="241" y="64"/>
                          </a:moveTo>
                          <a:cubicBezTo>
                            <a:pt x="241" y="112"/>
                            <a:pt x="225" y="160"/>
                            <a:pt x="177" y="176"/>
                          </a:cubicBezTo>
                          <a:cubicBezTo>
                            <a:pt x="49" y="224"/>
                            <a:pt x="1" y="32"/>
                            <a:pt x="129" y="16"/>
                          </a:cubicBezTo>
                          <a:cubicBezTo>
                            <a:pt x="177" y="0"/>
                            <a:pt x="225" y="16"/>
                            <a:pt x="241" y="64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5" name="Google Shape;295;p2"/>
                    <p:cNvSpPr/>
                    <p:nvPr/>
                  </p:nvSpPr>
                  <p:spPr>
                    <a:xfrm>
                      <a:off x="5634925" y="98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1" y="209"/>
                          </a:moveTo>
                          <a:cubicBezTo>
                            <a:pt x="481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97" y="1"/>
                            <a:pt x="273" y="1"/>
                          </a:cubicBezTo>
                          <a:cubicBezTo>
                            <a:pt x="385" y="1"/>
                            <a:pt x="481" y="97"/>
                            <a:pt x="481" y="2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6" name="Google Shape;296;p2"/>
                    <p:cNvSpPr/>
                    <p:nvPr/>
                  </p:nvSpPr>
                  <p:spPr>
                    <a:xfrm>
                      <a:off x="5717725" y="1135775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2"/>
                          </a:moveTo>
                          <a:cubicBezTo>
                            <a:pt x="465" y="368"/>
                            <a:pt x="257" y="464"/>
                            <a:pt x="129" y="336"/>
                          </a:cubicBezTo>
                          <a:cubicBezTo>
                            <a:pt x="1" y="208"/>
                            <a:pt x="81" y="0"/>
                            <a:pt x="273" y="0"/>
                          </a:cubicBezTo>
                          <a:cubicBezTo>
                            <a:pt x="385" y="0"/>
                            <a:pt x="465" y="80"/>
                            <a:pt x="465" y="192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7" name="Google Shape;297;p2"/>
                    <p:cNvSpPr/>
                    <p:nvPr/>
                  </p:nvSpPr>
                  <p:spPr>
                    <a:xfrm>
                      <a:off x="5316900" y="997350"/>
                      <a:ext cx="116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81" extrusionOk="0">
                          <a:moveTo>
                            <a:pt x="465" y="209"/>
                          </a:moveTo>
                          <a:cubicBezTo>
                            <a:pt x="465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81" y="1"/>
                            <a:pt x="273" y="1"/>
                          </a:cubicBezTo>
                          <a:cubicBezTo>
                            <a:pt x="369" y="1"/>
                            <a:pt x="465" y="97"/>
                            <a:pt x="465" y="2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8" name="Google Shape;298;p2"/>
                    <p:cNvSpPr/>
                    <p:nvPr/>
                  </p:nvSpPr>
                  <p:spPr>
                    <a:xfrm>
                      <a:off x="5331700" y="1124575"/>
                      <a:ext cx="120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65" extrusionOk="0">
                          <a:moveTo>
                            <a:pt x="481" y="208"/>
                          </a:moveTo>
                          <a:cubicBezTo>
                            <a:pt x="481" y="384"/>
                            <a:pt x="257" y="464"/>
                            <a:pt x="129" y="352"/>
                          </a:cubicBezTo>
                          <a:cubicBezTo>
                            <a:pt x="1" y="224"/>
                            <a:pt x="97" y="0"/>
                            <a:pt x="273" y="0"/>
                          </a:cubicBezTo>
                          <a:cubicBezTo>
                            <a:pt x="385" y="0"/>
                            <a:pt x="481" y="96"/>
                            <a:pt x="481" y="20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99" name="Google Shape;299;p2"/>
                    <p:cNvSpPr/>
                    <p:nvPr/>
                  </p:nvSpPr>
                  <p:spPr>
                    <a:xfrm>
                      <a:off x="5794150" y="90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0" y="208"/>
                          </a:moveTo>
                          <a:cubicBezTo>
                            <a:pt x="480" y="384"/>
                            <a:pt x="256" y="480"/>
                            <a:pt x="128" y="352"/>
                          </a:cubicBezTo>
                          <a:cubicBezTo>
                            <a:pt x="0" y="224"/>
                            <a:pt x="96" y="0"/>
                            <a:pt x="272" y="0"/>
                          </a:cubicBezTo>
                          <a:cubicBezTo>
                            <a:pt x="384" y="0"/>
                            <a:pt x="480" y="96"/>
                            <a:pt x="480" y="20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00" name="Google Shape;300;p2"/>
                    <p:cNvSpPr/>
                    <p:nvPr/>
                  </p:nvSpPr>
                  <p:spPr>
                    <a:xfrm>
                      <a:off x="5290500" y="924950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3"/>
                          </a:moveTo>
                          <a:cubicBezTo>
                            <a:pt x="465" y="369"/>
                            <a:pt x="257" y="465"/>
                            <a:pt x="129" y="337"/>
                          </a:cubicBezTo>
                          <a:cubicBezTo>
                            <a:pt x="1" y="209"/>
                            <a:pt x="97" y="0"/>
                            <a:pt x="273" y="0"/>
                          </a:cubicBezTo>
                          <a:cubicBezTo>
                            <a:pt x="385" y="0"/>
                            <a:pt x="465" y="81"/>
                            <a:pt x="465" y="19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01" name="Google Shape;301;p2"/>
                    <p:cNvSpPr/>
                    <p:nvPr/>
                  </p:nvSpPr>
                  <p:spPr>
                    <a:xfrm>
                      <a:off x="5680925" y="826150"/>
                      <a:ext cx="43225" cy="43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9" h="1729" extrusionOk="0">
                          <a:moveTo>
                            <a:pt x="865" y="1728"/>
                          </a:moveTo>
                          <a:lnTo>
                            <a:pt x="865" y="1728"/>
                          </a:lnTo>
                          <a:cubicBezTo>
                            <a:pt x="865" y="1248"/>
                            <a:pt x="481" y="864"/>
                            <a:pt x="1" y="864"/>
                          </a:cubicBezTo>
                          <a:lnTo>
                            <a:pt x="1" y="864"/>
                          </a:lnTo>
                          <a:cubicBezTo>
                            <a:pt x="481" y="864"/>
                            <a:pt x="865" y="480"/>
                            <a:pt x="865" y="0"/>
                          </a:cubicBezTo>
                          <a:lnTo>
                            <a:pt x="865" y="0"/>
                          </a:lnTo>
                          <a:cubicBezTo>
                            <a:pt x="865" y="480"/>
                            <a:pt x="1265" y="864"/>
                            <a:pt x="1729" y="864"/>
                          </a:cubicBezTo>
                          <a:lnTo>
                            <a:pt x="1729" y="864"/>
                          </a:lnTo>
                          <a:cubicBezTo>
                            <a:pt x="1265" y="864"/>
                            <a:pt x="865" y="1248"/>
                            <a:pt x="865" y="172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302" name="Google Shape;302;p2"/>
                <p:cNvGrpSpPr/>
                <p:nvPr/>
              </p:nvGrpSpPr>
              <p:grpSpPr>
                <a:xfrm rot="-6352235" flipH="1">
                  <a:off x="6107374" y="3852943"/>
                  <a:ext cx="1699108" cy="2145073"/>
                  <a:chOff x="146217" y="2712579"/>
                  <a:chExt cx="1552966" cy="1960401"/>
                </a:xfrm>
              </p:grpSpPr>
              <p:grpSp>
                <p:nvGrpSpPr>
                  <p:cNvPr id="303" name="Google Shape;303;p2"/>
                  <p:cNvGrpSpPr/>
                  <p:nvPr/>
                </p:nvGrpSpPr>
                <p:grpSpPr>
                  <a:xfrm>
                    <a:off x="146217" y="2712579"/>
                    <a:ext cx="1134008" cy="607901"/>
                    <a:chOff x="5206900" y="826150"/>
                    <a:chExt cx="599275" cy="321250"/>
                  </a:xfrm>
                </p:grpSpPr>
                <p:sp>
                  <p:nvSpPr>
                    <p:cNvPr id="304" name="Google Shape;304;p2"/>
                    <p:cNvSpPr/>
                    <p:nvPr/>
                  </p:nvSpPr>
                  <p:spPr>
                    <a:xfrm>
                      <a:off x="5206900" y="828950"/>
                      <a:ext cx="25225" cy="2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9" h="1025" extrusionOk="0">
                          <a:moveTo>
                            <a:pt x="1008" y="448"/>
                          </a:moveTo>
                          <a:cubicBezTo>
                            <a:pt x="1008" y="832"/>
                            <a:pt x="544" y="1024"/>
                            <a:pt x="272" y="752"/>
                          </a:cubicBezTo>
                          <a:cubicBezTo>
                            <a:pt x="0" y="480"/>
                            <a:pt x="192" y="0"/>
                            <a:pt x="576" y="0"/>
                          </a:cubicBezTo>
                          <a:cubicBezTo>
                            <a:pt x="816" y="0"/>
                            <a:pt x="1008" y="208"/>
                            <a:pt x="1008" y="44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05" name="Google Shape;305;p2"/>
                    <p:cNvSpPr/>
                    <p:nvPr/>
                  </p:nvSpPr>
                  <p:spPr>
                    <a:xfrm>
                      <a:off x="5468125" y="1067750"/>
                      <a:ext cx="25625" cy="25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09" extrusionOk="0">
                          <a:moveTo>
                            <a:pt x="1024" y="433"/>
                          </a:moveTo>
                          <a:cubicBezTo>
                            <a:pt x="1024" y="817"/>
                            <a:pt x="560" y="1009"/>
                            <a:pt x="288" y="737"/>
                          </a:cubicBezTo>
                          <a:cubicBezTo>
                            <a:pt x="0" y="465"/>
                            <a:pt x="208" y="1"/>
                            <a:pt x="592" y="1"/>
                          </a:cubicBezTo>
                          <a:cubicBezTo>
                            <a:pt x="832" y="1"/>
                            <a:pt x="1024" y="193"/>
                            <a:pt x="1024" y="43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06" name="Google Shape;306;p2"/>
                    <p:cNvSpPr/>
                    <p:nvPr/>
                  </p:nvSpPr>
                  <p:spPr>
                    <a:xfrm>
                      <a:off x="5679325" y="1085750"/>
                      <a:ext cx="25625" cy="25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26" extrusionOk="0">
                          <a:moveTo>
                            <a:pt x="1025" y="433"/>
                          </a:moveTo>
                          <a:cubicBezTo>
                            <a:pt x="1025" y="833"/>
                            <a:pt x="545" y="1025"/>
                            <a:pt x="273" y="753"/>
                          </a:cubicBezTo>
                          <a:cubicBezTo>
                            <a:pt x="1" y="481"/>
                            <a:pt x="193" y="1"/>
                            <a:pt x="577" y="1"/>
                          </a:cubicBezTo>
                          <a:cubicBezTo>
                            <a:pt x="817" y="1"/>
                            <a:pt x="1025" y="193"/>
                            <a:pt x="1025" y="43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07" name="Google Shape;307;p2"/>
                    <p:cNvSpPr/>
                    <p:nvPr/>
                  </p:nvSpPr>
                  <p:spPr>
                    <a:xfrm>
                      <a:off x="5318900" y="877350"/>
                      <a:ext cx="4425" cy="4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" h="177" extrusionOk="0">
                          <a:moveTo>
                            <a:pt x="177" y="80"/>
                          </a:moveTo>
                          <a:cubicBezTo>
                            <a:pt x="177" y="128"/>
                            <a:pt x="145" y="176"/>
                            <a:pt x="97" y="176"/>
                          </a:cubicBezTo>
                          <a:cubicBezTo>
                            <a:pt x="49" y="176"/>
                            <a:pt x="1" y="128"/>
                            <a:pt x="1" y="80"/>
                          </a:cubicBezTo>
                          <a:cubicBezTo>
                            <a:pt x="1" y="32"/>
                            <a:pt x="49" y="0"/>
                            <a:pt x="97" y="0"/>
                          </a:cubicBezTo>
                          <a:cubicBezTo>
                            <a:pt x="145" y="0"/>
                            <a:pt x="177" y="32"/>
                            <a:pt x="177" y="8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08" name="Google Shape;308;p2"/>
                    <p:cNvSpPr/>
                    <p:nvPr/>
                  </p:nvSpPr>
                  <p:spPr>
                    <a:xfrm>
                      <a:off x="5749725" y="10213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1" y="97"/>
                          </a:moveTo>
                          <a:cubicBezTo>
                            <a:pt x="241" y="241"/>
                            <a:pt x="1" y="1"/>
                            <a:pt x="145" y="1"/>
                          </a:cubicBezTo>
                          <a:cubicBezTo>
                            <a:pt x="193" y="1"/>
                            <a:pt x="225" y="49"/>
                            <a:pt x="241" y="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09" name="Google Shape;309;p2"/>
                    <p:cNvSpPr/>
                    <p:nvPr/>
                  </p:nvSpPr>
                  <p:spPr>
                    <a:xfrm>
                      <a:off x="5527725" y="8749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0" y="96"/>
                          </a:moveTo>
                          <a:cubicBezTo>
                            <a:pt x="240" y="240"/>
                            <a:pt x="0" y="0"/>
                            <a:pt x="144" y="0"/>
                          </a:cubicBezTo>
                          <a:cubicBezTo>
                            <a:pt x="192" y="0"/>
                            <a:pt x="240" y="48"/>
                            <a:pt x="240" y="96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10" name="Google Shape;310;p2"/>
                    <p:cNvSpPr/>
                    <p:nvPr/>
                  </p:nvSpPr>
                  <p:spPr>
                    <a:xfrm>
                      <a:off x="5418900" y="861350"/>
                      <a:ext cx="6025" cy="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25" extrusionOk="0">
                          <a:moveTo>
                            <a:pt x="241" y="64"/>
                          </a:moveTo>
                          <a:cubicBezTo>
                            <a:pt x="241" y="112"/>
                            <a:pt x="225" y="160"/>
                            <a:pt x="177" y="176"/>
                          </a:cubicBezTo>
                          <a:cubicBezTo>
                            <a:pt x="49" y="224"/>
                            <a:pt x="1" y="32"/>
                            <a:pt x="129" y="16"/>
                          </a:cubicBezTo>
                          <a:cubicBezTo>
                            <a:pt x="177" y="0"/>
                            <a:pt x="225" y="16"/>
                            <a:pt x="241" y="64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11" name="Google Shape;311;p2"/>
                    <p:cNvSpPr/>
                    <p:nvPr/>
                  </p:nvSpPr>
                  <p:spPr>
                    <a:xfrm>
                      <a:off x="5634925" y="98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1" y="209"/>
                          </a:moveTo>
                          <a:cubicBezTo>
                            <a:pt x="481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97" y="1"/>
                            <a:pt x="273" y="1"/>
                          </a:cubicBezTo>
                          <a:cubicBezTo>
                            <a:pt x="385" y="1"/>
                            <a:pt x="481" y="97"/>
                            <a:pt x="481" y="2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12" name="Google Shape;312;p2"/>
                    <p:cNvSpPr/>
                    <p:nvPr/>
                  </p:nvSpPr>
                  <p:spPr>
                    <a:xfrm>
                      <a:off x="5717725" y="1135775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2"/>
                          </a:moveTo>
                          <a:cubicBezTo>
                            <a:pt x="465" y="368"/>
                            <a:pt x="257" y="464"/>
                            <a:pt x="129" y="336"/>
                          </a:cubicBezTo>
                          <a:cubicBezTo>
                            <a:pt x="1" y="208"/>
                            <a:pt x="81" y="0"/>
                            <a:pt x="273" y="0"/>
                          </a:cubicBezTo>
                          <a:cubicBezTo>
                            <a:pt x="385" y="0"/>
                            <a:pt x="465" y="80"/>
                            <a:pt x="465" y="192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13" name="Google Shape;313;p2"/>
                    <p:cNvSpPr/>
                    <p:nvPr/>
                  </p:nvSpPr>
                  <p:spPr>
                    <a:xfrm>
                      <a:off x="5316900" y="997350"/>
                      <a:ext cx="116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81" extrusionOk="0">
                          <a:moveTo>
                            <a:pt x="465" y="209"/>
                          </a:moveTo>
                          <a:cubicBezTo>
                            <a:pt x="465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81" y="1"/>
                            <a:pt x="273" y="1"/>
                          </a:cubicBezTo>
                          <a:cubicBezTo>
                            <a:pt x="369" y="1"/>
                            <a:pt x="465" y="97"/>
                            <a:pt x="465" y="2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14" name="Google Shape;314;p2"/>
                    <p:cNvSpPr/>
                    <p:nvPr/>
                  </p:nvSpPr>
                  <p:spPr>
                    <a:xfrm>
                      <a:off x="5331700" y="1124575"/>
                      <a:ext cx="120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65" extrusionOk="0">
                          <a:moveTo>
                            <a:pt x="481" y="208"/>
                          </a:moveTo>
                          <a:cubicBezTo>
                            <a:pt x="481" y="384"/>
                            <a:pt x="257" y="464"/>
                            <a:pt x="129" y="352"/>
                          </a:cubicBezTo>
                          <a:cubicBezTo>
                            <a:pt x="1" y="224"/>
                            <a:pt x="97" y="0"/>
                            <a:pt x="273" y="0"/>
                          </a:cubicBezTo>
                          <a:cubicBezTo>
                            <a:pt x="385" y="0"/>
                            <a:pt x="481" y="96"/>
                            <a:pt x="481" y="20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15" name="Google Shape;315;p2"/>
                    <p:cNvSpPr/>
                    <p:nvPr/>
                  </p:nvSpPr>
                  <p:spPr>
                    <a:xfrm>
                      <a:off x="5794150" y="90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0" y="208"/>
                          </a:moveTo>
                          <a:cubicBezTo>
                            <a:pt x="480" y="384"/>
                            <a:pt x="256" y="480"/>
                            <a:pt x="128" y="352"/>
                          </a:cubicBezTo>
                          <a:cubicBezTo>
                            <a:pt x="0" y="224"/>
                            <a:pt x="96" y="0"/>
                            <a:pt x="272" y="0"/>
                          </a:cubicBezTo>
                          <a:cubicBezTo>
                            <a:pt x="384" y="0"/>
                            <a:pt x="480" y="96"/>
                            <a:pt x="480" y="20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16" name="Google Shape;316;p2"/>
                    <p:cNvSpPr/>
                    <p:nvPr/>
                  </p:nvSpPr>
                  <p:spPr>
                    <a:xfrm>
                      <a:off x="5290500" y="924950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3"/>
                          </a:moveTo>
                          <a:cubicBezTo>
                            <a:pt x="465" y="369"/>
                            <a:pt x="257" y="465"/>
                            <a:pt x="129" y="337"/>
                          </a:cubicBezTo>
                          <a:cubicBezTo>
                            <a:pt x="1" y="209"/>
                            <a:pt x="97" y="0"/>
                            <a:pt x="273" y="0"/>
                          </a:cubicBezTo>
                          <a:cubicBezTo>
                            <a:pt x="385" y="0"/>
                            <a:pt x="465" y="81"/>
                            <a:pt x="465" y="19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17" name="Google Shape;317;p2"/>
                    <p:cNvSpPr/>
                    <p:nvPr/>
                  </p:nvSpPr>
                  <p:spPr>
                    <a:xfrm>
                      <a:off x="5680925" y="826150"/>
                      <a:ext cx="43225" cy="43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9" h="1729" extrusionOk="0">
                          <a:moveTo>
                            <a:pt x="865" y="1728"/>
                          </a:moveTo>
                          <a:lnTo>
                            <a:pt x="865" y="1728"/>
                          </a:lnTo>
                          <a:cubicBezTo>
                            <a:pt x="865" y="1248"/>
                            <a:pt x="481" y="864"/>
                            <a:pt x="1" y="864"/>
                          </a:cubicBezTo>
                          <a:lnTo>
                            <a:pt x="1" y="864"/>
                          </a:lnTo>
                          <a:cubicBezTo>
                            <a:pt x="481" y="864"/>
                            <a:pt x="865" y="480"/>
                            <a:pt x="865" y="0"/>
                          </a:cubicBezTo>
                          <a:lnTo>
                            <a:pt x="865" y="0"/>
                          </a:lnTo>
                          <a:cubicBezTo>
                            <a:pt x="865" y="480"/>
                            <a:pt x="1265" y="864"/>
                            <a:pt x="1729" y="864"/>
                          </a:cubicBezTo>
                          <a:lnTo>
                            <a:pt x="1729" y="864"/>
                          </a:lnTo>
                          <a:cubicBezTo>
                            <a:pt x="1265" y="864"/>
                            <a:pt x="865" y="1248"/>
                            <a:pt x="865" y="172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18" name="Google Shape;318;p2"/>
                  <p:cNvGrpSpPr/>
                  <p:nvPr/>
                </p:nvGrpSpPr>
                <p:grpSpPr>
                  <a:xfrm rot="-9256633">
                    <a:off x="489429" y="3110262"/>
                    <a:ext cx="1134020" cy="607908"/>
                    <a:chOff x="5206900" y="826150"/>
                    <a:chExt cx="599275" cy="321250"/>
                  </a:xfrm>
                </p:grpSpPr>
                <p:sp>
                  <p:nvSpPr>
                    <p:cNvPr id="319" name="Google Shape;319;p2"/>
                    <p:cNvSpPr/>
                    <p:nvPr/>
                  </p:nvSpPr>
                  <p:spPr>
                    <a:xfrm>
                      <a:off x="5206900" y="828950"/>
                      <a:ext cx="25225" cy="2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9" h="1025" extrusionOk="0">
                          <a:moveTo>
                            <a:pt x="1008" y="448"/>
                          </a:moveTo>
                          <a:cubicBezTo>
                            <a:pt x="1008" y="832"/>
                            <a:pt x="544" y="1024"/>
                            <a:pt x="272" y="752"/>
                          </a:cubicBezTo>
                          <a:cubicBezTo>
                            <a:pt x="0" y="480"/>
                            <a:pt x="192" y="0"/>
                            <a:pt x="576" y="0"/>
                          </a:cubicBezTo>
                          <a:cubicBezTo>
                            <a:pt x="816" y="0"/>
                            <a:pt x="1008" y="208"/>
                            <a:pt x="1008" y="44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20" name="Google Shape;320;p2"/>
                    <p:cNvSpPr/>
                    <p:nvPr/>
                  </p:nvSpPr>
                  <p:spPr>
                    <a:xfrm>
                      <a:off x="5468125" y="1067750"/>
                      <a:ext cx="25625" cy="25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09" extrusionOk="0">
                          <a:moveTo>
                            <a:pt x="1024" y="433"/>
                          </a:moveTo>
                          <a:cubicBezTo>
                            <a:pt x="1024" y="817"/>
                            <a:pt x="560" y="1009"/>
                            <a:pt x="288" y="737"/>
                          </a:cubicBezTo>
                          <a:cubicBezTo>
                            <a:pt x="0" y="465"/>
                            <a:pt x="208" y="1"/>
                            <a:pt x="592" y="1"/>
                          </a:cubicBezTo>
                          <a:cubicBezTo>
                            <a:pt x="832" y="1"/>
                            <a:pt x="1024" y="193"/>
                            <a:pt x="1024" y="43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21" name="Google Shape;321;p2"/>
                    <p:cNvSpPr/>
                    <p:nvPr/>
                  </p:nvSpPr>
                  <p:spPr>
                    <a:xfrm>
                      <a:off x="5679325" y="1085750"/>
                      <a:ext cx="25625" cy="25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26" extrusionOk="0">
                          <a:moveTo>
                            <a:pt x="1025" y="433"/>
                          </a:moveTo>
                          <a:cubicBezTo>
                            <a:pt x="1025" y="833"/>
                            <a:pt x="545" y="1025"/>
                            <a:pt x="273" y="753"/>
                          </a:cubicBezTo>
                          <a:cubicBezTo>
                            <a:pt x="1" y="481"/>
                            <a:pt x="193" y="1"/>
                            <a:pt x="577" y="1"/>
                          </a:cubicBezTo>
                          <a:cubicBezTo>
                            <a:pt x="817" y="1"/>
                            <a:pt x="1025" y="193"/>
                            <a:pt x="1025" y="43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22" name="Google Shape;322;p2"/>
                    <p:cNvSpPr/>
                    <p:nvPr/>
                  </p:nvSpPr>
                  <p:spPr>
                    <a:xfrm>
                      <a:off x="5318900" y="877350"/>
                      <a:ext cx="4425" cy="4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" h="177" extrusionOk="0">
                          <a:moveTo>
                            <a:pt x="177" y="80"/>
                          </a:moveTo>
                          <a:cubicBezTo>
                            <a:pt x="177" y="128"/>
                            <a:pt x="145" y="176"/>
                            <a:pt x="97" y="176"/>
                          </a:cubicBezTo>
                          <a:cubicBezTo>
                            <a:pt x="49" y="176"/>
                            <a:pt x="1" y="128"/>
                            <a:pt x="1" y="80"/>
                          </a:cubicBezTo>
                          <a:cubicBezTo>
                            <a:pt x="1" y="32"/>
                            <a:pt x="49" y="0"/>
                            <a:pt x="97" y="0"/>
                          </a:cubicBezTo>
                          <a:cubicBezTo>
                            <a:pt x="145" y="0"/>
                            <a:pt x="177" y="32"/>
                            <a:pt x="177" y="8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23" name="Google Shape;323;p2"/>
                    <p:cNvSpPr/>
                    <p:nvPr/>
                  </p:nvSpPr>
                  <p:spPr>
                    <a:xfrm>
                      <a:off x="5749725" y="10213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1" y="97"/>
                          </a:moveTo>
                          <a:cubicBezTo>
                            <a:pt x="241" y="241"/>
                            <a:pt x="1" y="1"/>
                            <a:pt x="145" y="1"/>
                          </a:cubicBezTo>
                          <a:cubicBezTo>
                            <a:pt x="193" y="1"/>
                            <a:pt x="225" y="49"/>
                            <a:pt x="241" y="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24" name="Google Shape;324;p2"/>
                    <p:cNvSpPr/>
                    <p:nvPr/>
                  </p:nvSpPr>
                  <p:spPr>
                    <a:xfrm>
                      <a:off x="5527725" y="8749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0" y="96"/>
                          </a:moveTo>
                          <a:cubicBezTo>
                            <a:pt x="240" y="240"/>
                            <a:pt x="0" y="0"/>
                            <a:pt x="144" y="0"/>
                          </a:cubicBezTo>
                          <a:cubicBezTo>
                            <a:pt x="192" y="0"/>
                            <a:pt x="240" y="48"/>
                            <a:pt x="240" y="96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25" name="Google Shape;325;p2"/>
                    <p:cNvSpPr/>
                    <p:nvPr/>
                  </p:nvSpPr>
                  <p:spPr>
                    <a:xfrm>
                      <a:off x="5418900" y="861350"/>
                      <a:ext cx="6025" cy="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25" extrusionOk="0">
                          <a:moveTo>
                            <a:pt x="241" y="64"/>
                          </a:moveTo>
                          <a:cubicBezTo>
                            <a:pt x="241" y="112"/>
                            <a:pt x="225" y="160"/>
                            <a:pt x="177" y="176"/>
                          </a:cubicBezTo>
                          <a:cubicBezTo>
                            <a:pt x="49" y="224"/>
                            <a:pt x="1" y="32"/>
                            <a:pt x="129" y="16"/>
                          </a:cubicBezTo>
                          <a:cubicBezTo>
                            <a:pt x="177" y="0"/>
                            <a:pt x="225" y="16"/>
                            <a:pt x="241" y="64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26" name="Google Shape;326;p2"/>
                    <p:cNvSpPr/>
                    <p:nvPr/>
                  </p:nvSpPr>
                  <p:spPr>
                    <a:xfrm>
                      <a:off x="5634925" y="98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1" y="209"/>
                          </a:moveTo>
                          <a:cubicBezTo>
                            <a:pt x="481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97" y="1"/>
                            <a:pt x="273" y="1"/>
                          </a:cubicBezTo>
                          <a:cubicBezTo>
                            <a:pt x="385" y="1"/>
                            <a:pt x="481" y="97"/>
                            <a:pt x="481" y="2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27" name="Google Shape;327;p2"/>
                    <p:cNvSpPr/>
                    <p:nvPr/>
                  </p:nvSpPr>
                  <p:spPr>
                    <a:xfrm>
                      <a:off x="5717725" y="1135775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2"/>
                          </a:moveTo>
                          <a:cubicBezTo>
                            <a:pt x="465" y="368"/>
                            <a:pt x="257" y="464"/>
                            <a:pt x="129" y="336"/>
                          </a:cubicBezTo>
                          <a:cubicBezTo>
                            <a:pt x="1" y="208"/>
                            <a:pt x="81" y="0"/>
                            <a:pt x="273" y="0"/>
                          </a:cubicBezTo>
                          <a:cubicBezTo>
                            <a:pt x="385" y="0"/>
                            <a:pt x="465" y="80"/>
                            <a:pt x="465" y="192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28" name="Google Shape;328;p2"/>
                    <p:cNvSpPr/>
                    <p:nvPr/>
                  </p:nvSpPr>
                  <p:spPr>
                    <a:xfrm>
                      <a:off x="5316900" y="997350"/>
                      <a:ext cx="116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81" extrusionOk="0">
                          <a:moveTo>
                            <a:pt x="465" y="209"/>
                          </a:moveTo>
                          <a:cubicBezTo>
                            <a:pt x="465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81" y="1"/>
                            <a:pt x="273" y="1"/>
                          </a:cubicBezTo>
                          <a:cubicBezTo>
                            <a:pt x="369" y="1"/>
                            <a:pt x="465" y="97"/>
                            <a:pt x="465" y="2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29" name="Google Shape;329;p2"/>
                    <p:cNvSpPr/>
                    <p:nvPr/>
                  </p:nvSpPr>
                  <p:spPr>
                    <a:xfrm>
                      <a:off x="5331700" y="1124575"/>
                      <a:ext cx="120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65" extrusionOk="0">
                          <a:moveTo>
                            <a:pt x="481" y="208"/>
                          </a:moveTo>
                          <a:cubicBezTo>
                            <a:pt x="481" y="384"/>
                            <a:pt x="257" y="464"/>
                            <a:pt x="129" y="352"/>
                          </a:cubicBezTo>
                          <a:cubicBezTo>
                            <a:pt x="1" y="224"/>
                            <a:pt x="97" y="0"/>
                            <a:pt x="273" y="0"/>
                          </a:cubicBezTo>
                          <a:cubicBezTo>
                            <a:pt x="385" y="0"/>
                            <a:pt x="481" y="96"/>
                            <a:pt x="481" y="20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0" name="Google Shape;330;p2"/>
                    <p:cNvSpPr/>
                    <p:nvPr/>
                  </p:nvSpPr>
                  <p:spPr>
                    <a:xfrm>
                      <a:off x="5794150" y="90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0" y="208"/>
                          </a:moveTo>
                          <a:cubicBezTo>
                            <a:pt x="480" y="384"/>
                            <a:pt x="256" y="480"/>
                            <a:pt x="128" y="352"/>
                          </a:cubicBezTo>
                          <a:cubicBezTo>
                            <a:pt x="0" y="224"/>
                            <a:pt x="96" y="0"/>
                            <a:pt x="272" y="0"/>
                          </a:cubicBezTo>
                          <a:cubicBezTo>
                            <a:pt x="384" y="0"/>
                            <a:pt x="480" y="96"/>
                            <a:pt x="480" y="20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1" name="Google Shape;331;p2"/>
                    <p:cNvSpPr/>
                    <p:nvPr/>
                  </p:nvSpPr>
                  <p:spPr>
                    <a:xfrm>
                      <a:off x="5290500" y="924950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3"/>
                          </a:moveTo>
                          <a:cubicBezTo>
                            <a:pt x="465" y="369"/>
                            <a:pt x="257" y="465"/>
                            <a:pt x="129" y="337"/>
                          </a:cubicBezTo>
                          <a:cubicBezTo>
                            <a:pt x="1" y="209"/>
                            <a:pt x="97" y="0"/>
                            <a:pt x="273" y="0"/>
                          </a:cubicBezTo>
                          <a:cubicBezTo>
                            <a:pt x="385" y="0"/>
                            <a:pt x="465" y="81"/>
                            <a:pt x="465" y="19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2" name="Google Shape;332;p2"/>
                    <p:cNvSpPr/>
                    <p:nvPr/>
                  </p:nvSpPr>
                  <p:spPr>
                    <a:xfrm>
                      <a:off x="5680925" y="826150"/>
                      <a:ext cx="43225" cy="43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9" h="1729" extrusionOk="0">
                          <a:moveTo>
                            <a:pt x="865" y="1728"/>
                          </a:moveTo>
                          <a:lnTo>
                            <a:pt x="865" y="1728"/>
                          </a:lnTo>
                          <a:cubicBezTo>
                            <a:pt x="865" y="1248"/>
                            <a:pt x="481" y="864"/>
                            <a:pt x="1" y="864"/>
                          </a:cubicBezTo>
                          <a:lnTo>
                            <a:pt x="1" y="864"/>
                          </a:lnTo>
                          <a:cubicBezTo>
                            <a:pt x="481" y="864"/>
                            <a:pt x="865" y="480"/>
                            <a:pt x="865" y="0"/>
                          </a:cubicBezTo>
                          <a:lnTo>
                            <a:pt x="865" y="0"/>
                          </a:lnTo>
                          <a:cubicBezTo>
                            <a:pt x="865" y="480"/>
                            <a:pt x="1265" y="864"/>
                            <a:pt x="1729" y="864"/>
                          </a:cubicBezTo>
                          <a:lnTo>
                            <a:pt x="1729" y="864"/>
                          </a:lnTo>
                          <a:cubicBezTo>
                            <a:pt x="1265" y="864"/>
                            <a:pt x="865" y="1248"/>
                            <a:pt x="865" y="172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33" name="Google Shape;333;p2"/>
                  <p:cNvGrpSpPr/>
                  <p:nvPr/>
                </p:nvGrpSpPr>
                <p:grpSpPr>
                  <a:xfrm rot="7120513" flipH="1">
                    <a:off x="538618" y="3725726"/>
                    <a:ext cx="1133997" cy="607895"/>
                    <a:chOff x="5206900" y="826150"/>
                    <a:chExt cx="599275" cy="321250"/>
                  </a:xfrm>
                </p:grpSpPr>
                <p:sp>
                  <p:nvSpPr>
                    <p:cNvPr id="334" name="Google Shape;334;p2"/>
                    <p:cNvSpPr/>
                    <p:nvPr/>
                  </p:nvSpPr>
                  <p:spPr>
                    <a:xfrm>
                      <a:off x="5206900" y="828950"/>
                      <a:ext cx="25225" cy="2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9" h="1025" extrusionOk="0">
                          <a:moveTo>
                            <a:pt x="1008" y="448"/>
                          </a:moveTo>
                          <a:cubicBezTo>
                            <a:pt x="1008" y="832"/>
                            <a:pt x="544" y="1024"/>
                            <a:pt x="272" y="752"/>
                          </a:cubicBezTo>
                          <a:cubicBezTo>
                            <a:pt x="0" y="480"/>
                            <a:pt x="192" y="0"/>
                            <a:pt x="576" y="0"/>
                          </a:cubicBezTo>
                          <a:cubicBezTo>
                            <a:pt x="816" y="0"/>
                            <a:pt x="1008" y="208"/>
                            <a:pt x="1008" y="44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5" name="Google Shape;335;p2"/>
                    <p:cNvSpPr/>
                    <p:nvPr/>
                  </p:nvSpPr>
                  <p:spPr>
                    <a:xfrm>
                      <a:off x="5468125" y="1067750"/>
                      <a:ext cx="25625" cy="25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09" extrusionOk="0">
                          <a:moveTo>
                            <a:pt x="1024" y="433"/>
                          </a:moveTo>
                          <a:cubicBezTo>
                            <a:pt x="1024" y="817"/>
                            <a:pt x="560" y="1009"/>
                            <a:pt x="288" y="737"/>
                          </a:cubicBezTo>
                          <a:cubicBezTo>
                            <a:pt x="0" y="465"/>
                            <a:pt x="208" y="1"/>
                            <a:pt x="592" y="1"/>
                          </a:cubicBezTo>
                          <a:cubicBezTo>
                            <a:pt x="832" y="1"/>
                            <a:pt x="1024" y="193"/>
                            <a:pt x="1024" y="43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6" name="Google Shape;336;p2"/>
                    <p:cNvSpPr/>
                    <p:nvPr/>
                  </p:nvSpPr>
                  <p:spPr>
                    <a:xfrm>
                      <a:off x="5679325" y="1085750"/>
                      <a:ext cx="25625" cy="25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26" extrusionOk="0">
                          <a:moveTo>
                            <a:pt x="1025" y="433"/>
                          </a:moveTo>
                          <a:cubicBezTo>
                            <a:pt x="1025" y="833"/>
                            <a:pt x="545" y="1025"/>
                            <a:pt x="273" y="753"/>
                          </a:cubicBezTo>
                          <a:cubicBezTo>
                            <a:pt x="1" y="481"/>
                            <a:pt x="193" y="1"/>
                            <a:pt x="577" y="1"/>
                          </a:cubicBezTo>
                          <a:cubicBezTo>
                            <a:pt x="817" y="1"/>
                            <a:pt x="1025" y="193"/>
                            <a:pt x="1025" y="43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7" name="Google Shape;337;p2"/>
                    <p:cNvSpPr/>
                    <p:nvPr/>
                  </p:nvSpPr>
                  <p:spPr>
                    <a:xfrm>
                      <a:off x="5318900" y="877350"/>
                      <a:ext cx="4425" cy="4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" h="177" extrusionOk="0">
                          <a:moveTo>
                            <a:pt x="177" y="80"/>
                          </a:moveTo>
                          <a:cubicBezTo>
                            <a:pt x="177" y="128"/>
                            <a:pt x="145" y="176"/>
                            <a:pt x="97" y="176"/>
                          </a:cubicBezTo>
                          <a:cubicBezTo>
                            <a:pt x="49" y="176"/>
                            <a:pt x="1" y="128"/>
                            <a:pt x="1" y="80"/>
                          </a:cubicBezTo>
                          <a:cubicBezTo>
                            <a:pt x="1" y="32"/>
                            <a:pt x="49" y="0"/>
                            <a:pt x="97" y="0"/>
                          </a:cubicBezTo>
                          <a:cubicBezTo>
                            <a:pt x="145" y="0"/>
                            <a:pt x="177" y="32"/>
                            <a:pt x="177" y="8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8" name="Google Shape;338;p2"/>
                    <p:cNvSpPr/>
                    <p:nvPr/>
                  </p:nvSpPr>
                  <p:spPr>
                    <a:xfrm>
                      <a:off x="5749725" y="10213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1" y="97"/>
                          </a:moveTo>
                          <a:cubicBezTo>
                            <a:pt x="241" y="241"/>
                            <a:pt x="1" y="1"/>
                            <a:pt x="145" y="1"/>
                          </a:cubicBezTo>
                          <a:cubicBezTo>
                            <a:pt x="193" y="1"/>
                            <a:pt x="225" y="49"/>
                            <a:pt x="241" y="97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9" name="Google Shape;339;p2"/>
                    <p:cNvSpPr/>
                    <p:nvPr/>
                  </p:nvSpPr>
                  <p:spPr>
                    <a:xfrm>
                      <a:off x="5527725" y="8749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0" y="96"/>
                          </a:moveTo>
                          <a:cubicBezTo>
                            <a:pt x="240" y="240"/>
                            <a:pt x="0" y="0"/>
                            <a:pt x="144" y="0"/>
                          </a:cubicBezTo>
                          <a:cubicBezTo>
                            <a:pt x="192" y="0"/>
                            <a:pt x="240" y="48"/>
                            <a:pt x="240" y="96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0" name="Google Shape;340;p2"/>
                    <p:cNvSpPr/>
                    <p:nvPr/>
                  </p:nvSpPr>
                  <p:spPr>
                    <a:xfrm>
                      <a:off x="5418900" y="861350"/>
                      <a:ext cx="6025" cy="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25" extrusionOk="0">
                          <a:moveTo>
                            <a:pt x="241" y="64"/>
                          </a:moveTo>
                          <a:cubicBezTo>
                            <a:pt x="241" y="112"/>
                            <a:pt x="225" y="160"/>
                            <a:pt x="177" y="176"/>
                          </a:cubicBezTo>
                          <a:cubicBezTo>
                            <a:pt x="49" y="224"/>
                            <a:pt x="1" y="32"/>
                            <a:pt x="129" y="16"/>
                          </a:cubicBezTo>
                          <a:cubicBezTo>
                            <a:pt x="177" y="0"/>
                            <a:pt x="225" y="16"/>
                            <a:pt x="241" y="64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1" name="Google Shape;341;p2"/>
                    <p:cNvSpPr/>
                    <p:nvPr/>
                  </p:nvSpPr>
                  <p:spPr>
                    <a:xfrm>
                      <a:off x="5634925" y="98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1" y="209"/>
                          </a:moveTo>
                          <a:cubicBezTo>
                            <a:pt x="481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97" y="1"/>
                            <a:pt x="273" y="1"/>
                          </a:cubicBezTo>
                          <a:cubicBezTo>
                            <a:pt x="385" y="1"/>
                            <a:pt x="481" y="97"/>
                            <a:pt x="481" y="2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2" name="Google Shape;342;p2"/>
                    <p:cNvSpPr/>
                    <p:nvPr/>
                  </p:nvSpPr>
                  <p:spPr>
                    <a:xfrm>
                      <a:off x="5717725" y="1135775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2"/>
                          </a:moveTo>
                          <a:cubicBezTo>
                            <a:pt x="465" y="368"/>
                            <a:pt x="257" y="464"/>
                            <a:pt x="129" y="336"/>
                          </a:cubicBezTo>
                          <a:cubicBezTo>
                            <a:pt x="1" y="208"/>
                            <a:pt x="81" y="0"/>
                            <a:pt x="273" y="0"/>
                          </a:cubicBezTo>
                          <a:cubicBezTo>
                            <a:pt x="385" y="0"/>
                            <a:pt x="465" y="80"/>
                            <a:pt x="465" y="192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3" name="Google Shape;343;p2"/>
                    <p:cNvSpPr/>
                    <p:nvPr/>
                  </p:nvSpPr>
                  <p:spPr>
                    <a:xfrm>
                      <a:off x="5316900" y="997350"/>
                      <a:ext cx="116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81" extrusionOk="0">
                          <a:moveTo>
                            <a:pt x="465" y="209"/>
                          </a:moveTo>
                          <a:cubicBezTo>
                            <a:pt x="465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81" y="1"/>
                            <a:pt x="273" y="1"/>
                          </a:cubicBezTo>
                          <a:cubicBezTo>
                            <a:pt x="369" y="1"/>
                            <a:pt x="465" y="97"/>
                            <a:pt x="465" y="209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" name="Google Shape;344;p2"/>
                    <p:cNvSpPr/>
                    <p:nvPr/>
                  </p:nvSpPr>
                  <p:spPr>
                    <a:xfrm>
                      <a:off x="5331700" y="1124575"/>
                      <a:ext cx="120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65" extrusionOk="0">
                          <a:moveTo>
                            <a:pt x="481" y="208"/>
                          </a:moveTo>
                          <a:cubicBezTo>
                            <a:pt x="481" y="384"/>
                            <a:pt x="257" y="464"/>
                            <a:pt x="129" y="352"/>
                          </a:cubicBezTo>
                          <a:cubicBezTo>
                            <a:pt x="1" y="224"/>
                            <a:pt x="97" y="0"/>
                            <a:pt x="273" y="0"/>
                          </a:cubicBezTo>
                          <a:cubicBezTo>
                            <a:pt x="385" y="0"/>
                            <a:pt x="481" y="96"/>
                            <a:pt x="481" y="20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" name="Google Shape;345;p2"/>
                    <p:cNvSpPr/>
                    <p:nvPr/>
                  </p:nvSpPr>
                  <p:spPr>
                    <a:xfrm>
                      <a:off x="5794150" y="90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0" y="208"/>
                          </a:moveTo>
                          <a:cubicBezTo>
                            <a:pt x="480" y="384"/>
                            <a:pt x="256" y="480"/>
                            <a:pt x="128" y="352"/>
                          </a:cubicBezTo>
                          <a:cubicBezTo>
                            <a:pt x="0" y="224"/>
                            <a:pt x="96" y="0"/>
                            <a:pt x="272" y="0"/>
                          </a:cubicBezTo>
                          <a:cubicBezTo>
                            <a:pt x="384" y="0"/>
                            <a:pt x="480" y="96"/>
                            <a:pt x="480" y="20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" name="Google Shape;346;p2"/>
                    <p:cNvSpPr/>
                    <p:nvPr/>
                  </p:nvSpPr>
                  <p:spPr>
                    <a:xfrm>
                      <a:off x="5290500" y="924950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3"/>
                          </a:moveTo>
                          <a:cubicBezTo>
                            <a:pt x="465" y="369"/>
                            <a:pt x="257" y="465"/>
                            <a:pt x="129" y="337"/>
                          </a:cubicBezTo>
                          <a:cubicBezTo>
                            <a:pt x="1" y="209"/>
                            <a:pt x="97" y="0"/>
                            <a:pt x="273" y="0"/>
                          </a:cubicBezTo>
                          <a:cubicBezTo>
                            <a:pt x="385" y="0"/>
                            <a:pt x="465" y="81"/>
                            <a:pt x="465" y="193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" name="Google Shape;347;p2"/>
                    <p:cNvSpPr/>
                    <p:nvPr/>
                  </p:nvSpPr>
                  <p:spPr>
                    <a:xfrm>
                      <a:off x="5680925" y="826150"/>
                      <a:ext cx="43225" cy="43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9" h="1729" extrusionOk="0">
                          <a:moveTo>
                            <a:pt x="865" y="1728"/>
                          </a:moveTo>
                          <a:lnTo>
                            <a:pt x="865" y="1728"/>
                          </a:lnTo>
                          <a:cubicBezTo>
                            <a:pt x="865" y="1248"/>
                            <a:pt x="481" y="864"/>
                            <a:pt x="1" y="864"/>
                          </a:cubicBezTo>
                          <a:lnTo>
                            <a:pt x="1" y="864"/>
                          </a:lnTo>
                          <a:cubicBezTo>
                            <a:pt x="481" y="864"/>
                            <a:pt x="865" y="480"/>
                            <a:pt x="865" y="0"/>
                          </a:cubicBezTo>
                          <a:lnTo>
                            <a:pt x="865" y="0"/>
                          </a:lnTo>
                          <a:cubicBezTo>
                            <a:pt x="865" y="480"/>
                            <a:pt x="1265" y="864"/>
                            <a:pt x="1729" y="864"/>
                          </a:cubicBezTo>
                          <a:lnTo>
                            <a:pt x="1729" y="864"/>
                          </a:lnTo>
                          <a:cubicBezTo>
                            <a:pt x="1265" y="864"/>
                            <a:pt x="865" y="1248"/>
                            <a:pt x="865" y="1728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  <p:grpSp>
            <p:nvGrpSpPr>
              <p:cNvPr id="348" name="Google Shape;348;p2"/>
              <p:cNvGrpSpPr/>
              <p:nvPr/>
            </p:nvGrpSpPr>
            <p:grpSpPr>
              <a:xfrm rot="-5655077" flipH="1">
                <a:off x="2757686" y="3644747"/>
                <a:ext cx="1698960" cy="2145089"/>
                <a:chOff x="146217" y="2712579"/>
                <a:chExt cx="1552966" cy="1960401"/>
              </a:xfrm>
            </p:grpSpPr>
            <p:grpSp>
              <p:nvGrpSpPr>
                <p:cNvPr id="349" name="Google Shape;349;p2"/>
                <p:cNvGrpSpPr/>
                <p:nvPr/>
              </p:nvGrpSpPr>
              <p:grpSpPr>
                <a:xfrm>
                  <a:off x="146217" y="2712579"/>
                  <a:ext cx="1134008" cy="607901"/>
                  <a:chOff x="5206900" y="826150"/>
                  <a:chExt cx="599275" cy="321250"/>
                </a:xfrm>
              </p:grpSpPr>
              <p:sp>
                <p:nvSpPr>
                  <p:cNvPr id="350" name="Google Shape;350;p2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1" name="Google Shape;351;p2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2" name="Google Shape;352;p2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3" name="Google Shape;353;p2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4" name="Google Shape;354;p2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5" name="Google Shape;355;p2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6" name="Google Shape;356;p2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7" name="Google Shape;357;p2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8" name="Google Shape;358;p2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" name="Google Shape;359;p2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" name="Google Shape;360;p2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" name="Google Shape;361;p2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" name="Google Shape;362;p2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" name="Google Shape;363;p2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64" name="Google Shape;364;p2"/>
                <p:cNvGrpSpPr/>
                <p:nvPr/>
              </p:nvGrpSpPr>
              <p:grpSpPr>
                <a:xfrm rot="-9256633">
                  <a:off x="489429" y="3110262"/>
                  <a:ext cx="1134020" cy="607908"/>
                  <a:chOff x="5206900" y="826150"/>
                  <a:chExt cx="599275" cy="321250"/>
                </a:xfrm>
              </p:grpSpPr>
              <p:sp>
                <p:nvSpPr>
                  <p:cNvPr id="365" name="Google Shape;365;p2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6" name="Google Shape;366;p2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7" name="Google Shape;367;p2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8" name="Google Shape;368;p2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9" name="Google Shape;369;p2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0" name="Google Shape;370;p2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1" name="Google Shape;371;p2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2" name="Google Shape;372;p2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3" name="Google Shape;373;p2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4" name="Google Shape;374;p2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5" name="Google Shape;375;p2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6" name="Google Shape;376;p2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7" name="Google Shape;377;p2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8" name="Google Shape;378;p2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79" name="Google Shape;379;p2"/>
                <p:cNvGrpSpPr/>
                <p:nvPr/>
              </p:nvGrpSpPr>
              <p:grpSpPr>
                <a:xfrm rot="7120513" flipH="1">
                  <a:off x="538618" y="3725726"/>
                  <a:ext cx="1133997" cy="607895"/>
                  <a:chOff x="5206900" y="826150"/>
                  <a:chExt cx="599275" cy="321250"/>
                </a:xfrm>
              </p:grpSpPr>
              <p:sp>
                <p:nvSpPr>
                  <p:cNvPr id="380" name="Google Shape;380;p2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1" name="Google Shape;381;p2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2" name="Google Shape;382;p2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3" name="Google Shape;383;p2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4" name="Google Shape;384;p2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5" name="Google Shape;385;p2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6" name="Google Shape;386;p2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7" name="Google Shape;387;p2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8" name="Google Shape;388;p2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9" name="Google Shape;389;p2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0" name="Google Shape;390;p2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1" name="Google Shape;391;p2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2" name="Google Shape;392;p2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3" name="Google Shape;393;p2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94" name="Google Shape;394;p2"/>
              <p:cNvGrpSpPr/>
              <p:nvPr/>
            </p:nvGrpSpPr>
            <p:grpSpPr>
              <a:xfrm rot="-314" flipH="1">
                <a:off x="135496" y="3186895"/>
                <a:ext cx="1699100" cy="2144874"/>
                <a:chOff x="146217" y="2712579"/>
                <a:chExt cx="1552966" cy="1960401"/>
              </a:xfrm>
            </p:grpSpPr>
            <p:grpSp>
              <p:nvGrpSpPr>
                <p:cNvPr id="395" name="Google Shape;395;p2"/>
                <p:cNvGrpSpPr/>
                <p:nvPr/>
              </p:nvGrpSpPr>
              <p:grpSpPr>
                <a:xfrm>
                  <a:off x="146217" y="2712579"/>
                  <a:ext cx="1134008" cy="607901"/>
                  <a:chOff x="5206900" y="826150"/>
                  <a:chExt cx="599275" cy="321250"/>
                </a:xfrm>
              </p:grpSpPr>
              <p:sp>
                <p:nvSpPr>
                  <p:cNvPr id="396" name="Google Shape;396;p2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7" name="Google Shape;397;p2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8" name="Google Shape;398;p2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9" name="Google Shape;399;p2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0" name="Google Shape;400;p2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1" name="Google Shape;401;p2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2" name="Google Shape;402;p2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3" name="Google Shape;403;p2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4" name="Google Shape;404;p2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5" name="Google Shape;405;p2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6" name="Google Shape;406;p2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" name="Google Shape;407;p2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" name="Google Shape;408;p2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" name="Google Shape;409;p2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10" name="Google Shape;410;p2"/>
                <p:cNvGrpSpPr/>
                <p:nvPr/>
              </p:nvGrpSpPr>
              <p:grpSpPr>
                <a:xfrm rot="-9256633">
                  <a:off x="489429" y="3110262"/>
                  <a:ext cx="1134020" cy="607908"/>
                  <a:chOff x="5206900" y="826150"/>
                  <a:chExt cx="599275" cy="321250"/>
                </a:xfrm>
              </p:grpSpPr>
              <p:sp>
                <p:nvSpPr>
                  <p:cNvPr id="411" name="Google Shape;411;p2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" name="Google Shape;412;p2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" name="Google Shape;413;p2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4" name="Google Shape;414;p2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" name="Google Shape;415;p2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6" name="Google Shape;416;p2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7" name="Google Shape;417;p2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8" name="Google Shape;418;p2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9" name="Google Shape;419;p2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0" name="Google Shape;420;p2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1" name="Google Shape;421;p2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2" name="Google Shape;422;p2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3" name="Google Shape;423;p2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4" name="Google Shape;424;p2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25" name="Google Shape;425;p2"/>
                <p:cNvGrpSpPr/>
                <p:nvPr/>
              </p:nvGrpSpPr>
              <p:grpSpPr>
                <a:xfrm rot="7120513" flipH="1">
                  <a:off x="538618" y="3725726"/>
                  <a:ext cx="1133997" cy="607895"/>
                  <a:chOff x="5206900" y="826150"/>
                  <a:chExt cx="599275" cy="321250"/>
                </a:xfrm>
              </p:grpSpPr>
              <p:sp>
                <p:nvSpPr>
                  <p:cNvPr id="426" name="Google Shape;426;p2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7" name="Google Shape;427;p2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8" name="Google Shape;428;p2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9" name="Google Shape;429;p2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0" name="Google Shape;430;p2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1" name="Google Shape;431;p2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2" name="Google Shape;432;p2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3" name="Google Shape;433;p2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4" name="Google Shape;434;p2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5" name="Google Shape;435;p2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6" name="Google Shape;436;p2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7" name="Google Shape;437;p2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8" name="Google Shape;438;p2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9" name="Google Shape;439;p2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440" name="Google Shape;440;p2"/>
            <p:cNvGrpSpPr/>
            <p:nvPr/>
          </p:nvGrpSpPr>
          <p:grpSpPr>
            <a:xfrm>
              <a:off x="817988" y="2750587"/>
              <a:ext cx="7423578" cy="1258836"/>
              <a:chOff x="817988" y="2750588"/>
              <a:chExt cx="7423578" cy="1258836"/>
            </a:xfrm>
          </p:grpSpPr>
          <p:sp>
            <p:nvSpPr>
              <p:cNvPr id="441" name="Google Shape;441;p2"/>
              <p:cNvSpPr/>
              <p:nvPr/>
            </p:nvSpPr>
            <p:spPr>
              <a:xfrm>
                <a:off x="6227654" y="3803792"/>
                <a:ext cx="372339" cy="205631"/>
              </a:xfrm>
              <a:custGeom>
                <a:avLst/>
                <a:gdLst/>
                <a:ahLst/>
                <a:cxnLst/>
                <a:rect l="l" t="t" r="r" b="b"/>
                <a:pathLst>
                  <a:path w="35776" h="19758" extrusionOk="0">
                    <a:moveTo>
                      <a:pt x="9180" y="13709"/>
                    </a:moveTo>
                    <a:cubicBezTo>
                      <a:pt x="8298" y="14013"/>
                      <a:pt x="7447" y="14469"/>
                      <a:pt x="6535" y="14469"/>
                    </a:cubicBezTo>
                    <a:cubicBezTo>
                      <a:pt x="6292" y="14439"/>
                      <a:pt x="6049" y="14499"/>
                      <a:pt x="5836" y="14591"/>
                    </a:cubicBezTo>
                    <a:cubicBezTo>
                      <a:pt x="5623" y="14743"/>
                      <a:pt x="5441" y="14986"/>
                      <a:pt x="5350" y="15229"/>
                    </a:cubicBezTo>
                    <a:cubicBezTo>
                      <a:pt x="4924" y="15958"/>
                      <a:pt x="4043" y="16232"/>
                      <a:pt x="3222" y="16414"/>
                    </a:cubicBezTo>
                    <a:cubicBezTo>
                      <a:pt x="2401" y="16597"/>
                      <a:pt x="1550" y="16718"/>
                      <a:pt x="882" y="17235"/>
                    </a:cubicBezTo>
                    <a:cubicBezTo>
                      <a:pt x="243" y="17752"/>
                      <a:pt x="0" y="18876"/>
                      <a:pt x="608" y="19393"/>
                    </a:cubicBezTo>
                    <a:cubicBezTo>
                      <a:pt x="1094" y="19728"/>
                      <a:pt x="1702" y="19758"/>
                      <a:pt x="2189" y="19484"/>
                    </a:cubicBezTo>
                    <a:cubicBezTo>
                      <a:pt x="2675" y="19180"/>
                      <a:pt x="3101" y="18846"/>
                      <a:pt x="3465" y="18421"/>
                    </a:cubicBezTo>
                    <a:cubicBezTo>
                      <a:pt x="4590" y="17296"/>
                      <a:pt x="5867" y="16384"/>
                      <a:pt x="7295" y="15685"/>
                    </a:cubicBezTo>
                    <a:cubicBezTo>
                      <a:pt x="8937" y="14864"/>
                      <a:pt x="31277" y="2645"/>
                      <a:pt x="35776" y="1"/>
                    </a:cubicBezTo>
                    <a:cubicBezTo>
                      <a:pt x="25928" y="5502"/>
                      <a:pt x="13648" y="12007"/>
                      <a:pt x="9180" y="137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"/>
              <p:cNvSpPr/>
              <p:nvPr/>
            </p:nvSpPr>
            <p:spPr>
              <a:xfrm>
                <a:off x="7806441" y="2750588"/>
                <a:ext cx="435126" cy="240307"/>
              </a:xfrm>
              <a:custGeom>
                <a:avLst/>
                <a:gdLst/>
                <a:ahLst/>
                <a:cxnLst/>
                <a:rect l="l" t="t" r="r" b="b"/>
                <a:pathLst>
                  <a:path w="35776" h="19758" extrusionOk="0">
                    <a:moveTo>
                      <a:pt x="9180" y="13709"/>
                    </a:moveTo>
                    <a:cubicBezTo>
                      <a:pt x="8298" y="14013"/>
                      <a:pt x="7447" y="14469"/>
                      <a:pt x="6535" y="14469"/>
                    </a:cubicBezTo>
                    <a:cubicBezTo>
                      <a:pt x="6292" y="14439"/>
                      <a:pt x="6049" y="14499"/>
                      <a:pt x="5836" y="14591"/>
                    </a:cubicBezTo>
                    <a:cubicBezTo>
                      <a:pt x="5623" y="14743"/>
                      <a:pt x="5441" y="14986"/>
                      <a:pt x="5350" y="15229"/>
                    </a:cubicBezTo>
                    <a:cubicBezTo>
                      <a:pt x="4924" y="15958"/>
                      <a:pt x="4043" y="16232"/>
                      <a:pt x="3222" y="16414"/>
                    </a:cubicBezTo>
                    <a:cubicBezTo>
                      <a:pt x="2401" y="16597"/>
                      <a:pt x="1550" y="16718"/>
                      <a:pt x="882" y="17235"/>
                    </a:cubicBezTo>
                    <a:cubicBezTo>
                      <a:pt x="243" y="17752"/>
                      <a:pt x="0" y="18876"/>
                      <a:pt x="608" y="19393"/>
                    </a:cubicBezTo>
                    <a:cubicBezTo>
                      <a:pt x="1094" y="19728"/>
                      <a:pt x="1702" y="19758"/>
                      <a:pt x="2189" y="19484"/>
                    </a:cubicBezTo>
                    <a:cubicBezTo>
                      <a:pt x="2675" y="19180"/>
                      <a:pt x="3101" y="18846"/>
                      <a:pt x="3465" y="18421"/>
                    </a:cubicBezTo>
                    <a:cubicBezTo>
                      <a:pt x="4590" y="17296"/>
                      <a:pt x="5867" y="16384"/>
                      <a:pt x="7295" y="15685"/>
                    </a:cubicBezTo>
                    <a:cubicBezTo>
                      <a:pt x="8937" y="14864"/>
                      <a:pt x="31277" y="2645"/>
                      <a:pt x="35776" y="1"/>
                    </a:cubicBezTo>
                    <a:cubicBezTo>
                      <a:pt x="25928" y="5502"/>
                      <a:pt x="13648" y="12007"/>
                      <a:pt x="9180" y="137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"/>
              <p:cNvSpPr/>
              <p:nvPr/>
            </p:nvSpPr>
            <p:spPr>
              <a:xfrm>
                <a:off x="817988" y="3292988"/>
                <a:ext cx="435126" cy="240307"/>
              </a:xfrm>
              <a:custGeom>
                <a:avLst/>
                <a:gdLst/>
                <a:ahLst/>
                <a:cxnLst/>
                <a:rect l="l" t="t" r="r" b="b"/>
                <a:pathLst>
                  <a:path w="35776" h="19758" extrusionOk="0">
                    <a:moveTo>
                      <a:pt x="9180" y="13709"/>
                    </a:moveTo>
                    <a:cubicBezTo>
                      <a:pt x="8298" y="14013"/>
                      <a:pt x="7447" y="14469"/>
                      <a:pt x="6535" y="14469"/>
                    </a:cubicBezTo>
                    <a:cubicBezTo>
                      <a:pt x="6292" y="14439"/>
                      <a:pt x="6049" y="14499"/>
                      <a:pt x="5836" y="14591"/>
                    </a:cubicBezTo>
                    <a:cubicBezTo>
                      <a:pt x="5623" y="14743"/>
                      <a:pt x="5441" y="14986"/>
                      <a:pt x="5350" y="15229"/>
                    </a:cubicBezTo>
                    <a:cubicBezTo>
                      <a:pt x="4924" y="15958"/>
                      <a:pt x="4043" y="16232"/>
                      <a:pt x="3222" y="16414"/>
                    </a:cubicBezTo>
                    <a:cubicBezTo>
                      <a:pt x="2401" y="16597"/>
                      <a:pt x="1550" y="16718"/>
                      <a:pt x="882" y="17235"/>
                    </a:cubicBezTo>
                    <a:cubicBezTo>
                      <a:pt x="243" y="17752"/>
                      <a:pt x="0" y="18876"/>
                      <a:pt x="608" y="19393"/>
                    </a:cubicBezTo>
                    <a:cubicBezTo>
                      <a:pt x="1094" y="19728"/>
                      <a:pt x="1702" y="19758"/>
                      <a:pt x="2189" y="19484"/>
                    </a:cubicBezTo>
                    <a:cubicBezTo>
                      <a:pt x="2675" y="19180"/>
                      <a:pt x="3101" y="18846"/>
                      <a:pt x="3465" y="18421"/>
                    </a:cubicBezTo>
                    <a:cubicBezTo>
                      <a:pt x="4590" y="17296"/>
                      <a:pt x="5867" y="16384"/>
                      <a:pt x="7295" y="15685"/>
                    </a:cubicBezTo>
                    <a:cubicBezTo>
                      <a:pt x="8937" y="14864"/>
                      <a:pt x="31277" y="2645"/>
                      <a:pt x="35776" y="1"/>
                    </a:cubicBezTo>
                    <a:cubicBezTo>
                      <a:pt x="25928" y="5502"/>
                      <a:pt x="13648" y="12007"/>
                      <a:pt x="9180" y="137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5" name="Google Shape;445;p3"/>
          <p:cNvGrpSpPr/>
          <p:nvPr/>
        </p:nvGrpSpPr>
        <p:grpSpPr>
          <a:xfrm>
            <a:off x="176625" y="110350"/>
            <a:ext cx="8790774" cy="4922811"/>
            <a:chOff x="131600" y="118425"/>
            <a:chExt cx="8790774" cy="4922811"/>
          </a:xfrm>
        </p:grpSpPr>
        <p:sp>
          <p:nvSpPr>
            <p:cNvPr id="446" name="Google Shape;446;p3"/>
            <p:cNvSpPr/>
            <p:nvPr/>
          </p:nvSpPr>
          <p:spPr>
            <a:xfrm rot="5400000">
              <a:off x="856680" y="10329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7" name="Google Shape;447;p3"/>
            <p:cNvGrpSpPr/>
            <p:nvPr/>
          </p:nvGrpSpPr>
          <p:grpSpPr>
            <a:xfrm>
              <a:off x="131600" y="1884558"/>
              <a:ext cx="2122449" cy="3112715"/>
              <a:chOff x="131600" y="1884558"/>
              <a:chExt cx="2122449" cy="3112715"/>
            </a:xfrm>
          </p:grpSpPr>
          <p:sp>
            <p:nvSpPr>
              <p:cNvPr id="448" name="Google Shape;448;p3"/>
              <p:cNvSpPr/>
              <p:nvPr/>
            </p:nvSpPr>
            <p:spPr>
              <a:xfrm rot="5400000" flipH="1">
                <a:off x="1356823" y="353957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3"/>
              <p:cNvSpPr/>
              <p:nvPr/>
            </p:nvSpPr>
            <p:spPr>
              <a:xfrm rot="5400000" flipH="1">
                <a:off x="368247" y="3804694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3"/>
              <p:cNvSpPr/>
              <p:nvPr/>
            </p:nvSpPr>
            <p:spPr>
              <a:xfrm rot="5400000" flipH="1">
                <a:off x="1212834" y="4945234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3"/>
              <p:cNvSpPr/>
              <p:nvPr/>
            </p:nvSpPr>
            <p:spPr>
              <a:xfrm rot="5400000" flipH="1">
                <a:off x="1889810" y="3456082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3"/>
              <p:cNvSpPr/>
              <p:nvPr/>
            </p:nvSpPr>
            <p:spPr>
              <a:xfrm rot="5400000" flipH="1">
                <a:off x="871337" y="4472741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3"/>
              <p:cNvSpPr/>
              <p:nvPr/>
            </p:nvSpPr>
            <p:spPr>
              <a:xfrm rot="5400000" flipH="1">
                <a:off x="1458022" y="2595443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3"/>
              <p:cNvSpPr/>
              <p:nvPr/>
            </p:nvSpPr>
            <p:spPr>
              <a:xfrm rot="5400000" flipH="1">
                <a:off x="373906" y="24622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3"/>
              <p:cNvSpPr/>
              <p:nvPr/>
            </p:nvSpPr>
            <p:spPr>
              <a:xfrm rot="5400000" flipH="1">
                <a:off x="573665" y="420799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3"/>
              <p:cNvSpPr/>
              <p:nvPr/>
            </p:nvSpPr>
            <p:spPr>
              <a:xfrm rot="5400000" flipH="1">
                <a:off x="368214" y="3290320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3"/>
              <p:cNvSpPr/>
              <p:nvPr/>
            </p:nvSpPr>
            <p:spPr>
              <a:xfrm rot="5400000" flipH="1">
                <a:off x="149520" y="294366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3"/>
              <p:cNvSpPr/>
              <p:nvPr/>
            </p:nvSpPr>
            <p:spPr>
              <a:xfrm rot="5400000" flipH="1">
                <a:off x="1558343" y="306837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3"/>
              <p:cNvSpPr/>
              <p:nvPr/>
            </p:nvSpPr>
            <p:spPr>
              <a:xfrm rot="5400000" flipH="1">
                <a:off x="130236" y="3708247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3"/>
              <p:cNvSpPr/>
              <p:nvPr/>
            </p:nvSpPr>
            <p:spPr>
              <a:xfrm rot="5400000" flipH="1">
                <a:off x="400364" y="4926212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3"/>
              <p:cNvSpPr/>
              <p:nvPr/>
            </p:nvSpPr>
            <p:spPr>
              <a:xfrm rot="5400000" flipH="1">
                <a:off x="799823" y="3303605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3"/>
              <p:cNvSpPr/>
              <p:nvPr/>
            </p:nvSpPr>
            <p:spPr>
              <a:xfrm rot="5400000" flipH="1">
                <a:off x="1234010" y="4104986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3"/>
              <p:cNvSpPr/>
              <p:nvPr/>
            </p:nvSpPr>
            <p:spPr>
              <a:xfrm rot="5400000" flipH="1">
                <a:off x="379148" y="2080743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3"/>
              <p:cNvSpPr/>
              <p:nvPr/>
            </p:nvSpPr>
            <p:spPr>
              <a:xfrm rot="5400000" flipH="1">
                <a:off x="891672" y="3760348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3"/>
              <p:cNvSpPr/>
              <p:nvPr/>
            </p:nvSpPr>
            <p:spPr>
              <a:xfrm rot="5400000">
                <a:off x="927170" y="1943554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3"/>
              <p:cNvSpPr/>
              <p:nvPr/>
            </p:nvSpPr>
            <p:spPr>
              <a:xfrm rot="5400000">
                <a:off x="1099652" y="232334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3"/>
              <p:cNvSpPr/>
              <p:nvPr/>
            </p:nvSpPr>
            <p:spPr>
              <a:xfrm rot="5400000">
                <a:off x="952606" y="295021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3"/>
              <p:cNvSpPr/>
              <p:nvPr/>
            </p:nvSpPr>
            <p:spPr>
              <a:xfrm rot="5400000">
                <a:off x="729827" y="227943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3"/>
              <p:cNvSpPr/>
              <p:nvPr/>
            </p:nvSpPr>
            <p:spPr>
              <a:xfrm rot="5400000">
                <a:off x="1976994" y="309729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3"/>
              <p:cNvSpPr/>
              <p:nvPr/>
            </p:nvSpPr>
            <p:spPr>
              <a:xfrm rot="5400000">
                <a:off x="1439631" y="1886769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3"/>
              <p:cNvSpPr/>
              <p:nvPr/>
            </p:nvSpPr>
            <p:spPr>
              <a:xfrm rot="5400000">
                <a:off x="2225601" y="353958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3"/>
              <p:cNvSpPr/>
              <p:nvPr/>
            </p:nvSpPr>
            <p:spPr>
              <a:xfrm rot="5400000">
                <a:off x="771336" y="2669355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3" name="Google Shape;473;p3"/>
            <p:cNvGrpSpPr/>
            <p:nvPr/>
          </p:nvGrpSpPr>
          <p:grpSpPr>
            <a:xfrm flipH="1">
              <a:off x="2342550" y="2567965"/>
              <a:ext cx="3964145" cy="1455821"/>
              <a:chOff x="3233388" y="140740"/>
              <a:chExt cx="3964145" cy="1455821"/>
            </a:xfrm>
          </p:grpSpPr>
          <p:sp>
            <p:nvSpPr>
              <p:cNvPr id="474" name="Google Shape;474;p3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3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3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3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3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3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3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3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3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3"/>
              <p:cNvSpPr/>
              <p:nvPr/>
            </p:nvSpPr>
            <p:spPr>
              <a:xfrm rot="10800000" flipH="1">
                <a:off x="5542101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3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3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3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3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3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3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3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3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3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3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3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3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3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3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3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0" name="Google Shape;500;p3"/>
            <p:cNvSpPr/>
            <p:nvPr/>
          </p:nvSpPr>
          <p:spPr>
            <a:xfrm rot="10800000">
              <a:off x="5467181" y="2274087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"/>
            <p:cNvSpPr/>
            <p:nvPr/>
          </p:nvSpPr>
          <p:spPr>
            <a:xfrm rot="10800000">
              <a:off x="1791338" y="2418078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"/>
            <p:cNvSpPr/>
            <p:nvPr/>
          </p:nvSpPr>
          <p:spPr>
            <a:xfrm rot="10800000">
              <a:off x="4994538" y="1932740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"/>
            <p:cNvSpPr/>
            <p:nvPr/>
          </p:nvSpPr>
          <p:spPr>
            <a:xfrm rot="10800000">
              <a:off x="2710372" y="255468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"/>
            <p:cNvSpPr/>
            <p:nvPr/>
          </p:nvSpPr>
          <p:spPr>
            <a:xfrm rot="10800000">
              <a:off x="2984293" y="1435017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"/>
            <p:cNvSpPr/>
            <p:nvPr/>
          </p:nvSpPr>
          <p:spPr>
            <a:xfrm rot="10800000">
              <a:off x="4625351" y="1874393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"/>
            <p:cNvSpPr/>
            <p:nvPr/>
          </p:nvSpPr>
          <p:spPr>
            <a:xfrm rot="10800000">
              <a:off x="3812259" y="1429475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"/>
            <p:cNvSpPr/>
            <p:nvPr/>
          </p:nvSpPr>
          <p:spPr>
            <a:xfrm rot="10800000">
              <a:off x="3473571" y="24251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"/>
            <p:cNvSpPr/>
            <p:nvPr/>
          </p:nvSpPr>
          <p:spPr>
            <a:xfrm rot="10800000">
              <a:off x="3823198" y="1863430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"/>
            <p:cNvSpPr/>
            <p:nvPr/>
          </p:nvSpPr>
          <p:spPr>
            <a:xfrm rot="10800000">
              <a:off x="4626925" y="2295271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"/>
            <p:cNvSpPr/>
            <p:nvPr/>
          </p:nvSpPr>
          <p:spPr>
            <a:xfrm rot="10800000">
              <a:off x="2405511" y="1257842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"/>
            <p:cNvSpPr/>
            <p:nvPr/>
          </p:nvSpPr>
          <p:spPr>
            <a:xfrm rot="10800000">
              <a:off x="4282295" y="1952925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"/>
            <p:cNvSpPr/>
            <p:nvPr/>
          </p:nvSpPr>
          <p:spPr>
            <a:xfrm rot="10800000" flipH="1">
              <a:off x="2379646" y="1608191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"/>
            <p:cNvSpPr/>
            <p:nvPr/>
          </p:nvSpPr>
          <p:spPr>
            <a:xfrm rot="10800000" flipH="1">
              <a:off x="2845296" y="2160906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"/>
            <p:cNvSpPr/>
            <p:nvPr/>
          </p:nvSpPr>
          <p:spPr>
            <a:xfrm rot="10800000" flipH="1">
              <a:off x="1555075" y="19177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"/>
            <p:cNvSpPr/>
            <p:nvPr/>
          </p:nvSpPr>
          <p:spPr>
            <a:xfrm rot="10800000" flipH="1">
              <a:off x="3472169" y="201385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"/>
            <p:cNvSpPr/>
            <p:nvPr/>
          </p:nvSpPr>
          <p:spPr>
            <a:xfrm rot="10800000" flipH="1">
              <a:off x="2801524" y="179093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"/>
            <p:cNvSpPr/>
            <p:nvPr/>
          </p:nvSpPr>
          <p:spPr>
            <a:xfrm rot="10800000" flipH="1">
              <a:off x="2007089" y="1854122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"/>
            <p:cNvSpPr/>
            <p:nvPr/>
          </p:nvSpPr>
          <p:spPr>
            <a:xfrm rot="10800000" flipH="1">
              <a:off x="2379655" y="22472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"/>
            <p:cNvSpPr/>
            <p:nvPr/>
          </p:nvSpPr>
          <p:spPr>
            <a:xfrm rot="10800000" flipH="1">
              <a:off x="3188821" y="1835070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"/>
            <p:cNvSpPr/>
            <p:nvPr/>
          </p:nvSpPr>
          <p:spPr>
            <a:xfrm rot="-5400000">
              <a:off x="6437893" y="3297974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"/>
            <p:cNvSpPr/>
            <p:nvPr/>
          </p:nvSpPr>
          <p:spPr>
            <a:xfrm rot="-5400000">
              <a:off x="7426754" y="3563094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"/>
            <p:cNvSpPr/>
            <p:nvPr/>
          </p:nvSpPr>
          <p:spPr>
            <a:xfrm rot="-5400000">
              <a:off x="6614851" y="470363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"/>
            <p:cNvSpPr/>
            <p:nvPr/>
          </p:nvSpPr>
          <p:spPr>
            <a:xfrm rot="-5400000">
              <a:off x="8881564" y="41406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"/>
            <p:cNvSpPr/>
            <p:nvPr/>
          </p:nvSpPr>
          <p:spPr>
            <a:xfrm rot="-5400000">
              <a:off x="7511314" y="4294041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"/>
            <p:cNvSpPr/>
            <p:nvPr/>
          </p:nvSpPr>
          <p:spPr>
            <a:xfrm rot="-5400000">
              <a:off x="5855679" y="1873118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"/>
            <p:cNvSpPr/>
            <p:nvPr/>
          </p:nvSpPr>
          <p:spPr>
            <a:xfrm rot="-5400000">
              <a:off x="6656524" y="28572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"/>
            <p:cNvSpPr/>
            <p:nvPr/>
          </p:nvSpPr>
          <p:spPr>
            <a:xfrm rot="-5400000">
              <a:off x="7274485" y="3966392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"/>
            <p:cNvSpPr/>
            <p:nvPr/>
          </p:nvSpPr>
          <p:spPr>
            <a:xfrm rot="-5400000">
              <a:off x="8443762" y="3936907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"/>
            <p:cNvSpPr/>
            <p:nvPr/>
          </p:nvSpPr>
          <p:spPr>
            <a:xfrm rot="-5400000">
              <a:off x="8670718" y="359025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"/>
            <p:cNvSpPr/>
            <p:nvPr/>
          </p:nvSpPr>
          <p:spPr>
            <a:xfrm rot="-5400000">
              <a:off x="6164267" y="228667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 rot="-5400000">
              <a:off x="8716418" y="435483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 rot="-5400000">
              <a:off x="7458880" y="468461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 rot="-5400000">
              <a:off x="7046617" y="3062005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 rot="-5400000">
              <a:off x="7078796" y="427188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 rot="-5400000">
              <a:off x="6943689" y="351874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 rot="-5400000" flipH="1">
              <a:off x="6867546" y="170195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 rot="-5400000" flipH="1">
              <a:off x="6728032" y="2081749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 rot="-5400000" flipH="1">
              <a:off x="6580720" y="2418065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 rot="-5400000" flipH="1">
              <a:off x="7106104" y="203783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 rot="-5400000" flipH="1">
              <a:off x="5855819" y="285569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 rot="-5400000" flipH="1">
              <a:off x="8557992" y="422419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 rot="-5400000" flipH="1">
              <a:off x="7075119" y="2427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 rot="-5400000" flipH="1">
              <a:off x="6923371" y="25580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 rot="-5400000" flipH="1">
              <a:off x="7452482" y="411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 rot="-5400000">
              <a:off x="8807099" y="641429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2963692" y="4896893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471112" y="4574671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2753463" y="4668875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6655795" y="4840317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4825185" y="4561639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4222013" y="4852496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2394971" y="4710131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261895" y="4144797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1147839" y="4589456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1651262" y="4079205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5460560" y="460360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1698183" y="481064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201799" y="4466009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3465751" y="481683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2625602" y="5006428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2785939" y="4360921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189850" y="4847376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 flipH="1">
              <a:off x="2255392" y="3721275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 flipH="1">
              <a:off x="1929748" y="375979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 flipH="1">
              <a:off x="3183433" y="4265621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 flipH="1">
              <a:off x="1435716" y="435061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 flipH="1">
              <a:off x="1933866" y="459499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 flipH="1">
              <a:off x="5826957" y="4975631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 flipH="1">
              <a:off x="5920051" y="4707077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 flipH="1">
              <a:off x="2402654" y="408859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 flipH="1">
              <a:off x="2060344" y="421051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 rot="10800000" flipH="1">
              <a:off x="4535130" y="4810639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 rot="10800000" flipH="1">
              <a:off x="7364662" y="4897030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 rot="10800000" flipH="1">
              <a:off x="3162438" y="4666650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 rot="10800000" flipH="1">
              <a:off x="7867920" y="4559015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 rot="10800000" flipH="1">
              <a:off x="3602098" y="4325302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 rot="10800000" flipH="1">
              <a:off x="5530138" y="491183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 rot="10800000" flipH="1">
              <a:off x="8747946" y="49025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 rot="10800000" flipH="1">
              <a:off x="3920145" y="4027480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 rot="10800000" flipH="1">
              <a:off x="7908601" y="4897013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 rot="10800000" flipH="1">
              <a:off x="8263362" y="467816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 rot="10800000" flipH="1">
              <a:off x="5062260" y="501437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 rot="10800000" flipH="1">
              <a:off x="7008383" y="459511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 rot="10800000" flipH="1">
              <a:off x="6522899" y="50118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 rot="10800000" flipH="1">
              <a:off x="4825176" y="425599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 rot="10800000" flipH="1">
              <a:off x="3801114" y="4644633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 rot="10800000" flipH="1">
              <a:off x="6242864" y="3650405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 rot="10800000" flipH="1">
              <a:off x="4355000" y="434548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 rot="10800000">
              <a:off x="6131142" y="4380978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 rot="10800000">
              <a:off x="5824398" y="4244268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 rot="10800000">
              <a:off x="7867933" y="41406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 rot="10800000">
              <a:off x="5175366" y="4406414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 rot="10800000">
              <a:off x="5788441" y="388727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 rot="10800000">
              <a:off x="6627657" y="4246684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 rot="10800000">
              <a:off x="6243864" y="46454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 rot="10800000">
              <a:off x="6739829" y="3858824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 rot="10800000">
              <a:off x="5459569" y="422763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 rot="10800000" flipH="1">
              <a:off x="1874423" y="145764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 rot="-5400000">
              <a:off x="7273617" y="1644380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0" name="Google Shape;600;p3"/>
            <p:cNvGrpSpPr/>
            <p:nvPr/>
          </p:nvGrpSpPr>
          <p:grpSpPr>
            <a:xfrm rot="5400000">
              <a:off x="6199788" y="1372590"/>
              <a:ext cx="3964145" cy="1455821"/>
              <a:chOff x="3233388" y="140740"/>
              <a:chExt cx="3964145" cy="1455821"/>
            </a:xfrm>
          </p:grpSpPr>
          <p:sp>
            <p:nvSpPr>
              <p:cNvPr id="601" name="Google Shape;601;p3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3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Google Shape;603;p3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Google Shape;604;p3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3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Google Shape;606;p3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Google Shape;613;p3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3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Google Shape;615;p3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Google Shape;616;p3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3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3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3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3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621;p3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622;p3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623;p3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624;p3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625;p3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626;p3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7" name="Google Shape;627;p3"/>
            <p:cNvSpPr/>
            <p:nvPr/>
          </p:nvSpPr>
          <p:spPr>
            <a:xfrm rot="-5400000" flipH="1">
              <a:off x="6408804" y="1645169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 rot="10800000">
              <a:off x="4228830" y="1192853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 rot="10800000">
              <a:off x="5446704" y="14630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 rot="10800000">
              <a:off x="4326649" y="1429493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 rot="10800000">
              <a:off x="4009721" y="2218151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2" name="Google Shape;632;p3"/>
            <p:cNvGrpSpPr/>
            <p:nvPr/>
          </p:nvGrpSpPr>
          <p:grpSpPr>
            <a:xfrm>
              <a:off x="234224" y="118425"/>
              <a:ext cx="3532446" cy="1609151"/>
              <a:chOff x="140599" y="118425"/>
              <a:chExt cx="3532446" cy="1609151"/>
            </a:xfrm>
          </p:grpSpPr>
          <p:sp>
            <p:nvSpPr>
              <p:cNvPr id="633" name="Google Shape;633;p3"/>
              <p:cNvSpPr/>
              <p:nvPr/>
            </p:nvSpPr>
            <p:spPr>
              <a:xfrm>
                <a:off x="703605" y="276605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3"/>
              <p:cNvSpPr/>
              <p:nvPr/>
            </p:nvSpPr>
            <p:spPr>
              <a:xfrm>
                <a:off x="438762" y="1265458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3"/>
              <p:cNvSpPr/>
              <p:nvPr/>
            </p:nvSpPr>
            <p:spPr>
              <a:xfrm>
                <a:off x="322613" y="11842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3"/>
              <p:cNvSpPr/>
              <p:nvPr/>
            </p:nvSpPr>
            <p:spPr>
              <a:xfrm>
                <a:off x="3632370" y="320667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637;p3"/>
              <p:cNvSpPr/>
              <p:nvPr/>
            </p:nvSpPr>
            <p:spPr>
              <a:xfrm>
                <a:off x="568548" y="863464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3"/>
              <p:cNvSpPr/>
              <p:nvPr/>
            </p:nvSpPr>
            <p:spPr>
              <a:xfrm>
                <a:off x="1698613" y="226284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639;p3"/>
              <p:cNvSpPr/>
              <p:nvPr/>
            </p:nvSpPr>
            <p:spPr>
              <a:xfrm>
                <a:off x="332845" y="70012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640;p3"/>
              <p:cNvSpPr/>
              <p:nvPr/>
            </p:nvSpPr>
            <p:spPr>
              <a:xfrm>
                <a:off x="1722212" y="63453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3"/>
              <p:cNvSpPr/>
              <p:nvPr/>
            </p:nvSpPr>
            <p:spPr>
              <a:xfrm>
                <a:off x="1230735" y="13101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3"/>
              <p:cNvSpPr/>
              <p:nvPr/>
            </p:nvSpPr>
            <p:spPr>
              <a:xfrm>
                <a:off x="600808" y="156907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643;p3"/>
              <p:cNvSpPr/>
              <p:nvPr/>
            </p:nvSpPr>
            <p:spPr>
              <a:xfrm>
                <a:off x="140599" y="1048834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644;p3"/>
              <p:cNvSpPr/>
              <p:nvPr/>
            </p:nvSpPr>
            <p:spPr>
              <a:xfrm>
                <a:off x="927051" y="523633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645;p3"/>
              <p:cNvSpPr/>
              <p:nvPr/>
            </p:nvSpPr>
            <p:spPr>
              <a:xfrm>
                <a:off x="194752" y="45597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646;p3"/>
              <p:cNvSpPr/>
              <p:nvPr/>
            </p:nvSpPr>
            <p:spPr>
              <a:xfrm>
                <a:off x="2856889" y="916246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647;p3"/>
              <p:cNvSpPr/>
              <p:nvPr/>
            </p:nvSpPr>
            <p:spPr>
              <a:xfrm>
                <a:off x="300425" y="16832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Google Shape;648;p3"/>
              <p:cNvSpPr/>
              <p:nvPr/>
            </p:nvSpPr>
            <p:spPr>
              <a:xfrm flipH="1">
                <a:off x="2326342" y="276600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3"/>
              <p:cNvSpPr/>
              <p:nvPr/>
            </p:nvSpPr>
            <p:spPr>
              <a:xfrm flipH="1">
                <a:off x="2000698" y="31511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3"/>
              <p:cNvSpPr/>
              <p:nvPr/>
            </p:nvSpPr>
            <p:spPr>
              <a:xfrm flipH="1">
                <a:off x="3254383" y="82094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3"/>
              <p:cNvSpPr/>
              <p:nvPr/>
            </p:nvSpPr>
            <p:spPr>
              <a:xfrm flipH="1">
                <a:off x="1343841" y="73169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3"/>
              <p:cNvSpPr/>
              <p:nvPr/>
            </p:nvSpPr>
            <p:spPr>
              <a:xfrm flipH="1">
                <a:off x="2803532" y="455981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3"/>
              <p:cNvSpPr/>
              <p:nvPr/>
            </p:nvSpPr>
            <p:spPr>
              <a:xfrm flipH="1">
                <a:off x="2896626" y="187427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3"/>
              <p:cNvSpPr/>
              <p:nvPr/>
            </p:nvSpPr>
            <p:spPr>
              <a:xfrm flipH="1">
                <a:off x="2473604" y="64392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3"/>
              <p:cNvSpPr/>
              <p:nvPr/>
            </p:nvSpPr>
            <p:spPr>
              <a:xfrm flipH="1">
                <a:off x="2131294" y="76583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"/>
              <p:cNvSpPr/>
              <p:nvPr/>
            </p:nvSpPr>
            <p:spPr>
              <a:xfrm flipH="1">
                <a:off x="2004816" y="1150323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3"/>
              <p:cNvSpPr/>
              <p:nvPr/>
            </p:nvSpPr>
            <p:spPr>
              <a:xfrm>
                <a:off x="1218789" y="1144781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3"/>
              <p:cNvSpPr/>
              <p:nvPr/>
            </p:nvSpPr>
            <p:spPr>
              <a:xfrm>
                <a:off x="2465921" y="1265456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9" name="Google Shape;659;p3"/>
            <p:cNvSpPr/>
            <p:nvPr/>
          </p:nvSpPr>
          <p:spPr>
            <a:xfrm rot="10800000">
              <a:off x="3465760" y="121062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0" name="Google Shape;660;p3"/>
            <p:cNvGrpSpPr/>
            <p:nvPr/>
          </p:nvGrpSpPr>
          <p:grpSpPr>
            <a:xfrm>
              <a:off x="3327013" y="140740"/>
              <a:ext cx="3964145" cy="1455821"/>
              <a:chOff x="3233388" y="140740"/>
              <a:chExt cx="3964145" cy="1455821"/>
            </a:xfrm>
          </p:grpSpPr>
          <p:sp>
            <p:nvSpPr>
              <p:cNvPr id="661" name="Google Shape;661;p3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3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3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3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3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3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3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3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3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3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3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3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3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3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3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3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3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3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3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3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3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3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3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3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3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3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87" name="Google Shape;687;p3"/>
          <p:cNvGrpSpPr/>
          <p:nvPr/>
        </p:nvGrpSpPr>
        <p:grpSpPr>
          <a:xfrm>
            <a:off x="-152337" y="-193233"/>
            <a:ext cx="10223643" cy="5945818"/>
            <a:chOff x="-152337" y="-193233"/>
            <a:chExt cx="10223643" cy="5945818"/>
          </a:xfrm>
        </p:grpSpPr>
        <p:grpSp>
          <p:nvGrpSpPr>
            <p:cNvPr id="688" name="Google Shape;688;p3"/>
            <p:cNvGrpSpPr/>
            <p:nvPr/>
          </p:nvGrpSpPr>
          <p:grpSpPr>
            <a:xfrm>
              <a:off x="542017" y="657788"/>
              <a:ext cx="7631074" cy="3472791"/>
              <a:chOff x="542017" y="657788"/>
              <a:chExt cx="7631074" cy="3472791"/>
            </a:xfrm>
          </p:grpSpPr>
          <p:sp>
            <p:nvSpPr>
              <p:cNvPr id="689" name="Google Shape;689;p3"/>
              <p:cNvSpPr/>
              <p:nvPr/>
            </p:nvSpPr>
            <p:spPr>
              <a:xfrm flipH="1">
                <a:off x="542017" y="2879550"/>
                <a:ext cx="570359" cy="314992"/>
              </a:xfrm>
              <a:custGeom>
                <a:avLst/>
                <a:gdLst/>
                <a:ahLst/>
                <a:cxnLst/>
                <a:rect l="l" t="t" r="r" b="b"/>
                <a:pathLst>
                  <a:path w="35776" h="19758" extrusionOk="0">
                    <a:moveTo>
                      <a:pt x="9180" y="13709"/>
                    </a:moveTo>
                    <a:cubicBezTo>
                      <a:pt x="8298" y="14013"/>
                      <a:pt x="7447" y="14469"/>
                      <a:pt x="6535" y="14469"/>
                    </a:cubicBezTo>
                    <a:cubicBezTo>
                      <a:pt x="6292" y="14439"/>
                      <a:pt x="6049" y="14499"/>
                      <a:pt x="5836" y="14591"/>
                    </a:cubicBezTo>
                    <a:cubicBezTo>
                      <a:pt x="5623" y="14743"/>
                      <a:pt x="5441" y="14986"/>
                      <a:pt x="5350" y="15229"/>
                    </a:cubicBezTo>
                    <a:cubicBezTo>
                      <a:pt x="4924" y="15958"/>
                      <a:pt x="4043" y="16232"/>
                      <a:pt x="3222" y="16414"/>
                    </a:cubicBezTo>
                    <a:cubicBezTo>
                      <a:pt x="2401" y="16597"/>
                      <a:pt x="1550" y="16718"/>
                      <a:pt x="882" y="17235"/>
                    </a:cubicBezTo>
                    <a:cubicBezTo>
                      <a:pt x="243" y="17752"/>
                      <a:pt x="0" y="18876"/>
                      <a:pt x="608" y="19393"/>
                    </a:cubicBezTo>
                    <a:cubicBezTo>
                      <a:pt x="1094" y="19728"/>
                      <a:pt x="1702" y="19758"/>
                      <a:pt x="2189" y="19484"/>
                    </a:cubicBezTo>
                    <a:cubicBezTo>
                      <a:pt x="2675" y="19180"/>
                      <a:pt x="3101" y="18846"/>
                      <a:pt x="3465" y="18421"/>
                    </a:cubicBezTo>
                    <a:cubicBezTo>
                      <a:pt x="4590" y="17296"/>
                      <a:pt x="5867" y="16384"/>
                      <a:pt x="7295" y="15685"/>
                    </a:cubicBezTo>
                    <a:cubicBezTo>
                      <a:pt x="8937" y="14864"/>
                      <a:pt x="31277" y="2645"/>
                      <a:pt x="35776" y="1"/>
                    </a:cubicBezTo>
                    <a:cubicBezTo>
                      <a:pt x="25928" y="5502"/>
                      <a:pt x="13648" y="12007"/>
                      <a:pt x="9180" y="137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3"/>
              <p:cNvSpPr/>
              <p:nvPr/>
            </p:nvSpPr>
            <p:spPr>
              <a:xfrm flipH="1">
                <a:off x="7462043" y="770413"/>
                <a:ext cx="711048" cy="392690"/>
              </a:xfrm>
              <a:custGeom>
                <a:avLst/>
                <a:gdLst/>
                <a:ahLst/>
                <a:cxnLst/>
                <a:rect l="l" t="t" r="r" b="b"/>
                <a:pathLst>
                  <a:path w="35776" h="19758" extrusionOk="0">
                    <a:moveTo>
                      <a:pt x="9180" y="13709"/>
                    </a:moveTo>
                    <a:cubicBezTo>
                      <a:pt x="8298" y="14013"/>
                      <a:pt x="7447" y="14469"/>
                      <a:pt x="6535" y="14469"/>
                    </a:cubicBezTo>
                    <a:cubicBezTo>
                      <a:pt x="6292" y="14439"/>
                      <a:pt x="6049" y="14499"/>
                      <a:pt x="5836" y="14591"/>
                    </a:cubicBezTo>
                    <a:cubicBezTo>
                      <a:pt x="5623" y="14743"/>
                      <a:pt x="5441" y="14986"/>
                      <a:pt x="5350" y="15229"/>
                    </a:cubicBezTo>
                    <a:cubicBezTo>
                      <a:pt x="4924" y="15958"/>
                      <a:pt x="4043" y="16232"/>
                      <a:pt x="3222" y="16414"/>
                    </a:cubicBezTo>
                    <a:cubicBezTo>
                      <a:pt x="2401" y="16597"/>
                      <a:pt x="1550" y="16718"/>
                      <a:pt x="882" y="17235"/>
                    </a:cubicBezTo>
                    <a:cubicBezTo>
                      <a:pt x="243" y="17752"/>
                      <a:pt x="0" y="18876"/>
                      <a:pt x="608" y="19393"/>
                    </a:cubicBezTo>
                    <a:cubicBezTo>
                      <a:pt x="1094" y="19728"/>
                      <a:pt x="1702" y="19758"/>
                      <a:pt x="2189" y="19484"/>
                    </a:cubicBezTo>
                    <a:cubicBezTo>
                      <a:pt x="2675" y="19180"/>
                      <a:pt x="3101" y="18846"/>
                      <a:pt x="3465" y="18421"/>
                    </a:cubicBezTo>
                    <a:cubicBezTo>
                      <a:pt x="4590" y="17296"/>
                      <a:pt x="5867" y="16384"/>
                      <a:pt x="7295" y="15685"/>
                    </a:cubicBezTo>
                    <a:cubicBezTo>
                      <a:pt x="8937" y="14864"/>
                      <a:pt x="31277" y="2645"/>
                      <a:pt x="35776" y="1"/>
                    </a:cubicBezTo>
                    <a:cubicBezTo>
                      <a:pt x="25928" y="5502"/>
                      <a:pt x="13648" y="12007"/>
                      <a:pt x="9180" y="137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3"/>
              <p:cNvSpPr/>
              <p:nvPr/>
            </p:nvSpPr>
            <p:spPr>
              <a:xfrm flipH="1">
                <a:off x="5839291" y="657788"/>
                <a:ext cx="435126" cy="240307"/>
              </a:xfrm>
              <a:custGeom>
                <a:avLst/>
                <a:gdLst/>
                <a:ahLst/>
                <a:cxnLst/>
                <a:rect l="l" t="t" r="r" b="b"/>
                <a:pathLst>
                  <a:path w="35776" h="19758" extrusionOk="0">
                    <a:moveTo>
                      <a:pt x="9180" y="13709"/>
                    </a:moveTo>
                    <a:cubicBezTo>
                      <a:pt x="8298" y="14013"/>
                      <a:pt x="7447" y="14469"/>
                      <a:pt x="6535" y="14469"/>
                    </a:cubicBezTo>
                    <a:cubicBezTo>
                      <a:pt x="6292" y="14439"/>
                      <a:pt x="6049" y="14499"/>
                      <a:pt x="5836" y="14591"/>
                    </a:cubicBezTo>
                    <a:cubicBezTo>
                      <a:pt x="5623" y="14743"/>
                      <a:pt x="5441" y="14986"/>
                      <a:pt x="5350" y="15229"/>
                    </a:cubicBezTo>
                    <a:cubicBezTo>
                      <a:pt x="4924" y="15958"/>
                      <a:pt x="4043" y="16232"/>
                      <a:pt x="3222" y="16414"/>
                    </a:cubicBezTo>
                    <a:cubicBezTo>
                      <a:pt x="2401" y="16597"/>
                      <a:pt x="1550" y="16718"/>
                      <a:pt x="882" y="17235"/>
                    </a:cubicBezTo>
                    <a:cubicBezTo>
                      <a:pt x="243" y="17752"/>
                      <a:pt x="0" y="18876"/>
                      <a:pt x="608" y="19393"/>
                    </a:cubicBezTo>
                    <a:cubicBezTo>
                      <a:pt x="1094" y="19728"/>
                      <a:pt x="1702" y="19758"/>
                      <a:pt x="2189" y="19484"/>
                    </a:cubicBezTo>
                    <a:cubicBezTo>
                      <a:pt x="2675" y="19180"/>
                      <a:pt x="3101" y="18846"/>
                      <a:pt x="3465" y="18421"/>
                    </a:cubicBezTo>
                    <a:cubicBezTo>
                      <a:pt x="4590" y="17296"/>
                      <a:pt x="5867" y="16384"/>
                      <a:pt x="7295" y="15685"/>
                    </a:cubicBezTo>
                    <a:cubicBezTo>
                      <a:pt x="8937" y="14864"/>
                      <a:pt x="31277" y="2645"/>
                      <a:pt x="35776" y="1"/>
                    </a:cubicBezTo>
                    <a:cubicBezTo>
                      <a:pt x="25928" y="5502"/>
                      <a:pt x="13648" y="12007"/>
                      <a:pt x="9180" y="137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3"/>
              <p:cNvSpPr/>
              <p:nvPr/>
            </p:nvSpPr>
            <p:spPr>
              <a:xfrm flipH="1">
                <a:off x="1027389" y="3781356"/>
                <a:ext cx="632341" cy="349223"/>
              </a:xfrm>
              <a:custGeom>
                <a:avLst/>
                <a:gdLst/>
                <a:ahLst/>
                <a:cxnLst/>
                <a:rect l="l" t="t" r="r" b="b"/>
                <a:pathLst>
                  <a:path w="35776" h="19758" extrusionOk="0">
                    <a:moveTo>
                      <a:pt x="9180" y="13709"/>
                    </a:moveTo>
                    <a:cubicBezTo>
                      <a:pt x="8298" y="14013"/>
                      <a:pt x="7447" y="14469"/>
                      <a:pt x="6535" y="14469"/>
                    </a:cubicBezTo>
                    <a:cubicBezTo>
                      <a:pt x="6292" y="14439"/>
                      <a:pt x="6049" y="14499"/>
                      <a:pt x="5836" y="14591"/>
                    </a:cubicBezTo>
                    <a:cubicBezTo>
                      <a:pt x="5623" y="14743"/>
                      <a:pt x="5441" y="14986"/>
                      <a:pt x="5350" y="15229"/>
                    </a:cubicBezTo>
                    <a:cubicBezTo>
                      <a:pt x="4924" y="15958"/>
                      <a:pt x="4043" y="16232"/>
                      <a:pt x="3222" y="16414"/>
                    </a:cubicBezTo>
                    <a:cubicBezTo>
                      <a:pt x="2401" y="16597"/>
                      <a:pt x="1550" y="16718"/>
                      <a:pt x="882" y="17235"/>
                    </a:cubicBezTo>
                    <a:cubicBezTo>
                      <a:pt x="243" y="17752"/>
                      <a:pt x="0" y="18876"/>
                      <a:pt x="608" y="19393"/>
                    </a:cubicBezTo>
                    <a:cubicBezTo>
                      <a:pt x="1094" y="19728"/>
                      <a:pt x="1702" y="19758"/>
                      <a:pt x="2189" y="19484"/>
                    </a:cubicBezTo>
                    <a:cubicBezTo>
                      <a:pt x="2675" y="19180"/>
                      <a:pt x="3101" y="18846"/>
                      <a:pt x="3465" y="18421"/>
                    </a:cubicBezTo>
                    <a:cubicBezTo>
                      <a:pt x="4590" y="17296"/>
                      <a:pt x="5867" y="16384"/>
                      <a:pt x="7295" y="15685"/>
                    </a:cubicBezTo>
                    <a:cubicBezTo>
                      <a:pt x="8937" y="14864"/>
                      <a:pt x="31277" y="2645"/>
                      <a:pt x="35776" y="1"/>
                    </a:cubicBezTo>
                    <a:cubicBezTo>
                      <a:pt x="25928" y="5502"/>
                      <a:pt x="13648" y="12007"/>
                      <a:pt x="9180" y="137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3" name="Google Shape;693;p3"/>
            <p:cNvGrpSpPr/>
            <p:nvPr/>
          </p:nvGrpSpPr>
          <p:grpSpPr>
            <a:xfrm>
              <a:off x="-152337" y="-193233"/>
              <a:ext cx="2586475" cy="2591675"/>
              <a:chOff x="-152337" y="-193233"/>
              <a:chExt cx="2586475" cy="2591675"/>
            </a:xfrm>
          </p:grpSpPr>
          <p:sp>
            <p:nvSpPr>
              <p:cNvPr id="694" name="Google Shape;694;p3"/>
              <p:cNvSpPr/>
              <p:nvPr/>
            </p:nvSpPr>
            <p:spPr>
              <a:xfrm>
                <a:off x="136278" y="442425"/>
                <a:ext cx="29589" cy="22049"/>
              </a:xfrm>
              <a:custGeom>
                <a:avLst/>
                <a:gdLst/>
                <a:ahLst/>
                <a:cxnLst/>
                <a:rect l="l" t="t" r="r" b="b"/>
                <a:pathLst>
                  <a:path w="569" h="424" extrusionOk="0">
                    <a:moveTo>
                      <a:pt x="291" y="0"/>
                    </a:moveTo>
                    <a:cubicBezTo>
                      <a:pt x="0" y="0"/>
                      <a:pt x="0" y="424"/>
                      <a:pt x="291" y="424"/>
                    </a:cubicBezTo>
                    <a:cubicBezTo>
                      <a:pt x="569" y="424"/>
                      <a:pt x="569" y="0"/>
                      <a:pt x="29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3"/>
              <p:cNvSpPr/>
              <p:nvPr/>
            </p:nvSpPr>
            <p:spPr>
              <a:xfrm>
                <a:off x="180636" y="310861"/>
                <a:ext cx="45190" cy="32866"/>
              </a:xfrm>
              <a:custGeom>
                <a:avLst/>
                <a:gdLst/>
                <a:ahLst/>
                <a:cxnLst/>
                <a:rect l="l" t="t" r="r" b="b"/>
                <a:pathLst>
                  <a:path w="869" h="632" extrusionOk="0">
                    <a:moveTo>
                      <a:pt x="450" y="1"/>
                    </a:moveTo>
                    <a:cubicBezTo>
                      <a:pt x="377" y="1"/>
                      <a:pt x="302" y="27"/>
                      <a:pt x="236" y="87"/>
                    </a:cubicBezTo>
                    <a:cubicBezTo>
                      <a:pt x="1" y="331"/>
                      <a:pt x="236" y="631"/>
                      <a:pt x="476" y="631"/>
                    </a:cubicBezTo>
                    <a:cubicBezTo>
                      <a:pt x="570" y="631"/>
                      <a:pt x="664" y="586"/>
                      <a:pt x="732" y="474"/>
                    </a:cubicBezTo>
                    <a:cubicBezTo>
                      <a:pt x="868" y="237"/>
                      <a:pt x="670" y="1"/>
                      <a:pt x="45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3"/>
              <p:cNvSpPr/>
              <p:nvPr/>
            </p:nvSpPr>
            <p:spPr>
              <a:xfrm>
                <a:off x="339450" y="289540"/>
                <a:ext cx="36558" cy="29641"/>
              </a:xfrm>
              <a:custGeom>
                <a:avLst/>
                <a:gdLst/>
                <a:ahLst/>
                <a:cxnLst/>
                <a:rect l="l" t="t" r="r" b="b"/>
                <a:pathLst>
                  <a:path w="703" h="570" extrusionOk="0">
                    <a:moveTo>
                      <a:pt x="351" y="1"/>
                    </a:moveTo>
                    <a:cubicBezTo>
                      <a:pt x="0" y="25"/>
                      <a:pt x="0" y="545"/>
                      <a:pt x="351" y="569"/>
                    </a:cubicBezTo>
                    <a:cubicBezTo>
                      <a:pt x="702" y="545"/>
                      <a:pt x="702" y="25"/>
                      <a:pt x="3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3"/>
              <p:cNvSpPr/>
              <p:nvPr/>
            </p:nvSpPr>
            <p:spPr>
              <a:xfrm>
                <a:off x="1309439" y="224642"/>
                <a:ext cx="52887" cy="45450"/>
              </a:xfrm>
              <a:custGeom>
                <a:avLst/>
                <a:gdLst/>
                <a:ahLst/>
                <a:cxnLst/>
                <a:rect l="l" t="t" r="r" b="b"/>
                <a:pathLst>
                  <a:path w="1017" h="874" extrusionOk="0">
                    <a:moveTo>
                      <a:pt x="447" y="1"/>
                    </a:moveTo>
                    <a:cubicBezTo>
                      <a:pt x="220" y="1"/>
                      <a:pt x="1" y="175"/>
                      <a:pt x="1" y="438"/>
                    </a:cubicBezTo>
                    <a:cubicBezTo>
                      <a:pt x="1" y="668"/>
                      <a:pt x="194" y="862"/>
                      <a:pt x="436" y="874"/>
                    </a:cubicBezTo>
                    <a:cubicBezTo>
                      <a:pt x="823" y="874"/>
                      <a:pt x="1017" y="402"/>
                      <a:pt x="751" y="124"/>
                    </a:cubicBezTo>
                    <a:cubicBezTo>
                      <a:pt x="662" y="39"/>
                      <a:pt x="554" y="1"/>
                      <a:pt x="44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3"/>
              <p:cNvSpPr/>
              <p:nvPr/>
            </p:nvSpPr>
            <p:spPr>
              <a:xfrm>
                <a:off x="1469241" y="177321"/>
                <a:ext cx="45970" cy="39938"/>
              </a:xfrm>
              <a:custGeom>
                <a:avLst/>
                <a:gdLst/>
                <a:ahLst/>
                <a:cxnLst/>
                <a:rect l="l" t="t" r="r" b="b"/>
                <a:pathLst>
                  <a:path w="884" h="768" extrusionOk="0">
                    <a:moveTo>
                      <a:pt x="380" y="1"/>
                    </a:moveTo>
                    <a:cubicBezTo>
                      <a:pt x="188" y="1"/>
                      <a:pt x="0" y="152"/>
                      <a:pt x="0" y="381"/>
                    </a:cubicBezTo>
                    <a:cubicBezTo>
                      <a:pt x="0" y="586"/>
                      <a:pt x="170" y="756"/>
                      <a:pt x="375" y="768"/>
                    </a:cubicBezTo>
                    <a:cubicBezTo>
                      <a:pt x="714" y="768"/>
                      <a:pt x="883" y="356"/>
                      <a:pt x="641" y="114"/>
                    </a:cubicBezTo>
                    <a:cubicBezTo>
                      <a:pt x="567" y="36"/>
                      <a:pt x="473" y="1"/>
                      <a:pt x="38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3"/>
              <p:cNvSpPr/>
              <p:nvPr/>
            </p:nvSpPr>
            <p:spPr>
              <a:xfrm>
                <a:off x="1454109" y="322249"/>
                <a:ext cx="23349" cy="17681"/>
              </a:xfrm>
              <a:custGeom>
                <a:avLst/>
                <a:gdLst/>
                <a:ahLst/>
                <a:cxnLst/>
                <a:rect l="l" t="t" r="r" b="b"/>
                <a:pathLst>
                  <a:path w="449" h="340" extrusionOk="0">
                    <a:moveTo>
                      <a:pt x="231" y="1"/>
                    </a:moveTo>
                    <a:cubicBezTo>
                      <a:pt x="1" y="1"/>
                      <a:pt x="1" y="340"/>
                      <a:pt x="231" y="340"/>
                    </a:cubicBezTo>
                    <a:cubicBezTo>
                      <a:pt x="449" y="340"/>
                      <a:pt x="449" y="1"/>
                      <a:pt x="2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3"/>
              <p:cNvSpPr/>
              <p:nvPr/>
            </p:nvSpPr>
            <p:spPr>
              <a:xfrm>
                <a:off x="1566744" y="340502"/>
                <a:ext cx="43422" cy="34010"/>
              </a:xfrm>
              <a:custGeom>
                <a:avLst/>
                <a:gdLst/>
                <a:ahLst/>
                <a:cxnLst/>
                <a:rect l="l" t="t" r="r" b="b"/>
                <a:pathLst>
                  <a:path w="835" h="654" extrusionOk="0">
                    <a:moveTo>
                      <a:pt x="412" y="1"/>
                    </a:moveTo>
                    <a:cubicBezTo>
                      <a:pt x="0" y="1"/>
                      <a:pt x="0" y="654"/>
                      <a:pt x="412" y="654"/>
                    </a:cubicBezTo>
                    <a:cubicBezTo>
                      <a:pt x="835" y="654"/>
                      <a:pt x="835" y="1"/>
                      <a:pt x="41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Google Shape;701;p3"/>
              <p:cNvSpPr/>
              <p:nvPr/>
            </p:nvSpPr>
            <p:spPr>
              <a:xfrm>
                <a:off x="1639703" y="402176"/>
                <a:ext cx="42174" cy="33386"/>
              </a:xfrm>
              <a:custGeom>
                <a:avLst/>
                <a:gdLst/>
                <a:ahLst/>
                <a:cxnLst/>
                <a:rect l="l" t="t" r="r" b="b"/>
                <a:pathLst>
                  <a:path w="811" h="642" extrusionOk="0">
                    <a:moveTo>
                      <a:pt x="412" y="0"/>
                    </a:moveTo>
                    <a:cubicBezTo>
                      <a:pt x="0" y="0"/>
                      <a:pt x="0" y="641"/>
                      <a:pt x="412" y="641"/>
                    </a:cubicBezTo>
                    <a:cubicBezTo>
                      <a:pt x="811" y="641"/>
                      <a:pt x="811" y="0"/>
                      <a:pt x="41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3"/>
              <p:cNvSpPr/>
              <p:nvPr/>
            </p:nvSpPr>
            <p:spPr>
              <a:xfrm>
                <a:off x="1530239" y="510340"/>
                <a:ext cx="39678" cy="30889"/>
              </a:xfrm>
              <a:custGeom>
                <a:avLst/>
                <a:gdLst/>
                <a:ahLst/>
                <a:cxnLst/>
                <a:rect l="l" t="t" r="r" b="b"/>
                <a:pathLst>
                  <a:path w="763" h="594" extrusionOk="0">
                    <a:moveTo>
                      <a:pt x="376" y="1"/>
                    </a:moveTo>
                    <a:cubicBezTo>
                      <a:pt x="1" y="1"/>
                      <a:pt x="1" y="593"/>
                      <a:pt x="376" y="593"/>
                    </a:cubicBezTo>
                    <a:cubicBezTo>
                      <a:pt x="763" y="593"/>
                      <a:pt x="763" y="1"/>
                      <a:pt x="37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3"/>
              <p:cNvSpPr/>
              <p:nvPr/>
            </p:nvSpPr>
            <p:spPr>
              <a:xfrm>
                <a:off x="1590613" y="539305"/>
                <a:ext cx="33438" cy="26469"/>
              </a:xfrm>
              <a:custGeom>
                <a:avLst/>
                <a:gdLst/>
                <a:ahLst/>
                <a:cxnLst/>
                <a:rect l="l" t="t" r="r" b="b"/>
                <a:pathLst>
                  <a:path w="643" h="509" extrusionOk="0">
                    <a:moveTo>
                      <a:pt x="328" y="0"/>
                    </a:moveTo>
                    <a:cubicBezTo>
                      <a:pt x="1" y="24"/>
                      <a:pt x="1" y="484"/>
                      <a:pt x="328" y="508"/>
                    </a:cubicBezTo>
                    <a:cubicBezTo>
                      <a:pt x="642" y="484"/>
                      <a:pt x="642" y="24"/>
                      <a:pt x="32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Google Shape;704;p3"/>
              <p:cNvSpPr/>
              <p:nvPr/>
            </p:nvSpPr>
            <p:spPr>
              <a:xfrm>
                <a:off x="1752911" y="650536"/>
                <a:ext cx="35310" cy="33126"/>
              </a:xfrm>
              <a:custGeom>
                <a:avLst/>
                <a:gdLst/>
                <a:ahLst/>
                <a:cxnLst/>
                <a:rect l="l" t="t" r="r" b="b"/>
                <a:pathLst>
                  <a:path w="679" h="637" extrusionOk="0">
                    <a:moveTo>
                      <a:pt x="356" y="0"/>
                    </a:moveTo>
                    <a:cubicBezTo>
                      <a:pt x="305" y="0"/>
                      <a:pt x="253" y="16"/>
                      <a:pt x="207" y="51"/>
                    </a:cubicBezTo>
                    <a:lnTo>
                      <a:pt x="182" y="75"/>
                    </a:lnTo>
                    <a:cubicBezTo>
                      <a:pt x="1" y="184"/>
                      <a:pt x="1" y="450"/>
                      <a:pt x="182" y="571"/>
                    </a:cubicBezTo>
                    <a:lnTo>
                      <a:pt x="207" y="595"/>
                    </a:lnTo>
                    <a:cubicBezTo>
                      <a:pt x="255" y="624"/>
                      <a:pt x="307" y="637"/>
                      <a:pt x="357" y="637"/>
                    </a:cubicBezTo>
                    <a:cubicBezTo>
                      <a:pt x="519" y="637"/>
                      <a:pt x="669" y="501"/>
                      <a:pt x="678" y="317"/>
                    </a:cubicBezTo>
                    <a:cubicBezTo>
                      <a:pt x="678" y="152"/>
                      <a:pt x="518" y="0"/>
                      <a:pt x="35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3"/>
              <p:cNvSpPr/>
              <p:nvPr/>
            </p:nvSpPr>
            <p:spPr>
              <a:xfrm>
                <a:off x="1690041" y="576382"/>
                <a:ext cx="25845" cy="21477"/>
              </a:xfrm>
              <a:custGeom>
                <a:avLst/>
                <a:gdLst/>
                <a:ahLst/>
                <a:cxnLst/>
                <a:rect l="l" t="t" r="r" b="b"/>
                <a:pathLst>
                  <a:path w="497" h="413" extrusionOk="0">
                    <a:moveTo>
                      <a:pt x="242" y="1"/>
                    </a:moveTo>
                    <a:cubicBezTo>
                      <a:pt x="0" y="25"/>
                      <a:pt x="0" y="388"/>
                      <a:pt x="242" y="412"/>
                    </a:cubicBezTo>
                    <a:cubicBezTo>
                      <a:pt x="496" y="388"/>
                      <a:pt x="496" y="25"/>
                      <a:pt x="24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3"/>
              <p:cNvSpPr/>
              <p:nvPr/>
            </p:nvSpPr>
            <p:spPr>
              <a:xfrm>
                <a:off x="1651039" y="721727"/>
                <a:ext cx="35258" cy="28341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45" extrusionOk="0">
                    <a:moveTo>
                      <a:pt x="339" y="0"/>
                    </a:moveTo>
                    <a:cubicBezTo>
                      <a:pt x="0" y="24"/>
                      <a:pt x="0" y="520"/>
                      <a:pt x="339" y="545"/>
                    </a:cubicBezTo>
                    <a:cubicBezTo>
                      <a:pt x="678" y="520"/>
                      <a:pt x="678" y="24"/>
                      <a:pt x="33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3"/>
              <p:cNvSpPr/>
              <p:nvPr/>
            </p:nvSpPr>
            <p:spPr>
              <a:xfrm>
                <a:off x="1752287" y="748143"/>
                <a:ext cx="39054" cy="29589"/>
              </a:xfrm>
              <a:custGeom>
                <a:avLst/>
                <a:gdLst/>
                <a:ahLst/>
                <a:cxnLst/>
                <a:rect l="l" t="t" r="r" b="b"/>
                <a:pathLst>
                  <a:path w="751" h="569" extrusionOk="0">
                    <a:moveTo>
                      <a:pt x="376" y="0"/>
                    </a:moveTo>
                    <a:cubicBezTo>
                      <a:pt x="1" y="0"/>
                      <a:pt x="1" y="569"/>
                      <a:pt x="376" y="569"/>
                    </a:cubicBezTo>
                    <a:cubicBezTo>
                      <a:pt x="751" y="569"/>
                      <a:pt x="751" y="0"/>
                      <a:pt x="37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3"/>
              <p:cNvSpPr/>
              <p:nvPr/>
            </p:nvSpPr>
            <p:spPr>
              <a:xfrm>
                <a:off x="1690665" y="931189"/>
                <a:ext cx="39678" cy="30889"/>
              </a:xfrm>
              <a:custGeom>
                <a:avLst/>
                <a:gdLst/>
                <a:ahLst/>
                <a:cxnLst/>
                <a:rect l="l" t="t" r="r" b="b"/>
                <a:pathLst>
                  <a:path w="763" h="594" extrusionOk="0">
                    <a:moveTo>
                      <a:pt x="387" y="0"/>
                    </a:moveTo>
                    <a:cubicBezTo>
                      <a:pt x="0" y="0"/>
                      <a:pt x="0" y="593"/>
                      <a:pt x="387" y="593"/>
                    </a:cubicBezTo>
                    <a:cubicBezTo>
                      <a:pt x="762" y="593"/>
                      <a:pt x="762" y="0"/>
                      <a:pt x="3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3"/>
              <p:cNvSpPr/>
              <p:nvPr/>
            </p:nvSpPr>
            <p:spPr>
              <a:xfrm>
                <a:off x="1761751" y="944398"/>
                <a:ext cx="35258" cy="26469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09" extrusionOk="0">
                    <a:moveTo>
                      <a:pt x="339" y="0"/>
                    </a:moveTo>
                    <a:cubicBezTo>
                      <a:pt x="0" y="0"/>
                      <a:pt x="0" y="509"/>
                      <a:pt x="339" y="509"/>
                    </a:cubicBezTo>
                    <a:cubicBezTo>
                      <a:pt x="678" y="509"/>
                      <a:pt x="678" y="0"/>
                      <a:pt x="33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3"/>
              <p:cNvSpPr/>
              <p:nvPr/>
            </p:nvSpPr>
            <p:spPr>
              <a:xfrm>
                <a:off x="1766639" y="849443"/>
                <a:ext cx="49922" cy="35570"/>
              </a:xfrm>
              <a:custGeom>
                <a:avLst/>
                <a:gdLst/>
                <a:ahLst/>
                <a:cxnLst/>
                <a:rect l="l" t="t" r="r" b="b"/>
                <a:pathLst>
                  <a:path w="960" h="684" extrusionOk="0">
                    <a:moveTo>
                      <a:pt x="500" y="0"/>
                    </a:moveTo>
                    <a:cubicBezTo>
                      <a:pt x="447" y="0"/>
                      <a:pt x="393" y="15"/>
                      <a:pt x="342" y="48"/>
                    </a:cubicBezTo>
                    <a:lnTo>
                      <a:pt x="293" y="85"/>
                    </a:lnTo>
                    <a:cubicBezTo>
                      <a:pt x="0" y="255"/>
                      <a:pt x="321" y="684"/>
                      <a:pt x="578" y="684"/>
                    </a:cubicBezTo>
                    <a:cubicBezTo>
                      <a:pt x="650" y="684"/>
                      <a:pt x="718" y="650"/>
                      <a:pt x="765" y="568"/>
                    </a:cubicBezTo>
                    <a:lnTo>
                      <a:pt x="801" y="508"/>
                    </a:lnTo>
                    <a:cubicBezTo>
                      <a:pt x="960" y="291"/>
                      <a:pt x="738" y="0"/>
                      <a:pt x="5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3"/>
              <p:cNvSpPr/>
              <p:nvPr/>
            </p:nvSpPr>
            <p:spPr>
              <a:xfrm>
                <a:off x="1768668" y="1049441"/>
                <a:ext cx="29589" cy="22725"/>
              </a:xfrm>
              <a:custGeom>
                <a:avLst/>
                <a:gdLst/>
                <a:ahLst/>
                <a:cxnLst/>
                <a:rect l="l" t="t" r="r" b="b"/>
                <a:pathLst>
                  <a:path w="569" h="437" extrusionOk="0">
                    <a:moveTo>
                      <a:pt x="291" y="1"/>
                    </a:moveTo>
                    <a:cubicBezTo>
                      <a:pt x="0" y="1"/>
                      <a:pt x="0" y="436"/>
                      <a:pt x="291" y="436"/>
                    </a:cubicBezTo>
                    <a:cubicBezTo>
                      <a:pt x="569" y="424"/>
                      <a:pt x="569" y="1"/>
                      <a:pt x="29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3"/>
              <p:cNvSpPr/>
              <p:nvPr/>
            </p:nvSpPr>
            <p:spPr>
              <a:xfrm>
                <a:off x="1703249" y="1211739"/>
                <a:ext cx="45346" cy="34634"/>
              </a:xfrm>
              <a:custGeom>
                <a:avLst/>
                <a:gdLst/>
                <a:ahLst/>
                <a:cxnLst/>
                <a:rect l="l" t="t" r="r" b="b"/>
                <a:pathLst>
                  <a:path w="872" h="666" extrusionOk="0">
                    <a:moveTo>
                      <a:pt x="436" y="1"/>
                    </a:moveTo>
                    <a:cubicBezTo>
                      <a:pt x="0" y="1"/>
                      <a:pt x="0" y="666"/>
                      <a:pt x="436" y="666"/>
                    </a:cubicBezTo>
                    <a:cubicBezTo>
                      <a:pt x="871" y="666"/>
                      <a:pt x="871" y="1"/>
                      <a:pt x="43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3"/>
              <p:cNvSpPr/>
              <p:nvPr/>
            </p:nvSpPr>
            <p:spPr>
              <a:xfrm>
                <a:off x="1646619" y="1326870"/>
                <a:ext cx="43474" cy="33386"/>
              </a:xfrm>
              <a:custGeom>
                <a:avLst/>
                <a:gdLst/>
                <a:ahLst/>
                <a:cxnLst/>
                <a:rect l="l" t="t" r="r" b="b"/>
                <a:pathLst>
                  <a:path w="836" h="642" extrusionOk="0">
                    <a:moveTo>
                      <a:pt x="424" y="0"/>
                    </a:moveTo>
                    <a:cubicBezTo>
                      <a:pt x="1" y="0"/>
                      <a:pt x="1" y="641"/>
                      <a:pt x="424" y="641"/>
                    </a:cubicBezTo>
                    <a:cubicBezTo>
                      <a:pt x="835" y="641"/>
                      <a:pt x="835" y="0"/>
                      <a:pt x="4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3"/>
              <p:cNvSpPr/>
              <p:nvPr/>
            </p:nvSpPr>
            <p:spPr>
              <a:xfrm>
                <a:off x="1581201" y="1289117"/>
                <a:ext cx="21425" cy="17681"/>
              </a:xfrm>
              <a:custGeom>
                <a:avLst/>
                <a:gdLst/>
                <a:ahLst/>
                <a:cxnLst/>
                <a:rect l="l" t="t" r="r" b="b"/>
                <a:pathLst>
                  <a:path w="412" h="340" extrusionOk="0">
                    <a:moveTo>
                      <a:pt x="206" y="1"/>
                    </a:moveTo>
                    <a:cubicBezTo>
                      <a:pt x="0" y="25"/>
                      <a:pt x="0" y="315"/>
                      <a:pt x="206" y="339"/>
                    </a:cubicBezTo>
                    <a:cubicBezTo>
                      <a:pt x="412" y="315"/>
                      <a:pt x="412" y="25"/>
                      <a:pt x="20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3"/>
              <p:cNvSpPr/>
              <p:nvPr/>
            </p:nvSpPr>
            <p:spPr>
              <a:xfrm>
                <a:off x="1410115" y="1433786"/>
                <a:ext cx="35258" cy="26469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09" extrusionOk="0">
                    <a:moveTo>
                      <a:pt x="339" y="1"/>
                    </a:moveTo>
                    <a:cubicBezTo>
                      <a:pt x="0" y="1"/>
                      <a:pt x="0" y="509"/>
                      <a:pt x="339" y="509"/>
                    </a:cubicBezTo>
                    <a:cubicBezTo>
                      <a:pt x="678" y="509"/>
                      <a:pt x="678" y="1"/>
                      <a:pt x="3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3"/>
              <p:cNvSpPr/>
              <p:nvPr/>
            </p:nvSpPr>
            <p:spPr>
              <a:xfrm>
                <a:off x="1415783" y="1504248"/>
                <a:ext cx="31462" cy="23973"/>
              </a:xfrm>
              <a:custGeom>
                <a:avLst/>
                <a:gdLst/>
                <a:ahLst/>
                <a:cxnLst/>
                <a:rect l="l" t="t" r="r" b="b"/>
                <a:pathLst>
                  <a:path w="605" h="461" extrusionOk="0">
                    <a:moveTo>
                      <a:pt x="302" y="1"/>
                    </a:moveTo>
                    <a:cubicBezTo>
                      <a:pt x="0" y="1"/>
                      <a:pt x="0" y="460"/>
                      <a:pt x="302" y="460"/>
                    </a:cubicBezTo>
                    <a:cubicBezTo>
                      <a:pt x="605" y="460"/>
                      <a:pt x="605" y="1"/>
                      <a:pt x="30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3"/>
              <p:cNvSpPr/>
              <p:nvPr/>
            </p:nvSpPr>
            <p:spPr>
              <a:xfrm>
                <a:off x="1505694" y="1418705"/>
                <a:ext cx="42850" cy="33386"/>
              </a:xfrm>
              <a:custGeom>
                <a:avLst/>
                <a:gdLst/>
                <a:ahLst/>
                <a:cxnLst/>
                <a:rect l="l" t="t" r="r" b="b"/>
                <a:pathLst>
                  <a:path w="824" h="642" extrusionOk="0">
                    <a:moveTo>
                      <a:pt x="412" y="0"/>
                    </a:moveTo>
                    <a:cubicBezTo>
                      <a:pt x="1" y="0"/>
                      <a:pt x="1" y="642"/>
                      <a:pt x="412" y="642"/>
                    </a:cubicBezTo>
                    <a:cubicBezTo>
                      <a:pt x="823" y="642"/>
                      <a:pt x="823" y="0"/>
                      <a:pt x="41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3"/>
              <p:cNvSpPr/>
              <p:nvPr/>
            </p:nvSpPr>
            <p:spPr>
              <a:xfrm>
                <a:off x="1212560" y="1441326"/>
                <a:ext cx="25221" cy="18929"/>
              </a:xfrm>
              <a:custGeom>
                <a:avLst/>
                <a:gdLst/>
                <a:ahLst/>
                <a:cxnLst/>
                <a:rect l="l" t="t" r="r" b="b"/>
                <a:pathLst>
                  <a:path w="485" h="364" extrusionOk="0">
                    <a:moveTo>
                      <a:pt x="243" y="1"/>
                    </a:moveTo>
                    <a:cubicBezTo>
                      <a:pt x="1" y="1"/>
                      <a:pt x="1" y="364"/>
                      <a:pt x="243" y="364"/>
                    </a:cubicBezTo>
                    <a:cubicBezTo>
                      <a:pt x="485" y="364"/>
                      <a:pt x="485" y="1"/>
                      <a:pt x="24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3"/>
              <p:cNvSpPr/>
              <p:nvPr/>
            </p:nvSpPr>
            <p:spPr>
              <a:xfrm>
                <a:off x="1172935" y="1533837"/>
                <a:ext cx="43474" cy="33386"/>
              </a:xfrm>
              <a:custGeom>
                <a:avLst/>
                <a:gdLst/>
                <a:ahLst/>
                <a:cxnLst/>
                <a:rect l="l" t="t" r="r" b="b"/>
                <a:pathLst>
                  <a:path w="836" h="642" extrusionOk="0">
                    <a:moveTo>
                      <a:pt x="412" y="0"/>
                    </a:moveTo>
                    <a:cubicBezTo>
                      <a:pt x="1" y="0"/>
                      <a:pt x="1" y="641"/>
                      <a:pt x="412" y="641"/>
                    </a:cubicBezTo>
                    <a:cubicBezTo>
                      <a:pt x="835" y="641"/>
                      <a:pt x="835" y="0"/>
                      <a:pt x="41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3"/>
              <p:cNvSpPr/>
              <p:nvPr/>
            </p:nvSpPr>
            <p:spPr>
              <a:xfrm>
                <a:off x="1023845" y="1465247"/>
                <a:ext cx="12637" cy="9516"/>
              </a:xfrm>
              <a:custGeom>
                <a:avLst/>
                <a:gdLst/>
                <a:ahLst/>
                <a:cxnLst/>
                <a:rect l="l" t="t" r="r" b="b"/>
                <a:pathLst>
                  <a:path w="243" h="183" extrusionOk="0">
                    <a:moveTo>
                      <a:pt x="122" y="1"/>
                    </a:moveTo>
                    <a:cubicBezTo>
                      <a:pt x="1" y="1"/>
                      <a:pt x="1" y="182"/>
                      <a:pt x="122" y="182"/>
                    </a:cubicBezTo>
                    <a:cubicBezTo>
                      <a:pt x="243" y="182"/>
                      <a:pt x="243" y="1"/>
                      <a:pt x="12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3"/>
              <p:cNvSpPr/>
              <p:nvPr/>
            </p:nvSpPr>
            <p:spPr>
              <a:xfrm>
                <a:off x="1021973" y="1419329"/>
                <a:ext cx="32138" cy="24597"/>
              </a:xfrm>
              <a:custGeom>
                <a:avLst/>
                <a:gdLst/>
                <a:ahLst/>
                <a:cxnLst/>
                <a:rect l="l" t="t" r="r" b="b"/>
                <a:pathLst>
                  <a:path w="618" h="473" extrusionOk="0">
                    <a:moveTo>
                      <a:pt x="303" y="1"/>
                    </a:moveTo>
                    <a:cubicBezTo>
                      <a:pt x="0" y="1"/>
                      <a:pt x="0" y="472"/>
                      <a:pt x="303" y="472"/>
                    </a:cubicBezTo>
                    <a:cubicBezTo>
                      <a:pt x="617" y="472"/>
                      <a:pt x="617" y="1"/>
                      <a:pt x="3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3"/>
              <p:cNvSpPr/>
              <p:nvPr/>
            </p:nvSpPr>
            <p:spPr>
              <a:xfrm>
                <a:off x="1130813" y="1457083"/>
                <a:ext cx="43422" cy="33386"/>
              </a:xfrm>
              <a:custGeom>
                <a:avLst/>
                <a:gdLst/>
                <a:ahLst/>
                <a:cxnLst/>
                <a:rect l="l" t="t" r="r" b="b"/>
                <a:pathLst>
                  <a:path w="835" h="642" extrusionOk="0">
                    <a:moveTo>
                      <a:pt x="424" y="0"/>
                    </a:moveTo>
                    <a:cubicBezTo>
                      <a:pt x="0" y="0"/>
                      <a:pt x="0" y="641"/>
                      <a:pt x="424" y="641"/>
                    </a:cubicBezTo>
                    <a:cubicBezTo>
                      <a:pt x="835" y="641"/>
                      <a:pt x="835" y="0"/>
                      <a:pt x="4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3"/>
              <p:cNvSpPr/>
              <p:nvPr/>
            </p:nvSpPr>
            <p:spPr>
              <a:xfrm>
                <a:off x="1068515" y="1538829"/>
                <a:ext cx="39054" cy="30265"/>
              </a:xfrm>
              <a:custGeom>
                <a:avLst/>
                <a:gdLst/>
                <a:ahLst/>
                <a:cxnLst/>
                <a:rect l="l" t="t" r="r" b="b"/>
                <a:pathLst>
                  <a:path w="751" h="582" extrusionOk="0">
                    <a:moveTo>
                      <a:pt x="364" y="1"/>
                    </a:moveTo>
                    <a:cubicBezTo>
                      <a:pt x="1" y="1"/>
                      <a:pt x="1" y="582"/>
                      <a:pt x="364" y="582"/>
                    </a:cubicBezTo>
                    <a:cubicBezTo>
                      <a:pt x="751" y="569"/>
                      <a:pt x="751" y="1"/>
                      <a:pt x="3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"/>
              <p:cNvSpPr/>
              <p:nvPr/>
            </p:nvSpPr>
            <p:spPr>
              <a:xfrm>
                <a:off x="887341" y="1396709"/>
                <a:ext cx="40978" cy="31462"/>
              </a:xfrm>
              <a:custGeom>
                <a:avLst/>
                <a:gdLst/>
                <a:ahLst/>
                <a:cxnLst/>
                <a:rect l="l" t="t" r="r" b="b"/>
                <a:pathLst>
                  <a:path w="788" h="605" extrusionOk="0">
                    <a:moveTo>
                      <a:pt x="400" y="0"/>
                    </a:moveTo>
                    <a:cubicBezTo>
                      <a:pt x="1" y="0"/>
                      <a:pt x="1" y="605"/>
                      <a:pt x="400" y="605"/>
                    </a:cubicBezTo>
                    <a:cubicBezTo>
                      <a:pt x="787" y="605"/>
                      <a:pt x="787" y="0"/>
                      <a:pt x="4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3"/>
              <p:cNvSpPr/>
              <p:nvPr/>
            </p:nvSpPr>
            <p:spPr>
              <a:xfrm>
                <a:off x="876680" y="1316418"/>
                <a:ext cx="37130" cy="31254"/>
              </a:xfrm>
              <a:custGeom>
                <a:avLst/>
                <a:gdLst/>
                <a:ahLst/>
                <a:cxnLst/>
                <a:rect l="l" t="t" r="r" b="b"/>
                <a:pathLst>
                  <a:path w="714" h="601" extrusionOk="0">
                    <a:moveTo>
                      <a:pt x="303" y="1"/>
                    </a:moveTo>
                    <a:cubicBezTo>
                      <a:pt x="147" y="1"/>
                      <a:pt x="0" y="119"/>
                      <a:pt x="0" y="298"/>
                    </a:cubicBezTo>
                    <a:cubicBezTo>
                      <a:pt x="0" y="467"/>
                      <a:pt x="145" y="601"/>
                      <a:pt x="303" y="601"/>
                    </a:cubicBezTo>
                    <a:cubicBezTo>
                      <a:pt x="581" y="601"/>
                      <a:pt x="714" y="274"/>
                      <a:pt x="520" y="92"/>
                    </a:cubicBezTo>
                    <a:cubicBezTo>
                      <a:pt x="457" y="29"/>
                      <a:pt x="379" y="1"/>
                      <a:pt x="3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3"/>
              <p:cNvSpPr/>
              <p:nvPr/>
            </p:nvSpPr>
            <p:spPr>
              <a:xfrm>
                <a:off x="815630" y="1366496"/>
                <a:ext cx="31514" cy="23297"/>
              </a:xfrm>
              <a:custGeom>
                <a:avLst/>
                <a:gdLst/>
                <a:ahLst/>
                <a:cxnLst/>
                <a:rect l="l" t="t" r="r" b="b"/>
                <a:pathLst>
                  <a:path w="606" h="448" extrusionOk="0">
                    <a:moveTo>
                      <a:pt x="315" y="0"/>
                    </a:moveTo>
                    <a:cubicBezTo>
                      <a:pt x="311" y="0"/>
                      <a:pt x="307" y="0"/>
                      <a:pt x="303" y="0"/>
                    </a:cubicBezTo>
                    <a:cubicBezTo>
                      <a:pt x="1" y="0"/>
                      <a:pt x="1" y="448"/>
                      <a:pt x="303" y="448"/>
                    </a:cubicBezTo>
                    <a:cubicBezTo>
                      <a:pt x="602" y="448"/>
                      <a:pt x="606" y="0"/>
                      <a:pt x="31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3"/>
              <p:cNvSpPr/>
              <p:nvPr/>
            </p:nvSpPr>
            <p:spPr>
              <a:xfrm>
                <a:off x="791761" y="1262076"/>
                <a:ext cx="33386" cy="25845"/>
              </a:xfrm>
              <a:custGeom>
                <a:avLst/>
                <a:gdLst/>
                <a:ahLst/>
                <a:cxnLst/>
                <a:rect l="l" t="t" r="r" b="b"/>
                <a:pathLst>
                  <a:path w="642" h="497" extrusionOk="0">
                    <a:moveTo>
                      <a:pt x="327" y="0"/>
                    </a:moveTo>
                    <a:cubicBezTo>
                      <a:pt x="0" y="0"/>
                      <a:pt x="0" y="496"/>
                      <a:pt x="327" y="496"/>
                    </a:cubicBezTo>
                    <a:cubicBezTo>
                      <a:pt x="641" y="496"/>
                      <a:pt x="641" y="0"/>
                      <a:pt x="32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3"/>
              <p:cNvSpPr/>
              <p:nvPr/>
            </p:nvSpPr>
            <p:spPr>
              <a:xfrm>
                <a:off x="789837" y="1203574"/>
                <a:ext cx="37182" cy="27717"/>
              </a:xfrm>
              <a:custGeom>
                <a:avLst/>
                <a:gdLst/>
                <a:ahLst/>
                <a:cxnLst/>
                <a:rect l="l" t="t" r="r" b="b"/>
                <a:pathLst>
                  <a:path w="715" h="533" extrusionOk="0">
                    <a:moveTo>
                      <a:pt x="364" y="0"/>
                    </a:moveTo>
                    <a:cubicBezTo>
                      <a:pt x="1" y="0"/>
                      <a:pt x="1" y="533"/>
                      <a:pt x="364" y="533"/>
                    </a:cubicBezTo>
                    <a:cubicBezTo>
                      <a:pt x="714" y="533"/>
                      <a:pt x="714" y="0"/>
                      <a:pt x="36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3"/>
              <p:cNvSpPr/>
              <p:nvPr/>
            </p:nvSpPr>
            <p:spPr>
              <a:xfrm>
                <a:off x="761548" y="1113611"/>
                <a:ext cx="40302" cy="31514"/>
              </a:xfrm>
              <a:custGeom>
                <a:avLst/>
                <a:gdLst/>
                <a:ahLst/>
                <a:cxnLst/>
                <a:rect l="l" t="t" r="r" b="b"/>
                <a:pathLst>
                  <a:path w="775" h="606" extrusionOk="0">
                    <a:moveTo>
                      <a:pt x="387" y="1"/>
                    </a:moveTo>
                    <a:cubicBezTo>
                      <a:pt x="0" y="1"/>
                      <a:pt x="0" y="605"/>
                      <a:pt x="387" y="605"/>
                    </a:cubicBezTo>
                    <a:cubicBezTo>
                      <a:pt x="775" y="605"/>
                      <a:pt x="775" y="1"/>
                      <a:pt x="38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3"/>
              <p:cNvSpPr/>
              <p:nvPr/>
            </p:nvSpPr>
            <p:spPr>
              <a:xfrm>
                <a:off x="735131" y="1039405"/>
                <a:ext cx="24597" cy="20177"/>
              </a:xfrm>
              <a:custGeom>
                <a:avLst/>
                <a:gdLst/>
                <a:ahLst/>
                <a:cxnLst/>
                <a:rect l="l" t="t" r="r" b="b"/>
                <a:pathLst>
                  <a:path w="473" h="388" extrusionOk="0">
                    <a:moveTo>
                      <a:pt x="242" y="0"/>
                    </a:moveTo>
                    <a:cubicBezTo>
                      <a:pt x="0" y="24"/>
                      <a:pt x="0" y="363"/>
                      <a:pt x="242" y="387"/>
                    </a:cubicBezTo>
                    <a:cubicBezTo>
                      <a:pt x="472" y="363"/>
                      <a:pt x="472" y="24"/>
                      <a:pt x="2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3"/>
              <p:cNvSpPr/>
              <p:nvPr/>
            </p:nvSpPr>
            <p:spPr>
              <a:xfrm>
                <a:off x="765292" y="942526"/>
                <a:ext cx="17681" cy="15133"/>
              </a:xfrm>
              <a:custGeom>
                <a:avLst/>
                <a:gdLst/>
                <a:ahLst/>
                <a:cxnLst/>
                <a:rect l="l" t="t" r="r" b="b"/>
                <a:pathLst>
                  <a:path w="340" h="291" extrusionOk="0">
                    <a:moveTo>
                      <a:pt x="170" y="0"/>
                    </a:moveTo>
                    <a:cubicBezTo>
                      <a:pt x="1" y="24"/>
                      <a:pt x="1" y="266"/>
                      <a:pt x="170" y="291"/>
                    </a:cubicBezTo>
                    <a:cubicBezTo>
                      <a:pt x="340" y="266"/>
                      <a:pt x="340" y="24"/>
                      <a:pt x="1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3"/>
              <p:cNvSpPr/>
              <p:nvPr/>
            </p:nvSpPr>
            <p:spPr>
              <a:xfrm>
                <a:off x="1283647" y="847519"/>
                <a:ext cx="28393" cy="21425"/>
              </a:xfrm>
              <a:custGeom>
                <a:avLst/>
                <a:gdLst/>
                <a:ahLst/>
                <a:cxnLst/>
                <a:rect l="l" t="t" r="r" b="b"/>
                <a:pathLst>
                  <a:path w="546" h="412" extrusionOk="0">
                    <a:moveTo>
                      <a:pt x="267" y="1"/>
                    </a:moveTo>
                    <a:cubicBezTo>
                      <a:pt x="1" y="1"/>
                      <a:pt x="1" y="412"/>
                      <a:pt x="267" y="412"/>
                    </a:cubicBezTo>
                    <a:cubicBezTo>
                      <a:pt x="545" y="412"/>
                      <a:pt x="545" y="1"/>
                      <a:pt x="26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3"/>
              <p:cNvSpPr/>
              <p:nvPr/>
            </p:nvSpPr>
            <p:spPr>
              <a:xfrm>
                <a:off x="1299403" y="175189"/>
                <a:ext cx="30473" cy="24441"/>
              </a:xfrm>
              <a:custGeom>
                <a:avLst/>
                <a:gdLst/>
                <a:ahLst/>
                <a:cxnLst/>
                <a:rect l="l" t="t" r="r" b="b"/>
                <a:pathLst>
                  <a:path w="586" h="470" extrusionOk="0">
                    <a:moveTo>
                      <a:pt x="183" y="0"/>
                    </a:moveTo>
                    <a:cubicBezTo>
                      <a:pt x="131" y="0"/>
                      <a:pt x="83" y="24"/>
                      <a:pt x="49" y="83"/>
                    </a:cubicBezTo>
                    <a:cubicBezTo>
                      <a:pt x="24" y="131"/>
                      <a:pt x="0" y="192"/>
                      <a:pt x="0" y="252"/>
                    </a:cubicBezTo>
                    <a:cubicBezTo>
                      <a:pt x="0" y="373"/>
                      <a:pt x="97" y="470"/>
                      <a:pt x="218" y="470"/>
                    </a:cubicBezTo>
                    <a:cubicBezTo>
                      <a:pt x="278" y="458"/>
                      <a:pt x="327" y="446"/>
                      <a:pt x="387" y="422"/>
                    </a:cubicBezTo>
                    <a:cubicBezTo>
                      <a:pt x="585" y="299"/>
                      <a:pt x="364" y="0"/>
                      <a:pt x="18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3"/>
              <p:cNvSpPr/>
              <p:nvPr/>
            </p:nvSpPr>
            <p:spPr>
              <a:xfrm>
                <a:off x="1399923" y="228958"/>
                <a:ext cx="33490" cy="28237"/>
              </a:xfrm>
              <a:custGeom>
                <a:avLst/>
                <a:gdLst/>
                <a:ahLst/>
                <a:cxnLst/>
                <a:rect l="l" t="t" r="r" b="b"/>
                <a:pathLst>
                  <a:path w="644" h="543" extrusionOk="0">
                    <a:moveTo>
                      <a:pt x="316" y="0"/>
                    </a:moveTo>
                    <a:cubicBezTo>
                      <a:pt x="202" y="0"/>
                      <a:pt x="90" y="75"/>
                      <a:pt x="51" y="198"/>
                    </a:cubicBezTo>
                    <a:cubicBezTo>
                      <a:pt x="1" y="400"/>
                      <a:pt x="101" y="542"/>
                      <a:pt x="276" y="542"/>
                    </a:cubicBezTo>
                    <a:cubicBezTo>
                      <a:pt x="311" y="542"/>
                      <a:pt x="349" y="537"/>
                      <a:pt x="390" y="525"/>
                    </a:cubicBezTo>
                    <a:cubicBezTo>
                      <a:pt x="583" y="476"/>
                      <a:pt x="644" y="222"/>
                      <a:pt x="499" y="77"/>
                    </a:cubicBezTo>
                    <a:cubicBezTo>
                      <a:pt x="446" y="24"/>
                      <a:pt x="381" y="0"/>
                      <a:pt x="31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3"/>
              <p:cNvSpPr/>
              <p:nvPr/>
            </p:nvSpPr>
            <p:spPr>
              <a:xfrm>
                <a:off x="1621450" y="299629"/>
                <a:ext cx="32762" cy="36038"/>
              </a:xfrm>
              <a:custGeom>
                <a:avLst/>
                <a:gdLst/>
                <a:ahLst/>
                <a:cxnLst/>
                <a:rect l="l" t="t" r="r" b="b"/>
                <a:pathLst>
                  <a:path w="630" h="693" extrusionOk="0">
                    <a:moveTo>
                      <a:pt x="327" y="0"/>
                    </a:moveTo>
                    <a:cubicBezTo>
                      <a:pt x="158" y="12"/>
                      <a:pt x="25" y="146"/>
                      <a:pt x="25" y="303"/>
                    </a:cubicBezTo>
                    <a:lnTo>
                      <a:pt x="13" y="303"/>
                    </a:lnTo>
                    <a:cubicBezTo>
                      <a:pt x="1" y="400"/>
                      <a:pt x="25" y="484"/>
                      <a:pt x="73" y="557"/>
                    </a:cubicBezTo>
                    <a:cubicBezTo>
                      <a:pt x="128" y="648"/>
                      <a:pt x="221" y="693"/>
                      <a:pt x="315" y="693"/>
                    </a:cubicBezTo>
                    <a:cubicBezTo>
                      <a:pt x="409" y="693"/>
                      <a:pt x="503" y="648"/>
                      <a:pt x="557" y="557"/>
                    </a:cubicBezTo>
                    <a:cubicBezTo>
                      <a:pt x="606" y="484"/>
                      <a:pt x="630" y="400"/>
                      <a:pt x="630" y="303"/>
                    </a:cubicBezTo>
                    <a:cubicBezTo>
                      <a:pt x="618" y="146"/>
                      <a:pt x="485" y="12"/>
                      <a:pt x="32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3"/>
              <p:cNvSpPr/>
              <p:nvPr/>
            </p:nvSpPr>
            <p:spPr>
              <a:xfrm>
                <a:off x="1601326" y="447105"/>
                <a:ext cx="32138" cy="27457"/>
              </a:xfrm>
              <a:custGeom>
                <a:avLst/>
                <a:gdLst/>
                <a:ahLst/>
                <a:cxnLst/>
                <a:rect l="l" t="t" r="r" b="b"/>
                <a:pathLst>
                  <a:path w="618" h="528" extrusionOk="0">
                    <a:moveTo>
                      <a:pt x="262" y="0"/>
                    </a:moveTo>
                    <a:cubicBezTo>
                      <a:pt x="128" y="0"/>
                      <a:pt x="1" y="106"/>
                      <a:pt x="1" y="261"/>
                    </a:cubicBezTo>
                    <a:cubicBezTo>
                      <a:pt x="1" y="406"/>
                      <a:pt x="109" y="527"/>
                      <a:pt x="267" y="527"/>
                    </a:cubicBezTo>
                    <a:cubicBezTo>
                      <a:pt x="497" y="527"/>
                      <a:pt x="618" y="249"/>
                      <a:pt x="448" y="80"/>
                    </a:cubicBezTo>
                    <a:cubicBezTo>
                      <a:pt x="393" y="25"/>
                      <a:pt x="327" y="0"/>
                      <a:pt x="2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3"/>
              <p:cNvSpPr/>
              <p:nvPr/>
            </p:nvSpPr>
            <p:spPr>
              <a:xfrm>
                <a:off x="1742251" y="561301"/>
                <a:ext cx="28341" cy="20801"/>
              </a:xfrm>
              <a:custGeom>
                <a:avLst/>
                <a:gdLst/>
                <a:ahLst/>
                <a:cxnLst/>
                <a:rect l="l" t="t" r="r" b="b"/>
                <a:pathLst>
                  <a:path w="545" h="400" extrusionOk="0">
                    <a:moveTo>
                      <a:pt x="266" y="1"/>
                    </a:moveTo>
                    <a:cubicBezTo>
                      <a:pt x="0" y="1"/>
                      <a:pt x="0" y="400"/>
                      <a:pt x="266" y="400"/>
                    </a:cubicBezTo>
                    <a:cubicBezTo>
                      <a:pt x="545" y="400"/>
                      <a:pt x="545" y="1"/>
                      <a:pt x="26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3"/>
              <p:cNvSpPr/>
              <p:nvPr/>
            </p:nvSpPr>
            <p:spPr>
              <a:xfrm>
                <a:off x="1740535" y="892188"/>
                <a:ext cx="26105" cy="22309"/>
              </a:xfrm>
              <a:custGeom>
                <a:avLst/>
                <a:gdLst/>
                <a:ahLst/>
                <a:cxnLst/>
                <a:rect l="l" t="t" r="r" b="b"/>
                <a:pathLst>
                  <a:path w="502" h="429" extrusionOk="0">
                    <a:moveTo>
                      <a:pt x="154" y="0"/>
                    </a:moveTo>
                    <a:cubicBezTo>
                      <a:pt x="94" y="0"/>
                      <a:pt x="42" y="28"/>
                      <a:pt x="21" y="97"/>
                    </a:cubicBezTo>
                    <a:cubicBezTo>
                      <a:pt x="21" y="158"/>
                      <a:pt x="9" y="218"/>
                      <a:pt x="9" y="267"/>
                    </a:cubicBezTo>
                    <a:cubicBezTo>
                      <a:pt x="1" y="372"/>
                      <a:pt x="80" y="429"/>
                      <a:pt x="162" y="429"/>
                    </a:cubicBezTo>
                    <a:cubicBezTo>
                      <a:pt x="203" y="429"/>
                      <a:pt x="243" y="415"/>
                      <a:pt x="275" y="388"/>
                    </a:cubicBezTo>
                    <a:cubicBezTo>
                      <a:pt x="311" y="363"/>
                      <a:pt x="336" y="327"/>
                      <a:pt x="372" y="303"/>
                    </a:cubicBezTo>
                    <a:cubicBezTo>
                      <a:pt x="502" y="173"/>
                      <a:pt x="304" y="0"/>
                      <a:pt x="15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3"/>
              <p:cNvSpPr/>
              <p:nvPr/>
            </p:nvSpPr>
            <p:spPr>
              <a:xfrm>
                <a:off x="1673660" y="1092343"/>
                <a:ext cx="42486" cy="37910"/>
              </a:xfrm>
              <a:custGeom>
                <a:avLst/>
                <a:gdLst/>
                <a:ahLst/>
                <a:cxnLst/>
                <a:rect l="l" t="t" r="r" b="b"/>
                <a:pathLst>
                  <a:path w="817" h="729" extrusionOk="0">
                    <a:moveTo>
                      <a:pt x="380" y="0"/>
                    </a:moveTo>
                    <a:cubicBezTo>
                      <a:pt x="298" y="0"/>
                      <a:pt x="214" y="35"/>
                      <a:pt x="146" y="119"/>
                    </a:cubicBezTo>
                    <a:cubicBezTo>
                      <a:pt x="13" y="313"/>
                      <a:pt x="1" y="615"/>
                      <a:pt x="255" y="712"/>
                    </a:cubicBezTo>
                    <a:cubicBezTo>
                      <a:pt x="282" y="724"/>
                      <a:pt x="310" y="729"/>
                      <a:pt x="338" y="729"/>
                    </a:cubicBezTo>
                    <a:cubicBezTo>
                      <a:pt x="398" y="729"/>
                      <a:pt x="456" y="705"/>
                      <a:pt x="497" y="664"/>
                    </a:cubicBezTo>
                    <a:cubicBezTo>
                      <a:pt x="545" y="639"/>
                      <a:pt x="569" y="591"/>
                      <a:pt x="593" y="543"/>
                    </a:cubicBezTo>
                    <a:cubicBezTo>
                      <a:pt x="606" y="530"/>
                      <a:pt x="618" y="518"/>
                      <a:pt x="630" y="494"/>
                    </a:cubicBezTo>
                    <a:cubicBezTo>
                      <a:pt x="816" y="264"/>
                      <a:pt x="606" y="0"/>
                      <a:pt x="3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3"/>
              <p:cNvSpPr/>
              <p:nvPr/>
            </p:nvSpPr>
            <p:spPr>
              <a:xfrm>
                <a:off x="1749791" y="1141900"/>
                <a:ext cx="35882" cy="29017"/>
              </a:xfrm>
              <a:custGeom>
                <a:avLst/>
                <a:gdLst/>
                <a:ahLst/>
                <a:cxnLst/>
                <a:rect l="l" t="t" r="r" b="b"/>
                <a:pathLst>
                  <a:path w="690" h="558" extrusionOk="0">
                    <a:moveTo>
                      <a:pt x="351" y="1"/>
                    </a:moveTo>
                    <a:cubicBezTo>
                      <a:pt x="0" y="25"/>
                      <a:pt x="0" y="533"/>
                      <a:pt x="351" y="557"/>
                    </a:cubicBezTo>
                    <a:cubicBezTo>
                      <a:pt x="690" y="533"/>
                      <a:pt x="690" y="25"/>
                      <a:pt x="3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3"/>
              <p:cNvSpPr/>
              <p:nvPr/>
            </p:nvSpPr>
            <p:spPr>
              <a:xfrm>
                <a:off x="1654784" y="1211115"/>
                <a:ext cx="34686" cy="28341"/>
              </a:xfrm>
              <a:custGeom>
                <a:avLst/>
                <a:gdLst/>
                <a:ahLst/>
                <a:cxnLst/>
                <a:rect l="l" t="t" r="r" b="b"/>
                <a:pathLst>
                  <a:path w="667" h="545" extrusionOk="0">
                    <a:moveTo>
                      <a:pt x="340" y="1"/>
                    </a:moveTo>
                    <a:cubicBezTo>
                      <a:pt x="1" y="25"/>
                      <a:pt x="1" y="521"/>
                      <a:pt x="340" y="545"/>
                    </a:cubicBezTo>
                    <a:cubicBezTo>
                      <a:pt x="666" y="521"/>
                      <a:pt x="666" y="25"/>
                      <a:pt x="3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3"/>
              <p:cNvSpPr/>
              <p:nvPr/>
            </p:nvSpPr>
            <p:spPr>
              <a:xfrm>
                <a:off x="1583697" y="1404873"/>
                <a:ext cx="39678" cy="30213"/>
              </a:xfrm>
              <a:custGeom>
                <a:avLst/>
                <a:gdLst/>
                <a:ahLst/>
                <a:cxnLst/>
                <a:rect l="l" t="t" r="r" b="b"/>
                <a:pathLst>
                  <a:path w="763" h="581" extrusionOk="0">
                    <a:moveTo>
                      <a:pt x="376" y="0"/>
                    </a:moveTo>
                    <a:cubicBezTo>
                      <a:pt x="1" y="0"/>
                      <a:pt x="1" y="581"/>
                      <a:pt x="376" y="581"/>
                    </a:cubicBezTo>
                    <a:cubicBezTo>
                      <a:pt x="751" y="581"/>
                      <a:pt x="763" y="0"/>
                      <a:pt x="37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3"/>
              <p:cNvSpPr/>
              <p:nvPr/>
            </p:nvSpPr>
            <p:spPr>
              <a:xfrm>
                <a:off x="1460401" y="1350739"/>
                <a:ext cx="41602" cy="32138"/>
              </a:xfrm>
              <a:custGeom>
                <a:avLst/>
                <a:gdLst/>
                <a:ahLst/>
                <a:cxnLst/>
                <a:rect l="l" t="t" r="r" b="b"/>
                <a:pathLst>
                  <a:path w="800" h="618" extrusionOk="0">
                    <a:moveTo>
                      <a:pt x="400" y="1"/>
                    </a:moveTo>
                    <a:cubicBezTo>
                      <a:pt x="1" y="1"/>
                      <a:pt x="1" y="618"/>
                      <a:pt x="400" y="618"/>
                    </a:cubicBezTo>
                    <a:cubicBezTo>
                      <a:pt x="799" y="618"/>
                      <a:pt x="799" y="1"/>
                      <a:pt x="40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3"/>
              <p:cNvSpPr/>
              <p:nvPr/>
            </p:nvSpPr>
            <p:spPr>
              <a:xfrm>
                <a:off x="1328940" y="1531341"/>
                <a:ext cx="34634" cy="29589"/>
              </a:xfrm>
              <a:custGeom>
                <a:avLst/>
                <a:gdLst/>
                <a:ahLst/>
                <a:cxnLst/>
                <a:rect l="l" t="t" r="r" b="b"/>
                <a:pathLst>
                  <a:path w="666" h="569" extrusionOk="0">
                    <a:moveTo>
                      <a:pt x="287" y="1"/>
                    </a:moveTo>
                    <a:cubicBezTo>
                      <a:pt x="141" y="1"/>
                      <a:pt x="1" y="117"/>
                      <a:pt x="1" y="290"/>
                    </a:cubicBezTo>
                    <a:cubicBezTo>
                      <a:pt x="1" y="447"/>
                      <a:pt x="122" y="568"/>
                      <a:pt x="279" y="568"/>
                    </a:cubicBezTo>
                    <a:cubicBezTo>
                      <a:pt x="533" y="568"/>
                      <a:pt x="666" y="266"/>
                      <a:pt x="485" y="84"/>
                    </a:cubicBezTo>
                    <a:cubicBezTo>
                      <a:pt x="426" y="26"/>
                      <a:pt x="356" y="1"/>
                      <a:pt x="28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3"/>
              <p:cNvSpPr/>
              <p:nvPr/>
            </p:nvSpPr>
            <p:spPr>
              <a:xfrm>
                <a:off x="1324572" y="1446994"/>
                <a:ext cx="30837" cy="2272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437" extrusionOk="0">
                    <a:moveTo>
                      <a:pt x="290" y="1"/>
                    </a:moveTo>
                    <a:cubicBezTo>
                      <a:pt x="0" y="1"/>
                      <a:pt x="0" y="436"/>
                      <a:pt x="290" y="436"/>
                    </a:cubicBezTo>
                    <a:cubicBezTo>
                      <a:pt x="593" y="436"/>
                      <a:pt x="593" y="1"/>
                      <a:pt x="29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3"/>
              <p:cNvSpPr/>
              <p:nvPr/>
            </p:nvSpPr>
            <p:spPr>
              <a:xfrm>
                <a:off x="1269814" y="1480327"/>
                <a:ext cx="40926" cy="32138"/>
              </a:xfrm>
              <a:custGeom>
                <a:avLst/>
                <a:gdLst/>
                <a:ahLst/>
                <a:cxnLst/>
                <a:rect l="l" t="t" r="r" b="b"/>
                <a:pathLst>
                  <a:path w="787" h="618" extrusionOk="0">
                    <a:moveTo>
                      <a:pt x="388" y="1"/>
                    </a:moveTo>
                    <a:cubicBezTo>
                      <a:pt x="1" y="1"/>
                      <a:pt x="1" y="618"/>
                      <a:pt x="388" y="618"/>
                    </a:cubicBezTo>
                    <a:cubicBezTo>
                      <a:pt x="787" y="618"/>
                      <a:pt x="787" y="1"/>
                      <a:pt x="38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3"/>
              <p:cNvSpPr/>
              <p:nvPr/>
            </p:nvSpPr>
            <p:spPr>
              <a:xfrm>
                <a:off x="987392" y="1547670"/>
                <a:ext cx="24545" cy="20177"/>
              </a:xfrm>
              <a:custGeom>
                <a:avLst/>
                <a:gdLst/>
                <a:ahLst/>
                <a:cxnLst/>
                <a:rect l="l" t="t" r="r" b="b"/>
                <a:pathLst>
                  <a:path w="472" h="388" extrusionOk="0">
                    <a:moveTo>
                      <a:pt x="242" y="0"/>
                    </a:moveTo>
                    <a:cubicBezTo>
                      <a:pt x="0" y="24"/>
                      <a:pt x="0" y="363"/>
                      <a:pt x="242" y="387"/>
                    </a:cubicBezTo>
                    <a:cubicBezTo>
                      <a:pt x="472" y="363"/>
                      <a:pt x="472" y="24"/>
                      <a:pt x="2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3"/>
              <p:cNvSpPr/>
              <p:nvPr/>
            </p:nvSpPr>
            <p:spPr>
              <a:xfrm>
                <a:off x="900549" y="1485372"/>
                <a:ext cx="38430" cy="3026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582" extrusionOk="0">
                    <a:moveTo>
                      <a:pt x="364" y="1"/>
                    </a:moveTo>
                    <a:cubicBezTo>
                      <a:pt x="1" y="25"/>
                      <a:pt x="1" y="557"/>
                      <a:pt x="364" y="581"/>
                    </a:cubicBezTo>
                    <a:cubicBezTo>
                      <a:pt x="739" y="581"/>
                      <a:pt x="739" y="1"/>
                      <a:pt x="36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3"/>
              <p:cNvSpPr/>
              <p:nvPr/>
            </p:nvSpPr>
            <p:spPr>
              <a:xfrm>
                <a:off x="1164146" y="1414909"/>
                <a:ext cx="22673" cy="18929"/>
              </a:xfrm>
              <a:custGeom>
                <a:avLst/>
                <a:gdLst/>
                <a:ahLst/>
                <a:cxnLst/>
                <a:rect l="l" t="t" r="r" b="b"/>
                <a:pathLst>
                  <a:path w="436" h="364" extrusionOk="0">
                    <a:moveTo>
                      <a:pt x="218" y="1"/>
                    </a:moveTo>
                    <a:cubicBezTo>
                      <a:pt x="0" y="13"/>
                      <a:pt x="0" y="340"/>
                      <a:pt x="218" y="364"/>
                    </a:cubicBezTo>
                    <a:cubicBezTo>
                      <a:pt x="436" y="340"/>
                      <a:pt x="436" y="13"/>
                      <a:pt x="21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3"/>
              <p:cNvSpPr/>
              <p:nvPr/>
            </p:nvSpPr>
            <p:spPr>
              <a:xfrm>
                <a:off x="960975" y="1397957"/>
                <a:ext cx="39054" cy="29589"/>
              </a:xfrm>
              <a:custGeom>
                <a:avLst/>
                <a:gdLst/>
                <a:ahLst/>
                <a:cxnLst/>
                <a:rect l="l" t="t" r="r" b="b"/>
                <a:pathLst>
                  <a:path w="751" h="569" extrusionOk="0">
                    <a:moveTo>
                      <a:pt x="375" y="0"/>
                    </a:moveTo>
                    <a:cubicBezTo>
                      <a:pt x="0" y="0"/>
                      <a:pt x="0" y="569"/>
                      <a:pt x="375" y="569"/>
                    </a:cubicBezTo>
                    <a:cubicBezTo>
                      <a:pt x="750" y="557"/>
                      <a:pt x="750" y="0"/>
                      <a:pt x="37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3"/>
              <p:cNvSpPr/>
              <p:nvPr/>
            </p:nvSpPr>
            <p:spPr>
              <a:xfrm>
                <a:off x="803670" y="1275909"/>
                <a:ext cx="17681" cy="13261"/>
              </a:xfrm>
              <a:custGeom>
                <a:avLst/>
                <a:gdLst/>
                <a:ahLst/>
                <a:cxnLst/>
                <a:rect l="l" t="t" r="r" b="b"/>
                <a:pathLst>
                  <a:path w="340" h="255" extrusionOk="0">
                    <a:moveTo>
                      <a:pt x="170" y="0"/>
                    </a:moveTo>
                    <a:cubicBezTo>
                      <a:pt x="1" y="0"/>
                      <a:pt x="1" y="255"/>
                      <a:pt x="170" y="255"/>
                    </a:cubicBezTo>
                    <a:cubicBezTo>
                      <a:pt x="340" y="255"/>
                      <a:pt x="340" y="0"/>
                      <a:pt x="17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3"/>
              <p:cNvSpPr/>
              <p:nvPr/>
            </p:nvSpPr>
            <p:spPr>
              <a:xfrm>
                <a:off x="827591" y="1329522"/>
                <a:ext cx="31722" cy="28653"/>
              </a:xfrm>
              <a:custGeom>
                <a:avLst/>
                <a:gdLst/>
                <a:ahLst/>
                <a:cxnLst/>
                <a:rect l="l" t="t" r="r" b="b"/>
                <a:pathLst>
                  <a:path w="610" h="551" extrusionOk="0">
                    <a:moveTo>
                      <a:pt x="351" y="1"/>
                    </a:moveTo>
                    <a:cubicBezTo>
                      <a:pt x="332" y="1"/>
                      <a:pt x="312" y="4"/>
                      <a:pt x="291" y="10"/>
                    </a:cubicBezTo>
                    <a:lnTo>
                      <a:pt x="267" y="10"/>
                    </a:lnTo>
                    <a:cubicBezTo>
                      <a:pt x="1" y="94"/>
                      <a:pt x="1" y="457"/>
                      <a:pt x="267" y="530"/>
                    </a:cubicBezTo>
                    <a:lnTo>
                      <a:pt x="291" y="542"/>
                    </a:lnTo>
                    <a:cubicBezTo>
                      <a:pt x="312" y="548"/>
                      <a:pt x="332" y="551"/>
                      <a:pt x="351" y="551"/>
                    </a:cubicBezTo>
                    <a:cubicBezTo>
                      <a:pt x="610" y="551"/>
                      <a:pt x="610" y="1"/>
                      <a:pt x="3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3"/>
              <p:cNvSpPr/>
              <p:nvPr/>
            </p:nvSpPr>
            <p:spPr>
              <a:xfrm>
                <a:off x="769089" y="1319226"/>
                <a:ext cx="35778" cy="3791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729" extrusionOk="0">
                    <a:moveTo>
                      <a:pt x="366" y="1"/>
                    </a:moveTo>
                    <a:cubicBezTo>
                      <a:pt x="315" y="1"/>
                      <a:pt x="264" y="13"/>
                      <a:pt x="218" y="38"/>
                    </a:cubicBezTo>
                    <a:cubicBezTo>
                      <a:pt x="85" y="111"/>
                      <a:pt x="1" y="244"/>
                      <a:pt x="1" y="401"/>
                    </a:cubicBezTo>
                    <a:cubicBezTo>
                      <a:pt x="1" y="587"/>
                      <a:pt x="150" y="729"/>
                      <a:pt x="322" y="729"/>
                    </a:cubicBezTo>
                    <a:cubicBezTo>
                      <a:pt x="352" y="729"/>
                      <a:pt x="382" y="725"/>
                      <a:pt x="412" y="716"/>
                    </a:cubicBezTo>
                    <a:cubicBezTo>
                      <a:pt x="591" y="674"/>
                      <a:pt x="688" y="475"/>
                      <a:pt x="637" y="305"/>
                    </a:cubicBezTo>
                    <a:lnTo>
                      <a:pt x="637" y="305"/>
                    </a:lnTo>
                    <a:cubicBezTo>
                      <a:pt x="641" y="268"/>
                      <a:pt x="638" y="229"/>
                      <a:pt x="630" y="196"/>
                    </a:cubicBezTo>
                    <a:cubicBezTo>
                      <a:pt x="617" y="159"/>
                      <a:pt x="593" y="111"/>
                      <a:pt x="557" y="75"/>
                    </a:cubicBezTo>
                    <a:cubicBezTo>
                      <a:pt x="508" y="25"/>
                      <a:pt x="438" y="1"/>
                      <a:pt x="36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3"/>
              <p:cNvSpPr/>
              <p:nvPr/>
            </p:nvSpPr>
            <p:spPr>
              <a:xfrm>
                <a:off x="841423" y="1265196"/>
                <a:ext cx="34010" cy="27093"/>
              </a:xfrm>
              <a:custGeom>
                <a:avLst/>
                <a:gdLst/>
                <a:ahLst/>
                <a:cxnLst/>
                <a:rect l="l" t="t" r="r" b="b"/>
                <a:pathLst>
                  <a:path w="654" h="521" extrusionOk="0">
                    <a:moveTo>
                      <a:pt x="327" y="1"/>
                    </a:moveTo>
                    <a:cubicBezTo>
                      <a:pt x="1" y="25"/>
                      <a:pt x="1" y="497"/>
                      <a:pt x="327" y="521"/>
                    </a:cubicBezTo>
                    <a:cubicBezTo>
                      <a:pt x="654" y="497"/>
                      <a:pt x="654" y="25"/>
                      <a:pt x="32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3"/>
              <p:cNvSpPr/>
              <p:nvPr/>
            </p:nvSpPr>
            <p:spPr>
              <a:xfrm>
                <a:off x="724887" y="1152613"/>
                <a:ext cx="29485" cy="20957"/>
              </a:xfrm>
              <a:custGeom>
                <a:avLst/>
                <a:gdLst/>
                <a:ahLst/>
                <a:cxnLst/>
                <a:rect l="l" t="t" r="r" b="b"/>
                <a:pathLst>
                  <a:path w="567" h="403" extrusionOk="0">
                    <a:moveTo>
                      <a:pt x="283" y="1"/>
                    </a:moveTo>
                    <a:cubicBezTo>
                      <a:pt x="234" y="1"/>
                      <a:pt x="182" y="19"/>
                      <a:pt x="137" y="61"/>
                    </a:cubicBezTo>
                    <a:cubicBezTo>
                      <a:pt x="0" y="198"/>
                      <a:pt x="193" y="403"/>
                      <a:pt x="348" y="403"/>
                    </a:cubicBezTo>
                    <a:cubicBezTo>
                      <a:pt x="399" y="403"/>
                      <a:pt x="446" y="381"/>
                      <a:pt x="476" y="327"/>
                    </a:cubicBezTo>
                    <a:cubicBezTo>
                      <a:pt x="566" y="164"/>
                      <a:pt x="432" y="1"/>
                      <a:pt x="28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3"/>
              <p:cNvSpPr/>
              <p:nvPr/>
            </p:nvSpPr>
            <p:spPr>
              <a:xfrm>
                <a:off x="782765" y="1017512"/>
                <a:ext cx="34270" cy="25273"/>
              </a:xfrm>
              <a:custGeom>
                <a:avLst/>
                <a:gdLst/>
                <a:ahLst/>
                <a:cxnLst/>
                <a:rect l="l" t="t" r="r" b="b"/>
                <a:pathLst>
                  <a:path w="659" h="486" extrusionOk="0">
                    <a:moveTo>
                      <a:pt x="345" y="1"/>
                    </a:moveTo>
                    <a:cubicBezTo>
                      <a:pt x="112" y="1"/>
                      <a:pt x="0" y="325"/>
                      <a:pt x="221" y="457"/>
                    </a:cubicBezTo>
                    <a:cubicBezTo>
                      <a:pt x="252" y="477"/>
                      <a:pt x="282" y="486"/>
                      <a:pt x="311" y="486"/>
                    </a:cubicBezTo>
                    <a:cubicBezTo>
                      <a:pt x="513" y="486"/>
                      <a:pt x="658" y="63"/>
                      <a:pt x="415" y="10"/>
                    </a:cubicBezTo>
                    <a:cubicBezTo>
                      <a:pt x="391" y="4"/>
                      <a:pt x="368" y="1"/>
                      <a:pt x="34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3"/>
              <p:cNvSpPr/>
              <p:nvPr/>
            </p:nvSpPr>
            <p:spPr>
              <a:xfrm>
                <a:off x="706166" y="988287"/>
                <a:ext cx="34686" cy="28809"/>
              </a:xfrm>
              <a:custGeom>
                <a:avLst/>
                <a:gdLst/>
                <a:ahLst/>
                <a:cxnLst/>
                <a:rect l="l" t="t" r="r" b="b"/>
                <a:pathLst>
                  <a:path w="667" h="554" extrusionOk="0">
                    <a:moveTo>
                      <a:pt x="416" y="1"/>
                    </a:moveTo>
                    <a:cubicBezTo>
                      <a:pt x="380" y="1"/>
                      <a:pt x="345" y="11"/>
                      <a:pt x="315" y="32"/>
                    </a:cubicBezTo>
                    <a:lnTo>
                      <a:pt x="315" y="32"/>
                    </a:lnTo>
                    <a:cubicBezTo>
                      <a:pt x="306" y="31"/>
                      <a:pt x="296" y="30"/>
                      <a:pt x="287" y="30"/>
                    </a:cubicBezTo>
                    <a:cubicBezTo>
                      <a:pt x="187" y="30"/>
                      <a:pt x="91" y="95"/>
                      <a:pt x="61" y="185"/>
                    </a:cubicBezTo>
                    <a:cubicBezTo>
                      <a:pt x="1" y="306"/>
                      <a:pt x="49" y="439"/>
                      <a:pt x="158" y="499"/>
                    </a:cubicBezTo>
                    <a:lnTo>
                      <a:pt x="158" y="511"/>
                    </a:lnTo>
                    <a:cubicBezTo>
                      <a:pt x="206" y="540"/>
                      <a:pt x="259" y="554"/>
                      <a:pt x="313" y="554"/>
                    </a:cubicBezTo>
                    <a:cubicBezTo>
                      <a:pt x="396" y="554"/>
                      <a:pt x="479" y="522"/>
                      <a:pt x="545" y="463"/>
                    </a:cubicBezTo>
                    <a:cubicBezTo>
                      <a:pt x="642" y="366"/>
                      <a:pt x="666" y="209"/>
                      <a:pt x="594" y="100"/>
                    </a:cubicBezTo>
                    <a:cubicBezTo>
                      <a:pt x="551" y="36"/>
                      <a:pt x="482" y="1"/>
                      <a:pt x="41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3"/>
              <p:cNvSpPr/>
              <p:nvPr/>
            </p:nvSpPr>
            <p:spPr>
              <a:xfrm>
                <a:off x="835755" y="968943"/>
                <a:ext cx="29641" cy="23921"/>
              </a:xfrm>
              <a:custGeom>
                <a:avLst/>
                <a:gdLst/>
                <a:ahLst/>
                <a:cxnLst/>
                <a:rect l="l" t="t" r="r" b="b"/>
                <a:pathLst>
                  <a:path w="570" h="460" extrusionOk="0">
                    <a:moveTo>
                      <a:pt x="291" y="0"/>
                    </a:moveTo>
                    <a:cubicBezTo>
                      <a:pt x="1" y="12"/>
                      <a:pt x="1" y="436"/>
                      <a:pt x="291" y="460"/>
                    </a:cubicBezTo>
                    <a:cubicBezTo>
                      <a:pt x="569" y="436"/>
                      <a:pt x="569" y="12"/>
                      <a:pt x="29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3"/>
              <p:cNvSpPr/>
              <p:nvPr/>
            </p:nvSpPr>
            <p:spPr>
              <a:xfrm>
                <a:off x="821298" y="994111"/>
                <a:ext cx="35258" cy="26469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09" extrusionOk="0">
                    <a:moveTo>
                      <a:pt x="339" y="0"/>
                    </a:moveTo>
                    <a:cubicBezTo>
                      <a:pt x="1" y="0"/>
                      <a:pt x="1" y="508"/>
                      <a:pt x="339" y="508"/>
                    </a:cubicBezTo>
                    <a:cubicBezTo>
                      <a:pt x="678" y="508"/>
                      <a:pt x="678" y="0"/>
                      <a:pt x="33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3"/>
              <p:cNvSpPr/>
              <p:nvPr/>
            </p:nvSpPr>
            <p:spPr>
              <a:xfrm>
                <a:off x="1305695" y="931449"/>
                <a:ext cx="35258" cy="30629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89" extrusionOk="0">
                    <a:moveTo>
                      <a:pt x="290" y="0"/>
                    </a:moveTo>
                    <a:cubicBezTo>
                      <a:pt x="142" y="0"/>
                      <a:pt x="0" y="119"/>
                      <a:pt x="0" y="298"/>
                    </a:cubicBezTo>
                    <a:cubicBezTo>
                      <a:pt x="0" y="455"/>
                      <a:pt x="133" y="576"/>
                      <a:pt x="290" y="588"/>
                    </a:cubicBezTo>
                    <a:cubicBezTo>
                      <a:pt x="544" y="588"/>
                      <a:pt x="678" y="274"/>
                      <a:pt x="496" y="92"/>
                    </a:cubicBezTo>
                    <a:cubicBezTo>
                      <a:pt x="437" y="29"/>
                      <a:pt x="363" y="0"/>
                      <a:pt x="29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3"/>
              <p:cNvSpPr/>
              <p:nvPr/>
            </p:nvSpPr>
            <p:spPr>
              <a:xfrm>
                <a:off x="1347817" y="942526"/>
                <a:ext cx="35258" cy="30213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81" extrusionOk="0">
                    <a:moveTo>
                      <a:pt x="291" y="1"/>
                    </a:moveTo>
                    <a:cubicBezTo>
                      <a:pt x="140" y="1"/>
                      <a:pt x="1" y="118"/>
                      <a:pt x="1" y="291"/>
                    </a:cubicBezTo>
                    <a:cubicBezTo>
                      <a:pt x="1" y="448"/>
                      <a:pt x="122" y="581"/>
                      <a:pt x="291" y="581"/>
                    </a:cubicBezTo>
                    <a:cubicBezTo>
                      <a:pt x="545" y="581"/>
                      <a:pt x="678" y="266"/>
                      <a:pt x="497" y="85"/>
                    </a:cubicBezTo>
                    <a:cubicBezTo>
                      <a:pt x="435" y="27"/>
                      <a:pt x="362" y="1"/>
                      <a:pt x="29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3"/>
              <p:cNvSpPr/>
              <p:nvPr/>
            </p:nvSpPr>
            <p:spPr>
              <a:xfrm>
                <a:off x="1302523" y="1045021"/>
                <a:ext cx="20801" cy="15809"/>
              </a:xfrm>
              <a:custGeom>
                <a:avLst/>
                <a:gdLst/>
                <a:ahLst/>
                <a:cxnLst/>
                <a:rect l="l" t="t" r="r" b="b"/>
                <a:pathLst>
                  <a:path w="400" h="304" extrusionOk="0">
                    <a:moveTo>
                      <a:pt x="206" y="1"/>
                    </a:moveTo>
                    <a:cubicBezTo>
                      <a:pt x="1" y="1"/>
                      <a:pt x="1" y="303"/>
                      <a:pt x="206" y="303"/>
                    </a:cubicBezTo>
                    <a:cubicBezTo>
                      <a:pt x="400" y="303"/>
                      <a:pt x="400" y="1"/>
                      <a:pt x="20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3"/>
              <p:cNvSpPr/>
              <p:nvPr/>
            </p:nvSpPr>
            <p:spPr>
              <a:xfrm>
                <a:off x="1301275" y="1085426"/>
                <a:ext cx="29589" cy="30265"/>
              </a:xfrm>
              <a:custGeom>
                <a:avLst/>
                <a:gdLst/>
                <a:ahLst/>
                <a:cxnLst/>
                <a:rect l="l" t="t" r="r" b="b"/>
                <a:pathLst>
                  <a:path w="569" h="582" extrusionOk="0">
                    <a:moveTo>
                      <a:pt x="309" y="0"/>
                    </a:moveTo>
                    <a:cubicBezTo>
                      <a:pt x="267" y="0"/>
                      <a:pt x="223" y="11"/>
                      <a:pt x="182" y="34"/>
                    </a:cubicBezTo>
                    <a:cubicBezTo>
                      <a:pt x="0" y="131"/>
                      <a:pt x="0" y="373"/>
                      <a:pt x="182" y="482"/>
                    </a:cubicBezTo>
                    <a:cubicBezTo>
                      <a:pt x="218" y="506"/>
                      <a:pt x="254" y="530"/>
                      <a:pt x="291" y="555"/>
                    </a:cubicBezTo>
                    <a:cubicBezTo>
                      <a:pt x="321" y="573"/>
                      <a:pt x="353" y="581"/>
                      <a:pt x="384" y="581"/>
                    </a:cubicBezTo>
                    <a:cubicBezTo>
                      <a:pt x="476" y="581"/>
                      <a:pt x="557" y="509"/>
                      <a:pt x="557" y="409"/>
                    </a:cubicBezTo>
                    <a:cubicBezTo>
                      <a:pt x="557" y="361"/>
                      <a:pt x="557" y="313"/>
                      <a:pt x="569" y="252"/>
                    </a:cubicBezTo>
                    <a:cubicBezTo>
                      <a:pt x="569" y="105"/>
                      <a:pt x="444" y="0"/>
                      <a:pt x="30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3"/>
              <p:cNvSpPr/>
              <p:nvPr/>
            </p:nvSpPr>
            <p:spPr>
              <a:xfrm>
                <a:off x="1294359" y="1127444"/>
                <a:ext cx="37182" cy="27717"/>
              </a:xfrm>
              <a:custGeom>
                <a:avLst/>
                <a:gdLst/>
                <a:ahLst/>
                <a:cxnLst/>
                <a:rect l="l" t="t" r="r" b="b"/>
                <a:pathLst>
                  <a:path w="715" h="533" extrusionOk="0">
                    <a:moveTo>
                      <a:pt x="363" y="1"/>
                    </a:moveTo>
                    <a:cubicBezTo>
                      <a:pt x="0" y="1"/>
                      <a:pt x="0" y="533"/>
                      <a:pt x="363" y="533"/>
                    </a:cubicBezTo>
                    <a:cubicBezTo>
                      <a:pt x="714" y="533"/>
                      <a:pt x="714" y="1"/>
                      <a:pt x="3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3"/>
              <p:cNvSpPr/>
              <p:nvPr/>
            </p:nvSpPr>
            <p:spPr>
              <a:xfrm>
                <a:off x="1340277" y="1012312"/>
                <a:ext cx="37182" cy="28393"/>
              </a:xfrm>
              <a:custGeom>
                <a:avLst/>
                <a:gdLst/>
                <a:ahLst/>
                <a:cxnLst/>
                <a:rect l="l" t="t" r="r" b="b"/>
                <a:pathLst>
                  <a:path w="715" h="546" extrusionOk="0">
                    <a:moveTo>
                      <a:pt x="363" y="1"/>
                    </a:moveTo>
                    <a:cubicBezTo>
                      <a:pt x="0" y="1"/>
                      <a:pt x="0" y="545"/>
                      <a:pt x="363" y="545"/>
                    </a:cubicBezTo>
                    <a:cubicBezTo>
                      <a:pt x="714" y="533"/>
                      <a:pt x="714" y="1"/>
                      <a:pt x="3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3"/>
              <p:cNvSpPr/>
              <p:nvPr/>
            </p:nvSpPr>
            <p:spPr>
              <a:xfrm>
                <a:off x="1277354" y="1162025"/>
                <a:ext cx="32762" cy="27145"/>
              </a:xfrm>
              <a:custGeom>
                <a:avLst/>
                <a:gdLst/>
                <a:ahLst/>
                <a:cxnLst/>
                <a:rect l="l" t="t" r="r" b="b"/>
                <a:pathLst>
                  <a:path w="630" h="522" extrusionOk="0">
                    <a:moveTo>
                      <a:pt x="315" y="1"/>
                    </a:moveTo>
                    <a:cubicBezTo>
                      <a:pt x="1" y="25"/>
                      <a:pt x="1" y="485"/>
                      <a:pt x="315" y="521"/>
                    </a:cubicBezTo>
                    <a:cubicBezTo>
                      <a:pt x="630" y="485"/>
                      <a:pt x="630" y="25"/>
                      <a:pt x="3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3"/>
              <p:cNvSpPr/>
              <p:nvPr/>
            </p:nvSpPr>
            <p:spPr>
              <a:xfrm>
                <a:off x="1196856" y="1190990"/>
                <a:ext cx="40926" cy="30265"/>
              </a:xfrm>
              <a:custGeom>
                <a:avLst/>
                <a:gdLst/>
                <a:ahLst/>
                <a:cxnLst/>
                <a:rect l="l" t="t" r="r" b="b"/>
                <a:pathLst>
                  <a:path w="787" h="582" extrusionOk="0">
                    <a:moveTo>
                      <a:pt x="411" y="0"/>
                    </a:moveTo>
                    <a:cubicBezTo>
                      <a:pt x="407" y="0"/>
                      <a:pt x="403" y="0"/>
                      <a:pt x="400" y="0"/>
                    </a:cubicBezTo>
                    <a:cubicBezTo>
                      <a:pt x="0" y="0"/>
                      <a:pt x="0" y="581"/>
                      <a:pt x="400" y="581"/>
                    </a:cubicBezTo>
                    <a:cubicBezTo>
                      <a:pt x="783" y="581"/>
                      <a:pt x="787" y="0"/>
                      <a:pt x="41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3"/>
              <p:cNvSpPr/>
              <p:nvPr/>
            </p:nvSpPr>
            <p:spPr>
              <a:xfrm>
                <a:off x="204817" y="324797"/>
                <a:ext cx="99481" cy="99429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912" extrusionOk="0">
                    <a:moveTo>
                      <a:pt x="956" y="0"/>
                    </a:moveTo>
                    <a:cubicBezTo>
                      <a:pt x="932" y="907"/>
                      <a:pt x="908" y="932"/>
                      <a:pt x="1" y="956"/>
                    </a:cubicBezTo>
                    <a:cubicBezTo>
                      <a:pt x="908" y="980"/>
                      <a:pt x="932" y="1004"/>
                      <a:pt x="956" y="1912"/>
                    </a:cubicBezTo>
                    <a:cubicBezTo>
                      <a:pt x="981" y="1004"/>
                      <a:pt x="1005" y="980"/>
                      <a:pt x="1912" y="956"/>
                    </a:cubicBezTo>
                    <a:cubicBezTo>
                      <a:pt x="993" y="932"/>
                      <a:pt x="981" y="907"/>
                      <a:pt x="95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3"/>
              <p:cNvSpPr/>
              <p:nvPr/>
            </p:nvSpPr>
            <p:spPr>
              <a:xfrm>
                <a:off x="1459153" y="307793"/>
                <a:ext cx="98805" cy="99429"/>
              </a:xfrm>
              <a:custGeom>
                <a:avLst/>
                <a:gdLst/>
                <a:ahLst/>
                <a:cxnLst/>
                <a:rect l="l" t="t" r="r" b="b"/>
                <a:pathLst>
                  <a:path w="1900" h="1912" extrusionOk="0">
                    <a:moveTo>
                      <a:pt x="956" y="1"/>
                    </a:moveTo>
                    <a:cubicBezTo>
                      <a:pt x="424" y="1"/>
                      <a:pt x="1" y="436"/>
                      <a:pt x="1" y="956"/>
                    </a:cubicBezTo>
                    <a:cubicBezTo>
                      <a:pt x="1" y="1489"/>
                      <a:pt x="424" y="1912"/>
                      <a:pt x="956" y="1912"/>
                    </a:cubicBezTo>
                    <a:cubicBezTo>
                      <a:pt x="1477" y="1912"/>
                      <a:pt x="1900" y="1489"/>
                      <a:pt x="1900" y="956"/>
                    </a:cubicBezTo>
                    <a:cubicBezTo>
                      <a:pt x="1900" y="436"/>
                      <a:pt x="1477" y="1"/>
                      <a:pt x="9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3"/>
              <p:cNvSpPr/>
              <p:nvPr/>
            </p:nvSpPr>
            <p:spPr>
              <a:xfrm>
                <a:off x="1688117" y="429841"/>
                <a:ext cx="98857" cy="99429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1912" extrusionOk="0">
                    <a:moveTo>
                      <a:pt x="957" y="0"/>
                    </a:moveTo>
                    <a:cubicBezTo>
                      <a:pt x="932" y="908"/>
                      <a:pt x="908" y="932"/>
                      <a:pt x="1" y="956"/>
                    </a:cubicBezTo>
                    <a:cubicBezTo>
                      <a:pt x="908" y="980"/>
                      <a:pt x="932" y="1004"/>
                      <a:pt x="957" y="1912"/>
                    </a:cubicBezTo>
                    <a:cubicBezTo>
                      <a:pt x="981" y="1004"/>
                      <a:pt x="993" y="980"/>
                      <a:pt x="1900" y="956"/>
                    </a:cubicBezTo>
                    <a:cubicBezTo>
                      <a:pt x="993" y="932"/>
                      <a:pt x="981" y="908"/>
                      <a:pt x="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3"/>
              <p:cNvSpPr/>
              <p:nvPr/>
            </p:nvSpPr>
            <p:spPr>
              <a:xfrm>
                <a:off x="1688117" y="768268"/>
                <a:ext cx="98857" cy="98805"/>
              </a:xfrm>
              <a:custGeom>
                <a:avLst/>
                <a:gdLst/>
                <a:ahLst/>
                <a:cxnLst/>
                <a:rect l="l" t="t" r="r" b="b"/>
                <a:pathLst>
                  <a:path w="1901" h="1900" extrusionOk="0">
                    <a:moveTo>
                      <a:pt x="957" y="0"/>
                    </a:moveTo>
                    <a:cubicBezTo>
                      <a:pt x="932" y="908"/>
                      <a:pt x="908" y="920"/>
                      <a:pt x="1" y="944"/>
                    </a:cubicBezTo>
                    <a:cubicBezTo>
                      <a:pt x="908" y="980"/>
                      <a:pt x="932" y="992"/>
                      <a:pt x="957" y="1900"/>
                    </a:cubicBezTo>
                    <a:cubicBezTo>
                      <a:pt x="981" y="992"/>
                      <a:pt x="993" y="980"/>
                      <a:pt x="1900" y="944"/>
                    </a:cubicBezTo>
                    <a:cubicBezTo>
                      <a:pt x="993" y="920"/>
                      <a:pt x="981" y="908"/>
                      <a:pt x="9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3"/>
              <p:cNvSpPr/>
              <p:nvPr/>
            </p:nvSpPr>
            <p:spPr>
              <a:xfrm>
                <a:off x="1182399" y="1446994"/>
                <a:ext cx="99429" cy="99481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913" extrusionOk="0">
                    <a:moveTo>
                      <a:pt x="956" y="1"/>
                    </a:moveTo>
                    <a:cubicBezTo>
                      <a:pt x="436" y="1"/>
                      <a:pt x="0" y="424"/>
                      <a:pt x="0" y="956"/>
                    </a:cubicBezTo>
                    <a:cubicBezTo>
                      <a:pt x="0" y="1477"/>
                      <a:pt x="436" y="1912"/>
                      <a:pt x="956" y="1912"/>
                    </a:cubicBezTo>
                    <a:cubicBezTo>
                      <a:pt x="1488" y="1912"/>
                      <a:pt x="1911" y="1477"/>
                      <a:pt x="1911" y="956"/>
                    </a:cubicBezTo>
                    <a:cubicBezTo>
                      <a:pt x="1911" y="424"/>
                      <a:pt x="1488" y="1"/>
                      <a:pt x="9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3"/>
              <p:cNvSpPr/>
              <p:nvPr/>
            </p:nvSpPr>
            <p:spPr>
              <a:xfrm>
                <a:off x="776629" y="1051313"/>
                <a:ext cx="99429" cy="98857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901" extrusionOk="0">
                    <a:moveTo>
                      <a:pt x="956" y="1"/>
                    </a:moveTo>
                    <a:cubicBezTo>
                      <a:pt x="932" y="908"/>
                      <a:pt x="908" y="920"/>
                      <a:pt x="1" y="944"/>
                    </a:cubicBezTo>
                    <a:cubicBezTo>
                      <a:pt x="908" y="981"/>
                      <a:pt x="932" y="993"/>
                      <a:pt x="956" y="1900"/>
                    </a:cubicBezTo>
                    <a:cubicBezTo>
                      <a:pt x="981" y="993"/>
                      <a:pt x="1005" y="981"/>
                      <a:pt x="1912" y="944"/>
                    </a:cubicBezTo>
                    <a:cubicBezTo>
                      <a:pt x="1005" y="920"/>
                      <a:pt x="981" y="908"/>
                      <a:pt x="9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3"/>
              <p:cNvSpPr/>
              <p:nvPr/>
            </p:nvSpPr>
            <p:spPr>
              <a:xfrm>
                <a:off x="896805" y="1316782"/>
                <a:ext cx="99429" cy="99481"/>
              </a:xfrm>
              <a:custGeom>
                <a:avLst/>
                <a:gdLst/>
                <a:ahLst/>
                <a:cxnLst/>
                <a:rect l="l" t="t" r="r" b="b"/>
                <a:pathLst>
                  <a:path w="1912" h="1913" extrusionOk="0">
                    <a:moveTo>
                      <a:pt x="956" y="1"/>
                    </a:moveTo>
                    <a:cubicBezTo>
                      <a:pt x="932" y="908"/>
                      <a:pt x="907" y="932"/>
                      <a:pt x="0" y="956"/>
                    </a:cubicBezTo>
                    <a:cubicBezTo>
                      <a:pt x="907" y="981"/>
                      <a:pt x="932" y="1005"/>
                      <a:pt x="956" y="1912"/>
                    </a:cubicBezTo>
                    <a:cubicBezTo>
                      <a:pt x="980" y="1005"/>
                      <a:pt x="1004" y="981"/>
                      <a:pt x="1911" y="956"/>
                    </a:cubicBezTo>
                    <a:cubicBezTo>
                      <a:pt x="1004" y="932"/>
                      <a:pt x="980" y="908"/>
                      <a:pt x="95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3"/>
              <p:cNvSpPr/>
              <p:nvPr/>
            </p:nvSpPr>
            <p:spPr>
              <a:xfrm>
                <a:off x="1671164" y="1281577"/>
                <a:ext cx="61051" cy="61675"/>
              </a:xfrm>
              <a:custGeom>
                <a:avLst/>
                <a:gdLst/>
                <a:ahLst/>
                <a:cxnLst/>
                <a:rect l="l" t="t" r="r" b="b"/>
                <a:pathLst>
                  <a:path w="1174" h="1186" extrusionOk="0">
                    <a:moveTo>
                      <a:pt x="581" y="0"/>
                    </a:moveTo>
                    <a:cubicBezTo>
                      <a:pt x="569" y="569"/>
                      <a:pt x="557" y="581"/>
                      <a:pt x="0" y="593"/>
                    </a:cubicBezTo>
                    <a:cubicBezTo>
                      <a:pt x="557" y="605"/>
                      <a:pt x="569" y="617"/>
                      <a:pt x="581" y="1186"/>
                    </a:cubicBezTo>
                    <a:cubicBezTo>
                      <a:pt x="605" y="617"/>
                      <a:pt x="617" y="605"/>
                      <a:pt x="1174" y="593"/>
                    </a:cubicBezTo>
                    <a:cubicBezTo>
                      <a:pt x="617" y="581"/>
                      <a:pt x="593" y="569"/>
                      <a:pt x="58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Google Shape;776;p3"/>
              <p:cNvSpPr/>
              <p:nvPr/>
            </p:nvSpPr>
            <p:spPr>
              <a:xfrm>
                <a:off x="1071687" y="1454535"/>
                <a:ext cx="37754" cy="37806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7" extrusionOk="0">
                    <a:moveTo>
                      <a:pt x="363" y="1"/>
                    </a:moveTo>
                    <a:cubicBezTo>
                      <a:pt x="351" y="352"/>
                      <a:pt x="339" y="364"/>
                      <a:pt x="0" y="364"/>
                    </a:cubicBezTo>
                    <a:cubicBezTo>
                      <a:pt x="339" y="376"/>
                      <a:pt x="351" y="388"/>
                      <a:pt x="363" y="727"/>
                    </a:cubicBezTo>
                    <a:cubicBezTo>
                      <a:pt x="363" y="388"/>
                      <a:pt x="375" y="376"/>
                      <a:pt x="726" y="364"/>
                    </a:cubicBezTo>
                    <a:cubicBezTo>
                      <a:pt x="387" y="352"/>
                      <a:pt x="363" y="352"/>
                      <a:pt x="3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3"/>
              <p:cNvSpPr/>
              <p:nvPr/>
            </p:nvSpPr>
            <p:spPr>
              <a:xfrm>
                <a:off x="742672" y="1220527"/>
                <a:ext cx="37806" cy="37806"/>
              </a:xfrm>
              <a:custGeom>
                <a:avLst/>
                <a:gdLst/>
                <a:ahLst/>
                <a:cxnLst/>
                <a:rect l="l" t="t" r="r" b="b"/>
                <a:pathLst>
                  <a:path w="727" h="727" extrusionOk="0">
                    <a:moveTo>
                      <a:pt x="363" y="1"/>
                    </a:moveTo>
                    <a:cubicBezTo>
                      <a:pt x="351" y="340"/>
                      <a:pt x="339" y="352"/>
                      <a:pt x="0" y="364"/>
                    </a:cubicBezTo>
                    <a:cubicBezTo>
                      <a:pt x="339" y="376"/>
                      <a:pt x="351" y="376"/>
                      <a:pt x="363" y="727"/>
                    </a:cubicBezTo>
                    <a:cubicBezTo>
                      <a:pt x="375" y="376"/>
                      <a:pt x="375" y="376"/>
                      <a:pt x="726" y="364"/>
                    </a:cubicBezTo>
                    <a:cubicBezTo>
                      <a:pt x="375" y="352"/>
                      <a:pt x="375" y="340"/>
                      <a:pt x="36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3"/>
              <p:cNvSpPr/>
              <p:nvPr/>
            </p:nvSpPr>
            <p:spPr>
              <a:xfrm>
                <a:off x="1871111" y="197601"/>
                <a:ext cx="23817" cy="21061"/>
              </a:xfrm>
              <a:custGeom>
                <a:avLst/>
                <a:gdLst/>
                <a:ahLst/>
                <a:cxnLst/>
                <a:rect l="l" t="t" r="r" b="b"/>
                <a:pathLst>
                  <a:path w="458" h="405" extrusionOk="0">
                    <a:moveTo>
                      <a:pt x="227" y="0"/>
                    </a:moveTo>
                    <a:cubicBezTo>
                      <a:pt x="135" y="0"/>
                      <a:pt x="41" y="54"/>
                      <a:pt x="14" y="172"/>
                    </a:cubicBezTo>
                    <a:cubicBezTo>
                      <a:pt x="1" y="320"/>
                      <a:pt x="114" y="404"/>
                      <a:pt x="229" y="404"/>
                    </a:cubicBezTo>
                    <a:cubicBezTo>
                      <a:pt x="320" y="404"/>
                      <a:pt x="411" y="351"/>
                      <a:pt x="438" y="233"/>
                    </a:cubicBezTo>
                    <a:cubicBezTo>
                      <a:pt x="458" y="85"/>
                      <a:pt x="343" y="0"/>
                      <a:pt x="22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3"/>
              <p:cNvSpPr/>
              <p:nvPr/>
            </p:nvSpPr>
            <p:spPr>
              <a:xfrm>
                <a:off x="1976883" y="267908"/>
                <a:ext cx="42538" cy="30005"/>
              </a:xfrm>
              <a:custGeom>
                <a:avLst/>
                <a:gdLst/>
                <a:ahLst/>
                <a:cxnLst/>
                <a:rect l="l" t="t" r="r" b="b"/>
                <a:pathLst>
                  <a:path w="818" h="577" extrusionOk="0">
                    <a:moveTo>
                      <a:pt x="497" y="0"/>
                    </a:moveTo>
                    <a:cubicBezTo>
                      <a:pt x="270" y="0"/>
                      <a:pt x="1" y="334"/>
                      <a:pt x="218" y="514"/>
                    </a:cubicBezTo>
                    <a:cubicBezTo>
                      <a:pt x="278" y="558"/>
                      <a:pt x="341" y="577"/>
                      <a:pt x="402" y="577"/>
                    </a:cubicBezTo>
                    <a:cubicBezTo>
                      <a:pt x="626" y="577"/>
                      <a:pt x="818" y="318"/>
                      <a:pt x="666" y="90"/>
                    </a:cubicBezTo>
                    <a:cubicBezTo>
                      <a:pt x="621" y="26"/>
                      <a:pt x="560" y="0"/>
                      <a:pt x="49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3"/>
              <p:cNvSpPr/>
              <p:nvPr/>
            </p:nvSpPr>
            <p:spPr>
              <a:xfrm>
                <a:off x="1980211" y="422457"/>
                <a:ext cx="31097" cy="27873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36" extrusionOk="0">
                    <a:moveTo>
                      <a:pt x="292" y="0"/>
                    </a:moveTo>
                    <a:cubicBezTo>
                      <a:pt x="175" y="0"/>
                      <a:pt x="58" y="68"/>
                      <a:pt x="21" y="215"/>
                    </a:cubicBezTo>
                    <a:cubicBezTo>
                      <a:pt x="1" y="419"/>
                      <a:pt x="156" y="535"/>
                      <a:pt x="309" y="535"/>
                    </a:cubicBezTo>
                    <a:cubicBezTo>
                      <a:pt x="428" y="535"/>
                      <a:pt x="546" y="465"/>
                      <a:pt x="577" y="312"/>
                    </a:cubicBezTo>
                    <a:cubicBezTo>
                      <a:pt x="598" y="114"/>
                      <a:pt x="445" y="0"/>
                      <a:pt x="29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3"/>
              <p:cNvSpPr/>
              <p:nvPr/>
            </p:nvSpPr>
            <p:spPr>
              <a:xfrm>
                <a:off x="2145057" y="651160"/>
                <a:ext cx="21633" cy="19501"/>
              </a:xfrm>
              <a:custGeom>
                <a:avLst/>
                <a:gdLst/>
                <a:ahLst/>
                <a:cxnLst/>
                <a:rect l="l" t="t" r="r" b="b"/>
                <a:pathLst>
                  <a:path w="416" h="375" extrusionOk="0">
                    <a:moveTo>
                      <a:pt x="203" y="1"/>
                    </a:moveTo>
                    <a:cubicBezTo>
                      <a:pt x="122" y="1"/>
                      <a:pt x="41" y="49"/>
                      <a:pt x="20" y="160"/>
                    </a:cubicBezTo>
                    <a:cubicBezTo>
                      <a:pt x="0" y="296"/>
                      <a:pt x="106" y="374"/>
                      <a:pt x="211" y="374"/>
                    </a:cubicBezTo>
                    <a:cubicBezTo>
                      <a:pt x="292" y="374"/>
                      <a:pt x="374" y="326"/>
                      <a:pt x="395" y="220"/>
                    </a:cubicBezTo>
                    <a:cubicBezTo>
                      <a:pt x="416" y="83"/>
                      <a:pt x="309" y="1"/>
                      <a:pt x="2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Google Shape;782;p3"/>
              <p:cNvSpPr/>
              <p:nvPr/>
            </p:nvSpPr>
            <p:spPr>
              <a:xfrm>
                <a:off x="2053014" y="833166"/>
                <a:ext cx="14509" cy="10869"/>
              </a:xfrm>
              <a:custGeom>
                <a:avLst/>
                <a:gdLst/>
                <a:ahLst/>
                <a:cxnLst/>
                <a:rect l="l" t="t" r="r" b="b"/>
                <a:pathLst>
                  <a:path w="279" h="209" extrusionOk="0">
                    <a:moveTo>
                      <a:pt x="126" y="1"/>
                    </a:moveTo>
                    <a:cubicBezTo>
                      <a:pt x="76" y="1"/>
                      <a:pt x="26" y="26"/>
                      <a:pt x="0" y="83"/>
                    </a:cubicBezTo>
                    <a:cubicBezTo>
                      <a:pt x="7" y="165"/>
                      <a:pt x="76" y="209"/>
                      <a:pt x="146" y="209"/>
                    </a:cubicBezTo>
                    <a:cubicBezTo>
                      <a:pt x="199" y="209"/>
                      <a:pt x="252" y="184"/>
                      <a:pt x="278" y="131"/>
                    </a:cubicBezTo>
                    <a:cubicBezTo>
                      <a:pt x="264" y="48"/>
                      <a:pt x="195" y="1"/>
                      <a:pt x="1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3"/>
              <p:cNvSpPr/>
              <p:nvPr/>
            </p:nvSpPr>
            <p:spPr>
              <a:xfrm>
                <a:off x="2119680" y="1159841"/>
                <a:ext cx="34790" cy="32086"/>
              </a:xfrm>
              <a:custGeom>
                <a:avLst/>
                <a:gdLst/>
                <a:ahLst/>
                <a:cxnLst/>
                <a:rect l="l" t="t" r="r" b="b"/>
                <a:pathLst>
                  <a:path w="669" h="617" extrusionOk="0">
                    <a:moveTo>
                      <a:pt x="274" y="0"/>
                    </a:moveTo>
                    <a:cubicBezTo>
                      <a:pt x="137" y="0"/>
                      <a:pt x="12" y="64"/>
                      <a:pt x="12" y="212"/>
                    </a:cubicBezTo>
                    <a:cubicBezTo>
                      <a:pt x="0" y="309"/>
                      <a:pt x="25" y="418"/>
                      <a:pt x="85" y="515"/>
                    </a:cubicBezTo>
                    <a:cubicBezTo>
                      <a:pt x="137" y="582"/>
                      <a:pt x="217" y="617"/>
                      <a:pt x="299" y="617"/>
                    </a:cubicBezTo>
                    <a:cubicBezTo>
                      <a:pt x="350" y="617"/>
                      <a:pt x="401" y="603"/>
                      <a:pt x="448" y="575"/>
                    </a:cubicBezTo>
                    <a:cubicBezTo>
                      <a:pt x="533" y="503"/>
                      <a:pt x="581" y="418"/>
                      <a:pt x="605" y="309"/>
                    </a:cubicBezTo>
                    <a:cubicBezTo>
                      <a:pt x="668" y="120"/>
                      <a:pt x="460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3"/>
              <p:cNvSpPr/>
              <p:nvPr/>
            </p:nvSpPr>
            <p:spPr>
              <a:xfrm>
                <a:off x="1958006" y="1217251"/>
                <a:ext cx="52887" cy="54551"/>
              </a:xfrm>
              <a:custGeom>
                <a:avLst/>
                <a:gdLst/>
                <a:ahLst/>
                <a:cxnLst/>
                <a:rect l="l" t="t" r="r" b="b"/>
                <a:pathLst>
                  <a:path w="1017" h="1049" extrusionOk="0">
                    <a:moveTo>
                      <a:pt x="520" y="0"/>
                    </a:moveTo>
                    <a:cubicBezTo>
                      <a:pt x="437" y="0"/>
                      <a:pt x="354" y="25"/>
                      <a:pt x="279" y="76"/>
                    </a:cubicBezTo>
                    <a:cubicBezTo>
                      <a:pt x="134" y="161"/>
                      <a:pt x="49" y="318"/>
                      <a:pt x="25" y="487"/>
                    </a:cubicBezTo>
                    <a:cubicBezTo>
                      <a:pt x="0" y="608"/>
                      <a:pt x="37" y="741"/>
                      <a:pt x="109" y="850"/>
                    </a:cubicBezTo>
                    <a:cubicBezTo>
                      <a:pt x="182" y="947"/>
                      <a:pt x="291" y="1020"/>
                      <a:pt x="424" y="1044"/>
                    </a:cubicBezTo>
                    <a:cubicBezTo>
                      <a:pt x="447" y="1047"/>
                      <a:pt x="469" y="1048"/>
                      <a:pt x="492" y="1048"/>
                    </a:cubicBezTo>
                    <a:cubicBezTo>
                      <a:pt x="730" y="1048"/>
                      <a:pt x="936" y="877"/>
                      <a:pt x="980" y="645"/>
                    </a:cubicBezTo>
                    <a:cubicBezTo>
                      <a:pt x="1017" y="475"/>
                      <a:pt x="980" y="306"/>
                      <a:pt x="871" y="173"/>
                    </a:cubicBezTo>
                    <a:cubicBezTo>
                      <a:pt x="782" y="62"/>
                      <a:pt x="652" y="0"/>
                      <a:pt x="52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3"/>
              <p:cNvSpPr/>
              <p:nvPr/>
            </p:nvSpPr>
            <p:spPr>
              <a:xfrm>
                <a:off x="2016508" y="1370708"/>
                <a:ext cx="51638" cy="42590"/>
              </a:xfrm>
              <a:custGeom>
                <a:avLst/>
                <a:gdLst/>
                <a:ahLst/>
                <a:cxnLst/>
                <a:rect l="l" t="t" r="r" b="b"/>
                <a:pathLst>
                  <a:path w="993" h="819" extrusionOk="0">
                    <a:moveTo>
                      <a:pt x="346" y="1"/>
                    </a:moveTo>
                    <a:cubicBezTo>
                      <a:pt x="221" y="1"/>
                      <a:pt x="103" y="63"/>
                      <a:pt x="37" y="210"/>
                    </a:cubicBezTo>
                    <a:cubicBezTo>
                      <a:pt x="13" y="282"/>
                      <a:pt x="0" y="355"/>
                      <a:pt x="0" y="427"/>
                    </a:cubicBezTo>
                    <a:cubicBezTo>
                      <a:pt x="13" y="488"/>
                      <a:pt x="37" y="548"/>
                      <a:pt x="73" y="609"/>
                    </a:cubicBezTo>
                    <a:lnTo>
                      <a:pt x="61" y="584"/>
                    </a:lnTo>
                    <a:lnTo>
                      <a:pt x="61" y="584"/>
                    </a:lnTo>
                    <a:cubicBezTo>
                      <a:pt x="140" y="733"/>
                      <a:pt x="287" y="818"/>
                      <a:pt x="450" y="818"/>
                    </a:cubicBezTo>
                    <a:cubicBezTo>
                      <a:pt x="469" y="818"/>
                      <a:pt x="489" y="817"/>
                      <a:pt x="509" y="815"/>
                    </a:cubicBezTo>
                    <a:cubicBezTo>
                      <a:pt x="896" y="778"/>
                      <a:pt x="992" y="246"/>
                      <a:pt x="629" y="89"/>
                    </a:cubicBezTo>
                    <a:lnTo>
                      <a:pt x="629" y="89"/>
                    </a:lnTo>
                    <a:cubicBezTo>
                      <a:pt x="660" y="109"/>
                      <a:pt x="675" y="119"/>
                      <a:pt x="675" y="119"/>
                    </a:cubicBezTo>
                    <a:cubicBezTo>
                      <a:pt x="675" y="119"/>
                      <a:pt x="645" y="100"/>
                      <a:pt x="581" y="65"/>
                    </a:cubicBezTo>
                    <a:cubicBezTo>
                      <a:pt x="557" y="48"/>
                      <a:pt x="532" y="37"/>
                      <a:pt x="504" y="32"/>
                    </a:cubicBezTo>
                    <a:lnTo>
                      <a:pt x="504" y="32"/>
                    </a:lnTo>
                    <a:cubicBezTo>
                      <a:pt x="452" y="12"/>
                      <a:pt x="399" y="1"/>
                      <a:pt x="3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3"/>
              <p:cNvSpPr/>
              <p:nvPr/>
            </p:nvSpPr>
            <p:spPr>
              <a:xfrm>
                <a:off x="1866483" y="1384436"/>
                <a:ext cx="54447" cy="45034"/>
              </a:xfrm>
              <a:custGeom>
                <a:avLst/>
                <a:gdLst/>
                <a:ahLst/>
                <a:cxnLst/>
                <a:rect l="l" t="t" r="r" b="b"/>
                <a:pathLst>
                  <a:path w="1047" h="866" extrusionOk="0">
                    <a:moveTo>
                      <a:pt x="481" y="1"/>
                    </a:moveTo>
                    <a:cubicBezTo>
                      <a:pt x="268" y="1"/>
                      <a:pt x="88" y="149"/>
                      <a:pt x="55" y="357"/>
                    </a:cubicBezTo>
                    <a:cubicBezTo>
                      <a:pt x="1" y="645"/>
                      <a:pt x="228" y="866"/>
                      <a:pt x="477" y="866"/>
                    </a:cubicBezTo>
                    <a:cubicBezTo>
                      <a:pt x="563" y="866"/>
                      <a:pt x="652" y="839"/>
                      <a:pt x="732" y="780"/>
                    </a:cubicBezTo>
                    <a:cubicBezTo>
                      <a:pt x="1047" y="563"/>
                      <a:pt x="926" y="67"/>
                      <a:pt x="551" y="6"/>
                    </a:cubicBezTo>
                    <a:cubicBezTo>
                      <a:pt x="527" y="3"/>
                      <a:pt x="504" y="1"/>
                      <a:pt x="48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3"/>
              <p:cNvSpPr/>
              <p:nvPr/>
            </p:nvSpPr>
            <p:spPr>
              <a:xfrm>
                <a:off x="1892744" y="1549906"/>
                <a:ext cx="47686" cy="39782"/>
              </a:xfrm>
              <a:custGeom>
                <a:avLst/>
                <a:gdLst/>
                <a:ahLst/>
                <a:cxnLst/>
                <a:rect l="l" t="t" r="r" b="b"/>
                <a:pathLst>
                  <a:path w="917" h="765" extrusionOk="0">
                    <a:moveTo>
                      <a:pt x="418" y="0"/>
                    </a:moveTo>
                    <a:cubicBezTo>
                      <a:pt x="237" y="0"/>
                      <a:pt x="78" y="136"/>
                      <a:pt x="46" y="320"/>
                    </a:cubicBezTo>
                    <a:cubicBezTo>
                      <a:pt x="0" y="566"/>
                      <a:pt x="202" y="764"/>
                      <a:pt x="423" y="764"/>
                    </a:cubicBezTo>
                    <a:cubicBezTo>
                      <a:pt x="495" y="764"/>
                      <a:pt x="570" y="743"/>
                      <a:pt x="639" y="695"/>
                    </a:cubicBezTo>
                    <a:cubicBezTo>
                      <a:pt x="917" y="490"/>
                      <a:pt x="820" y="66"/>
                      <a:pt x="481" y="6"/>
                    </a:cubicBezTo>
                    <a:cubicBezTo>
                      <a:pt x="460" y="2"/>
                      <a:pt x="439" y="0"/>
                      <a:pt x="41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3"/>
              <p:cNvSpPr/>
              <p:nvPr/>
            </p:nvSpPr>
            <p:spPr>
              <a:xfrm>
                <a:off x="1776416" y="1516157"/>
                <a:ext cx="19761" cy="17525"/>
              </a:xfrm>
              <a:custGeom>
                <a:avLst/>
                <a:gdLst/>
                <a:ahLst/>
                <a:cxnLst/>
                <a:rect l="l" t="t" r="r" b="b"/>
                <a:pathLst>
                  <a:path w="380" h="337" extrusionOk="0">
                    <a:moveTo>
                      <a:pt x="187" y="0"/>
                    </a:moveTo>
                    <a:cubicBezTo>
                      <a:pt x="111" y="0"/>
                      <a:pt x="37" y="45"/>
                      <a:pt x="21" y="147"/>
                    </a:cubicBezTo>
                    <a:cubicBezTo>
                      <a:pt x="1" y="267"/>
                      <a:pt x="96" y="336"/>
                      <a:pt x="191" y="336"/>
                    </a:cubicBezTo>
                    <a:cubicBezTo>
                      <a:pt x="267" y="336"/>
                      <a:pt x="343" y="292"/>
                      <a:pt x="359" y="195"/>
                    </a:cubicBezTo>
                    <a:cubicBezTo>
                      <a:pt x="380" y="73"/>
                      <a:pt x="283" y="0"/>
                      <a:pt x="1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3"/>
              <p:cNvSpPr/>
              <p:nvPr/>
            </p:nvSpPr>
            <p:spPr>
              <a:xfrm>
                <a:off x="1720982" y="1624736"/>
                <a:ext cx="37286" cy="32710"/>
              </a:xfrm>
              <a:custGeom>
                <a:avLst/>
                <a:gdLst/>
                <a:ahLst/>
                <a:cxnLst/>
                <a:rect l="l" t="t" r="r" b="b"/>
                <a:pathLst>
                  <a:path w="717" h="629" extrusionOk="0">
                    <a:moveTo>
                      <a:pt x="346" y="1"/>
                    </a:moveTo>
                    <a:cubicBezTo>
                      <a:pt x="205" y="1"/>
                      <a:pt x="66" y="81"/>
                      <a:pt x="34" y="260"/>
                    </a:cubicBezTo>
                    <a:cubicBezTo>
                      <a:pt x="0" y="493"/>
                      <a:pt x="190" y="628"/>
                      <a:pt x="372" y="628"/>
                    </a:cubicBezTo>
                    <a:cubicBezTo>
                      <a:pt x="513" y="628"/>
                      <a:pt x="649" y="548"/>
                      <a:pt x="675" y="369"/>
                    </a:cubicBezTo>
                    <a:cubicBezTo>
                      <a:pt x="716" y="137"/>
                      <a:pt x="530" y="1"/>
                      <a:pt x="34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3"/>
              <p:cNvSpPr/>
              <p:nvPr/>
            </p:nvSpPr>
            <p:spPr>
              <a:xfrm>
                <a:off x="1648907" y="1686670"/>
                <a:ext cx="36662" cy="3193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614" extrusionOk="0">
                    <a:moveTo>
                      <a:pt x="347" y="0"/>
                    </a:moveTo>
                    <a:cubicBezTo>
                      <a:pt x="209" y="0"/>
                      <a:pt x="73" y="80"/>
                      <a:pt x="41" y="255"/>
                    </a:cubicBezTo>
                    <a:cubicBezTo>
                      <a:pt x="0" y="481"/>
                      <a:pt x="184" y="614"/>
                      <a:pt x="365" y="614"/>
                    </a:cubicBezTo>
                    <a:cubicBezTo>
                      <a:pt x="503" y="614"/>
                      <a:pt x="639" y="536"/>
                      <a:pt x="670" y="364"/>
                    </a:cubicBezTo>
                    <a:cubicBezTo>
                      <a:pt x="704" y="132"/>
                      <a:pt x="524" y="0"/>
                      <a:pt x="34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3"/>
              <p:cNvSpPr/>
              <p:nvPr/>
            </p:nvSpPr>
            <p:spPr>
              <a:xfrm>
                <a:off x="1563052" y="1560618"/>
                <a:ext cx="34426" cy="30265"/>
              </a:xfrm>
              <a:custGeom>
                <a:avLst/>
                <a:gdLst/>
                <a:ahLst/>
                <a:cxnLst/>
                <a:rect l="l" t="t" r="r" b="b"/>
                <a:pathLst>
                  <a:path w="662" h="582" extrusionOk="0">
                    <a:moveTo>
                      <a:pt x="322" y="1"/>
                    </a:moveTo>
                    <a:cubicBezTo>
                      <a:pt x="190" y="1"/>
                      <a:pt x="61" y="78"/>
                      <a:pt x="35" y="247"/>
                    </a:cubicBezTo>
                    <a:cubicBezTo>
                      <a:pt x="1" y="459"/>
                      <a:pt x="170" y="581"/>
                      <a:pt x="338" y="581"/>
                    </a:cubicBezTo>
                    <a:cubicBezTo>
                      <a:pt x="468" y="581"/>
                      <a:pt x="596" y="508"/>
                      <a:pt x="628" y="344"/>
                    </a:cubicBezTo>
                    <a:cubicBezTo>
                      <a:pt x="662" y="127"/>
                      <a:pt x="490" y="1"/>
                      <a:pt x="32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3"/>
              <p:cNvSpPr/>
              <p:nvPr/>
            </p:nvSpPr>
            <p:spPr>
              <a:xfrm>
                <a:off x="1529459" y="1614440"/>
                <a:ext cx="29641" cy="26885"/>
              </a:xfrm>
              <a:custGeom>
                <a:avLst/>
                <a:gdLst/>
                <a:ahLst/>
                <a:cxnLst/>
                <a:rect l="l" t="t" r="r" b="b"/>
                <a:pathLst>
                  <a:path w="570" h="517" extrusionOk="0">
                    <a:moveTo>
                      <a:pt x="280" y="1"/>
                    </a:moveTo>
                    <a:cubicBezTo>
                      <a:pt x="167" y="1"/>
                      <a:pt x="54" y="68"/>
                      <a:pt x="28" y="216"/>
                    </a:cubicBezTo>
                    <a:cubicBezTo>
                      <a:pt x="1" y="406"/>
                      <a:pt x="145" y="517"/>
                      <a:pt x="288" y="517"/>
                    </a:cubicBezTo>
                    <a:cubicBezTo>
                      <a:pt x="399" y="517"/>
                      <a:pt x="509" y="449"/>
                      <a:pt x="536" y="301"/>
                    </a:cubicBezTo>
                    <a:cubicBezTo>
                      <a:pt x="570" y="111"/>
                      <a:pt x="424" y="1"/>
                      <a:pt x="28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3"/>
              <p:cNvSpPr/>
              <p:nvPr/>
            </p:nvSpPr>
            <p:spPr>
              <a:xfrm>
                <a:off x="1382398" y="1754272"/>
                <a:ext cx="42486" cy="33282"/>
              </a:xfrm>
              <a:custGeom>
                <a:avLst/>
                <a:gdLst/>
                <a:ahLst/>
                <a:cxnLst/>
                <a:rect l="l" t="t" r="r" b="b"/>
                <a:pathLst>
                  <a:path w="817" h="640" extrusionOk="0">
                    <a:moveTo>
                      <a:pt x="418" y="0"/>
                    </a:moveTo>
                    <a:cubicBezTo>
                      <a:pt x="337" y="0"/>
                      <a:pt x="255" y="33"/>
                      <a:pt x="194" y="104"/>
                    </a:cubicBezTo>
                    <a:lnTo>
                      <a:pt x="170" y="116"/>
                    </a:lnTo>
                    <a:cubicBezTo>
                      <a:pt x="1" y="297"/>
                      <a:pt x="146" y="600"/>
                      <a:pt x="364" y="636"/>
                    </a:cubicBezTo>
                    <a:cubicBezTo>
                      <a:pt x="379" y="639"/>
                      <a:pt x="393" y="640"/>
                      <a:pt x="408" y="640"/>
                    </a:cubicBezTo>
                    <a:cubicBezTo>
                      <a:pt x="613" y="640"/>
                      <a:pt x="816" y="416"/>
                      <a:pt x="715" y="213"/>
                    </a:cubicBezTo>
                    <a:lnTo>
                      <a:pt x="690" y="176"/>
                    </a:lnTo>
                    <a:cubicBezTo>
                      <a:pt x="641" y="64"/>
                      <a:pt x="530" y="0"/>
                      <a:pt x="41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3"/>
              <p:cNvSpPr/>
              <p:nvPr/>
            </p:nvSpPr>
            <p:spPr>
              <a:xfrm>
                <a:off x="1482658" y="1705651"/>
                <a:ext cx="23921" cy="21425"/>
              </a:xfrm>
              <a:custGeom>
                <a:avLst/>
                <a:gdLst/>
                <a:ahLst/>
                <a:cxnLst/>
                <a:rect l="l" t="t" r="r" b="b"/>
                <a:pathLst>
                  <a:path w="460" h="412" extrusionOk="0">
                    <a:moveTo>
                      <a:pt x="221" y="1"/>
                    </a:moveTo>
                    <a:cubicBezTo>
                      <a:pt x="130" y="1"/>
                      <a:pt x="41" y="53"/>
                      <a:pt x="20" y="168"/>
                    </a:cubicBezTo>
                    <a:cubicBezTo>
                      <a:pt x="0" y="324"/>
                      <a:pt x="117" y="411"/>
                      <a:pt x="231" y="411"/>
                    </a:cubicBezTo>
                    <a:cubicBezTo>
                      <a:pt x="321" y="411"/>
                      <a:pt x="411" y="357"/>
                      <a:pt x="432" y="240"/>
                    </a:cubicBezTo>
                    <a:cubicBezTo>
                      <a:pt x="459" y="90"/>
                      <a:pt x="339" y="1"/>
                      <a:pt x="22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3"/>
              <p:cNvSpPr/>
              <p:nvPr/>
            </p:nvSpPr>
            <p:spPr>
              <a:xfrm>
                <a:off x="1338300" y="1644549"/>
                <a:ext cx="30161" cy="26469"/>
              </a:xfrm>
              <a:custGeom>
                <a:avLst/>
                <a:gdLst/>
                <a:ahLst/>
                <a:cxnLst/>
                <a:rect l="l" t="t" r="r" b="b"/>
                <a:pathLst>
                  <a:path w="580" h="509" extrusionOk="0">
                    <a:moveTo>
                      <a:pt x="279" y="0"/>
                    </a:moveTo>
                    <a:cubicBezTo>
                      <a:pt x="165" y="0"/>
                      <a:pt x="51" y="64"/>
                      <a:pt x="14" y="206"/>
                    </a:cubicBezTo>
                    <a:cubicBezTo>
                      <a:pt x="1" y="398"/>
                      <a:pt x="150" y="508"/>
                      <a:pt x="298" y="508"/>
                    </a:cubicBezTo>
                    <a:cubicBezTo>
                      <a:pt x="410" y="508"/>
                      <a:pt x="522" y="444"/>
                      <a:pt x="559" y="303"/>
                    </a:cubicBezTo>
                    <a:cubicBezTo>
                      <a:pt x="579" y="110"/>
                      <a:pt x="429" y="0"/>
                      <a:pt x="27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3"/>
              <p:cNvSpPr/>
              <p:nvPr/>
            </p:nvSpPr>
            <p:spPr>
              <a:xfrm>
                <a:off x="1294567" y="1741584"/>
                <a:ext cx="30473" cy="27405"/>
              </a:xfrm>
              <a:custGeom>
                <a:avLst/>
                <a:gdLst/>
                <a:ahLst/>
                <a:cxnLst/>
                <a:rect l="l" t="t" r="r" b="b"/>
                <a:pathLst>
                  <a:path w="586" h="527" extrusionOk="0">
                    <a:moveTo>
                      <a:pt x="282" y="0"/>
                    </a:moveTo>
                    <a:cubicBezTo>
                      <a:pt x="166" y="0"/>
                      <a:pt x="52" y="67"/>
                      <a:pt x="21" y="215"/>
                    </a:cubicBezTo>
                    <a:cubicBezTo>
                      <a:pt x="0" y="413"/>
                      <a:pt x="153" y="526"/>
                      <a:pt x="303" y="526"/>
                    </a:cubicBezTo>
                    <a:cubicBezTo>
                      <a:pt x="419" y="526"/>
                      <a:pt x="533" y="459"/>
                      <a:pt x="565" y="312"/>
                    </a:cubicBezTo>
                    <a:cubicBezTo>
                      <a:pt x="585" y="113"/>
                      <a:pt x="432" y="0"/>
                      <a:pt x="2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3"/>
              <p:cNvSpPr/>
              <p:nvPr/>
            </p:nvSpPr>
            <p:spPr>
              <a:xfrm>
                <a:off x="1122077" y="1649801"/>
                <a:ext cx="33802" cy="29329"/>
              </a:xfrm>
              <a:custGeom>
                <a:avLst/>
                <a:gdLst/>
                <a:ahLst/>
                <a:cxnLst/>
                <a:rect l="l" t="t" r="r" b="b"/>
                <a:pathLst>
                  <a:path w="650" h="564" extrusionOk="0">
                    <a:moveTo>
                      <a:pt x="315" y="0"/>
                    </a:moveTo>
                    <a:cubicBezTo>
                      <a:pt x="187" y="0"/>
                      <a:pt x="62" y="74"/>
                      <a:pt x="35" y="238"/>
                    </a:cubicBezTo>
                    <a:cubicBezTo>
                      <a:pt x="1" y="443"/>
                      <a:pt x="172" y="563"/>
                      <a:pt x="338" y="563"/>
                    </a:cubicBezTo>
                    <a:cubicBezTo>
                      <a:pt x="465" y="563"/>
                      <a:pt x="589" y="492"/>
                      <a:pt x="616" y="335"/>
                    </a:cubicBezTo>
                    <a:cubicBezTo>
                      <a:pt x="650" y="123"/>
                      <a:pt x="480" y="0"/>
                      <a:pt x="31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3"/>
              <p:cNvSpPr/>
              <p:nvPr/>
            </p:nvSpPr>
            <p:spPr>
              <a:xfrm>
                <a:off x="1102056" y="1717923"/>
                <a:ext cx="28341" cy="25013"/>
              </a:xfrm>
              <a:custGeom>
                <a:avLst/>
                <a:gdLst/>
                <a:ahLst/>
                <a:cxnLst/>
                <a:rect l="l" t="t" r="r" b="b"/>
                <a:pathLst>
                  <a:path w="545" h="481" extrusionOk="0">
                    <a:moveTo>
                      <a:pt x="266" y="0"/>
                    </a:moveTo>
                    <a:cubicBezTo>
                      <a:pt x="159" y="0"/>
                      <a:pt x="52" y="62"/>
                      <a:pt x="21" y="198"/>
                    </a:cubicBezTo>
                    <a:cubicBezTo>
                      <a:pt x="0" y="376"/>
                      <a:pt x="143" y="480"/>
                      <a:pt x="281" y="480"/>
                    </a:cubicBezTo>
                    <a:cubicBezTo>
                      <a:pt x="387" y="480"/>
                      <a:pt x="491" y="419"/>
                      <a:pt x="517" y="283"/>
                    </a:cubicBezTo>
                    <a:cubicBezTo>
                      <a:pt x="544" y="105"/>
                      <a:pt x="405" y="0"/>
                      <a:pt x="26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3"/>
              <p:cNvSpPr/>
              <p:nvPr/>
            </p:nvSpPr>
            <p:spPr>
              <a:xfrm>
                <a:off x="1176731" y="1742000"/>
                <a:ext cx="48570" cy="34998"/>
              </a:xfrm>
              <a:custGeom>
                <a:avLst/>
                <a:gdLst/>
                <a:ahLst/>
                <a:cxnLst/>
                <a:rect l="l" t="t" r="r" b="b"/>
                <a:pathLst>
                  <a:path w="934" h="673" extrusionOk="0">
                    <a:moveTo>
                      <a:pt x="589" y="1"/>
                    </a:moveTo>
                    <a:cubicBezTo>
                      <a:pt x="335" y="1"/>
                      <a:pt x="0" y="340"/>
                      <a:pt x="242" y="545"/>
                    </a:cubicBezTo>
                    <a:lnTo>
                      <a:pt x="291" y="594"/>
                    </a:lnTo>
                    <a:cubicBezTo>
                      <a:pt x="349" y="649"/>
                      <a:pt x="418" y="673"/>
                      <a:pt x="488" y="673"/>
                    </a:cubicBezTo>
                    <a:cubicBezTo>
                      <a:pt x="709" y="673"/>
                      <a:pt x="933" y="436"/>
                      <a:pt x="823" y="207"/>
                    </a:cubicBezTo>
                    <a:cubicBezTo>
                      <a:pt x="811" y="195"/>
                      <a:pt x="811" y="170"/>
                      <a:pt x="799" y="146"/>
                    </a:cubicBezTo>
                    <a:cubicBezTo>
                      <a:pt x="758" y="43"/>
                      <a:pt x="679" y="1"/>
                      <a:pt x="5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3"/>
              <p:cNvSpPr/>
              <p:nvPr/>
            </p:nvSpPr>
            <p:spPr>
              <a:xfrm>
                <a:off x="1001693" y="1706431"/>
                <a:ext cx="24545" cy="21581"/>
              </a:xfrm>
              <a:custGeom>
                <a:avLst/>
                <a:gdLst/>
                <a:ahLst/>
                <a:cxnLst/>
                <a:rect l="l" t="t" r="r" b="b"/>
                <a:pathLst>
                  <a:path w="472" h="415" extrusionOk="0">
                    <a:moveTo>
                      <a:pt x="233" y="0"/>
                    </a:moveTo>
                    <a:cubicBezTo>
                      <a:pt x="140" y="0"/>
                      <a:pt x="49" y="55"/>
                      <a:pt x="28" y="177"/>
                    </a:cubicBezTo>
                    <a:cubicBezTo>
                      <a:pt x="0" y="326"/>
                      <a:pt x="118" y="414"/>
                      <a:pt x="236" y="414"/>
                    </a:cubicBezTo>
                    <a:cubicBezTo>
                      <a:pt x="330" y="414"/>
                      <a:pt x="424" y="360"/>
                      <a:pt x="451" y="238"/>
                    </a:cubicBezTo>
                    <a:cubicBezTo>
                      <a:pt x="471" y="89"/>
                      <a:pt x="351" y="0"/>
                      <a:pt x="23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3"/>
              <p:cNvSpPr/>
              <p:nvPr/>
            </p:nvSpPr>
            <p:spPr>
              <a:xfrm>
                <a:off x="838043" y="1616104"/>
                <a:ext cx="38898" cy="34114"/>
              </a:xfrm>
              <a:custGeom>
                <a:avLst/>
                <a:gdLst/>
                <a:ahLst/>
                <a:cxnLst/>
                <a:rect l="l" t="t" r="r" b="b"/>
                <a:pathLst>
                  <a:path w="748" h="656" extrusionOk="0">
                    <a:moveTo>
                      <a:pt x="365" y="1"/>
                    </a:moveTo>
                    <a:cubicBezTo>
                      <a:pt x="218" y="1"/>
                      <a:pt x="73" y="84"/>
                      <a:pt x="41" y="269"/>
                    </a:cubicBezTo>
                    <a:cubicBezTo>
                      <a:pt x="1" y="513"/>
                      <a:pt x="193" y="655"/>
                      <a:pt x="382" y="655"/>
                    </a:cubicBezTo>
                    <a:cubicBezTo>
                      <a:pt x="529" y="655"/>
                      <a:pt x="675" y="569"/>
                      <a:pt x="707" y="378"/>
                    </a:cubicBezTo>
                    <a:cubicBezTo>
                      <a:pt x="748" y="139"/>
                      <a:pt x="554" y="1"/>
                      <a:pt x="3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3"/>
              <p:cNvSpPr/>
              <p:nvPr/>
            </p:nvSpPr>
            <p:spPr>
              <a:xfrm>
                <a:off x="735495" y="1541065"/>
                <a:ext cx="37338" cy="32710"/>
              </a:xfrm>
              <a:custGeom>
                <a:avLst/>
                <a:gdLst/>
                <a:ahLst/>
                <a:cxnLst/>
                <a:rect l="l" t="t" r="r" b="b"/>
                <a:pathLst>
                  <a:path w="718" h="629" extrusionOk="0">
                    <a:moveTo>
                      <a:pt x="350" y="1"/>
                    </a:moveTo>
                    <a:cubicBezTo>
                      <a:pt x="210" y="1"/>
                      <a:pt x="73" y="81"/>
                      <a:pt x="42" y="260"/>
                    </a:cubicBezTo>
                    <a:cubicBezTo>
                      <a:pt x="1" y="493"/>
                      <a:pt x="188" y="629"/>
                      <a:pt x="371" y="629"/>
                    </a:cubicBezTo>
                    <a:cubicBezTo>
                      <a:pt x="512" y="629"/>
                      <a:pt x="651" y="548"/>
                      <a:pt x="683" y="369"/>
                    </a:cubicBezTo>
                    <a:cubicBezTo>
                      <a:pt x="717" y="137"/>
                      <a:pt x="531" y="1"/>
                      <a:pt x="35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3"/>
              <p:cNvSpPr/>
              <p:nvPr/>
            </p:nvSpPr>
            <p:spPr>
              <a:xfrm>
                <a:off x="802370" y="1481419"/>
                <a:ext cx="19085" cy="17109"/>
              </a:xfrm>
              <a:custGeom>
                <a:avLst/>
                <a:gdLst/>
                <a:ahLst/>
                <a:cxnLst/>
                <a:rect l="l" t="t" r="r" b="b"/>
                <a:pathLst>
                  <a:path w="367" h="329" extrusionOk="0">
                    <a:moveTo>
                      <a:pt x="172" y="1"/>
                    </a:moveTo>
                    <a:cubicBezTo>
                      <a:pt x="99" y="1"/>
                      <a:pt x="29" y="43"/>
                      <a:pt x="14" y="137"/>
                    </a:cubicBezTo>
                    <a:cubicBezTo>
                      <a:pt x="0" y="260"/>
                      <a:pt x="94" y="329"/>
                      <a:pt x="187" y="329"/>
                    </a:cubicBezTo>
                    <a:cubicBezTo>
                      <a:pt x="260" y="329"/>
                      <a:pt x="331" y="287"/>
                      <a:pt x="352" y="198"/>
                    </a:cubicBezTo>
                    <a:cubicBezTo>
                      <a:pt x="366" y="74"/>
                      <a:pt x="267" y="1"/>
                      <a:pt x="17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3"/>
              <p:cNvSpPr/>
              <p:nvPr/>
            </p:nvSpPr>
            <p:spPr>
              <a:xfrm>
                <a:off x="678085" y="1290417"/>
                <a:ext cx="27977" cy="24961"/>
              </a:xfrm>
              <a:custGeom>
                <a:avLst/>
                <a:gdLst/>
                <a:ahLst/>
                <a:cxnLst/>
                <a:rect l="l" t="t" r="r" b="b"/>
                <a:pathLst>
                  <a:path w="538" h="480" extrusionOk="0">
                    <a:moveTo>
                      <a:pt x="259" y="1"/>
                    </a:moveTo>
                    <a:cubicBezTo>
                      <a:pt x="152" y="1"/>
                      <a:pt x="47" y="61"/>
                      <a:pt x="21" y="193"/>
                    </a:cubicBezTo>
                    <a:cubicBezTo>
                      <a:pt x="0" y="376"/>
                      <a:pt x="136" y="480"/>
                      <a:pt x="272" y="480"/>
                    </a:cubicBezTo>
                    <a:cubicBezTo>
                      <a:pt x="378" y="480"/>
                      <a:pt x="485" y="416"/>
                      <a:pt x="517" y="278"/>
                    </a:cubicBezTo>
                    <a:cubicBezTo>
                      <a:pt x="537" y="101"/>
                      <a:pt x="397" y="1"/>
                      <a:pt x="2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3"/>
              <p:cNvSpPr/>
              <p:nvPr/>
            </p:nvSpPr>
            <p:spPr>
              <a:xfrm>
                <a:off x="610431" y="1283449"/>
                <a:ext cx="26781" cy="23973"/>
              </a:xfrm>
              <a:custGeom>
                <a:avLst/>
                <a:gdLst/>
                <a:ahLst/>
                <a:cxnLst/>
                <a:rect l="l" t="t" r="r" b="b"/>
                <a:pathLst>
                  <a:path w="515" h="461" extrusionOk="0">
                    <a:moveTo>
                      <a:pt x="252" y="0"/>
                    </a:moveTo>
                    <a:cubicBezTo>
                      <a:pt x="150" y="0"/>
                      <a:pt x="49" y="61"/>
                      <a:pt x="27" y="194"/>
                    </a:cubicBezTo>
                    <a:cubicBezTo>
                      <a:pt x="0" y="363"/>
                      <a:pt x="128" y="461"/>
                      <a:pt x="257" y="461"/>
                    </a:cubicBezTo>
                    <a:cubicBezTo>
                      <a:pt x="358" y="461"/>
                      <a:pt x="460" y="400"/>
                      <a:pt x="487" y="267"/>
                    </a:cubicBezTo>
                    <a:cubicBezTo>
                      <a:pt x="514" y="98"/>
                      <a:pt x="382" y="0"/>
                      <a:pt x="2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3"/>
              <p:cNvSpPr/>
              <p:nvPr/>
            </p:nvSpPr>
            <p:spPr>
              <a:xfrm>
                <a:off x="668569" y="1386828"/>
                <a:ext cx="36662" cy="3193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614" extrusionOk="0">
                    <a:moveTo>
                      <a:pt x="340" y="0"/>
                    </a:moveTo>
                    <a:cubicBezTo>
                      <a:pt x="202" y="0"/>
                      <a:pt x="66" y="78"/>
                      <a:pt x="34" y="251"/>
                    </a:cubicBezTo>
                    <a:cubicBezTo>
                      <a:pt x="0" y="482"/>
                      <a:pt x="185" y="614"/>
                      <a:pt x="363" y="614"/>
                    </a:cubicBezTo>
                    <a:cubicBezTo>
                      <a:pt x="502" y="614"/>
                      <a:pt x="637" y="534"/>
                      <a:pt x="663" y="359"/>
                    </a:cubicBezTo>
                    <a:cubicBezTo>
                      <a:pt x="705" y="133"/>
                      <a:pt x="520" y="0"/>
                      <a:pt x="3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3"/>
              <p:cNvSpPr/>
              <p:nvPr/>
            </p:nvSpPr>
            <p:spPr>
              <a:xfrm>
                <a:off x="711055" y="1093019"/>
                <a:ext cx="21425" cy="19241"/>
              </a:xfrm>
              <a:custGeom>
                <a:avLst/>
                <a:gdLst/>
                <a:ahLst/>
                <a:cxnLst/>
                <a:rect l="l" t="t" r="r" b="b"/>
                <a:pathLst>
                  <a:path w="412" h="370" extrusionOk="0">
                    <a:moveTo>
                      <a:pt x="203" y="1"/>
                    </a:moveTo>
                    <a:cubicBezTo>
                      <a:pt x="122" y="1"/>
                      <a:pt x="44" y="49"/>
                      <a:pt x="28" y="155"/>
                    </a:cubicBezTo>
                    <a:cubicBezTo>
                      <a:pt x="1" y="290"/>
                      <a:pt x="103" y="369"/>
                      <a:pt x="207" y="369"/>
                    </a:cubicBezTo>
                    <a:cubicBezTo>
                      <a:pt x="288" y="369"/>
                      <a:pt x="370" y="321"/>
                      <a:pt x="391" y="215"/>
                    </a:cubicBezTo>
                    <a:cubicBezTo>
                      <a:pt x="411" y="79"/>
                      <a:pt x="306" y="1"/>
                      <a:pt x="2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3"/>
              <p:cNvSpPr/>
              <p:nvPr/>
            </p:nvSpPr>
            <p:spPr>
              <a:xfrm>
                <a:off x="609703" y="1039717"/>
                <a:ext cx="37286" cy="32710"/>
              </a:xfrm>
              <a:custGeom>
                <a:avLst/>
                <a:gdLst/>
                <a:ahLst/>
                <a:cxnLst/>
                <a:rect l="l" t="t" r="r" b="b"/>
                <a:pathLst>
                  <a:path w="717" h="629" extrusionOk="0">
                    <a:moveTo>
                      <a:pt x="349" y="1"/>
                    </a:moveTo>
                    <a:cubicBezTo>
                      <a:pt x="210" y="1"/>
                      <a:pt x="73" y="81"/>
                      <a:pt x="41" y="260"/>
                    </a:cubicBezTo>
                    <a:cubicBezTo>
                      <a:pt x="0" y="493"/>
                      <a:pt x="187" y="628"/>
                      <a:pt x="371" y="628"/>
                    </a:cubicBezTo>
                    <a:cubicBezTo>
                      <a:pt x="512" y="628"/>
                      <a:pt x="651" y="548"/>
                      <a:pt x="682" y="369"/>
                    </a:cubicBezTo>
                    <a:cubicBezTo>
                      <a:pt x="717" y="137"/>
                      <a:pt x="531" y="1"/>
                      <a:pt x="3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3"/>
              <p:cNvSpPr/>
              <p:nvPr/>
            </p:nvSpPr>
            <p:spPr>
              <a:xfrm>
                <a:off x="692490" y="1011168"/>
                <a:ext cx="37234" cy="32398"/>
              </a:xfrm>
              <a:custGeom>
                <a:avLst/>
                <a:gdLst/>
                <a:ahLst/>
                <a:cxnLst/>
                <a:rect l="l" t="t" r="r" b="b"/>
                <a:pathLst>
                  <a:path w="716" h="623" extrusionOk="0">
                    <a:moveTo>
                      <a:pt x="353" y="1"/>
                    </a:moveTo>
                    <a:cubicBezTo>
                      <a:pt x="209" y="1"/>
                      <a:pt x="66" y="83"/>
                      <a:pt x="34" y="265"/>
                    </a:cubicBezTo>
                    <a:cubicBezTo>
                      <a:pt x="0" y="489"/>
                      <a:pt x="184" y="622"/>
                      <a:pt x="365" y="622"/>
                    </a:cubicBezTo>
                    <a:cubicBezTo>
                      <a:pt x="505" y="622"/>
                      <a:pt x="643" y="542"/>
                      <a:pt x="675" y="362"/>
                    </a:cubicBezTo>
                    <a:cubicBezTo>
                      <a:pt x="716" y="132"/>
                      <a:pt x="534" y="1"/>
                      <a:pt x="35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3"/>
              <p:cNvSpPr/>
              <p:nvPr/>
            </p:nvSpPr>
            <p:spPr>
              <a:xfrm>
                <a:off x="627124" y="935402"/>
                <a:ext cx="31826" cy="28289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44" extrusionOk="0">
                    <a:moveTo>
                      <a:pt x="296" y="0"/>
                    </a:moveTo>
                    <a:cubicBezTo>
                      <a:pt x="171" y="0"/>
                      <a:pt x="48" y="73"/>
                      <a:pt x="21" y="234"/>
                    </a:cubicBezTo>
                    <a:cubicBezTo>
                      <a:pt x="1" y="430"/>
                      <a:pt x="151" y="543"/>
                      <a:pt x="302" y="543"/>
                    </a:cubicBezTo>
                    <a:cubicBezTo>
                      <a:pt x="421" y="543"/>
                      <a:pt x="540" y="473"/>
                      <a:pt x="577" y="319"/>
                    </a:cubicBezTo>
                    <a:cubicBezTo>
                      <a:pt x="611" y="116"/>
                      <a:pt x="453" y="0"/>
                      <a:pt x="29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3"/>
              <p:cNvSpPr/>
              <p:nvPr/>
            </p:nvSpPr>
            <p:spPr>
              <a:xfrm>
                <a:off x="1281983" y="732907"/>
                <a:ext cx="16277" cy="14925"/>
              </a:xfrm>
              <a:custGeom>
                <a:avLst/>
                <a:gdLst/>
                <a:ahLst/>
                <a:cxnLst/>
                <a:rect l="l" t="t" r="r" b="b"/>
                <a:pathLst>
                  <a:path w="313" h="287" extrusionOk="0">
                    <a:moveTo>
                      <a:pt x="152" y="1"/>
                    </a:moveTo>
                    <a:cubicBezTo>
                      <a:pt x="91" y="1"/>
                      <a:pt x="31" y="39"/>
                      <a:pt x="21" y="124"/>
                    </a:cubicBezTo>
                    <a:cubicBezTo>
                      <a:pt x="0" y="227"/>
                      <a:pt x="80" y="287"/>
                      <a:pt x="160" y="287"/>
                    </a:cubicBezTo>
                    <a:cubicBezTo>
                      <a:pt x="222" y="287"/>
                      <a:pt x="283" y="251"/>
                      <a:pt x="299" y="172"/>
                    </a:cubicBezTo>
                    <a:cubicBezTo>
                      <a:pt x="312" y="64"/>
                      <a:pt x="231" y="1"/>
                      <a:pt x="15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3"/>
              <p:cNvSpPr/>
              <p:nvPr/>
            </p:nvSpPr>
            <p:spPr>
              <a:xfrm>
                <a:off x="1372570" y="843463"/>
                <a:ext cx="21945" cy="19657"/>
              </a:xfrm>
              <a:custGeom>
                <a:avLst/>
                <a:gdLst/>
                <a:ahLst/>
                <a:cxnLst/>
                <a:rect l="l" t="t" r="r" b="b"/>
                <a:pathLst>
                  <a:path w="422" h="378" extrusionOk="0">
                    <a:moveTo>
                      <a:pt x="208" y="0"/>
                    </a:moveTo>
                    <a:cubicBezTo>
                      <a:pt x="125" y="0"/>
                      <a:pt x="42" y="51"/>
                      <a:pt x="21" y="163"/>
                    </a:cubicBezTo>
                    <a:cubicBezTo>
                      <a:pt x="0" y="299"/>
                      <a:pt x="106" y="378"/>
                      <a:pt x="213" y="378"/>
                    </a:cubicBezTo>
                    <a:cubicBezTo>
                      <a:pt x="296" y="378"/>
                      <a:pt x="381" y="330"/>
                      <a:pt x="408" y="224"/>
                    </a:cubicBezTo>
                    <a:cubicBezTo>
                      <a:pt x="421" y="82"/>
                      <a:pt x="314" y="0"/>
                      <a:pt x="20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Google Shape;813;p3"/>
              <p:cNvSpPr/>
              <p:nvPr/>
            </p:nvSpPr>
            <p:spPr>
              <a:xfrm>
                <a:off x="1401119" y="910285"/>
                <a:ext cx="26157" cy="25741"/>
              </a:xfrm>
              <a:custGeom>
                <a:avLst/>
                <a:gdLst/>
                <a:ahLst/>
                <a:cxnLst/>
                <a:rect l="l" t="t" r="r" b="b"/>
                <a:pathLst>
                  <a:path w="503" h="495" extrusionOk="0">
                    <a:moveTo>
                      <a:pt x="251" y="1"/>
                    </a:moveTo>
                    <a:cubicBezTo>
                      <a:pt x="155" y="1"/>
                      <a:pt x="61" y="59"/>
                      <a:pt x="40" y="185"/>
                    </a:cubicBezTo>
                    <a:lnTo>
                      <a:pt x="28" y="221"/>
                    </a:lnTo>
                    <a:cubicBezTo>
                      <a:pt x="0" y="393"/>
                      <a:pt x="133" y="495"/>
                      <a:pt x="262" y="495"/>
                    </a:cubicBezTo>
                    <a:cubicBezTo>
                      <a:pt x="360" y="495"/>
                      <a:pt x="455" y="436"/>
                      <a:pt x="476" y="306"/>
                    </a:cubicBezTo>
                    <a:lnTo>
                      <a:pt x="476" y="269"/>
                    </a:lnTo>
                    <a:cubicBezTo>
                      <a:pt x="503" y="98"/>
                      <a:pt x="376" y="1"/>
                      <a:pt x="25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Google Shape;814;p3"/>
              <p:cNvSpPr/>
              <p:nvPr/>
            </p:nvSpPr>
            <p:spPr>
              <a:xfrm>
                <a:off x="1427068" y="983555"/>
                <a:ext cx="676" cy="1248"/>
              </a:xfrm>
              <a:custGeom>
                <a:avLst/>
                <a:gdLst/>
                <a:ahLst/>
                <a:cxnLst/>
                <a:rect l="l" t="t" r="r" b="b"/>
                <a:pathLst>
                  <a:path w="13" h="24" extrusionOk="0">
                    <a:moveTo>
                      <a:pt x="7" y="1"/>
                    </a:moveTo>
                    <a:cubicBezTo>
                      <a:pt x="4" y="1"/>
                      <a:pt x="1" y="4"/>
                      <a:pt x="1" y="10"/>
                    </a:cubicBezTo>
                    <a:cubicBezTo>
                      <a:pt x="1" y="17"/>
                      <a:pt x="5" y="24"/>
                      <a:pt x="8" y="24"/>
                    </a:cubicBezTo>
                    <a:cubicBezTo>
                      <a:pt x="11" y="24"/>
                      <a:pt x="13" y="20"/>
                      <a:pt x="13" y="10"/>
                    </a:cubicBezTo>
                    <a:cubicBezTo>
                      <a:pt x="13" y="4"/>
                      <a:pt x="10" y="1"/>
                      <a:pt x="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Google Shape;815;p3"/>
              <p:cNvSpPr/>
              <p:nvPr/>
            </p:nvSpPr>
            <p:spPr>
              <a:xfrm>
                <a:off x="1415991" y="1063170"/>
                <a:ext cx="23505" cy="21061"/>
              </a:xfrm>
              <a:custGeom>
                <a:avLst/>
                <a:gdLst/>
                <a:ahLst/>
                <a:cxnLst/>
                <a:rect l="l" t="t" r="r" b="b"/>
                <a:pathLst>
                  <a:path w="452" h="405" extrusionOk="0">
                    <a:moveTo>
                      <a:pt x="228" y="0"/>
                    </a:moveTo>
                    <a:cubicBezTo>
                      <a:pt x="138" y="0"/>
                      <a:pt x="47" y="54"/>
                      <a:pt x="20" y="172"/>
                    </a:cubicBezTo>
                    <a:cubicBezTo>
                      <a:pt x="0" y="320"/>
                      <a:pt x="115" y="405"/>
                      <a:pt x="228" y="405"/>
                    </a:cubicBezTo>
                    <a:cubicBezTo>
                      <a:pt x="319" y="405"/>
                      <a:pt x="410" y="351"/>
                      <a:pt x="432" y="233"/>
                    </a:cubicBezTo>
                    <a:cubicBezTo>
                      <a:pt x="452" y="85"/>
                      <a:pt x="341" y="0"/>
                      <a:pt x="22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Google Shape;816;p3"/>
              <p:cNvSpPr/>
              <p:nvPr/>
            </p:nvSpPr>
            <p:spPr>
              <a:xfrm>
                <a:off x="1397063" y="1120996"/>
                <a:ext cx="26365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507" h="443" extrusionOk="0">
                    <a:moveTo>
                      <a:pt x="252" y="0"/>
                    </a:moveTo>
                    <a:cubicBezTo>
                      <a:pt x="152" y="0"/>
                      <a:pt x="53" y="58"/>
                      <a:pt x="21" y="185"/>
                    </a:cubicBezTo>
                    <a:cubicBezTo>
                      <a:pt x="1" y="348"/>
                      <a:pt x="129" y="443"/>
                      <a:pt x="259" y="443"/>
                    </a:cubicBezTo>
                    <a:cubicBezTo>
                      <a:pt x="360" y="443"/>
                      <a:pt x="461" y="385"/>
                      <a:pt x="493" y="258"/>
                    </a:cubicBezTo>
                    <a:cubicBezTo>
                      <a:pt x="507" y="95"/>
                      <a:pt x="379" y="0"/>
                      <a:pt x="25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Google Shape;817;p3"/>
              <p:cNvSpPr/>
              <p:nvPr/>
            </p:nvSpPr>
            <p:spPr>
              <a:xfrm>
                <a:off x="1348649" y="1174609"/>
                <a:ext cx="27353" cy="23973"/>
              </a:xfrm>
              <a:custGeom>
                <a:avLst/>
                <a:gdLst/>
                <a:ahLst/>
                <a:cxnLst/>
                <a:rect l="l" t="t" r="r" b="b"/>
                <a:pathLst>
                  <a:path w="526" h="461" extrusionOk="0">
                    <a:moveTo>
                      <a:pt x="262" y="1"/>
                    </a:moveTo>
                    <a:cubicBezTo>
                      <a:pt x="158" y="1"/>
                      <a:pt x="53" y="61"/>
                      <a:pt x="21" y="194"/>
                    </a:cubicBezTo>
                    <a:cubicBezTo>
                      <a:pt x="1" y="364"/>
                      <a:pt x="135" y="461"/>
                      <a:pt x="269" y="461"/>
                    </a:cubicBezTo>
                    <a:cubicBezTo>
                      <a:pt x="374" y="461"/>
                      <a:pt x="478" y="400"/>
                      <a:pt x="505" y="267"/>
                    </a:cubicBezTo>
                    <a:cubicBezTo>
                      <a:pt x="525" y="98"/>
                      <a:pt x="394" y="1"/>
                      <a:pt x="2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Google Shape;818;p3"/>
              <p:cNvSpPr/>
              <p:nvPr/>
            </p:nvSpPr>
            <p:spPr>
              <a:xfrm>
                <a:off x="1282243" y="1261348"/>
                <a:ext cx="23661" cy="21425"/>
              </a:xfrm>
              <a:custGeom>
                <a:avLst/>
                <a:gdLst/>
                <a:ahLst/>
                <a:cxnLst/>
                <a:rect l="l" t="t" r="r" b="b"/>
                <a:pathLst>
                  <a:path w="455" h="412" extrusionOk="0">
                    <a:moveTo>
                      <a:pt x="222" y="1"/>
                    </a:moveTo>
                    <a:cubicBezTo>
                      <a:pt x="132" y="1"/>
                      <a:pt x="44" y="55"/>
                      <a:pt x="28" y="172"/>
                    </a:cubicBezTo>
                    <a:cubicBezTo>
                      <a:pt x="0" y="322"/>
                      <a:pt x="117" y="411"/>
                      <a:pt x="232" y="411"/>
                    </a:cubicBezTo>
                    <a:cubicBezTo>
                      <a:pt x="319" y="411"/>
                      <a:pt x="406" y="359"/>
                      <a:pt x="427" y="244"/>
                    </a:cubicBezTo>
                    <a:cubicBezTo>
                      <a:pt x="454" y="88"/>
                      <a:pt x="337" y="1"/>
                      <a:pt x="22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3"/>
              <p:cNvSpPr/>
              <p:nvPr/>
            </p:nvSpPr>
            <p:spPr>
              <a:xfrm>
                <a:off x="2137464" y="865667"/>
                <a:ext cx="26365" cy="23557"/>
              </a:xfrm>
              <a:custGeom>
                <a:avLst/>
                <a:gdLst/>
                <a:ahLst/>
                <a:cxnLst/>
                <a:rect l="l" t="t" r="r" b="b"/>
                <a:pathLst>
                  <a:path w="507" h="453" extrusionOk="0">
                    <a:moveTo>
                      <a:pt x="244" y="0"/>
                    </a:moveTo>
                    <a:cubicBezTo>
                      <a:pt x="145" y="0"/>
                      <a:pt x="48" y="58"/>
                      <a:pt x="21" y="184"/>
                    </a:cubicBezTo>
                    <a:cubicBezTo>
                      <a:pt x="1" y="355"/>
                      <a:pt x="131" y="452"/>
                      <a:pt x="261" y="452"/>
                    </a:cubicBezTo>
                    <a:cubicBezTo>
                      <a:pt x="361" y="452"/>
                      <a:pt x="461" y="395"/>
                      <a:pt x="493" y="269"/>
                    </a:cubicBezTo>
                    <a:cubicBezTo>
                      <a:pt x="507" y="98"/>
                      <a:pt x="373" y="0"/>
                      <a:pt x="24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3"/>
              <p:cNvSpPr/>
              <p:nvPr/>
            </p:nvSpPr>
            <p:spPr>
              <a:xfrm>
                <a:off x="2043133" y="1052769"/>
                <a:ext cx="21009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69" extrusionOk="0">
                    <a:moveTo>
                      <a:pt x="196" y="0"/>
                    </a:moveTo>
                    <a:cubicBezTo>
                      <a:pt x="115" y="0"/>
                      <a:pt x="37" y="48"/>
                      <a:pt x="21" y="154"/>
                    </a:cubicBezTo>
                    <a:cubicBezTo>
                      <a:pt x="0" y="290"/>
                      <a:pt x="106" y="369"/>
                      <a:pt x="209" y="369"/>
                    </a:cubicBezTo>
                    <a:cubicBezTo>
                      <a:pt x="289" y="369"/>
                      <a:pt x="368" y="321"/>
                      <a:pt x="384" y="215"/>
                    </a:cubicBezTo>
                    <a:cubicBezTo>
                      <a:pt x="404" y="79"/>
                      <a:pt x="298" y="0"/>
                      <a:pt x="19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3"/>
              <p:cNvSpPr/>
              <p:nvPr/>
            </p:nvSpPr>
            <p:spPr>
              <a:xfrm>
                <a:off x="2060450" y="1272321"/>
                <a:ext cx="21633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369" extrusionOk="0">
                    <a:moveTo>
                      <a:pt x="200" y="0"/>
                    </a:moveTo>
                    <a:cubicBezTo>
                      <a:pt x="117" y="0"/>
                      <a:pt x="36" y="48"/>
                      <a:pt x="14" y="154"/>
                    </a:cubicBezTo>
                    <a:cubicBezTo>
                      <a:pt x="1" y="290"/>
                      <a:pt x="105" y="369"/>
                      <a:pt x="211" y="369"/>
                    </a:cubicBezTo>
                    <a:cubicBezTo>
                      <a:pt x="293" y="369"/>
                      <a:pt x="375" y="321"/>
                      <a:pt x="401" y="215"/>
                    </a:cubicBezTo>
                    <a:cubicBezTo>
                      <a:pt x="415" y="79"/>
                      <a:pt x="307" y="0"/>
                      <a:pt x="20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3"/>
              <p:cNvSpPr/>
              <p:nvPr/>
            </p:nvSpPr>
            <p:spPr>
              <a:xfrm>
                <a:off x="1941626" y="1384020"/>
                <a:ext cx="30317" cy="24285"/>
              </a:xfrm>
              <a:custGeom>
                <a:avLst/>
                <a:gdLst/>
                <a:ahLst/>
                <a:cxnLst/>
                <a:rect l="l" t="t" r="r" b="b"/>
                <a:pathLst>
                  <a:path w="583" h="467" extrusionOk="0">
                    <a:moveTo>
                      <a:pt x="219" y="1"/>
                    </a:moveTo>
                    <a:cubicBezTo>
                      <a:pt x="119" y="1"/>
                      <a:pt x="23" y="71"/>
                      <a:pt x="1" y="184"/>
                    </a:cubicBezTo>
                    <a:cubicBezTo>
                      <a:pt x="1" y="244"/>
                      <a:pt x="1" y="305"/>
                      <a:pt x="25" y="365"/>
                    </a:cubicBezTo>
                    <a:cubicBezTo>
                      <a:pt x="53" y="437"/>
                      <a:pt x="109" y="466"/>
                      <a:pt x="171" y="466"/>
                    </a:cubicBezTo>
                    <a:cubicBezTo>
                      <a:pt x="348" y="466"/>
                      <a:pt x="582" y="230"/>
                      <a:pt x="412" y="87"/>
                    </a:cubicBezTo>
                    <a:cubicBezTo>
                      <a:pt x="364" y="50"/>
                      <a:pt x="303" y="26"/>
                      <a:pt x="243" y="2"/>
                    </a:cubicBezTo>
                    <a:cubicBezTo>
                      <a:pt x="235" y="1"/>
                      <a:pt x="227" y="1"/>
                      <a:pt x="21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3"/>
              <p:cNvSpPr/>
              <p:nvPr/>
            </p:nvSpPr>
            <p:spPr>
              <a:xfrm>
                <a:off x="1865027" y="1475491"/>
                <a:ext cx="32658" cy="28913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56" extrusionOk="0">
                    <a:moveTo>
                      <a:pt x="281" y="0"/>
                    </a:moveTo>
                    <a:cubicBezTo>
                      <a:pt x="131" y="0"/>
                      <a:pt x="0" y="145"/>
                      <a:pt x="47" y="312"/>
                    </a:cubicBezTo>
                    <a:cubicBezTo>
                      <a:pt x="64" y="458"/>
                      <a:pt x="186" y="556"/>
                      <a:pt x="315" y="556"/>
                    </a:cubicBezTo>
                    <a:cubicBezTo>
                      <a:pt x="368" y="556"/>
                      <a:pt x="421" y="540"/>
                      <a:pt x="470" y="505"/>
                    </a:cubicBezTo>
                    <a:cubicBezTo>
                      <a:pt x="627" y="384"/>
                      <a:pt x="603" y="130"/>
                      <a:pt x="422" y="46"/>
                    </a:cubicBezTo>
                    <a:cubicBezTo>
                      <a:pt x="376" y="14"/>
                      <a:pt x="327" y="0"/>
                      <a:pt x="28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3"/>
              <p:cNvSpPr/>
              <p:nvPr/>
            </p:nvSpPr>
            <p:spPr>
              <a:xfrm>
                <a:off x="1749791" y="1680794"/>
                <a:ext cx="45606" cy="32554"/>
              </a:xfrm>
              <a:custGeom>
                <a:avLst/>
                <a:gdLst/>
                <a:ahLst/>
                <a:cxnLst/>
                <a:rect l="l" t="t" r="r" b="b"/>
                <a:pathLst>
                  <a:path w="877" h="626" extrusionOk="0">
                    <a:moveTo>
                      <a:pt x="431" y="0"/>
                    </a:moveTo>
                    <a:cubicBezTo>
                      <a:pt x="365" y="0"/>
                      <a:pt x="297" y="14"/>
                      <a:pt x="242" y="41"/>
                    </a:cubicBezTo>
                    <a:cubicBezTo>
                      <a:pt x="37" y="114"/>
                      <a:pt x="0" y="368"/>
                      <a:pt x="158" y="513"/>
                    </a:cubicBezTo>
                    <a:cubicBezTo>
                      <a:pt x="218" y="573"/>
                      <a:pt x="303" y="610"/>
                      <a:pt x="400" y="622"/>
                    </a:cubicBezTo>
                    <a:cubicBezTo>
                      <a:pt x="419" y="625"/>
                      <a:pt x="437" y="626"/>
                      <a:pt x="454" y="626"/>
                    </a:cubicBezTo>
                    <a:cubicBezTo>
                      <a:pt x="807" y="626"/>
                      <a:pt x="877" y="74"/>
                      <a:pt x="496" y="17"/>
                    </a:cubicBezTo>
                    <a:lnTo>
                      <a:pt x="496" y="5"/>
                    </a:lnTo>
                    <a:cubicBezTo>
                      <a:pt x="475" y="2"/>
                      <a:pt x="453" y="0"/>
                      <a:pt x="43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3"/>
              <p:cNvSpPr/>
              <p:nvPr/>
            </p:nvSpPr>
            <p:spPr>
              <a:xfrm>
                <a:off x="1618174" y="1636801"/>
                <a:ext cx="33542" cy="27561"/>
              </a:xfrm>
              <a:custGeom>
                <a:avLst/>
                <a:gdLst/>
                <a:ahLst/>
                <a:cxnLst/>
                <a:rect l="l" t="t" r="r" b="b"/>
                <a:pathLst>
                  <a:path w="645" h="530" extrusionOk="0">
                    <a:moveTo>
                      <a:pt x="285" y="0"/>
                    </a:moveTo>
                    <a:cubicBezTo>
                      <a:pt x="158" y="0"/>
                      <a:pt x="49" y="92"/>
                      <a:pt x="27" y="222"/>
                    </a:cubicBezTo>
                    <a:cubicBezTo>
                      <a:pt x="0" y="392"/>
                      <a:pt x="140" y="530"/>
                      <a:pt x="293" y="530"/>
                    </a:cubicBezTo>
                    <a:cubicBezTo>
                      <a:pt x="346" y="530"/>
                      <a:pt x="401" y="513"/>
                      <a:pt x="451" y="476"/>
                    </a:cubicBezTo>
                    <a:cubicBezTo>
                      <a:pt x="644" y="343"/>
                      <a:pt x="572" y="28"/>
                      <a:pt x="330" y="4"/>
                    </a:cubicBezTo>
                    <a:cubicBezTo>
                      <a:pt x="315" y="1"/>
                      <a:pt x="300" y="0"/>
                      <a:pt x="28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3"/>
              <p:cNvSpPr/>
              <p:nvPr/>
            </p:nvSpPr>
            <p:spPr>
              <a:xfrm>
                <a:off x="1489574" y="1761501"/>
                <a:ext cx="22569" cy="20437"/>
              </a:xfrm>
              <a:custGeom>
                <a:avLst/>
                <a:gdLst/>
                <a:ahLst/>
                <a:cxnLst/>
                <a:rect l="l" t="t" r="r" b="b"/>
                <a:pathLst>
                  <a:path w="434" h="393" extrusionOk="0">
                    <a:moveTo>
                      <a:pt x="206" y="0"/>
                    </a:moveTo>
                    <a:cubicBezTo>
                      <a:pt x="123" y="0"/>
                      <a:pt x="41" y="49"/>
                      <a:pt x="21" y="158"/>
                    </a:cubicBezTo>
                    <a:cubicBezTo>
                      <a:pt x="0" y="308"/>
                      <a:pt x="110" y="393"/>
                      <a:pt x="221" y="393"/>
                    </a:cubicBezTo>
                    <a:cubicBezTo>
                      <a:pt x="307" y="393"/>
                      <a:pt x="393" y="342"/>
                      <a:pt x="420" y="231"/>
                    </a:cubicBezTo>
                    <a:cubicBezTo>
                      <a:pt x="434" y="86"/>
                      <a:pt x="318" y="0"/>
                      <a:pt x="2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3"/>
              <p:cNvSpPr/>
              <p:nvPr/>
            </p:nvSpPr>
            <p:spPr>
              <a:xfrm>
                <a:off x="1161962" y="1700867"/>
                <a:ext cx="30525" cy="21789"/>
              </a:xfrm>
              <a:custGeom>
                <a:avLst/>
                <a:gdLst/>
                <a:ahLst/>
                <a:cxnLst/>
                <a:rect l="l" t="t" r="r" b="b"/>
                <a:pathLst>
                  <a:path w="587" h="419" extrusionOk="0">
                    <a:moveTo>
                      <a:pt x="182" y="1"/>
                    </a:moveTo>
                    <a:cubicBezTo>
                      <a:pt x="54" y="1"/>
                      <a:pt x="1" y="150"/>
                      <a:pt x="67" y="260"/>
                    </a:cubicBezTo>
                    <a:cubicBezTo>
                      <a:pt x="91" y="296"/>
                      <a:pt x="115" y="320"/>
                      <a:pt x="139" y="357"/>
                    </a:cubicBezTo>
                    <a:cubicBezTo>
                      <a:pt x="166" y="400"/>
                      <a:pt x="202" y="418"/>
                      <a:pt x="240" y="418"/>
                    </a:cubicBezTo>
                    <a:cubicBezTo>
                      <a:pt x="393" y="418"/>
                      <a:pt x="587" y="132"/>
                      <a:pt x="393" y="54"/>
                    </a:cubicBezTo>
                    <a:lnTo>
                      <a:pt x="381" y="54"/>
                    </a:lnTo>
                    <a:cubicBezTo>
                      <a:pt x="333" y="30"/>
                      <a:pt x="272" y="18"/>
                      <a:pt x="224" y="6"/>
                    </a:cubicBezTo>
                    <a:cubicBezTo>
                      <a:pt x="209" y="2"/>
                      <a:pt x="195" y="1"/>
                      <a:pt x="18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3"/>
              <p:cNvSpPr/>
              <p:nvPr/>
            </p:nvSpPr>
            <p:spPr>
              <a:xfrm>
                <a:off x="959675" y="1603207"/>
                <a:ext cx="44930" cy="33646"/>
              </a:xfrm>
              <a:custGeom>
                <a:avLst/>
                <a:gdLst/>
                <a:ahLst/>
                <a:cxnLst/>
                <a:rect l="l" t="t" r="r" b="b"/>
                <a:pathLst>
                  <a:path w="864" h="647" extrusionOk="0">
                    <a:moveTo>
                      <a:pt x="311" y="0"/>
                    </a:moveTo>
                    <a:cubicBezTo>
                      <a:pt x="208" y="0"/>
                      <a:pt x="111" y="42"/>
                      <a:pt x="49" y="142"/>
                    </a:cubicBezTo>
                    <a:cubicBezTo>
                      <a:pt x="1" y="215"/>
                      <a:pt x="1" y="311"/>
                      <a:pt x="49" y="396"/>
                    </a:cubicBezTo>
                    <a:cubicBezTo>
                      <a:pt x="73" y="432"/>
                      <a:pt x="110" y="481"/>
                      <a:pt x="158" y="505"/>
                    </a:cubicBezTo>
                    <a:lnTo>
                      <a:pt x="194" y="541"/>
                    </a:lnTo>
                    <a:cubicBezTo>
                      <a:pt x="263" y="616"/>
                      <a:pt x="343" y="647"/>
                      <a:pt x="420" y="647"/>
                    </a:cubicBezTo>
                    <a:cubicBezTo>
                      <a:pt x="655" y="647"/>
                      <a:pt x="864" y="358"/>
                      <a:pt x="654" y="130"/>
                    </a:cubicBezTo>
                    <a:lnTo>
                      <a:pt x="654" y="130"/>
                    </a:lnTo>
                    <a:lnTo>
                      <a:pt x="654" y="142"/>
                    </a:lnTo>
                    <a:cubicBezTo>
                      <a:pt x="563" y="57"/>
                      <a:pt x="433" y="0"/>
                      <a:pt x="31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3"/>
              <p:cNvSpPr/>
              <p:nvPr/>
            </p:nvSpPr>
            <p:spPr>
              <a:xfrm>
                <a:off x="907049" y="1672942"/>
                <a:ext cx="30109" cy="26625"/>
              </a:xfrm>
              <a:custGeom>
                <a:avLst/>
                <a:gdLst/>
                <a:ahLst/>
                <a:cxnLst/>
                <a:rect l="l" t="t" r="r" b="b"/>
                <a:pathLst>
                  <a:path w="579" h="512" extrusionOk="0">
                    <a:moveTo>
                      <a:pt x="286" y="1"/>
                    </a:moveTo>
                    <a:cubicBezTo>
                      <a:pt x="172" y="1"/>
                      <a:pt x="58" y="68"/>
                      <a:pt x="21" y="216"/>
                    </a:cubicBezTo>
                    <a:cubicBezTo>
                      <a:pt x="1" y="405"/>
                      <a:pt x="146" y="512"/>
                      <a:pt x="294" y="512"/>
                    </a:cubicBezTo>
                    <a:cubicBezTo>
                      <a:pt x="410" y="512"/>
                      <a:pt x="528" y="445"/>
                      <a:pt x="565" y="301"/>
                    </a:cubicBezTo>
                    <a:cubicBezTo>
                      <a:pt x="579" y="111"/>
                      <a:pt x="432" y="1"/>
                      <a:pt x="28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3"/>
              <p:cNvSpPr/>
              <p:nvPr/>
            </p:nvSpPr>
            <p:spPr>
              <a:xfrm>
                <a:off x="855464" y="1567742"/>
                <a:ext cx="29485" cy="25949"/>
              </a:xfrm>
              <a:custGeom>
                <a:avLst/>
                <a:gdLst/>
                <a:ahLst/>
                <a:cxnLst/>
                <a:rect l="l" t="t" r="r" b="b"/>
                <a:pathLst>
                  <a:path w="567" h="499" extrusionOk="0">
                    <a:moveTo>
                      <a:pt x="274" y="0"/>
                    </a:moveTo>
                    <a:cubicBezTo>
                      <a:pt x="163" y="0"/>
                      <a:pt x="53" y="65"/>
                      <a:pt x="21" y="207"/>
                    </a:cubicBezTo>
                    <a:cubicBezTo>
                      <a:pt x="1" y="391"/>
                      <a:pt x="145" y="498"/>
                      <a:pt x="291" y="498"/>
                    </a:cubicBezTo>
                    <a:cubicBezTo>
                      <a:pt x="403" y="498"/>
                      <a:pt x="516" y="434"/>
                      <a:pt x="553" y="292"/>
                    </a:cubicBezTo>
                    <a:cubicBezTo>
                      <a:pt x="567" y="108"/>
                      <a:pt x="419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3"/>
              <p:cNvSpPr/>
              <p:nvPr/>
            </p:nvSpPr>
            <p:spPr>
              <a:xfrm>
                <a:off x="672313" y="1466131"/>
                <a:ext cx="33802" cy="29277"/>
              </a:xfrm>
              <a:custGeom>
                <a:avLst/>
                <a:gdLst/>
                <a:ahLst/>
                <a:cxnLst/>
                <a:rect l="l" t="t" r="r" b="b"/>
                <a:pathLst>
                  <a:path w="650" h="563" extrusionOk="0">
                    <a:moveTo>
                      <a:pt x="320" y="0"/>
                    </a:moveTo>
                    <a:cubicBezTo>
                      <a:pt x="193" y="0"/>
                      <a:pt x="67" y="74"/>
                      <a:pt x="35" y="238"/>
                    </a:cubicBezTo>
                    <a:cubicBezTo>
                      <a:pt x="1" y="443"/>
                      <a:pt x="172" y="563"/>
                      <a:pt x="337" y="563"/>
                    </a:cubicBezTo>
                    <a:cubicBezTo>
                      <a:pt x="465" y="563"/>
                      <a:pt x="589" y="492"/>
                      <a:pt x="616" y="334"/>
                    </a:cubicBezTo>
                    <a:cubicBezTo>
                      <a:pt x="650" y="123"/>
                      <a:pt x="484" y="0"/>
                      <a:pt x="32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3"/>
              <p:cNvSpPr/>
              <p:nvPr/>
            </p:nvSpPr>
            <p:spPr>
              <a:xfrm>
                <a:off x="744700" y="1353391"/>
                <a:ext cx="35050" cy="30993"/>
              </a:xfrm>
              <a:custGeom>
                <a:avLst/>
                <a:gdLst/>
                <a:ahLst/>
                <a:cxnLst/>
                <a:rect l="l" t="t" r="r" b="b"/>
                <a:pathLst>
                  <a:path w="674" h="596" extrusionOk="0">
                    <a:moveTo>
                      <a:pt x="323" y="1"/>
                    </a:moveTo>
                    <a:cubicBezTo>
                      <a:pt x="190" y="1"/>
                      <a:pt x="60" y="78"/>
                      <a:pt x="34" y="252"/>
                    </a:cubicBezTo>
                    <a:cubicBezTo>
                      <a:pt x="0" y="470"/>
                      <a:pt x="176" y="596"/>
                      <a:pt x="347" y="596"/>
                    </a:cubicBezTo>
                    <a:cubicBezTo>
                      <a:pt x="481" y="596"/>
                      <a:pt x="612" y="519"/>
                      <a:pt x="639" y="349"/>
                    </a:cubicBezTo>
                    <a:cubicBezTo>
                      <a:pt x="673" y="131"/>
                      <a:pt x="495" y="1"/>
                      <a:pt x="32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3"/>
              <p:cNvSpPr/>
              <p:nvPr/>
            </p:nvSpPr>
            <p:spPr>
              <a:xfrm>
                <a:off x="591554" y="1188910"/>
                <a:ext cx="36038" cy="29433"/>
              </a:xfrm>
              <a:custGeom>
                <a:avLst/>
                <a:gdLst/>
                <a:ahLst/>
                <a:cxnLst/>
                <a:rect l="l" t="t" r="r" b="b"/>
                <a:pathLst>
                  <a:path w="693" h="566" extrusionOk="0">
                    <a:moveTo>
                      <a:pt x="318" y="0"/>
                    </a:moveTo>
                    <a:cubicBezTo>
                      <a:pt x="180" y="0"/>
                      <a:pt x="60" y="93"/>
                      <a:pt x="27" y="234"/>
                    </a:cubicBezTo>
                    <a:cubicBezTo>
                      <a:pt x="0" y="423"/>
                      <a:pt x="148" y="566"/>
                      <a:pt x="310" y="566"/>
                    </a:cubicBezTo>
                    <a:cubicBezTo>
                      <a:pt x="366" y="566"/>
                      <a:pt x="423" y="549"/>
                      <a:pt x="475" y="512"/>
                    </a:cubicBezTo>
                    <a:cubicBezTo>
                      <a:pt x="693" y="367"/>
                      <a:pt x="608" y="40"/>
                      <a:pt x="366" y="4"/>
                    </a:cubicBezTo>
                    <a:cubicBezTo>
                      <a:pt x="350" y="2"/>
                      <a:pt x="334" y="0"/>
                      <a:pt x="31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3"/>
              <p:cNvSpPr/>
              <p:nvPr/>
            </p:nvSpPr>
            <p:spPr>
              <a:xfrm>
                <a:off x="683182" y="1203678"/>
                <a:ext cx="24025" cy="21217"/>
              </a:xfrm>
              <a:custGeom>
                <a:avLst/>
                <a:gdLst/>
                <a:ahLst/>
                <a:cxnLst/>
                <a:rect l="l" t="t" r="r" b="b"/>
                <a:pathLst>
                  <a:path w="462" h="408" extrusionOk="0">
                    <a:moveTo>
                      <a:pt x="221" y="1"/>
                    </a:moveTo>
                    <a:cubicBezTo>
                      <a:pt x="129" y="1"/>
                      <a:pt x="39" y="52"/>
                      <a:pt x="7" y="168"/>
                    </a:cubicBezTo>
                    <a:cubicBezTo>
                      <a:pt x="1" y="319"/>
                      <a:pt x="122" y="407"/>
                      <a:pt x="242" y="407"/>
                    </a:cubicBezTo>
                    <a:cubicBezTo>
                      <a:pt x="333" y="407"/>
                      <a:pt x="424" y="356"/>
                      <a:pt x="455" y="240"/>
                    </a:cubicBezTo>
                    <a:cubicBezTo>
                      <a:pt x="462" y="89"/>
                      <a:pt x="340" y="1"/>
                      <a:pt x="22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3"/>
              <p:cNvSpPr/>
              <p:nvPr/>
            </p:nvSpPr>
            <p:spPr>
              <a:xfrm>
                <a:off x="648080" y="1143564"/>
                <a:ext cx="35414" cy="30993"/>
              </a:xfrm>
              <a:custGeom>
                <a:avLst/>
                <a:gdLst/>
                <a:ahLst/>
                <a:cxnLst/>
                <a:rect l="l" t="t" r="r" b="b"/>
                <a:pathLst>
                  <a:path w="681" h="596" extrusionOk="0">
                    <a:moveTo>
                      <a:pt x="333" y="1"/>
                    </a:moveTo>
                    <a:cubicBezTo>
                      <a:pt x="199" y="1"/>
                      <a:pt x="68" y="77"/>
                      <a:pt x="41" y="247"/>
                    </a:cubicBezTo>
                    <a:cubicBezTo>
                      <a:pt x="0" y="465"/>
                      <a:pt x="175" y="595"/>
                      <a:pt x="348" y="595"/>
                    </a:cubicBezTo>
                    <a:cubicBezTo>
                      <a:pt x="482" y="595"/>
                      <a:pt x="614" y="518"/>
                      <a:pt x="646" y="344"/>
                    </a:cubicBezTo>
                    <a:cubicBezTo>
                      <a:pt x="680" y="126"/>
                      <a:pt x="504" y="1"/>
                      <a:pt x="33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3"/>
              <p:cNvSpPr/>
              <p:nvPr/>
            </p:nvSpPr>
            <p:spPr>
              <a:xfrm>
                <a:off x="746000" y="1048297"/>
                <a:ext cx="20749" cy="18721"/>
              </a:xfrm>
              <a:custGeom>
                <a:avLst/>
                <a:gdLst/>
                <a:ahLst/>
                <a:cxnLst/>
                <a:rect l="l" t="t" r="r" b="b"/>
                <a:pathLst>
                  <a:path w="399" h="360" extrusionOk="0">
                    <a:moveTo>
                      <a:pt x="198" y="1"/>
                    </a:moveTo>
                    <a:cubicBezTo>
                      <a:pt x="117" y="1"/>
                      <a:pt x="37" y="48"/>
                      <a:pt x="21" y="156"/>
                    </a:cubicBezTo>
                    <a:cubicBezTo>
                      <a:pt x="1" y="284"/>
                      <a:pt x="101" y="359"/>
                      <a:pt x="199" y="359"/>
                    </a:cubicBezTo>
                    <a:cubicBezTo>
                      <a:pt x="278" y="359"/>
                      <a:pt x="356" y="311"/>
                      <a:pt x="372" y="204"/>
                    </a:cubicBezTo>
                    <a:cubicBezTo>
                      <a:pt x="399" y="76"/>
                      <a:pt x="298" y="1"/>
                      <a:pt x="19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3"/>
              <p:cNvSpPr/>
              <p:nvPr/>
            </p:nvSpPr>
            <p:spPr>
              <a:xfrm>
                <a:off x="1298311" y="731555"/>
                <a:ext cx="28601" cy="25221"/>
              </a:xfrm>
              <a:custGeom>
                <a:avLst/>
                <a:gdLst/>
                <a:ahLst/>
                <a:cxnLst/>
                <a:rect l="l" t="t" r="r" b="b"/>
                <a:pathLst>
                  <a:path w="550" h="485" extrusionOk="0">
                    <a:moveTo>
                      <a:pt x="267" y="1"/>
                    </a:moveTo>
                    <a:cubicBezTo>
                      <a:pt x="159" y="1"/>
                      <a:pt x="53" y="62"/>
                      <a:pt x="21" y="198"/>
                    </a:cubicBezTo>
                    <a:cubicBezTo>
                      <a:pt x="1" y="381"/>
                      <a:pt x="140" y="485"/>
                      <a:pt x="279" y="485"/>
                    </a:cubicBezTo>
                    <a:cubicBezTo>
                      <a:pt x="388" y="485"/>
                      <a:pt x="497" y="421"/>
                      <a:pt x="529" y="283"/>
                    </a:cubicBezTo>
                    <a:cubicBezTo>
                      <a:pt x="550" y="105"/>
                      <a:pt x="407" y="1"/>
                      <a:pt x="26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3"/>
              <p:cNvSpPr/>
              <p:nvPr/>
            </p:nvSpPr>
            <p:spPr>
              <a:xfrm>
                <a:off x="1304967" y="794373"/>
                <a:ext cx="18721" cy="16641"/>
              </a:xfrm>
              <a:custGeom>
                <a:avLst/>
                <a:gdLst/>
                <a:ahLst/>
                <a:cxnLst/>
                <a:rect l="l" t="t" r="r" b="b"/>
                <a:pathLst>
                  <a:path w="360" h="320" extrusionOk="0">
                    <a:moveTo>
                      <a:pt x="171" y="0"/>
                    </a:moveTo>
                    <a:cubicBezTo>
                      <a:pt x="102" y="0"/>
                      <a:pt x="35" y="39"/>
                      <a:pt x="14" y="127"/>
                    </a:cubicBezTo>
                    <a:cubicBezTo>
                      <a:pt x="0" y="250"/>
                      <a:pt x="94" y="319"/>
                      <a:pt x="188" y="319"/>
                    </a:cubicBezTo>
                    <a:cubicBezTo>
                      <a:pt x="260" y="319"/>
                      <a:pt x="332" y="278"/>
                      <a:pt x="353" y="188"/>
                    </a:cubicBezTo>
                    <a:cubicBezTo>
                      <a:pt x="360" y="70"/>
                      <a:pt x="264" y="0"/>
                      <a:pt x="17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3"/>
              <p:cNvSpPr/>
              <p:nvPr/>
            </p:nvSpPr>
            <p:spPr>
              <a:xfrm>
                <a:off x="1353589" y="818346"/>
                <a:ext cx="28445" cy="25273"/>
              </a:xfrm>
              <a:custGeom>
                <a:avLst/>
                <a:gdLst/>
                <a:ahLst/>
                <a:cxnLst/>
                <a:rect l="l" t="t" r="r" b="b"/>
                <a:pathLst>
                  <a:path w="547" h="486" extrusionOk="0">
                    <a:moveTo>
                      <a:pt x="265" y="1"/>
                    </a:moveTo>
                    <a:cubicBezTo>
                      <a:pt x="159" y="1"/>
                      <a:pt x="56" y="62"/>
                      <a:pt x="35" y="199"/>
                    </a:cubicBezTo>
                    <a:cubicBezTo>
                      <a:pt x="1" y="382"/>
                      <a:pt x="138" y="485"/>
                      <a:pt x="276" y="485"/>
                    </a:cubicBezTo>
                    <a:cubicBezTo>
                      <a:pt x="384" y="485"/>
                      <a:pt x="492" y="422"/>
                      <a:pt x="519" y="283"/>
                    </a:cubicBezTo>
                    <a:cubicBezTo>
                      <a:pt x="546" y="105"/>
                      <a:pt x="403" y="1"/>
                      <a:pt x="2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3"/>
              <p:cNvSpPr/>
              <p:nvPr/>
            </p:nvSpPr>
            <p:spPr>
              <a:xfrm>
                <a:off x="1309387" y="910753"/>
                <a:ext cx="31358" cy="27873"/>
              </a:xfrm>
              <a:custGeom>
                <a:avLst/>
                <a:gdLst/>
                <a:ahLst/>
                <a:cxnLst/>
                <a:rect l="l" t="t" r="r" b="b"/>
                <a:pathLst>
                  <a:path w="603" h="536" extrusionOk="0">
                    <a:moveTo>
                      <a:pt x="292" y="1"/>
                    </a:moveTo>
                    <a:cubicBezTo>
                      <a:pt x="171" y="1"/>
                      <a:pt x="51" y="71"/>
                      <a:pt x="14" y="224"/>
                    </a:cubicBezTo>
                    <a:cubicBezTo>
                      <a:pt x="0" y="422"/>
                      <a:pt x="156" y="536"/>
                      <a:pt x="310" y="536"/>
                    </a:cubicBezTo>
                    <a:cubicBezTo>
                      <a:pt x="428" y="536"/>
                      <a:pt x="545" y="468"/>
                      <a:pt x="582" y="321"/>
                    </a:cubicBezTo>
                    <a:cubicBezTo>
                      <a:pt x="603" y="117"/>
                      <a:pt x="447" y="1"/>
                      <a:pt x="2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3"/>
              <p:cNvSpPr/>
              <p:nvPr/>
            </p:nvSpPr>
            <p:spPr>
              <a:xfrm>
                <a:off x="1352965" y="921205"/>
                <a:ext cx="33178" cy="29329"/>
              </a:xfrm>
              <a:custGeom>
                <a:avLst/>
                <a:gdLst/>
                <a:ahLst/>
                <a:cxnLst/>
                <a:rect l="l" t="t" r="r" b="b"/>
                <a:pathLst>
                  <a:path w="638" h="564" extrusionOk="0">
                    <a:moveTo>
                      <a:pt x="308" y="0"/>
                    </a:moveTo>
                    <a:cubicBezTo>
                      <a:pt x="183" y="0"/>
                      <a:pt x="61" y="71"/>
                      <a:pt x="35" y="229"/>
                    </a:cubicBezTo>
                    <a:cubicBezTo>
                      <a:pt x="1" y="440"/>
                      <a:pt x="166" y="563"/>
                      <a:pt x="328" y="563"/>
                    </a:cubicBezTo>
                    <a:cubicBezTo>
                      <a:pt x="454" y="563"/>
                      <a:pt x="577" y="489"/>
                      <a:pt x="603" y="326"/>
                    </a:cubicBezTo>
                    <a:cubicBezTo>
                      <a:pt x="637" y="120"/>
                      <a:pt x="470" y="0"/>
                      <a:pt x="30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3"/>
              <p:cNvSpPr/>
              <p:nvPr/>
            </p:nvSpPr>
            <p:spPr>
              <a:xfrm>
                <a:off x="1410635" y="993747"/>
                <a:ext cx="19709" cy="17733"/>
              </a:xfrm>
              <a:custGeom>
                <a:avLst/>
                <a:gdLst/>
                <a:ahLst/>
                <a:cxnLst/>
                <a:rect l="l" t="t" r="r" b="b"/>
                <a:pathLst>
                  <a:path w="379" h="341" extrusionOk="0">
                    <a:moveTo>
                      <a:pt x="186" y="0"/>
                    </a:moveTo>
                    <a:cubicBezTo>
                      <a:pt x="111" y="0"/>
                      <a:pt x="36" y="44"/>
                      <a:pt x="14" y="140"/>
                    </a:cubicBezTo>
                    <a:cubicBezTo>
                      <a:pt x="1" y="269"/>
                      <a:pt x="97" y="341"/>
                      <a:pt x="193" y="341"/>
                    </a:cubicBezTo>
                    <a:cubicBezTo>
                      <a:pt x="269" y="341"/>
                      <a:pt x="344" y="296"/>
                      <a:pt x="365" y="201"/>
                    </a:cubicBezTo>
                    <a:cubicBezTo>
                      <a:pt x="379" y="72"/>
                      <a:pt x="282" y="0"/>
                      <a:pt x="18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3"/>
              <p:cNvSpPr/>
              <p:nvPr/>
            </p:nvSpPr>
            <p:spPr>
              <a:xfrm>
                <a:off x="1457489" y="963950"/>
                <a:ext cx="27301" cy="24493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71" extrusionOk="0">
                    <a:moveTo>
                      <a:pt x="259" y="0"/>
                    </a:moveTo>
                    <a:cubicBezTo>
                      <a:pt x="156" y="0"/>
                      <a:pt x="52" y="61"/>
                      <a:pt x="21" y="193"/>
                    </a:cubicBezTo>
                    <a:cubicBezTo>
                      <a:pt x="0" y="370"/>
                      <a:pt x="137" y="470"/>
                      <a:pt x="271" y="470"/>
                    </a:cubicBezTo>
                    <a:cubicBezTo>
                      <a:pt x="375" y="470"/>
                      <a:pt x="478" y="410"/>
                      <a:pt x="504" y="278"/>
                    </a:cubicBezTo>
                    <a:cubicBezTo>
                      <a:pt x="525" y="101"/>
                      <a:pt x="392" y="0"/>
                      <a:pt x="2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3"/>
              <p:cNvSpPr/>
              <p:nvPr/>
            </p:nvSpPr>
            <p:spPr>
              <a:xfrm>
                <a:off x="1416511" y="1032645"/>
                <a:ext cx="31878" cy="29017"/>
              </a:xfrm>
              <a:custGeom>
                <a:avLst/>
                <a:gdLst/>
                <a:ahLst/>
                <a:cxnLst/>
                <a:rect l="l" t="t" r="r" b="b"/>
                <a:pathLst>
                  <a:path w="613" h="558" extrusionOk="0">
                    <a:moveTo>
                      <a:pt x="302" y="0"/>
                    </a:moveTo>
                    <a:cubicBezTo>
                      <a:pt x="181" y="0"/>
                      <a:pt x="61" y="74"/>
                      <a:pt x="34" y="239"/>
                    </a:cubicBezTo>
                    <a:cubicBezTo>
                      <a:pt x="1" y="441"/>
                      <a:pt x="155" y="557"/>
                      <a:pt x="309" y="557"/>
                    </a:cubicBezTo>
                    <a:cubicBezTo>
                      <a:pt x="431" y="557"/>
                      <a:pt x="552" y="484"/>
                      <a:pt x="579" y="324"/>
                    </a:cubicBezTo>
                    <a:cubicBezTo>
                      <a:pt x="613" y="120"/>
                      <a:pt x="457" y="0"/>
                      <a:pt x="30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3"/>
              <p:cNvSpPr/>
              <p:nvPr/>
            </p:nvSpPr>
            <p:spPr>
              <a:xfrm>
                <a:off x="1327536" y="1089015"/>
                <a:ext cx="28653" cy="25689"/>
              </a:xfrm>
              <a:custGeom>
                <a:avLst/>
                <a:gdLst/>
                <a:ahLst/>
                <a:cxnLst/>
                <a:rect l="l" t="t" r="r" b="b"/>
                <a:pathLst>
                  <a:path w="551" h="494" extrusionOk="0">
                    <a:moveTo>
                      <a:pt x="269" y="1"/>
                    </a:moveTo>
                    <a:cubicBezTo>
                      <a:pt x="161" y="1"/>
                      <a:pt x="54" y="65"/>
                      <a:pt x="28" y="207"/>
                    </a:cubicBezTo>
                    <a:cubicBezTo>
                      <a:pt x="1" y="390"/>
                      <a:pt x="141" y="494"/>
                      <a:pt x="280" y="494"/>
                    </a:cubicBezTo>
                    <a:cubicBezTo>
                      <a:pt x="389" y="494"/>
                      <a:pt x="497" y="430"/>
                      <a:pt x="524" y="292"/>
                    </a:cubicBezTo>
                    <a:cubicBezTo>
                      <a:pt x="551" y="108"/>
                      <a:pt x="409" y="1"/>
                      <a:pt x="26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3"/>
              <p:cNvSpPr/>
              <p:nvPr/>
            </p:nvSpPr>
            <p:spPr>
              <a:xfrm>
                <a:off x="1308295" y="1142160"/>
                <a:ext cx="32918" cy="29797"/>
              </a:xfrm>
              <a:custGeom>
                <a:avLst/>
                <a:gdLst/>
                <a:ahLst/>
                <a:cxnLst/>
                <a:rect l="l" t="t" r="r" b="b"/>
                <a:pathLst>
                  <a:path w="633" h="573" extrusionOk="0">
                    <a:moveTo>
                      <a:pt x="309" y="0"/>
                    </a:moveTo>
                    <a:cubicBezTo>
                      <a:pt x="184" y="0"/>
                      <a:pt x="61" y="74"/>
                      <a:pt x="35" y="238"/>
                    </a:cubicBezTo>
                    <a:cubicBezTo>
                      <a:pt x="1" y="449"/>
                      <a:pt x="162" y="572"/>
                      <a:pt x="321" y="572"/>
                    </a:cubicBezTo>
                    <a:cubicBezTo>
                      <a:pt x="444" y="572"/>
                      <a:pt x="565" y="498"/>
                      <a:pt x="591" y="335"/>
                    </a:cubicBezTo>
                    <a:cubicBezTo>
                      <a:pt x="632" y="123"/>
                      <a:pt x="469" y="0"/>
                      <a:pt x="30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3"/>
              <p:cNvSpPr/>
              <p:nvPr/>
            </p:nvSpPr>
            <p:spPr>
              <a:xfrm>
                <a:off x="1257802" y="1228067"/>
                <a:ext cx="8008" cy="7228"/>
              </a:xfrm>
              <a:custGeom>
                <a:avLst/>
                <a:gdLst/>
                <a:ahLst/>
                <a:cxnLst/>
                <a:rect l="l" t="t" r="r" b="b"/>
                <a:pathLst>
                  <a:path w="154" h="139" extrusionOk="0">
                    <a:moveTo>
                      <a:pt x="77" y="0"/>
                    </a:moveTo>
                    <a:cubicBezTo>
                      <a:pt x="48" y="0"/>
                      <a:pt x="19" y="19"/>
                      <a:pt x="14" y="62"/>
                    </a:cubicBezTo>
                    <a:cubicBezTo>
                      <a:pt x="0" y="110"/>
                      <a:pt x="41" y="138"/>
                      <a:pt x="82" y="138"/>
                    </a:cubicBezTo>
                    <a:cubicBezTo>
                      <a:pt x="112" y="138"/>
                      <a:pt x="142" y="122"/>
                      <a:pt x="147" y="86"/>
                    </a:cubicBezTo>
                    <a:cubicBezTo>
                      <a:pt x="154" y="31"/>
                      <a:pt x="115" y="0"/>
                      <a:pt x="7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Google Shape;848;p3"/>
              <p:cNvSpPr/>
              <p:nvPr/>
            </p:nvSpPr>
            <p:spPr>
              <a:xfrm>
                <a:off x="1297635" y="1215015"/>
                <a:ext cx="30265" cy="27353"/>
              </a:xfrm>
              <a:custGeom>
                <a:avLst/>
                <a:gdLst/>
                <a:ahLst/>
                <a:cxnLst/>
                <a:rect l="l" t="t" r="r" b="b"/>
                <a:pathLst>
                  <a:path w="582" h="526" extrusionOk="0">
                    <a:moveTo>
                      <a:pt x="282" y="0"/>
                    </a:moveTo>
                    <a:cubicBezTo>
                      <a:pt x="167" y="0"/>
                      <a:pt x="55" y="67"/>
                      <a:pt x="34" y="216"/>
                    </a:cubicBezTo>
                    <a:cubicBezTo>
                      <a:pt x="0" y="412"/>
                      <a:pt x="148" y="525"/>
                      <a:pt x="296" y="525"/>
                    </a:cubicBezTo>
                    <a:cubicBezTo>
                      <a:pt x="412" y="525"/>
                      <a:pt x="528" y="455"/>
                      <a:pt x="554" y="301"/>
                    </a:cubicBezTo>
                    <a:cubicBezTo>
                      <a:pt x="581" y="110"/>
                      <a:pt x="429" y="0"/>
                      <a:pt x="2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3"/>
              <p:cNvSpPr/>
              <p:nvPr/>
            </p:nvSpPr>
            <p:spPr>
              <a:xfrm>
                <a:off x="1186819" y="1265040"/>
                <a:ext cx="36506" cy="30317"/>
              </a:xfrm>
              <a:custGeom>
                <a:avLst/>
                <a:gdLst/>
                <a:ahLst/>
                <a:cxnLst/>
                <a:rect l="l" t="t" r="r" b="b"/>
                <a:pathLst>
                  <a:path w="702" h="583" extrusionOk="0">
                    <a:moveTo>
                      <a:pt x="319" y="0"/>
                    </a:moveTo>
                    <a:cubicBezTo>
                      <a:pt x="179" y="0"/>
                      <a:pt x="58" y="103"/>
                      <a:pt x="36" y="246"/>
                    </a:cubicBezTo>
                    <a:cubicBezTo>
                      <a:pt x="0" y="434"/>
                      <a:pt x="151" y="583"/>
                      <a:pt x="315" y="583"/>
                    </a:cubicBezTo>
                    <a:cubicBezTo>
                      <a:pt x="372" y="583"/>
                      <a:pt x="431" y="565"/>
                      <a:pt x="484" y="524"/>
                    </a:cubicBezTo>
                    <a:cubicBezTo>
                      <a:pt x="701" y="379"/>
                      <a:pt x="617" y="52"/>
                      <a:pt x="363" y="4"/>
                    </a:cubicBezTo>
                    <a:cubicBezTo>
                      <a:pt x="348" y="2"/>
                      <a:pt x="333" y="0"/>
                      <a:pt x="31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3"/>
              <p:cNvSpPr/>
              <p:nvPr/>
            </p:nvSpPr>
            <p:spPr>
              <a:xfrm>
                <a:off x="1168567" y="1304666"/>
                <a:ext cx="36506" cy="30317"/>
              </a:xfrm>
              <a:custGeom>
                <a:avLst/>
                <a:gdLst/>
                <a:ahLst/>
                <a:cxnLst/>
                <a:rect l="l" t="t" r="r" b="b"/>
                <a:pathLst>
                  <a:path w="702" h="583" extrusionOk="0">
                    <a:moveTo>
                      <a:pt x="319" y="1"/>
                    </a:moveTo>
                    <a:cubicBezTo>
                      <a:pt x="180" y="1"/>
                      <a:pt x="58" y="103"/>
                      <a:pt x="36" y="246"/>
                    </a:cubicBezTo>
                    <a:cubicBezTo>
                      <a:pt x="0" y="434"/>
                      <a:pt x="151" y="583"/>
                      <a:pt x="315" y="583"/>
                    </a:cubicBezTo>
                    <a:cubicBezTo>
                      <a:pt x="372" y="583"/>
                      <a:pt x="431" y="565"/>
                      <a:pt x="484" y="524"/>
                    </a:cubicBezTo>
                    <a:cubicBezTo>
                      <a:pt x="702" y="379"/>
                      <a:pt x="617" y="40"/>
                      <a:pt x="363" y="4"/>
                    </a:cubicBezTo>
                    <a:cubicBezTo>
                      <a:pt x="348" y="2"/>
                      <a:pt x="334" y="1"/>
                      <a:pt x="31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3"/>
              <p:cNvSpPr/>
              <p:nvPr/>
            </p:nvSpPr>
            <p:spPr>
              <a:xfrm>
                <a:off x="1090720" y="1246892"/>
                <a:ext cx="17577" cy="15913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06" extrusionOk="0">
                    <a:moveTo>
                      <a:pt x="160" y="1"/>
                    </a:moveTo>
                    <a:cubicBezTo>
                      <a:pt x="94" y="1"/>
                      <a:pt x="32" y="39"/>
                      <a:pt x="21" y="123"/>
                    </a:cubicBezTo>
                    <a:cubicBezTo>
                      <a:pt x="1" y="240"/>
                      <a:pt x="89" y="306"/>
                      <a:pt x="176" y="306"/>
                    </a:cubicBezTo>
                    <a:cubicBezTo>
                      <a:pt x="242" y="306"/>
                      <a:pt x="308" y="267"/>
                      <a:pt x="324" y="183"/>
                    </a:cubicBezTo>
                    <a:cubicBezTo>
                      <a:pt x="337" y="67"/>
                      <a:pt x="246" y="1"/>
                      <a:pt x="16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Google Shape;852;p3"/>
              <p:cNvSpPr/>
              <p:nvPr/>
            </p:nvSpPr>
            <p:spPr>
              <a:xfrm>
                <a:off x="1033934" y="1237947"/>
                <a:ext cx="35622" cy="26937"/>
              </a:xfrm>
              <a:custGeom>
                <a:avLst/>
                <a:gdLst/>
                <a:ahLst/>
                <a:cxnLst/>
                <a:rect l="l" t="t" r="r" b="b"/>
                <a:pathLst>
                  <a:path w="685" h="518" extrusionOk="0">
                    <a:moveTo>
                      <a:pt x="384" y="1"/>
                    </a:moveTo>
                    <a:cubicBezTo>
                      <a:pt x="314" y="1"/>
                      <a:pt x="244" y="30"/>
                      <a:pt x="194" y="89"/>
                    </a:cubicBezTo>
                    <a:lnTo>
                      <a:pt x="182" y="89"/>
                    </a:lnTo>
                    <a:cubicBezTo>
                      <a:pt x="145" y="126"/>
                      <a:pt x="109" y="162"/>
                      <a:pt x="85" y="198"/>
                    </a:cubicBezTo>
                    <a:cubicBezTo>
                      <a:pt x="0" y="295"/>
                      <a:pt x="61" y="452"/>
                      <a:pt x="194" y="476"/>
                    </a:cubicBezTo>
                    <a:lnTo>
                      <a:pt x="339" y="513"/>
                    </a:lnTo>
                    <a:cubicBezTo>
                      <a:pt x="355" y="516"/>
                      <a:pt x="371" y="517"/>
                      <a:pt x="386" y="517"/>
                    </a:cubicBezTo>
                    <a:cubicBezTo>
                      <a:pt x="557" y="517"/>
                      <a:pt x="685" y="340"/>
                      <a:pt x="629" y="174"/>
                    </a:cubicBezTo>
                    <a:cubicBezTo>
                      <a:pt x="587" y="60"/>
                      <a:pt x="485" y="1"/>
                      <a:pt x="38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3"/>
              <p:cNvSpPr/>
              <p:nvPr/>
            </p:nvSpPr>
            <p:spPr>
              <a:xfrm>
                <a:off x="997273" y="1226975"/>
                <a:ext cx="30213" cy="26833"/>
              </a:xfrm>
              <a:custGeom>
                <a:avLst/>
                <a:gdLst/>
                <a:ahLst/>
                <a:cxnLst/>
                <a:rect l="l" t="t" r="r" b="b"/>
                <a:pathLst>
                  <a:path w="581" h="516" extrusionOk="0">
                    <a:moveTo>
                      <a:pt x="287" y="0"/>
                    </a:moveTo>
                    <a:cubicBezTo>
                      <a:pt x="173" y="0"/>
                      <a:pt x="60" y="67"/>
                      <a:pt x="28" y="216"/>
                    </a:cubicBezTo>
                    <a:cubicBezTo>
                      <a:pt x="1" y="406"/>
                      <a:pt x="149" y="516"/>
                      <a:pt x="297" y="516"/>
                    </a:cubicBezTo>
                    <a:cubicBezTo>
                      <a:pt x="413" y="516"/>
                      <a:pt x="528" y="449"/>
                      <a:pt x="560" y="300"/>
                    </a:cubicBezTo>
                    <a:cubicBezTo>
                      <a:pt x="581" y="110"/>
                      <a:pt x="433" y="0"/>
                      <a:pt x="28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3"/>
              <p:cNvSpPr/>
              <p:nvPr/>
            </p:nvSpPr>
            <p:spPr>
              <a:xfrm>
                <a:off x="1102940" y="1291093"/>
                <a:ext cx="29953" cy="26885"/>
              </a:xfrm>
              <a:custGeom>
                <a:avLst/>
                <a:gdLst/>
                <a:ahLst/>
                <a:cxnLst/>
                <a:rect l="l" t="t" r="r" b="b"/>
                <a:pathLst>
                  <a:path w="576" h="517" extrusionOk="0">
                    <a:moveTo>
                      <a:pt x="281" y="1"/>
                    </a:moveTo>
                    <a:cubicBezTo>
                      <a:pt x="167" y="1"/>
                      <a:pt x="55" y="68"/>
                      <a:pt x="28" y="217"/>
                    </a:cubicBezTo>
                    <a:cubicBezTo>
                      <a:pt x="1" y="407"/>
                      <a:pt x="149" y="517"/>
                      <a:pt x="295" y="517"/>
                    </a:cubicBezTo>
                    <a:cubicBezTo>
                      <a:pt x="409" y="517"/>
                      <a:pt x="522" y="450"/>
                      <a:pt x="548" y="301"/>
                    </a:cubicBezTo>
                    <a:cubicBezTo>
                      <a:pt x="575" y="111"/>
                      <a:pt x="427" y="1"/>
                      <a:pt x="28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3"/>
              <p:cNvSpPr/>
              <p:nvPr/>
            </p:nvSpPr>
            <p:spPr>
              <a:xfrm>
                <a:off x="966747" y="1202430"/>
                <a:ext cx="29641" cy="26417"/>
              </a:xfrm>
              <a:custGeom>
                <a:avLst/>
                <a:gdLst/>
                <a:ahLst/>
                <a:cxnLst/>
                <a:rect l="l" t="t" r="r" b="b"/>
                <a:pathLst>
                  <a:path w="570" h="508" extrusionOk="0">
                    <a:moveTo>
                      <a:pt x="282" y="0"/>
                    </a:moveTo>
                    <a:cubicBezTo>
                      <a:pt x="171" y="0"/>
                      <a:pt x="61" y="67"/>
                      <a:pt x="34" y="216"/>
                    </a:cubicBezTo>
                    <a:cubicBezTo>
                      <a:pt x="0" y="400"/>
                      <a:pt x="147" y="507"/>
                      <a:pt x="292" y="507"/>
                    </a:cubicBezTo>
                    <a:cubicBezTo>
                      <a:pt x="404" y="507"/>
                      <a:pt x="516" y="443"/>
                      <a:pt x="542" y="301"/>
                    </a:cubicBezTo>
                    <a:cubicBezTo>
                      <a:pt x="569" y="110"/>
                      <a:pt x="425" y="0"/>
                      <a:pt x="28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3"/>
              <p:cNvSpPr/>
              <p:nvPr/>
            </p:nvSpPr>
            <p:spPr>
              <a:xfrm>
                <a:off x="947247" y="1120736"/>
                <a:ext cx="33750" cy="29225"/>
              </a:xfrm>
              <a:custGeom>
                <a:avLst/>
                <a:gdLst/>
                <a:ahLst/>
                <a:cxnLst/>
                <a:rect l="l" t="t" r="r" b="b"/>
                <a:pathLst>
                  <a:path w="649" h="562" extrusionOk="0">
                    <a:moveTo>
                      <a:pt x="317" y="0"/>
                    </a:moveTo>
                    <a:cubicBezTo>
                      <a:pt x="188" y="0"/>
                      <a:pt x="61" y="74"/>
                      <a:pt x="34" y="239"/>
                    </a:cubicBezTo>
                    <a:cubicBezTo>
                      <a:pt x="0" y="442"/>
                      <a:pt x="168" y="562"/>
                      <a:pt x="332" y="562"/>
                    </a:cubicBezTo>
                    <a:cubicBezTo>
                      <a:pt x="461" y="562"/>
                      <a:pt x="588" y="488"/>
                      <a:pt x="615" y="323"/>
                    </a:cubicBezTo>
                    <a:cubicBezTo>
                      <a:pt x="649" y="120"/>
                      <a:pt x="481" y="0"/>
                      <a:pt x="3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3"/>
              <p:cNvSpPr/>
              <p:nvPr/>
            </p:nvSpPr>
            <p:spPr>
              <a:xfrm>
                <a:off x="1894460" y="274460"/>
                <a:ext cx="98181" cy="97557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76" extrusionOk="0">
                    <a:moveTo>
                      <a:pt x="1101" y="0"/>
                    </a:moveTo>
                    <a:lnTo>
                      <a:pt x="1101" y="0"/>
                    </a:lnTo>
                    <a:cubicBezTo>
                      <a:pt x="977" y="649"/>
                      <a:pt x="931" y="834"/>
                      <a:pt x="556" y="834"/>
                    </a:cubicBezTo>
                    <a:cubicBezTo>
                      <a:pt x="420" y="834"/>
                      <a:pt x="242" y="810"/>
                      <a:pt x="1" y="775"/>
                    </a:cubicBezTo>
                    <a:lnTo>
                      <a:pt x="1" y="775"/>
                    </a:lnTo>
                    <a:cubicBezTo>
                      <a:pt x="896" y="956"/>
                      <a:pt x="908" y="980"/>
                      <a:pt x="787" y="1875"/>
                    </a:cubicBezTo>
                    <a:cubicBezTo>
                      <a:pt x="912" y="1215"/>
                      <a:pt x="958" y="1035"/>
                      <a:pt x="1339" y="1035"/>
                    </a:cubicBezTo>
                    <a:cubicBezTo>
                      <a:pt x="1473" y="1035"/>
                      <a:pt x="1650" y="1058"/>
                      <a:pt x="1888" y="1089"/>
                    </a:cubicBezTo>
                    <a:cubicBezTo>
                      <a:pt x="993" y="920"/>
                      <a:pt x="981" y="908"/>
                      <a:pt x="110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3"/>
              <p:cNvSpPr/>
              <p:nvPr/>
            </p:nvSpPr>
            <p:spPr>
              <a:xfrm>
                <a:off x="2130340" y="973311"/>
                <a:ext cx="98233" cy="97557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1876" extrusionOk="0">
                    <a:moveTo>
                      <a:pt x="1102" y="1"/>
                    </a:moveTo>
                    <a:cubicBezTo>
                      <a:pt x="977" y="649"/>
                      <a:pt x="931" y="835"/>
                      <a:pt x="556" y="835"/>
                    </a:cubicBezTo>
                    <a:cubicBezTo>
                      <a:pt x="421" y="835"/>
                      <a:pt x="242" y="810"/>
                      <a:pt x="1" y="775"/>
                    </a:cubicBezTo>
                    <a:lnTo>
                      <a:pt x="1" y="775"/>
                    </a:lnTo>
                    <a:cubicBezTo>
                      <a:pt x="896" y="957"/>
                      <a:pt x="920" y="981"/>
                      <a:pt x="787" y="1876"/>
                    </a:cubicBezTo>
                    <a:cubicBezTo>
                      <a:pt x="922" y="1219"/>
                      <a:pt x="970" y="1037"/>
                      <a:pt x="1355" y="1037"/>
                    </a:cubicBezTo>
                    <a:cubicBezTo>
                      <a:pt x="1487" y="1037"/>
                      <a:pt x="1659" y="1059"/>
                      <a:pt x="1888" y="1090"/>
                    </a:cubicBezTo>
                    <a:cubicBezTo>
                      <a:pt x="993" y="920"/>
                      <a:pt x="981" y="896"/>
                      <a:pt x="11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3"/>
              <p:cNvSpPr/>
              <p:nvPr/>
            </p:nvSpPr>
            <p:spPr>
              <a:xfrm>
                <a:off x="1703873" y="1513713"/>
                <a:ext cx="98181" cy="98181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88" extrusionOk="0">
                    <a:moveTo>
                      <a:pt x="1101" y="0"/>
                    </a:moveTo>
                    <a:cubicBezTo>
                      <a:pt x="967" y="661"/>
                      <a:pt x="926" y="841"/>
                      <a:pt x="548" y="841"/>
                    </a:cubicBezTo>
                    <a:cubicBezTo>
                      <a:pt x="414" y="841"/>
                      <a:pt x="238" y="818"/>
                      <a:pt x="0" y="786"/>
                    </a:cubicBezTo>
                    <a:lnTo>
                      <a:pt x="0" y="786"/>
                    </a:lnTo>
                    <a:cubicBezTo>
                      <a:pt x="896" y="956"/>
                      <a:pt x="908" y="980"/>
                      <a:pt x="787" y="1887"/>
                    </a:cubicBezTo>
                    <a:cubicBezTo>
                      <a:pt x="912" y="1226"/>
                      <a:pt x="958" y="1047"/>
                      <a:pt x="1338" y="1047"/>
                    </a:cubicBezTo>
                    <a:cubicBezTo>
                      <a:pt x="1473" y="1047"/>
                      <a:pt x="1650" y="1069"/>
                      <a:pt x="1887" y="1101"/>
                    </a:cubicBezTo>
                    <a:cubicBezTo>
                      <a:pt x="992" y="931"/>
                      <a:pt x="968" y="907"/>
                      <a:pt x="110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3"/>
              <p:cNvSpPr/>
              <p:nvPr/>
            </p:nvSpPr>
            <p:spPr>
              <a:xfrm>
                <a:off x="1545996" y="1719379"/>
                <a:ext cx="98181" cy="98181"/>
              </a:xfrm>
              <a:custGeom>
                <a:avLst/>
                <a:gdLst/>
                <a:ahLst/>
                <a:cxnLst/>
                <a:rect l="l" t="t" r="r" b="b"/>
                <a:pathLst>
                  <a:path w="1888" h="1888" extrusionOk="0">
                    <a:moveTo>
                      <a:pt x="1101" y="1"/>
                    </a:moveTo>
                    <a:lnTo>
                      <a:pt x="1101" y="1"/>
                    </a:lnTo>
                    <a:cubicBezTo>
                      <a:pt x="976" y="662"/>
                      <a:pt x="930" y="841"/>
                      <a:pt x="549" y="841"/>
                    </a:cubicBezTo>
                    <a:cubicBezTo>
                      <a:pt x="414" y="841"/>
                      <a:pt x="237" y="819"/>
                      <a:pt x="0" y="787"/>
                    </a:cubicBezTo>
                    <a:lnTo>
                      <a:pt x="0" y="787"/>
                    </a:lnTo>
                    <a:cubicBezTo>
                      <a:pt x="895" y="956"/>
                      <a:pt x="919" y="980"/>
                      <a:pt x="786" y="1888"/>
                    </a:cubicBezTo>
                    <a:cubicBezTo>
                      <a:pt x="911" y="1227"/>
                      <a:pt x="957" y="1047"/>
                      <a:pt x="1338" y="1047"/>
                    </a:cubicBezTo>
                    <a:cubicBezTo>
                      <a:pt x="1473" y="1047"/>
                      <a:pt x="1650" y="1070"/>
                      <a:pt x="1887" y="1101"/>
                    </a:cubicBezTo>
                    <a:cubicBezTo>
                      <a:pt x="992" y="920"/>
                      <a:pt x="980" y="908"/>
                      <a:pt x="110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Google Shape;861;p3"/>
              <p:cNvSpPr/>
              <p:nvPr/>
            </p:nvSpPr>
            <p:spPr>
              <a:xfrm>
                <a:off x="1212560" y="1663425"/>
                <a:ext cx="97557" cy="98181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888" extrusionOk="0">
                    <a:moveTo>
                      <a:pt x="1102" y="0"/>
                    </a:moveTo>
                    <a:lnTo>
                      <a:pt x="1102" y="0"/>
                    </a:lnTo>
                    <a:cubicBezTo>
                      <a:pt x="968" y="661"/>
                      <a:pt x="926" y="841"/>
                      <a:pt x="548" y="841"/>
                    </a:cubicBezTo>
                    <a:cubicBezTo>
                      <a:pt x="414" y="841"/>
                      <a:pt x="238" y="818"/>
                      <a:pt x="1" y="786"/>
                    </a:cubicBezTo>
                    <a:lnTo>
                      <a:pt x="1" y="786"/>
                    </a:lnTo>
                    <a:cubicBezTo>
                      <a:pt x="896" y="956"/>
                      <a:pt x="908" y="980"/>
                      <a:pt x="775" y="1887"/>
                    </a:cubicBezTo>
                    <a:cubicBezTo>
                      <a:pt x="909" y="1226"/>
                      <a:pt x="957" y="1047"/>
                      <a:pt x="1334" y="1047"/>
                    </a:cubicBezTo>
                    <a:cubicBezTo>
                      <a:pt x="1467" y="1047"/>
                      <a:pt x="1642" y="1069"/>
                      <a:pt x="1876" y="1101"/>
                    </a:cubicBezTo>
                    <a:cubicBezTo>
                      <a:pt x="981" y="932"/>
                      <a:pt x="969" y="907"/>
                      <a:pt x="110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3"/>
              <p:cNvSpPr/>
              <p:nvPr/>
            </p:nvSpPr>
            <p:spPr>
              <a:xfrm>
                <a:off x="626292" y="1053237"/>
                <a:ext cx="97557" cy="97557"/>
              </a:xfrm>
              <a:custGeom>
                <a:avLst/>
                <a:gdLst/>
                <a:ahLst/>
                <a:cxnLst/>
                <a:rect l="l" t="t" r="r" b="b"/>
                <a:pathLst>
                  <a:path w="1876" h="1876" extrusionOk="0">
                    <a:moveTo>
                      <a:pt x="1101" y="0"/>
                    </a:moveTo>
                    <a:lnTo>
                      <a:pt x="1101" y="0"/>
                    </a:lnTo>
                    <a:cubicBezTo>
                      <a:pt x="968" y="649"/>
                      <a:pt x="926" y="834"/>
                      <a:pt x="554" y="834"/>
                    </a:cubicBezTo>
                    <a:cubicBezTo>
                      <a:pt x="419" y="834"/>
                      <a:pt x="242" y="810"/>
                      <a:pt x="1" y="774"/>
                    </a:cubicBezTo>
                    <a:lnTo>
                      <a:pt x="1" y="774"/>
                    </a:lnTo>
                    <a:cubicBezTo>
                      <a:pt x="896" y="956"/>
                      <a:pt x="908" y="968"/>
                      <a:pt x="787" y="1875"/>
                    </a:cubicBezTo>
                    <a:cubicBezTo>
                      <a:pt x="912" y="1214"/>
                      <a:pt x="958" y="1035"/>
                      <a:pt x="1334" y="1035"/>
                    </a:cubicBezTo>
                    <a:cubicBezTo>
                      <a:pt x="1467" y="1035"/>
                      <a:pt x="1641" y="1057"/>
                      <a:pt x="1876" y="1089"/>
                    </a:cubicBezTo>
                    <a:cubicBezTo>
                      <a:pt x="993" y="920"/>
                      <a:pt x="968" y="895"/>
                      <a:pt x="110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3"/>
              <p:cNvSpPr/>
              <p:nvPr/>
            </p:nvSpPr>
            <p:spPr>
              <a:xfrm>
                <a:off x="748964" y="1565246"/>
                <a:ext cx="60427" cy="60479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163" extrusionOk="0">
                    <a:moveTo>
                      <a:pt x="678" y="1"/>
                    </a:moveTo>
                    <a:lnTo>
                      <a:pt x="678" y="1"/>
                    </a:lnTo>
                    <a:cubicBezTo>
                      <a:pt x="599" y="397"/>
                      <a:pt x="571" y="512"/>
                      <a:pt x="346" y="512"/>
                    </a:cubicBezTo>
                    <a:cubicBezTo>
                      <a:pt x="263" y="512"/>
                      <a:pt x="152" y="496"/>
                      <a:pt x="0" y="473"/>
                    </a:cubicBezTo>
                    <a:lnTo>
                      <a:pt x="0" y="473"/>
                    </a:lnTo>
                    <a:cubicBezTo>
                      <a:pt x="557" y="582"/>
                      <a:pt x="569" y="606"/>
                      <a:pt x="484" y="1162"/>
                    </a:cubicBezTo>
                    <a:cubicBezTo>
                      <a:pt x="564" y="756"/>
                      <a:pt x="592" y="640"/>
                      <a:pt x="818" y="640"/>
                    </a:cubicBezTo>
                    <a:cubicBezTo>
                      <a:pt x="901" y="640"/>
                      <a:pt x="1012" y="656"/>
                      <a:pt x="1162" y="678"/>
                    </a:cubicBezTo>
                    <a:cubicBezTo>
                      <a:pt x="617" y="570"/>
                      <a:pt x="605" y="557"/>
                      <a:pt x="6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3"/>
              <p:cNvSpPr/>
              <p:nvPr/>
            </p:nvSpPr>
            <p:spPr>
              <a:xfrm>
                <a:off x="1332736" y="987195"/>
                <a:ext cx="60427" cy="60427"/>
              </a:xfrm>
              <a:custGeom>
                <a:avLst/>
                <a:gdLst/>
                <a:ahLst/>
                <a:cxnLst/>
                <a:rect l="l" t="t" r="r" b="b"/>
                <a:pathLst>
                  <a:path w="1162" h="1162" extrusionOk="0">
                    <a:moveTo>
                      <a:pt x="678" y="0"/>
                    </a:moveTo>
                    <a:cubicBezTo>
                      <a:pt x="598" y="397"/>
                      <a:pt x="570" y="511"/>
                      <a:pt x="346" y="511"/>
                    </a:cubicBezTo>
                    <a:cubicBezTo>
                      <a:pt x="262" y="511"/>
                      <a:pt x="151" y="495"/>
                      <a:pt x="0" y="472"/>
                    </a:cubicBezTo>
                    <a:lnTo>
                      <a:pt x="0" y="472"/>
                    </a:lnTo>
                    <a:cubicBezTo>
                      <a:pt x="557" y="581"/>
                      <a:pt x="569" y="605"/>
                      <a:pt x="484" y="1161"/>
                    </a:cubicBezTo>
                    <a:cubicBezTo>
                      <a:pt x="564" y="755"/>
                      <a:pt x="592" y="639"/>
                      <a:pt x="818" y="639"/>
                    </a:cubicBezTo>
                    <a:cubicBezTo>
                      <a:pt x="901" y="639"/>
                      <a:pt x="1012" y="655"/>
                      <a:pt x="1162" y="677"/>
                    </a:cubicBezTo>
                    <a:cubicBezTo>
                      <a:pt x="617" y="569"/>
                      <a:pt x="605" y="557"/>
                      <a:pt x="67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3"/>
              <p:cNvSpPr/>
              <p:nvPr/>
            </p:nvSpPr>
            <p:spPr>
              <a:xfrm>
                <a:off x="702422" y="946894"/>
                <a:ext cx="37806" cy="37806"/>
              </a:xfrm>
              <a:custGeom>
                <a:avLst/>
                <a:gdLst/>
                <a:ahLst/>
                <a:cxnLst/>
                <a:rect l="l" t="t" r="r" b="b"/>
                <a:pathLst>
                  <a:path w="727" h="727" extrusionOk="0">
                    <a:moveTo>
                      <a:pt x="424" y="1"/>
                    </a:moveTo>
                    <a:lnTo>
                      <a:pt x="424" y="1"/>
                    </a:lnTo>
                    <a:cubicBezTo>
                      <a:pt x="370" y="253"/>
                      <a:pt x="349" y="324"/>
                      <a:pt x="203" y="324"/>
                    </a:cubicBezTo>
                    <a:cubicBezTo>
                      <a:pt x="152" y="324"/>
                      <a:pt x="87" y="316"/>
                      <a:pt x="0" y="303"/>
                    </a:cubicBezTo>
                    <a:lnTo>
                      <a:pt x="0" y="303"/>
                    </a:lnTo>
                    <a:cubicBezTo>
                      <a:pt x="339" y="376"/>
                      <a:pt x="351" y="376"/>
                      <a:pt x="303" y="727"/>
                    </a:cubicBezTo>
                    <a:cubicBezTo>
                      <a:pt x="357" y="475"/>
                      <a:pt x="371" y="403"/>
                      <a:pt x="519" y="403"/>
                    </a:cubicBezTo>
                    <a:cubicBezTo>
                      <a:pt x="570" y="403"/>
                      <a:pt x="636" y="412"/>
                      <a:pt x="726" y="424"/>
                    </a:cubicBezTo>
                    <a:cubicBezTo>
                      <a:pt x="375" y="352"/>
                      <a:pt x="375" y="340"/>
                      <a:pt x="42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3"/>
              <p:cNvSpPr/>
              <p:nvPr/>
            </p:nvSpPr>
            <p:spPr>
              <a:xfrm>
                <a:off x="752476" y="2371795"/>
                <a:ext cx="32030" cy="26647"/>
              </a:xfrm>
              <a:custGeom>
                <a:avLst/>
                <a:gdLst/>
                <a:ahLst/>
                <a:cxnLst/>
                <a:rect l="l" t="t" r="r" b="b"/>
                <a:pathLst>
                  <a:path w="476" h="396" extrusionOk="0">
                    <a:moveTo>
                      <a:pt x="250" y="0"/>
                    </a:moveTo>
                    <a:cubicBezTo>
                      <a:pt x="127" y="0"/>
                      <a:pt x="1" y="107"/>
                      <a:pt x="38" y="265"/>
                    </a:cubicBezTo>
                    <a:cubicBezTo>
                      <a:pt x="75" y="356"/>
                      <a:pt x="150" y="396"/>
                      <a:pt x="225" y="396"/>
                    </a:cubicBezTo>
                    <a:cubicBezTo>
                      <a:pt x="349" y="396"/>
                      <a:pt x="475" y="289"/>
                      <a:pt x="438" y="131"/>
                    </a:cubicBezTo>
                    <a:cubicBezTo>
                      <a:pt x="401" y="40"/>
                      <a:pt x="326" y="0"/>
                      <a:pt x="25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3"/>
              <p:cNvSpPr/>
              <p:nvPr/>
            </p:nvSpPr>
            <p:spPr>
              <a:xfrm>
                <a:off x="563323" y="2348849"/>
                <a:ext cx="54168" cy="42056"/>
              </a:xfrm>
              <a:custGeom>
                <a:avLst/>
                <a:gdLst/>
                <a:ahLst/>
                <a:cxnLst/>
                <a:rect l="l" t="t" r="r" b="b"/>
                <a:pathLst>
                  <a:path w="805" h="625" extrusionOk="0">
                    <a:moveTo>
                      <a:pt x="503" y="1"/>
                    </a:moveTo>
                    <a:lnTo>
                      <a:pt x="503" y="13"/>
                    </a:lnTo>
                    <a:cubicBezTo>
                      <a:pt x="482" y="9"/>
                      <a:pt x="461" y="7"/>
                      <a:pt x="442" y="7"/>
                    </a:cubicBezTo>
                    <a:cubicBezTo>
                      <a:pt x="133" y="7"/>
                      <a:pt x="0" y="434"/>
                      <a:pt x="285" y="593"/>
                    </a:cubicBezTo>
                    <a:cubicBezTo>
                      <a:pt x="330" y="614"/>
                      <a:pt x="378" y="624"/>
                      <a:pt x="426" y="624"/>
                    </a:cubicBezTo>
                    <a:cubicBezTo>
                      <a:pt x="543" y="624"/>
                      <a:pt x="657" y="564"/>
                      <a:pt x="708" y="460"/>
                    </a:cubicBezTo>
                    <a:cubicBezTo>
                      <a:pt x="805" y="267"/>
                      <a:pt x="696" y="49"/>
                      <a:pt x="5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Google Shape;868;p3"/>
              <p:cNvSpPr/>
              <p:nvPr/>
            </p:nvSpPr>
            <p:spPr>
              <a:xfrm>
                <a:off x="638720" y="1908302"/>
                <a:ext cx="35830" cy="29173"/>
              </a:xfrm>
              <a:custGeom>
                <a:avLst/>
                <a:gdLst/>
                <a:ahLst/>
                <a:cxnLst/>
                <a:rect l="l" t="t" r="r" b="b"/>
                <a:pathLst>
                  <a:path w="689" h="561" extrusionOk="0">
                    <a:moveTo>
                      <a:pt x="360" y="1"/>
                    </a:moveTo>
                    <a:cubicBezTo>
                      <a:pt x="183" y="1"/>
                      <a:pt x="1" y="154"/>
                      <a:pt x="76" y="372"/>
                    </a:cubicBezTo>
                    <a:cubicBezTo>
                      <a:pt x="117" y="504"/>
                      <a:pt x="221" y="561"/>
                      <a:pt x="328" y="561"/>
                    </a:cubicBezTo>
                    <a:cubicBezTo>
                      <a:pt x="503" y="561"/>
                      <a:pt x="688" y="408"/>
                      <a:pt x="620" y="190"/>
                    </a:cubicBezTo>
                    <a:cubicBezTo>
                      <a:pt x="575" y="58"/>
                      <a:pt x="468" y="1"/>
                      <a:pt x="36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Google Shape;869;p3"/>
              <p:cNvSpPr/>
              <p:nvPr/>
            </p:nvSpPr>
            <p:spPr>
              <a:xfrm>
                <a:off x="399408" y="1788594"/>
                <a:ext cx="22933" cy="19241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70" extrusionOk="0">
                    <a:moveTo>
                      <a:pt x="228" y="1"/>
                    </a:moveTo>
                    <a:cubicBezTo>
                      <a:pt x="116" y="1"/>
                      <a:pt x="0" y="101"/>
                      <a:pt x="45" y="242"/>
                    </a:cubicBezTo>
                    <a:cubicBezTo>
                      <a:pt x="73" y="331"/>
                      <a:pt x="143" y="370"/>
                      <a:pt x="214" y="370"/>
                    </a:cubicBezTo>
                    <a:cubicBezTo>
                      <a:pt x="326" y="370"/>
                      <a:pt x="440" y="274"/>
                      <a:pt x="396" y="133"/>
                    </a:cubicBezTo>
                    <a:cubicBezTo>
                      <a:pt x="368" y="40"/>
                      <a:pt x="299" y="1"/>
                      <a:pt x="22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3"/>
              <p:cNvSpPr/>
              <p:nvPr/>
            </p:nvSpPr>
            <p:spPr>
              <a:xfrm>
                <a:off x="406116" y="1590831"/>
                <a:ext cx="14509" cy="11181"/>
              </a:xfrm>
              <a:custGeom>
                <a:avLst/>
                <a:gdLst/>
                <a:ahLst/>
                <a:cxnLst/>
                <a:rect l="l" t="t" r="r" b="b"/>
                <a:pathLst>
                  <a:path w="279" h="215" extrusionOk="0">
                    <a:moveTo>
                      <a:pt x="156" y="1"/>
                    </a:moveTo>
                    <a:cubicBezTo>
                      <a:pt x="78" y="1"/>
                      <a:pt x="1" y="59"/>
                      <a:pt x="1" y="150"/>
                    </a:cubicBezTo>
                    <a:cubicBezTo>
                      <a:pt x="32" y="195"/>
                      <a:pt x="78" y="215"/>
                      <a:pt x="124" y="215"/>
                    </a:cubicBezTo>
                    <a:cubicBezTo>
                      <a:pt x="202" y="215"/>
                      <a:pt x="279" y="157"/>
                      <a:pt x="279" y="65"/>
                    </a:cubicBezTo>
                    <a:cubicBezTo>
                      <a:pt x="248" y="21"/>
                      <a:pt x="201" y="1"/>
                      <a:pt x="1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3"/>
              <p:cNvSpPr/>
              <p:nvPr/>
            </p:nvSpPr>
            <p:spPr>
              <a:xfrm>
                <a:off x="174656" y="1316678"/>
                <a:ext cx="36714" cy="32034"/>
              </a:xfrm>
              <a:custGeom>
                <a:avLst/>
                <a:gdLst/>
                <a:ahLst/>
                <a:cxnLst/>
                <a:rect l="l" t="t" r="r" b="b"/>
                <a:pathLst>
                  <a:path w="706" h="616" extrusionOk="0">
                    <a:moveTo>
                      <a:pt x="287" y="1"/>
                    </a:moveTo>
                    <a:cubicBezTo>
                      <a:pt x="195" y="1"/>
                      <a:pt x="103" y="50"/>
                      <a:pt x="61" y="136"/>
                    </a:cubicBezTo>
                    <a:cubicBezTo>
                      <a:pt x="12" y="233"/>
                      <a:pt x="0" y="341"/>
                      <a:pt x="36" y="438"/>
                    </a:cubicBezTo>
                    <a:cubicBezTo>
                      <a:pt x="54" y="564"/>
                      <a:pt x="152" y="615"/>
                      <a:pt x="263" y="615"/>
                    </a:cubicBezTo>
                    <a:cubicBezTo>
                      <a:pt x="463" y="615"/>
                      <a:pt x="706" y="451"/>
                      <a:pt x="605" y="257"/>
                    </a:cubicBezTo>
                    <a:cubicBezTo>
                      <a:pt x="557" y="160"/>
                      <a:pt x="496" y="75"/>
                      <a:pt x="399" y="27"/>
                    </a:cubicBezTo>
                    <a:cubicBezTo>
                      <a:pt x="364" y="9"/>
                      <a:pt x="326" y="1"/>
                      <a:pt x="28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3"/>
              <p:cNvSpPr/>
              <p:nvPr/>
            </p:nvSpPr>
            <p:spPr>
              <a:xfrm>
                <a:off x="262123" y="1174349"/>
                <a:ext cx="56631" cy="54395"/>
              </a:xfrm>
              <a:custGeom>
                <a:avLst/>
                <a:gdLst/>
                <a:ahLst/>
                <a:cxnLst/>
                <a:rect l="l" t="t" r="r" b="b"/>
                <a:pathLst>
                  <a:path w="1089" h="1046" extrusionOk="0">
                    <a:moveTo>
                      <a:pt x="565" y="1"/>
                    </a:moveTo>
                    <a:cubicBezTo>
                      <a:pt x="258" y="1"/>
                      <a:pt x="1" y="302"/>
                      <a:pt x="108" y="635"/>
                    </a:cubicBezTo>
                    <a:cubicBezTo>
                      <a:pt x="157" y="804"/>
                      <a:pt x="266" y="937"/>
                      <a:pt x="423" y="998"/>
                    </a:cubicBezTo>
                    <a:cubicBezTo>
                      <a:pt x="484" y="1030"/>
                      <a:pt x="550" y="1046"/>
                      <a:pt x="614" y="1046"/>
                    </a:cubicBezTo>
                    <a:cubicBezTo>
                      <a:pt x="767" y="1046"/>
                      <a:pt x="915" y="961"/>
                      <a:pt x="991" y="816"/>
                    </a:cubicBezTo>
                    <a:cubicBezTo>
                      <a:pt x="1076" y="671"/>
                      <a:pt x="1088" y="502"/>
                      <a:pt x="1028" y="333"/>
                    </a:cubicBezTo>
                    <a:cubicBezTo>
                      <a:pt x="991" y="224"/>
                      <a:pt x="907" y="115"/>
                      <a:pt x="786" y="54"/>
                    </a:cubicBezTo>
                    <a:cubicBezTo>
                      <a:pt x="712" y="17"/>
                      <a:pt x="637" y="1"/>
                      <a:pt x="5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3"/>
              <p:cNvSpPr/>
              <p:nvPr/>
            </p:nvSpPr>
            <p:spPr>
              <a:xfrm>
                <a:off x="145275" y="1074818"/>
                <a:ext cx="53771" cy="41394"/>
              </a:xfrm>
              <a:custGeom>
                <a:avLst/>
                <a:gdLst/>
                <a:ahLst/>
                <a:cxnLst/>
                <a:rect l="l" t="t" r="r" b="b"/>
                <a:pathLst>
                  <a:path w="1034" h="796" extrusionOk="0">
                    <a:moveTo>
                      <a:pt x="580" y="1"/>
                    </a:moveTo>
                    <a:cubicBezTo>
                      <a:pt x="491" y="1"/>
                      <a:pt x="400" y="28"/>
                      <a:pt x="323" y="81"/>
                    </a:cubicBezTo>
                    <a:cubicBezTo>
                      <a:pt x="0" y="296"/>
                      <a:pt x="162" y="795"/>
                      <a:pt x="539" y="795"/>
                    </a:cubicBezTo>
                    <a:cubicBezTo>
                      <a:pt x="544" y="795"/>
                      <a:pt x="548" y="795"/>
                      <a:pt x="553" y="795"/>
                    </a:cubicBezTo>
                    <a:cubicBezTo>
                      <a:pt x="511" y="789"/>
                      <a:pt x="496" y="786"/>
                      <a:pt x="505" y="786"/>
                    </a:cubicBezTo>
                    <a:cubicBezTo>
                      <a:pt x="514" y="786"/>
                      <a:pt x="547" y="789"/>
                      <a:pt x="601" y="795"/>
                    </a:cubicBezTo>
                    <a:cubicBezTo>
                      <a:pt x="644" y="795"/>
                      <a:pt x="686" y="786"/>
                      <a:pt x="720" y="767"/>
                    </a:cubicBezTo>
                    <a:lnTo>
                      <a:pt x="720" y="767"/>
                    </a:lnTo>
                    <a:cubicBezTo>
                      <a:pt x="896" y="734"/>
                      <a:pt x="1034" y="612"/>
                      <a:pt x="1025" y="396"/>
                    </a:cubicBezTo>
                    <a:cubicBezTo>
                      <a:pt x="1025" y="323"/>
                      <a:pt x="1001" y="251"/>
                      <a:pt x="952" y="190"/>
                    </a:cubicBezTo>
                    <a:cubicBezTo>
                      <a:pt x="918" y="145"/>
                      <a:pt x="873" y="99"/>
                      <a:pt x="818" y="74"/>
                    </a:cubicBezTo>
                    <a:lnTo>
                      <a:pt x="818" y="74"/>
                    </a:lnTo>
                    <a:cubicBezTo>
                      <a:pt x="748" y="25"/>
                      <a:pt x="665" y="1"/>
                      <a:pt x="58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3"/>
              <p:cNvSpPr/>
              <p:nvPr/>
            </p:nvSpPr>
            <p:spPr>
              <a:xfrm>
                <a:off x="271379" y="991719"/>
                <a:ext cx="53043" cy="45138"/>
              </a:xfrm>
              <a:custGeom>
                <a:avLst/>
                <a:gdLst/>
                <a:ahLst/>
                <a:cxnLst/>
                <a:rect l="l" t="t" r="r" b="b"/>
                <a:pathLst>
                  <a:path w="1020" h="868" extrusionOk="0">
                    <a:moveTo>
                      <a:pt x="538" y="1"/>
                    </a:moveTo>
                    <a:cubicBezTo>
                      <a:pt x="386" y="1"/>
                      <a:pt x="232" y="78"/>
                      <a:pt x="148" y="240"/>
                    </a:cubicBezTo>
                    <a:cubicBezTo>
                      <a:pt x="0" y="535"/>
                      <a:pt x="230" y="867"/>
                      <a:pt x="540" y="867"/>
                    </a:cubicBezTo>
                    <a:cubicBezTo>
                      <a:pt x="585" y="867"/>
                      <a:pt x="632" y="860"/>
                      <a:pt x="680" y="845"/>
                    </a:cubicBezTo>
                    <a:cubicBezTo>
                      <a:pt x="898" y="772"/>
                      <a:pt x="1019" y="530"/>
                      <a:pt x="959" y="300"/>
                    </a:cubicBezTo>
                    <a:cubicBezTo>
                      <a:pt x="894" y="105"/>
                      <a:pt x="716" y="1"/>
                      <a:pt x="53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3"/>
              <p:cNvSpPr/>
              <p:nvPr/>
            </p:nvSpPr>
            <p:spPr>
              <a:xfrm>
                <a:off x="178868" y="860987"/>
                <a:ext cx="46750" cy="39886"/>
              </a:xfrm>
              <a:custGeom>
                <a:avLst/>
                <a:gdLst/>
                <a:ahLst/>
                <a:cxnLst/>
                <a:rect l="l" t="t" r="r" b="b"/>
                <a:pathLst>
                  <a:path w="899" h="767" extrusionOk="0">
                    <a:moveTo>
                      <a:pt x="476" y="1"/>
                    </a:moveTo>
                    <a:cubicBezTo>
                      <a:pt x="341" y="1"/>
                      <a:pt x="205" y="71"/>
                      <a:pt x="137" y="213"/>
                    </a:cubicBezTo>
                    <a:cubicBezTo>
                      <a:pt x="0" y="476"/>
                      <a:pt x="202" y="766"/>
                      <a:pt x="471" y="766"/>
                    </a:cubicBezTo>
                    <a:cubicBezTo>
                      <a:pt x="512" y="766"/>
                      <a:pt x="554" y="760"/>
                      <a:pt x="597" y="746"/>
                    </a:cubicBezTo>
                    <a:cubicBezTo>
                      <a:pt x="790" y="673"/>
                      <a:pt x="899" y="467"/>
                      <a:pt x="838" y="262"/>
                    </a:cubicBezTo>
                    <a:cubicBezTo>
                      <a:pt x="781" y="89"/>
                      <a:pt x="629" y="1"/>
                      <a:pt x="47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3"/>
              <p:cNvSpPr/>
              <p:nvPr/>
            </p:nvSpPr>
            <p:spPr>
              <a:xfrm>
                <a:off x="327801" y="853031"/>
                <a:ext cx="19553" cy="16069"/>
              </a:xfrm>
              <a:custGeom>
                <a:avLst/>
                <a:gdLst/>
                <a:ahLst/>
                <a:cxnLst/>
                <a:rect l="l" t="t" r="r" b="b"/>
                <a:pathLst>
                  <a:path w="376" h="309" extrusionOk="0">
                    <a:moveTo>
                      <a:pt x="199" y="1"/>
                    </a:moveTo>
                    <a:cubicBezTo>
                      <a:pt x="101" y="1"/>
                      <a:pt x="1" y="82"/>
                      <a:pt x="31" y="209"/>
                    </a:cubicBezTo>
                    <a:cubicBezTo>
                      <a:pt x="63" y="278"/>
                      <a:pt x="123" y="309"/>
                      <a:pt x="183" y="309"/>
                    </a:cubicBezTo>
                    <a:cubicBezTo>
                      <a:pt x="280" y="309"/>
                      <a:pt x="375" y="228"/>
                      <a:pt x="345" y="100"/>
                    </a:cubicBezTo>
                    <a:cubicBezTo>
                      <a:pt x="318" y="31"/>
                      <a:pt x="259" y="1"/>
                      <a:pt x="1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3"/>
              <p:cNvSpPr/>
              <p:nvPr/>
            </p:nvSpPr>
            <p:spPr>
              <a:xfrm>
                <a:off x="304972" y="719958"/>
                <a:ext cx="40718" cy="33126"/>
              </a:xfrm>
              <a:custGeom>
                <a:avLst/>
                <a:gdLst/>
                <a:ahLst/>
                <a:cxnLst/>
                <a:rect l="l" t="t" r="r" b="b"/>
                <a:pathLst>
                  <a:path w="783" h="637" extrusionOk="0">
                    <a:moveTo>
                      <a:pt x="407" y="0"/>
                    </a:moveTo>
                    <a:cubicBezTo>
                      <a:pt x="207" y="0"/>
                      <a:pt x="0" y="173"/>
                      <a:pt x="83" y="421"/>
                    </a:cubicBezTo>
                    <a:cubicBezTo>
                      <a:pt x="133" y="573"/>
                      <a:pt x="253" y="637"/>
                      <a:pt x="375" y="637"/>
                    </a:cubicBezTo>
                    <a:cubicBezTo>
                      <a:pt x="576" y="637"/>
                      <a:pt x="782" y="464"/>
                      <a:pt x="700" y="216"/>
                    </a:cubicBezTo>
                    <a:cubicBezTo>
                      <a:pt x="649" y="65"/>
                      <a:pt x="530" y="0"/>
                      <a:pt x="40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3"/>
              <p:cNvSpPr/>
              <p:nvPr/>
            </p:nvSpPr>
            <p:spPr>
              <a:xfrm>
                <a:off x="340802" y="632128"/>
                <a:ext cx="39730" cy="32658"/>
              </a:xfrm>
              <a:custGeom>
                <a:avLst/>
                <a:gdLst/>
                <a:ahLst/>
                <a:cxnLst/>
                <a:rect l="l" t="t" r="r" b="b"/>
                <a:pathLst>
                  <a:path w="764" h="628" extrusionOk="0">
                    <a:moveTo>
                      <a:pt x="399" y="1"/>
                    </a:moveTo>
                    <a:cubicBezTo>
                      <a:pt x="202" y="1"/>
                      <a:pt x="1" y="169"/>
                      <a:pt x="83" y="417"/>
                    </a:cubicBezTo>
                    <a:cubicBezTo>
                      <a:pt x="129" y="564"/>
                      <a:pt x="245" y="627"/>
                      <a:pt x="364" y="627"/>
                    </a:cubicBezTo>
                    <a:cubicBezTo>
                      <a:pt x="559" y="627"/>
                      <a:pt x="763" y="459"/>
                      <a:pt x="688" y="211"/>
                    </a:cubicBezTo>
                    <a:cubicBezTo>
                      <a:pt x="638" y="64"/>
                      <a:pt x="519" y="1"/>
                      <a:pt x="3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3"/>
              <p:cNvSpPr/>
              <p:nvPr/>
            </p:nvSpPr>
            <p:spPr>
              <a:xfrm>
                <a:off x="1395450" y="538160"/>
                <a:ext cx="29953" cy="24701"/>
              </a:xfrm>
              <a:custGeom>
                <a:avLst/>
                <a:gdLst/>
                <a:ahLst/>
                <a:cxnLst/>
                <a:rect l="l" t="t" r="r" b="b"/>
                <a:pathLst>
                  <a:path w="576" h="475" extrusionOk="0">
                    <a:moveTo>
                      <a:pt x="297" y="1"/>
                    </a:moveTo>
                    <a:cubicBezTo>
                      <a:pt x="149" y="1"/>
                      <a:pt x="0" y="127"/>
                      <a:pt x="52" y="313"/>
                    </a:cubicBezTo>
                    <a:cubicBezTo>
                      <a:pt x="95" y="425"/>
                      <a:pt x="188" y="474"/>
                      <a:pt x="281" y="474"/>
                    </a:cubicBezTo>
                    <a:cubicBezTo>
                      <a:pt x="428" y="474"/>
                      <a:pt x="576" y="352"/>
                      <a:pt x="524" y="167"/>
                    </a:cubicBezTo>
                    <a:cubicBezTo>
                      <a:pt x="482" y="51"/>
                      <a:pt x="389" y="1"/>
                      <a:pt x="29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3"/>
              <p:cNvSpPr/>
              <p:nvPr/>
            </p:nvSpPr>
            <p:spPr>
              <a:xfrm>
                <a:off x="1460817" y="514188"/>
                <a:ext cx="27509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529" h="443" extrusionOk="0">
                    <a:moveTo>
                      <a:pt x="275" y="0"/>
                    </a:moveTo>
                    <a:cubicBezTo>
                      <a:pt x="139" y="0"/>
                      <a:pt x="1" y="117"/>
                      <a:pt x="53" y="290"/>
                    </a:cubicBezTo>
                    <a:cubicBezTo>
                      <a:pt x="91" y="396"/>
                      <a:pt x="174" y="443"/>
                      <a:pt x="258" y="443"/>
                    </a:cubicBezTo>
                    <a:cubicBezTo>
                      <a:pt x="393" y="443"/>
                      <a:pt x="529" y="323"/>
                      <a:pt x="477" y="145"/>
                    </a:cubicBezTo>
                    <a:cubicBezTo>
                      <a:pt x="440" y="44"/>
                      <a:pt x="358" y="0"/>
                      <a:pt x="27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3"/>
              <p:cNvSpPr/>
              <p:nvPr/>
            </p:nvSpPr>
            <p:spPr>
              <a:xfrm>
                <a:off x="1348961" y="443413"/>
                <a:ext cx="39314" cy="32658"/>
              </a:xfrm>
              <a:custGeom>
                <a:avLst/>
                <a:gdLst/>
                <a:ahLst/>
                <a:cxnLst/>
                <a:rect l="l" t="t" r="r" b="b"/>
                <a:pathLst>
                  <a:path w="756" h="628" extrusionOk="0">
                    <a:moveTo>
                      <a:pt x="394" y="1"/>
                    </a:moveTo>
                    <a:cubicBezTo>
                      <a:pt x="200" y="1"/>
                      <a:pt x="0" y="169"/>
                      <a:pt x="75" y="417"/>
                    </a:cubicBezTo>
                    <a:cubicBezTo>
                      <a:pt x="121" y="564"/>
                      <a:pt x="237" y="627"/>
                      <a:pt x="356" y="627"/>
                    </a:cubicBezTo>
                    <a:cubicBezTo>
                      <a:pt x="551" y="627"/>
                      <a:pt x="755" y="459"/>
                      <a:pt x="680" y="211"/>
                    </a:cubicBezTo>
                    <a:cubicBezTo>
                      <a:pt x="630" y="64"/>
                      <a:pt x="513" y="1"/>
                      <a:pt x="39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3"/>
              <p:cNvSpPr/>
              <p:nvPr/>
            </p:nvSpPr>
            <p:spPr>
              <a:xfrm>
                <a:off x="1466433" y="733427"/>
                <a:ext cx="21425" cy="17317"/>
              </a:xfrm>
              <a:custGeom>
                <a:avLst/>
                <a:gdLst/>
                <a:ahLst/>
                <a:cxnLst/>
                <a:rect l="l" t="t" r="r" b="b"/>
                <a:pathLst>
                  <a:path w="412" h="333" extrusionOk="0">
                    <a:moveTo>
                      <a:pt x="210" y="1"/>
                    </a:moveTo>
                    <a:cubicBezTo>
                      <a:pt x="103" y="1"/>
                      <a:pt x="0" y="89"/>
                      <a:pt x="30" y="223"/>
                    </a:cubicBezTo>
                    <a:cubicBezTo>
                      <a:pt x="62" y="300"/>
                      <a:pt x="126" y="333"/>
                      <a:pt x="191" y="333"/>
                    </a:cubicBezTo>
                    <a:cubicBezTo>
                      <a:pt x="300" y="333"/>
                      <a:pt x="411" y="242"/>
                      <a:pt x="381" y="114"/>
                    </a:cubicBezTo>
                    <a:cubicBezTo>
                      <a:pt x="344" y="35"/>
                      <a:pt x="276" y="1"/>
                      <a:pt x="21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3"/>
              <p:cNvSpPr/>
              <p:nvPr/>
            </p:nvSpPr>
            <p:spPr>
              <a:xfrm>
                <a:off x="1561180" y="723703"/>
                <a:ext cx="40094" cy="32918"/>
              </a:xfrm>
              <a:custGeom>
                <a:avLst/>
                <a:gdLst/>
                <a:ahLst/>
                <a:cxnLst/>
                <a:rect l="l" t="t" r="r" b="b"/>
                <a:pathLst>
                  <a:path w="771" h="633" extrusionOk="0">
                    <a:moveTo>
                      <a:pt x="399" y="1"/>
                    </a:moveTo>
                    <a:cubicBezTo>
                      <a:pt x="203" y="1"/>
                      <a:pt x="0" y="174"/>
                      <a:pt x="83" y="422"/>
                    </a:cubicBezTo>
                    <a:cubicBezTo>
                      <a:pt x="134" y="569"/>
                      <a:pt x="252" y="632"/>
                      <a:pt x="373" y="632"/>
                    </a:cubicBezTo>
                    <a:cubicBezTo>
                      <a:pt x="569" y="632"/>
                      <a:pt x="770" y="464"/>
                      <a:pt x="688" y="216"/>
                    </a:cubicBezTo>
                    <a:cubicBezTo>
                      <a:pt x="638" y="65"/>
                      <a:pt x="519" y="1"/>
                      <a:pt x="3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3"/>
              <p:cNvSpPr/>
              <p:nvPr/>
            </p:nvSpPr>
            <p:spPr>
              <a:xfrm>
                <a:off x="1549844" y="916421"/>
                <a:ext cx="11805" cy="9776"/>
              </a:xfrm>
              <a:custGeom>
                <a:avLst/>
                <a:gdLst/>
                <a:ahLst/>
                <a:cxnLst/>
                <a:rect l="l" t="t" r="r" b="b"/>
                <a:pathLst>
                  <a:path w="227" h="188" extrusionOk="0">
                    <a:moveTo>
                      <a:pt x="114" y="1"/>
                    </a:moveTo>
                    <a:cubicBezTo>
                      <a:pt x="57" y="1"/>
                      <a:pt x="0" y="52"/>
                      <a:pt x="23" y="127"/>
                    </a:cubicBezTo>
                    <a:cubicBezTo>
                      <a:pt x="37" y="169"/>
                      <a:pt x="73" y="188"/>
                      <a:pt x="109" y="188"/>
                    </a:cubicBezTo>
                    <a:cubicBezTo>
                      <a:pt x="167" y="188"/>
                      <a:pt x="227" y="141"/>
                      <a:pt x="204" y="67"/>
                    </a:cubicBezTo>
                    <a:cubicBezTo>
                      <a:pt x="186" y="21"/>
                      <a:pt x="150" y="1"/>
                      <a:pt x="11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3"/>
              <p:cNvSpPr/>
              <p:nvPr/>
            </p:nvSpPr>
            <p:spPr>
              <a:xfrm>
                <a:off x="1502626" y="913977"/>
                <a:ext cx="28913" cy="24233"/>
              </a:xfrm>
              <a:custGeom>
                <a:avLst/>
                <a:gdLst/>
                <a:ahLst/>
                <a:cxnLst/>
                <a:rect l="l" t="t" r="r" b="b"/>
                <a:pathLst>
                  <a:path w="556" h="466" extrusionOk="0">
                    <a:moveTo>
                      <a:pt x="281" y="1"/>
                    </a:moveTo>
                    <a:cubicBezTo>
                      <a:pt x="141" y="1"/>
                      <a:pt x="1" y="122"/>
                      <a:pt x="60" y="307"/>
                    </a:cubicBezTo>
                    <a:cubicBezTo>
                      <a:pt x="92" y="418"/>
                      <a:pt x="178" y="466"/>
                      <a:pt x="265" y="466"/>
                    </a:cubicBezTo>
                    <a:cubicBezTo>
                      <a:pt x="407" y="466"/>
                      <a:pt x="555" y="342"/>
                      <a:pt x="495" y="162"/>
                    </a:cubicBezTo>
                    <a:cubicBezTo>
                      <a:pt x="458" y="49"/>
                      <a:pt x="369" y="1"/>
                      <a:pt x="28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3"/>
              <p:cNvSpPr/>
              <p:nvPr/>
            </p:nvSpPr>
            <p:spPr>
              <a:xfrm>
                <a:off x="1501430" y="787509"/>
                <a:ext cx="40094" cy="32658"/>
              </a:xfrm>
              <a:custGeom>
                <a:avLst/>
                <a:gdLst/>
                <a:ahLst/>
                <a:cxnLst/>
                <a:rect l="l" t="t" r="r" b="b"/>
                <a:pathLst>
                  <a:path w="771" h="628" extrusionOk="0">
                    <a:moveTo>
                      <a:pt x="398" y="1"/>
                    </a:moveTo>
                    <a:cubicBezTo>
                      <a:pt x="202" y="1"/>
                      <a:pt x="0" y="169"/>
                      <a:pt x="83" y="417"/>
                    </a:cubicBezTo>
                    <a:cubicBezTo>
                      <a:pt x="133" y="564"/>
                      <a:pt x="252" y="627"/>
                      <a:pt x="373" y="627"/>
                    </a:cubicBezTo>
                    <a:cubicBezTo>
                      <a:pt x="569" y="627"/>
                      <a:pt x="770" y="459"/>
                      <a:pt x="688" y="211"/>
                    </a:cubicBezTo>
                    <a:cubicBezTo>
                      <a:pt x="637" y="64"/>
                      <a:pt x="518" y="1"/>
                      <a:pt x="39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3"/>
              <p:cNvSpPr/>
              <p:nvPr/>
            </p:nvSpPr>
            <p:spPr>
              <a:xfrm>
                <a:off x="1600754" y="826146"/>
                <a:ext cx="34166" cy="28497"/>
              </a:xfrm>
              <a:custGeom>
                <a:avLst/>
                <a:gdLst/>
                <a:ahLst/>
                <a:cxnLst/>
                <a:rect l="l" t="t" r="r" b="b"/>
                <a:pathLst>
                  <a:path w="657" h="548" extrusionOk="0">
                    <a:moveTo>
                      <a:pt x="339" y="1"/>
                    </a:moveTo>
                    <a:cubicBezTo>
                      <a:pt x="169" y="1"/>
                      <a:pt x="1" y="148"/>
                      <a:pt x="60" y="363"/>
                    </a:cubicBezTo>
                    <a:cubicBezTo>
                      <a:pt x="106" y="493"/>
                      <a:pt x="209" y="548"/>
                      <a:pt x="313" y="548"/>
                    </a:cubicBezTo>
                    <a:cubicBezTo>
                      <a:pt x="483" y="548"/>
                      <a:pt x="657" y="403"/>
                      <a:pt x="604" y="194"/>
                    </a:cubicBezTo>
                    <a:cubicBezTo>
                      <a:pt x="553" y="59"/>
                      <a:pt x="446" y="1"/>
                      <a:pt x="33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3"/>
              <p:cNvSpPr/>
              <p:nvPr/>
            </p:nvSpPr>
            <p:spPr>
              <a:xfrm>
                <a:off x="1520047" y="1039821"/>
                <a:ext cx="38066" cy="30889"/>
              </a:xfrm>
              <a:custGeom>
                <a:avLst/>
                <a:gdLst/>
                <a:ahLst/>
                <a:cxnLst/>
                <a:rect l="l" t="t" r="r" b="b"/>
                <a:pathLst>
                  <a:path w="732" h="594" extrusionOk="0">
                    <a:moveTo>
                      <a:pt x="383" y="1"/>
                    </a:moveTo>
                    <a:cubicBezTo>
                      <a:pt x="195" y="1"/>
                      <a:pt x="1" y="159"/>
                      <a:pt x="76" y="391"/>
                    </a:cubicBezTo>
                    <a:cubicBezTo>
                      <a:pt x="121" y="533"/>
                      <a:pt x="233" y="594"/>
                      <a:pt x="348" y="594"/>
                    </a:cubicBezTo>
                    <a:cubicBezTo>
                      <a:pt x="536" y="594"/>
                      <a:pt x="731" y="431"/>
                      <a:pt x="656" y="198"/>
                    </a:cubicBezTo>
                    <a:cubicBezTo>
                      <a:pt x="610" y="60"/>
                      <a:pt x="498" y="1"/>
                      <a:pt x="38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3"/>
              <p:cNvSpPr/>
              <p:nvPr/>
            </p:nvSpPr>
            <p:spPr>
              <a:xfrm>
                <a:off x="1447816" y="1079238"/>
                <a:ext cx="38274" cy="31722"/>
              </a:xfrm>
              <a:custGeom>
                <a:avLst/>
                <a:gdLst/>
                <a:ahLst/>
                <a:cxnLst/>
                <a:rect l="l" t="t" r="r" b="b"/>
                <a:pathLst>
                  <a:path w="736" h="610" extrusionOk="0">
                    <a:moveTo>
                      <a:pt x="396" y="1"/>
                    </a:moveTo>
                    <a:cubicBezTo>
                      <a:pt x="361" y="1"/>
                      <a:pt x="326" y="7"/>
                      <a:pt x="291" y="20"/>
                    </a:cubicBezTo>
                    <a:cubicBezTo>
                      <a:pt x="25" y="93"/>
                      <a:pt x="1" y="444"/>
                      <a:pt x="243" y="577"/>
                    </a:cubicBezTo>
                    <a:cubicBezTo>
                      <a:pt x="288" y="600"/>
                      <a:pt x="335" y="610"/>
                      <a:pt x="380" y="610"/>
                    </a:cubicBezTo>
                    <a:cubicBezTo>
                      <a:pt x="573" y="610"/>
                      <a:pt x="735" y="418"/>
                      <a:pt x="666" y="202"/>
                    </a:cubicBezTo>
                    <a:cubicBezTo>
                      <a:pt x="629" y="79"/>
                      <a:pt x="517" y="1"/>
                      <a:pt x="39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3"/>
              <p:cNvSpPr/>
              <p:nvPr/>
            </p:nvSpPr>
            <p:spPr>
              <a:xfrm>
                <a:off x="1516199" y="1127028"/>
                <a:ext cx="28133" cy="23505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52" extrusionOk="0">
                    <a:moveTo>
                      <a:pt x="280" y="1"/>
                    </a:moveTo>
                    <a:cubicBezTo>
                      <a:pt x="142" y="1"/>
                      <a:pt x="1" y="120"/>
                      <a:pt x="53" y="299"/>
                    </a:cubicBezTo>
                    <a:cubicBezTo>
                      <a:pt x="90" y="406"/>
                      <a:pt x="175" y="452"/>
                      <a:pt x="261" y="452"/>
                    </a:cubicBezTo>
                    <a:cubicBezTo>
                      <a:pt x="400" y="452"/>
                      <a:pt x="541" y="333"/>
                      <a:pt x="488" y="154"/>
                    </a:cubicBezTo>
                    <a:cubicBezTo>
                      <a:pt x="451" y="47"/>
                      <a:pt x="366" y="1"/>
                      <a:pt x="28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3"/>
              <p:cNvSpPr/>
              <p:nvPr/>
            </p:nvSpPr>
            <p:spPr>
              <a:xfrm>
                <a:off x="1424728" y="1180694"/>
                <a:ext cx="28913" cy="23765"/>
              </a:xfrm>
              <a:custGeom>
                <a:avLst/>
                <a:gdLst/>
                <a:ahLst/>
                <a:cxnLst/>
                <a:rect l="l" t="t" r="r" b="b"/>
                <a:pathLst>
                  <a:path w="556" h="457" extrusionOk="0">
                    <a:moveTo>
                      <a:pt x="296" y="1"/>
                    </a:moveTo>
                    <a:cubicBezTo>
                      <a:pt x="149" y="1"/>
                      <a:pt x="0" y="126"/>
                      <a:pt x="46" y="307"/>
                    </a:cubicBezTo>
                    <a:cubicBezTo>
                      <a:pt x="91" y="412"/>
                      <a:pt x="177" y="456"/>
                      <a:pt x="264" y="456"/>
                    </a:cubicBezTo>
                    <a:cubicBezTo>
                      <a:pt x="409" y="456"/>
                      <a:pt x="555" y="332"/>
                      <a:pt x="518" y="150"/>
                    </a:cubicBezTo>
                    <a:cubicBezTo>
                      <a:pt x="472" y="46"/>
                      <a:pt x="384" y="1"/>
                      <a:pt x="29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3"/>
              <p:cNvSpPr/>
              <p:nvPr/>
            </p:nvSpPr>
            <p:spPr>
              <a:xfrm>
                <a:off x="1368202" y="1196502"/>
                <a:ext cx="33490" cy="28029"/>
              </a:xfrm>
              <a:custGeom>
                <a:avLst/>
                <a:gdLst/>
                <a:ahLst/>
                <a:cxnLst/>
                <a:rect l="l" t="t" r="r" b="b"/>
                <a:pathLst>
                  <a:path w="644" h="539" extrusionOk="0">
                    <a:moveTo>
                      <a:pt x="333" y="0"/>
                    </a:moveTo>
                    <a:cubicBezTo>
                      <a:pt x="169" y="0"/>
                      <a:pt x="1" y="145"/>
                      <a:pt x="68" y="354"/>
                    </a:cubicBezTo>
                    <a:cubicBezTo>
                      <a:pt x="110" y="483"/>
                      <a:pt x="210" y="539"/>
                      <a:pt x="311" y="539"/>
                    </a:cubicBezTo>
                    <a:cubicBezTo>
                      <a:pt x="475" y="539"/>
                      <a:pt x="644" y="394"/>
                      <a:pt x="576" y="185"/>
                    </a:cubicBezTo>
                    <a:cubicBezTo>
                      <a:pt x="535" y="55"/>
                      <a:pt x="435" y="0"/>
                      <a:pt x="33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3"/>
              <p:cNvSpPr/>
              <p:nvPr/>
            </p:nvSpPr>
            <p:spPr>
              <a:xfrm>
                <a:off x="1291083" y="1247724"/>
                <a:ext cx="37390" cy="30629"/>
              </a:xfrm>
              <a:custGeom>
                <a:avLst/>
                <a:gdLst/>
                <a:ahLst/>
                <a:cxnLst/>
                <a:rect l="l" t="t" r="r" b="b"/>
                <a:pathLst>
                  <a:path w="719" h="589" extrusionOk="0">
                    <a:moveTo>
                      <a:pt x="374" y="1"/>
                    </a:moveTo>
                    <a:cubicBezTo>
                      <a:pt x="190" y="1"/>
                      <a:pt x="1" y="160"/>
                      <a:pt x="75" y="385"/>
                    </a:cubicBezTo>
                    <a:cubicBezTo>
                      <a:pt x="122" y="528"/>
                      <a:pt x="232" y="588"/>
                      <a:pt x="345" y="588"/>
                    </a:cubicBezTo>
                    <a:cubicBezTo>
                      <a:pt x="529" y="588"/>
                      <a:pt x="719" y="429"/>
                      <a:pt x="644" y="204"/>
                    </a:cubicBezTo>
                    <a:cubicBezTo>
                      <a:pt x="598" y="61"/>
                      <a:pt x="487" y="1"/>
                      <a:pt x="37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3"/>
              <p:cNvSpPr/>
              <p:nvPr/>
            </p:nvSpPr>
            <p:spPr>
              <a:xfrm>
                <a:off x="1232633" y="1311270"/>
                <a:ext cx="22829" cy="18617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58" extrusionOk="0">
                    <a:moveTo>
                      <a:pt x="226" y="1"/>
                    </a:moveTo>
                    <a:cubicBezTo>
                      <a:pt x="113" y="1"/>
                      <a:pt x="1" y="97"/>
                      <a:pt x="38" y="240"/>
                    </a:cubicBezTo>
                    <a:cubicBezTo>
                      <a:pt x="70" y="322"/>
                      <a:pt x="139" y="358"/>
                      <a:pt x="208" y="358"/>
                    </a:cubicBezTo>
                    <a:cubicBezTo>
                      <a:pt x="322" y="358"/>
                      <a:pt x="439" y="262"/>
                      <a:pt x="401" y="119"/>
                    </a:cubicBezTo>
                    <a:cubicBezTo>
                      <a:pt x="364" y="36"/>
                      <a:pt x="295" y="1"/>
                      <a:pt x="2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"/>
              <p:cNvSpPr/>
              <p:nvPr/>
            </p:nvSpPr>
            <p:spPr>
              <a:xfrm>
                <a:off x="1132737" y="1319382"/>
                <a:ext cx="16901" cy="13729"/>
              </a:xfrm>
              <a:custGeom>
                <a:avLst/>
                <a:gdLst/>
                <a:ahLst/>
                <a:cxnLst/>
                <a:rect l="l" t="t" r="r" b="b"/>
                <a:pathLst>
                  <a:path w="325" h="264" extrusionOk="0">
                    <a:moveTo>
                      <a:pt x="175" y="1"/>
                    </a:moveTo>
                    <a:cubicBezTo>
                      <a:pt x="89" y="1"/>
                      <a:pt x="1" y="74"/>
                      <a:pt x="24" y="181"/>
                    </a:cubicBezTo>
                    <a:cubicBezTo>
                      <a:pt x="50" y="239"/>
                      <a:pt x="100" y="264"/>
                      <a:pt x="151" y="264"/>
                    </a:cubicBezTo>
                    <a:cubicBezTo>
                      <a:pt x="237" y="264"/>
                      <a:pt x="325" y="191"/>
                      <a:pt x="302" y="84"/>
                    </a:cubicBezTo>
                    <a:cubicBezTo>
                      <a:pt x="275" y="26"/>
                      <a:pt x="225" y="1"/>
                      <a:pt x="17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"/>
              <p:cNvSpPr/>
              <p:nvPr/>
            </p:nvSpPr>
            <p:spPr>
              <a:xfrm>
                <a:off x="993840" y="1259632"/>
                <a:ext cx="24181" cy="20229"/>
              </a:xfrm>
              <a:custGeom>
                <a:avLst/>
                <a:gdLst/>
                <a:ahLst/>
                <a:cxnLst/>
                <a:rect l="l" t="t" r="r" b="b"/>
                <a:pathLst>
                  <a:path w="465" h="389" extrusionOk="0">
                    <a:moveTo>
                      <a:pt x="241" y="0"/>
                    </a:moveTo>
                    <a:cubicBezTo>
                      <a:pt x="122" y="0"/>
                      <a:pt x="1" y="103"/>
                      <a:pt x="45" y="253"/>
                    </a:cubicBezTo>
                    <a:cubicBezTo>
                      <a:pt x="78" y="347"/>
                      <a:pt x="154" y="388"/>
                      <a:pt x="229" y="388"/>
                    </a:cubicBezTo>
                    <a:cubicBezTo>
                      <a:pt x="347" y="388"/>
                      <a:pt x="465" y="287"/>
                      <a:pt x="420" y="132"/>
                    </a:cubicBezTo>
                    <a:cubicBezTo>
                      <a:pt x="388" y="40"/>
                      <a:pt x="315" y="0"/>
                      <a:pt x="2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"/>
              <p:cNvSpPr/>
              <p:nvPr/>
            </p:nvSpPr>
            <p:spPr>
              <a:xfrm>
                <a:off x="931802" y="1209191"/>
                <a:ext cx="28809" cy="25481"/>
              </a:xfrm>
              <a:custGeom>
                <a:avLst/>
                <a:gdLst/>
                <a:ahLst/>
                <a:cxnLst/>
                <a:rect l="l" t="t" r="r" b="b"/>
                <a:pathLst>
                  <a:path w="554" h="490" extrusionOk="0">
                    <a:moveTo>
                      <a:pt x="281" y="0"/>
                    </a:moveTo>
                    <a:cubicBezTo>
                      <a:pt x="142" y="0"/>
                      <a:pt x="1" y="124"/>
                      <a:pt x="53" y="304"/>
                    </a:cubicBezTo>
                    <a:lnTo>
                      <a:pt x="77" y="340"/>
                    </a:lnTo>
                    <a:cubicBezTo>
                      <a:pt x="109" y="445"/>
                      <a:pt x="189" y="490"/>
                      <a:pt x="272" y="490"/>
                    </a:cubicBezTo>
                    <a:cubicBezTo>
                      <a:pt x="409" y="490"/>
                      <a:pt x="553" y="368"/>
                      <a:pt x="501" y="195"/>
                    </a:cubicBezTo>
                    <a:lnTo>
                      <a:pt x="488" y="158"/>
                    </a:lnTo>
                    <a:cubicBezTo>
                      <a:pt x="452" y="48"/>
                      <a:pt x="367" y="0"/>
                      <a:pt x="28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"/>
              <p:cNvSpPr/>
              <p:nvPr/>
            </p:nvSpPr>
            <p:spPr>
              <a:xfrm>
                <a:off x="906217" y="1173517"/>
                <a:ext cx="676" cy="832"/>
              </a:xfrm>
              <a:custGeom>
                <a:avLst/>
                <a:gdLst/>
                <a:ahLst/>
                <a:cxnLst/>
                <a:rect l="l" t="t" r="r" b="b"/>
                <a:pathLst>
                  <a:path w="13" h="16" extrusionOk="0">
                    <a:moveTo>
                      <a:pt x="7" y="1"/>
                    </a:moveTo>
                    <a:cubicBezTo>
                      <a:pt x="4" y="1"/>
                      <a:pt x="1" y="4"/>
                      <a:pt x="1" y="10"/>
                    </a:cubicBezTo>
                    <a:cubicBezTo>
                      <a:pt x="1" y="14"/>
                      <a:pt x="2" y="15"/>
                      <a:pt x="4" y="15"/>
                    </a:cubicBezTo>
                    <a:cubicBezTo>
                      <a:pt x="7" y="15"/>
                      <a:pt x="13" y="10"/>
                      <a:pt x="13" y="10"/>
                    </a:cubicBezTo>
                    <a:cubicBezTo>
                      <a:pt x="13" y="4"/>
                      <a:pt x="10" y="1"/>
                      <a:pt x="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3"/>
              <p:cNvSpPr/>
              <p:nvPr/>
            </p:nvSpPr>
            <p:spPr>
              <a:xfrm>
                <a:off x="851303" y="1084074"/>
                <a:ext cx="26261" cy="22049"/>
              </a:xfrm>
              <a:custGeom>
                <a:avLst/>
                <a:gdLst/>
                <a:ahLst/>
                <a:cxnLst/>
                <a:rect l="l" t="t" r="r" b="b"/>
                <a:pathLst>
                  <a:path w="505" h="424" extrusionOk="0">
                    <a:moveTo>
                      <a:pt x="262" y="0"/>
                    </a:moveTo>
                    <a:cubicBezTo>
                      <a:pt x="133" y="0"/>
                      <a:pt x="0" y="114"/>
                      <a:pt x="53" y="278"/>
                    </a:cubicBezTo>
                    <a:cubicBezTo>
                      <a:pt x="85" y="380"/>
                      <a:pt x="163" y="423"/>
                      <a:pt x="243" y="423"/>
                    </a:cubicBezTo>
                    <a:cubicBezTo>
                      <a:pt x="372" y="423"/>
                      <a:pt x="504" y="310"/>
                      <a:pt x="452" y="145"/>
                    </a:cubicBezTo>
                    <a:cubicBezTo>
                      <a:pt x="419" y="43"/>
                      <a:pt x="341" y="0"/>
                      <a:pt x="26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3"/>
              <p:cNvSpPr/>
              <p:nvPr/>
            </p:nvSpPr>
            <p:spPr>
              <a:xfrm>
                <a:off x="837679" y="1022088"/>
                <a:ext cx="30213" cy="24909"/>
              </a:xfrm>
              <a:custGeom>
                <a:avLst/>
                <a:gdLst/>
                <a:ahLst/>
                <a:cxnLst/>
                <a:rect l="l" t="t" r="r" b="b"/>
                <a:pathLst>
                  <a:path w="581" h="479" extrusionOk="0">
                    <a:moveTo>
                      <a:pt x="299" y="1"/>
                    </a:moveTo>
                    <a:cubicBezTo>
                      <a:pt x="151" y="1"/>
                      <a:pt x="0" y="133"/>
                      <a:pt x="61" y="321"/>
                    </a:cubicBezTo>
                    <a:cubicBezTo>
                      <a:pt x="97" y="431"/>
                      <a:pt x="186" y="479"/>
                      <a:pt x="277" y="479"/>
                    </a:cubicBezTo>
                    <a:cubicBezTo>
                      <a:pt x="426" y="479"/>
                      <a:pt x="580" y="351"/>
                      <a:pt x="520" y="164"/>
                    </a:cubicBezTo>
                    <a:cubicBezTo>
                      <a:pt x="479" y="50"/>
                      <a:pt x="390" y="1"/>
                      <a:pt x="29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"/>
              <p:cNvSpPr/>
              <p:nvPr/>
            </p:nvSpPr>
            <p:spPr>
              <a:xfrm>
                <a:off x="855828" y="952666"/>
                <a:ext cx="28497" cy="23609"/>
              </a:xfrm>
              <a:custGeom>
                <a:avLst/>
                <a:gdLst/>
                <a:ahLst/>
                <a:cxnLst/>
                <a:rect l="l" t="t" r="r" b="b"/>
                <a:pathLst>
                  <a:path w="548" h="454" extrusionOk="0">
                    <a:moveTo>
                      <a:pt x="291" y="0"/>
                    </a:moveTo>
                    <a:cubicBezTo>
                      <a:pt x="146" y="0"/>
                      <a:pt x="0" y="120"/>
                      <a:pt x="38" y="301"/>
                    </a:cubicBezTo>
                    <a:cubicBezTo>
                      <a:pt x="84" y="407"/>
                      <a:pt x="172" y="453"/>
                      <a:pt x="261" y="453"/>
                    </a:cubicBezTo>
                    <a:cubicBezTo>
                      <a:pt x="404" y="453"/>
                      <a:pt x="547" y="331"/>
                      <a:pt x="510" y="144"/>
                    </a:cubicBezTo>
                    <a:cubicBezTo>
                      <a:pt x="464" y="44"/>
                      <a:pt x="378" y="0"/>
                      <a:pt x="29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"/>
              <p:cNvSpPr/>
              <p:nvPr/>
            </p:nvSpPr>
            <p:spPr>
              <a:xfrm>
                <a:off x="300500" y="1591819"/>
                <a:ext cx="29901" cy="24961"/>
              </a:xfrm>
              <a:custGeom>
                <a:avLst/>
                <a:gdLst/>
                <a:ahLst/>
                <a:cxnLst/>
                <a:rect l="l" t="t" r="r" b="b"/>
                <a:pathLst>
                  <a:path w="575" h="480" extrusionOk="0">
                    <a:moveTo>
                      <a:pt x="290" y="1"/>
                    </a:moveTo>
                    <a:cubicBezTo>
                      <a:pt x="146" y="1"/>
                      <a:pt x="1" y="127"/>
                      <a:pt x="60" y="313"/>
                    </a:cubicBezTo>
                    <a:cubicBezTo>
                      <a:pt x="97" y="429"/>
                      <a:pt x="189" y="479"/>
                      <a:pt x="281" y="479"/>
                    </a:cubicBezTo>
                    <a:cubicBezTo>
                      <a:pt x="427" y="479"/>
                      <a:pt x="574" y="353"/>
                      <a:pt x="508" y="167"/>
                    </a:cubicBezTo>
                    <a:cubicBezTo>
                      <a:pt x="470" y="51"/>
                      <a:pt x="380" y="1"/>
                      <a:pt x="29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"/>
              <p:cNvSpPr/>
              <p:nvPr/>
            </p:nvSpPr>
            <p:spPr>
              <a:xfrm>
                <a:off x="303776" y="1385684"/>
                <a:ext cx="22933" cy="18929"/>
              </a:xfrm>
              <a:custGeom>
                <a:avLst/>
                <a:gdLst/>
                <a:ahLst/>
                <a:cxnLst/>
                <a:rect l="l" t="t" r="r" b="b"/>
                <a:pathLst>
                  <a:path w="441" h="364" extrusionOk="0">
                    <a:moveTo>
                      <a:pt x="227" y="0"/>
                    </a:moveTo>
                    <a:cubicBezTo>
                      <a:pt x="115" y="0"/>
                      <a:pt x="1" y="95"/>
                      <a:pt x="45" y="236"/>
                    </a:cubicBezTo>
                    <a:cubicBezTo>
                      <a:pt x="78" y="325"/>
                      <a:pt x="149" y="364"/>
                      <a:pt x="220" y="364"/>
                    </a:cubicBezTo>
                    <a:cubicBezTo>
                      <a:pt x="331" y="364"/>
                      <a:pt x="441" y="268"/>
                      <a:pt x="396" y="127"/>
                    </a:cubicBezTo>
                    <a:cubicBezTo>
                      <a:pt x="368" y="38"/>
                      <a:pt x="298" y="0"/>
                      <a:pt x="22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"/>
              <p:cNvSpPr/>
              <p:nvPr/>
            </p:nvSpPr>
            <p:spPr>
              <a:xfrm>
                <a:off x="186512" y="1199310"/>
                <a:ext cx="22829" cy="18617"/>
              </a:xfrm>
              <a:custGeom>
                <a:avLst/>
                <a:gdLst/>
                <a:ahLst/>
                <a:cxnLst/>
                <a:rect l="l" t="t" r="r" b="b"/>
                <a:pathLst>
                  <a:path w="439" h="358" extrusionOk="0">
                    <a:moveTo>
                      <a:pt x="231" y="1"/>
                    </a:moveTo>
                    <a:cubicBezTo>
                      <a:pt x="117" y="1"/>
                      <a:pt x="1" y="97"/>
                      <a:pt x="38" y="240"/>
                    </a:cubicBezTo>
                    <a:cubicBezTo>
                      <a:pt x="70" y="322"/>
                      <a:pt x="139" y="358"/>
                      <a:pt x="208" y="358"/>
                    </a:cubicBezTo>
                    <a:cubicBezTo>
                      <a:pt x="322" y="358"/>
                      <a:pt x="439" y="262"/>
                      <a:pt x="401" y="119"/>
                    </a:cubicBezTo>
                    <a:cubicBezTo>
                      <a:pt x="369" y="36"/>
                      <a:pt x="301" y="1"/>
                      <a:pt x="2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3"/>
              <p:cNvSpPr/>
              <p:nvPr/>
            </p:nvSpPr>
            <p:spPr>
              <a:xfrm>
                <a:off x="231650" y="1039561"/>
                <a:ext cx="31097" cy="24649"/>
              </a:xfrm>
              <a:custGeom>
                <a:avLst/>
                <a:gdLst/>
                <a:ahLst/>
                <a:cxnLst/>
                <a:rect l="l" t="t" r="r" b="b"/>
                <a:pathLst>
                  <a:path w="598" h="474" extrusionOk="0">
                    <a:moveTo>
                      <a:pt x="359" y="1"/>
                    </a:moveTo>
                    <a:cubicBezTo>
                      <a:pt x="163" y="1"/>
                      <a:pt x="1" y="418"/>
                      <a:pt x="247" y="469"/>
                    </a:cubicBezTo>
                    <a:cubicBezTo>
                      <a:pt x="265" y="472"/>
                      <a:pt x="282" y="474"/>
                      <a:pt x="300" y="474"/>
                    </a:cubicBezTo>
                    <a:cubicBezTo>
                      <a:pt x="343" y="474"/>
                      <a:pt x="386" y="465"/>
                      <a:pt x="428" y="457"/>
                    </a:cubicBezTo>
                    <a:cubicBezTo>
                      <a:pt x="537" y="420"/>
                      <a:pt x="598" y="300"/>
                      <a:pt x="561" y="191"/>
                    </a:cubicBezTo>
                    <a:cubicBezTo>
                      <a:pt x="537" y="142"/>
                      <a:pt x="501" y="82"/>
                      <a:pt x="465" y="45"/>
                    </a:cubicBezTo>
                    <a:cubicBezTo>
                      <a:pt x="430" y="14"/>
                      <a:pt x="394" y="1"/>
                      <a:pt x="3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3"/>
              <p:cNvSpPr/>
              <p:nvPr/>
            </p:nvSpPr>
            <p:spPr>
              <a:xfrm>
                <a:off x="252762" y="921829"/>
                <a:ext cx="36558" cy="27821"/>
              </a:xfrm>
              <a:custGeom>
                <a:avLst/>
                <a:gdLst/>
                <a:ahLst/>
                <a:cxnLst/>
                <a:rect l="l" t="t" r="r" b="b"/>
                <a:pathLst>
                  <a:path w="703" h="535" extrusionOk="0">
                    <a:moveTo>
                      <a:pt x="330" y="0"/>
                    </a:moveTo>
                    <a:cubicBezTo>
                      <a:pt x="234" y="0"/>
                      <a:pt x="139" y="49"/>
                      <a:pt x="95" y="144"/>
                    </a:cubicBezTo>
                    <a:cubicBezTo>
                      <a:pt x="1" y="321"/>
                      <a:pt x="136" y="532"/>
                      <a:pt x="333" y="532"/>
                    </a:cubicBezTo>
                    <a:cubicBezTo>
                      <a:pt x="335" y="532"/>
                      <a:pt x="337" y="532"/>
                      <a:pt x="339" y="532"/>
                    </a:cubicBezTo>
                    <a:lnTo>
                      <a:pt x="339" y="532"/>
                    </a:lnTo>
                    <a:cubicBezTo>
                      <a:pt x="352" y="534"/>
                      <a:pt x="365" y="534"/>
                      <a:pt x="377" y="534"/>
                    </a:cubicBezTo>
                    <a:cubicBezTo>
                      <a:pt x="583" y="534"/>
                      <a:pt x="702" y="279"/>
                      <a:pt x="555" y="120"/>
                    </a:cubicBezTo>
                    <a:cubicBezTo>
                      <a:pt x="503" y="40"/>
                      <a:pt x="416" y="0"/>
                      <a:pt x="33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3"/>
              <p:cNvSpPr/>
              <p:nvPr/>
            </p:nvSpPr>
            <p:spPr>
              <a:xfrm>
                <a:off x="246314" y="685793"/>
                <a:ext cx="46646" cy="33074"/>
              </a:xfrm>
              <a:custGeom>
                <a:avLst/>
                <a:gdLst/>
                <a:ahLst/>
                <a:cxnLst/>
                <a:rect l="l" t="t" r="r" b="b"/>
                <a:pathLst>
                  <a:path w="897" h="636" extrusionOk="0">
                    <a:moveTo>
                      <a:pt x="517" y="1"/>
                    </a:moveTo>
                    <a:cubicBezTo>
                      <a:pt x="461" y="1"/>
                      <a:pt x="404" y="11"/>
                      <a:pt x="352" y="26"/>
                    </a:cubicBezTo>
                    <a:cubicBezTo>
                      <a:pt x="1" y="147"/>
                      <a:pt x="127" y="635"/>
                      <a:pt x="442" y="635"/>
                    </a:cubicBezTo>
                    <a:cubicBezTo>
                      <a:pt x="475" y="635"/>
                      <a:pt x="509" y="630"/>
                      <a:pt x="545" y="619"/>
                    </a:cubicBezTo>
                    <a:cubicBezTo>
                      <a:pt x="630" y="594"/>
                      <a:pt x="703" y="534"/>
                      <a:pt x="763" y="474"/>
                    </a:cubicBezTo>
                    <a:cubicBezTo>
                      <a:pt x="896" y="304"/>
                      <a:pt x="812" y="62"/>
                      <a:pt x="618" y="14"/>
                    </a:cubicBezTo>
                    <a:cubicBezTo>
                      <a:pt x="586" y="5"/>
                      <a:pt x="552" y="1"/>
                      <a:pt x="51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3"/>
              <p:cNvSpPr/>
              <p:nvPr/>
            </p:nvSpPr>
            <p:spPr>
              <a:xfrm>
                <a:off x="397432" y="665097"/>
                <a:ext cx="32658" cy="27821"/>
              </a:xfrm>
              <a:custGeom>
                <a:avLst/>
                <a:gdLst/>
                <a:ahLst/>
                <a:cxnLst/>
                <a:rect l="l" t="t" r="r" b="b"/>
                <a:pathLst>
                  <a:path w="628" h="535" extrusionOk="0">
                    <a:moveTo>
                      <a:pt x="340" y="0"/>
                    </a:moveTo>
                    <a:cubicBezTo>
                      <a:pt x="244" y="0"/>
                      <a:pt x="147" y="49"/>
                      <a:pt x="95" y="146"/>
                    </a:cubicBezTo>
                    <a:cubicBezTo>
                      <a:pt x="0" y="335"/>
                      <a:pt x="144" y="534"/>
                      <a:pt x="335" y="534"/>
                    </a:cubicBezTo>
                    <a:cubicBezTo>
                      <a:pt x="363" y="534"/>
                      <a:pt x="392" y="530"/>
                      <a:pt x="422" y="521"/>
                    </a:cubicBezTo>
                    <a:cubicBezTo>
                      <a:pt x="555" y="472"/>
                      <a:pt x="627" y="327"/>
                      <a:pt x="591" y="182"/>
                    </a:cubicBezTo>
                    <a:cubicBezTo>
                      <a:pt x="553" y="61"/>
                      <a:pt x="447" y="0"/>
                      <a:pt x="34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3"/>
              <p:cNvSpPr/>
              <p:nvPr/>
            </p:nvSpPr>
            <p:spPr>
              <a:xfrm>
                <a:off x="1311832" y="376747"/>
                <a:ext cx="36766" cy="30109"/>
              </a:xfrm>
              <a:custGeom>
                <a:avLst/>
                <a:gdLst/>
                <a:ahLst/>
                <a:cxnLst/>
                <a:rect l="l" t="t" r="r" b="b"/>
                <a:pathLst>
                  <a:path w="707" h="579" extrusionOk="0">
                    <a:moveTo>
                      <a:pt x="365" y="1"/>
                    </a:moveTo>
                    <a:cubicBezTo>
                      <a:pt x="185" y="1"/>
                      <a:pt x="1" y="156"/>
                      <a:pt x="76" y="380"/>
                    </a:cubicBezTo>
                    <a:cubicBezTo>
                      <a:pt x="122" y="519"/>
                      <a:pt x="232" y="578"/>
                      <a:pt x="343" y="578"/>
                    </a:cubicBezTo>
                    <a:cubicBezTo>
                      <a:pt x="523" y="578"/>
                      <a:pt x="707" y="423"/>
                      <a:pt x="632" y="199"/>
                    </a:cubicBezTo>
                    <a:cubicBezTo>
                      <a:pt x="586" y="60"/>
                      <a:pt x="476" y="1"/>
                      <a:pt x="36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3"/>
              <p:cNvSpPr/>
              <p:nvPr/>
            </p:nvSpPr>
            <p:spPr>
              <a:xfrm>
                <a:off x="1297999" y="509248"/>
                <a:ext cx="38690" cy="31202"/>
              </a:xfrm>
              <a:custGeom>
                <a:avLst/>
                <a:gdLst/>
                <a:ahLst/>
                <a:cxnLst/>
                <a:rect l="l" t="t" r="r" b="b"/>
                <a:pathLst>
                  <a:path w="744" h="600" extrusionOk="0">
                    <a:moveTo>
                      <a:pt x="392" y="1"/>
                    </a:moveTo>
                    <a:cubicBezTo>
                      <a:pt x="201" y="1"/>
                      <a:pt x="0" y="164"/>
                      <a:pt x="76" y="397"/>
                    </a:cubicBezTo>
                    <a:cubicBezTo>
                      <a:pt x="126" y="539"/>
                      <a:pt x="240" y="599"/>
                      <a:pt x="357" y="599"/>
                    </a:cubicBezTo>
                    <a:cubicBezTo>
                      <a:pt x="548" y="599"/>
                      <a:pt x="743" y="436"/>
                      <a:pt x="668" y="203"/>
                    </a:cubicBezTo>
                    <a:cubicBezTo>
                      <a:pt x="622" y="61"/>
                      <a:pt x="509" y="1"/>
                      <a:pt x="39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3"/>
              <p:cNvSpPr/>
              <p:nvPr/>
            </p:nvSpPr>
            <p:spPr>
              <a:xfrm>
                <a:off x="1512247" y="584754"/>
                <a:ext cx="35050" cy="29693"/>
              </a:xfrm>
              <a:custGeom>
                <a:avLst/>
                <a:gdLst/>
                <a:ahLst/>
                <a:cxnLst/>
                <a:rect l="l" t="t" r="r" b="b"/>
                <a:pathLst>
                  <a:path w="674" h="571" extrusionOk="0">
                    <a:moveTo>
                      <a:pt x="355" y="0"/>
                    </a:moveTo>
                    <a:cubicBezTo>
                      <a:pt x="258" y="0"/>
                      <a:pt x="160" y="50"/>
                      <a:pt x="105" y="154"/>
                    </a:cubicBezTo>
                    <a:cubicBezTo>
                      <a:pt x="0" y="353"/>
                      <a:pt x="149" y="570"/>
                      <a:pt x="348" y="570"/>
                    </a:cubicBezTo>
                    <a:cubicBezTo>
                      <a:pt x="379" y="570"/>
                      <a:pt x="411" y="565"/>
                      <a:pt x="443" y="554"/>
                    </a:cubicBezTo>
                    <a:cubicBezTo>
                      <a:pt x="601" y="505"/>
                      <a:pt x="673" y="348"/>
                      <a:pt x="625" y="203"/>
                    </a:cubicBezTo>
                    <a:cubicBezTo>
                      <a:pt x="585" y="71"/>
                      <a:pt x="470" y="0"/>
                      <a:pt x="35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3"/>
              <p:cNvSpPr/>
              <p:nvPr/>
            </p:nvSpPr>
            <p:spPr>
              <a:xfrm>
                <a:off x="1435440" y="619803"/>
                <a:ext cx="26105" cy="21789"/>
              </a:xfrm>
              <a:custGeom>
                <a:avLst/>
                <a:gdLst/>
                <a:ahLst/>
                <a:cxnLst/>
                <a:rect l="l" t="t" r="r" b="b"/>
                <a:pathLst>
                  <a:path w="502" h="419" extrusionOk="0">
                    <a:moveTo>
                      <a:pt x="261" y="1"/>
                    </a:moveTo>
                    <a:cubicBezTo>
                      <a:pt x="131" y="1"/>
                      <a:pt x="1" y="114"/>
                      <a:pt x="45" y="279"/>
                    </a:cubicBezTo>
                    <a:cubicBezTo>
                      <a:pt x="83" y="376"/>
                      <a:pt x="162" y="419"/>
                      <a:pt x="243" y="419"/>
                    </a:cubicBezTo>
                    <a:cubicBezTo>
                      <a:pt x="372" y="419"/>
                      <a:pt x="501" y="310"/>
                      <a:pt x="457" y="146"/>
                    </a:cubicBezTo>
                    <a:cubicBezTo>
                      <a:pt x="420" y="44"/>
                      <a:pt x="340" y="1"/>
                      <a:pt x="26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3"/>
              <p:cNvSpPr/>
              <p:nvPr/>
            </p:nvSpPr>
            <p:spPr>
              <a:xfrm>
                <a:off x="1481097" y="650328"/>
                <a:ext cx="38378" cy="31045"/>
              </a:xfrm>
              <a:custGeom>
                <a:avLst/>
                <a:gdLst/>
                <a:ahLst/>
                <a:cxnLst/>
                <a:rect l="l" t="t" r="r" b="b"/>
                <a:pathLst>
                  <a:path w="738" h="597" extrusionOk="0">
                    <a:moveTo>
                      <a:pt x="378" y="0"/>
                    </a:moveTo>
                    <a:cubicBezTo>
                      <a:pt x="192" y="0"/>
                      <a:pt x="0" y="162"/>
                      <a:pt x="75" y="393"/>
                    </a:cubicBezTo>
                    <a:cubicBezTo>
                      <a:pt x="121" y="536"/>
                      <a:pt x="235" y="597"/>
                      <a:pt x="352" y="597"/>
                    </a:cubicBezTo>
                    <a:cubicBezTo>
                      <a:pt x="542" y="597"/>
                      <a:pt x="738" y="437"/>
                      <a:pt x="655" y="212"/>
                    </a:cubicBezTo>
                    <a:cubicBezTo>
                      <a:pt x="609" y="63"/>
                      <a:pt x="495" y="0"/>
                      <a:pt x="37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3"/>
              <p:cNvSpPr/>
              <p:nvPr/>
            </p:nvSpPr>
            <p:spPr>
              <a:xfrm>
                <a:off x="1637103" y="913457"/>
                <a:ext cx="23245" cy="19189"/>
              </a:xfrm>
              <a:custGeom>
                <a:avLst/>
                <a:gdLst/>
                <a:ahLst/>
                <a:cxnLst/>
                <a:rect l="l" t="t" r="r" b="b"/>
                <a:pathLst>
                  <a:path w="447" h="369" extrusionOk="0">
                    <a:moveTo>
                      <a:pt x="233" y="0"/>
                    </a:moveTo>
                    <a:cubicBezTo>
                      <a:pt x="118" y="0"/>
                      <a:pt x="1" y="101"/>
                      <a:pt x="38" y="245"/>
                    </a:cubicBezTo>
                    <a:cubicBezTo>
                      <a:pt x="75" y="331"/>
                      <a:pt x="146" y="368"/>
                      <a:pt x="216" y="368"/>
                    </a:cubicBezTo>
                    <a:cubicBezTo>
                      <a:pt x="332" y="368"/>
                      <a:pt x="447" y="267"/>
                      <a:pt x="401" y="124"/>
                    </a:cubicBezTo>
                    <a:cubicBezTo>
                      <a:pt x="369" y="37"/>
                      <a:pt x="302" y="0"/>
                      <a:pt x="23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3"/>
              <p:cNvSpPr/>
              <p:nvPr/>
            </p:nvSpPr>
            <p:spPr>
              <a:xfrm>
                <a:off x="1601170" y="1002484"/>
                <a:ext cx="34998" cy="28653"/>
              </a:xfrm>
              <a:custGeom>
                <a:avLst/>
                <a:gdLst/>
                <a:ahLst/>
                <a:cxnLst/>
                <a:rect l="l" t="t" r="r" b="b"/>
                <a:pathLst>
                  <a:path w="673" h="551" extrusionOk="0">
                    <a:moveTo>
                      <a:pt x="366" y="1"/>
                    </a:moveTo>
                    <a:cubicBezTo>
                      <a:pt x="188" y="1"/>
                      <a:pt x="1" y="153"/>
                      <a:pt x="76" y="371"/>
                    </a:cubicBezTo>
                    <a:cubicBezTo>
                      <a:pt x="127" y="496"/>
                      <a:pt x="230" y="550"/>
                      <a:pt x="334" y="550"/>
                    </a:cubicBezTo>
                    <a:cubicBezTo>
                      <a:pt x="503" y="550"/>
                      <a:pt x="673" y="407"/>
                      <a:pt x="621" y="190"/>
                    </a:cubicBezTo>
                    <a:cubicBezTo>
                      <a:pt x="579" y="57"/>
                      <a:pt x="474" y="1"/>
                      <a:pt x="36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3"/>
              <p:cNvSpPr/>
              <p:nvPr/>
            </p:nvSpPr>
            <p:spPr>
              <a:xfrm>
                <a:off x="1455617" y="788081"/>
                <a:ext cx="22881" cy="18929"/>
              </a:xfrm>
              <a:custGeom>
                <a:avLst/>
                <a:gdLst/>
                <a:ahLst/>
                <a:cxnLst/>
                <a:rect l="l" t="t" r="r" b="b"/>
                <a:pathLst>
                  <a:path w="440" h="364" extrusionOk="0">
                    <a:moveTo>
                      <a:pt x="221" y="0"/>
                    </a:moveTo>
                    <a:cubicBezTo>
                      <a:pt x="110" y="0"/>
                      <a:pt x="0" y="96"/>
                      <a:pt x="45" y="236"/>
                    </a:cubicBezTo>
                    <a:cubicBezTo>
                      <a:pt x="73" y="325"/>
                      <a:pt x="143" y="364"/>
                      <a:pt x="213" y="364"/>
                    </a:cubicBezTo>
                    <a:cubicBezTo>
                      <a:pt x="325" y="364"/>
                      <a:pt x="440" y="268"/>
                      <a:pt x="395" y="127"/>
                    </a:cubicBezTo>
                    <a:cubicBezTo>
                      <a:pt x="363" y="38"/>
                      <a:pt x="292" y="0"/>
                      <a:pt x="2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3"/>
              <p:cNvSpPr/>
              <p:nvPr/>
            </p:nvSpPr>
            <p:spPr>
              <a:xfrm>
                <a:off x="1498674" y="971491"/>
                <a:ext cx="35778" cy="29797"/>
              </a:xfrm>
              <a:custGeom>
                <a:avLst/>
                <a:gdLst/>
                <a:ahLst/>
                <a:cxnLst/>
                <a:rect l="l" t="t" r="r" b="b"/>
                <a:pathLst>
                  <a:path w="688" h="573" extrusionOk="0">
                    <a:moveTo>
                      <a:pt x="355" y="1"/>
                    </a:moveTo>
                    <a:cubicBezTo>
                      <a:pt x="179" y="1"/>
                      <a:pt x="1" y="151"/>
                      <a:pt x="75" y="375"/>
                    </a:cubicBezTo>
                    <a:cubicBezTo>
                      <a:pt x="122" y="513"/>
                      <a:pt x="228" y="572"/>
                      <a:pt x="335" y="572"/>
                    </a:cubicBezTo>
                    <a:cubicBezTo>
                      <a:pt x="509" y="572"/>
                      <a:pt x="687" y="417"/>
                      <a:pt x="620" y="193"/>
                    </a:cubicBezTo>
                    <a:cubicBezTo>
                      <a:pt x="573" y="59"/>
                      <a:pt x="465" y="1"/>
                      <a:pt x="3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3"/>
              <p:cNvSpPr/>
              <p:nvPr/>
            </p:nvSpPr>
            <p:spPr>
              <a:xfrm>
                <a:off x="1437104" y="1179862"/>
                <a:ext cx="16485" cy="13521"/>
              </a:xfrm>
              <a:custGeom>
                <a:avLst/>
                <a:gdLst/>
                <a:ahLst/>
                <a:cxnLst/>
                <a:rect l="l" t="t" r="r" b="b"/>
                <a:pathLst>
                  <a:path w="317" h="260" extrusionOk="0">
                    <a:moveTo>
                      <a:pt x="161" y="0"/>
                    </a:moveTo>
                    <a:cubicBezTo>
                      <a:pt x="82" y="0"/>
                      <a:pt x="1" y="70"/>
                      <a:pt x="38" y="166"/>
                    </a:cubicBezTo>
                    <a:cubicBezTo>
                      <a:pt x="56" y="232"/>
                      <a:pt x="106" y="259"/>
                      <a:pt x="156" y="259"/>
                    </a:cubicBezTo>
                    <a:cubicBezTo>
                      <a:pt x="235" y="259"/>
                      <a:pt x="317" y="190"/>
                      <a:pt x="280" y="93"/>
                    </a:cubicBezTo>
                    <a:cubicBezTo>
                      <a:pt x="261" y="28"/>
                      <a:pt x="211" y="0"/>
                      <a:pt x="16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3"/>
              <p:cNvSpPr/>
              <p:nvPr/>
            </p:nvSpPr>
            <p:spPr>
              <a:xfrm>
                <a:off x="1474545" y="1124792"/>
                <a:ext cx="33126" cy="25117"/>
              </a:xfrm>
              <a:custGeom>
                <a:avLst/>
                <a:gdLst/>
                <a:ahLst/>
                <a:cxnLst/>
                <a:rect l="l" t="t" r="r" b="b"/>
                <a:pathLst>
                  <a:path w="637" h="483" extrusionOk="0">
                    <a:moveTo>
                      <a:pt x="426" y="1"/>
                    </a:moveTo>
                    <a:cubicBezTo>
                      <a:pt x="235" y="1"/>
                      <a:pt x="0" y="156"/>
                      <a:pt x="116" y="342"/>
                    </a:cubicBezTo>
                    <a:lnTo>
                      <a:pt x="140" y="366"/>
                    </a:lnTo>
                    <a:cubicBezTo>
                      <a:pt x="198" y="446"/>
                      <a:pt x="281" y="482"/>
                      <a:pt x="362" y="482"/>
                    </a:cubicBezTo>
                    <a:cubicBezTo>
                      <a:pt x="501" y="482"/>
                      <a:pt x="636" y="377"/>
                      <a:pt x="636" y="209"/>
                    </a:cubicBezTo>
                    <a:lnTo>
                      <a:pt x="636" y="173"/>
                    </a:lnTo>
                    <a:cubicBezTo>
                      <a:pt x="627" y="50"/>
                      <a:pt x="534" y="1"/>
                      <a:pt x="42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3"/>
              <p:cNvSpPr/>
              <p:nvPr/>
            </p:nvSpPr>
            <p:spPr>
              <a:xfrm>
                <a:off x="1485570" y="1178926"/>
                <a:ext cx="43838" cy="32346"/>
              </a:xfrm>
              <a:custGeom>
                <a:avLst/>
                <a:gdLst/>
                <a:ahLst/>
                <a:cxnLst/>
                <a:rect l="l" t="t" r="r" b="b"/>
                <a:pathLst>
                  <a:path w="843" h="622" extrusionOk="0">
                    <a:moveTo>
                      <a:pt x="334" y="0"/>
                    </a:moveTo>
                    <a:cubicBezTo>
                      <a:pt x="307" y="0"/>
                      <a:pt x="280" y="6"/>
                      <a:pt x="254" y="19"/>
                    </a:cubicBezTo>
                    <a:lnTo>
                      <a:pt x="254" y="19"/>
                    </a:lnTo>
                    <a:cubicBezTo>
                      <a:pt x="215" y="26"/>
                      <a:pt x="173" y="45"/>
                      <a:pt x="146" y="63"/>
                    </a:cubicBezTo>
                    <a:cubicBezTo>
                      <a:pt x="110" y="87"/>
                      <a:pt x="73" y="124"/>
                      <a:pt x="49" y="172"/>
                    </a:cubicBezTo>
                    <a:cubicBezTo>
                      <a:pt x="1" y="281"/>
                      <a:pt x="25" y="426"/>
                      <a:pt x="110" y="511"/>
                    </a:cubicBezTo>
                    <a:cubicBezTo>
                      <a:pt x="200" y="583"/>
                      <a:pt x="310" y="621"/>
                      <a:pt x="420" y="621"/>
                    </a:cubicBezTo>
                    <a:cubicBezTo>
                      <a:pt x="458" y="621"/>
                      <a:pt x="496" y="617"/>
                      <a:pt x="533" y="607"/>
                    </a:cubicBezTo>
                    <a:cubicBezTo>
                      <a:pt x="843" y="498"/>
                      <a:pt x="583" y="0"/>
                      <a:pt x="3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3"/>
              <p:cNvSpPr/>
              <p:nvPr/>
            </p:nvSpPr>
            <p:spPr>
              <a:xfrm>
                <a:off x="1410999" y="1130408"/>
                <a:ext cx="32814" cy="27509"/>
              </a:xfrm>
              <a:custGeom>
                <a:avLst/>
                <a:gdLst/>
                <a:ahLst/>
                <a:cxnLst/>
                <a:rect l="l" t="t" r="r" b="b"/>
                <a:pathLst>
                  <a:path w="631" h="529" extrusionOk="0">
                    <a:moveTo>
                      <a:pt x="323" y="0"/>
                    </a:moveTo>
                    <a:cubicBezTo>
                      <a:pt x="163" y="0"/>
                      <a:pt x="1" y="142"/>
                      <a:pt x="68" y="343"/>
                    </a:cubicBezTo>
                    <a:cubicBezTo>
                      <a:pt x="110" y="473"/>
                      <a:pt x="209" y="528"/>
                      <a:pt x="309" y="528"/>
                    </a:cubicBezTo>
                    <a:cubicBezTo>
                      <a:pt x="469" y="528"/>
                      <a:pt x="631" y="387"/>
                      <a:pt x="564" y="186"/>
                    </a:cubicBezTo>
                    <a:cubicBezTo>
                      <a:pt x="522" y="55"/>
                      <a:pt x="423" y="0"/>
                      <a:pt x="32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3"/>
              <p:cNvSpPr/>
              <p:nvPr/>
            </p:nvSpPr>
            <p:spPr>
              <a:xfrm>
                <a:off x="1342149" y="1281161"/>
                <a:ext cx="29485" cy="22517"/>
              </a:xfrm>
              <a:custGeom>
                <a:avLst/>
                <a:gdLst/>
                <a:ahLst/>
                <a:cxnLst/>
                <a:rect l="l" t="t" r="r" b="b"/>
                <a:pathLst>
                  <a:path w="567" h="433" extrusionOk="0">
                    <a:moveTo>
                      <a:pt x="249" y="1"/>
                    </a:moveTo>
                    <a:cubicBezTo>
                      <a:pt x="180" y="1"/>
                      <a:pt x="112" y="36"/>
                      <a:pt x="73" y="93"/>
                    </a:cubicBezTo>
                    <a:cubicBezTo>
                      <a:pt x="1" y="202"/>
                      <a:pt x="37" y="347"/>
                      <a:pt x="158" y="408"/>
                    </a:cubicBezTo>
                    <a:cubicBezTo>
                      <a:pt x="194" y="425"/>
                      <a:pt x="227" y="432"/>
                      <a:pt x="259" y="432"/>
                    </a:cubicBezTo>
                    <a:cubicBezTo>
                      <a:pt x="472" y="432"/>
                      <a:pt x="567" y="82"/>
                      <a:pt x="303" y="8"/>
                    </a:cubicBezTo>
                    <a:cubicBezTo>
                      <a:pt x="285" y="3"/>
                      <a:pt x="267" y="1"/>
                      <a:pt x="2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3"/>
              <p:cNvSpPr/>
              <p:nvPr/>
            </p:nvSpPr>
            <p:spPr>
              <a:xfrm>
                <a:off x="1195920" y="1263064"/>
                <a:ext cx="28133" cy="25377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88" extrusionOk="0">
                    <a:moveTo>
                      <a:pt x="254" y="0"/>
                    </a:moveTo>
                    <a:cubicBezTo>
                      <a:pt x="127" y="0"/>
                      <a:pt x="1" y="83"/>
                      <a:pt x="6" y="260"/>
                    </a:cubicBezTo>
                    <a:cubicBezTo>
                      <a:pt x="13" y="408"/>
                      <a:pt x="132" y="487"/>
                      <a:pt x="254" y="487"/>
                    </a:cubicBezTo>
                    <a:cubicBezTo>
                      <a:pt x="360" y="487"/>
                      <a:pt x="468" y="426"/>
                      <a:pt x="502" y="296"/>
                    </a:cubicBezTo>
                    <a:cubicBezTo>
                      <a:pt x="541" y="104"/>
                      <a:pt x="396" y="0"/>
                      <a:pt x="25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3"/>
              <p:cNvSpPr/>
              <p:nvPr/>
            </p:nvSpPr>
            <p:spPr>
              <a:xfrm>
                <a:off x="1104968" y="1321410"/>
                <a:ext cx="29069" cy="23505"/>
              </a:xfrm>
              <a:custGeom>
                <a:avLst/>
                <a:gdLst/>
                <a:ahLst/>
                <a:cxnLst/>
                <a:rect l="l" t="t" r="r" b="b"/>
                <a:pathLst>
                  <a:path w="559" h="452" extrusionOk="0">
                    <a:moveTo>
                      <a:pt x="293" y="1"/>
                    </a:moveTo>
                    <a:cubicBezTo>
                      <a:pt x="147" y="1"/>
                      <a:pt x="0" y="120"/>
                      <a:pt x="38" y="299"/>
                    </a:cubicBezTo>
                    <a:cubicBezTo>
                      <a:pt x="84" y="406"/>
                      <a:pt x="175" y="452"/>
                      <a:pt x="266" y="452"/>
                    </a:cubicBezTo>
                    <a:cubicBezTo>
                      <a:pt x="412" y="452"/>
                      <a:pt x="559" y="333"/>
                      <a:pt x="521" y="154"/>
                    </a:cubicBezTo>
                    <a:cubicBezTo>
                      <a:pt x="475" y="47"/>
                      <a:pt x="384" y="1"/>
                      <a:pt x="29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3"/>
              <p:cNvSpPr/>
              <p:nvPr/>
            </p:nvSpPr>
            <p:spPr>
              <a:xfrm>
                <a:off x="1190147" y="1342523"/>
                <a:ext cx="32554" cy="30369"/>
              </a:xfrm>
              <a:custGeom>
                <a:avLst/>
                <a:gdLst/>
                <a:ahLst/>
                <a:cxnLst/>
                <a:rect l="l" t="t" r="r" b="b"/>
                <a:pathLst>
                  <a:path w="626" h="584" extrusionOk="0">
                    <a:moveTo>
                      <a:pt x="294" y="0"/>
                    </a:moveTo>
                    <a:cubicBezTo>
                      <a:pt x="209" y="0"/>
                      <a:pt x="124" y="40"/>
                      <a:pt x="69" y="111"/>
                    </a:cubicBezTo>
                    <a:cubicBezTo>
                      <a:pt x="1" y="188"/>
                      <a:pt x="11" y="290"/>
                      <a:pt x="74" y="358"/>
                    </a:cubicBezTo>
                    <a:lnTo>
                      <a:pt x="74" y="358"/>
                    </a:lnTo>
                    <a:cubicBezTo>
                      <a:pt x="83" y="373"/>
                      <a:pt x="92" y="387"/>
                      <a:pt x="102" y="397"/>
                    </a:cubicBezTo>
                    <a:lnTo>
                      <a:pt x="102" y="397"/>
                    </a:lnTo>
                    <a:cubicBezTo>
                      <a:pt x="130" y="497"/>
                      <a:pt x="217" y="572"/>
                      <a:pt x="323" y="582"/>
                    </a:cubicBezTo>
                    <a:cubicBezTo>
                      <a:pt x="331" y="583"/>
                      <a:pt x="338" y="584"/>
                      <a:pt x="346" y="584"/>
                    </a:cubicBezTo>
                    <a:cubicBezTo>
                      <a:pt x="459" y="584"/>
                      <a:pt x="566" y="502"/>
                      <a:pt x="589" y="389"/>
                    </a:cubicBezTo>
                    <a:lnTo>
                      <a:pt x="601" y="401"/>
                    </a:lnTo>
                    <a:cubicBezTo>
                      <a:pt x="625" y="256"/>
                      <a:pt x="565" y="111"/>
                      <a:pt x="432" y="38"/>
                    </a:cubicBezTo>
                    <a:cubicBezTo>
                      <a:pt x="389" y="12"/>
                      <a:pt x="342" y="0"/>
                      <a:pt x="2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3"/>
              <p:cNvSpPr/>
              <p:nvPr/>
            </p:nvSpPr>
            <p:spPr>
              <a:xfrm>
                <a:off x="1080787" y="1274245"/>
                <a:ext cx="20177" cy="16589"/>
              </a:xfrm>
              <a:custGeom>
                <a:avLst/>
                <a:gdLst/>
                <a:ahLst/>
                <a:cxnLst/>
                <a:rect l="l" t="t" r="r" b="b"/>
                <a:pathLst>
                  <a:path w="388" h="319" extrusionOk="0">
                    <a:moveTo>
                      <a:pt x="203" y="0"/>
                    </a:moveTo>
                    <a:cubicBezTo>
                      <a:pt x="102" y="0"/>
                      <a:pt x="1" y="86"/>
                      <a:pt x="31" y="214"/>
                    </a:cubicBezTo>
                    <a:cubicBezTo>
                      <a:pt x="63" y="287"/>
                      <a:pt x="124" y="319"/>
                      <a:pt x="186" y="319"/>
                    </a:cubicBezTo>
                    <a:cubicBezTo>
                      <a:pt x="287" y="319"/>
                      <a:pt x="387" y="233"/>
                      <a:pt x="357" y="105"/>
                    </a:cubicBezTo>
                    <a:cubicBezTo>
                      <a:pt x="325" y="32"/>
                      <a:pt x="264" y="0"/>
                      <a:pt x="20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3"/>
              <p:cNvSpPr/>
              <p:nvPr/>
            </p:nvSpPr>
            <p:spPr>
              <a:xfrm>
                <a:off x="1015109" y="1269773"/>
                <a:ext cx="30109" cy="24909"/>
              </a:xfrm>
              <a:custGeom>
                <a:avLst/>
                <a:gdLst/>
                <a:ahLst/>
                <a:cxnLst/>
                <a:rect l="l" t="t" r="r" b="b"/>
                <a:pathLst>
                  <a:path w="579" h="479" extrusionOk="0">
                    <a:moveTo>
                      <a:pt x="298" y="0"/>
                    </a:moveTo>
                    <a:cubicBezTo>
                      <a:pt x="151" y="0"/>
                      <a:pt x="0" y="126"/>
                      <a:pt x="60" y="312"/>
                    </a:cubicBezTo>
                    <a:cubicBezTo>
                      <a:pt x="102" y="429"/>
                      <a:pt x="194" y="479"/>
                      <a:pt x="287" y="479"/>
                    </a:cubicBezTo>
                    <a:cubicBezTo>
                      <a:pt x="433" y="479"/>
                      <a:pt x="579" y="352"/>
                      <a:pt x="520" y="167"/>
                    </a:cubicBezTo>
                    <a:cubicBezTo>
                      <a:pt x="482" y="50"/>
                      <a:pt x="391" y="0"/>
                      <a:pt x="29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3"/>
              <p:cNvSpPr/>
              <p:nvPr/>
            </p:nvSpPr>
            <p:spPr>
              <a:xfrm>
                <a:off x="1132841" y="1232539"/>
                <a:ext cx="27405" cy="22621"/>
              </a:xfrm>
              <a:custGeom>
                <a:avLst/>
                <a:gdLst/>
                <a:ahLst/>
                <a:cxnLst/>
                <a:rect l="l" t="t" r="r" b="b"/>
                <a:pathLst>
                  <a:path w="527" h="435" extrusionOk="0">
                    <a:moveTo>
                      <a:pt x="274" y="1"/>
                    </a:moveTo>
                    <a:cubicBezTo>
                      <a:pt x="138" y="1"/>
                      <a:pt x="1" y="117"/>
                      <a:pt x="46" y="290"/>
                    </a:cubicBezTo>
                    <a:cubicBezTo>
                      <a:pt x="87" y="391"/>
                      <a:pt x="170" y="435"/>
                      <a:pt x="253" y="435"/>
                    </a:cubicBezTo>
                    <a:cubicBezTo>
                      <a:pt x="390" y="435"/>
                      <a:pt x="526" y="318"/>
                      <a:pt x="481" y="145"/>
                    </a:cubicBezTo>
                    <a:cubicBezTo>
                      <a:pt x="440" y="44"/>
                      <a:pt x="357" y="1"/>
                      <a:pt x="27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"/>
              <p:cNvSpPr/>
              <p:nvPr/>
            </p:nvSpPr>
            <p:spPr>
              <a:xfrm>
                <a:off x="1160558" y="1233891"/>
                <a:ext cx="29849" cy="24961"/>
              </a:xfrm>
              <a:custGeom>
                <a:avLst/>
                <a:gdLst/>
                <a:ahLst/>
                <a:cxnLst/>
                <a:rect l="l" t="t" r="r" b="b"/>
                <a:pathLst>
                  <a:path w="574" h="480" extrusionOk="0">
                    <a:moveTo>
                      <a:pt x="295" y="1"/>
                    </a:moveTo>
                    <a:cubicBezTo>
                      <a:pt x="147" y="1"/>
                      <a:pt x="1" y="127"/>
                      <a:pt x="45" y="313"/>
                    </a:cubicBezTo>
                    <a:cubicBezTo>
                      <a:pt x="92" y="429"/>
                      <a:pt x="185" y="479"/>
                      <a:pt x="279" y="479"/>
                    </a:cubicBezTo>
                    <a:cubicBezTo>
                      <a:pt x="427" y="479"/>
                      <a:pt x="574" y="353"/>
                      <a:pt x="529" y="167"/>
                    </a:cubicBezTo>
                    <a:cubicBezTo>
                      <a:pt x="482" y="51"/>
                      <a:pt x="389" y="1"/>
                      <a:pt x="29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3"/>
              <p:cNvSpPr/>
              <p:nvPr/>
            </p:nvSpPr>
            <p:spPr>
              <a:xfrm>
                <a:off x="1007153" y="1164781"/>
                <a:ext cx="34998" cy="28913"/>
              </a:xfrm>
              <a:custGeom>
                <a:avLst/>
                <a:gdLst/>
                <a:ahLst/>
                <a:cxnLst/>
                <a:rect l="l" t="t" r="r" b="b"/>
                <a:pathLst>
                  <a:path w="673" h="556" extrusionOk="0">
                    <a:moveTo>
                      <a:pt x="355" y="1"/>
                    </a:moveTo>
                    <a:cubicBezTo>
                      <a:pt x="180" y="1"/>
                      <a:pt x="0" y="153"/>
                      <a:pt x="68" y="371"/>
                    </a:cubicBezTo>
                    <a:cubicBezTo>
                      <a:pt x="118" y="500"/>
                      <a:pt x="223" y="555"/>
                      <a:pt x="328" y="555"/>
                    </a:cubicBezTo>
                    <a:cubicBezTo>
                      <a:pt x="499" y="555"/>
                      <a:pt x="672" y="408"/>
                      <a:pt x="612" y="190"/>
                    </a:cubicBezTo>
                    <a:cubicBezTo>
                      <a:pt x="566" y="57"/>
                      <a:pt x="462" y="1"/>
                      <a:pt x="35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3"/>
              <p:cNvSpPr/>
              <p:nvPr/>
            </p:nvSpPr>
            <p:spPr>
              <a:xfrm>
                <a:off x="961859" y="1175025"/>
                <a:ext cx="36402" cy="29641"/>
              </a:xfrm>
              <a:custGeom>
                <a:avLst/>
                <a:gdLst/>
                <a:ahLst/>
                <a:cxnLst/>
                <a:rect l="l" t="t" r="r" b="b"/>
                <a:pathLst>
                  <a:path w="700" h="570" extrusionOk="0">
                    <a:moveTo>
                      <a:pt x="366" y="1"/>
                    </a:moveTo>
                    <a:cubicBezTo>
                      <a:pt x="187" y="1"/>
                      <a:pt x="0" y="156"/>
                      <a:pt x="68" y="380"/>
                    </a:cubicBezTo>
                    <a:cubicBezTo>
                      <a:pt x="114" y="513"/>
                      <a:pt x="222" y="569"/>
                      <a:pt x="332" y="569"/>
                    </a:cubicBezTo>
                    <a:cubicBezTo>
                      <a:pt x="513" y="569"/>
                      <a:pt x="699" y="417"/>
                      <a:pt x="624" y="199"/>
                    </a:cubicBezTo>
                    <a:cubicBezTo>
                      <a:pt x="583" y="60"/>
                      <a:pt x="476" y="1"/>
                      <a:pt x="36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3"/>
              <p:cNvSpPr/>
              <p:nvPr/>
            </p:nvSpPr>
            <p:spPr>
              <a:xfrm>
                <a:off x="892957" y="1145228"/>
                <a:ext cx="22205" cy="18617"/>
              </a:xfrm>
              <a:custGeom>
                <a:avLst/>
                <a:gdLst/>
                <a:ahLst/>
                <a:cxnLst/>
                <a:rect l="l" t="t" r="r" b="b"/>
                <a:pathLst>
                  <a:path w="427" h="358" extrusionOk="0">
                    <a:moveTo>
                      <a:pt x="223" y="0"/>
                    </a:moveTo>
                    <a:cubicBezTo>
                      <a:pt x="112" y="0"/>
                      <a:pt x="0" y="96"/>
                      <a:pt x="38" y="239"/>
                    </a:cubicBezTo>
                    <a:cubicBezTo>
                      <a:pt x="70" y="322"/>
                      <a:pt x="137" y="357"/>
                      <a:pt x="204" y="357"/>
                    </a:cubicBezTo>
                    <a:cubicBezTo>
                      <a:pt x="314" y="357"/>
                      <a:pt x="426" y="261"/>
                      <a:pt x="389" y="118"/>
                    </a:cubicBezTo>
                    <a:cubicBezTo>
                      <a:pt x="357" y="36"/>
                      <a:pt x="290" y="0"/>
                      <a:pt x="22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3"/>
              <p:cNvSpPr/>
              <p:nvPr/>
            </p:nvSpPr>
            <p:spPr>
              <a:xfrm>
                <a:off x="856348" y="1189222"/>
                <a:ext cx="29953" cy="24701"/>
              </a:xfrm>
              <a:custGeom>
                <a:avLst/>
                <a:gdLst/>
                <a:ahLst/>
                <a:cxnLst/>
                <a:rect l="l" t="t" r="r" b="b"/>
                <a:pathLst>
                  <a:path w="576" h="475" extrusionOk="0">
                    <a:moveTo>
                      <a:pt x="297" y="1"/>
                    </a:moveTo>
                    <a:cubicBezTo>
                      <a:pt x="149" y="1"/>
                      <a:pt x="0" y="127"/>
                      <a:pt x="52" y="313"/>
                    </a:cubicBezTo>
                    <a:cubicBezTo>
                      <a:pt x="95" y="425"/>
                      <a:pt x="188" y="474"/>
                      <a:pt x="281" y="474"/>
                    </a:cubicBezTo>
                    <a:cubicBezTo>
                      <a:pt x="428" y="474"/>
                      <a:pt x="576" y="353"/>
                      <a:pt x="524" y="167"/>
                    </a:cubicBezTo>
                    <a:cubicBezTo>
                      <a:pt x="482" y="51"/>
                      <a:pt x="390" y="1"/>
                      <a:pt x="29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3"/>
              <p:cNvSpPr/>
              <p:nvPr/>
            </p:nvSpPr>
            <p:spPr>
              <a:xfrm>
                <a:off x="855568" y="1106071"/>
                <a:ext cx="34686" cy="28965"/>
              </a:xfrm>
              <a:custGeom>
                <a:avLst/>
                <a:gdLst/>
                <a:ahLst/>
                <a:cxnLst/>
                <a:rect l="l" t="t" r="r" b="b"/>
                <a:pathLst>
                  <a:path w="667" h="557" extrusionOk="0">
                    <a:moveTo>
                      <a:pt x="341" y="1"/>
                    </a:moveTo>
                    <a:cubicBezTo>
                      <a:pt x="171" y="1"/>
                      <a:pt x="1" y="148"/>
                      <a:pt x="67" y="363"/>
                    </a:cubicBezTo>
                    <a:cubicBezTo>
                      <a:pt x="114" y="499"/>
                      <a:pt x="220" y="556"/>
                      <a:pt x="326" y="556"/>
                    </a:cubicBezTo>
                    <a:cubicBezTo>
                      <a:pt x="496" y="556"/>
                      <a:pt x="667" y="409"/>
                      <a:pt x="600" y="194"/>
                    </a:cubicBezTo>
                    <a:cubicBezTo>
                      <a:pt x="553" y="59"/>
                      <a:pt x="447" y="1"/>
                      <a:pt x="34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3"/>
              <p:cNvSpPr/>
              <p:nvPr/>
            </p:nvSpPr>
            <p:spPr>
              <a:xfrm>
                <a:off x="912978" y="1017512"/>
                <a:ext cx="29953" cy="24961"/>
              </a:xfrm>
              <a:custGeom>
                <a:avLst/>
                <a:gdLst/>
                <a:ahLst/>
                <a:cxnLst/>
                <a:rect l="l" t="t" r="r" b="b"/>
                <a:pathLst>
                  <a:path w="576" h="480" extrusionOk="0">
                    <a:moveTo>
                      <a:pt x="296" y="0"/>
                    </a:moveTo>
                    <a:cubicBezTo>
                      <a:pt x="149" y="0"/>
                      <a:pt x="0" y="127"/>
                      <a:pt x="52" y="312"/>
                    </a:cubicBezTo>
                    <a:cubicBezTo>
                      <a:pt x="94" y="429"/>
                      <a:pt x="187" y="479"/>
                      <a:pt x="280" y="479"/>
                    </a:cubicBezTo>
                    <a:cubicBezTo>
                      <a:pt x="427" y="479"/>
                      <a:pt x="576" y="353"/>
                      <a:pt x="524" y="167"/>
                    </a:cubicBezTo>
                    <a:cubicBezTo>
                      <a:pt x="482" y="50"/>
                      <a:pt x="389" y="0"/>
                      <a:pt x="29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3"/>
              <p:cNvSpPr/>
              <p:nvPr/>
            </p:nvSpPr>
            <p:spPr>
              <a:xfrm>
                <a:off x="900393" y="959166"/>
                <a:ext cx="33750" cy="28237"/>
              </a:xfrm>
              <a:custGeom>
                <a:avLst/>
                <a:gdLst/>
                <a:ahLst/>
                <a:cxnLst/>
                <a:rect l="l" t="t" r="r" b="b"/>
                <a:pathLst>
                  <a:path w="649" h="543" extrusionOk="0">
                    <a:moveTo>
                      <a:pt x="334" y="0"/>
                    </a:moveTo>
                    <a:cubicBezTo>
                      <a:pt x="166" y="0"/>
                      <a:pt x="0" y="143"/>
                      <a:pt x="52" y="358"/>
                    </a:cubicBezTo>
                    <a:cubicBezTo>
                      <a:pt x="103" y="487"/>
                      <a:pt x="207" y="542"/>
                      <a:pt x="311" y="542"/>
                    </a:cubicBezTo>
                    <a:cubicBezTo>
                      <a:pt x="479" y="542"/>
                      <a:pt x="649" y="398"/>
                      <a:pt x="597" y="188"/>
                    </a:cubicBezTo>
                    <a:cubicBezTo>
                      <a:pt x="545" y="57"/>
                      <a:pt x="439" y="0"/>
                      <a:pt x="3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3"/>
              <p:cNvSpPr/>
              <p:nvPr/>
            </p:nvSpPr>
            <p:spPr>
              <a:xfrm>
                <a:off x="569447" y="2229207"/>
                <a:ext cx="122131" cy="121324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803" extrusionOk="0">
                    <a:moveTo>
                      <a:pt x="605" y="0"/>
                    </a:moveTo>
                    <a:lnTo>
                      <a:pt x="605" y="0"/>
                    </a:lnTo>
                    <a:cubicBezTo>
                      <a:pt x="859" y="871"/>
                      <a:pt x="859" y="896"/>
                      <a:pt x="0" y="1198"/>
                    </a:cubicBezTo>
                    <a:cubicBezTo>
                      <a:pt x="307" y="1104"/>
                      <a:pt x="510" y="1045"/>
                      <a:pt x="658" y="1045"/>
                    </a:cubicBezTo>
                    <a:cubicBezTo>
                      <a:pt x="930" y="1045"/>
                      <a:pt x="1014" y="1246"/>
                      <a:pt x="1210" y="1803"/>
                    </a:cubicBezTo>
                    <a:cubicBezTo>
                      <a:pt x="944" y="932"/>
                      <a:pt x="956" y="908"/>
                      <a:pt x="1815" y="605"/>
                    </a:cubicBezTo>
                    <a:lnTo>
                      <a:pt x="1815" y="605"/>
                    </a:lnTo>
                    <a:cubicBezTo>
                      <a:pt x="1508" y="699"/>
                      <a:pt x="1305" y="758"/>
                      <a:pt x="1158" y="758"/>
                    </a:cubicBezTo>
                    <a:cubicBezTo>
                      <a:pt x="885" y="758"/>
                      <a:pt x="801" y="557"/>
                      <a:pt x="60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3"/>
              <p:cNvSpPr/>
              <p:nvPr/>
            </p:nvSpPr>
            <p:spPr>
              <a:xfrm>
                <a:off x="175904" y="1442002"/>
                <a:ext cx="93761" cy="94385"/>
              </a:xfrm>
              <a:custGeom>
                <a:avLst/>
                <a:gdLst/>
                <a:ahLst/>
                <a:cxnLst/>
                <a:rect l="l" t="t" r="r" b="b"/>
                <a:pathLst>
                  <a:path w="1803" h="1815" extrusionOk="0">
                    <a:moveTo>
                      <a:pt x="593" y="0"/>
                    </a:moveTo>
                    <a:lnTo>
                      <a:pt x="593" y="0"/>
                    </a:lnTo>
                    <a:cubicBezTo>
                      <a:pt x="859" y="871"/>
                      <a:pt x="847" y="895"/>
                      <a:pt x="0" y="1210"/>
                    </a:cubicBezTo>
                    <a:cubicBezTo>
                      <a:pt x="307" y="1116"/>
                      <a:pt x="508" y="1057"/>
                      <a:pt x="654" y="1057"/>
                    </a:cubicBezTo>
                    <a:cubicBezTo>
                      <a:pt x="923" y="1057"/>
                      <a:pt x="1002" y="1258"/>
                      <a:pt x="1198" y="1815"/>
                    </a:cubicBezTo>
                    <a:cubicBezTo>
                      <a:pt x="944" y="931"/>
                      <a:pt x="956" y="907"/>
                      <a:pt x="1803" y="605"/>
                    </a:cubicBezTo>
                    <a:lnTo>
                      <a:pt x="1803" y="605"/>
                    </a:lnTo>
                    <a:cubicBezTo>
                      <a:pt x="1496" y="698"/>
                      <a:pt x="1293" y="758"/>
                      <a:pt x="1145" y="758"/>
                    </a:cubicBezTo>
                    <a:cubicBezTo>
                      <a:pt x="873" y="758"/>
                      <a:pt x="789" y="557"/>
                      <a:pt x="59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3"/>
              <p:cNvSpPr/>
              <p:nvPr/>
            </p:nvSpPr>
            <p:spPr>
              <a:xfrm>
                <a:off x="303568" y="765096"/>
                <a:ext cx="93813" cy="94437"/>
              </a:xfrm>
              <a:custGeom>
                <a:avLst/>
                <a:gdLst/>
                <a:ahLst/>
                <a:cxnLst/>
                <a:rect l="l" t="t" r="r" b="b"/>
                <a:pathLst>
                  <a:path w="1804" h="1816" extrusionOk="0">
                    <a:moveTo>
                      <a:pt x="594" y="1"/>
                    </a:moveTo>
                    <a:cubicBezTo>
                      <a:pt x="860" y="872"/>
                      <a:pt x="836" y="896"/>
                      <a:pt x="1" y="1211"/>
                    </a:cubicBezTo>
                    <a:cubicBezTo>
                      <a:pt x="307" y="1117"/>
                      <a:pt x="509" y="1058"/>
                      <a:pt x="655" y="1058"/>
                    </a:cubicBezTo>
                    <a:cubicBezTo>
                      <a:pt x="923" y="1058"/>
                      <a:pt x="1002" y="1259"/>
                      <a:pt x="1199" y="1815"/>
                    </a:cubicBezTo>
                    <a:cubicBezTo>
                      <a:pt x="932" y="932"/>
                      <a:pt x="944" y="908"/>
                      <a:pt x="1803" y="606"/>
                    </a:cubicBezTo>
                    <a:lnTo>
                      <a:pt x="1803" y="606"/>
                    </a:lnTo>
                    <a:cubicBezTo>
                      <a:pt x="1497" y="699"/>
                      <a:pt x="1294" y="759"/>
                      <a:pt x="1146" y="759"/>
                    </a:cubicBezTo>
                    <a:cubicBezTo>
                      <a:pt x="874" y="759"/>
                      <a:pt x="790" y="558"/>
                      <a:pt x="5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3"/>
              <p:cNvSpPr/>
              <p:nvPr/>
            </p:nvSpPr>
            <p:spPr>
              <a:xfrm>
                <a:off x="1471113" y="673885"/>
                <a:ext cx="94437" cy="94437"/>
              </a:xfrm>
              <a:custGeom>
                <a:avLst/>
                <a:gdLst/>
                <a:ahLst/>
                <a:cxnLst/>
                <a:rect l="l" t="t" r="r" b="b"/>
                <a:pathLst>
                  <a:path w="1816" h="1816" extrusionOk="0">
                    <a:moveTo>
                      <a:pt x="617" y="1"/>
                    </a:moveTo>
                    <a:lnTo>
                      <a:pt x="617" y="1"/>
                    </a:lnTo>
                    <a:cubicBezTo>
                      <a:pt x="872" y="872"/>
                      <a:pt x="859" y="896"/>
                      <a:pt x="1" y="1211"/>
                    </a:cubicBezTo>
                    <a:cubicBezTo>
                      <a:pt x="311" y="1117"/>
                      <a:pt x="516" y="1058"/>
                      <a:pt x="663" y="1058"/>
                    </a:cubicBezTo>
                    <a:cubicBezTo>
                      <a:pt x="935" y="1058"/>
                      <a:pt x="1014" y="1259"/>
                      <a:pt x="1210" y="1815"/>
                    </a:cubicBezTo>
                    <a:cubicBezTo>
                      <a:pt x="944" y="932"/>
                      <a:pt x="956" y="908"/>
                      <a:pt x="1815" y="606"/>
                    </a:cubicBezTo>
                    <a:lnTo>
                      <a:pt x="1815" y="606"/>
                    </a:lnTo>
                    <a:cubicBezTo>
                      <a:pt x="1509" y="699"/>
                      <a:pt x="1307" y="759"/>
                      <a:pt x="1161" y="759"/>
                    </a:cubicBezTo>
                    <a:cubicBezTo>
                      <a:pt x="893" y="759"/>
                      <a:pt x="814" y="558"/>
                      <a:pt x="61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3"/>
              <p:cNvSpPr/>
              <p:nvPr/>
            </p:nvSpPr>
            <p:spPr>
              <a:xfrm>
                <a:off x="1221400" y="1182826"/>
                <a:ext cx="94385" cy="93761"/>
              </a:xfrm>
              <a:custGeom>
                <a:avLst/>
                <a:gdLst/>
                <a:ahLst/>
                <a:cxnLst/>
                <a:rect l="l" t="t" r="r" b="b"/>
                <a:pathLst>
                  <a:path w="1815" h="1803" extrusionOk="0">
                    <a:moveTo>
                      <a:pt x="605" y="0"/>
                    </a:moveTo>
                    <a:cubicBezTo>
                      <a:pt x="859" y="871"/>
                      <a:pt x="847" y="895"/>
                      <a:pt x="0" y="1198"/>
                    </a:cubicBezTo>
                    <a:cubicBezTo>
                      <a:pt x="307" y="1104"/>
                      <a:pt x="510" y="1045"/>
                      <a:pt x="657" y="1045"/>
                    </a:cubicBezTo>
                    <a:cubicBezTo>
                      <a:pt x="930" y="1045"/>
                      <a:pt x="1014" y="1246"/>
                      <a:pt x="1210" y="1803"/>
                    </a:cubicBezTo>
                    <a:cubicBezTo>
                      <a:pt x="944" y="932"/>
                      <a:pt x="956" y="907"/>
                      <a:pt x="1815" y="605"/>
                    </a:cubicBezTo>
                    <a:lnTo>
                      <a:pt x="1815" y="605"/>
                    </a:lnTo>
                    <a:cubicBezTo>
                      <a:pt x="1507" y="693"/>
                      <a:pt x="1304" y="750"/>
                      <a:pt x="1157" y="750"/>
                    </a:cubicBezTo>
                    <a:cubicBezTo>
                      <a:pt x="881" y="750"/>
                      <a:pt x="802" y="552"/>
                      <a:pt x="60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3"/>
              <p:cNvSpPr/>
              <p:nvPr/>
            </p:nvSpPr>
            <p:spPr>
              <a:xfrm>
                <a:off x="1437156" y="985895"/>
                <a:ext cx="93761" cy="94437"/>
              </a:xfrm>
              <a:custGeom>
                <a:avLst/>
                <a:gdLst/>
                <a:ahLst/>
                <a:cxnLst/>
                <a:rect l="l" t="t" r="r" b="b"/>
                <a:pathLst>
                  <a:path w="1803" h="1816" extrusionOk="0">
                    <a:moveTo>
                      <a:pt x="593" y="1"/>
                    </a:moveTo>
                    <a:cubicBezTo>
                      <a:pt x="847" y="872"/>
                      <a:pt x="835" y="896"/>
                      <a:pt x="0" y="1211"/>
                    </a:cubicBezTo>
                    <a:cubicBezTo>
                      <a:pt x="307" y="1117"/>
                      <a:pt x="508" y="1058"/>
                      <a:pt x="654" y="1058"/>
                    </a:cubicBezTo>
                    <a:cubicBezTo>
                      <a:pt x="923" y="1058"/>
                      <a:pt x="1002" y="1259"/>
                      <a:pt x="1198" y="1815"/>
                    </a:cubicBezTo>
                    <a:cubicBezTo>
                      <a:pt x="932" y="932"/>
                      <a:pt x="944" y="908"/>
                      <a:pt x="1803" y="606"/>
                    </a:cubicBezTo>
                    <a:lnTo>
                      <a:pt x="1803" y="606"/>
                    </a:lnTo>
                    <a:cubicBezTo>
                      <a:pt x="1492" y="699"/>
                      <a:pt x="1288" y="759"/>
                      <a:pt x="1140" y="759"/>
                    </a:cubicBezTo>
                    <a:cubicBezTo>
                      <a:pt x="868" y="759"/>
                      <a:pt x="789" y="558"/>
                      <a:pt x="59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3"/>
              <p:cNvSpPr/>
              <p:nvPr/>
            </p:nvSpPr>
            <p:spPr>
              <a:xfrm>
                <a:off x="918802" y="1085946"/>
                <a:ext cx="58555" cy="57931"/>
              </a:xfrm>
              <a:custGeom>
                <a:avLst/>
                <a:gdLst/>
                <a:ahLst/>
                <a:cxnLst/>
                <a:rect l="l" t="t" r="r" b="b"/>
                <a:pathLst>
                  <a:path w="1126" h="1114" extrusionOk="0">
                    <a:moveTo>
                      <a:pt x="376" y="0"/>
                    </a:moveTo>
                    <a:cubicBezTo>
                      <a:pt x="545" y="533"/>
                      <a:pt x="533" y="557"/>
                      <a:pt x="1" y="738"/>
                    </a:cubicBezTo>
                    <a:cubicBezTo>
                      <a:pt x="188" y="684"/>
                      <a:pt x="313" y="650"/>
                      <a:pt x="403" y="650"/>
                    </a:cubicBezTo>
                    <a:cubicBezTo>
                      <a:pt x="575" y="650"/>
                      <a:pt x="624" y="773"/>
                      <a:pt x="751" y="1113"/>
                    </a:cubicBezTo>
                    <a:cubicBezTo>
                      <a:pt x="581" y="581"/>
                      <a:pt x="593" y="569"/>
                      <a:pt x="1126" y="375"/>
                    </a:cubicBezTo>
                    <a:lnTo>
                      <a:pt x="1126" y="375"/>
                    </a:lnTo>
                    <a:cubicBezTo>
                      <a:pt x="934" y="431"/>
                      <a:pt x="808" y="467"/>
                      <a:pt x="717" y="467"/>
                    </a:cubicBezTo>
                    <a:cubicBezTo>
                      <a:pt x="550" y="467"/>
                      <a:pt x="501" y="345"/>
                      <a:pt x="37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3"/>
              <p:cNvSpPr/>
              <p:nvPr/>
            </p:nvSpPr>
            <p:spPr>
              <a:xfrm>
                <a:off x="1522699" y="845023"/>
                <a:ext cx="35882" cy="35882"/>
              </a:xfrm>
              <a:custGeom>
                <a:avLst/>
                <a:gdLst/>
                <a:ahLst/>
                <a:cxnLst/>
                <a:rect l="l" t="t" r="r" b="b"/>
                <a:pathLst>
                  <a:path w="690" h="690" extrusionOk="0">
                    <a:moveTo>
                      <a:pt x="230" y="0"/>
                    </a:moveTo>
                    <a:cubicBezTo>
                      <a:pt x="327" y="327"/>
                      <a:pt x="327" y="339"/>
                      <a:pt x="0" y="448"/>
                    </a:cubicBezTo>
                    <a:cubicBezTo>
                      <a:pt x="111" y="415"/>
                      <a:pt x="185" y="395"/>
                      <a:pt x="239" y="395"/>
                    </a:cubicBezTo>
                    <a:cubicBezTo>
                      <a:pt x="346" y="395"/>
                      <a:pt x="376" y="473"/>
                      <a:pt x="448" y="690"/>
                    </a:cubicBezTo>
                    <a:cubicBezTo>
                      <a:pt x="351" y="363"/>
                      <a:pt x="363" y="351"/>
                      <a:pt x="690" y="230"/>
                    </a:cubicBezTo>
                    <a:lnTo>
                      <a:pt x="690" y="230"/>
                    </a:lnTo>
                    <a:cubicBezTo>
                      <a:pt x="575" y="264"/>
                      <a:pt x="499" y="286"/>
                      <a:pt x="443" y="286"/>
                    </a:cubicBezTo>
                    <a:cubicBezTo>
                      <a:pt x="341" y="286"/>
                      <a:pt x="309" y="212"/>
                      <a:pt x="23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3"/>
              <p:cNvSpPr/>
              <p:nvPr/>
            </p:nvSpPr>
            <p:spPr>
              <a:xfrm>
                <a:off x="1401899" y="1230615"/>
                <a:ext cx="35934" cy="35258"/>
              </a:xfrm>
              <a:custGeom>
                <a:avLst/>
                <a:gdLst/>
                <a:ahLst/>
                <a:cxnLst/>
                <a:rect l="l" t="t" r="r" b="b"/>
                <a:pathLst>
                  <a:path w="691" h="678" extrusionOk="0">
                    <a:moveTo>
                      <a:pt x="231" y="1"/>
                    </a:moveTo>
                    <a:lnTo>
                      <a:pt x="231" y="1"/>
                    </a:lnTo>
                    <a:cubicBezTo>
                      <a:pt x="328" y="327"/>
                      <a:pt x="328" y="339"/>
                      <a:pt x="1" y="448"/>
                    </a:cubicBezTo>
                    <a:cubicBezTo>
                      <a:pt x="116" y="414"/>
                      <a:pt x="192" y="392"/>
                      <a:pt x="247" y="392"/>
                    </a:cubicBezTo>
                    <a:cubicBezTo>
                      <a:pt x="348" y="392"/>
                      <a:pt x="378" y="466"/>
                      <a:pt x="448" y="678"/>
                    </a:cubicBezTo>
                    <a:cubicBezTo>
                      <a:pt x="352" y="351"/>
                      <a:pt x="352" y="351"/>
                      <a:pt x="690" y="230"/>
                    </a:cubicBezTo>
                    <a:lnTo>
                      <a:pt x="690" y="230"/>
                    </a:lnTo>
                    <a:cubicBezTo>
                      <a:pt x="575" y="264"/>
                      <a:pt x="499" y="287"/>
                      <a:pt x="444" y="287"/>
                    </a:cubicBezTo>
                    <a:cubicBezTo>
                      <a:pt x="342" y="287"/>
                      <a:pt x="309" y="212"/>
                      <a:pt x="2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3"/>
              <p:cNvSpPr/>
              <p:nvPr/>
            </p:nvSpPr>
            <p:spPr>
              <a:xfrm>
                <a:off x="1062847" y="966499"/>
                <a:ext cx="10192" cy="10609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04" extrusionOk="0">
                    <a:moveTo>
                      <a:pt x="118" y="0"/>
                    </a:moveTo>
                    <a:cubicBezTo>
                      <a:pt x="109" y="0"/>
                      <a:pt x="98" y="4"/>
                      <a:pt x="85" y="11"/>
                    </a:cubicBezTo>
                    <a:lnTo>
                      <a:pt x="61" y="23"/>
                    </a:lnTo>
                    <a:cubicBezTo>
                      <a:pt x="1" y="59"/>
                      <a:pt x="1" y="144"/>
                      <a:pt x="61" y="180"/>
                    </a:cubicBezTo>
                    <a:lnTo>
                      <a:pt x="85" y="192"/>
                    </a:lnTo>
                    <a:cubicBezTo>
                      <a:pt x="98" y="200"/>
                      <a:pt x="109" y="203"/>
                      <a:pt x="118" y="203"/>
                    </a:cubicBezTo>
                    <a:cubicBezTo>
                      <a:pt x="195" y="203"/>
                      <a:pt x="195" y="0"/>
                      <a:pt x="11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"/>
              <p:cNvSpPr/>
              <p:nvPr/>
            </p:nvSpPr>
            <p:spPr>
              <a:xfrm>
                <a:off x="1008141" y="969567"/>
                <a:ext cx="11389" cy="9464"/>
              </a:xfrm>
              <a:custGeom>
                <a:avLst/>
                <a:gdLst/>
                <a:ahLst/>
                <a:cxnLst/>
                <a:rect l="l" t="t" r="r" b="b"/>
                <a:pathLst>
                  <a:path w="219" h="182" extrusionOk="0">
                    <a:moveTo>
                      <a:pt x="109" y="0"/>
                    </a:moveTo>
                    <a:cubicBezTo>
                      <a:pt x="0" y="12"/>
                      <a:pt x="0" y="170"/>
                      <a:pt x="109" y="182"/>
                    </a:cubicBezTo>
                    <a:cubicBezTo>
                      <a:pt x="218" y="170"/>
                      <a:pt x="218" y="12"/>
                      <a:pt x="10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3"/>
              <p:cNvSpPr/>
              <p:nvPr/>
            </p:nvSpPr>
            <p:spPr>
              <a:xfrm>
                <a:off x="1038874" y="1028381"/>
                <a:ext cx="17109" cy="12689"/>
              </a:xfrm>
              <a:custGeom>
                <a:avLst/>
                <a:gdLst/>
                <a:ahLst/>
                <a:cxnLst/>
                <a:rect l="l" t="t" r="r" b="b"/>
                <a:pathLst>
                  <a:path w="329" h="244" extrusionOk="0">
                    <a:moveTo>
                      <a:pt x="168" y="0"/>
                    </a:moveTo>
                    <a:cubicBezTo>
                      <a:pt x="144" y="0"/>
                      <a:pt x="120" y="9"/>
                      <a:pt x="99" y="31"/>
                    </a:cubicBezTo>
                    <a:lnTo>
                      <a:pt x="75" y="55"/>
                    </a:lnTo>
                    <a:cubicBezTo>
                      <a:pt x="0" y="139"/>
                      <a:pt x="69" y="244"/>
                      <a:pt x="154" y="244"/>
                    </a:cubicBezTo>
                    <a:cubicBezTo>
                      <a:pt x="180" y="244"/>
                      <a:pt x="207" y="234"/>
                      <a:pt x="232" y="212"/>
                    </a:cubicBezTo>
                    <a:lnTo>
                      <a:pt x="220" y="212"/>
                    </a:lnTo>
                    <a:lnTo>
                      <a:pt x="244" y="188"/>
                    </a:lnTo>
                    <a:cubicBezTo>
                      <a:pt x="329" y="112"/>
                      <a:pt x="252" y="0"/>
                      <a:pt x="16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3"/>
              <p:cNvSpPr/>
              <p:nvPr/>
            </p:nvSpPr>
            <p:spPr>
              <a:xfrm>
                <a:off x="1073559" y="1045697"/>
                <a:ext cx="12637" cy="10713"/>
              </a:xfrm>
              <a:custGeom>
                <a:avLst/>
                <a:gdLst/>
                <a:ahLst/>
                <a:cxnLst/>
                <a:rect l="l" t="t" r="r" b="b"/>
                <a:pathLst>
                  <a:path w="243" h="206" extrusionOk="0">
                    <a:moveTo>
                      <a:pt x="121" y="0"/>
                    </a:moveTo>
                    <a:cubicBezTo>
                      <a:pt x="0" y="12"/>
                      <a:pt x="0" y="182"/>
                      <a:pt x="121" y="206"/>
                    </a:cubicBezTo>
                    <a:cubicBezTo>
                      <a:pt x="242" y="182"/>
                      <a:pt x="242" y="12"/>
                      <a:pt x="1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3"/>
              <p:cNvSpPr/>
              <p:nvPr/>
            </p:nvSpPr>
            <p:spPr>
              <a:xfrm>
                <a:off x="1033310" y="1104979"/>
                <a:ext cx="15029" cy="11545"/>
              </a:xfrm>
              <a:custGeom>
                <a:avLst/>
                <a:gdLst/>
                <a:ahLst/>
                <a:cxnLst/>
                <a:rect l="l" t="t" r="r" b="b"/>
                <a:pathLst>
                  <a:path w="289" h="222" extrusionOk="0">
                    <a:moveTo>
                      <a:pt x="98" y="1"/>
                    </a:moveTo>
                    <a:cubicBezTo>
                      <a:pt x="61" y="1"/>
                      <a:pt x="27" y="20"/>
                      <a:pt x="12" y="70"/>
                    </a:cubicBezTo>
                    <a:cubicBezTo>
                      <a:pt x="0" y="94"/>
                      <a:pt x="12" y="118"/>
                      <a:pt x="24" y="130"/>
                    </a:cubicBezTo>
                    <a:cubicBezTo>
                      <a:pt x="24" y="130"/>
                      <a:pt x="73" y="154"/>
                      <a:pt x="73" y="154"/>
                    </a:cubicBezTo>
                    <a:cubicBezTo>
                      <a:pt x="86" y="202"/>
                      <a:pt x="121" y="222"/>
                      <a:pt x="157" y="222"/>
                    </a:cubicBezTo>
                    <a:cubicBezTo>
                      <a:pt x="221" y="222"/>
                      <a:pt x="289" y="159"/>
                      <a:pt x="242" y="82"/>
                    </a:cubicBezTo>
                    <a:cubicBezTo>
                      <a:pt x="214" y="39"/>
                      <a:pt x="152" y="1"/>
                      <a:pt x="9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3"/>
              <p:cNvSpPr/>
              <p:nvPr/>
            </p:nvSpPr>
            <p:spPr>
              <a:xfrm>
                <a:off x="1175483" y="967071"/>
                <a:ext cx="16381" cy="14509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79" extrusionOk="0">
                    <a:moveTo>
                      <a:pt x="185" y="0"/>
                    </a:moveTo>
                    <a:cubicBezTo>
                      <a:pt x="150" y="0"/>
                      <a:pt x="114" y="15"/>
                      <a:pt x="85" y="48"/>
                    </a:cubicBezTo>
                    <a:cubicBezTo>
                      <a:pt x="0" y="133"/>
                      <a:pt x="61" y="278"/>
                      <a:pt x="182" y="278"/>
                    </a:cubicBezTo>
                    <a:lnTo>
                      <a:pt x="230" y="278"/>
                    </a:lnTo>
                    <a:cubicBezTo>
                      <a:pt x="278" y="278"/>
                      <a:pt x="315" y="230"/>
                      <a:pt x="315" y="181"/>
                    </a:cubicBezTo>
                    <a:lnTo>
                      <a:pt x="315" y="133"/>
                    </a:lnTo>
                    <a:cubicBezTo>
                      <a:pt x="315" y="54"/>
                      <a:pt x="252" y="0"/>
                      <a:pt x="18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3"/>
              <p:cNvSpPr/>
              <p:nvPr/>
            </p:nvSpPr>
            <p:spPr>
              <a:xfrm>
                <a:off x="1175899" y="1026977"/>
                <a:ext cx="24805" cy="17889"/>
              </a:xfrm>
              <a:custGeom>
                <a:avLst/>
                <a:gdLst/>
                <a:ahLst/>
                <a:cxnLst/>
                <a:rect l="l" t="t" r="r" b="b"/>
                <a:pathLst>
                  <a:path w="477" h="344" extrusionOk="0">
                    <a:moveTo>
                      <a:pt x="274" y="0"/>
                    </a:moveTo>
                    <a:cubicBezTo>
                      <a:pt x="245" y="0"/>
                      <a:pt x="214" y="10"/>
                      <a:pt x="186" y="33"/>
                    </a:cubicBezTo>
                    <a:lnTo>
                      <a:pt x="161" y="46"/>
                    </a:lnTo>
                    <a:cubicBezTo>
                      <a:pt x="1" y="162"/>
                      <a:pt x="110" y="343"/>
                      <a:pt x="242" y="343"/>
                    </a:cubicBezTo>
                    <a:cubicBezTo>
                      <a:pt x="288" y="343"/>
                      <a:pt x="338" y="320"/>
                      <a:pt x="379" y="263"/>
                    </a:cubicBezTo>
                    <a:lnTo>
                      <a:pt x="391" y="239"/>
                    </a:lnTo>
                    <a:cubicBezTo>
                      <a:pt x="477" y="135"/>
                      <a:pt x="383" y="0"/>
                      <a:pt x="27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3"/>
              <p:cNvSpPr/>
              <p:nvPr/>
            </p:nvSpPr>
            <p:spPr>
              <a:xfrm>
                <a:off x="1178291" y="1066446"/>
                <a:ext cx="12325" cy="13105"/>
              </a:xfrm>
              <a:custGeom>
                <a:avLst/>
                <a:gdLst/>
                <a:ahLst/>
                <a:cxnLst/>
                <a:rect l="l" t="t" r="r" b="b"/>
                <a:pathLst>
                  <a:path w="237" h="252" extrusionOk="0">
                    <a:moveTo>
                      <a:pt x="117" y="0"/>
                    </a:moveTo>
                    <a:cubicBezTo>
                      <a:pt x="58" y="0"/>
                      <a:pt x="1" y="37"/>
                      <a:pt x="7" y="109"/>
                    </a:cubicBezTo>
                    <a:lnTo>
                      <a:pt x="7" y="133"/>
                    </a:lnTo>
                    <a:cubicBezTo>
                      <a:pt x="7" y="212"/>
                      <a:pt x="64" y="251"/>
                      <a:pt x="121" y="251"/>
                    </a:cubicBezTo>
                    <a:cubicBezTo>
                      <a:pt x="179" y="251"/>
                      <a:pt x="236" y="212"/>
                      <a:pt x="236" y="133"/>
                    </a:cubicBezTo>
                    <a:lnTo>
                      <a:pt x="236" y="109"/>
                    </a:lnTo>
                    <a:cubicBezTo>
                      <a:pt x="236" y="37"/>
                      <a:pt x="176" y="0"/>
                      <a:pt x="1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3"/>
              <p:cNvSpPr/>
              <p:nvPr/>
            </p:nvSpPr>
            <p:spPr>
              <a:xfrm>
                <a:off x="1140226" y="1091927"/>
                <a:ext cx="32138" cy="33074"/>
              </a:xfrm>
              <a:custGeom>
                <a:avLst/>
                <a:gdLst/>
                <a:ahLst/>
                <a:cxnLst/>
                <a:rect l="l" t="t" r="r" b="b"/>
                <a:pathLst>
                  <a:path w="618" h="636" extrusionOk="0">
                    <a:moveTo>
                      <a:pt x="309" y="0"/>
                    </a:moveTo>
                    <a:cubicBezTo>
                      <a:pt x="155" y="0"/>
                      <a:pt x="1" y="103"/>
                      <a:pt x="1" y="309"/>
                    </a:cubicBezTo>
                    <a:lnTo>
                      <a:pt x="1" y="333"/>
                    </a:lnTo>
                    <a:cubicBezTo>
                      <a:pt x="1" y="502"/>
                      <a:pt x="134" y="635"/>
                      <a:pt x="303" y="635"/>
                    </a:cubicBezTo>
                    <a:cubicBezTo>
                      <a:pt x="472" y="635"/>
                      <a:pt x="593" y="502"/>
                      <a:pt x="605" y="333"/>
                    </a:cubicBezTo>
                    <a:lnTo>
                      <a:pt x="618" y="333"/>
                    </a:lnTo>
                    <a:lnTo>
                      <a:pt x="618" y="309"/>
                    </a:lnTo>
                    <a:cubicBezTo>
                      <a:pt x="618" y="103"/>
                      <a:pt x="463" y="0"/>
                      <a:pt x="30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3"/>
              <p:cNvSpPr/>
              <p:nvPr/>
            </p:nvSpPr>
            <p:spPr>
              <a:xfrm>
                <a:off x="1001225" y="1054485"/>
                <a:ext cx="24597" cy="18305"/>
              </a:xfrm>
              <a:custGeom>
                <a:avLst/>
                <a:gdLst/>
                <a:ahLst/>
                <a:cxnLst/>
                <a:rect l="l" t="t" r="r" b="b"/>
                <a:pathLst>
                  <a:path w="473" h="352" extrusionOk="0">
                    <a:moveTo>
                      <a:pt x="242" y="0"/>
                    </a:moveTo>
                    <a:cubicBezTo>
                      <a:pt x="0" y="0"/>
                      <a:pt x="0" y="351"/>
                      <a:pt x="242" y="351"/>
                    </a:cubicBezTo>
                    <a:cubicBezTo>
                      <a:pt x="472" y="351"/>
                      <a:pt x="472" y="0"/>
                      <a:pt x="2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3"/>
              <p:cNvSpPr/>
              <p:nvPr/>
            </p:nvSpPr>
            <p:spPr>
              <a:xfrm>
                <a:off x="1118229" y="1043773"/>
                <a:ext cx="25221" cy="18929"/>
              </a:xfrm>
              <a:custGeom>
                <a:avLst/>
                <a:gdLst/>
                <a:ahLst/>
                <a:cxnLst/>
                <a:rect l="l" t="t" r="r" b="b"/>
                <a:pathLst>
                  <a:path w="485" h="364" extrusionOk="0">
                    <a:moveTo>
                      <a:pt x="242" y="1"/>
                    </a:moveTo>
                    <a:cubicBezTo>
                      <a:pt x="0" y="1"/>
                      <a:pt x="0" y="364"/>
                      <a:pt x="242" y="364"/>
                    </a:cubicBezTo>
                    <a:cubicBezTo>
                      <a:pt x="484" y="364"/>
                      <a:pt x="484" y="1"/>
                      <a:pt x="24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3"/>
              <p:cNvSpPr/>
              <p:nvPr/>
            </p:nvSpPr>
            <p:spPr>
              <a:xfrm>
                <a:off x="1063471" y="1115379"/>
                <a:ext cx="32762" cy="28497"/>
              </a:xfrm>
              <a:custGeom>
                <a:avLst/>
                <a:gdLst/>
                <a:ahLst/>
                <a:cxnLst/>
                <a:rect l="l" t="t" r="r" b="b"/>
                <a:pathLst>
                  <a:path w="630" h="548" extrusionOk="0">
                    <a:moveTo>
                      <a:pt x="268" y="1"/>
                    </a:moveTo>
                    <a:cubicBezTo>
                      <a:pt x="131" y="1"/>
                      <a:pt x="1" y="111"/>
                      <a:pt x="1" y="281"/>
                    </a:cubicBezTo>
                    <a:cubicBezTo>
                      <a:pt x="1" y="426"/>
                      <a:pt x="122" y="547"/>
                      <a:pt x="267" y="547"/>
                    </a:cubicBezTo>
                    <a:cubicBezTo>
                      <a:pt x="509" y="547"/>
                      <a:pt x="630" y="257"/>
                      <a:pt x="461" y="87"/>
                    </a:cubicBezTo>
                    <a:cubicBezTo>
                      <a:pt x="405" y="27"/>
                      <a:pt x="335" y="1"/>
                      <a:pt x="26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3"/>
              <p:cNvSpPr/>
              <p:nvPr/>
            </p:nvSpPr>
            <p:spPr>
              <a:xfrm>
                <a:off x="1115681" y="1183190"/>
                <a:ext cx="28393" cy="25377"/>
              </a:xfrm>
              <a:custGeom>
                <a:avLst/>
                <a:gdLst/>
                <a:ahLst/>
                <a:cxnLst/>
                <a:rect l="l" t="t" r="r" b="b"/>
                <a:pathLst>
                  <a:path w="546" h="488" extrusionOk="0">
                    <a:moveTo>
                      <a:pt x="249" y="0"/>
                    </a:moveTo>
                    <a:cubicBezTo>
                      <a:pt x="121" y="0"/>
                      <a:pt x="1" y="99"/>
                      <a:pt x="1" y="247"/>
                    </a:cubicBezTo>
                    <a:cubicBezTo>
                      <a:pt x="1" y="384"/>
                      <a:pt x="119" y="487"/>
                      <a:pt x="244" y="487"/>
                    </a:cubicBezTo>
                    <a:cubicBezTo>
                      <a:pt x="284" y="487"/>
                      <a:pt x="325" y="476"/>
                      <a:pt x="364" y="453"/>
                    </a:cubicBezTo>
                    <a:lnTo>
                      <a:pt x="412" y="417"/>
                    </a:lnTo>
                    <a:cubicBezTo>
                      <a:pt x="545" y="344"/>
                      <a:pt x="545" y="150"/>
                      <a:pt x="412" y="66"/>
                    </a:cubicBezTo>
                    <a:lnTo>
                      <a:pt x="364" y="29"/>
                    </a:lnTo>
                    <a:cubicBezTo>
                      <a:pt x="327" y="10"/>
                      <a:pt x="287" y="0"/>
                      <a:pt x="2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3"/>
              <p:cNvSpPr/>
              <p:nvPr/>
            </p:nvSpPr>
            <p:spPr>
              <a:xfrm>
                <a:off x="1215108" y="1131864"/>
                <a:ext cx="25221" cy="20801"/>
              </a:xfrm>
              <a:custGeom>
                <a:avLst/>
                <a:gdLst/>
                <a:ahLst/>
                <a:cxnLst/>
                <a:rect l="l" t="t" r="r" b="b"/>
                <a:pathLst>
                  <a:path w="485" h="400" extrusionOk="0">
                    <a:moveTo>
                      <a:pt x="242" y="0"/>
                    </a:moveTo>
                    <a:cubicBezTo>
                      <a:pt x="0" y="25"/>
                      <a:pt x="0" y="387"/>
                      <a:pt x="242" y="400"/>
                    </a:cubicBezTo>
                    <a:cubicBezTo>
                      <a:pt x="484" y="387"/>
                      <a:pt x="484" y="25"/>
                      <a:pt x="2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3"/>
              <p:cNvSpPr/>
              <p:nvPr/>
            </p:nvSpPr>
            <p:spPr>
              <a:xfrm>
                <a:off x="1255982" y="1034985"/>
                <a:ext cx="35258" cy="26469"/>
              </a:xfrm>
              <a:custGeom>
                <a:avLst/>
                <a:gdLst/>
                <a:ahLst/>
                <a:cxnLst/>
                <a:rect l="l" t="t" r="r" b="b"/>
                <a:pathLst>
                  <a:path w="678" h="509" extrusionOk="0">
                    <a:moveTo>
                      <a:pt x="339" y="0"/>
                    </a:moveTo>
                    <a:cubicBezTo>
                      <a:pt x="0" y="0"/>
                      <a:pt x="0" y="508"/>
                      <a:pt x="339" y="508"/>
                    </a:cubicBezTo>
                    <a:cubicBezTo>
                      <a:pt x="678" y="508"/>
                      <a:pt x="678" y="0"/>
                      <a:pt x="33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3"/>
              <p:cNvSpPr/>
              <p:nvPr/>
            </p:nvSpPr>
            <p:spPr>
              <a:xfrm>
                <a:off x="1255982" y="959478"/>
                <a:ext cx="19553" cy="14561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80" extrusionOk="0">
                    <a:moveTo>
                      <a:pt x="194" y="1"/>
                    </a:moveTo>
                    <a:cubicBezTo>
                      <a:pt x="0" y="1"/>
                      <a:pt x="0" y="279"/>
                      <a:pt x="194" y="279"/>
                    </a:cubicBezTo>
                    <a:cubicBezTo>
                      <a:pt x="375" y="279"/>
                      <a:pt x="375" y="1"/>
                      <a:pt x="19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3"/>
              <p:cNvSpPr/>
              <p:nvPr/>
            </p:nvSpPr>
            <p:spPr>
              <a:xfrm>
                <a:off x="1091812" y="959478"/>
                <a:ext cx="32138" cy="24597"/>
              </a:xfrm>
              <a:custGeom>
                <a:avLst/>
                <a:gdLst/>
                <a:ahLst/>
                <a:cxnLst/>
                <a:rect l="l" t="t" r="r" b="b"/>
                <a:pathLst>
                  <a:path w="618" h="473" extrusionOk="0">
                    <a:moveTo>
                      <a:pt x="315" y="1"/>
                    </a:moveTo>
                    <a:cubicBezTo>
                      <a:pt x="0" y="1"/>
                      <a:pt x="0" y="473"/>
                      <a:pt x="315" y="473"/>
                    </a:cubicBezTo>
                    <a:cubicBezTo>
                      <a:pt x="617" y="473"/>
                      <a:pt x="617" y="1"/>
                      <a:pt x="3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3"/>
              <p:cNvSpPr/>
              <p:nvPr/>
            </p:nvSpPr>
            <p:spPr>
              <a:xfrm>
                <a:off x="1115681" y="965771"/>
                <a:ext cx="35310" cy="27093"/>
              </a:xfrm>
              <a:custGeom>
                <a:avLst/>
                <a:gdLst/>
                <a:ahLst/>
                <a:cxnLst/>
                <a:rect l="l" t="t" r="r" b="b"/>
                <a:pathLst>
                  <a:path w="679" h="521" extrusionOk="0">
                    <a:moveTo>
                      <a:pt x="340" y="1"/>
                    </a:moveTo>
                    <a:cubicBezTo>
                      <a:pt x="1" y="1"/>
                      <a:pt x="1" y="521"/>
                      <a:pt x="340" y="521"/>
                    </a:cubicBezTo>
                    <a:cubicBezTo>
                      <a:pt x="678" y="521"/>
                      <a:pt x="678" y="1"/>
                      <a:pt x="34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3"/>
              <p:cNvSpPr/>
              <p:nvPr/>
            </p:nvSpPr>
            <p:spPr>
              <a:xfrm>
                <a:off x="961599" y="1026197"/>
                <a:ext cx="27717" cy="23297"/>
              </a:xfrm>
              <a:custGeom>
                <a:avLst/>
                <a:gdLst/>
                <a:ahLst/>
                <a:cxnLst/>
                <a:rect l="l" t="t" r="r" b="b"/>
                <a:pathLst>
                  <a:path w="533" h="448" extrusionOk="0">
                    <a:moveTo>
                      <a:pt x="266" y="0"/>
                    </a:moveTo>
                    <a:cubicBezTo>
                      <a:pt x="0" y="24"/>
                      <a:pt x="0" y="423"/>
                      <a:pt x="266" y="448"/>
                    </a:cubicBezTo>
                    <a:cubicBezTo>
                      <a:pt x="532" y="423"/>
                      <a:pt x="532" y="24"/>
                      <a:pt x="26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3"/>
              <p:cNvSpPr/>
              <p:nvPr/>
            </p:nvSpPr>
            <p:spPr>
              <a:xfrm>
                <a:off x="1068515" y="1045021"/>
                <a:ext cx="33386" cy="27145"/>
              </a:xfrm>
              <a:custGeom>
                <a:avLst/>
                <a:gdLst/>
                <a:ahLst/>
                <a:cxnLst/>
                <a:rect l="l" t="t" r="r" b="b"/>
                <a:pathLst>
                  <a:path w="642" h="522" extrusionOk="0">
                    <a:moveTo>
                      <a:pt x="315" y="1"/>
                    </a:moveTo>
                    <a:cubicBezTo>
                      <a:pt x="1" y="25"/>
                      <a:pt x="1" y="485"/>
                      <a:pt x="315" y="521"/>
                    </a:cubicBezTo>
                    <a:cubicBezTo>
                      <a:pt x="642" y="485"/>
                      <a:pt x="642" y="25"/>
                      <a:pt x="3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3"/>
              <p:cNvSpPr/>
              <p:nvPr/>
            </p:nvSpPr>
            <p:spPr>
              <a:xfrm>
                <a:off x="1079227" y="1163325"/>
                <a:ext cx="32138" cy="24545"/>
              </a:xfrm>
              <a:custGeom>
                <a:avLst/>
                <a:gdLst/>
                <a:ahLst/>
                <a:cxnLst/>
                <a:rect l="l" t="t" r="r" b="b"/>
                <a:pathLst>
                  <a:path w="618" h="472" extrusionOk="0">
                    <a:moveTo>
                      <a:pt x="303" y="0"/>
                    </a:moveTo>
                    <a:cubicBezTo>
                      <a:pt x="0" y="0"/>
                      <a:pt x="0" y="472"/>
                      <a:pt x="303" y="472"/>
                    </a:cubicBezTo>
                    <a:cubicBezTo>
                      <a:pt x="617" y="472"/>
                      <a:pt x="617" y="0"/>
                      <a:pt x="30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"/>
              <p:cNvSpPr/>
              <p:nvPr/>
            </p:nvSpPr>
            <p:spPr>
              <a:xfrm>
                <a:off x="999301" y="1102899"/>
                <a:ext cx="23349" cy="17681"/>
              </a:xfrm>
              <a:custGeom>
                <a:avLst/>
                <a:gdLst/>
                <a:ahLst/>
                <a:cxnLst/>
                <a:rect l="l" t="t" r="r" b="b"/>
                <a:pathLst>
                  <a:path w="449" h="340" extrusionOk="0">
                    <a:moveTo>
                      <a:pt x="231" y="1"/>
                    </a:moveTo>
                    <a:cubicBezTo>
                      <a:pt x="1" y="1"/>
                      <a:pt x="1" y="340"/>
                      <a:pt x="231" y="340"/>
                    </a:cubicBezTo>
                    <a:cubicBezTo>
                      <a:pt x="449" y="340"/>
                      <a:pt x="449" y="1"/>
                      <a:pt x="23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"/>
              <p:cNvSpPr/>
              <p:nvPr/>
            </p:nvSpPr>
            <p:spPr>
              <a:xfrm>
                <a:off x="1245269" y="1006020"/>
                <a:ext cx="31514" cy="23349"/>
              </a:xfrm>
              <a:custGeom>
                <a:avLst/>
                <a:gdLst/>
                <a:ahLst/>
                <a:cxnLst/>
                <a:rect l="l" t="t" r="r" b="b"/>
                <a:pathLst>
                  <a:path w="606" h="449" extrusionOk="0">
                    <a:moveTo>
                      <a:pt x="303" y="1"/>
                    </a:moveTo>
                    <a:cubicBezTo>
                      <a:pt x="1" y="1"/>
                      <a:pt x="1" y="449"/>
                      <a:pt x="303" y="449"/>
                    </a:cubicBezTo>
                    <a:cubicBezTo>
                      <a:pt x="606" y="449"/>
                      <a:pt x="606" y="1"/>
                      <a:pt x="3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"/>
              <p:cNvSpPr/>
              <p:nvPr/>
            </p:nvSpPr>
            <p:spPr>
              <a:xfrm>
                <a:off x="1196856" y="1070190"/>
                <a:ext cx="26469" cy="22101"/>
              </a:xfrm>
              <a:custGeom>
                <a:avLst/>
                <a:gdLst/>
                <a:ahLst/>
                <a:cxnLst/>
                <a:rect l="l" t="t" r="r" b="b"/>
                <a:pathLst>
                  <a:path w="509" h="425" extrusionOk="0">
                    <a:moveTo>
                      <a:pt x="254" y="1"/>
                    </a:moveTo>
                    <a:cubicBezTo>
                      <a:pt x="0" y="25"/>
                      <a:pt x="0" y="400"/>
                      <a:pt x="254" y="424"/>
                    </a:cubicBezTo>
                    <a:cubicBezTo>
                      <a:pt x="508" y="400"/>
                      <a:pt x="508" y="25"/>
                      <a:pt x="25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70" name="Google Shape;970;p3"/>
              <p:cNvGrpSpPr/>
              <p:nvPr/>
            </p:nvGrpSpPr>
            <p:grpSpPr>
              <a:xfrm>
                <a:off x="-152337" y="-193233"/>
                <a:ext cx="2586475" cy="2532185"/>
                <a:chOff x="-152337" y="-193233"/>
                <a:chExt cx="2586475" cy="2532185"/>
              </a:xfrm>
            </p:grpSpPr>
            <p:sp>
              <p:nvSpPr>
                <p:cNvPr id="971" name="Google Shape;971;p3"/>
                <p:cNvSpPr/>
                <p:nvPr/>
              </p:nvSpPr>
              <p:spPr>
                <a:xfrm>
                  <a:off x="540749" y="99578"/>
                  <a:ext cx="23297" cy="195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" h="376" extrusionOk="0">
                      <a:moveTo>
                        <a:pt x="230" y="1"/>
                      </a:moveTo>
                      <a:cubicBezTo>
                        <a:pt x="0" y="25"/>
                        <a:pt x="0" y="351"/>
                        <a:pt x="230" y="376"/>
                      </a:cubicBezTo>
                      <a:cubicBezTo>
                        <a:pt x="448" y="351"/>
                        <a:pt x="448" y="25"/>
                        <a:pt x="2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2" name="Google Shape;972;p3"/>
                <p:cNvSpPr/>
                <p:nvPr/>
              </p:nvSpPr>
              <p:spPr>
                <a:xfrm>
                  <a:off x="736379" y="166868"/>
                  <a:ext cx="14509" cy="15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" h="292" extrusionOk="0">
                      <a:moveTo>
                        <a:pt x="134" y="1"/>
                      </a:moveTo>
                      <a:cubicBezTo>
                        <a:pt x="1" y="49"/>
                        <a:pt x="1" y="243"/>
                        <a:pt x="134" y="291"/>
                      </a:cubicBezTo>
                      <a:cubicBezTo>
                        <a:pt x="279" y="243"/>
                        <a:pt x="279" y="49"/>
                        <a:pt x="13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3" name="Google Shape;973;p3"/>
                <p:cNvSpPr/>
                <p:nvPr/>
              </p:nvSpPr>
              <p:spPr>
                <a:xfrm>
                  <a:off x="1127017" y="156780"/>
                  <a:ext cx="64847" cy="504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7" h="971" extrusionOk="0">
                      <a:moveTo>
                        <a:pt x="569" y="0"/>
                      </a:moveTo>
                      <a:cubicBezTo>
                        <a:pt x="412" y="0"/>
                        <a:pt x="259" y="71"/>
                        <a:pt x="158" y="183"/>
                      </a:cubicBezTo>
                      <a:cubicBezTo>
                        <a:pt x="1" y="352"/>
                        <a:pt x="1" y="618"/>
                        <a:pt x="158" y="776"/>
                      </a:cubicBezTo>
                      <a:cubicBezTo>
                        <a:pt x="259" y="899"/>
                        <a:pt x="412" y="970"/>
                        <a:pt x="569" y="970"/>
                      </a:cubicBezTo>
                      <a:cubicBezTo>
                        <a:pt x="581" y="970"/>
                        <a:pt x="593" y="970"/>
                        <a:pt x="605" y="969"/>
                      </a:cubicBezTo>
                      <a:cubicBezTo>
                        <a:pt x="726" y="969"/>
                        <a:pt x="847" y="909"/>
                        <a:pt x="944" y="824"/>
                      </a:cubicBezTo>
                      <a:cubicBezTo>
                        <a:pt x="1247" y="522"/>
                        <a:pt x="1029" y="1"/>
                        <a:pt x="605" y="1"/>
                      </a:cubicBezTo>
                      <a:cubicBezTo>
                        <a:pt x="593" y="1"/>
                        <a:pt x="581" y="0"/>
                        <a:pt x="56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4" name="Google Shape;974;p3"/>
                <p:cNvSpPr/>
                <p:nvPr/>
              </p:nvSpPr>
              <p:spPr>
                <a:xfrm>
                  <a:off x="1271114" y="81949"/>
                  <a:ext cx="45294" cy="445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1" h="857" extrusionOk="0">
                      <a:moveTo>
                        <a:pt x="435" y="1"/>
                      </a:moveTo>
                      <a:cubicBezTo>
                        <a:pt x="266" y="1"/>
                        <a:pt x="109" y="110"/>
                        <a:pt x="60" y="279"/>
                      </a:cubicBezTo>
                      <a:cubicBezTo>
                        <a:pt x="80" y="245"/>
                        <a:pt x="90" y="228"/>
                        <a:pt x="91" y="228"/>
                      </a:cubicBezTo>
                      <a:lnTo>
                        <a:pt x="91" y="228"/>
                      </a:lnTo>
                      <a:cubicBezTo>
                        <a:pt x="93" y="228"/>
                        <a:pt x="77" y="263"/>
                        <a:pt x="48" y="328"/>
                      </a:cubicBezTo>
                      <a:cubicBezTo>
                        <a:pt x="41" y="349"/>
                        <a:pt x="38" y="375"/>
                        <a:pt x="37" y="400"/>
                      </a:cubicBezTo>
                      <a:lnTo>
                        <a:pt x="37" y="400"/>
                      </a:lnTo>
                      <a:cubicBezTo>
                        <a:pt x="0" y="594"/>
                        <a:pt x="68" y="790"/>
                        <a:pt x="290" y="848"/>
                      </a:cubicBezTo>
                      <a:cubicBezTo>
                        <a:pt x="326" y="854"/>
                        <a:pt x="363" y="857"/>
                        <a:pt x="399" y="857"/>
                      </a:cubicBezTo>
                      <a:cubicBezTo>
                        <a:pt x="435" y="857"/>
                        <a:pt x="472" y="854"/>
                        <a:pt x="508" y="848"/>
                      </a:cubicBezTo>
                      <a:cubicBezTo>
                        <a:pt x="568" y="823"/>
                        <a:pt x="629" y="799"/>
                        <a:pt x="677" y="751"/>
                      </a:cubicBezTo>
                      <a:lnTo>
                        <a:pt x="677" y="751"/>
                      </a:lnTo>
                      <a:lnTo>
                        <a:pt x="629" y="775"/>
                      </a:lnTo>
                      <a:cubicBezTo>
                        <a:pt x="798" y="666"/>
                        <a:pt x="871" y="461"/>
                        <a:pt x="810" y="279"/>
                      </a:cubicBezTo>
                      <a:cubicBezTo>
                        <a:pt x="762" y="110"/>
                        <a:pt x="605" y="1"/>
                        <a:pt x="4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5" name="Google Shape;975;p3"/>
                <p:cNvSpPr/>
                <p:nvPr/>
              </p:nvSpPr>
              <p:spPr>
                <a:xfrm>
                  <a:off x="855880" y="828642"/>
                  <a:ext cx="27769" cy="208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4" h="400" extrusionOk="0">
                      <a:moveTo>
                        <a:pt x="267" y="1"/>
                      </a:moveTo>
                      <a:cubicBezTo>
                        <a:pt x="1" y="1"/>
                        <a:pt x="1" y="400"/>
                        <a:pt x="267" y="400"/>
                      </a:cubicBezTo>
                      <a:cubicBezTo>
                        <a:pt x="533" y="400"/>
                        <a:pt x="533" y="1"/>
                        <a:pt x="26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6" name="Google Shape;976;p3"/>
                <p:cNvSpPr/>
                <p:nvPr/>
              </p:nvSpPr>
              <p:spPr>
                <a:xfrm>
                  <a:off x="918178" y="785273"/>
                  <a:ext cx="32138" cy="232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" h="448" extrusionOk="0">
                      <a:moveTo>
                        <a:pt x="279" y="0"/>
                      </a:moveTo>
                      <a:cubicBezTo>
                        <a:pt x="0" y="24"/>
                        <a:pt x="0" y="423"/>
                        <a:pt x="279" y="448"/>
                      </a:cubicBezTo>
                      <a:lnTo>
                        <a:pt x="315" y="448"/>
                      </a:lnTo>
                      <a:cubicBezTo>
                        <a:pt x="617" y="448"/>
                        <a:pt x="617" y="0"/>
                        <a:pt x="31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7" name="Google Shape;977;p3"/>
                <p:cNvSpPr/>
                <p:nvPr/>
              </p:nvSpPr>
              <p:spPr>
                <a:xfrm>
                  <a:off x="991136" y="773936"/>
                  <a:ext cx="1300" cy="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" h="13" extrusionOk="0">
                      <a:moveTo>
                        <a:pt x="13" y="0"/>
                      </a:moveTo>
                      <a:cubicBezTo>
                        <a:pt x="1" y="0"/>
                        <a:pt x="1" y="12"/>
                        <a:pt x="13" y="12"/>
                      </a:cubicBezTo>
                      <a:cubicBezTo>
                        <a:pt x="25" y="12"/>
                        <a:pt x="25" y="0"/>
                        <a:pt x="1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8" name="Google Shape;978;p3"/>
                <p:cNvSpPr/>
                <p:nvPr/>
              </p:nvSpPr>
              <p:spPr>
                <a:xfrm>
                  <a:off x="1066643" y="748143"/>
                  <a:ext cx="26469" cy="22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9" h="424" extrusionOk="0">
                      <a:moveTo>
                        <a:pt x="254" y="0"/>
                      </a:moveTo>
                      <a:cubicBezTo>
                        <a:pt x="0" y="25"/>
                        <a:pt x="0" y="400"/>
                        <a:pt x="254" y="424"/>
                      </a:cubicBezTo>
                      <a:cubicBezTo>
                        <a:pt x="508" y="400"/>
                        <a:pt x="508" y="25"/>
                        <a:pt x="25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9" name="Google Shape;979;p3"/>
                <p:cNvSpPr/>
                <p:nvPr/>
              </p:nvSpPr>
              <p:spPr>
                <a:xfrm>
                  <a:off x="1124521" y="754436"/>
                  <a:ext cx="32762" cy="24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" h="473" extrusionOk="0">
                      <a:moveTo>
                        <a:pt x="315" y="0"/>
                      </a:moveTo>
                      <a:cubicBezTo>
                        <a:pt x="0" y="0"/>
                        <a:pt x="0" y="472"/>
                        <a:pt x="315" y="472"/>
                      </a:cubicBezTo>
                      <a:cubicBezTo>
                        <a:pt x="629" y="472"/>
                        <a:pt x="629" y="0"/>
                        <a:pt x="31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0" name="Google Shape;980;p3"/>
                <p:cNvSpPr/>
                <p:nvPr/>
              </p:nvSpPr>
              <p:spPr>
                <a:xfrm>
                  <a:off x="1186143" y="792189"/>
                  <a:ext cx="32138" cy="251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" h="484" extrusionOk="0">
                      <a:moveTo>
                        <a:pt x="315" y="0"/>
                      </a:moveTo>
                      <a:cubicBezTo>
                        <a:pt x="1" y="24"/>
                        <a:pt x="1" y="460"/>
                        <a:pt x="315" y="484"/>
                      </a:cubicBezTo>
                      <a:cubicBezTo>
                        <a:pt x="618" y="460"/>
                        <a:pt x="618" y="24"/>
                        <a:pt x="31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1" name="Google Shape;981;p3"/>
                <p:cNvSpPr/>
                <p:nvPr/>
              </p:nvSpPr>
              <p:spPr>
                <a:xfrm>
                  <a:off x="952759" y="134159"/>
                  <a:ext cx="25221" cy="18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364" extrusionOk="0">
                      <a:moveTo>
                        <a:pt x="243" y="1"/>
                      </a:moveTo>
                      <a:cubicBezTo>
                        <a:pt x="1" y="1"/>
                        <a:pt x="1" y="364"/>
                        <a:pt x="243" y="364"/>
                      </a:cubicBezTo>
                      <a:cubicBezTo>
                        <a:pt x="485" y="364"/>
                        <a:pt x="485" y="1"/>
                        <a:pt x="24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2" name="Google Shape;982;p3"/>
                <p:cNvSpPr/>
                <p:nvPr/>
              </p:nvSpPr>
              <p:spPr>
                <a:xfrm>
                  <a:off x="1162003" y="-193233"/>
                  <a:ext cx="32636" cy="26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" h="388" extrusionOk="0">
                      <a:moveTo>
                        <a:pt x="243" y="1"/>
                      </a:moveTo>
                      <a:cubicBezTo>
                        <a:pt x="1" y="13"/>
                        <a:pt x="1" y="364"/>
                        <a:pt x="243" y="388"/>
                      </a:cubicBezTo>
                      <a:cubicBezTo>
                        <a:pt x="485" y="364"/>
                        <a:pt x="485" y="13"/>
                        <a:pt x="24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3" name="Google Shape;983;p3"/>
                <p:cNvSpPr/>
                <p:nvPr/>
              </p:nvSpPr>
              <p:spPr>
                <a:xfrm>
                  <a:off x="756504" y="914185"/>
                  <a:ext cx="35310" cy="25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9" h="497" extrusionOk="0">
                      <a:moveTo>
                        <a:pt x="339" y="1"/>
                      </a:moveTo>
                      <a:cubicBezTo>
                        <a:pt x="1" y="1"/>
                        <a:pt x="1" y="497"/>
                        <a:pt x="339" y="497"/>
                      </a:cubicBezTo>
                      <a:cubicBezTo>
                        <a:pt x="678" y="497"/>
                        <a:pt x="678" y="1"/>
                        <a:pt x="33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4" name="Google Shape;984;p3"/>
                <p:cNvSpPr/>
                <p:nvPr/>
              </p:nvSpPr>
              <p:spPr>
                <a:xfrm>
                  <a:off x="819426" y="906645"/>
                  <a:ext cx="23921" cy="176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0" h="340" extrusionOk="0">
                      <a:moveTo>
                        <a:pt x="230" y="1"/>
                      </a:moveTo>
                      <a:cubicBezTo>
                        <a:pt x="4" y="1"/>
                        <a:pt x="0" y="340"/>
                        <a:pt x="219" y="340"/>
                      </a:cubicBezTo>
                      <a:cubicBezTo>
                        <a:pt x="222" y="340"/>
                        <a:pt x="226" y="340"/>
                        <a:pt x="230" y="339"/>
                      </a:cubicBezTo>
                      <a:cubicBezTo>
                        <a:pt x="460" y="339"/>
                        <a:pt x="460" y="1"/>
                        <a:pt x="2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5" name="Google Shape;985;p3"/>
                <p:cNvSpPr/>
                <p:nvPr/>
              </p:nvSpPr>
              <p:spPr>
                <a:xfrm>
                  <a:off x="833883" y="845647"/>
                  <a:ext cx="33386" cy="25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" h="485" extrusionOk="0">
                      <a:moveTo>
                        <a:pt x="327" y="0"/>
                      </a:moveTo>
                      <a:cubicBezTo>
                        <a:pt x="1" y="0"/>
                        <a:pt x="1" y="484"/>
                        <a:pt x="327" y="484"/>
                      </a:cubicBezTo>
                      <a:cubicBezTo>
                        <a:pt x="642" y="484"/>
                        <a:pt x="642" y="0"/>
                        <a:pt x="32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6" name="Google Shape;986;p3"/>
                <p:cNvSpPr/>
                <p:nvPr/>
              </p:nvSpPr>
              <p:spPr>
                <a:xfrm>
                  <a:off x="931386" y="870191"/>
                  <a:ext cx="37182" cy="295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5" h="569" extrusionOk="0">
                      <a:moveTo>
                        <a:pt x="363" y="0"/>
                      </a:moveTo>
                      <a:cubicBezTo>
                        <a:pt x="1" y="24"/>
                        <a:pt x="1" y="544"/>
                        <a:pt x="363" y="569"/>
                      </a:cubicBezTo>
                      <a:cubicBezTo>
                        <a:pt x="714" y="544"/>
                        <a:pt x="714" y="24"/>
                        <a:pt x="3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7" name="Google Shape;987;p3"/>
                <p:cNvSpPr/>
                <p:nvPr/>
              </p:nvSpPr>
              <p:spPr>
                <a:xfrm>
                  <a:off x="934558" y="824274"/>
                  <a:ext cx="39678" cy="302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3" h="581" extrusionOk="0">
                      <a:moveTo>
                        <a:pt x="375" y="0"/>
                      </a:moveTo>
                      <a:cubicBezTo>
                        <a:pt x="0" y="0"/>
                        <a:pt x="0" y="581"/>
                        <a:pt x="375" y="581"/>
                      </a:cubicBezTo>
                      <a:cubicBezTo>
                        <a:pt x="762" y="581"/>
                        <a:pt x="762" y="0"/>
                        <a:pt x="37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8" name="Google Shape;988;p3"/>
                <p:cNvSpPr/>
                <p:nvPr/>
              </p:nvSpPr>
              <p:spPr>
                <a:xfrm>
                  <a:off x="999301" y="768892"/>
                  <a:ext cx="23349" cy="18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9" h="364" extrusionOk="0">
                      <a:moveTo>
                        <a:pt x="231" y="1"/>
                      </a:moveTo>
                      <a:cubicBezTo>
                        <a:pt x="1" y="13"/>
                        <a:pt x="1" y="339"/>
                        <a:pt x="231" y="363"/>
                      </a:cubicBezTo>
                      <a:cubicBezTo>
                        <a:pt x="449" y="339"/>
                        <a:pt x="449" y="13"/>
                        <a:pt x="23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9" name="Google Shape;989;p3"/>
                <p:cNvSpPr/>
                <p:nvPr/>
              </p:nvSpPr>
              <p:spPr>
                <a:xfrm>
                  <a:off x="960975" y="719178"/>
                  <a:ext cx="31462" cy="25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5" h="497" extrusionOk="0">
                      <a:moveTo>
                        <a:pt x="302" y="1"/>
                      </a:moveTo>
                      <a:cubicBezTo>
                        <a:pt x="0" y="25"/>
                        <a:pt x="0" y="473"/>
                        <a:pt x="302" y="497"/>
                      </a:cubicBezTo>
                      <a:cubicBezTo>
                        <a:pt x="605" y="473"/>
                        <a:pt x="605" y="25"/>
                        <a:pt x="30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0" name="Google Shape;990;p3"/>
                <p:cNvSpPr/>
                <p:nvPr/>
              </p:nvSpPr>
              <p:spPr>
                <a:xfrm>
                  <a:off x="1035182" y="744347"/>
                  <a:ext cx="35882" cy="29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" h="558" extrusionOk="0">
                      <a:moveTo>
                        <a:pt x="351" y="1"/>
                      </a:moveTo>
                      <a:cubicBezTo>
                        <a:pt x="0" y="25"/>
                        <a:pt x="0" y="521"/>
                        <a:pt x="351" y="557"/>
                      </a:cubicBezTo>
                      <a:cubicBezTo>
                        <a:pt x="690" y="521"/>
                        <a:pt x="690" y="25"/>
                        <a:pt x="35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1" name="Google Shape;991;p3"/>
                <p:cNvSpPr/>
                <p:nvPr/>
              </p:nvSpPr>
              <p:spPr>
                <a:xfrm>
                  <a:off x="1105020" y="826146"/>
                  <a:ext cx="34010" cy="258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" h="497" extrusionOk="0">
                      <a:moveTo>
                        <a:pt x="327" y="0"/>
                      </a:moveTo>
                      <a:cubicBezTo>
                        <a:pt x="0" y="0"/>
                        <a:pt x="0" y="496"/>
                        <a:pt x="327" y="496"/>
                      </a:cubicBezTo>
                      <a:cubicBezTo>
                        <a:pt x="653" y="496"/>
                        <a:pt x="653" y="0"/>
                        <a:pt x="32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2" name="Google Shape;992;p3"/>
                <p:cNvSpPr/>
                <p:nvPr/>
              </p:nvSpPr>
              <p:spPr>
                <a:xfrm>
                  <a:off x="1160974" y="832438"/>
                  <a:ext cx="36558" cy="28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3" h="557" extrusionOk="0">
                      <a:moveTo>
                        <a:pt x="352" y="0"/>
                      </a:moveTo>
                      <a:cubicBezTo>
                        <a:pt x="1" y="24"/>
                        <a:pt x="1" y="533"/>
                        <a:pt x="352" y="557"/>
                      </a:cubicBezTo>
                      <a:cubicBezTo>
                        <a:pt x="702" y="533"/>
                        <a:pt x="702" y="24"/>
                        <a:pt x="35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3" name="Google Shape;993;p3"/>
                <p:cNvSpPr/>
                <p:nvPr/>
              </p:nvSpPr>
              <p:spPr>
                <a:xfrm>
                  <a:off x="1258478" y="892812"/>
                  <a:ext cx="9516" cy="75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" h="146" extrusionOk="0">
                      <a:moveTo>
                        <a:pt x="98" y="1"/>
                      </a:moveTo>
                      <a:cubicBezTo>
                        <a:pt x="1" y="1"/>
                        <a:pt x="1" y="146"/>
                        <a:pt x="98" y="146"/>
                      </a:cubicBezTo>
                      <a:cubicBezTo>
                        <a:pt x="182" y="146"/>
                        <a:pt x="182" y="1"/>
                        <a:pt x="9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4" name="Google Shape;994;p3"/>
                <p:cNvSpPr/>
                <p:nvPr/>
              </p:nvSpPr>
              <p:spPr>
                <a:xfrm>
                  <a:off x="1234609" y="833062"/>
                  <a:ext cx="34010" cy="27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4" h="533" extrusionOk="0">
                      <a:moveTo>
                        <a:pt x="327" y="0"/>
                      </a:moveTo>
                      <a:cubicBezTo>
                        <a:pt x="0" y="25"/>
                        <a:pt x="0" y="508"/>
                        <a:pt x="327" y="533"/>
                      </a:cubicBezTo>
                      <a:cubicBezTo>
                        <a:pt x="653" y="508"/>
                        <a:pt x="653" y="25"/>
                        <a:pt x="32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5" name="Google Shape;995;p3"/>
                <p:cNvSpPr/>
                <p:nvPr/>
              </p:nvSpPr>
              <p:spPr>
                <a:xfrm>
                  <a:off x="1004345" y="801601"/>
                  <a:ext cx="61103" cy="61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" h="1174" extrusionOk="0">
                      <a:moveTo>
                        <a:pt x="593" y="1"/>
                      </a:moveTo>
                      <a:cubicBezTo>
                        <a:pt x="569" y="557"/>
                        <a:pt x="557" y="569"/>
                        <a:pt x="1" y="593"/>
                      </a:cubicBezTo>
                      <a:cubicBezTo>
                        <a:pt x="557" y="605"/>
                        <a:pt x="569" y="617"/>
                        <a:pt x="593" y="1174"/>
                      </a:cubicBezTo>
                      <a:cubicBezTo>
                        <a:pt x="606" y="617"/>
                        <a:pt x="618" y="605"/>
                        <a:pt x="1174" y="593"/>
                      </a:cubicBezTo>
                      <a:cubicBezTo>
                        <a:pt x="618" y="569"/>
                        <a:pt x="606" y="557"/>
                        <a:pt x="59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6" name="Google Shape;996;p3"/>
                <p:cNvSpPr/>
                <p:nvPr/>
              </p:nvSpPr>
              <p:spPr>
                <a:xfrm>
                  <a:off x="729359" y="902588"/>
                  <a:ext cx="11181" cy="9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" h="190" extrusionOk="0">
                      <a:moveTo>
                        <a:pt x="108" y="0"/>
                      </a:moveTo>
                      <a:cubicBezTo>
                        <a:pt x="66" y="0"/>
                        <a:pt x="25" y="25"/>
                        <a:pt x="15" y="79"/>
                      </a:cubicBezTo>
                      <a:cubicBezTo>
                        <a:pt x="1" y="148"/>
                        <a:pt x="58" y="190"/>
                        <a:pt x="115" y="190"/>
                      </a:cubicBezTo>
                      <a:cubicBezTo>
                        <a:pt x="157" y="190"/>
                        <a:pt x="198" y="167"/>
                        <a:pt x="208" y="115"/>
                      </a:cubicBezTo>
                      <a:cubicBezTo>
                        <a:pt x="215" y="41"/>
                        <a:pt x="161" y="0"/>
                        <a:pt x="108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7" name="Google Shape;997;p3"/>
                <p:cNvSpPr/>
                <p:nvPr/>
              </p:nvSpPr>
              <p:spPr>
                <a:xfrm>
                  <a:off x="759312" y="910805"/>
                  <a:ext cx="24025" cy="204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2" h="394" extrusionOk="0">
                      <a:moveTo>
                        <a:pt x="228" y="1"/>
                      </a:moveTo>
                      <a:cubicBezTo>
                        <a:pt x="137" y="1"/>
                        <a:pt x="44" y="52"/>
                        <a:pt x="7" y="163"/>
                      </a:cubicBezTo>
                      <a:cubicBezTo>
                        <a:pt x="0" y="307"/>
                        <a:pt x="119" y="393"/>
                        <a:pt x="238" y="393"/>
                      </a:cubicBezTo>
                      <a:cubicBezTo>
                        <a:pt x="328" y="393"/>
                        <a:pt x="418" y="344"/>
                        <a:pt x="455" y="235"/>
                      </a:cubicBezTo>
                      <a:cubicBezTo>
                        <a:pt x="461" y="85"/>
                        <a:pt x="346" y="1"/>
                        <a:pt x="22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8" name="Google Shape;998;p3"/>
                <p:cNvSpPr/>
                <p:nvPr/>
              </p:nvSpPr>
              <p:spPr>
                <a:xfrm>
                  <a:off x="794361" y="780592"/>
                  <a:ext cx="35414" cy="30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1" h="591" extrusionOk="0">
                      <a:moveTo>
                        <a:pt x="335" y="1"/>
                      </a:moveTo>
                      <a:cubicBezTo>
                        <a:pt x="201" y="1"/>
                        <a:pt x="67" y="78"/>
                        <a:pt x="35" y="247"/>
                      </a:cubicBezTo>
                      <a:cubicBezTo>
                        <a:pt x="1" y="465"/>
                        <a:pt x="173" y="590"/>
                        <a:pt x="343" y="590"/>
                      </a:cubicBezTo>
                      <a:cubicBezTo>
                        <a:pt x="476" y="590"/>
                        <a:pt x="608" y="514"/>
                        <a:pt x="640" y="344"/>
                      </a:cubicBezTo>
                      <a:cubicBezTo>
                        <a:pt x="680" y="127"/>
                        <a:pt x="507" y="1"/>
                        <a:pt x="3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9" name="Google Shape;999;p3"/>
                <p:cNvSpPr/>
                <p:nvPr/>
              </p:nvSpPr>
              <p:spPr>
                <a:xfrm>
                  <a:off x="876004" y="778616"/>
                  <a:ext cx="37806" cy="31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7" h="608" extrusionOk="0">
                      <a:moveTo>
                        <a:pt x="323" y="0"/>
                      </a:moveTo>
                      <a:cubicBezTo>
                        <a:pt x="180" y="0"/>
                        <a:pt x="58" y="102"/>
                        <a:pt x="37" y="249"/>
                      </a:cubicBezTo>
                      <a:cubicBezTo>
                        <a:pt x="1" y="449"/>
                        <a:pt x="163" y="608"/>
                        <a:pt x="338" y="608"/>
                      </a:cubicBezTo>
                      <a:cubicBezTo>
                        <a:pt x="396" y="608"/>
                        <a:pt x="455" y="591"/>
                        <a:pt x="509" y="551"/>
                      </a:cubicBezTo>
                      <a:cubicBezTo>
                        <a:pt x="727" y="394"/>
                        <a:pt x="654" y="43"/>
                        <a:pt x="388" y="7"/>
                      </a:cubicBezTo>
                      <a:cubicBezTo>
                        <a:pt x="366" y="2"/>
                        <a:pt x="344" y="0"/>
                        <a:pt x="32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0" name="Google Shape;1000;p3"/>
                <p:cNvSpPr/>
                <p:nvPr/>
              </p:nvSpPr>
              <p:spPr>
                <a:xfrm>
                  <a:off x="846363" y="715330"/>
                  <a:ext cx="24129" cy="21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" h="421" extrusionOk="0">
                      <a:moveTo>
                        <a:pt x="226" y="1"/>
                      </a:moveTo>
                      <a:cubicBezTo>
                        <a:pt x="133" y="1"/>
                        <a:pt x="41" y="55"/>
                        <a:pt x="15" y="172"/>
                      </a:cubicBezTo>
                      <a:cubicBezTo>
                        <a:pt x="1" y="329"/>
                        <a:pt x="122" y="420"/>
                        <a:pt x="241" y="420"/>
                      </a:cubicBezTo>
                      <a:cubicBezTo>
                        <a:pt x="333" y="420"/>
                        <a:pt x="424" y="365"/>
                        <a:pt x="450" y="244"/>
                      </a:cubicBezTo>
                      <a:cubicBezTo>
                        <a:pt x="464" y="88"/>
                        <a:pt x="344" y="1"/>
                        <a:pt x="22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1" name="Google Shape;1001;p3"/>
                <p:cNvSpPr/>
                <p:nvPr/>
              </p:nvSpPr>
              <p:spPr>
                <a:xfrm>
                  <a:off x="949743" y="708102"/>
                  <a:ext cx="28133" cy="25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" h="485" extrusionOk="0">
                      <a:moveTo>
                        <a:pt x="268" y="0"/>
                      </a:moveTo>
                      <a:cubicBezTo>
                        <a:pt x="161" y="0"/>
                        <a:pt x="56" y="64"/>
                        <a:pt x="35" y="202"/>
                      </a:cubicBezTo>
                      <a:cubicBezTo>
                        <a:pt x="0" y="380"/>
                        <a:pt x="141" y="484"/>
                        <a:pt x="278" y="484"/>
                      </a:cubicBezTo>
                      <a:cubicBezTo>
                        <a:pt x="382" y="484"/>
                        <a:pt x="485" y="423"/>
                        <a:pt x="506" y="286"/>
                      </a:cubicBezTo>
                      <a:cubicBezTo>
                        <a:pt x="540" y="103"/>
                        <a:pt x="403" y="0"/>
                        <a:pt x="268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2" name="Google Shape;1002;p3"/>
                <p:cNvSpPr/>
                <p:nvPr/>
              </p:nvSpPr>
              <p:spPr>
                <a:xfrm>
                  <a:off x="1005801" y="717254"/>
                  <a:ext cx="29225" cy="256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" h="494" extrusionOk="0">
                      <a:moveTo>
                        <a:pt x="274" y="1"/>
                      </a:moveTo>
                      <a:cubicBezTo>
                        <a:pt x="163" y="1"/>
                        <a:pt x="53" y="65"/>
                        <a:pt x="21" y="207"/>
                      </a:cubicBezTo>
                      <a:cubicBezTo>
                        <a:pt x="1" y="390"/>
                        <a:pt x="144" y="494"/>
                        <a:pt x="286" y="494"/>
                      </a:cubicBezTo>
                      <a:cubicBezTo>
                        <a:pt x="398" y="494"/>
                        <a:pt x="509" y="430"/>
                        <a:pt x="541" y="292"/>
                      </a:cubicBezTo>
                      <a:cubicBezTo>
                        <a:pt x="562" y="108"/>
                        <a:pt x="417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3" name="Google Shape;1003;p3"/>
                <p:cNvSpPr/>
                <p:nvPr/>
              </p:nvSpPr>
              <p:spPr>
                <a:xfrm>
                  <a:off x="1094412" y="703110"/>
                  <a:ext cx="34426" cy="30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2" h="583" extrusionOk="0">
                      <a:moveTo>
                        <a:pt x="317" y="1"/>
                      </a:moveTo>
                      <a:cubicBezTo>
                        <a:pt x="187" y="1"/>
                        <a:pt x="61" y="75"/>
                        <a:pt x="35" y="237"/>
                      </a:cubicBezTo>
                      <a:cubicBezTo>
                        <a:pt x="1" y="457"/>
                        <a:pt x="176" y="583"/>
                        <a:pt x="345" y="583"/>
                      </a:cubicBezTo>
                      <a:cubicBezTo>
                        <a:pt x="475" y="583"/>
                        <a:pt x="601" y="509"/>
                        <a:pt x="628" y="346"/>
                      </a:cubicBezTo>
                      <a:cubicBezTo>
                        <a:pt x="662" y="127"/>
                        <a:pt x="487" y="1"/>
                        <a:pt x="31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4" name="Google Shape;1004;p3"/>
                <p:cNvSpPr/>
                <p:nvPr/>
              </p:nvSpPr>
              <p:spPr>
                <a:xfrm>
                  <a:off x="1186091" y="688185"/>
                  <a:ext cx="20957" cy="18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364" extrusionOk="0">
                      <a:moveTo>
                        <a:pt x="197" y="0"/>
                      </a:moveTo>
                      <a:cubicBezTo>
                        <a:pt x="116" y="0"/>
                        <a:pt x="35" y="47"/>
                        <a:pt x="14" y="149"/>
                      </a:cubicBezTo>
                      <a:cubicBezTo>
                        <a:pt x="0" y="285"/>
                        <a:pt x="101" y="364"/>
                        <a:pt x="203" y="364"/>
                      </a:cubicBezTo>
                      <a:cubicBezTo>
                        <a:pt x="282" y="364"/>
                        <a:pt x="362" y="316"/>
                        <a:pt x="389" y="210"/>
                      </a:cubicBezTo>
                      <a:cubicBezTo>
                        <a:pt x="402" y="75"/>
                        <a:pt x="299" y="0"/>
                        <a:pt x="19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5" name="Google Shape;1005;p3"/>
                <p:cNvSpPr/>
                <p:nvPr/>
              </p:nvSpPr>
              <p:spPr>
                <a:xfrm>
                  <a:off x="642568" y="852979"/>
                  <a:ext cx="20957" cy="189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365" extrusionOk="0">
                      <a:moveTo>
                        <a:pt x="203" y="1"/>
                      </a:moveTo>
                      <a:cubicBezTo>
                        <a:pt x="122" y="1"/>
                        <a:pt x="41" y="48"/>
                        <a:pt x="14" y="150"/>
                      </a:cubicBezTo>
                      <a:cubicBezTo>
                        <a:pt x="1" y="285"/>
                        <a:pt x="105" y="364"/>
                        <a:pt x="208" y="364"/>
                      </a:cubicBezTo>
                      <a:cubicBezTo>
                        <a:pt x="289" y="364"/>
                        <a:pt x="368" y="316"/>
                        <a:pt x="389" y="210"/>
                      </a:cubicBezTo>
                      <a:cubicBezTo>
                        <a:pt x="403" y="75"/>
                        <a:pt x="304" y="1"/>
                        <a:pt x="20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6" name="Google Shape;1006;p3"/>
                <p:cNvSpPr/>
                <p:nvPr/>
              </p:nvSpPr>
              <p:spPr>
                <a:xfrm>
                  <a:off x="706998" y="778668"/>
                  <a:ext cx="32398" cy="28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" h="545" extrusionOk="0">
                      <a:moveTo>
                        <a:pt x="304" y="0"/>
                      </a:moveTo>
                      <a:cubicBezTo>
                        <a:pt x="181" y="0"/>
                        <a:pt x="58" y="70"/>
                        <a:pt x="21" y="224"/>
                      </a:cubicBezTo>
                      <a:cubicBezTo>
                        <a:pt x="1" y="428"/>
                        <a:pt x="160" y="544"/>
                        <a:pt x="319" y="544"/>
                      </a:cubicBezTo>
                      <a:cubicBezTo>
                        <a:pt x="442" y="544"/>
                        <a:pt x="565" y="474"/>
                        <a:pt x="602" y="321"/>
                      </a:cubicBezTo>
                      <a:cubicBezTo>
                        <a:pt x="622" y="116"/>
                        <a:pt x="463" y="0"/>
                        <a:pt x="30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7" name="Google Shape;1007;p3"/>
                <p:cNvSpPr/>
                <p:nvPr/>
              </p:nvSpPr>
              <p:spPr>
                <a:xfrm>
                  <a:off x="784377" y="853239"/>
                  <a:ext cx="31826" cy="28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" h="541" extrusionOk="0">
                      <a:moveTo>
                        <a:pt x="290" y="1"/>
                      </a:moveTo>
                      <a:cubicBezTo>
                        <a:pt x="167" y="1"/>
                        <a:pt x="47" y="72"/>
                        <a:pt x="21" y="229"/>
                      </a:cubicBezTo>
                      <a:cubicBezTo>
                        <a:pt x="1" y="427"/>
                        <a:pt x="154" y="541"/>
                        <a:pt x="306" y="541"/>
                      </a:cubicBezTo>
                      <a:cubicBezTo>
                        <a:pt x="424" y="541"/>
                        <a:pt x="541" y="473"/>
                        <a:pt x="578" y="326"/>
                      </a:cubicBezTo>
                      <a:cubicBezTo>
                        <a:pt x="612" y="121"/>
                        <a:pt x="449" y="1"/>
                        <a:pt x="29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8" name="Google Shape;1008;p3"/>
                <p:cNvSpPr/>
                <p:nvPr/>
              </p:nvSpPr>
              <p:spPr>
                <a:xfrm>
                  <a:off x="948287" y="716630"/>
                  <a:ext cx="14665" cy="13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2" h="254" extrusionOk="0">
                      <a:moveTo>
                        <a:pt x="139" y="0"/>
                      </a:moveTo>
                      <a:cubicBezTo>
                        <a:pt x="82" y="0"/>
                        <a:pt x="25" y="35"/>
                        <a:pt x="14" y="110"/>
                      </a:cubicBezTo>
                      <a:cubicBezTo>
                        <a:pt x="1" y="199"/>
                        <a:pt x="75" y="253"/>
                        <a:pt x="147" y="253"/>
                      </a:cubicBezTo>
                      <a:cubicBezTo>
                        <a:pt x="203" y="253"/>
                        <a:pt x="258" y="221"/>
                        <a:pt x="268" y="147"/>
                      </a:cubicBezTo>
                      <a:cubicBezTo>
                        <a:pt x="282" y="53"/>
                        <a:pt x="210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9" name="Google Shape;1009;p3"/>
                <p:cNvSpPr/>
                <p:nvPr/>
              </p:nvSpPr>
              <p:spPr>
                <a:xfrm>
                  <a:off x="872260" y="731399"/>
                  <a:ext cx="32918" cy="24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3" h="478" extrusionOk="0">
                      <a:moveTo>
                        <a:pt x="342" y="1"/>
                      </a:moveTo>
                      <a:cubicBezTo>
                        <a:pt x="246" y="1"/>
                        <a:pt x="149" y="49"/>
                        <a:pt x="97" y="153"/>
                      </a:cubicBezTo>
                      <a:lnTo>
                        <a:pt x="85" y="177"/>
                      </a:lnTo>
                      <a:cubicBezTo>
                        <a:pt x="1" y="360"/>
                        <a:pt x="206" y="477"/>
                        <a:pt x="386" y="477"/>
                      </a:cubicBezTo>
                      <a:cubicBezTo>
                        <a:pt x="516" y="477"/>
                        <a:pt x="633" y="416"/>
                        <a:pt x="617" y="274"/>
                      </a:cubicBezTo>
                      <a:lnTo>
                        <a:pt x="617" y="238"/>
                      </a:lnTo>
                      <a:cubicBezTo>
                        <a:pt x="597" y="86"/>
                        <a:pt x="470" y="1"/>
                        <a:pt x="34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0" name="Google Shape;1010;p3"/>
                <p:cNvSpPr/>
                <p:nvPr/>
              </p:nvSpPr>
              <p:spPr>
                <a:xfrm>
                  <a:off x="888277" y="669985"/>
                  <a:ext cx="36870" cy="347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9" h="669" extrusionOk="0">
                      <a:moveTo>
                        <a:pt x="406" y="632"/>
                      </a:moveTo>
                      <a:lnTo>
                        <a:pt x="406" y="644"/>
                      </a:lnTo>
                      <a:lnTo>
                        <a:pt x="366" y="644"/>
                      </a:lnTo>
                      <a:cubicBezTo>
                        <a:pt x="379" y="642"/>
                        <a:pt x="392" y="638"/>
                        <a:pt x="406" y="632"/>
                      </a:cubicBezTo>
                      <a:close/>
                      <a:moveTo>
                        <a:pt x="307" y="0"/>
                      </a:moveTo>
                      <a:cubicBezTo>
                        <a:pt x="1" y="0"/>
                        <a:pt x="32" y="616"/>
                        <a:pt x="300" y="648"/>
                      </a:cubicBezTo>
                      <a:lnTo>
                        <a:pt x="300" y="648"/>
                      </a:lnTo>
                      <a:cubicBezTo>
                        <a:pt x="346" y="659"/>
                        <a:pt x="399" y="669"/>
                        <a:pt x="442" y="669"/>
                      </a:cubicBezTo>
                      <a:cubicBezTo>
                        <a:pt x="491" y="657"/>
                        <a:pt x="539" y="644"/>
                        <a:pt x="575" y="608"/>
                      </a:cubicBezTo>
                      <a:cubicBezTo>
                        <a:pt x="672" y="536"/>
                        <a:pt x="709" y="403"/>
                        <a:pt x="672" y="282"/>
                      </a:cubicBezTo>
                      <a:cubicBezTo>
                        <a:pt x="624" y="148"/>
                        <a:pt x="503" y="40"/>
                        <a:pt x="346" y="3"/>
                      </a:cubicBezTo>
                      <a:cubicBezTo>
                        <a:pt x="332" y="1"/>
                        <a:pt x="319" y="0"/>
                        <a:pt x="30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1" name="Google Shape;1011;p3"/>
                <p:cNvSpPr/>
                <p:nvPr/>
              </p:nvSpPr>
              <p:spPr>
                <a:xfrm>
                  <a:off x="936534" y="755320"/>
                  <a:ext cx="30629" cy="273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" h="526" extrusionOk="0">
                      <a:moveTo>
                        <a:pt x="293" y="1"/>
                      </a:moveTo>
                      <a:cubicBezTo>
                        <a:pt x="177" y="1"/>
                        <a:pt x="61" y="71"/>
                        <a:pt x="35" y="225"/>
                      </a:cubicBezTo>
                      <a:cubicBezTo>
                        <a:pt x="1" y="415"/>
                        <a:pt x="150" y="526"/>
                        <a:pt x="298" y="526"/>
                      </a:cubicBezTo>
                      <a:cubicBezTo>
                        <a:pt x="413" y="526"/>
                        <a:pt x="528" y="458"/>
                        <a:pt x="555" y="310"/>
                      </a:cubicBezTo>
                      <a:cubicBezTo>
                        <a:pt x="589" y="114"/>
                        <a:pt x="441" y="1"/>
                        <a:pt x="29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2" name="Google Shape;1012;p3"/>
                <p:cNvSpPr/>
                <p:nvPr/>
              </p:nvSpPr>
              <p:spPr>
                <a:xfrm>
                  <a:off x="1071687" y="659740"/>
                  <a:ext cx="25845" cy="226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" h="436" extrusionOk="0">
                      <a:moveTo>
                        <a:pt x="247" y="1"/>
                      </a:moveTo>
                      <a:cubicBezTo>
                        <a:pt x="203" y="1"/>
                        <a:pt x="159" y="14"/>
                        <a:pt x="121" y="43"/>
                      </a:cubicBezTo>
                      <a:cubicBezTo>
                        <a:pt x="12" y="128"/>
                        <a:pt x="0" y="297"/>
                        <a:pt x="109" y="382"/>
                      </a:cubicBezTo>
                      <a:cubicBezTo>
                        <a:pt x="151" y="417"/>
                        <a:pt x="202" y="436"/>
                        <a:pt x="251" y="436"/>
                      </a:cubicBezTo>
                      <a:cubicBezTo>
                        <a:pt x="286" y="436"/>
                        <a:pt x="321" y="426"/>
                        <a:pt x="351" y="406"/>
                      </a:cubicBezTo>
                      <a:cubicBezTo>
                        <a:pt x="460" y="345"/>
                        <a:pt x="496" y="200"/>
                        <a:pt x="423" y="91"/>
                      </a:cubicBezTo>
                      <a:cubicBezTo>
                        <a:pt x="380" y="33"/>
                        <a:pt x="313" y="1"/>
                        <a:pt x="24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3" name="Google Shape;1013;p3"/>
                <p:cNvSpPr/>
                <p:nvPr/>
              </p:nvSpPr>
              <p:spPr>
                <a:xfrm>
                  <a:off x="1191811" y="740447"/>
                  <a:ext cx="30525" cy="26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" h="502" extrusionOk="0">
                      <a:moveTo>
                        <a:pt x="269" y="1"/>
                      </a:moveTo>
                      <a:cubicBezTo>
                        <a:pt x="205" y="1"/>
                        <a:pt x="140" y="27"/>
                        <a:pt x="85" y="88"/>
                      </a:cubicBezTo>
                      <a:cubicBezTo>
                        <a:pt x="1" y="197"/>
                        <a:pt x="13" y="354"/>
                        <a:pt x="122" y="451"/>
                      </a:cubicBezTo>
                      <a:cubicBezTo>
                        <a:pt x="164" y="485"/>
                        <a:pt x="216" y="501"/>
                        <a:pt x="269" y="501"/>
                      </a:cubicBezTo>
                      <a:cubicBezTo>
                        <a:pt x="364" y="501"/>
                        <a:pt x="462" y="448"/>
                        <a:pt x="509" y="354"/>
                      </a:cubicBezTo>
                      <a:cubicBezTo>
                        <a:pt x="587" y="171"/>
                        <a:pt x="434" y="1"/>
                        <a:pt x="26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4" name="Google Shape;1014;p3"/>
                <p:cNvSpPr/>
                <p:nvPr/>
              </p:nvSpPr>
              <p:spPr>
                <a:xfrm>
                  <a:off x="1230813" y="666657"/>
                  <a:ext cx="29797" cy="31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" h="602" extrusionOk="0">
                      <a:moveTo>
                        <a:pt x="521" y="285"/>
                      </a:moveTo>
                      <a:cubicBezTo>
                        <a:pt x="521" y="289"/>
                        <a:pt x="521" y="293"/>
                        <a:pt x="521" y="298"/>
                      </a:cubicBezTo>
                      <a:lnTo>
                        <a:pt x="521" y="298"/>
                      </a:lnTo>
                      <a:cubicBezTo>
                        <a:pt x="521" y="297"/>
                        <a:pt x="521" y="297"/>
                        <a:pt x="521" y="297"/>
                      </a:cubicBezTo>
                      <a:lnTo>
                        <a:pt x="521" y="285"/>
                      </a:lnTo>
                      <a:close/>
                      <a:moveTo>
                        <a:pt x="300" y="1"/>
                      </a:moveTo>
                      <a:cubicBezTo>
                        <a:pt x="230" y="1"/>
                        <a:pt x="161" y="33"/>
                        <a:pt x="109" y="92"/>
                      </a:cubicBezTo>
                      <a:lnTo>
                        <a:pt x="109" y="79"/>
                      </a:lnTo>
                      <a:cubicBezTo>
                        <a:pt x="13" y="188"/>
                        <a:pt x="1" y="358"/>
                        <a:pt x="85" y="479"/>
                      </a:cubicBezTo>
                      <a:cubicBezTo>
                        <a:pt x="136" y="555"/>
                        <a:pt x="229" y="602"/>
                        <a:pt x="322" y="602"/>
                      </a:cubicBezTo>
                      <a:cubicBezTo>
                        <a:pt x="361" y="602"/>
                        <a:pt x="400" y="593"/>
                        <a:pt x="436" y="575"/>
                      </a:cubicBezTo>
                      <a:cubicBezTo>
                        <a:pt x="529" y="547"/>
                        <a:pt x="572" y="455"/>
                        <a:pt x="554" y="370"/>
                      </a:cubicBezTo>
                      <a:lnTo>
                        <a:pt x="554" y="370"/>
                      </a:lnTo>
                      <a:cubicBezTo>
                        <a:pt x="554" y="350"/>
                        <a:pt x="552" y="331"/>
                        <a:pt x="548" y="309"/>
                      </a:cubicBezTo>
                      <a:lnTo>
                        <a:pt x="548" y="309"/>
                      </a:lnTo>
                      <a:cubicBezTo>
                        <a:pt x="570" y="203"/>
                        <a:pt x="530" y="96"/>
                        <a:pt x="436" y="43"/>
                      </a:cubicBezTo>
                      <a:cubicBezTo>
                        <a:pt x="393" y="15"/>
                        <a:pt x="346" y="1"/>
                        <a:pt x="30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5" name="Google Shape;1015;p3"/>
                <p:cNvSpPr/>
                <p:nvPr/>
              </p:nvSpPr>
              <p:spPr>
                <a:xfrm>
                  <a:off x="1234869" y="799885"/>
                  <a:ext cx="24649" cy="21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" h="418" extrusionOk="0">
                      <a:moveTo>
                        <a:pt x="223" y="1"/>
                      </a:moveTo>
                      <a:cubicBezTo>
                        <a:pt x="130" y="1"/>
                        <a:pt x="38" y="52"/>
                        <a:pt x="7" y="167"/>
                      </a:cubicBezTo>
                      <a:cubicBezTo>
                        <a:pt x="0" y="325"/>
                        <a:pt x="124" y="417"/>
                        <a:pt x="246" y="417"/>
                      </a:cubicBezTo>
                      <a:cubicBezTo>
                        <a:pt x="339" y="417"/>
                        <a:pt x="431" y="365"/>
                        <a:pt x="467" y="251"/>
                      </a:cubicBezTo>
                      <a:cubicBezTo>
                        <a:pt x="474" y="92"/>
                        <a:pt x="347" y="1"/>
                        <a:pt x="22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6" name="Google Shape;1016;p3"/>
                <p:cNvSpPr/>
                <p:nvPr/>
              </p:nvSpPr>
              <p:spPr>
                <a:xfrm>
                  <a:off x="1208348" y="782308"/>
                  <a:ext cx="28341" cy="254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" h="489" extrusionOk="0">
                      <a:moveTo>
                        <a:pt x="270" y="1"/>
                      </a:moveTo>
                      <a:cubicBezTo>
                        <a:pt x="162" y="1"/>
                        <a:pt x="53" y="64"/>
                        <a:pt x="21" y="202"/>
                      </a:cubicBezTo>
                      <a:cubicBezTo>
                        <a:pt x="1" y="385"/>
                        <a:pt x="140" y="489"/>
                        <a:pt x="277" y="489"/>
                      </a:cubicBezTo>
                      <a:cubicBezTo>
                        <a:pt x="385" y="489"/>
                        <a:pt x="491" y="425"/>
                        <a:pt x="517" y="287"/>
                      </a:cubicBezTo>
                      <a:cubicBezTo>
                        <a:pt x="544" y="104"/>
                        <a:pt x="408" y="1"/>
                        <a:pt x="27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7" name="Google Shape;1017;p3"/>
                <p:cNvSpPr/>
                <p:nvPr/>
              </p:nvSpPr>
              <p:spPr>
                <a:xfrm>
                  <a:off x="1083596" y="717930"/>
                  <a:ext cx="98233" cy="98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9" h="1888" extrusionOk="0">
                      <a:moveTo>
                        <a:pt x="1102" y="1"/>
                      </a:moveTo>
                      <a:cubicBezTo>
                        <a:pt x="977" y="659"/>
                        <a:pt x="931" y="846"/>
                        <a:pt x="554" y="846"/>
                      </a:cubicBezTo>
                      <a:cubicBezTo>
                        <a:pt x="419" y="846"/>
                        <a:pt x="241" y="822"/>
                        <a:pt x="1" y="787"/>
                      </a:cubicBezTo>
                      <a:lnTo>
                        <a:pt x="1" y="787"/>
                      </a:lnTo>
                      <a:cubicBezTo>
                        <a:pt x="896" y="968"/>
                        <a:pt x="920" y="981"/>
                        <a:pt x="787" y="1888"/>
                      </a:cubicBezTo>
                      <a:cubicBezTo>
                        <a:pt x="921" y="1227"/>
                        <a:pt x="969" y="1047"/>
                        <a:pt x="1346" y="1047"/>
                      </a:cubicBezTo>
                      <a:cubicBezTo>
                        <a:pt x="1479" y="1047"/>
                        <a:pt x="1654" y="1070"/>
                        <a:pt x="1888" y="1101"/>
                      </a:cubicBezTo>
                      <a:cubicBezTo>
                        <a:pt x="993" y="932"/>
                        <a:pt x="981" y="908"/>
                        <a:pt x="110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8" name="Google Shape;1018;p3"/>
                <p:cNvSpPr/>
                <p:nvPr/>
              </p:nvSpPr>
              <p:spPr>
                <a:xfrm>
                  <a:off x="801798" y="792813"/>
                  <a:ext cx="98181" cy="97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" h="1876" extrusionOk="0">
                      <a:moveTo>
                        <a:pt x="1101" y="0"/>
                      </a:moveTo>
                      <a:cubicBezTo>
                        <a:pt x="977" y="649"/>
                        <a:pt x="931" y="834"/>
                        <a:pt x="556" y="834"/>
                      </a:cubicBezTo>
                      <a:cubicBezTo>
                        <a:pt x="420" y="834"/>
                        <a:pt x="242" y="810"/>
                        <a:pt x="1" y="774"/>
                      </a:cubicBezTo>
                      <a:lnTo>
                        <a:pt x="1" y="774"/>
                      </a:lnTo>
                      <a:cubicBezTo>
                        <a:pt x="896" y="956"/>
                        <a:pt x="908" y="980"/>
                        <a:pt x="787" y="1875"/>
                      </a:cubicBezTo>
                      <a:cubicBezTo>
                        <a:pt x="910" y="1223"/>
                        <a:pt x="957" y="1039"/>
                        <a:pt x="1324" y="1039"/>
                      </a:cubicBezTo>
                      <a:cubicBezTo>
                        <a:pt x="1460" y="1039"/>
                        <a:pt x="1642" y="1065"/>
                        <a:pt x="1888" y="1101"/>
                      </a:cubicBezTo>
                      <a:cubicBezTo>
                        <a:pt x="993" y="920"/>
                        <a:pt x="980" y="895"/>
                        <a:pt x="110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19" name="Google Shape;1019;p3"/>
                <p:cNvSpPr/>
                <p:nvPr/>
              </p:nvSpPr>
              <p:spPr>
                <a:xfrm>
                  <a:off x="988016" y="661301"/>
                  <a:ext cx="37806" cy="37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7" h="727" extrusionOk="0">
                      <a:moveTo>
                        <a:pt x="424" y="1"/>
                      </a:moveTo>
                      <a:cubicBezTo>
                        <a:pt x="370" y="253"/>
                        <a:pt x="349" y="324"/>
                        <a:pt x="203" y="324"/>
                      </a:cubicBezTo>
                      <a:cubicBezTo>
                        <a:pt x="152" y="324"/>
                        <a:pt x="87" y="316"/>
                        <a:pt x="0" y="303"/>
                      </a:cubicBezTo>
                      <a:lnTo>
                        <a:pt x="0" y="303"/>
                      </a:lnTo>
                      <a:cubicBezTo>
                        <a:pt x="339" y="364"/>
                        <a:pt x="351" y="376"/>
                        <a:pt x="303" y="727"/>
                      </a:cubicBezTo>
                      <a:cubicBezTo>
                        <a:pt x="347" y="471"/>
                        <a:pt x="365" y="402"/>
                        <a:pt x="508" y="402"/>
                      </a:cubicBezTo>
                      <a:cubicBezTo>
                        <a:pt x="561" y="402"/>
                        <a:pt x="631" y="411"/>
                        <a:pt x="726" y="424"/>
                      </a:cubicBezTo>
                      <a:cubicBezTo>
                        <a:pt x="375" y="352"/>
                        <a:pt x="375" y="340"/>
                        <a:pt x="424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0" name="Google Shape;1020;p3"/>
                <p:cNvSpPr/>
                <p:nvPr/>
              </p:nvSpPr>
              <p:spPr>
                <a:xfrm>
                  <a:off x="478346" y="705502"/>
                  <a:ext cx="37390" cy="303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9" h="583" extrusionOk="0">
                      <a:moveTo>
                        <a:pt x="374" y="0"/>
                      </a:moveTo>
                      <a:cubicBezTo>
                        <a:pt x="190" y="0"/>
                        <a:pt x="1" y="160"/>
                        <a:pt x="75" y="385"/>
                      </a:cubicBezTo>
                      <a:cubicBezTo>
                        <a:pt x="122" y="523"/>
                        <a:pt x="233" y="583"/>
                        <a:pt x="347" y="583"/>
                      </a:cubicBezTo>
                      <a:cubicBezTo>
                        <a:pt x="530" y="583"/>
                        <a:pt x="719" y="428"/>
                        <a:pt x="644" y="203"/>
                      </a:cubicBezTo>
                      <a:cubicBezTo>
                        <a:pt x="598" y="61"/>
                        <a:pt x="487" y="0"/>
                        <a:pt x="37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1" name="Google Shape;1021;p3"/>
                <p:cNvSpPr/>
                <p:nvPr/>
              </p:nvSpPr>
              <p:spPr>
                <a:xfrm>
                  <a:off x="488851" y="644400"/>
                  <a:ext cx="32190" cy="26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" h="515" extrusionOk="0">
                      <a:moveTo>
                        <a:pt x="313" y="1"/>
                      </a:moveTo>
                      <a:cubicBezTo>
                        <a:pt x="157" y="1"/>
                        <a:pt x="0" y="137"/>
                        <a:pt x="67" y="338"/>
                      </a:cubicBezTo>
                      <a:cubicBezTo>
                        <a:pt x="108" y="462"/>
                        <a:pt x="204" y="515"/>
                        <a:pt x="301" y="515"/>
                      </a:cubicBezTo>
                      <a:cubicBezTo>
                        <a:pt x="458" y="515"/>
                        <a:pt x="618" y="376"/>
                        <a:pt x="551" y="181"/>
                      </a:cubicBezTo>
                      <a:cubicBezTo>
                        <a:pt x="509" y="55"/>
                        <a:pt x="411" y="1"/>
                        <a:pt x="31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2" name="Google Shape;1022;p3"/>
                <p:cNvSpPr/>
                <p:nvPr/>
              </p:nvSpPr>
              <p:spPr>
                <a:xfrm>
                  <a:off x="541373" y="450018"/>
                  <a:ext cx="40458" cy="32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8" h="629" extrusionOk="0">
                      <a:moveTo>
                        <a:pt x="387" y="0"/>
                      </a:moveTo>
                      <a:cubicBezTo>
                        <a:pt x="359" y="0"/>
                        <a:pt x="330" y="4"/>
                        <a:pt x="303" y="12"/>
                      </a:cubicBezTo>
                      <a:cubicBezTo>
                        <a:pt x="97" y="84"/>
                        <a:pt x="1" y="399"/>
                        <a:pt x="194" y="544"/>
                      </a:cubicBezTo>
                      <a:lnTo>
                        <a:pt x="218" y="556"/>
                      </a:lnTo>
                      <a:cubicBezTo>
                        <a:pt x="276" y="606"/>
                        <a:pt x="345" y="629"/>
                        <a:pt x="412" y="629"/>
                      </a:cubicBezTo>
                      <a:cubicBezTo>
                        <a:pt x="539" y="629"/>
                        <a:pt x="662" y="546"/>
                        <a:pt x="702" y="411"/>
                      </a:cubicBezTo>
                      <a:lnTo>
                        <a:pt x="714" y="374"/>
                      </a:lnTo>
                      <a:cubicBezTo>
                        <a:pt x="778" y="174"/>
                        <a:pt x="582" y="0"/>
                        <a:pt x="38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3" name="Google Shape;1023;p3"/>
                <p:cNvSpPr/>
                <p:nvPr/>
              </p:nvSpPr>
              <p:spPr>
                <a:xfrm>
                  <a:off x="495403" y="546117"/>
                  <a:ext cx="24077" cy="20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3" h="389" extrusionOk="0">
                      <a:moveTo>
                        <a:pt x="236" y="0"/>
                      </a:moveTo>
                      <a:cubicBezTo>
                        <a:pt x="117" y="0"/>
                        <a:pt x="1" y="101"/>
                        <a:pt x="38" y="256"/>
                      </a:cubicBezTo>
                      <a:cubicBezTo>
                        <a:pt x="75" y="349"/>
                        <a:pt x="149" y="388"/>
                        <a:pt x="223" y="388"/>
                      </a:cubicBezTo>
                      <a:cubicBezTo>
                        <a:pt x="343" y="388"/>
                        <a:pt x="462" y="285"/>
                        <a:pt x="425" y="135"/>
                      </a:cubicBezTo>
                      <a:cubicBezTo>
                        <a:pt x="387" y="41"/>
                        <a:pt x="311" y="0"/>
                        <a:pt x="236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4" name="Google Shape;1024;p3"/>
                <p:cNvSpPr/>
                <p:nvPr/>
              </p:nvSpPr>
              <p:spPr>
                <a:xfrm>
                  <a:off x="643712" y="529164"/>
                  <a:ext cx="32502" cy="26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" h="515" extrusionOk="0">
                      <a:moveTo>
                        <a:pt x="324" y="0"/>
                      </a:moveTo>
                      <a:cubicBezTo>
                        <a:pt x="162" y="0"/>
                        <a:pt x="0" y="138"/>
                        <a:pt x="53" y="340"/>
                      </a:cubicBezTo>
                      <a:cubicBezTo>
                        <a:pt x="99" y="461"/>
                        <a:pt x="200" y="514"/>
                        <a:pt x="301" y="514"/>
                      </a:cubicBezTo>
                      <a:cubicBezTo>
                        <a:pt x="462" y="514"/>
                        <a:pt x="625" y="379"/>
                        <a:pt x="573" y="171"/>
                      </a:cubicBezTo>
                      <a:cubicBezTo>
                        <a:pt x="522" y="52"/>
                        <a:pt x="423" y="0"/>
                        <a:pt x="32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5" name="Google Shape;1025;p3"/>
                <p:cNvSpPr/>
                <p:nvPr/>
              </p:nvSpPr>
              <p:spPr>
                <a:xfrm>
                  <a:off x="635392" y="422145"/>
                  <a:ext cx="34582" cy="277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5" h="534" extrusionOk="0">
                      <a:moveTo>
                        <a:pt x="352" y="0"/>
                      </a:moveTo>
                      <a:cubicBezTo>
                        <a:pt x="178" y="0"/>
                        <a:pt x="0" y="145"/>
                        <a:pt x="68" y="354"/>
                      </a:cubicBezTo>
                      <a:cubicBezTo>
                        <a:pt x="119" y="479"/>
                        <a:pt x="223" y="533"/>
                        <a:pt x="327" y="533"/>
                      </a:cubicBezTo>
                      <a:cubicBezTo>
                        <a:pt x="496" y="533"/>
                        <a:pt x="664" y="394"/>
                        <a:pt x="612" y="185"/>
                      </a:cubicBezTo>
                      <a:cubicBezTo>
                        <a:pt x="566" y="55"/>
                        <a:pt x="459" y="0"/>
                        <a:pt x="35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6" name="Google Shape;1026;p3"/>
                <p:cNvSpPr/>
                <p:nvPr/>
              </p:nvSpPr>
              <p:spPr>
                <a:xfrm>
                  <a:off x="828111" y="422249"/>
                  <a:ext cx="36766" cy="30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7" h="578" extrusionOk="0">
                      <a:moveTo>
                        <a:pt x="361" y="0"/>
                      </a:moveTo>
                      <a:cubicBezTo>
                        <a:pt x="182" y="0"/>
                        <a:pt x="1" y="158"/>
                        <a:pt x="75" y="388"/>
                      </a:cubicBezTo>
                      <a:cubicBezTo>
                        <a:pt x="121" y="521"/>
                        <a:pt x="229" y="578"/>
                        <a:pt x="339" y="578"/>
                      </a:cubicBezTo>
                      <a:cubicBezTo>
                        <a:pt x="520" y="578"/>
                        <a:pt x="707" y="425"/>
                        <a:pt x="632" y="207"/>
                      </a:cubicBezTo>
                      <a:cubicBezTo>
                        <a:pt x="585" y="62"/>
                        <a:pt x="474" y="0"/>
                        <a:pt x="36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7" name="Google Shape;1027;p3"/>
                <p:cNvSpPr/>
                <p:nvPr/>
              </p:nvSpPr>
              <p:spPr>
                <a:xfrm>
                  <a:off x="821090" y="355738"/>
                  <a:ext cx="30005" cy="24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" h="475" extrusionOk="0">
                      <a:moveTo>
                        <a:pt x="297" y="0"/>
                      </a:moveTo>
                      <a:cubicBezTo>
                        <a:pt x="150" y="0"/>
                        <a:pt x="1" y="127"/>
                        <a:pt x="53" y="312"/>
                      </a:cubicBezTo>
                      <a:cubicBezTo>
                        <a:pt x="95" y="425"/>
                        <a:pt x="188" y="474"/>
                        <a:pt x="282" y="474"/>
                      </a:cubicBezTo>
                      <a:cubicBezTo>
                        <a:pt x="429" y="474"/>
                        <a:pt x="577" y="352"/>
                        <a:pt x="525" y="167"/>
                      </a:cubicBezTo>
                      <a:cubicBezTo>
                        <a:pt x="483" y="51"/>
                        <a:pt x="390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8" name="Google Shape;1028;p3"/>
                <p:cNvSpPr/>
                <p:nvPr/>
              </p:nvSpPr>
              <p:spPr>
                <a:xfrm>
                  <a:off x="721299" y="365619"/>
                  <a:ext cx="49090" cy="3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" h="724" extrusionOk="0">
                      <a:moveTo>
                        <a:pt x="458" y="1"/>
                      </a:moveTo>
                      <a:cubicBezTo>
                        <a:pt x="178" y="1"/>
                        <a:pt x="0" y="407"/>
                        <a:pt x="242" y="594"/>
                      </a:cubicBezTo>
                      <a:lnTo>
                        <a:pt x="291" y="631"/>
                      </a:lnTo>
                      <a:cubicBezTo>
                        <a:pt x="358" y="694"/>
                        <a:pt x="444" y="724"/>
                        <a:pt x="529" y="724"/>
                      </a:cubicBezTo>
                      <a:cubicBezTo>
                        <a:pt x="656" y="724"/>
                        <a:pt x="782" y="657"/>
                        <a:pt x="847" y="534"/>
                      </a:cubicBezTo>
                      <a:cubicBezTo>
                        <a:pt x="944" y="316"/>
                        <a:pt x="823" y="74"/>
                        <a:pt x="593" y="26"/>
                      </a:cubicBezTo>
                      <a:lnTo>
                        <a:pt x="605" y="26"/>
                      </a:lnTo>
                      <a:lnTo>
                        <a:pt x="545" y="14"/>
                      </a:lnTo>
                      <a:cubicBezTo>
                        <a:pt x="515" y="5"/>
                        <a:pt x="486" y="1"/>
                        <a:pt x="45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29" name="Google Shape;1029;p3"/>
                <p:cNvSpPr/>
                <p:nvPr/>
              </p:nvSpPr>
              <p:spPr>
                <a:xfrm>
                  <a:off x="919478" y="321625"/>
                  <a:ext cx="27041" cy="22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0" h="425" extrusionOk="0">
                      <a:moveTo>
                        <a:pt x="266" y="1"/>
                      </a:moveTo>
                      <a:cubicBezTo>
                        <a:pt x="135" y="1"/>
                        <a:pt x="0" y="114"/>
                        <a:pt x="60" y="279"/>
                      </a:cubicBezTo>
                      <a:cubicBezTo>
                        <a:pt x="93" y="381"/>
                        <a:pt x="173" y="424"/>
                        <a:pt x="254" y="424"/>
                      </a:cubicBezTo>
                      <a:cubicBezTo>
                        <a:pt x="385" y="424"/>
                        <a:pt x="519" y="310"/>
                        <a:pt x="459" y="146"/>
                      </a:cubicBezTo>
                      <a:cubicBezTo>
                        <a:pt x="427" y="44"/>
                        <a:pt x="347" y="1"/>
                        <a:pt x="26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0" name="Google Shape;1030;p3"/>
                <p:cNvSpPr/>
                <p:nvPr/>
              </p:nvSpPr>
              <p:spPr>
                <a:xfrm>
                  <a:off x="1089420" y="317881"/>
                  <a:ext cx="42330" cy="34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" h="660" extrusionOk="0">
                      <a:moveTo>
                        <a:pt x="421" y="1"/>
                      </a:moveTo>
                      <a:cubicBezTo>
                        <a:pt x="215" y="1"/>
                        <a:pt x="0" y="181"/>
                        <a:pt x="82" y="436"/>
                      </a:cubicBezTo>
                      <a:cubicBezTo>
                        <a:pt x="133" y="593"/>
                        <a:pt x="260" y="660"/>
                        <a:pt x="389" y="660"/>
                      </a:cubicBezTo>
                      <a:cubicBezTo>
                        <a:pt x="598" y="660"/>
                        <a:pt x="813" y="484"/>
                        <a:pt x="724" y="230"/>
                      </a:cubicBezTo>
                      <a:cubicBezTo>
                        <a:pt x="673" y="69"/>
                        <a:pt x="549" y="1"/>
                        <a:pt x="42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1" name="Google Shape;1031;p3"/>
                <p:cNvSpPr/>
                <p:nvPr/>
              </p:nvSpPr>
              <p:spPr>
                <a:xfrm>
                  <a:off x="1217500" y="337278"/>
                  <a:ext cx="40302" cy="32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5" h="630" extrusionOk="0">
                      <a:moveTo>
                        <a:pt x="397" y="0"/>
                      </a:moveTo>
                      <a:cubicBezTo>
                        <a:pt x="201" y="0"/>
                        <a:pt x="1" y="168"/>
                        <a:pt x="75" y="413"/>
                      </a:cubicBezTo>
                      <a:cubicBezTo>
                        <a:pt x="126" y="565"/>
                        <a:pt x="247" y="630"/>
                        <a:pt x="369" y="630"/>
                      </a:cubicBezTo>
                      <a:cubicBezTo>
                        <a:pt x="569" y="630"/>
                        <a:pt x="774" y="460"/>
                        <a:pt x="692" y="220"/>
                      </a:cubicBezTo>
                      <a:cubicBezTo>
                        <a:pt x="641" y="66"/>
                        <a:pt x="520" y="0"/>
                        <a:pt x="39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2" name="Google Shape;1032;p3"/>
                <p:cNvSpPr/>
                <p:nvPr/>
              </p:nvSpPr>
              <p:spPr>
                <a:xfrm>
                  <a:off x="1207100" y="432129"/>
                  <a:ext cx="21061" cy="174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5" h="336" extrusionOk="0">
                      <a:moveTo>
                        <a:pt x="205" y="0"/>
                      </a:moveTo>
                      <a:cubicBezTo>
                        <a:pt x="103" y="0"/>
                        <a:pt x="1" y="88"/>
                        <a:pt x="45" y="223"/>
                      </a:cubicBezTo>
                      <a:cubicBezTo>
                        <a:pt x="73" y="302"/>
                        <a:pt x="137" y="336"/>
                        <a:pt x="200" y="336"/>
                      </a:cubicBezTo>
                      <a:cubicBezTo>
                        <a:pt x="302" y="336"/>
                        <a:pt x="404" y="248"/>
                        <a:pt x="360" y="114"/>
                      </a:cubicBezTo>
                      <a:cubicBezTo>
                        <a:pt x="332" y="35"/>
                        <a:pt x="268" y="0"/>
                        <a:pt x="20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3" name="Google Shape;1033;p3"/>
                <p:cNvSpPr/>
                <p:nvPr/>
              </p:nvSpPr>
              <p:spPr>
                <a:xfrm>
                  <a:off x="878344" y="846219"/>
                  <a:ext cx="25585" cy="2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414" extrusionOk="0">
                      <a:moveTo>
                        <a:pt x="252" y="1"/>
                      </a:moveTo>
                      <a:cubicBezTo>
                        <a:pt x="127" y="1"/>
                        <a:pt x="1" y="111"/>
                        <a:pt x="53" y="268"/>
                      </a:cubicBezTo>
                      <a:cubicBezTo>
                        <a:pt x="85" y="370"/>
                        <a:pt x="163" y="413"/>
                        <a:pt x="241" y="413"/>
                      </a:cubicBezTo>
                      <a:cubicBezTo>
                        <a:pt x="366" y="413"/>
                        <a:pt x="492" y="303"/>
                        <a:pt x="440" y="147"/>
                      </a:cubicBezTo>
                      <a:cubicBezTo>
                        <a:pt x="407" y="44"/>
                        <a:pt x="330" y="1"/>
                        <a:pt x="25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4" name="Google Shape;1034;p3"/>
                <p:cNvSpPr/>
                <p:nvPr/>
              </p:nvSpPr>
              <p:spPr>
                <a:xfrm>
                  <a:off x="463162" y="499627"/>
                  <a:ext cx="25585" cy="212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" h="408" extrusionOk="0">
                      <a:moveTo>
                        <a:pt x="252" y="1"/>
                      </a:moveTo>
                      <a:cubicBezTo>
                        <a:pt x="127" y="1"/>
                        <a:pt x="1" y="111"/>
                        <a:pt x="53" y="267"/>
                      </a:cubicBezTo>
                      <a:cubicBezTo>
                        <a:pt x="86" y="366"/>
                        <a:pt x="164" y="408"/>
                        <a:pt x="242" y="408"/>
                      </a:cubicBezTo>
                      <a:cubicBezTo>
                        <a:pt x="367" y="408"/>
                        <a:pt x="492" y="302"/>
                        <a:pt x="440" y="146"/>
                      </a:cubicBezTo>
                      <a:cubicBezTo>
                        <a:pt x="407" y="44"/>
                        <a:pt x="330" y="1"/>
                        <a:pt x="25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5" name="Google Shape;1035;p3"/>
                <p:cNvSpPr/>
                <p:nvPr/>
              </p:nvSpPr>
              <p:spPr>
                <a:xfrm>
                  <a:off x="777981" y="401032"/>
                  <a:ext cx="28913" cy="220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6" h="424" extrusionOk="0">
                      <a:moveTo>
                        <a:pt x="233" y="1"/>
                      </a:moveTo>
                      <a:cubicBezTo>
                        <a:pt x="136" y="1"/>
                        <a:pt x="41" y="67"/>
                        <a:pt x="23" y="167"/>
                      </a:cubicBezTo>
                      <a:cubicBezTo>
                        <a:pt x="1" y="280"/>
                        <a:pt x="83" y="424"/>
                        <a:pt x="202" y="424"/>
                      </a:cubicBezTo>
                      <a:cubicBezTo>
                        <a:pt x="210" y="424"/>
                        <a:pt x="219" y="423"/>
                        <a:pt x="229" y="421"/>
                      </a:cubicBezTo>
                      <a:lnTo>
                        <a:pt x="241" y="421"/>
                      </a:lnTo>
                      <a:cubicBezTo>
                        <a:pt x="301" y="409"/>
                        <a:pt x="350" y="397"/>
                        <a:pt x="410" y="385"/>
                      </a:cubicBezTo>
                      <a:cubicBezTo>
                        <a:pt x="543" y="337"/>
                        <a:pt x="555" y="155"/>
                        <a:pt x="434" y="83"/>
                      </a:cubicBezTo>
                      <a:cubicBezTo>
                        <a:pt x="398" y="58"/>
                        <a:pt x="362" y="46"/>
                        <a:pt x="326" y="22"/>
                      </a:cubicBezTo>
                      <a:cubicBezTo>
                        <a:pt x="296" y="7"/>
                        <a:pt x="264" y="1"/>
                        <a:pt x="23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6" name="Google Shape;1036;p3"/>
                <p:cNvSpPr/>
                <p:nvPr/>
              </p:nvSpPr>
              <p:spPr>
                <a:xfrm>
                  <a:off x="982660" y="387096"/>
                  <a:ext cx="45658" cy="31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8" h="612" extrusionOk="0">
                      <a:moveTo>
                        <a:pt x="430" y="1"/>
                      </a:moveTo>
                      <a:cubicBezTo>
                        <a:pt x="126" y="1"/>
                        <a:pt x="1" y="474"/>
                        <a:pt x="345" y="593"/>
                      </a:cubicBezTo>
                      <a:cubicBezTo>
                        <a:pt x="390" y="605"/>
                        <a:pt x="437" y="611"/>
                        <a:pt x="485" y="611"/>
                      </a:cubicBezTo>
                      <a:cubicBezTo>
                        <a:pt x="671" y="611"/>
                        <a:pt x="858" y="516"/>
                        <a:pt x="877" y="314"/>
                      </a:cubicBezTo>
                      <a:cubicBezTo>
                        <a:pt x="877" y="218"/>
                        <a:pt x="829" y="133"/>
                        <a:pt x="756" y="84"/>
                      </a:cubicBezTo>
                      <a:cubicBezTo>
                        <a:pt x="708" y="60"/>
                        <a:pt x="660" y="36"/>
                        <a:pt x="611" y="36"/>
                      </a:cubicBezTo>
                      <a:lnTo>
                        <a:pt x="568" y="27"/>
                      </a:lnTo>
                      <a:lnTo>
                        <a:pt x="568" y="27"/>
                      </a:lnTo>
                      <a:cubicBezTo>
                        <a:pt x="566" y="26"/>
                        <a:pt x="560" y="24"/>
                        <a:pt x="551" y="24"/>
                      </a:cubicBezTo>
                      <a:cubicBezTo>
                        <a:pt x="508" y="8"/>
                        <a:pt x="468" y="1"/>
                        <a:pt x="4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7" name="Google Shape;1037;p3"/>
                <p:cNvSpPr/>
                <p:nvPr/>
              </p:nvSpPr>
              <p:spPr>
                <a:xfrm>
                  <a:off x="1012353" y="304153"/>
                  <a:ext cx="32554" cy="270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6" h="520" extrusionOk="0">
                      <a:moveTo>
                        <a:pt x="321" y="0"/>
                      </a:moveTo>
                      <a:cubicBezTo>
                        <a:pt x="160" y="0"/>
                        <a:pt x="0" y="140"/>
                        <a:pt x="52" y="349"/>
                      </a:cubicBezTo>
                      <a:cubicBezTo>
                        <a:pt x="103" y="468"/>
                        <a:pt x="202" y="520"/>
                        <a:pt x="301" y="520"/>
                      </a:cubicBezTo>
                      <a:cubicBezTo>
                        <a:pt x="463" y="520"/>
                        <a:pt x="625" y="382"/>
                        <a:pt x="573" y="179"/>
                      </a:cubicBezTo>
                      <a:cubicBezTo>
                        <a:pt x="522" y="54"/>
                        <a:pt x="421" y="0"/>
                        <a:pt x="32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3"/>
                <p:cNvSpPr/>
                <p:nvPr/>
              </p:nvSpPr>
              <p:spPr>
                <a:xfrm>
                  <a:off x="1107308" y="373315"/>
                  <a:ext cx="32918" cy="2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3" h="529" extrusionOk="0">
                      <a:moveTo>
                        <a:pt x="326" y="1"/>
                      </a:moveTo>
                      <a:cubicBezTo>
                        <a:pt x="165" y="1"/>
                        <a:pt x="1" y="141"/>
                        <a:pt x="53" y="349"/>
                      </a:cubicBezTo>
                      <a:cubicBezTo>
                        <a:pt x="99" y="475"/>
                        <a:pt x="201" y="529"/>
                        <a:pt x="303" y="529"/>
                      </a:cubicBezTo>
                      <a:cubicBezTo>
                        <a:pt x="467" y="529"/>
                        <a:pt x="633" y="389"/>
                        <a:pt x="573" y="180"/>
                      </a:cubicBezTo>
                      <a:cubicBezTo>
                        <a:pt x="527" y="55"/>
                        <a:pt x="427" y="1"/>
                        <a:pt x="32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9" name="Google Shape;1039;p3"/>
                <p:cNvSpPr/>
                <p:nvPr/>
              </p:nvSpPr>
              <p:spPr>
                <a:xfrm>
                  <a:off x="934350" y="874144"/>
                  <a:ext cx="8528" cy="73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" h="141" extrusionOk="0">
                      <a:moveTo>
                        <a:pt x="92" y="1"/>
                      </a:moveTo>
                      <a:cubicBezTo>
                        <a:pt x="48" y="1"/>
                        <a:pt x="1" y="40"/>
                        <a:pt x="16" y="93"/>
                      </a:cubicBezTo>
                      <a:cubicBezTo>
                        <a:pt x="25" y="126"/>
                        <a:pt x="51" y="141"/>
                        <a:pt x="78" y="141"/>
                      </a:cubicBezTo>
                      <a:cubicBezTo>
                        <a:pt x="120" y="141"/>
                        <a:pt x="164" y="104"/>
                        <a:pt x="149" y="45"/>
                      </a:cubicBezTo>
                      <a:cubicBezTo>
                        <a:pt x="140" y="14"/>
                        <a:pt x="117" y="1"/>
                        <a:pt x="9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0" name="Google Shape;1040;p3"/>
                <p:cNvSpPr/>
                <p:nvPr/>
              </p:nvSpPr>
              <p:spPr>
                <a:xfrm>
                  <a:off x="878188" y="890420"/>
                  <a:ext cx="32814" cy="27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" h="529" extrusionOk="0">
                      <a:moveTo>
                        <a:pt x="324" y="0"/>
                      </a:moveTo>
                      <a:cubicBezTo>
                        <a:pt x="164" y="0"/>
                        <a:pt x="1" y="140"/>
                        <a:pt x="68" y="349"/>
                      </a:cubicBezTo>
                      <a:cubicBezTo>
                        <a:pt x="110" y="474"/>
                        <a:pt x="208" y="528"/>
                        <a:pt x="308" y="528"/>
                      </a:cubicBezTo>
                      <a:cubicBezTo>
                        <a:pt x="468" y="528"/>
                        <a:pt x="631" y="388"/>
                        <a:pt x="564" y="180"/>
                      </a:cubicBezTo>
                      <a:cubicBezTo>
                        <a:pt x="522" y="54"/>
                        <a:pt x="423" y="0"/>
                        <a:pt x="32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1" name="Google Shape;1041;p3"/>
                <p:cNvSpPr/>
                <p:nvPr/>
              </p:nvSpPr>
              <p:spPr>
                <a:xfrm>
                  <a:off x="949119" y="792657"/>
                  <a:ext cx="35154" cy="304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6" h="585" extrusionOk="0">
                      <a:moveTo>
                        <a:pt x="361" y="1"/>
                      </a:moveTo>
                      <a:cubicBezTo>
                        <a:pt x="259" y="1"/>
                        <a:pt x="158" y="53"/>
                        <a:pt x="107" y="160"/>
                      </a:cubicBezTo>
                      <a:cubicBezTo>
                        <a:pt x="0" y="363"/>
                        <a:pt x="157" y="584"/>
                        <a:pt x="361" y="584"/>
                      </a:cubicBezTo>
                      <a:cubicBezTo>
                        <a:pt x="389" y="584"/>
                        <a:pt x="417" y="580"/>
                        <a:pt x="446" y="572"/>
                      </a:cubicBezTo>
                      <a:cubicBezTo>
                        <a:pt x="591" y="511"/>
                        <a:pt x="676" y="354"/>
                        <a:pt x="639" y="197"/>
                      </a:cubicBezTo>
                      <a:cubicBezTo>
                        <a:pt x="594" y="68"/>
                        <a:pt x="477" y="1"/>
                        <a:pt x="36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2" name="Google Shape;1042;p3"/>
                <p:cNvSpPr/>
                <p:nvPr/>
              </p:nvSpPr>
              <p:spPr>
                <a:xfrm>
                  <a:off x="946623" y="749287"/>
                  <a:ext cx="35778" cy="303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8" h="584" extrusionOk="0">
                      <a:moveTo>
                        <a:pt x="370" y="0"/>
                      </a:moveTo>
                      <a:cubicBezTo>
                        <a:pt x="268" y="0"/>
                        <a:pt x="163" y="52"/>
                        <a:pt x="107" y="160"/>
                      </a:cubicBezTo>
                      <a:cubicBezTo>
                        <a:pt x="0" y="362"/>
                        <a:pt x="157" y="584"/>
                        <a:pt x="369" y="584"/>
                      </a:cubicBezTo>
                      <a:cubicBezTo>
                        <a:pt x="398" y="584"/>
                        <a:pt x="427" y="580"/>
                        <a:pt x="458" y="571"/>
                      </a:cubicBezTo>
                      <a:cubicBezTo>
                        <a:pt x="603" y="511"/>
                        <a:pt x="687" y="353"/>
                        <a:pt x="639" y="196"/>
                      </a:cubicBezTo>
                      <a:cubicBezTo>
                        <a:pt x="600" y="67"/>
                        <a:pt x="486" y="0"/>
                        <a:pt x="37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3" name="Google Shape;1043;p3"/>
                <p:cNvSpPr/>
                <p:nvPr/>
              </p:nvSpPr>
              <p:spPr>
                <a:xfrm>
                  <a:off x="1063315" y="774820"/>
                  <a:ext cx="17161" cy="141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" h="273" extrusionOk="0">
                      <a:moveTo>
                        <a:pt x="175" y="1"/>
                      </a:moveTo>
                      <a:cubicBezTo>
                        <a:pt x="89" y="1"/>
                        <a:pt x="1" y="76"/>
                        <a:pt x="16" y="189"/>
                      </a:cubicBezTo>
                      <a:cubicBezTo>
                        <a:pt x="47" y="247"/>
                        <a:pt x="100" y="272"/>
                        <a:pt x="152" y="272"/>
                      </a:cubicBezTo>
                      <a:cubicBezTo>
                        <a:pt x="241" y="272"/>
                        <a:pt x="329" y="199"/>
                        <a:pt x="306" y="92"/>
                      </a:cubicBezTo>
                      <a:cubicBezTo>
                        <a:pt x="279" y="28"/>
                        <a:pt x="227" y="1"/>
                        <a:pt x="17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4" name="Google Shape;1044;p3"/>
                <p:cNvSpPr/>
                <p:nvPr/>
              </p:nvSpPr>
              <p:spPr>
                <a:xfrm>
                  <a:off x="1097480" y="748767"/>
                  <a:ext cx="32554" cy="281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6" h="541" extrusionOk="0">
                      <a:moveTo>
                        <a:pt x="440" y="1"/>
                      </a:moveTo>
                      <a:cubicBezTo>
                        <a:pt x="419" y="1"/>
                        <a:pt x="397" y="5"/>
                        <a:pt x="375" y="13"/>
                      </a:cubicBezTo>
                      <a:cubicBezTo>
                        <a:pt x="327" y="13"/>
                        <a:pt x="290" y="37"/>
                        <a:pt x="230" y="49"/>
                      </a:cubicBezTo>
                      <a:cubicBezTo>
                        <a:pt x="48" y="109"/>
                        <a:pt x="0" y="351"/>
                        <a:pt x="145" y="472"/>
                      </a:cubicBezTo>
                      <a:cubicBezTo>
                        <a:pt x="196" y="519"/>
                        <a:pt x="258" y="540"/>
                        <a:pt x="319" y="540"/>
                      </a:cubicBezTo>
                      <a:cubicBezTo>
                        <a:pt x="430" y="540"/>
                        <a:pt x="537" y="469"/>
                        <a:pt x="569" y="351"/>
                      </a:cubicBezTo>
                      <a:lnTo>
                        <a:pt x="569" y="339"/>
                      </a:lnTo>
                      <a:cubicBezTo>
                        <a:pt x="581" y="303"/>
                        <a:pt x="593" y="254"/>
                        <a:pt x="605" y="206"/>
                      </a:cubicBezTo>
                      <a:cubicBezTo>
                        <a:pt x="625" y="95"/>
                        <a:pt x="544" y="1"/>
                        <a:pt x="44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5" name="Google Shape;1045;p3"/>
                <p:cNvSpPr/>
                <p:nvPr/>
              </p:nvSpPr>
              <p:spPr>
                <a:xfrm>
                  <a:off x="1139394" y="741123"/>
                  <a:ext cx="31930" cy="2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" h="512" extrusionOk="0">
                      <a:moveTo>
                        <a:pt x="321" y="1"/>
                      </a:moveTo>
                      <a:cubicBezTo>
                        <a:pt x="162" y="1"/>
                        <a:pt x="0" y="138"/>
                        <a:pt x="53" y="341"/>
                      </a:cubicBezTo>
                      <a:cubicBezTo>
                        <a:pt x="99" y="460"/>
                        <a:pt x="195" y="512"/>
                        <a:pt x="293" y="512"/>
                      </a:cubicBezTo>
                      <a:cubicBezTo>
                        <a:pt x="452" y="512"/>
                        <a:pt x="614" y="374"/>
                        <a:pt x="561" y="172"/>
                      </a:cubicBezTo>
                      <a:cubicBezTo>
                        <a:pt x="515" y="52"/>
                        <a:pt x="419" y="1"/>
                        <a:pt x="32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6" name="Google Shape;1046;p3"/>
                <p:cNvSpPr/>
                <p:nvPr/>
              </p:nvSpPr>
              <p:spPr>
                <a:xfrm>
                  <a:off x="1016097" y="733427"/>
                  <a:ext cx="31930" cy="26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" h="515" extrusionOk="0">
                      <a:moveTo>
                        <a:pt x="317" y="0"/>
                      </a:moveTo>
                      <a:cubicBezTo>
                        <a:pt x="159" y="0"/>
                        <a:pt x="1" y="136"/>
                        <a:pt x="53" y="344"/>
                      </a:cubicBezTo>
                      <a:cubicBezTo>
                        <a:pt x="99" y="463"/>
                        <a:pt x="195" y="515"/>
                        <a:pt x="293" y="515"/>
                      </a:cubicBezTo>
                      <a:cubicBezTo>
                        <a:pt x="452" y="515"/>
                        <a:pt x="614" y="377"/>
                        <a:pt x="561" y="174"/>
                      </a:cubicBezTo>
                      <a:cubicBezTo>
                        <a:pt x="514" y="53"/>
                        <a:pt x="416" y="0"/>
                        <a:pt x="31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7" name="Google Shape;1047;p3"/>
                <p:cNvSpPr/>
                <p:nvPr/>
              </p:nvSpPr>
              <p:spPr>
                <a:xfrm>
                  <a:off x="1178395" y="749287"/>
                  <a:ext cx="31306" cy="257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" h="496" extrusionOk="0">
                      <a:moveTo>
                        <a:pt x="311" y="0"/>
                      </a:moveTo>
                      <a:cubicBezTo>
                        <a:pt x="156" y="0"/>
                        <a:pt x="1" y="135"/>
                        <a:pt x="53" y="329"/>
                      </a:cubicBezTo>
                      <a:cubicBezTo>
                        <a:pt x="99" y="445"/>
                        <a:pt x="196" y="495"/>
                        <a:pt x="292" y="495"/>
                      </a:cubicBezTo>
                      <a:cubicBezTo>
                        <a:pt x="446" y="495"/>
                        <a:pt x="601" y="366"/>
                        <a:pt x="549" y="172"/>
                      </a:cubicBezTo>
                      <a:cubicBezTo>
                        <a:pt x="503" y="52"/>
                        <a:pt x="407" y="0"/>
                        <a:pt x="31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8" name="Google Shape;1048;p3"/>
                <p:cNvSpPr/>
                <p:nvPr/>
              </p:nvSpPr>
              <p:spPr>
                <a:xfrm>
                  <a:off x="1228577" y="810181"/>
                  <a:ext cx="36610" cy="29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" h="570" extrusionOk="0">
                      <a:moveTo>
                        <a:pt x="368" y="1"/>
                      </a:moveTo>
                      <a:cubicBezTo>
                        <a:pt x="187" y="1"/>
                        <a:pt x="0" y="156"/>
                        <a:pt x="68" y="380"/>
                      </a:cubicBezTo>
                      <a:cubicBezTo>
                        <a:pt x="114" y="513"/>
                        <a:pt x="222" y="569"/>
                        <a:pt x="332" y="569"/>
                      </a:cubicBezTo>
                      <a:cubicBezTo>
                        <a:pt x="515" y="569"/>
                        <a:pt x="704" y="417"/>
                        <a:pt x="636" y="198"/>
                      </a:cubicBezTo>
                      <a:cubicBezTo>
                        <a:pt x="590" y="60"/>
                        <a:pt x="480" y="1"/>
                        <a:pt x="36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49" name="Google Shape;1049;p3"/>
                <p:cNvSpPr/>
                <p:nvPr/>
              </p:nvSpPr>
              <p:spPr>
                <a:xfrm>
                  <a:off x="347614" y="509716"/>
                  <a:ext cx="93813" cy="94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4" h="1816" extrusionOk="0">
                      <a:moveTo>
                        <a:pt x="606" y="1"/>
                      </a:moveTo>
                      <a:cubicBezTo>
                        <a:pt x="860" y="872"/>
                        <a:pt x="847" y="896"/>
                        <a:pt x="1" y="1210"/>
                      </a:cubicBezTo>
                      <a:cubicBezTo>
                        <a:pt x="307" y="1117"/>
                        <a:pt x="509" y="1058"/>
                        <a:pt x="655" y="1058"/>
                      </a:cubicBezTo>
                      <a:cubicBezTo>
                        <a:pt x="923" y="1058"/>
                        <a:pt x="1002" y="1258"/>
                        <a:pt x="1198" y="1815"/>
                      </a:cubicBezTo>
                      <a:cubicBezTo>
                        <a:pt x="944" y="932"/>
                        <a:pt x="944" y="908"/>
                        <a:pt x="1803" y="605"/>
                      </a:cubicBezTo>
                      <a:lnTo>
                        <a:pt x="1803" y="605"/>
                      </a:lnTo>
                      <a:cubicBezTo>
                        <a:pt x="1497" y="699"/>
                        <a:pt x="1295" y="758"/>
                        <a:pt x="1149" y="758"/>
                      </a:cubicBezTo>
                      <a:cubicBezTo>
                        <a:pt x="881" y="758"/>
                        <a:pt x="802" y="557"/>
                        <a:pt x="60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0" name="Google Shape;1050;p3"/>
                <p:cNvSpPr/>
                <p:nvPr/>
              </p:nvSpPr>
              <p:spPr>
                <a:xfrm>
                  <a:off x="669089" y="404672"/>
                  <a:ext cx="94385" cy="94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" h="1816" extrusionOk="0">
                      <a:moveTo>
                        <a:pt x="605" y="1"/>
                      </a:moveTo>
                      <a:cubicBezTo>
                        <a:pt x="871" y="871"/>
                        <a:pt x="847" y="896"/>
                        <a:pt x="0" y="1210"/>
                      </a:cubicBezTo>
                      <a:cubicBezTo>
                        <a:pt x="311" y="1117"/>
                        <a:pt x="515" y="1057"/>
                        <a:pt x="663" y="1057"/>
                      </a:cubicBezTo>
                      <a:cubicBezTo>
                        <a:pt x="935" y="1057"/>
                        <a:pt x="1014" y="1258"/>
                        <a:pt x="1210" y="1815"/>
                      </a:cubicBezTo>
                      <a:cubicBezTo>
                        <a:pt x="944" y="932"/>
                        <a:pt x="956" y="908"/>
                        <a:pt x="1815" y="605"/>
                      </a:cubicBezTo>
                      <a:lnTo>
                        <a:pt x="1815" y="605"/>
                      </a:lnTo>
                      <a:cubicBezTo>
                        <a:pt x="1504" y="699"/>
                        <a:pt x="1300" y="758"/>
                        <a:pt x="1152" y="758"/>
                      </a:cubicBezTo>
                      <a:cubicBezTo>
                        <a:pt x="880" y="758"/>
                        <a:pt x="801" y="557"/>
                        <a:pt x="60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1" name="Google Shape;1051;p3"/>
                <p:cNvSpPr/>
                <p:nvPr/>
              </p:nvSpPr>
              <p:spPr>
                <a:xfrm>
                  <a:off x="1168567" y="302749"/>
                  <a:ext cx="57879" cy="585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3" h="1126" extrusionOk="0">
                      <a:moveTo>
                        <a:pt x="375" y="1"/>
                      </a:moveTo>
                      <a:cubicBezTo>
                        <a:pt x="532" y="545"/>
                        <a:pt x="520" y="557"/>
                        <a:pt x="0" y="751"/>
                      </a:cubicBezTo>
                      <a:cubicBezTo>
                        <a:pt x="187" y="695"/>
                        <a:pt x="310" y="660"/>
                        <a:pt x="399" y="660"/>
                      </a:cubicBezTo>
                      <a:cubicBezTo>
                        <a:pt x="563" y="660"/>
                        <a:pt x="613" y="781"/>
                        <a:pt x="738" y="1126"/>
                      </a:cubicBezTo>
                      <a:cubicBezTo>
                        <a:pt x="581" y="581"/>
                        <a:pt x="581" y="569"/>
                        <a:pt x="1113" y="388"/>
                      </a:cubicBezTo>
                      <a:lnTo>
                        <a:pt x="1113" y="388"/>
                      </a:lnTo>
                      <a:cubicBezTo>
                        <a:pt x="931" y="442"/>
                        <a:pt x="808" y="476"/>
                        <a:pt x="718" y="476"/>
                      </a:cubicBezTo>
                      <a:cubicBezTo>
                        <a:pt x="546" y="476"/>
                        <a:pt x="494" y="351"/>
                        <a:pt x="37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2" name="Google Shape;1052;p3"/>
                <p:cNvSpPr/>
                <p:nvPr/>
              </p:nvSpPr>
              <p:spPr>
                <a:xfrm>
                  <a:off x="1004969" y="928017"/>
                  <a:ext cx="6968" cy="5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" h="110" extrusionOk="0">
                      <a:moveTo>
                        <a:pt x="73" y="1"/>
                      </a:moveTo>
                      <a:cubicBezTo>
                        <a:pt x="1" y="1"/>
                        <a:pt x="1" y="110"/>
                        <a:pt x="73" y="110"/>
                      </a:cubicBezTo>
                      <a:cubicBezTo>
                        <a:pt x="134" y="110"/>
                        <a:pt x="134" y="1"/>
                        <a:pt x="7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3" name="Google Shape;1053;p3"/>
                <p:cNvSpPr/>
                <p:nvPr/>
              </p:nvSpPr>
              <p:spPr>
                <a:xfrm>
                  <a:off x="1041474" y="899104"/>
                  <a:ext cx="10765" cy="75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" h="146" extrusionOk="0">
                      <a:moveTo>
                        <a:pt x="97" y="1"/>
                      </a:moveTo>
                      <a:cubicBezTo>
                        <a:pt x="0" y="1"/>
                        <a:pt x="0" y="146"/>
                        <a:pt x="97" y="146"/>
                      </a:cubicBezTo>
                      <a:cubicBezTo>
                        <a:pt x="206" y="146"/>
                        <a:pt x="206" y="1"/>
                        <a:pt x="9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4" name="Google Shape;1054;p3"/>
                <p:cNvSpPr/>
                <p:nvPr/>
              </p:nvSpPr>
              <p:spPr>
                <a:xfrm>
                  <a:off x="1112769" y="911949"/>
                  <a:ext cx="23037" cy="20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3" h="395" extrusionOk="0">
                      <a:moveTo>
                        <a:pt x="178" y="274"/>
                      </a:moveTo>
                      <a:lnTo>
                        <a:pt x="190" y="298"/>
                      </a:lnTo>
                      <a:lnTo>
                        <a:pt x="154" y="298"/>
                      </a:lnTo>
                      <a:lnTo>
                        <a:pt x="137" y="275"/>
                      </a:lnTo>
                      <a:lnTo>
                        <a:pt x="137" y="275"/>
                      </a:lnTo>
                      <a:cubicBezTo>
                        <a:pt x="142" y="276"/>
                        <a:pt x="148" y="276"/>
                        <a:pt x="154" y="276"/>
                      </a:cubicBezTo>
                      <a:cubicBezTo>
                        <a:pt x="162" y="276"/>
                        <a:pt x="170" y="275"/>
                        <a:pt x="178" y="274"/>
                      </a:cubicBezTo>
                      <a:close/>
                      <a:moveTo>
                        <a:pt x="215" y="1"/>
                      </a:moveTo>
                      <a:cubicBezTo>
                        <a:pt x="199" y="1"/>
                        <a:pt x="183" y="3"/>
                        <a:pt x="166" y="8"/>
                      </a:cubicBezTo>
                      <a:cubicBezTo>
                        <a:pt x="144" y="13"/>
                        <a:pt x="124" y="21"/>
                        <a:pt x="107" y="32"/>
                      </a:cubicBezTo>
                      <a:lnTo>
                        <a:pt x="107" y="32"/>
                      </a:lnTo>
                      <a:cubicBezTo>
                        <a:pt x="96" y="35"/>
                        <a:pt x="87" y="38"/>
                        <a:pt x="81" y="44"/>
                      </a:cubicBezTo>
                      <a:cubicBezTo>
                        <a:pt x="0" y="88"/>
                        <a:pt x="4" y="172"/>
                        <a:pt x="50" y="226"/>
                      </a:cubicBezTo>
                      <a:lnTo>
                        <a:pt x="50" y="226"/>
                      </a:lnTo>
                      <a:cubicBezTo>
                        <a:pt x="55" y="268"/>
                        <a:pt x="76" y="308"/>
                        <a:pt x="107" y="336"/>
                      </a:cubicBezTo>
                      <a:lnTo>
                        <a:pt x="107" y="336"/>
                      </a:lnTo>
                      <a:cubicBezTo>
                        <a:pt x="129" y="373"/>
                        <a:pt x="168" y="395"/>
                        <a:pt x="214" y="395"/>
                      </a:cubicBezTo>
                      <a:cubicBezTo>
                        <a:pt x="250" y="395"/>
                        <a:pt x="287" y="383"/>
                        <a:pt x="311" y="358"/>
                      </a:cubicBezTo>
                      <a:cubicBezTo>
                        <a:pt x="329" y="341"/>
                        <a:pt x="372" y="278"/>
                        <a:pt x="366" y="278"/>
                      </a:cubicBezTo>
                      <a:lnTo>
                        <a:pt x="366" y="278"/>
                      </a:lnTo>
                      <a:cubicBezTo>
                        <a:pt x="365" y="278"/>
                        <a:pt x="363" y="280"/>
                        <a:pt x="359" y="284"/>
                      </a:cubicBezTo>
                      <a:lnTo>
                        <a:pt x="359" y="284"/>
                      </a:lnTo>
                      <a:cubicBezTo>
                        <a:pt x="442" y="171"/>
                        <a:pt x="356" y="1"/>
                        <a:pt x="21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5" name="Google Shape;1055;p3"/>
                <p:cNvSpPr/>
                <p:nvPr/>
              </p:nvSpPr>
              <p:spPr>
                <a:xfrm>
                  <a:off x="1163522" y="895984"/>
                  <a:ext cx="11337" cy="88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" h="170" extrusionOk="0">
                      <a:moveTo>
                        <a:pt x="109" y="0"/>
                      </a:moveTo>
                      <a:cubicBezTo>
                        <a:pt x="0" y="0"/>
                        <a:pt x="0" y="169"/>
                        <a:pt x="109" y="169"/>
                      </a:cubicBezTo>
                      <a:cubicBezTo>
                        <a:pt x="218" y="169"/>
                        <a:pt x="218" y="0"/>
                        <a:pt x="10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6" name="Google Shape;1056;p3"/>
                <p:cNvSpPr/>
                <p:nvPr/>
              </p:nvSpPr>
              <p:spPr>
                <a:xfrm>
                  <a:off x="1064771" y="862599"/>
                  <a:ext cx="32086" cy="23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" h="461" extrusionOk="0">
                      <a:moveTo>
                        <a:pt x="290" y="1"/>
                      </a:moveTo>
                      <a:cubicBezTo>
                        <a:pt x="0" y="1"/>
                        <a:pt x="0" y="449"/>
                        <a:pt x="290" y="449"/>
                      </a:cubicBezTo>
                      <a:lnTo>
                        <a:pt x="290" y="461"/>
                      </a:lnTo>
                      <a:lnTo>
                        <a:pt x="315" y="461"/>
                      </a:lnTo>
                      <a:cubicBezTo>
                        <a:pt x="617" y="461"/>
                        <a:pt x="617" y="1"/>
                        <a:pt x="31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7" name="Google Shape;1057;p3"/>
                <p:cNvSpPr/>
                <p:nvPr/>
              </p:nvSpPr>
              <p:spPr>
                <a:xfrm>
                  <a:off x="1223896" y="924897"/>
                  <a:ext cx="22673" cy="17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" h="328" extrusionOk="0">
                      <a:moveTo>
                        <a:pt x="218" y="1"/>
                      </a:moveTo>
                      <a:cubicBezTo>
                        <a:pt x="1" y="1"/>
                        <a:pt x="1" y="327"/>
                        <a:pt x="218" y="327"/>
                      </a:cubicBezTo>
                      <a:cubicBezTo>
                        <a:pt x="436" y="327"/>
                        <a:pt x="436" y="1"/>
                        <a:pt x="21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8" name="Google Shape;1058;p3"/>
                <p:cNvSpPr/>
                <p:nvPr/>
              </p:nvSpPr>
              <p:spPr>
                <a:xfrm>
                  <a:off x="1206268" y="875808"/>
                  <a:ext cx="22101" cy="18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" h="352" extrusionOk="0">
                      <a:moveTo>
                        <a:pt x="219" y="1"/>
                      </a:moveTo>
                      <a:cubicBezTo>
                        <a:pt x="1" y="25"/>
                        <a:pt x="1" y="328"/>
                        <a:pt x="219" y="352"/>
                      </a:cubicBezTo>
                      <a:cubicBezTo>
                        <a:pt x="424" y="328"/>
                        <a:pt x="424" y="25"/>
                        <a:pt x="21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59" name="Google Shape;1059;p3"/>
                <p:cNvSpPr/>
                <p:nvPr/>
              </p:nvSpPr>
              <p:spPr>
                <a:xfrm>
                  <a:off x="1044594" y="873311"/>
                  <a:ext cx="24597" cy="183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3" h="352" extrusionOk="0">
                      <a:moveTo>
                        <a:pt x="243" y="1"/>
                      </a:moveTo>
                      <a:cubicBezTo>
                        <a:pt x="1" y="1"/>
                        <a:pt x="1" y="351"/>
                        <a:pt x="243" y="351"/>
                      </a:cubicBezTo>
                      <a:cubicBezTo>
                        <a:pt x="473" y="351"/>
                        <a:pt x="473" y="1"/>
                        <a:pt x="24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0" name="Google Shape;1060;p3"/>
                <p:cNvSpPr/>
                <p:nvPr/>
              </p:nvSpPr>
              <p:spPr>
                <a:xfrm>
                  <a:off x="955931" y="908465"/>
                  <a:ext cx="29225" cy="24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" h="467" extrusionOk="0">
                      <a:moveTo>
                        <a:pt x="217" y="0"/>
                      </a:moveTo>
                      <a:cubicBezTo>
                        <a:pt x="141" y="0"/>
                        <a:pt x="73" y="35"/>
                        <a:pt x="49" y="123"/>
                      </a:cubicBezTo>
                      <a:cubicBezTo>
                        <a:pt x="37" y="135"/>
                        <a:pt x="37" y="159"/>
                        <a:pt x="24" y="183"/>
                      </a:cubicBezTo>
                      <a:cubicBezTo>
                        <a:pt x="0" y="280"/>
                        <a:pt x="49" y="377"/>
                        <a:pt x="133" y="437"/>
                      </a:cubicBezTo>
                      <a:cubicBezTo>
                        <a:pt x="167" y="457"/>
                        <a:pt x="205" y="466"/>
                        <a:pt x="243" y="466"/>
                      </a:cubicBezTo>
                      <a:cubicBezTo>
                        <a:pt x="299" y="466"/>
                        <a:pt x="356" y="445"/>
                        <a:pt x="399" y="401"/>
                      </a:cubicBezTo>
                      <a:cubicBezTo>
                        <a:pt x="424" y="365"/>
                        <a:pt x="448" y="329"/>
                        <a:pt x="472" y="292"/>
                      </a:cubicBezTo>
                      <a:cubicBezTo>
                        <a:pt x="561" y="146"/>
                        <a:pt x="373" y="0"/>
                        <a:pt x="21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1" name="Google Shape;1061;p3"/>
                <p:cNvSpPr/>
                <p:nvPr/>
              </p:nvSpPr>
              <p:spPr>
                <a:xfrm>
                  <a:off x="-152337" y="-50625"/>
                  <a:ext cx="2586475" cy="23895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51" h="41712" extrusionOk="0">
                      <a:moveTo>
                        <a:pt x="13338" y="9583"/>
                      </a:moveTo>
                      <a:cubicBezTo>
                        <a:pt x="13314" y="9598"/>
                        <a:pt x="13290" y="9612"/>
                        <a:pt x="13266" y="9627"/>
                      </a:cubicBezTo>
                      <a:lnTo>
                        <a:pt x="13266" y="9627"/>
                      </a:lnTo>
                      <a:cubicBezTo>
                        <a:pt x="13290" y="9612"/>
                        <a:pt x="13314" y="9598"/>
                        <a:pt x="13338" y="9583"/>
                      </a:cubicBezTo>
                      <a:close/>
                      <a:moveTo>
                        <a:pt x="19948" y="0"/>
                      </a:moveTo>
                      <a:cubicBezTo>
                        <a:pt x="12481" y="0"/>
                        <a:pt x="4987" y="4289"/>
                        <a:pt x="1689" y="11434"/>
                      </a:cubicBezTo>
                      <a:cubicBezTo>
                        <a:pt x="2270" y="10515"/>
                        <a:pt x="2923" y="9631"/>
                        <a:pt x="3637" y="8809"/>
                      </a:cubicBezTo>
                      <a:lnTo>
                        <a:pt x="3637" y="8809"/>
                      </a:lnTo>
                      <a:cubicBezTo>
                        <a:pt x="3407" y="9172"/>
                        <a:pt x="3189" y="9535"/>
                        <a:pt x="2959" y="9898"/>
                      </a:cubicBezTo>
                      <a:cubicBezTo>
                        <a:pt x="6381" y="5050"/>
                        <a:pt x="13084" y="2282"/>
                        <a:pt x="19513" y="2282"/>
                      </a:cubicBezTo>
                      <a:cubicBezTo>
                        <a:pt x="26880" y="2282"/>
                        <a:pt x="33887" y="5916"/>
                        <a:pt x="35185" y="14216"/>
                      </a:cubicBezTo>
                      <a:cubicBezTo>
                        <a:pt x="35137" y="13926"/>
                        <a:pt x="35088" y="13648"/>
                        <a:pt x="35028" y="13369"/>
                      </a:cubicBezTo>
                      <a:lnTo>
                        <a:pt x="35028" y="13369"/>
                      </a:lnTo>
                      <a:cubicBezTo>
                        <a:pt x="35851" y="18123"/>
                        <a:pt x="34701" y="23639"/>
                        <a:pt x="30298" y="26264"/>
                      </a:cubicBezTo>
                      <a:cubicBezTo>
                        <a:pt x="28832" y="27141"/>
                        <a:pt x="27070" y="27569"/>
                        <a:pt x="25314" y="27569"/>
                      </a:cubicBezTo>
                      <a:cubicBezTo>
                        <a:pt x="20910" y="27569"/>
                        <a:pt x="16535" y="24877"/>
                        <a:pt x="16907" y="19793"/>
                      </a:cubicBezTo>
                      <a:lnTo>
                        <a:pt x="16907" y="19793"/>
                      </a:lnTo>
                      <a:cubicBezTo>
                        <a:pt x="17374" y="23874"/>
                        <a:pt x="20170" y="25607"/>
                        <a:pt x="23197" y="25607"/>
                      </a:cubicBezTo>
                      <a:cubicBezTo>
                        <a:pt x="26290" y="25607"/>
                        <a:pt x="29625" y="23798"/>
                        <a:pt x="30963" y="20833"/>
                      </a:cubicBezTo>
                      <a:cubicBezTo>
                        <a:pt x="33613" y="14978"/>
                        <a:pt x="29173" y="7938"/>
                        <a:pt x="23258" y="6365"/>
                      </a:cubicBezTo>
                      <a:cubicBezTo>
                        <a:pt x="22129" y="6069"/>
                        <a:pt x="20990" y="5929"/>
                        <a:pt x="19860" y="5929"/>
                      </a:cubicBezTo>
                      <a:cubicBezTo>
                        <a:pt x="13603" y="5929"/>
                        <a:pt x="7645" y="10227"/>
                        <a:pt x="5524" y="16140"/>
                      </a:cubicBezTo>
                      <a:cubicBezTo>
                        <a:pt x="1205" y="28188"/>
                        <a:pt x="10822" y="41071"/>
                        <a:pt x="23197" y="41712"/>
                      </a:cubicBezTo>
                      <a:cubicBezTo>
                        <a:pt x="22133" y="41506"/>
                        <a:pt x="21068" y="41228"/>
                        <a:pt x="20040" y="40865"/>
                      </a:cubicBezTo>
                      <a:lnTo>
                        <a:pt x="20040" y="40865"/>
                      </a:lnTo>
                      <a:cubicBezTo>
                        <a:pt x="20463" y="40950"/>
                        <a:pt x="20875" y="41022"/>
                        <a:pt x="21310" y="41095"/>
                      </a:cubicBezTo>
                      <a:cubicBezTo>
                        <a:pt x="8991" y="38162"/>
                        <a:pt x="1" y="18035"/>
                        <a:pt x="12928" y="9835"/>
                      </a:cubicBezTo>
                      <a:lnTo>
                        <a:pt x="12928" y="9835"/>
                      </a:lnTo>
                      <a:cubicBezTo>
                        <a:pt x="15187" y="8521"/>
                        <a:pt x="17807" y="7724"/>
                        <a:pt x="20340" y="7724"/>
                      </a:cubicBezTo>
                      <a:cubicBezTo>
                        <a:pt x="23391" y="7724"/>
                        <a:pt x="26315" y="8881"/>
                        <a:pt x="28326" y="11688"/>
                      </a:cubicBezTo>
                      <a:cubicBezTo>
                        <a:pt x="31602" y="16259"/>
                        <a:pt x="30089" y="24890"/>
                        <a:pt x="23768" y="24890"/>
                      </a:cubicBezTo>
                      <a:cubicBezTo>
                        <a:pt x="23180" y="24890"/>
                        <a:pt x="22550" y="24815"/>
                        <a:pt x="21879" y="24656"/>
                      </a:cubicBezTo>
                      <a:lnTo>
                        <a:pt x="21879" y="24656"/>
                      </a:lnTo>
                      <a:cubicBezTo>
                        <a:pt x="22160" y="24683"/>
                        <a:pt x="22432" y="24696"/>
                        <a:pt x="22693" y="24696"/>
                      </a:cubicBezTo>
                      <a:cubicBezTo>
                        <a:pt x="30619" y="24696"/>
                        <a:pt x="29331" y="12656"/>
                        <a:pt x="21637" y="11930"/>
                      </a:cubicBezTo>
                      <a:cubicBezTo>
                        <a:pt x="21372" y="11905"/>
                        <a:pt x="21111" y="11894"/>
                        <a:pt x="20854" y="11894"/>
                      </a:cubicBezTo>
                      <a:cubicBezTo>
                        <a:pt x="14597" y="11894"/>
                        <a:pt x="10588" y="18934"/>
                        <a:pt x="11947" y="24813"/>
                      </a:cubicBezTo>
                      <a:cubicBezTo>
                        <a:pt x="13401" y="31070"/>
                        <a:pt x="19987" y="35037"/>
                        <a:pt x="26139" y="35037"/>
                      </a:cubicBezTo>
                      <a:cubicBezTo>
                        <a:pt x="26231" y="35037"/>
                        <a:pt x="26323" y="35036"/>
                        <a:pt x="26415" y="35035"/>
                      </a:cubicBezTo>
                      <a:cubicBezTo>
                        <a:pt x="35863" y="34865"/>
                        <a:pt x="43254" y="25551"/>
                        <a:pt x="43181" y="16490"/>
                      </a:cubicBezTo>
                      <a:cubicBezTo>
                        <a:pt x="43012" y="11373"/>
                        <a:pt x="41355" y="6462"/>
                        <a:pt x="37798" y="2700"/>
                      </a:cubicBezTo>
                      <a:lnTo>
                        <a:pt x="37798" y="2700"/>
                      </a:lnTo>
                      <a:cubicBezTo>
                        <a:pt x="38427" y="3583"/>
                        <a:pt x="38996" y="4515"/>
                        <a:pt x="39492" y="5494"/>
                      </a:cubicBezTo>
                      <a:cubicBezTo>
                        <a:pt x="39250" y="5144"/>
                        <a:pt x="38996" y="4805"/>
                        <a:pt x="38742" y="4454"/>
                      </a:cubicBezTo>
                      <a:lnTo>
                        <a:pt x="38742" y="4454"/>
                      </a:lnTo>
                      <a:cubicBezTo>
                        <a:pt x="45150" y="14341"/>
                        <a:pt x="39160" y="33163"/>
                        <a:pt x="26096" y="33163"/>
                      </a:cubicBezTo>
                      <a:cubicBezTo>
                        <a:pt x="25212" y="33163"/>
                        <a:pt x="24295" y="33077"/>
                        <a:pt x="23348" y="32896"/>
                      </a:cubicBezTo>
                      <a:lnTo>
                        <a:pt x="23348" y="32896"/>
                      </a:lnTo>
                      <a:cubicBezTo>
                        <a:pt x="17581" y="31559"/>
                        <a:pt x="12303" y="27014"/>
                        <a:pt x="13423" y="20579"/>
                      </a:cubicBezTo>
                      <a:cubicBezTo>
                        <a:pt x="14114" y="16579"/>
                        <a:pt x="18430" y="12904"/>
                        <a:pt x="22251" y="12904"/>
                      </a:cubicBezTo>
                      <a:cubicBezTo>
                        <a:pt x="24382" y="12904"/>
                        <a:pt x="26359" y="14047"/>
                        <a:pt x="27468" y="16914"/>
                      </a:cubicBezTo>
                      <a:cubicBezTo>
                        <a:pt x="26475" y="14674"/>
                        <a:pt x="24789" y="13747"/>
                        <a:pt x="23006" y="13747"/>
                      </a:cubicBezTo>
                      <a:cubicBezTo>
                        <a:pt x="18356" y="13747"/>
                        <a:pt x="13050" y="20056"/>
                        <a:pt x="17693" y="25853"/>
                      </a:cubicBezTo>
                      <a:cubicBezTo>
                        <a:pt x="19527" y="28145"/>
                        <a:pt x="22302" y="29180"/>
                        <a:pt x="25139" y="29180"/>
                      </a:cubicBezTo>
                      <a:cubicBezTo>
                        <a:pt x="28293" y="29180"/>
                        <a:pt x="31524" y="27902"/>
                        <a:pt x="33625" y="25648"/>
                      </a:cubicBezTo>
                      <a:cubicBezTo>
                        <a:pt x="39080" y="19781"/>
                        <a:pt x="37883" y="9922"/>
                        <a:pt x="32173" y="4684"/>
                      </a:cubicBezTo>
                      <a:cubicBezTo>
                        <a:pt x="28670" y="1466"/>
                        <a:pt x="24313" y="0"/>
                        <a:pt x="19948" y="0"/>
                      </a:cubicBezTo>
                      <a:close/>
                    </a:path>
                  </a:pathLst>
                </a:custGeom>
                <a:solidFill>
                  <a:schemeClr val="accent2">
                    <a:alpha val="2723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62" name="Google Shape;1062;p3"/>
            <p:cNvGrpSpPr/>
            <p:nvPr/>
          </p:nvGrpSpPr>
          <p:grpSpPr>
            <a:xfrm>
              <a:off x="7335608" y="2845634"/>
              <a:ext cx="2735698" cy="2906951"/>
              <a:chOff x="7074538" y="2755486"/>
              <a:chExt cx="2010655" cy="2136521"/>
            </a:xfrm>
          </p:grpSpPr>
          <p:grpSp>
            <p:nvGrpSpPr>
              <p:cNvPr id="1063" name="Google Shape;1063;p3"/>
              <p:cNvGrpSpPr/>
              <p:nvPr/>
            </p:nvGrpSpPr>
            <p:grpSpPr>
              <a:xfrm flipH="1">
                <a:off x="7346152" y="2910434"/>
                <a:ext cx="1569582" cy="1981573"/>
                <a:chOff x="146217" y="2712579"/>
                <a:chExt cx="1552966" cy="1960401"/>
              </a:xfrm>
            </p:grpSpPr>
            <p:grpSp>
              <p:nvGrpSpPr>
                <p:cNvPr id="1064" name="Google Shape;1064;p3"/>
                <p:cNvGrpSpPr/>
                <p:nvPr/>
              </p:nvGrpSpPr>
              <p:grpSpPr>
                <a:xfrm>
                  <a:off x="146217" y="2712579"/>
                  <a:ext cx="1134008" cy="607901"/>
                  <a:chOff x="5206900" y="826150"/>
                  <a:chExt cx="599275" cy="321250"/>
                </a:xfrm>
              </p:grpSpPr>
              <p:sp>
                <p:nvSpPr>
                  <p:cNvPr id="1065" name="Google Shape;1065;p3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6" name="Google Shape;1066;p3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7" name="Google Shape;1067;p3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8" name="Google Shape;1068;p3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69" name="Google Shape;1069;p3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0" name="Google Shape;1070;p3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1" name="Google Shape;1071;p3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2" name="Google Shape;1072;p3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3" name="Google Shape;1073;p3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4" name="Google Shape;1074;p3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5" name="Google Shape;1075;p3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6" name="Google Shape;1076;p3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7" name="Google Shape;1077;p3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78" name="Google Shape;1078;p3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079" name="Google Shape;1079;p3"/>
                <p:cNvGrpSpPr/>
                <p:nvPr/>
              </p:nvGrpSpPr>
              <p:grpSpPr>
                <a:xfrm rot="-9256633">
                  <a:off x="489429" y="3110262"/>
                  <a:ext cx="1134020" cy="607908"/>
                  <a:chOff x="5206900" y="826150"/>
                  <a:chExt cx="599275" cy="321250"/>
                </a:xfrm>
              </p:grpSpPr>
              <p:sp>
                <p:nvSpPr>
                  <p:cNvPr id="1080" name="Google Shape;1080;p3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1" name="Google Shape;1081;p3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2" name="Google Shape;1082;p3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3" name="Google Shape;1083;p3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4" name="Google Shape;1084;p3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5" name="Google Shape;1085;p3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6" name="Google Shape;1086;p3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7" name="Google Shape;1087;p3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8" name="Google Shape;1088;p3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89" name="Google Shape;1089;p3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0" name="Google Shape;1090;p3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1" name="Google Shape;1091;p3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2" name="Google Shape;1092;p3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3" name="Google Shape;1093;p3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094" name="Google Shape;1094;p3"/>
                <p:cNvGrpSpPr/>
                <p:nvPr/>
              </p:nvGrpSpPr>
              <p:grpSpPr>
                <a:xfrm rot="7120513" flipH="1">
                  <a:off x="538618" y="3725726"/>
                  <a:ext cx="1133997" cy="607895"/>
                  <a:chOff x="5206900" y="826150"/>
                  <a:chExt cx="599275" cy="321250"/>
                </a:xfrm>
              </p:grpSpPr>
              <p:sp>
                <p:nvSpPr>
                  <p:cNvPr id="1095" name="Google Shape;1095;p3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6" name="Google Shape;1096;p3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7" name="Google Shape;1097;p3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8" name="Google Shape;1098;p3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99" name="Google Shape;1099;p3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0" name="Google Shape;1100;p3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1" name="Google Shape;1101;p3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2" name="Google Shape;1102;p3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3" name="Google Shape;1103;p3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4" name="Google Shape;1104;p3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5" name="Google Shape;1105;p3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6" name="Google Shape;1106;p3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7" name="Google Shape;1107;p3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08" name="Google Shape;1108;p3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09" name="Google Shape;1109;p3"/>
              <p:cNvSpPr/>
              <p:nvPr/>
            </p:nvSpPr>
            <p:spPr>
              <a:xfrm>
                <a:off x="7161230" y="2910343"/>
                <a:ext cx="1870244" cy="1349511"/>
              </a:xfrm>
              <a:custGeom>
                <a:avLst/>
                <a:gdLst/>
                <a:ahLst/>
                <a:cxnLst/>
                <a:rect l="l" t="t" r="r" b="b"/>
                <a:pathLst>
                  <a:path w="16610" h="11985" extrusionOk="0">
                    <a:moveTo>
                      <a:pt x="9059" y="0"/>
                    </a:moveTo>
                    <a:cubicBezTo>
                      <a:pt x="7874" y="0"/>
                      <a:pt x="6703" y="379"/>
                      <a:pt x="5722" y="1117"/>
                    </a:cubicBezTo>
                    <a:cubicBezTo>
                      <a:pt x="4694" y="1903"/>
                      <a:pt x="4004" y="3064"/>
                      <a:pt x="3799" y="4346"/>
                    </a:cubicBezTo>
                    <a:cubicBezTo>
                      <a:pt x="3654" y="5423"/>
                      <a:pt x="4113" y="6621"/>
                      <a:pt x="4972" y="7371"/>
                    </a:cubicBezTo>
                    <a:cubicBezTo>
                      <a:pt x="5537" y="7872"/>
                      <a:pt x="6191" y="8133"/>
                      <a:pt x="6857" y="8133"/>
                    </a:cubicBezTo>
                    <a:cubicBezTo>
                      <a:pt x="7075" y="8133"/>
                      <a:pt x="7295" y="8105"/>
                      <a:pt x="7512" y="8048"/>
                    </a:cubicBezTo>
                    <a:cubicBezTo>
                      <a:pt x="7633" y="8012"/>
                      <a:pt x="7754" y="7951"/>
                      <a:pt x="7863" y="7879"/>
                    </a:cubicBezTo>
                    <a:cubicBezTo>
                      <a:pt x="8178" y="7637"/>
                      <a:pt x="8359" y="7238"/>
                      <a:pt x="8541" y="6863"/>
                    </a:cubicBezTo>
                    <a:cubicBezTo>
                      <a:pt x="8698" y="6524"/>
                      <a:pt x="8855" y="6197"/>
                      <a:pt x="9097" y="6004"/>
                    </a:cubicBezTo>
                    <a:cubicBezTo>
                      <a:pt x="9234" y="5896"/>
                      <a:pt x="9402" y="5836"/>
                      <a:pt x="9577" y="5836"/>
                    </a:cubicBezTo>
                    <a:cubicBezTo>
                      <a:pt x="9618" y="5836"/>
                      <a:pt x="9660" y="5839"/>
                      <a:pt x="9702" y="5846"/>
                    </a:cubicBezTo>
                    <a:cubicBezTo>
                      <a:pt x="10246" y="5895"/>
                      <a:pt x="10718" y="6246"/>
                      <a:pt x="10936" y="6742"/>
                    </a:cubicBezTo>
                    <a:cubicBezTo>
                      <a:pt x="11371" y="7758"/>
                      <a:pt x="10900" y="9403"/>
                      <a:pt x="10210" y="10346"/>
                    </a:cubicBezTo>
                    <a:cubicBezTo>
                      <a:pt x="10053" y="10528"/>
                      <a:pt x="9871" y="10685"/>
                      <a:pt x="9690" y="10830"/>
                    </a:cubicBezTo>
                    <a:cubicBezTo>
                      <a:pt x="8621" y="11648"/>
                      <a:pt x="7295" y="11838"/>
                      <a:pt x="6167" y="11838"/>
                    </a:cubicBezTo>
                    <a:cubicBezTo>
                      <a:pt x="5828" y="11838"/>
                      <a:pt x="5506" y="11820"/>
                      <a:pt x="5214" y="11798"/>
                    </a:cubicBezTo>
                    <a:cubicBezTo>
                      <a:pt x="2783" y="11375"/>
                      <a:pt x="908" y="9488"/>
                      <a:pt x="0" y="7649"/>
                    </a:cubicBezTo>
                    <a:lnTo>
                      <a:pt x="0" y="7649"/>
                    </a:lnTo>
                    <a:cubicBezTo>
                      <a:pt x="1011" y="10334"/>
                      <a:pt x="3570" y="11984"/>
                      <a:pt x="6284" y="11984"/>
                    </a:cubicBezTo>
                    <a:cubicBezTo>
                      <a:pt x="7079" y="11984"/>
                      <a:pt x="7887" y="11843"/>
                      <a:pt x="8674" y="11544"/>
                    </a:cubicBezTo>
                    <a:cubicBezTo>
                      <a:pt x="9049" y="11387"/>
                      <a:pt x="9412" y="11181"/>
                      <a:pt x="9738" y="10927"/>
                    </a:cubicBezTo>
                    <a:cubicBezTo>
                      <a:pt x="10754" y="10165"/>
                      <a:pt x="11383" y="9016"/>
                      <a:pt x="11468" y="7758"/>
                    </a:cubicBezTo>
                    <a:cubicBezTo>
                      <a:pt x="11420" y="6258"/>
                      <a:pt x="10815" y="5121"/>
                      <a:pt x="9823" y="4649"/>
                    </a:cubicBezTo>
                    <a:cubicBezTo>
                      <a:pt x="9508" y="4491"/>
                      <a:pt x="9186" y="4414"/>
                      <a:pt x="8873" y="4414"/>
                    </a:cubicBezTo>
                    <a:cubicBezTo>
                      <a:pt x="8465" y="4414"/>
                      <a:pt x="8073" y="4546"/>
                      <a:pt x="7730" y="4806"/>
                    </a:cubicBezTo>
                    <a:cubicBezTo>
                      <a:pt x="7271" y="5181"/>
                      <a:pt x="6944" y="5701"/>
                      <a:pt x="6787" y="6270"/>
                    </a:cubicBezTo>
                    <a:cubicBezTo>
                      <a:pt x="6750" y="6439"/>
                      <a:pt x="6666" y="6584"/>
                      <a:pt x="6533" y="6681"/>
                    </a:cubicBezTo>
                    <a:cubicBezTo>
                      <a:pt x="6407" y="6778"/>
                      <a:pt x="6258" y="6818"/>
                      <a:pt x="6100" y="6818"/>
                    </a:cubicBezTo>
                    <a:cubicBezTo>
                      <a:pt x="5742" y="6818"/>
                      <a:pt x="5338" y="6610"/>
                      <a:pt x="5045" y="6367"/>
                    </a:cubicBezTo>
                    <a:lnTo>
                      <a:pt x="5033" y="6354"/>
                    </a:lnTo>
                    <a:cubicBezTo>
                      <a:pt x="4331" y="5677"/>
                      <a:pt x="4089" y="4613"/>
                      <a:pt x="4379" y="3427"/>
                    </a:cubicBezTo>
                    <a:cubicBezTo>
                      <a:pt x="4646" y="2532"/>
                      <a:pt x="5190" y="1734"/>
                      <a:pt x="5928" y="1165"/>
                    </a:cubicBezTo>
                    <a:cubicBezTo>
                      <a:pt x="6768" y="525"/>
                      <a:pt x="7830" y="207"/>
                      <a:pt x="8942" y="207"/>
                    </a:cubicBezTo>
                    <a:cubicBezTo>
                      <a:pt x="10122" y="207"/>
                      <a:pt x="11359" y="564"/>
                      <a:pt x="12448" y="1274"/>
                    </a:cubicBezTo>
                    <a:cubicBezTo>
                      <a:pt x="15968" y="3475"/>
                      <a:pt x="16609" y="7540"/>
                      <a:pt x="15521" y="11205"/>
                    </a:cubicBezTo>
                    <a:cubicBezTo>
                      <a:pt x="16246" y="9354"/>
                      <a:pt x="16343" y="7322"/>
                      <a:pt x="15811" y="5411"/>
                    </a:cubicBezTo>
                    <a:cubicBezTo>
                      <a:pt x="15133" y="3064"/>
                      <a:pt x="13476" y="1286"/>
                      <a:pt x="11142" y="403"/>
                    </a:cubicBezTo>
                    <a:cubicBezTo>
                      <a:pt x="10467" y="133"/>
                      <a:pt x="9761" y="0"/>
                      <a:pt x="9059" y="0"/>
                    </a:cubicBezTo>
                    <a:close/>
                  </a:path>
                </a:pathLst>
              </a:custGeom>
              <a:solidFill>
                <a:schemeClr val="accent2">
                  <a:alpha val="272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0" name="Google Shape;1110;p3"/>
              <p:cNvGrpSpPr/>
              <p:nvPr/>
            </p:nvGrpSpPr>
            <p:grpSpPr>
              <a:xfrm rot="-4586846" flipH="1">
                <a:off x="7577630" y="2882375"/>
                <a:ext cx="1351919" cy="1384943"/>
                <a:chOff x="146217" y="2712579"/>
                <a:chExt cx="1552966" cy="1960401"/>
              </a:xfrm>
            </p:grpSpPr>
            <p:grpSp>
              <p:nvGrpSpPr>
                <p:cNvPr id="1111" name="Google Shape;1111;p3"/>
                <p:cNvGrpSpPr/>
                <p:nvPr/>
              </p:nvGrpSpPr>
              <p:grpSpPr>
                <a:xfrm>
                  <a:off x="146217" y="2712579"/>
                  <a:ext cx="1134008" cy="607901"/>
                  <a:chOff x="5206900" y="826150"/>
                  <a:chExt cx="599275" cy="321250"/>
                </a:xfrm>
              </p:grpSpPr>
              <p:sp>
                <p:nvSpPr>
                  <p:cNvPr id="1112" name="Google Shape;1112;p3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3" name="Google Shape;1113;p3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4" name="Google Shape;1114;p3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5" name="Google Shape;1115;p3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6" name="Google Shape;1116;p3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7" name="Google Shape;1117;p3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8" name="Google Shape;1118;p3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9" name="Google Shape;1119;p3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0" name="Google Shape;1120;p3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1" name="Google Shape;1121;p3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2" name="Google Shape;1122;p3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3" name="Google Shape;1123;p3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4" name="Google Shape;1124;p3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5" name="Google Shape;1125;p3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126" name="Google Shape;1126;p3"/>
                <p:cNvGrpSpPr/>
                <p:nvPr/>
              </p:nvGrpSpPr>
              <p:grpSpPr>
                <a:xfrm rot="-9256633">
                  <a:off x="489429" y="3110262"/>
                  <a:ext cx="1134020" cy="607908"/>
                  <a:chOff x="5206900" y="826150"/>
                  <a:chExt cx="599275" cy="321250"/>
                </a:xfrm>
              </p:grpSpPr>
              <p:sp>
                <p:nvSpPr>
                  <p:cNvPr id="1127" name="Google Shape;1127;p3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8" name="Google Shape;1128;p3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9" name="Google Shape;1129;p3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0" name="Google Shape;1130;p3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1" name="Google Shape;1131;p3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2" name="Google Shape;1132;p3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3" name="Google Shape;1133;p3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4" name="Google Shape;1134;p3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5" name="Google Shape;1135;p3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6" name="Google Shape;1136;p3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7" name="Google Shape;1137;p3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8" name="Google Shape;1138;p3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9" name="Google Shape;1139;p3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0" name="Google Shape;1140;p3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141" name="Google Shape;1141;p3"/>
                <p:cNvGrpSpPr/>
                <p:nvPr/>
              </p:nvGrpSpPr>
              <p:grpSpPr>
                <a:xfrm rot="7120513" flipH="1">
                  <a:off x="538618" y="3725726"/>
                  <a:ext cx="1133997" cy="607895"/>
                  <a:chOff x="5206900" y="826150"/>
                  <a:chExt cx="599275" cy="321250"/>
                </a:xfrm>
              </p:grpSpPr>
              <p:sp>
                <p:nvSpPr>
                  <p:cNvPr id="1142" name="Google Shape;1142;p3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3" name="Google Shape;1143;p3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4" name="Google Shape;1144;p3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5" name="Google Shape;1145;p3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6" name="Google Shape;1146;p3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7" name="Google Shape;1147;p3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8" name="Google Shape;1148;p3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9" name="Google Shape;1149;p3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0" name="Google Shape;1150;p3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1" name="Google Shape;1151;p3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2" name="Google Shape;1152;p3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3" name="Google Shape;1153;p3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4" name="Google Shape;1154;p3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5" name="Google Shape;1155;p3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156" name="Google Shape;1156;p3"/>
              <p:cNvGrpSpPr/>
              <p:nvPr/>
            </p:nvGrpSpPr>
            <p:grpSpPr>
              <a:xfrm rot="5833908" flipH="1">
                <a:off x="7188987" y="2833692"/>
                <a:ext cx="1612381" cy="1651433"/>
                <a:chOff x="146217" y="2712579"/>
                <a:chExt cx="1552966" cy="1960401"/>
              </a:xfrm>
            </p:grpSpPr>
            <p:grpSp>
              <p:nvGrpSpPr>
                <p:cNvPr id="1157" name="Google Shape;1157;p3"/>
                <p:cNvGrpSpPr/>
                <p:nvPr/>
              </p:nvGrpSpPr>
              <p:grpSpPr>
                <a:xfrm>
                  <a:off x="146217" y="2712579"/>
                  <a:ext cx="1134008" cy="607901"/>
                  <a:chOff x="5206900" y="826150"/>
                  <a:chExt cx="599275" cy="321250"/>
                </a:xfrm>
              </p:grpSpPr>
              <p:sp>
                <p:nvSpPr>
                  <p:cNvPr id="1158" name="Google Shape;1158;p3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59" name="Google Shape;1159;p3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0" name="Google Shape;1160;p3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1" name="Google Shape;1161;p3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2" name="Google Shape;1162;p3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3" name="Google Shape;1163;p3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4" name="Google Shape;1164;p3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5" name="Google Shape;1165;p3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6" name="Google Shape;1166;p3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7" name="Google Shape;1167;p3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8" name="Google Shape;1168;p3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69" name="Google Shape;1169;p3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0" name="Google Shape;1170;p3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1" name="Google Shape;1171;p3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172" name="Google Shape;1172;p3"/>
                <p:cNvGrpSpPr/>
                <p:nvPr/>
              </p:nvGrpSpPr>
              <p:grpSpPr>
                <a:xfrm rot="-9256633">
                  <a:off x="489429" y="3110262"/>
                  <a:ext cx="1134020" cy="607908"/>
                  <a:chOff x="5206900" y="826150"/>
                  <a:chExt cx="599275" cy="321250"/>
                </a:xfrm>
              </p:grpSpPr>
              <p:sp>
                <p:nvSpPr>
                  <p:cNvPr id="1173" name="Google Shape;1173;p3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4" name="Google Shape;1174;p3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5" name="Google Shape;1175;p3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6" name="Google Shape;1176;p3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7" name="Google Shape;1177;p3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8" name="Google Shape;1178;p3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79" name="Google Shape;1179;p3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0" name="Google Shape;1180;p3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1" name="Google Shape;1181;p3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2" name="Google Shape;1182;p3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3" name="Google Shape;1183;p3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4" name="Google Shape;1184;p3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5" name="Google Shape;1185;p3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6" name="Google Shape;1186;p3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187" name="Google Shape;1187;p3"/>
                <p:cNvGrpSpPr/>
                <p:nvPr/>
              </p:nvGrpSpPr>
              <p:grpSpPr>
                <a:xfrm rot="7120513" flipH="1">
                  <a:off x="538618" y="3725726"/>
                  <a:ext cx="1133997" cy="607895"/>
                  <a:chOff x="5206900" y="826150"/>
                  <a:chExt cx="599275" cy="321250"/>
                </a:xfrm>
              </p:grpSpPr>
              <p:sp>
                <p:nvSpPr>
                  <p:cNvPr id="1188" name="Google Shape;1188;p3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9" name="Google Shape;1189;p3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3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1" name="Google Shape;1191;p3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2" name="Google Shape;1192;p3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3" name="Google Shape;1193;p3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4" name="Google Shape;1194;p3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5" name="Google Shape;1195;p3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6" name="Google Shape;1196;p3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7" name="Google Shape;1197;p3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8" name="Google Shape;1198;p3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9" name="Google Shape;1199;p3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0" name="Google Shape;1200;p3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1" name="Google Shape;1201;p3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202" name="Google Shape;1202;p3"/>
              <p:cNvGrpSpPr/>
              <p:nvPr/>
            </p:nvGrpSpPr>
            <p:grpSpPr>
              <a:xfrm>
                <a:off x="7351673" y="2996434"/>
                <a:ext cx="1612289" cy="1651638"/>
                <a:chOff x="146217" y="2712579"/>
                <a:chExt cx="1552966" cy="1960401"/>
              </a:xfrm>
            </p:grpSpPr>
            <p:grpSp>
              <p:nvGrpSpPr>
                <p:cNvPr id="1203" name="Google Shape;1203;p3"/>
                <p:cNvGrpSpPr/>
                <p:nvPr/>
              </p:nvGrpSpPr>
              <p:grpSpPr>
                <a:xfrm>
                  <a:off x="146217" y="2712579"/>
                  <a:ext cx="1134008" cy="607901"/>
                  <a:chOff x="5206900" y="826150"/>
                  <a:chExt cx="599275" cy="321250"/>
                </a:xfrm>
              </p:grpSpPr>
              <p:sp>
                <p:nvSpPr>
                  <p:cNvPr id="1204" name="Google Shape;1204;p3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5" name="Google Shape;1205;p3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6" name="Google Shape;1206;p3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7" name="Google Shape;1207;p3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8" name="Google Shape;1208;p3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09" name="Google Shape;1209;p3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0" name="Google Shape;1210;p3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1" name="Google Shape;1211;p3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2" name="Google Shape;1212;p3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3" name="Google Shape;1213;p3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4" name="Google Shape;1214;p3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5" name="Google Shape;1215;p3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6" name="Google Shape;1216;p3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7" name="Google Shape;1217;p3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218" name="Google Shape;1218;p3"/>
                <p:cNvGrpSpPr/>
                <p:nvPr/>
              </p:nvGrpSpPr>
              <p:grpSpPr>
                <a:xfrm rot="-9256633">
                  <a:off x="489429" y="3110262"/>
                  <a:ext cx="1134020" cy="607908"/>
                  <a:chOff x="5206900" y="826150"/>
                  <a:chExt cx="599275" cy="321250"/>
                </a:xfrm>
              </p:grpSpPr>
              <p:sp>
                <p:nvSpPr>
                  <p:cNvPr id="1219" name="Google Shape;1219;p3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0" name="Google Shape;1220;p3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1" name="Google Shape;1221;p3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2" name="Google Shape;1222;p3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3" name="Google Shape;1223;p3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4" name="Google Shape;1224;p3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5" name="Google Shape;1225;p3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6" name="Google Shape;1226;p3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7" name="Google Shape;1227;p3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8" name="Google Shape;1228;p3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9" name="Google Shape;1229;p3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0" name="Google Shape;1230;p3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1" name="Google Shape;1231;p3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2" name="Google Shape;1232;p3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233" name="Google Shape;1233;p3"/>
                <p:cNvGrpSpPr/>
                <p:nvPr/>
              </p:nvGrpSpPr>
              <p:grpSpPr>
                <a:xfrm rot="7120513" flipH="1">
                  <a:off x="538618" y="3725726"/>
                  <a:ext cx="1133997" cy="607895"/>
                  <a:chOff x="5206900" y="826150"/>
                  <a:chExt cx="599275" cy="321250"/>
                </a:xfrm>
              </p:grpSpPr>
              <p:sp>
                <p:nvSpPr>
                  <p:cNvPr id="1234" name="Google Shape;1234;p3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5" name="Google Shape;1235;p3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6" name="Google Shape;1236;p3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7" name="Google Shape;1237;p3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8" name="Google Shape;1238;p3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9" name="Google Shape;1239;p3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0" name="Google Shape;1240;p3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1" name="Google Shape;1241;p3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2" name="Google Shape;1242;p3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3" name="Google Shape;1243;p3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4" name="Google Shape;1244;p3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5" name="Google Shape;1245;p3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6" name="Google Shape;1246;p3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7" name="Google Shape;1247;p3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1248" name="Google Shape;1248;p3"/>
          <p:cNvSpPr txBox="1">
            <a:spLocks noGrp="1"/>
          </p:cNvSpPr>
          <p:nvPr>
            <p:ph type="title"/>
          </p:nvPr>
        </p:nvSpPr>
        <p:spPr>
          <a:xfrm>
            <a:off x="2691300" y="1289225"/>
            <a:ext cx="3761400" cy="15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49" name="Google Shape;1249;p3"/>
          <p:cNvSpPr txBox="1">
            <a:spLocks noGrp="1"/>
          </p:cNvSpPr>
          <p:nvPr>
            <p:ph type="subTitle" idx="1"/>
          </p:nvPr>
        </p:nvSpPr>
        <p:spPr>
          <a:xfrm>
            <a:off x="2691300" y="3012450"/>
            <a:ext cx="37614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4" name="Google Shape;3774;p11"/>
          <p:cNvGrpSpPr/>
          <p:nvPr/>
        </p:nvGrpSpPr>
        <p:grpSpPr>
          <a:xfrm>
            <a:off x="176625" y="110350"/>
            <a:ext cx="8790774" cy="4922811"/>
            <a:chOff x="131600" y="118425"/>
            <a:chExt cx="8790774" cy="4922811"/>
          </a:xfrm>
        </p:grpSpPr>
        <p:sp>
          <p:nvSpPr>
            <p:cNvPr id="3775" name="Google Shape;3775;p11"/>
            <p:cNvSpPr/>
            <p:nvPr/>
          </p:nvSpPr>
          <p:spPr>
            <a:xfrm rot="5400000">
              <a:off x="856680" y="10329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76" name="Google Shape;3776;p11"/>
            <p:cNvGrpSpPr/>
            <p:nvPr/>
          </p:nvGrpSpPr>
          <p:grpSpPr>
            <a:xfrm>
              <a:off x="131600" y="1884558"/>
              <a:ext cx="2122449" cy="3112715"/>
              <a:chOff x="131600" y="1884558"/>
              <a:chExt cx="2122449" cy="3112715"/>
            </a:xfrm>
          </p:grpSpPr>
          <p:sp>
            <p:nvSpPr>
              <p:cNvPr id="3777" name="Google Shape;3777;p11"/>
              <p:cNvSpPr/>
              <p:nvPr/>
            </p:nvSpPr>
            <p:spPr>
              <a:xfrm rot="5400000" flipH="1">
                <a:off x="1356823" y="353957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8" name="Google Shape;3778;p11"/>
              <p:cNvSpPr/>
              <p:nvPr/>
            </p:nvSpPr>
            <p:spPr>
              <a:xfrm rot="5400000" flipH="1">
                <a:off x="368247" y="3804694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9" name="Google Shape;3779;p11"/>
              <p:cNvSpPr/>
              <p:nvPr/>
            </p:nvSpPr>
            <p:spPr>
              <a:xfrm rot="5400000" flipH="1">
                <a:off x="1212834" y="4945234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0" name="Google Shape;3780;p11"/>
              <p:cNvSpPr/>
              <p:nvPr/>
            </p:nvSpPr>
            <p:spPr>
              <a:xfrm rot="5400000" flipH="1">
                <a:off x="1889810" y="3456082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1" name="Google Shape;3781;p11"/>
              <p:cNvSpPr/>
              <p:nvPr/>
            </p:nvSpPr>
            <p:spPr>
              <a:xfrm rot="5400000" flipH="1">
                <a:off x="871337" y="4472741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2" name="Google Shape;3782;p11"/>
              <p:cNvSpPr/>
              <p:nvPr/>
            </p:nvSpPr>
            <p:spPr>
              <a:xfrm rot="5400000" flipH="1">
                <a:off x="1458022" y="2595443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3" name="Google Shape;3783;p11"/>
              <p:cNvSpPr/>
              <p:nvPr/>
            </p:nvSpPr>
            <p:spPr>
              <a:xfrm rot="5400000" flipH="1">
                <a:off x="373906" y="24622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4" name="Google Shape;3784;p11"/>
              <p:cNvSpPr/>
              <p:nvPr/>
            </p:nvSpPr>
            <p:spPr>
              <a:xfrm rot="5400000" flipH="1">
                <a:off x="573665" y="420799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5" name="Google Shape;3785;p11"/>
              <p:cNvSpPr/>
              <p:nvPr/>
            </p:nvSpPr>
            <p:spPr>
              <a:xfrm rot="5400000" flipH="1">
                <a:off x="368214" y="3290320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6" name="Google Shape;3786;p11"/>
              <p:cNvSpPr/>
              <p:nvPr/>
            </p:nvSpPr>
            <p:spPr>
              <a:xfrm rot="5400000" flipH="1">
                <a:off x="149520" y="294366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7" name="Google Shape;3787;p11"/>
              <p:cNvSpPr/>
              <p:nvPr/>
            </p:nvSpPr>
            <p:spPr>
              <a:xfrm rot="5400000" flipH="1">
                <a:off x="1558343" y="306837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8" name="Google Shape;3788;p11"/>
              <p:cNvSpPr/>
              <p:nvPr/>
            </p:nvSpPr>
            <p:spPr>
              <a:xfrm rot="5400000" flipH="1">
                <a:off x="130236" y="3708247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9" name="Google Shape;3789;p11"/>
              <p:cNvSpPr/>
              <p:nvPr/>
            </p:nvSpPr>
            <p:spPr>
              <a:xfrm rot="5400000" flipH="1">
                <a:off x="400364" y="4926212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0" name="Google Shape;3790;p11"/>
              <p:cNvSpPr/>
              <p:nvPr/>
            </p:nvSpPr>
            <p:spPr>
              <a:xfrm rot="5400000" flipH="1">
                <a:off x="799823" y="3303605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1" name="Google Shape;3791;p11"/>
              <p:cNvSpPr/>
              <p:nvPr/>
            </p:nvSpPr>
            <p:spPr>
              <a:xfrm rot="5400000" flipH="1">
                <a:off x="1234010" y="4104986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2" name="Google Shape;3792;p11"/>
              <p:cNvSpPr/>
              <p:nvPr/>
            </p:nvSpPr>
            <p:spPr>
              <a:xfrm rot="5400000" flipH="1">
                <a:off x="379148" y="2080743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3" name="Google Shape;3793;p11"/>
              <p:cNvSpPr/>
              <p:nvPr/>
            </p:nvSpPr>
            <p:spPr>
              <a:xfrm rot="5400000" flipH="1">
                <a:off x="891672" y="3760348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4" name="Google Shape;3794;p11"/>
              <p:cNvSpPr/>
              <p:nvPr/>
            </p:nvSpPr>
            <p:spPr>
              <a:xfrm rot="5400000">
                <a:off x="927170" y="1943554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5" name="Google Shape;3795;p11"/>
              <p:cNvSpPr/>
              <p:nvPr/>
            </p:nvSpPr>
            <p:spPr>
              <a:xfrm rot="5400000">
                <a:off x="1099652" y="232334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6" name="Google Shape;3796;p11"/>
              <p:cNvSpPr/>
              <p:nvPr/>
            </p:nvSpPr>
            <p:spPr>
              <a:xfrm rot="5400000">
                <a:off x="952606" y="295021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7" name="Google Shape;3797;p11"/>
              <p:cNvSpPr/>
              <p:nvPr/>
            </p:nvSpPr>
            <p:spPr>
              <a:xfrm rot="5400000">
                <a:off x="729827" y="227943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8" name="Google Shape;3798;p11"/>
              <p:cNvSpPr/>
              <p:nvPr/>
            </p:nvSpPr>
            <p:spPr>
              <a:xfrm rot="5400000">
                <a:off x="1976994" y="309729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9" name="Google Shape;3799;p11"/>
              <p:cNvSpPr/>
              <p:nvPr/>
            </p:nvSpPr>
            <p:spPr>
              <a:xfrm rot="5400000">
                <a:off x="1439631" y="1886769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0" name="Google Shape;3800;p11"/>
              <p:cNvSpPr/>
              <p:nvPr/>
            </p:nvSpPr>
            <p:spPr>
              <a:xfrm rot="5400000">
                <a:off x="2225601" y="353958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1" name="Google Shape;3801;p11"/>
              <p:cNvSpPr/>
              <p:nvPr/>
            </p:nvSpPr>
            <p:spPr>
              <a:xfrm rot="5400000">
                <a:off x="771336" y="2669355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02" name="Google Shape;3802;p11"/>
            <p:cNvGrpSpPr/>
            <p:nvPr/>
          </p:nvGrpSpPr>
          <p:grpSpPr>
            <a:xfrm flipH="1">
              <a:off x="2342550" y="2567965"/>
              <a:ext cx="3964145" cy="1455821"/>
              <a:chOff x="3233388" y="140740"/>
              <a:chExt cx="3964145" cy="1455821"/>
            </a:xfrm>
          </p:grpSpPr>
          <p:sp>
            <p:nvSpPr>
              <p:cNvPr id="3803" name="Google Shape;3803;p11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4" name="Google Shape;3804;p11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5" name="Google Shape;3805;p11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6" name="Google Shape;3806;p11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7" name="Google Shape;3807;p11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8" name="Google Shape;3808;p11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9" name="Google Shape;3809;p11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0" name="Google Shape;3810;p11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1" name="Google Shape;3811;p11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2" name="Google Shape;3812;p11"/>
              <p:cNvSpPr/>
              <p:nvPr/>
            </p:nvSpPr>
            <p:spPr>
              <a:xfrm rot="10800000" flipH="1">
                <a:off x="5542101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3" name="Google Shape;3813;p11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4" name="Google Shape;3814;p11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5" name="Google Shape;3815;p11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6" name="Google Shape;3816;p11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7" name="Google Shape;3817;p11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8" name="Google Shape;3818;p11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9" name="Google Shape;3819;p11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0" name="Google Shape;3820;p11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1" name="Google Shape;3821;p11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2" name="Google Shape;3822;p11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3" name="Google Shape;3823;p11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4" name="Google Shape;3824;p11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5" name="Google Shape;3825;p11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6" name="Google Shape;3826;p11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7" name="Google Shape;3827;p11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8" name="Google Shape;3828;p11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829" name="Google Shape;3829;p11"/>
            <p:cNvSpPr/>
            <p:nvPr/>
          </p:nvSpPr>
          <p:spPr>
            <a:xfrm rot="10800000">
              <a:off x="5467181" y="2274087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11"/>
            <p:cNvSpPr/>
            <p:nvPr/>
          </p:nvSpPr>
          <p:spPr>
            <a:xfrm rot="10800000">
              <a:off x="1791338" y="2418078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11"/>
            <p:cNvSpPr/>
            <p:nvPr/>
          </p:nvSpPr>
          <p:spPr>
            <a:xfrm rot="10800000">
              <a:off x="4994538" y="1932740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11"/>
            <p:cNvSpPr/>
            <p:nvPr/>
          </p:nvSpPr>
          <p:spPr>
            <a:xfrm rot="10800000">
              <a:off x="2710372" y="255468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11"/>
            <p:cNvSpPr/>
            <p:nvPr/>
          </p:nvSpPr>
          <p:spPr>
            <a:xfrm rot="10800000">
              <a:off x="2984293" y="1435017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11"/>
            <p:cNvSpPr/>
            <p:nvPr/>
          </p:nvSpPr>
          <p:spPr>
            <a:xfrm rot="10800000">
              <a:off x="4625351" y="1874393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11"/>
            <p:cNvSpPr/>
            <p:nvPr/>
          </p:nvSpPr>
          <p:spPr>
            <a:xfrm rot="10800000">
              <a:off x="3812259" y="1429475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11"/>
            <p:cNvSpPr/>
            <p:nvPr/>
          </p:nvSpPr>
          <p:spPr>
            <a:xfrm rot="10800000">
              <a:off x="3473571" y="24251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11"/>
            <p:cNvSpPr/>
            <p:nvPr/>
          </p:nvSpPr>
          <p:spPr>
            <a:xfrm rot="10800000">
              <a:off x="3823198" y="1863430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11"/>
            <p:cNvSpPr/>
            <p:nvPr/>
          </p:nvSpPr>
          <p:spPr>
            <a:xfrm rot="10800000">
              <a:off x="4626925" y="2295271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11"/>
            <p:cNvSpPr/>
            <p:nvPr/>
          </p:nvSpPr>
          <p:spPr>
            <a:xfrm rot="10800000">
              <a:off x="2405511" y="1257842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11"/>
            <p:cNvSpPr/>
            <p:nvPr/>
          </p:nvSpPr>
          <p:spPr>
            <a:xfrm rot="10800000">
              <a:off x="4282295" y="1952925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11"/>
            <p:cNvSpPr/>
            <p:nvPr/>
          </p:nvSpPr>
          <p:spPr>
            <a:xfrm rot="10800000" flipH="1">
              <a:off x="2379646" y="1608191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11"/>
            <p:cNvSpPr/>
            <p:nvPr/>
          </p:nvSpPr>
          <p:spPr>
            <a:xfrm rot="10800000" flipH="1">
              <a:off x="2845296" y="2160906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11"/>
            <p:cNvSpPr/>
            <p:nvPr/>
          </p:nvSpPr>
          <p:spPr>
            <a:xfrm rot="10800000" flipH="1">
              <a:off x="1555075" y="19177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11"/>
            <p:cNvSpPr/>
            <p:nvPr/>
          </p:nvSpPr>
          <p:spPr>
            <a:xfrm rot="10800000" flipH="1">
              <a:off x="3472169" y="201385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11"/>
            <p:cNvSpPr/>
            <p:nvPr/>
          </p:nvSpPr>
          <p:spPr>
            <a:xfrm rot="10800000" flipH="1">
              <a:off x="2801524" y="179093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11"/>
            <p:cNvSpPr/>
            <p:nvPr/>
          </p:nvSpPr>
          <p:spPr>
            <a:xfrm rot="10800000" flipH="1">
              <a:off x="2007089" y="1854122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11"/>
            <p:cNvSpPr/>
            <p:nvPr/>
          </p:nvSpPr>
          <p:spPr>
            <a:xfrm rot="10800000" flipH="1">
              <a:off x="2379655" y="22472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11"/>
            <p:cNvSpPr/>
            <p:nvPr/>
          </p:nvSpPr>
          <p:spPr>
            <a:xfrm rot="10800000" flipH="1">
              <a:off x="3188821" y="1835070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11"/>
            <p:cNvSpPr/>
            <p:nvPr/>
          </p:nvSpPr>
          <p:spPr>
            <a:xfrm rot="-5400000">
              <a:off x="6437893" y="3297974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11"/>
            <p:cNvSpPr/>
            <p:nvPr/>
          </p:nvSpPr>
          <p:spPr>
            <a:xfrm rot="-5400000">
              <a:off x="7426754" y="3563094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11"/>
            <p:cNvSpPr/>
            <p:nvPr/>
          </p:nvSpPr>
          <p:spPr>
            <a:xfrm rot="-5400000">
              <a:off x="6614851" y="470363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11"/>
            <p:cNvSpPr/>
            <p:nvPr/>
          </p:nvSpPr>
          <p:spPr>
            <a:xfrm rot="-5400000">
              <a:off x="8881564" y="41406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11"/>
            <p:cNvSpPr/>
            <p:nvPr/>
          </p:nvSpPr>
          <p:spPr>
            <a:xfrm rot="-5400000">
              <a:off x="7511314" y="4294041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11"/>
            <p:cNvSpPr/>
            <p:nvPr/>
          </p:nvSpPr>
          <p:spPr>
            <a:xfrm rot="-5400000">
              <a:off x="5855679" y="1873118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11"/>
            <p:cNvSpPr/>
            <p:nvPr/>
          </p:nvSpPr>
          <p:spPr>
            <a:xfrm rot="-5400000">
              <a:off x="6656524" y="28572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11"/>
            <p:cNvSpPr/>
            <p:nvPr/>
          </p:nvSpPr>
          <p:spPr>
            <a:xfrm rot="-5400000">
              <a:off x="7274485" y="3966392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11"/>
            <p:cNvSpPr/>
            <p:nvPr/>
          </p:nvSpPr>
          <p:spPr>
            <a:xfrm rot="-5400000">
              <a:off x="8443762" y="3936907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11"/>
            <p:cNvSpPr/>
            <p:nvPr/>
          </p:nvSpPr>
          <p:spPr>
            <a:xfrm rot="-5400000">
              <a:off x="8670718" y="359025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11"/>
            <p:cNvSpPr/>
            <p:nvPr/>
          </p:nvSpPr>
          <p:spPr>
            <a:xfrm rot="-5400000">
              <a:off x="6164267" y="228667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11"/>
            <p:cNvSpPr/>
            <p:nvPr/>
          </p:nvSpPr>
          <p:spPr>
            <a:xfrm rot="-5400000">
              <a:off x="8716418" y="435483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11"/>
            <p:cNvSpPr/>
            <p:nvPr/>
          </p:nvSpPr>
          <p:spPr>
            <a:xfrm rot="-5400000">
              <a:off x="7458880" y="468461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2" name="Google Shape;3862;p11"/>
            <p:cNvSpPr/>
            <p:nvPr/>
          </p:nvSpPr>
          <p:spPr>
            <a:xfrm rot="-5400000">
              <a:off x="7046617" y="3062005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3" name="Google Shape;3863;p11"/>
            <p:cNvSpPr/>
            <p:nvPr/>
          </p:nvSpPr>
          <p:spPr>
            <a:xfrm rot="-5400000">
              <a:off x="7078796" y="427188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11"/>
            <p:cNvSpPr/>
            <p:nvPr/>
          </p:nvSpPr>
          <p:spPr>
            <a:xfrm rot="-5400000">
              <a:off x="6943689" y="351874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11"/>
            <p:cNvSpPr/>
            <p:nvPr/>
          </p:nvSpPr>
          <p:spPr>
            <a:xfrm rot="-5400000" flipH="1">
              <a:off x="6867546" y="170195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11"/>
            <p:cNvSpPr/>
            <p:nvPr/>
          </p:nvSpPr>
          <p:spPr>
            <a:xfrm rot="-5400000" flipH="1">
              <a:off x="6728032" y="2081749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11"/>
            <p:cNvSpPr/>
            <p:nvPr/>
          </p:nvSpPr>
          <p:spPr>
            <a:xfrm rot="-5400000" flipH="1">
              <a:off x="6580720" y="2418065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11"/>
            <p:cNvSpPr/>
            <p:nvPr/>
          </p:nvSpPr>
          <p:spPr>
            <a:xfrm rot="-5400000" flipH="1">
              <a:off x="7106104" y="203783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11"/>
            <p:cNvSpPr/>
            <p:nvPr/>
          </p:nvSpPr>
          <p:spPr>
            <a:xfrm rot="-5400000" flipH="1">
              <a:off x="5855819" y="285569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11"/>
            <p:cNvSpPr/>
            <p:nvPr/>
          </p:nvSpPr>
          <p:spPr>
            <a:xfrm rot="-5400000" flipH="1">
              <a:off x="8557992" y="422419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11"/>
            <p:cNvSpPr/>
            <p:nvPr/>
          </p:nvSpPr>
          <p:spPr>
            <a:xfrm rot="-5400000" flipH="1">
              <a:off x="7075119" y="2427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11"/>
            <p:cNvSpPr/>
            <p:nvPr/>
          </p:nvSpPr>
          <p:spPr>
            <a:xfrm rot="-5400000" flipH="1">
              <a:off x="6923371" y="25580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11"/>
            <p:cNvSpPr/>
            <p:nvPr/>
          </p:nvSpPr>
          <p:spPr>
            <a:xfrm rot="-5400000" flipH="1">
              <a:off x="7452482" y="411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11"/>
            <p:cNvSpPr/>
            <p:nvPr/>
          </p:nvSpPr>
          <p:spPr>
            <a:xfrm rot="-5400000">
              <a:off x="8807099" y="641429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11"/>
            <p:cNvSpPr/>
            <p:nvPr/>
          </p:nvSpPr>
          <p:spPr>
            <a:xfrm>
              <a:off x="2963692" y="4896893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11"/>
            <p:cNvSpPr/>
            <p:nvPr/>
          </p:nvSpPr>
          <p:spPr>
            <a:xfrm>
              <a:off x="471112" y="4574671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11"/>
            <p:cNvSpPr/>
            <p:nvPr/>
          </p:nvSpPr>
          <p:spPr>
            <a:xfrm>
              <a:off x="2753463" y="4668875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11"/>
            <p:cNvSpPr/>
            <p:nvPr/>
          </p:nvSpPr>
          <p:spPr>
            <a:xfrm>
              <a:off x="6655795" y="4840317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11"/>
            <p:cNvSpPr/>
            <p:nvPr/>
          </p:nvSpPr>
          <p:spPr>
            <a:xfrm>
              <a:off x="4825185" y="4561639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11"/>
            <p:cNvSpPr/>
            <p:nvPr/>
          </p:nvSpPr>
          <p:spPr>
            <a:xfrm>
              <a:off x="4222013" y="4852496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11"/>
            <p:cNvSpPr/>
            <p:nvPr/>
          </p:nvSpPr>
          <p:spPr>
            <a:xfrm>
              <a:off x="2394971" y="4710131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11"/>
            <p:cNvSpPr/>
            <p:nvPr/>
          </p:nvSpPr>
          <p:spPr>
            <a:xfrm>
              <a:off x="261895" y="4144797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11"/>
            <p:cNvSpPr/>
            <p:nvPr/>
          </p:nvSpPr>
          <p:spPr>
            <a:xfrm>
              <a:off x="1147839" y="4589456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11"/>
            <p:cNvSpPr/>
            <p:nvPr/>
          </p:nvSpPr>
          <p:spPr>
            <a:xfrm>
              <a:off x="1651262" y="4079205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11"/>
            <p:cNvSpPr/>
            <p:nvPr/>
          </p:nvSpPr>
          <p:spPr>
            <a:xfrm>
              <a:off x="5460560" y="460360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11"/>
            <p:cNvSpPr/>
            <p:nvPr/>
          </p:nvSpPr>
          <p:spPr>
            <a:xfrm>
              <a:off x="1698183" y="481064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11"/>
            <p:cNvSpPr/>
            <p:nvPr/>
          </p:nvSpPr>
          <p:spPr>
            <a:xfrm>
              <a:off x="201799" y="4466009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11"/>
            <p:cNvSpPr/>
            <p:nvPr/>
          </p:nvSpPr>
          <p:spPr>
            <a:xfrm>
              <a:off x="3465751" y="481683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11"/>
            <p:cNvSpPr/>
            <p:nvPr/>
          </p:nvSpPr>
          <p:spPr>
            <a:xfrm>
              <a:off x="2625602" y="5006428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11"/>
            <p:cNvSpPr/>
            <p:nvPr/>
          </p:nvSpPr>
          <p:spPr>
            <a:xfrm>
              <a:off x="2785939" y="4360921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11"/>
            <p:cNvSpPr/>
            <p:nvPr/>
          </p:nvSpPr>
          <p:spPr>
            <a:xfrm>
              <a:off x="189850" y="4847376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11"/>
            <p:cNvSpPr/>
            <p:nvPr/>
          </p:nvSpPr>
          <p:spPr>
            <a:xfrm flipH="1">
              <a:off x="2255392" y="3721275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11"/>
            <p:cNvSpPr/>
            <p:nvPr/>
          </p:nvSpPr>
          <p:spPr>
            <a:xfrm flipH="1">
              <a:off x="1929748" y="375979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11"/>
            <p:cNvSpPr/>
            <p:nvPr/>
          </p:nvSpPr>
          <p:spPr>
            <a:xfrm flipH="1">
              <a:off x="3183433" y="4265621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11"/>
            <p:cNvSpPr/>
            <p:nvPr/>
          </p:nvSpPr>
          <p:spPr>
            <a:xfrm flipH="1">
              <a:off x="1435716" y="435061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11"/>
            <p:cNvSpPr/>
            <p:nvPr/>
          </p:nvSpPr>
          <p:spPr>
            <a:xfrm flipH="1">
              <a:off x="1933866" y="459499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11"/>
            <p:cNvSpPr/>
            <p:nvPr/>
          </p:nvSpPr>
          <p:spPr>
            <a:xfrm flipH="1">
              <a:off x="5826957" y="4975631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11"/>
            <p:cNvSpPr/>
            <p:nvPr/>
          </p:nvSpPr>
          <p:spPr>
            <a:xfrm flipH="1">
              <a:off x="5920051" y="4707077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11"/>
            <p:cNvSpPr/>
            <p:nvPr/>
          </p:nvSpPr>
          <p:spPr>
            <a:xfrm flipH="1">
              <a:off x="2402654" y="408859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11"/>
            <p:cNvSpPr/>
            <p:nvPr/>
          </p:nvSpPr>
          <p:spPr>
            <a:xfrm flipH="1">
              <a:off x="2060344" y="421051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11"/>
            <p:cNvSpPr/>
            <p:nvPr/>
          </p:nvSpPr>
          <p:spPr>
            <a:xfrm rot="10800000" flipH="1">
              <a:off x="4535130" y="4810639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11"/>
            <p:cNvSpPr/>
            <p:nvPr/>
          </p:nvSpPr>
          <p:spPr>
            <a:xfrm rot="10800000" flipH="1">
              <a:off x="7364662" y="4897030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11"/>
            <p:cNvSpPr/>
            <p:nvPr/>
          </p:nvSpPr>
          <p:spPr>
            <a:xfrm rot="10800000" flipH="1">
              <a:off x="3162438" y="4666650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11"/>
            <p:cNvSpPr/>
            <p:nvPr/>
          </p:nvSpPr>
          <p:spPr>
            <a:xfrm rot="10800000" flipH="1">
              <a:off x="7867920" y="4559015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11"/>
            <p:cNvSpPr/>
            <p:nvPr/>
          </p:nvSpPr>
          <p:spPr>
            <a:xfrm rot="10800000" flipH="1">
              <a:off x="3602098" y="4325302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11"/>
            <p:cNvSpPr/>
            <p:nvPr/>
          </p:nvSpPr>
          <p:spPr>
            <a:xfrm rot="10800000" flipH="1">
              <a:off x="5530138" y="491183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11"/>
            <p:cNvSpPr/>
            <p:nvPr/>
          </p:nvSpPr>
          <p:spPr>
            <a:xfrm rot="10800000" flipH="1">
              <a:off x="8747946" y="49025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11"/>
            <p:cNvSpPr/>
            <p:nvPr/>
          </p:nvSpPr>
          <p:spPr>
            <a:xfrm rot="10800000" flipH="1">
              <a:off x="3920145" y="4027480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11"/>
            <p:cNvSpPr/>
            <p:nvPr/>
          </p:nvSpPr>
          <p:spPr>
            <a:xfrm rot="10800000" flipH="1">
              <a:off x="7908601" y="4897013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11"/>
            <p:cNvSpPr/>
            <p:nvPr/>
          </p:nvSpPr>
          <p:spPr>
            <a:xfrm rot="10800000" flipH="1">
              <a:off x="8263362" y="467816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11"/>
            <p:cNvSpPr/>
            <p:nvPr/>
          </p:nvSpPr>
          <p:spPr>
            <a:xfrm rot="10800000" flipH="1">
              <a:off x="5062260" y="501437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11"/>
            <p:cNvSpPr/>
            <p:nvPr/>
          </p:nvSpPr>
          <p:spPr>
            <a:xfrm rot="10800000" flipH="1">
              <a:off x="7008383" y="459511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11"/>
            <p:cNvSpPr/>
            <p:nvPr/>
          </p:nvSpPr>
          <p:spPr>
            <a:xfrm rot="10800000" flipH="1">
              <a:off x="6522899" y="50118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11"/>
            <p:cNvSpPr/>
            <p:nvPr/>
          </p:nvSpPr>
          <p:spPr>
            <a:xfrm rot="10800000" flipH="1">
              <a:off x="4825176" y="425599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11"/>
            <p:cNvSpPr/>
            <p:nvPr/>
          </p:nvSpPr>
          <p:spPr>
            <a:xfrm rot="10800000" flipH="1">
              <a:off x="3801114" y="4644633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11"/>
            <p:cNvSpPr/>
            <p:nvPr/>
          </p:nvSpPr>
          <p:spPr>
            <a:xfrm rot="10800000" flipH="1">
              <a:off x="6242864" y="3650405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11"/>
            <p:cNvSpPr/>
            <p:nvPr/>
          </p:nvSpPr>
          <p:spPr>
            <a:xfrm rot="10800000" flipH="1">
              <a:off x="4355000" y="434548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11"/>
            <p:cNvSpPr/>
            <p:nvPr/>
          </p:nvSpPr>
          <p:spPr>
            <a:xfrm rot="10800000">
              <a:off x="6131142" y="4380978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11"/>
            <p:cNvSpPr/>
            <p:nvPr/>
          </p:nvSpPr>
          <p:spPr>
            <a:xfrm rot="10800000">
              <a:off x="5824398" y="4244268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11"/>
            <p:cNvSpPr/>
            <p:nvPr/>
          </p:nvSpPr>
          <p:spPr>
            <a:xfrm rot="10800000">
              <a:off x="7867933" y="41406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11"/>
            <p:cNvSpPr/>
            <p:nvPr/>
          </p:nvSpPr>
          <p:spPr>
            <a:xfrm rot="10800000">
              <a:off x="5175366" y="4406414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11"/>
            <p:cNvSpPr/>
            <p:nvPr/>
          </p:nvSpPr>
          <p:spPr>
            <a:xfrm rot="10800000">
              <a:off x="5788441" y="388727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11"/>
            <p:cNvSpPr/>
            <p:nvPr/>
          </p:nvSpPr>
          <p:spPr>
            <a:xfrm rot="10800000">
              <a:off x="6627657" y="4246684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11"/>
            <p:cNvSpPr/>
            <p:nvPr/>
          </p:nvSpPr>
          <p:spPr>
            <a:xfrm rot="10800000">
              <a:off x="6243864" y="46454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11"/>
            <p:cNvSpPr/>
            <p:nvPr/>
          </p:nvSpPr>
          <p:spPr>
            <a:xfrm rot="10800000">
              <a:off x="6739829" y="3858824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11"/>
            <p:cNvSpPr/>
            <p:nvPr/>
          </p:nvSpPr>
          <p:spPr>
            <a:xfrm rot="10800000">
              <a:off x="5459569" y="422763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11"/>
            <p:cNvSpPr/>
            <p:nvPr/>
          </p:nvSpPr>
          <p:spPr>
            <a:xfrm rot="10800000" flipH="1">
              <a:off x="1874423" y="145764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11"/>
            <p:cNvSpPr/>
            <p:nvPr/>
          </p:nvSpPr>
          <p:spPr>
            <a:xfrm rot="-5400000">
              <a:off x="7273617" y="1644380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29" name="Google Shape;3929;p11"/>
            <p:cNvGrpSpPr/>
            <p:nvPr/>
          </p:nvGrpSpPr>
          <p:grpSpPr>
            <a:xfrm rot="5400000">
              <a:off x="6199788" y="1372590"/>
              <a:ext cx="3964145" cy="1455821"/>
              <a:chOff x="3233388" y="140740"/>
              <a:chExt cx="3964145" cy="1455821"/>
            </a:xfrm>
          </p:grpSpPr>
          <p:sp>
            <p:nvSpPr>
              <p:cNvPr id="3930" name="Google Shape;3930;p11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1" name="Google Shape;3931;p11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2" name="Google Shape;3932;p11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3" name="Google Shape;3933;p11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4" name="Google Shape;3934;p11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5" name="Google Shape;3935;p11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6" name="Google Shape;3936;p11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7" name="Google Shape;3937;p11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8" name="Google Shape;3938;p11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9" name="Google Shape;3939;p11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0" name="Google Shape;3940;p11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1" name="Google Shape;3941;p11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2" name="Google Shape;3942;p11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3" name="Google Shape;3943;p11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4" name="Google Shape;3944;p11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5" name="Google Shape;3945;p11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6" name="Google Shape;3946;p11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7" name="Google Shape;3947;p11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8" name="Google Shape;3948;p11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9" name="Google Shape;3949;p11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0" name="Google Shape;3950;p11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1" name="Google Shape;3951;p11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2" name="Google Shape;3952;p11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3" name="Google Shape;3953;p11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4" name="Google Shape;3954;p11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5" name="Google Shape;3955;p11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56" name="Google Shape;3956;p11"/>
            <p:cNvSpPr/>
            <p:nvPr/>
          </p:nvSpPr>
          <p:spPr>
            <a:xfrm rot="-5400000" flipH="1">
              <a:off x="6408804" y="1645169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11"/>
            <p:cNvSpPr/>
            <p:nvPr/>
          </p:nvSpPr>
          <p:spPr>
            <a:xfrm rot="10800000">
              <a:off x="4228830" y="1192853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11"/>
            <p:cNvSpPr/>
            <p:nvPr/>
          </p:nvSpPr>
          <p:spPr>
            <a:xfrm rot="10800000">
              <a:off x="5446704" y="14630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11"/>
            <p:cNvSpPr/>
            <p:nvPr/>
          </p:nvSpPr>
          <p:spPr>
            <a:xfrm rot="10800000">
              <a:off x="4326649" y="1429493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11"/>
            <p:cNvSpPr/>
            <p:nvPr/>
          </p:nvSpPr>
          <p:spPr>
            <a:xfrm rot="10800000">
              <a:off x="4009721" y="2218151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61" name="Google Shape;3961;p11"/>
            <p:cNvGrpSpPr/>
            <p:nvPr/>
          </p:nvGrpSpPr>
          <p:grpSpPr>
            <a:xfrm>
              <a:off x="234224" y="118425"/>
              <a:ext cx="3532446" cy="1609151"/>
              <a:chOff x="140599" y="118425"/>
              <a:chExt cx="3532446" cy="1609151"/>
            </a:xfrm>
          </p:grpSpPr>
          <p:sp>
            <p:nvSpPr>
              <p:cNvPr id="3962" name="Google Shape;3962;p11"/>
              <p:cNvSpPr/>
              <p:nvPr/>
            </p:nvSpPr>
            <p:spPr>
              <a:xfrm>
                <a:off x="703605" y="276605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3" name="Google Shape;3963;p11"/>
              <p:cNvSpPr/>
              <p:nvPr/>
            </p:nvSpPr>
            <p:spPr>
              <a:xfrm>
                <a:off x="438762" y="1265458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4" name="Google Shape;3964;p11"/>
              <p:cNvSpPr/>
              <p:nvPr/>
            </p:nvSpPr>
            <p:spPr>
              <a:xfrm>
                <a:off x="322613" y="11842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5" name="Google Shape;3965;p11"/>
              <p:cNvSpPr/>
              <p:nvPr/>
            </p:nvSpPr>
            <p:spPr>
              <a:xfrm>
                <a:off x="3632370" y="320667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6" name="Google Shape;3966;p11"/>
              <p:cNvSpPr/>
              <p:nvPr/>
            </p:nvSpPr>
            <p:spPr>
              <a:xfrm>
                <a:off x="568548" y="863464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7" name="Google Shape;3967;p11"/>
              <p:cNvSpPr/>
              <p:nvPr/>
            </p:nvSpPr>
            <p:spPr>
              <a:xfrm>
                <a:off x="1698613" y="226284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8" name="Google Shape;3968;p11"/>
              <p:cNvSpPr/>
              <p:nvPr/>
            </p:nvSpPr>
            <p:spPr>
              <a:xfrm>
                <a:off x="332845" y="70012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9" name="Google Shape;3969;p11"/>
              <p:cNvSpPr/>
              <p:nvPr/>
            </p:nvSpPr>
            <p:spPr>
              <a:xfrm>
                <a:off x="1722212" y="63453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0" name="Google Shape;3970;p11"/>
              <p:cNvSpPr/>
              <p:nvPr/>
            </p:nvSpPr>
            <p:spPr>
              <a:xfrm>
                <a:off x="1230735" y="13101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1" name="Google Shape;3971;p11"/>
              <p:cNvSpPr/>
              <p:nvPr/>
            </p:nvSpPr>
            <p:spPr>
              <a:xfrm>
                <a:off x="600808" y="156907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2" name="Google Shape;3972;p11"/>
              <p:cNvSpPr/>
              <p:nvPr/>
            </p:nvSpPr>
            <p:spPr>
              <a:xfrm>
                <a:off x="140599" y="1048834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3" name="Google Shape;3973;p11"/>
              <p:cNvSpPr/>
              <p:nvPr/>
            </p:nvSpPr>
            <p:spPr>
              <a:xfrm>
                <a:off x="927051" y="523633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4" name="Google Shape;3974;p11"/>
              <p:cNvSpPr/>
              <p:nvPr/>
            </p:nvSpPr>
            <p:spPr>
              <a:xfrm>
                <a:off x="194752" y="45597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5" name="Google Shape;3975;p11"/>
              <p:cNvSpPr/>
              <p:nvPr/>
            </p:nvSpPr>
            <p:spPr>
              <a:xfrm>
                <a:off x="2856889" y="916246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6" name="Google Shape;3976;p11"/>
              <p:cNvSpPr/>
              <p:nvPr/>
            </p:nvSpPr>
            <p:spPr>
              <a:xfrm>
                <a:off x="300425" y="16832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7" name="Google Shape;3977;p11"/>
              <p:cNvSpPr/>
              <p:nvPr/>
            </p:nvSpPr>
            <p:spPr>
              <a:xfrm flipH="1">
                <a:off x="2326342" y="276600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8" name="Google Shape;3978;p11"/>
              <p:cNvSpPr/>
              <p:nvPr/>
            </p:nvSpPr>
            <p:spPr>
              <a:xfrm flipH="1">
                <a:off x="2000698" y="31511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9" name="Google Shape;3979;p11"/>
              <p:cNvSpPr/>
              <p:nvPr/>
            </p:nvSpPr>
            <p:spPr>
              <a:xfrm flipH="1">
                <a:off x="3254383" y="82094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0" name="Google Shape;3980;p11"/>
              <p:cNvSpPr/>
              <p:nvPr/>
            </p:nvSpPr>
            <p:spPr>
              <a:xfrm flipH="1">
                <a:off x="1343841" y="73169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1" name="Google Shape;3981;p11"/>
              <p:cNvSpPr/>
              <p:nvPr/>
            </p:nvSpPr>
            <p:spPr>
              <a:xfrm flipH="1">
                <a:off x="2803532" y="455981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2" name="Google Shape;3982;p11"/>
              <p:cNvSpPr/>
              <p:nvPr/>
            </p:nvSpPr>
            <p:spPr>
              <a:xfrm flipH="1">
                <a:off x="2896626" y="187427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3" name="Google Shape;3983;p11"/>
              <p:cNvSpPr/>
              <p:nvPr/>
            </p:nvSpPr>
            <p:spPr>
              <a:xfrm flipH="1">
                <a:off x="2473604" y="64392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4" name="Google Shape;3984;p11"/>
              <p:cNvSpPr/>
              <p:nvPr/>
            </p:nvSpPr>
            <p:spPr>
              <a:xfrm flipH="1">
                <a:off x="2131294" y="76583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5" name="Google Shape;3985;p11"/>
              <p:cNvSpPr/>
              <p:nvPr/>
            </p:nvSpPr>
            <p:spPr>
              <a:xfrm flipH="1">
                <a:off x="2004816" y="1150323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6" name="Google Shape;3986;p11"/>
              <p:cNvSpPr/>
              <p:nvPr/>
            </p:nvSpPr>
            <p:spPr>
              <a:xfrm>
                <a:off x="1218789" y="1144781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7" name="Google Shape;3987;p11"/>
              <p:cNvSpPr/>
              <p:nvPr/>
            </p:nvSpPr>
            <p:spPr>
              <a:xfrm>
                <a:off x="2465921" y="1265456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88" name="Google Shape;3988;p11"/>
            <p:cNvSpPr/>
            <p:nvPr/>
          </p:nvSpPr>
          <p:spPr>
            <a:xfrm rot="10800000">
              <a:off x="3465760" y="121062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89" name="Google Shape;3989;p11"/>
            <p:cNvGrpSpPr/>
            <p:nvPr/>
          </p:nvGrpSpPr>
          <p:grpSpPr>
            <a:xfrm>
              <a:off x="3327013" y="140740"/>
              <a:ext cx="3964145" cy="1455821"/>
              <a:chOff x="3233388" y="140740"/>
              <a:chExt cx="3964145" cy="1455821"/>
            </a:xfrm>
          </p:grpSpPr>
          <p:sp>
            <p:nvSpPr>
              <p:cNvPr id="3990" name="Google Shape;3990;p11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1" name="Google Shape;3991;p11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2" name="Google Shape;3992;p11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3" name="Google Shape;3993;p11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4" name="Google Shape;3994;p11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5" name="Google Shape;3995;p11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6" name="Google Shape;3996;p11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7" name="Google Shape;3997;p11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8" name="Google Shape;3998;p11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9" name="Google Shape;3999;p11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0" name="Google Shape;4000;p11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1" name="Google Shape;4001;p11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2" name="Google Shape;4002;p11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3" name="Google Shape;4003;p11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4" name="Google Shape;4004;p11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5" name="Google Shape;4005;p11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6" name="Google Shape;4006;p11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7" name="Google Shape;4007;p11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8" name="Google Shape;4008;p11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9" name="Google Shape;4009;p11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0" name="Google Shape;4010;p11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1" name="Google Shape;4011;p11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2" name="Google Shape;4012;p11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3" name="Google Shape;4013;p11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4" name="Google Shape;4014;p11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5" name="Google Shape;4015;p11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16" name="Google Shape;4016;p11"/>
          <p:cNvGrpSpPr/>
          <p:nvPr/>
        </p:nvGrpSpPr>
        <p:grpSpPr>
          <a:xfrm>
            <a:off x="-330469" y="-191524"/>
            <a:ext cx="9848773" cy="5293669"/>
            <a:chOff x="-330469" y="-191524"/>
            <a:chExt cx="9848773" cy="5293669"/>
          </a:xfrm>
        </p:grpSpPr>
        <p:grpSp>
          <p:nvGrpSpPr>
            <p:cNvPr id="4017" name="Google Shape;4017;p11"/>
            <p:cNvGrpSpPr/>
            <p:nvPr/>
          </p:nvGrpSpPr>
          <p:grpSpPr>
            <a:xfrm>
              <a:off x="7632955" y="2527556"/>
              <a:ext cx="1885349" cy="2574590"/>
              <a:chOff x="7632955" y="2527556"/>
              <a:chExt cx="1885349" cy="2574590"/>
            </a:xfrm>
          </p:grpSpPr>
          <p:grpSp>
            <p:nvGrpSpPr>
              <p:cNvPr id="4018" name="Google Shape;4018;p11"/>
              <p:cNvGrpSpPr/>
              <p:nvPr/>
            </p:nvGrpSpPr>
            <p:grpSpPr>
              <a:xfrm rot="5400000" flipH="1">
                <a:off x="7586489" y="3544626"/>
                <a:ext cx="1603986" cy="1511053"/>
                <a:chOff x="712635" y="3866647"/>
                <a:chExt cx="1603986" cy="1511053"/>
              </a:xfrm>
            </p:grpSpPr>
            <p:grpSp>
              <p:nvGrpSpPr>
                <p:cNvPr id="4019" name="Google Shape;4019;p11"/>
                <p:cNvGrpSpPr/>
                <p:nvPr/>
              </p:nvGrpSpPr>
              <p:grpSpPr>
                <a:xfrm rot="-5400000">
                  <a:off x="759101" y="3820181"/>
                  <a:ext cx="1511053" cy="1603986"/>
                  <a:chOff x="7805848" y="0"/>
                  <a:chExt cx="1338162" cy="1420462"/>
                </a:xfrm>
              </p:grpSpPr>
              <p:grpSp>
                <p:nvGrpSpPr>
                  <p:cNvPr id="4020" name="Google Shape;4020;p11"/>
                  <p:cNvGrpSpPr/>
                  <p:nvPr/>
                </p:nvGrpSpPr>
                <p:grpSpPr>
                  <a:xfrm>
                    <a:off x="8368560" y="0"/>
                    <a:ext cx="775450" cy="710225"/>
                    <a:chOff x="2092310" y="847750"/>
                    <a:chExt cx="775450" cy="710225"/>
                  </a:xfrm>
                </p:grpSpPr>
                <p:sp>
                  <p:nvSpPr>
                    <p:cNvPr id="4021" name="Google Shape;4021;p11"/>
                    <p:cNvSpPr/>
                    <p:nvPr/>
                  </p:nvSpPr>
                  <p:spPr>
                    <a:xfrm>
                      <a:off x="2340838" y="1450978"/>
                      <a:ext cx="41819" cy="410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9" h="913" extrusionOk="0">
                          <a:moveTo>
                            <a:pt x="913" y="384"/>
                          </a:moveTo>
                          <a:cubicBezTo>
                            <a:pt x="929" y="720"/>
                            <a:pt x="497" y="912"/>
                            <a:pt x="257" y="656"/>
                          </a:cubicBezTo>
                          <a:cubicBezTo>
                            <a:pt x="1" y="416"/>
                            <a:pt x="177" y="0"/>
                            <a:pt x="529" y="0"/>
                          </a:cubicBezTo>
                          <a:cubicBezTo>
                            <a:pt x="737" y="0"/>
                            <a:pt x="913" y="160"/>
                            <a:pt x="913" y="38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22" name="Google Shape;4022;p11"/>
                    <p:cNvSpPr/>
                    <p:nvPr/>
                  </p:nvSpPr>
                  <p:spPr>
                    <a:xfrm>
                      <a:off x="2092310" y="1309455"/>
                      <a:ext cx="42539" cy="4253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45" h="945" extrusionOk="0">
                          <a:moveTo>
                            <a:pt x="945" y="416"/>
                          </a:moveTo>
                          <a:cubicBezTo>
                            <a:pt x="945" y="768"/>
                            <a:pt x="513" y="944"/>
                            <a:pt x="257" y="688"/>
                          </a:cubicBezTo>
                          <a:cubicBezTo>
                            <a:pt x="1" y="448"/>
                            <a:pt x="193" y="16"/>
                            <a:pt x="545" y="16"/>
                          </a:cubicBezTo>
                          <a:cubicBezTo>
                            <a:pt x="769" y="0"/>
                            <a:pt x="945" y="192"/>
                            <a:pt x="945" y="416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23" name="Google Shape;4023;p11"/>
                    <p:cNvSpPr/>
                    <p:nvPr/>
                  </p:nvSpPr>
                  <p:spPr>
                    <a:xfrm>
                      <a:off x="2828822" y="1112070"/>
                      <a:ext cx="9408" cy="86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" h="193" extrusionOk="0">
                          <a:moveTo>
                            <a:pt x="208" y="81"/>
                          </a:moveTo>
                          <a:cubicBezTo>
                            <a:pt x="208" y="193"/>
                            <a:pt x="0" y="1"/>
                            <a:pt x="128" y="1"/>
                          </a:cubicBezTo>
                          <a:cubicBezTo>
                            <a:pt x="160" y="1"/>
                            <a:pt x="208" y="33"/>
                            <a:pt x="208" y="81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24" name="Google Shape;4024;p11"/>
                    <p:cNvSpPr/>
                    <p:nvPr/>
                  </p:nvSpPr>
                  <p:spPr>
                    <a:xfrm>
                      <a:off x="2858352" y="1249632"/>
                      <a:ext cx="9408" cy="108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" h="241" extrusionOk="0">
                          <a:moveTo>
                            <a:pt x="192" y="145"/>
                          </a:moveTo>
                          <a:cubicBezTo>
                            <a:pt x="160" y="241"/>
                            <a:pt x="0" y="209"/>
                            <a:pt x="32" y="97"/>
                          </a:cubicBezTo>
                          <a:cubicBezTo>
                            <a:pt x="48" y="1"/>
                            <a:pt x="208" y="33"/>
                            <a:pt x="192" y="14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25" name="Google Shape;4025;p11"/>
                    <p:cNvSpPr/>
                    <p:nvPr/>
                  </p:nvSpPr>
                  <p:spPr>
                    <a:xfrm>
                      <a:off x="2211149" y="947140"/>
                      <a:ext cx="7968" cy="79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" h="177" extrusionOk="0">
                          <a:moveTo>
                            <a:pt x="177" y="112"/>
                          </a:moveTo>
                          <a:cubicBezTo>
                            <a:pt x="161" y="144"/>
                            <a:pt x="113" y="176"/>
                            <a:pt x="81" y="160"/>
                          </a:cubicBezTo>
                          <a:cubicBezTo>
                            <a:pt x="33" y="160"/>
                            <a:pt x="1" y="112"/>
                            <a:pt x="17" y="64"/>
                          </a:cubicBezTo>
                          <a:cubicBezTo>
                            <a:pt x="33" y="32"/>
                            <a:pt x="65" y="0"/>
                            <a:pt x="113" y="16"/>
                          </a:cubicBezTo>
                          <a:cubicBezTo>
                            <a:pt x="161" y="16"/>
                            <a:pt x="177" y="64"/>
                            <a:pt x="177" y="11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26" name="Google Shape;4026;p11"/>
                    <p:cNvSpPr/>
                    <p:nvPr/>
                  </p:nvSpPr>
                  <p:spPr>
                    <a:xfrm>
                      <a:off x="2453015" y="1299709"/>
                      <a:ext cx="9408" cy="86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" h="193" extrusionOk="0">
                          <a:moveTo>
                            <a:pt x="193" y="112"/>
                          </a:moveTo>
                          <a:cubicBezTo>
                            <a:pt x="193" y="160"/>
                            <a:pt x="145" y="192"/>
                            <a:pt x="97" y="176"/>
                          </a:cubicBezTo>
                          <a:cubicBezTo>
                            <a:pt x="0" y="160"/>
                            <a:pt x="32" y="0"/>
                            <a:pt x="129" y="16"/>
                          </a:cubicBezTo>
                          <a:cubicBezTo>
                            <a:pt x="177" y="32"/>
                            <a:pt x="209" y="80"/>
                            <a:pt x="193" y="11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27" name="Google Shape;4027;p11"/>
                    <p:cNvSpPr/>
                    <p:nvPr/>
                  </p:nvSpPr>
                  <p:spPr>
                    <a:xfrm>
                      <a:off x="2435526" y="995395"/>
                      <a:ext cx="9408" cy="94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" h="209" extrusionOk="0">
                          <a:moveTo>
                            <a:pt x="209" y="80"/>
                          </a:moveTo>
                          <a:cubicBezTo>
                            <a:pt x="209" y="208"/>
                            <a:pt x="1" y="0"/>
                            <a:pt x="129" y="0"/>
                          </a:cubicBezTo>
                          <a:cubicBezTo>
                            <a:pt x="177" y="0"/>
                            <a:pt x="209" y="48"/>
                            <a:pt x="209" y="8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28" name="Google Shape;4028;p11"/>
                    <p:cNvSpPr/>
                    <p:nvPr/>
                  </p:nvSpPr>
                  <p:spPr>
                    <a:xfrm>
                      <a:off x="2164334" y="1538484"/>
                      <a:ext cx="19491" cy="194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" h="433" extrusionOk="0">
                          <a:moveTo>
                            <a:pt x="433" y="192"/>
                          </a:moveTo>
                          <a:cubicBezTo>
                            <a:pt x="433" y="352"/>
                            <a:pt x="241" y="432"/>
                            <a:pt x="113" y="320"/>
                          </a:cubicBezTo>
                          <a:cubicBezTo>
                            <a:pt x="1" y="208"/>
                            <a:pt x="81" y="0"/>
                            <a:pt x="257" y="0"/>
                          </a:cubicBezTo>
                          <a:cubicBezTo>
                            <a:pt x="353" y="0"/>
                            <a:pt x="433" y="80"/>
                            <a:pt x="433" y="19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29" name="Google Shape;4029;p11"/>
                    <p:cNvSpPr/>
                    <p:nvPr/>
                  </p:nvSpPr>
                  <p:spPr>
                    <a:xfrm>
                      <a:off x="2680453" y="1103427"/>
                      <a:ext cx="18771" cy="216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7" h="481" extrusionOk="0">
                          <a:moveTo>
                            <a:pt x="400" y="273"/>
                          </a:moveTo>
                          <a:cubicBezTo>
                            <a:pt x="368" y="481"/>
                            <a:pt x="48" y="481"/>
                            <a:pt x="32" y="273"/>
                          </a:cubicBezTo>
                          <a:cubicBezTo>
                            <a:pt x="0" y="1"/>
                            <a:pt x="416" y="1"/>
                            <a:pt x="400" y="27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30" name="Google Shape;4030;p11"/>
                    <p:cNvSpPr/>
                    <p:nvPr/>
                  </p:nvSpPr>
                  <p:spPr>
                    <a:xfrm>
                      <a:off x="2533479" y="847750"/>
                      <a:ext cx="19491" cy="194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" h="433" extrusionOk="0">
                          <a:moveTo>
                            <a:pt x="433" y="192"/>
                          </a:moveTo>
                          <a:cubicBezTo>
                            <a:pt x="433" y="352"/>
                            <a:pt x="241" y="432"/>
                            <a:pt x="129" y="320"/>
                          </a:cubicBezTo>
                          <a:cubicBezTo>
                            <a:pt x="1" y="192"/>
                            <a:pt x="97" y="0"/>
                            <a:pt x="257" y="0"/>
                          </a:cubicBezTo>
                          <a:cubicBezTo>
                            <a:pt x="353" y="0"/>
                            <a:pt x="433" y="80"/>
                            <a:pt x="433" y="19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31" name="Google Shape;4031;p11"/>
                    <p:cNvSpPr/>
                    <p:nvPr/>
                  </p:nvSpPr>
                  <p:spPr>
                    <a:xfrm>
                      <a:off x="2831703" y="979550"/>
                      <a:ext cx="18771" cy="1877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7" h="417" extrusionOk="0">
                          <a:moveTo>
                            <a:pt x="416" y="176"/>
                          </a:moveTo>
                          <a:cubicBezTo>
                            <a:pt x="416" y="336"/>
                            <a:pt x="224" y="416"/>
                            <a:pt x="112" y="304"/>
                          </a:cubicBezTo>
                          <a:cubicBezTo>
                            <a:pt x="0" y="192"/>
                            <a:pt x="80" y="0"/>
                            <a:pt x="240" y="0"/>
                          </a:cubicBezTo>
                          <a:cubicBezTo>
                            <a:pt x="336" y="0"/>
                            <a:pt x="416" y="80"/>
                            <a:pt x="416" y="176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32" name="Google Shape;4032;p11"/>
                    <p:cNvSpPr/>
                    <p:nvPr/>
                  </p:nvSpPr>
                  <p:spPr>
                    <a:xfrm>
                      <a:off x="2327873" y="1193455"/>
                      <a:ext cx="19491" cy="1877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" h="417" extrusionOk="0">
                          <a:moveTo>
                            <a:pt x="432" y="177"/>
                          </a:moveTo>
                          <a:cubicBezTo>
                            <a:pt x="432" y="337"/>
                            <a:pt x="240" y="417"/>
                            <a:pt x="128" y="305"/>
                          </a:cubicBezTo>
                          <a:cubicBezTo>
                            <a:pt x="0" y="193"/>
                            <a:pt x="80" y="1"/>
                            <a:pt x="256" y="1"/>
                          </a:cubicBezTo>
                          <a:cubicBezTo>
                            <a:pt x="352" y="1"/>
                            <a:pt x="432" y="81"/>
                            <a:pt x="432" y="17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33" name="Google Shape;4033;p11"/>
                    <p:cNvSpPr/>
                    <p:nvPr/>
                  </p:nvSpPr>
                  <p:spPr>
                    <a:xfrm>
                      <a:off x="2479078" y="1482667"/>
                      <a:ext cx="19491" cy="194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" h="433" extrusionOk="0">
                          <a:moveTo>
                            <a:pt x="433" y="193"/>
                          </a:moveTo>
                          <a:cubicBezTo>
                            <a:pt x="433" y="353"/>
                            <a:pt x="225" y="433"/>
                            <a:pt x="112" y="321"/>
                          </a:cubicBezTo>
                          <a:cubicBezTo>
                            <a:pt x="0" y="209"/>
                            <a:pt x="80" y="1"/>
                            <a:pt x="241" y="17"/>
                          </a:cubicBezTo>
                          <a:cubicBezTo>
                            <a:pt x="337" y="1"/>
                            <a:pt x="433" y="97"/>
                            <a:pt x="433" y="19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34" name="Google Shape;4034;p11"/>
                    <p:cNvSpPr/>
                    <p:nvPr/>
                  </p:nvSpPr>
                  <p:spPr>
                    <a:xfrm>
                      <a:off x="2269534" y="962265"/>
                      <a:ext cx="69908" cy="69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53" h="1553" extrusionOk="0">
                          <a:moveTo>
                            <a:pt x="768" y="1553"/>
                          </a:moveTo>
                          <a:lnTo>
                            <a:pt x="768" y="1553"/>
                          </a:lnTo>
                          <a:cubicBezTo>
                            <a:pt x="768" y="1121"/>
                            <a:pt x="416" y="785"/>
                            <a:pt x="0" y="785"/>
                          </a:cubicBezTo>
                          <a:lnTo>
                            <a:pt x="0" y="785"/>
                          </a:lnTo>
                          <a:cubicBezTo>
                            <a:pt x="416" y="785"/>
                            <a:pt x="768" y="432"/>
                            <a:pt x="768" y="0"/>
                          </a:cubicBezTo>
                          <a:lnTo>
                            <a:pt x="768" y="0"/>
                          </a:lnTo>
                          <a:cubicBezTo>
                            <a:pt x="768" y="432"/>
                            <a:pt x="1120" y="785"/>
                            <a:pt x="1552" y="785"/>
                          </a:cubicBezTo>
                          <a:lnTo>
                            <a:pt x="1552" y="785"/>
                          </a:lnTo>
                          <a:cubicBezTo>
                            <a:pt x="1120" y="785"/>
                            <a:pt x="768" y="1121"/>
                            <a:pt x="768" y="155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35" name="Google Shape;4035;p11"/>
                    <p:cNvSpPr/>
                    <p:nvPr/>
                  </p:nvSpPr>
                  <p:spPr>
                    <a:xfrm>
                      <a:off x="2653421" y="1348504"/>
                      <a:ext cx="69953" cy="691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54" h="1537" extrusionOk="0">
                          <a:moveTo>
                            <a:pt x="785" y="1537"/>
                          </a:moveTo>
                          <a:lnTo>
                            <a:pt x="785" y="1537"/>
                          </a:lnTo>
                          <a:cubicBezTo>
                            <a:pt x="785" y="1121"/>
                            <a:pt x="433" y="769"/>
                            <a:pt x="1" y="769"/>
                          </a:cubicBezTo>
                          <a:lnTo>
                            <a:pt x="1" y="769"/>
                          </a:lnTo>
                          <a:cubicBezTo>
                            <a:pt x="433" y="769"/>
                            <a:pt x="785" y="417"/>
                            <a:pt x="785" y="1"/>
                          </a:cubicBezTo>
                          <a:lnTo>
                            <a:pt x="785" y="1"/>
                          </a:lnTo>
                          <a:cubicBezTo>
                            <a:pt x="785" y="417"/>
                            <a:pt x="1121" y="769"/>
                            <a:pt x="1553" y="769"/>
                          </a:cubicBezTo>
                          <a:lnTo>
                            <a:pt x="1553" y="769"/>
                          </a:lnTo>
                          <a:cubicBezTo>
                            <a:pt x="1137" y="769"/>
                            <a:pt x="785" y="1121"/>
                            <a:pt x="785" y="153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4036" name="Google Shape;4036;p11"/>
                  <p:cNvGrpSpPr/>
                  <p:nvPr/>
                </p:nvGrpSpPr>
                <p:grpSpPr>
                  <a:xfrm rot="-5400000">
                    <a:off x="7773235" y="184387"/>
                    <a:ext cx="775450" cy="710225"/>
                    <a:chOff x="2092310" y="847750"/>
                    <a:chExt cx="775450" cy="710225"/>
                  </a:xfrm>
                </p:grpSpPr>
                <p:sp>
                  <p:nvSpPr>
                    <p:cNvPr id="4037" name="Google Shape;4037;p11"/>
                    <p:cNvSpPr/>
                    <p:nvPr/>
                  </p:nvSpPr>
                  <p:spPr>
                    <a:xfrm>
                      <a:off x="2340838" y="1450978"/>
                      <a:ext cx="41819" cy="410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9" h="913" extrusionOk="0">
                          <a:moveTo>
                            <a:pt x="913" y="384"/>
                          </a:moveTo>
                          <a:cubicBezTo>
                            <a:pt x="929" y="720"/>
                            <a:pt x="497" y="912"/>
                            <a:pt x="257" y="656"/>
                          </a:cubicBezTo>
                          <a:cubicBezTo>
                            <a:pt x="1" y="416"/>
                            <a:pt x="177" y="0"/>
                            <a:pt x="529" y="0"/>
                          </a:cubicBezTo>
                          <a:cubicBezTo>
                            <a:pt x="737" y="0"/>
                            <a:pt x="913" y="160"/>
                            <a:pt x="913" y="38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38" name="Google Shape;4038;p11"/>
                    <p:cNvSpPr/>
                    <p:nvPr/>
                  </p:nvSpPr>
                  <p:spPr>
                    <a:xfrm>
                      <a:off x="2092310" y="1309455"/>
                      <a:ext cx="42539" cy="4253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45" h="945" extrusionOk="0">
                          <a:moveTo>
                            <a:pt x="945" y="416"/>
                          </a:moveTo>
                          <a:cubicBezTo>
                            <a:pt x="945" y="768"/>
                            <a:pt x="513" y="944"/>
                            <a:pt x="257" y="688"/>
                          </a:cubicBezTo>
                          <a:cubicBezTo>
                            <a:pt x="1" y="448"/>
                            <a:pt x="193" y="16"/>
                            <a:pt x="545" y="16"/>
                          </a:cubicBezTo>
                          <a:cubicBezTo>
                            <a:pt x="769" y="0"/>
                            <a:pt x="945" y="192"/>
                            <a:pt x="945" y="416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39" name="Google Shape;4039;p11"/>
                    <p:cNvSpPr/>
                    <p:nvPr/>
                  </p:nvSpPr>
                  <p:spPr>
                    <a:xfrm>
                      <a:off x="2828822" y="1112070"/>
                      <a:ext cx="9408" cy="86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" h="193" extrusionOk="0">
                          <a:moveTo>
                            <a:pt x="208" y="81"/>
                          </a:moveTo>
                          <a:cubicBezTo>
                            <a:pt x="208" y="193"/>
                            <a:pt x="0" y="1"/>
                            <a:pt x="128" y="1"/>
                          </a:cubicBezTo>
                          <a:cubicBezTo>
                            <a:pt x="160" y="1"/>
                            <a:pt x="208" y="33"/>
                            <a:pt x="208" y="81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40" name="Google Shape;4040;p11"/>
                    <p:cNvSpPr/>
                    <p:nvPr/>
                  </p:nvSpPr>
                  <p:spPr>
                    <a:xfrm>
                      <a:off x="2858352" y="1249632"/>
                      <a:ext cx="9408" cy="108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" h="241" extrusionOk="0">
                          <a:moveTo>
                            <a:pt x="192" y="145"/>
                          </a:moveTo>
                          <a:cubicBezTo>
                            <a:pt x="160" y="241"/>
                            <a:pt x="0" y="209"/>
                            <a:pt x="32" y="97"/>
                          </a:cubicBezTo>
                          <a:cubicBezTo>
                            <a:pt x="48" y="1"/>
                            <a:pt x="208" y="33"/>
                            <a:pt x="192" y="14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41" name="Google Shape;4041;p11"/>
                    <p:cNvSpPr/>
                    <p:nvPr/>
                  </p:nvSpPr>
                  <p:spPr>
                    <a:xfrm>
                      <a:off x="2211149" y="947140"/>
                      <a:ext cx="7968" cy="79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" h="177" extrusionOk="0">
                          <a:moveTo>
                            <a:pt x="177" y="112"/>
                          </a:moveTo>
                          <a:cubicBezTo>
                            <a:pt x="161" y="144"/>
                            <a:pt x="113" y="176"/>
                            <a:pt x="81" y="160"/>
                          </a:cubicBezTo>
                          <a:cubicBezTo>
                            <a:pt x="33" y="160"/>
                            <a:pt x="1" y="112"/>
                            <a:pt x="17" y="64"/>
                          </a:cubicBezTo>
                          <a:cubicBezTo>
                            <a:pt x="33" y="32"/>
                            <a:pt x="65" y="0"/>
                            <a:pt x="113" y="16"/>
                          </a:cubicBezTo>
                          <a:cubicBezTo>
                            <a:pt x="161" y="16"/>
                            <a:pt x="177" y="64"/>
                            <a:pt x="177" y="11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42" name="Google Shape;4042;p11"/>
                    <p:cNvSpPr/>
                    <p:nvPr/>
                  </p:nvSpPr>
                  <p:spPr>
                    <a:xfrm>
                      <a:off x="2453015" y="1299709"/>
                      <a:ext cx="9408" cy="86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" h="193" extrusionOk="0">
                          <a:moveTo>
                            <a:pt x="193" y="112"/>
                          </a:moveTo>
                          <a:cubicBezTo>
                            <a:pt x="193" y="160"/>
                            <a:pt x="145" y="192"/>
                            <a:pt x="97" y="176"/>
                          </a:cubicBezTo>
                          <a:cubicBezTo>
                            <a:pt x="0" y="160"/>
                            <a:pt x="32" y="0"/>
                            <a:pt x="129" y="16"/>
                          </a:cubicBezTo>
                          <a:cubicBezTo>
                            <a:pt x="177" y="32"/>
                            <a:pt x="209" y="80"/>
                            <a:pt x="193" y="11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43" name="Google Shape;4043;p11"/>
                    <p:cNvSpPr/>
                    <p:nvPr/>
                  </p:nvSpPr>
                  <p:spPr>
                    <a:xfrm>
                      <a:off x="2435526" y="995395"/>
                      <a:ext cx="9408" cy="94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" h="209" extrusionOk="0">
                          <a:moveTo>
                            <a:pt x="209" y="80"/>
                          </a:moveTo>
                          <a:cubicBezTo>
                            <a:pt x="209" y="208"/>
                            <a:pt x="1" y="0"/>
                            <a:pt x="129" y="0"/>
                          </a:cubicBezTo>
                          <a:cubicBezTo>
                            <a:pt x="177" y="0"/>
                            <a:pt x="209" y="48"/>
                            <a:pt x="209" y="8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44" name="Google Shape;4044;p11"/>
                    <p:cNvSpPr/>
                    <p:nvPr/>
                  </p:nvSpPr>
                  <p:spPr>
                    <a:xfrm>
                      <a:off x="2164334" y="1538484"/>
                      <a:ext cx="19491" cy="194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" h="433" extrusionOk="0">
                          <a:moveTo>
                            <a:pt x="433" y="192"/>
                          </a:moveTo>
                          <a:cubicBezTo>
                            <a:pt x="433" y="352"/>
                            <a:pt x="241" y="432"/>
                            <a:pt x="113" y="320"/>
                          </a:cubicBezTo>
                          <a:cubicBezTo>
                            <a:pt x="1" y="208"/>
                            <a:pt x="81" y="0"/>
                            <a:pt x="257" y="0"/>
                          </a:cubicBezTo>
                          <a:cubicBezTo>
                            <a:pt x="353" y="0"/>
                            <a:pt x="433" y="80"/>
                            <a:pt x="433" y="19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45" name="Google Shape;4045;p11"/>
                    <p:cNvSpPr/>
                    <p:nvPr/>
                  </p:nvSpPr>
                  <p:spPr>
                    <a:xfrm>
                      <a:off x="2680453" y="1103427"/>
                      <a:ext cx="18771" cy="216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7" h="481" extrusionOk="0">
                          <a:moveTo>
                            <a:pt x="400" y="273"/>
                          </a:moveTo>
                          <a:cubicBezTo>
                            <a:pt x="368" y="481"/>
                            <a:pt x="48" y="481"/>
                            <a:pt x="32" y="273"/>
                          </a:cubicBezTo>
                          <a:cubicBezTo>
                            <a:pt x="0" y="1"/>
                            <a:pt x="416" y="1"/>
                            <a:pt x="400" y="27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46" name="Google Shape;4046;p11"/>
                    <p:cNvSpPr/>
                    <p:nvPr/>
                  </p:nvSpPr>
                  <p:spPr>
                    <a:xfrm>
                      <a:off x="2533479" y="847750"/>
                      <a:ext cx="19491" cy="194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" h="433" extrusionOk="0">
                          <a:moveTo>
                            <a:pt x="433" y="192"/>
                          </a:moveTo>
                          <a:cubicBezTo>
                            <a:pt x="433" y="352"/>
                            <a:pt x="241" y="432"/>
                            <a:pt x="129" y="320"/>
                          </a:cubicBezTo>
                          <a:cubicBezTo>
                            <a:pt x="1" y="192"/>
                            <a:pt x="97" y="0"/>
                            <a:pt x="257" y="0"/>
                          </a:cubicBezTo>
                          <a:cubicBezTo>
                            <a:pt x="353" y="0"/>
                            <a:pt x="433" y="80"/>
                            <a:pt x="433" y="19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47" name="Google Shape;4047;p11"/>
                    <p:cNvSpPr/>
                    <p:nvPr/>
                  </p:nvSpPr>
                  <p:spPr>
                    <a:xfrm>
                      <a:off x="2831703" y="979550"/>
                      <a:ext cx="18771" cy="1877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7" h="417" extrusionOk="0">
                          <a:moveTo>
                            <a:pt x="416" y="176"/>
                          </a:moveTo>
                          <a:cubicBezTo>
                            <a:pt x="416" y="336"/>
                            <a:pt x="224" y="416"/>
                            <a:pt x="112" y="304"/>
                          </a:cubicBezTo>
                          <a:cubicBezTo>
                            <a:pt x="0" y="192"/>
                            <a:pt x="80" y="0"/>
                            <a:pt x="240" y="0"/>
                          </a:cubicBezTo>
                          <a:cubicBezTo>
                            <a:pt x="336" y="0"/>
                            <a:pt x="416" y="80"/>
                            <a:pt x="416" y="176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48" name="Google Shape;4048;p11"/>
                    <p:cNvSpPr/>
                    <p:nvPr/>
                  </p:nvSpPr>
                  <p:spPr>
                    <a:xfrm>
                      <a:off x="2327873" y="1193455"/>
                      <a:ext cx="19491" cy="1877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" h="417" extrusionOk="0">
                          <a:moveTo>
                            <a:pt x="432" y="177"/>
                          </a:moveTo>
                          <a:cubicBezTo>
                            <a:pt x="432" y="337"/>
                            <a:pt x="240" y="417"/>
                            <a:pt x="128" y="305"/>
                          </a:cubicBezTo>
                          <a:cubicBezTo>
                            <a:pt x="0" y="193"/>
                            <a:pt x="80" y="1"/>
                            <a:pt x="256" y="1"/>
                          </a:cubicBezTo>
                          <a:cubicBezTo>
                            <a:pt x="352" y="1"/>
                            <a:pt x="432" y="81"/>
                            <a:pt x="432" y="17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49" name="Google Shape;4049;p11"/>
                    <p:cNvSpPr/>
                    <p:nvPr/>
                  </p:nvSpPr>
                  <p:spPr>
                    <a:xfrm>
                      <a:off x="2479078" y="1482667"/>
                      <a:ext cx="19491" cy="194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" h="433" extrusionOk="0">
                          <a:moveTo>
                            <a:pt x="433" y="193"/>
                          </a:moveTo>
                          <a:cubicBezTo>
                            <a:pt x="433" y="353"/>
                            <a:pt x="225" y="433"/>
                            <a:pt x="112" y="321"/>
                          </a:cubicBezTo>
                          <a:cubicBezTo>
                            <a:pt x="0" y="209"/>
                            <a:pt x="80" y="1"/>
                            <a:pt x="241" y="17"/>
                          </a:cubicBezTo>
                          <a:cubicBezTo>
                            <a:pt x="337" y="1"/>
                            <a:pt x="433" y="97"/>
                            <a:pt x="433" y="19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50" name="Google Shape;4050;p11"/>
                    <p:cNvSpPr/>
                    <p:nvPr/>
                  </p:nvSpPr>
                  <p:spPr>
                    <a:xfrm>
                      <a:off x="2269534" y="962265"/>
                      <a:ext cx="69908" cy="69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53" h="1553" extrusionOk="0">
                          <a:moveTo>
                            <a:pt x="768" y="1553"/>
                          </a:moveTo>
                          <a:lnTo>
                            <a:pt x="768" y="1553"/>
                          </a:lnTo>
                          <a:cubicBezTo>
                            <a:pt x="768" y="1121"/>
                            <a:pt x="416" y="785"/>
                            <a:pt x="0" y="785"/>
                          </a:cubicBezTo>
                          <a:lnTo>
                            <a:pt x="0" y="785"/>
                          </a:lnTo>
                          <a:cubicBezTo>
                            <a:pt x="416" y="785"/>
                            <a:pt x="768" y="432"/>
                            <a:pt x="768" y="0"/>
                          </a:cubicBezTo>
                          <a:lnTo>
                            <a:pt x="768" y="0"/>
                          </a:lnTo>
                          <a:cubicBezTo>
                            <a:pt x="768" y="432"/>
                            <a:pt x="1120" y="785"/>
                            <a:pt x="1552" y="785"/>
                          </a:cubicBezTo>
                          <a:lnTo>
                            <a:pt x="1552" y="785"/>
                          </a:lnTo>
                          <a:cubicBezTo>
                            <a:pt x="1120" y="785"/>
                            <a:pt x="768" y="1121"/>
                            <a:pt x="768" y="155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51" name="Google Shape;4051;p11"/>
                    <p:cNvSpPr/>
                    <p:nvPr/>
                  </p:nvSpPr>
                  <p:spPr>
                    <a:xfrm>
                      <a:off x="2653421" y="1348504"/>
                      <a:ext cx="69953" cy="691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54" h="1537" extrusionOk="0">
                          <a:moveTo>
                            <a:pt x="785" y="1537"/>
                          </a:moveTo>
                          <a:lnTo>
                            <a:pt x="785" y="1537"/>
                          </a:lnTo>
                          <a:cubicBezTo>
                            <a:pt x="785" y="1121"/>
                            <a:pt x="433" y="769"/>
                            <a:pt x="1" y="769"/>
                          </a:cubicBezTo>
                          <a:lnTo>
                            <a:pt x="1" y="769"/>
                          </a:lnTo>
                          <a:cubicBezTo>
                            <a:pt x="433" y="769"/>
                            <a:pt x="785" y="417"/>
                            <a:pt x="785" y="1"/>
                          </a:cubicBezTo>
                          <a:lnTo>
                            <a:pt x="785" y="1"/>
                          </a:lnTo>
                          <a:cubicBezTo>
                            <a:pt x="785" y="417"/>
                            <a:pt x="1121" y="769"/>
                            <a:pt x="1553" y="769"/>
                          </a:cubicBezTo>
                          <a:lnTo>
                            <a:pt x="1553" y="769"/>
                          </a:lnTo>
                          <a:cubicBezTo>
                            <a:pt x="1137" y="769"/>
                            <a:pt x="785" y="1121"/>
                            <a:pt x="785" y="153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4052" name="Google Shape;4052;p11"/>
                  <p:cNvGrpSpPr/>
                  <p:nvPr/>
                </p:nvGrpSpPr>
                <p:grpSpPr>
                  <a:xfrm rot="10800000" flipH="1">
                    <a:off x="8257960" y="710237"/>
                    <a:ext cx="775450" cy="710225"/>
                    <a:chOff x="2092310" y="847750"/>
                    <a:chExt cx="775450" cy="710225"/>
                  </a:xfrm>
                </p:grpSpPr>
                <p:sp>
                  <p:nvSpPr>
                    <p:cNvPr id="4053" name="Google Shape;4053;p11"/>
                    <p:cNvSpPr/>
                    <p:nvPr/>
                  </p:nvSpPr>
                  <p:spPr>
                    <a:xfrm>
                      <a:off x="2340838" y="1450978"/>
                      <a:ext cx="41819" cy="410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29" h="913" extrusionOk="0">
                          <a:moveTo>
                            <a:pt x="913" y="384"/>
                          </a:moveTo>
                          <a:cubicBezTo>
                            <a:pt x="929" y="720"/>
                            <a:pt x="497" y="912"/>
                            <a:pt x="257" y="656"/>
                          </a:cubicBezTo>
                          <a:cubicBezTo>
                            <a:pt x="1" y="416"/>
                            <a:pt x="177" y="0"/>
                            <a:pt x="529" y="0"/>
                          </a:cubicBezTo>
                          <a:cubicBezTo>
                            <a:pt x="737" y="0"/>
                            <a:pt x="913" y="160"/>
                            <a:pt x="913" y="38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54" name="Google Shape;4054;p11"/>
                    <p:cNvSpPr/>
                    <p:nvPr/>
                  </p:nvSpPr>
                  <p:spPr>
                    <a:xfrm>
                      <a:off x="2092310" y="1309455"/>
                      <a:ext cx="42539" cy="4253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45" h="945" extrusionOk="0">
                          <a:moveTo>
                            <a:pt x="945" y="416"/>
                          </a:moveTo>
                          <a:cubicBezTo>
                            <a:pt x="945" y="768"/>
                            <a:pt x="513" y="944"/>
                            <a:pt x="257" y="688"/>
                          </a:cubicBezTo>
                          <a:cubicBezTo>
                            <a:pt x="1" y="448"/>
                            <a:pt x="193" y="16"/>
                            <a:pt x="545" y="16"/>
                          </a:cubicBezTo>
                          <a:cubicBezTo>
                            <a:pt x="769" y="0"/>
                            <a:pt x="945" y="192"/>
                            <a:pt x="945" y="416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55" name="Google Shape;4055;p11"/>
                    <p:cNvSpPr/>
                    <p:nvPr/>
                  </p:nvSpPr>
                  <p:spPr>
                    <a:xfrm>
                      <a:off x="2828822" y="1112070"/>
                      <a:ext cx="9408" cy="86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" h="193" extrusionOk="0">
                          <a:moveTo>
                            <a:pt x="208" y="81"/>
                          </a:moveTo>
                          <a:cubicBezTo>
                            <a:pt x="208" y="193"/>
                            <a:pt x="0" y="1"/>
                            <a:pt x="128" y="1"/>
                          </a:cubicBezTo>
                          <a:cubicBezTo>
                            <a:pt x="160" y="1"/>
                            <a:pt x="208" y="33"/>
                            <a:pt x="208" y="81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56" name="Google Shape;4056;p11"/>
                    <p:cNvSpPr/>
                    <p:nvPr/>
                  </p:nvSpPr>
                  <p:spPr>
                    <a:xfrm>
                      <a:off x="2858352" y="1249632"/>
                      <a:ext cx="9408" cy="1084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" h="241" extrusionOk="0">
                          <a:moveTo>
                            <a:pt x="192" y="145"/>
                          </a:moveTo>
                          <a:cubicBezTo>
                            <a:pt x="160" y="241"/>
                            <a:pt x="0" y="209"/>
                            <a:pt x="32" y="97"/>
                          </a:cubicBezTo>
                          <a:cubicBezTo>
                            <a:pt x="48" y="1"/>
                            <a:pt x="208" y="33"/>
                            <a:pt x="192" y="14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57" name="Google Shape;4057;p11"/>
                    <p:cNvSpPr/>
                    <p:nvPr/>
                  </p:nvSpPr>
                  <p:spPr>
                    <a:xfrm>
                      <a:off x="2211149" y="947140"/>
                      <a:ext cx="7968" cy="79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" h="177" extrusionOk="0">
                          <a:moveTo>
                            <a:pt x="177" y="112"/>
                          </a:moveTo>
                          <a:cubicBezTo>
                            <a:pt x="161" y="144"/>
                            <a:pt x="113" y="176"/>
                            <a:pt x="81" y="160"/>
                          </a:cubicBezTo>
                          <a:cubicBezTo>
                            <a:pt x="33" y="160"/>
                            <a:pt x="1" y="112"/>
                            <a:pt x="17" y="64"/>
                          </a:cubicBezTo>
                          <a:cubicBezTo>
                            <a:pt x="33" y="32"/>
                            <a:pt x="65" y="0"/>
                            <a:pt x="113" y="16"/>
                          </a:cubicBezTo>
                          <a:cubicBezTo>
                            <a:pt x="161" y="16"/>
                            <a:pt x="177" y="64"/>
                            <a:pt x="177" y="11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58" name="Google Shape;4058;p11"/>
                    <p:cNvSpPr/>
                    <p:nvPr/>
                  </p:nvSpPr>
                  <p:spPr>
                    <a:xfrm>
                      <a:off x="2453015" y="1299709"/>
                      <a:ext cx="9408" cy="868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" h="193" extrusionOk="0">
                          <a:moveTo>
                            <a:pt x="193" y="112"/>
                          </a:moveTo>
                          <a:cubicBezTo>
                            <a:pt x="193" y="160"/>
                            <a:pt x="145" y="192"/>
                            <a:pt x="97" y="176"/>
                          </a:cubicBezTo>
                          <a:cubicBezTo>
                            <a:pt x="0" y="160"/>
                            <a:pt x="32" y="0"/>
                            <a:pt x="129" y="16"/>
                          </a:cubicBezTo>
                          <a:cubicBezTo>
                            <a:pt x="177" y="32"/>
                            <a:pt x="209" y="80"/>
                            <a:pt x="193" y="11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59" name="Google Shape;4059;p11"/>
                    <p:cNvSpPr/>
                    <p:nvPr/>
                  </p:nvSpPr>
                  <p:spPr>
                    <a:xfrm>
                      <a:off x="2435526" y="995395"/>
                      <a:ext cx="9408" cy="94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09" h="209" extrusionOk="0">
                          <a:moveTo>
                            <a:pt x="209" y="80"/>
                          </a:moveTo>
                          <a:cubicBezTo>
                            <a:pt x="209" y="208"/>
                            <a:pt x="1" y="0"/>
                            <a:pt x="129" y="0"/>
                          </a:cubicBezTo>
                          <a:cubicBezTo>
                            <a:pt x="177" y="0"/>
                            <a:pt x="209" y="48"/>
                            <a:pt x="209" y="8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60" name="Google Shape;4060;p11"/>
                    <p:cNvSpPr/>
                    <p:nvPr/>
                  </p:nvSpPr>
                  <p:spPr>
                    <a:xfrm>
                      <a:off x="2164334" y="1538484"/>
                      <a:ext cx="19491" cy="194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" h="433" extrusionOk="0">
                          <a:moveTo>
                            <a:pt x="433" y="192"/>
                          </a:moveTo>
                          <a:cubicBezTo>
                            <a:pt x="433" y="352"/>
                            <a:pt x="241" y="432"/>
                            <a:pt x="113" y="320"/>
                          </a:cubicBezTo>
                          <a:cubicBezTo>
                            <a:pt x="1" y="208"/>
                            <a:pt x="81" y="0"/>
                            <a:pt x="257" y="0"/>
                          </a:cubicBezTo>
                          <a:cubicBezTo>
                            <a:pt x="353" y="0"/>
                            <a:pt x="433" y="80"/>
                            <a:pt x="433" y="19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61" name="Google Shape;4061;p11"/>
                    <p:cNvSpPr/>
                    <p:nvPr/>
                  </p:nvSpPr>
                  <p:spPr>
                    <a:xfrm>
                      <a:off x="2680453" y="1103427"/>
                      <a:ext cx="18771" cy="2165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7" h="481" extrusionOk="0">
                          <a:moveTo>
                            <a:pt x="400" y="273"/>
                          </a:moveTo>
                          <a:cubicBezTo>
                            <a:pt x="368" y="481"/>
                            <a:pt x="48" y="481"/>
                            <a:pt x="32" y="273"/>
                          </a:cubicBezTo>
                          <a:cubicBezTo>
                            <a:pt x="0" y="1"/>
                            <a:pt x="416" y="1"/>
                            <a:pt x="400" y="27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62" name="Google Shape;4062;p11"/>
                    <p:cNvSpPr/>
                    <p:nvPr/>
                  </p:nvSpPr>
                  <p:spPr>
                    <a:xfrm>
                      <a:off x="2533479" y="847750"/>
                      <a:ext cx="19491" cy="194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" h="433" extrusionOk="0">
                          <a:moveTo>
                            <a:pt x="433" y="192"/>
                          </a:moveTo>
                          <a:cubicBezTo>
                            <a:pt x="433" y="352"/>
                            <a:pt x="241" y="432"/>
                            <a:pt x="129" y="320"/>
                          </a:cubicBezTo>
                          <a:cubicBezTo>
                            <a:pt x="1" y="192"/>
                            <a:pt x="97" y="0"/>
                            <a:pt x="257" y="0"/>
                          </a:cubicBezTo>
                          <a:cubicBezTo>
                            <a:pt x="353" y="0"/>
                            <a:pt x="433" y="80"/>
                            <a:pt x="433" y="19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63" name="Google Shape;4063;p11"/>
                    <p:cNvSpPr/>
                    <p:nvPr/>
                  </p:nvSpPr>
                  <p:spPr>
                    <a:xfrm>
                      <a:off x="2831703" y="979550"/>
                      <a:ext cx="18771" cy="1877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17" h="417" extrusionOk="0">
                          <a:moveTo>
                            <a:pt x="416" y="176"/>
                          </a:moveTo>
                          <a:cubicBezTo>
                            <a:pt x="416" y="336"/>
                            <a:pt x="224" y="416"/>
                            <a:pt x="112" y="304"/>
                          </a:cubicBezTo>
                          <a:cubicBezTo>
                            <a:pt x="0" y="192"/>
                            <a:pt x="80" y="0"/>
                            <a:pt x="240" y="0"/>
                          </a:cubicBezTo>
                          <a:cubicBezTo>
                            <a:pt x="336" y="0"/>
                            <a:pt x="416" y="80"/>
                            <a:pt x="416" y="176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64" name="Google Shape;4064;p11"/>
                    <p:cNvSpPr/>
                    <p:nvPr/>
                  </p:nvSpPr>
                  <p:spPr>
                    <a:xfrm>
                      <a:off x="2327873" y="1193455"/>
                      <a:ext cx="19491" cy="1877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" h="417" extrusionOk="0">
                          <a:moveTo>
                            <a:pt x="432" y="177"/>
                          </a:moveTo>
                          <a:cubicBezTo>
                            <a:pt x="432" y="337"/>
                            <a:pt x="240" y="417"/>
                            <a:pt x="128" y="305"/>
                          </a:cubicBezTo>
                          <a:cubicBezTo>
                            <a:pt x="0" y="193"/>
                            <a:pt x="80" y="1"/>
                            <a:pt x="256" y="1"/>
                          </a:cubicBezTo>
                          <a:cubicBezTo>
                            <a:pt x="352" y="1"/>
                            <a:pt x="432" y="81"/>
                            <a:pt x="432" y="17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65" name="Google Shape;4065;p11"/>
                    <p:cNvSpPr/>
                    <p:nvPr/>
                  </p:nvSpPr>
                  <p:spPr>
                    <a:xfrm>
                      <a:off x="2479078" y="1482667"/>
                      <a:ext cx="19491" cy="1949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3" h="433" extrusionOk="0">
                          <a:moveTo>
                            <a:pt x="433" y="193"/>
                          </a:moveTo>
                          <a:cubicBezTo>
                            <a:pt x="433" y="353"/>
                            <a:pt x="225" y="433"/>
                            <a:pt x="112" y="321"/>
                          </a:cubicBezTo>
                          <a:cubicBezTo>
                            <a:pt x="0" y="209"/>
                            <a:pt x="80" y="1"/>
                            <a:pt x="241" y="17"/>
                          </a:cubicBezTo>
                          <a:cubicBezTo>
                            <a:pt x="337" y="1"/>
                            <a:pt x="433" y="97"/>
                            <a:pt x="433" y="19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66" name="Google Shape;4066;p11"/>
                    <p:cNvSpPr/>
                    <p:nvPr/>
                  </p:nvSpPr>
                  <p:spPr>
                    <a:xfrm>
                      <a:off x="2269534" y="962265"/>
                      <a:ext cx="69908" cy="6990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53" h="1553" extrusionOk="0">
                          <a:moveTo>
                            <a:pt x="768" y="1553"/>
                          </a:moveTo>
                          <a:lnTo>
                            <a:pt x="768" y="1553"/>
                          </a:lnTo>
                          <a:cubicBezTo>
                            <a:pt x="768" y="1121"/>
                            <a:pt x="416" y="785"/>
                            <a:pt x="0" y="785"/>
                          </a:cubicBezTo>
                          <a:lnTo>
                            <a:pt x="0" y="785"/>
                          </a:lnTo>
                          <a:cubicBezTo>
                            <a:pt x="416" y="785"/>
                            <a:pt x="768" y="432"/>
                            <a:pt x="768" y="0"/>
                          </a:cubicBezTo>
                          <a:lnTo>
                            <a:pt x="768" y="0"/>
                          </a:lnTo>
                          <a:cubicBezTo>
                            <a:pt x="768" y="432"/>
                            <a:pt x="1120" y="785"/>
                            <a:pt x="1552" y="785"/>
                          </a:cubicBezTo>
                          <a:lnTo>
                            <a:pt x="1552" y="785"/>
                          </a:lnTo>
                          <a:cubicBezTo>
                            <a:pt x="1120" y="785"/>
                            <a:pt x="768" y="1121"/>
                            <a:pt x="768" y="155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67" name="Google Shape;4067;p11"/>
                    <p:cNvSpPr/>
                    <p:nvPr/>
                  </p:nvSpPr>
                  <p:spPr>
                    <a:xfrm>
                      <a:off x="2653421" y="1348504"/>
                      <a:ext cx="69953" cy="691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54" h="1537" extrusionOk="0">
                          <a:moveTo>
                            <a:pt x="785" y="1537"/>
                          </a:moveTo>
                          <a:lnTo>
                            <a:pt x="785" y="1537"/>
                          </a:lnTo>
                          <a:cubicBezTo>
                            <a:pt x="785" y="1121"/>
                            <a:pt x="433" y="769"/>
                            <a:pt x="1" y="769"/>
                          </a:cubicBezTo>
                          <a:lnTo>
                            <a:pt x="1" y="769"/>
                          </a:lnTo>
                          <a:cubicBezTo>
                            <a:pt x="433" y="769"/>
                            <a:pt x="785" y="417"/>
                            <a:pt x="785" y="1"/>
                          </a:cubicBezTo>
                          <a:lnTo>
                            <a:pt x="785" y="1"/>
                          </a:lnTo>
                          <a:cubicBezTo>
                            <a:pt x="785" y="417"/>
                            <a:pt x="1121" y="769"/>
                            <a:pt x="1553" y="769"/>
                          </a:cubicBezTo>
                          <a:lnTo>
                            <a:pt x="1553" y="769"/>
                          </a:lnTo>
                          <a:cubicBezTo>
                            <a:pt x="1137" y="769"/>
                            <a:pt x="785" y="1121"/>
                            <a:pt x="785" y="153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4068" name="Google Shape;4068;p11"/>
                <p:cNvSpPr/>
                <p:nvPr/>
              </p:nvSpPr>
              <p:spPr>
                <a:xfrm rot="6056397" flipH="1">
                  <a:off x="1638518" y="4623901"/>
                  <a:ext cx="540561" cy="2985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76" h="19758" extrusionOk="0">
                      <a:moveTo>
                        <a:pt x="9180" y="13709"/>
                      </a:moveTo>
                      <a:cubicBezTo>
                        <a:pt x="8298" y="14013"/>
                        <a:pt x="7447" y="14469"/>
                        <a:pt x="6535" y="14469"/>
                      </a:cubicBezTo>
                      <a:cubicBezTo>
                        <a:pt x="6292" y="14439"/>
                        <a:pt x="6049" y="14499"/>
                        <a:pt x="5836" y="14591"/>
                      </a:cubicBezTo>
                      <a:cubicBezTo>
                        <a:pt x="5623" y="14743"/>
                        <a:pt x="5441" y="14986"/>
                        <a:pt x="5350" y="15229"/>
                      </a:cubicBezTo>
                      <a:cubicBezTo>
                        <a:pt x="4924" y="15958"/>
                        <a:pt x="4043" y="16232"/>
                        <a:pt x="3222" y="16414"/>
                      </a:cubicBezTo>
                      <a:cubicBezTo>
                        <a:pt x="2401" y="16597"/>
                        <a:pt x="1550" y="16718"/>
                        <a:pt x="882" y="17235"/>
                      </a:cubicBezTo>
                      <a:cubicBezTo>
                        <a:pt x="243" y="17752"/>
                        <a:pt x="0" y="18876"/>
                        <a:pt x="608" y="19393"/>
                      </a:cubicBezTo>
                      <a:cubicBezTo>
                        <a:pt x="1094" y="19728"/>
                        <a:pt x="1702" y="19758"/>
                        <a:pt x="2189" y="19484"/>
                      </a:cubicBezTo>
                      <a:cubicBezTo>
                        <a:pt x="2675" y="19180"/>
                        <a:pt x="3101" y="18846"/>
                        <a:pt x="3465" y="18421"/>
                      </a:cubicBezTo>
                      <a:cubicBezTo>
                        <a:pt x="4590" y="17296"/>
                        <a:pt x="5867" y="16384"/>
                        <a:pt x="7295" y="15685"/>
                      </a:cubicBezTo>
                      <a:cubicBezTo>
                        <a:pt x="8937" y="14864"/>
                        <a:pt x="31277" y="2645"/>
                        <a:pt x="35776" y="1"/>
                      </a:cubicBezTo>
                      <a:cubicBezTo>
                        <a:pt x="25928" y="5502"/>
                        <a:pt x="13648" y="12007"/>
                        <a:pt x="9180" y="137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069" name="Google Shape;4069;p11"/>
              <p:cNvGrpSpPr/>
              <p:nvPr/>
            </p:nvGrpSpPr>
            <p:grpSpPr>
              <a:xfrm rot="10800000" flipH="1">
                <a:off x="8007251" y="2527556"/>
                <a:ext cx="1511053" cy="1603986"/>
                <a:chOff x="7805848" y="0"/>
                <a:chExt cx="1338162" cy="1420462"/>
              </a:xfrm>
            </p:grpSpPr>
            <p:grpSp>
              <p:nvGrpSpPr>
                <p:cNvPr id="4070" name="Google Shape;4070;p11"/>
                <p:cNvGrpSpPr/>
                <p:nvPr/>
              </p:nvGrpSpPr>
              <p:grpSpPr>
                <a:xfrm>
                  <a:off x="8368560" y="0"/>
                  <a:ext cx="775450" cy="710225"/>
                  <a:chOff x="2092310" y="847750"/>
                  <a:chExt cx="775450" cy="710225"/>
                </a:xfrm>
              </p:grpSpPr>
              <p:sp>
                <p:nvSpPr>
                  <p:cNvPr id="4071" name="Google Shape;4071;p11"/>
                  <p:cNvSpPr/>
                  <p:nvPr/>
                </p:nvSpPr>
                <p:spPr>
                  <a:xfrm>
                    <a:off x="2340838" y="1450978"/>
                    <a:ext cx="41819" cy="410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9" h="913" extrusionOk="0">
                        <a:moveTo>
                          <a:pt x="913" y="384"/>
                        </a:moveTo>
                        <a:cubicBezTo>
                          <a:pt x="929" y="720"/>
                          <a:pt x="497" y="912"/>
                          <a:pt x="257" y="656"/>
                        </a:cubicBezTo>
                        <a:cubicBezTo>
                          <a:pt x="1" y="416"/>
                          <a:pt x="177" y="0"/>
                          <a:pt x="529" y="0"/>
                        </a:cubicBezTo>
                        <a:cubicBezTo>
                          <a:pt x="737" y="0"/>
                          <a:pt x="913" y="160"/>
                          <a:pt x="913" y="38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2" name="Google Shape;4072;p11"/>
                  <p:cNvSpPr/>
                  <p:nvPr/>
                </p:nvSpPr>
                <p:spPr>
                  <a:xfrm>
                    <a:off x="2092310" y="1309455"/>
                    <a:ext cx="42539" cy="425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5" h="945" extrusionOk="0">
                        <a:moveTo>
                          <a:pt x="945" y="416"/>
                        </a:moveTo>
                        <a:cubicBezTo>
                          <a:pt x="945" y="768"/>
                          <a:pt x="513" y="944"/>
                          <a:pt x="257" y="688"/>
                        </a:cubicBezTo>
                        <a:cubicBezTo>
                          <a:pt x="1" y="448"/>
                          <a:pt x="193" y="16"/>
                          <a:pt x="545" y="16"/>
                        </a:cubicBezTo>
                        <a:cubicBezTo>
                          <a:pt x="769" y="0"/>
                          <a:pt x="945" y="192"/>
                          <a:pt x="945" y="41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3" name="Google Shape;4073;p11"/>
                  <p:cNvSpPr/>
                  <p:nvPr/>
                </p:nvSpPr>
                <p:spPr>
                  <a:xfrm>
                    <a:off x="2828822" y="1112070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208" y="81"/>
                        </a:moveTo>
                        <a:cubicBezTo>
                          <a:pt x="208" y="193"/>
                          <a:pt x="0" y="1"/>
                          <a:pt x="128" y="1"/>
                        </a:cubicBezTo>
                        <a:cubicBezTo>
                          <a:pt x="160" y="1"/>
                          <a:pt x="208" y="33"/>
                          <a:pt x="208" y="8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4" name="Google Shape;4074;p11"/>
                  <p:cNvSpPr/>
                  <p:nvPr/>
                </p:nvSpPr>
                <p:spPr>
                  <a:xfrm>
                    <a:off x="2858352" y="1249632"/>
                    <a:ext cx="9408" cy="108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41" extrusionOk="0">
                        <a:moveTo>
                          <a:pt x="192" y="145"/>
                        </a:moveTo>
                        <a:cubicBezTo>
                          <a:pt x="160" y="241"/>
                          <a:pt x="0" y="209"/>
                          <a:pt x="32" y="97"/>
                        </a:cubicBezTo>
                        <a:cubicBezTo>
                          <a:pt x="48" y="1"/>
                          <a:pt x="208" y="33"/>
                          <a:pt x="192" y="14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5" name="Google Shape;4075;p11"/>
                  <p:cNvSpPr/>
                  <p:nvPr/>
                </p:nvSpPr>
                <p:spPr>
                  <a:xfrm>
                    <a:off x="2211149" y="947140"/>
                    <a:ext cx="7968" cy="79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112"/>
                        </a:moveTo>
                        <a:cubicBezTo>
                          <a:pt x="161" y="144"/>
                          <a:pt x="113" y="176"/>
                          <a:pt x="81" y="160"/>
                        </a:cubicBezTo>
                        <a:cubicBezTo>
                          <a:pt x="33" y="160"/>
                          <a:pt x="1" y="112"/>
                          <a:pt x="17" y="64"/>
                        </a:cubicBezTo>
                        <a:cubicBezTo>
                          <a:pt x="33" y="32"/>
                          <a:pt x="65" y="0"/>
                          <a:pt x="113" y="16"/>
                        </a:cubicBezTo>
                        <a:cubicBezTo>
                          <a:pt x="161" y="16"/>
                          <a:pt x="177" y="64"/>
                          <a:pt x="177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6" name="Google Shape;4076;p11"/>
                  <p:cNvSpPr/>
                  <p:nvPr/>
                </p:nvSpPr>
                <p:spPr>
                  <a:xfrm>
                    <a:off x="2453015" y="1299709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193" y="112"/>
                        </a:moveTo>
                        <a:cubicBezTo>
                          <a:pt x="193" y="160"/>
                          <a:pt x="145" y="192"/>
                          <a:pt x="97" y="176"/>
                        </a:cubicBezTo>
                        <a:cubicBezTo>
                          <a:pt x="0" y="160"/>
                          <a:pt x="32" y="0"/>
                          <a:pt x="129" y="16"/>
                        </a:cubicBezTo>
                        <a:cubicBezTo>
                          <a:pt x="177" y="32"/>
                          <a:pt x="209" y="80"/>
                          <a:pt x="193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7" name="Google Shape;4077;p11"/>
                  <p:cNvSpPr/>
                  <p:nvPr/>
                </p:nvSpPr>
                <p:spPr>
                  <a:xfrm>
                    <a:off x="2435526" y="995395"/>
                    <a:ext cx="9408" cy="94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09" extrusionOk="0">
                        <a:moveTo>
                          <a:pt x="209" y="80"/>
                        </a:moveTo>
                        <a:cubicBezTo>
                          <a:pt x="209" y="208"/>
                          <a:pt x="1" y="0"/>
                          <a:pt x="129" y="0"/>
                        </a:cubicBezTo>
                        <a:cubicBezTo>
                          <a:pt x="177" y="0"/>
                          <a:pt x="209" y="48"/>
                          <a:pt x="209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8" name="Google Shape;4078;p11"/>
                  <p:cNvSpPr/>
                  <p:nvPr/>
                </p:nvSpPr>
                <p:spPr>
                  <a:xfrm>
                    <a:off x="2164334" y="1538484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13" y="320"/>
                        </a:cubicBezTo>
                        <a:cubicBezTo>
                          <a:pt x="1" y="208"/>
                          <a:pt x="81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9" name="Google Shape;4079;p11"/>
                  <p:cNvSpPr/>
                  <p:nvPr/>
                </p:nvSpPr>
                <p:spPr>
                  <a:xfrm>
                    <a:off x="2680453" y="1103427"/>
                    <a:ext cx="18771" cy="216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81" extrusionOk="0">
                        <a:moveTo>
                          <a:pt x="400" y="273"/>
                        </a:moveTo>
                        <a:cubicBezTo>
                          <a:pt x="368" y="481"/>
                          <a:pt x="48" y="481"/>
                          <a:pt x="32" y="273"/>
                        </a:cubicBezTo>
                        <a:cubicBezTo>
                          <a:pt x="0" y="1"/>
                          <a:pt x="416" y="1"/>
                          <a:pt x="400" y="27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0" name="Google Shape;4080;p11"/>
                  <p:cNvSpPr/>
                  <p:nvPr/>
                </p:nvSpPr>
                <p:spPr>
                  <a:xfrm>
                    <a:off x="2533479" y="847750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29" y="320"/>
                        </a:cubicBezTo>
                        <a:cubicBezTo>
                          <a:pt x="1" y="192"/>
                          <a:pt x="97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1" name="Google Shape;4081;p11"/>
                  <p:cNvSpPr/>
                  <p:nvPr/>
                </p:nvSpPr>
                <p:spPr>
                  <a:xfrm>
                    <a:off x="2831703" y="979550"/>
                    <a:ext cx="1877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17" extrusionOk="0">
                        <a:moveTo>
                          <a:pt x="416" y="176"/>
                        </a:moveTo>
                        <a:cubicBezTo>
                          <a:pt x="416" y="336"/>
                          <a:pt x="224" y="416"/>
                          <a:pt x="112" y="304"/>
                        </a:cubicBezTo>
                        <a:cubicBezTo>
                          <a:pt x="0" y="192"/>
                          <a:pt x="80" y="0"/>
                          <a:pt x="240" y="0"/>
                        </a:cubicBezTo>
                        <a:cubicBezTo>
                          <a:pt x="336" y="0"/>
                          <a:pt x="416" y="80"/>
                          <a:pt x="416" y="17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2" name="Google Shape;4082;p11"/>
                  <p:cNvSpPr/>
                  <p:nvPr/>
                </p:nvSpPr>
                <p:spPr>
                  <a:xfrm>
                    <a:off x="2327873" y="1193455"/>
                    <a:ext cx="1949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17" extrusionOk="0">
                        <a:moveTo>
                          <a:pt x="432" y="177"/>
                        </a:moveTo>
                        <a:cubicBezTo>
                          <a:pt x="432" y="337"/>
                          <a:pt x="240" y="417"/>
                          <a:pt x="128" y="305"/>
                        </a:cubicBezTo>
                        <a:cubicBezTo>
                          <a:pt x="0" y="193"/>
                          <a:pt x="80" y="1"/>
                          <a:pt x="256" y="1"/>
                        </a:cubicBezTo>
                        <a:cubicBezTo>
                          <a:pt x="352" y="1"/>
                          <a:pt x="432" y="81"/>
                          <a:pt x="432" y="17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3" name="Google Shape;4083;p11"/>
                  <p:cNvSpPr/>
                  <p:nvPr/>
                </p:nvSpPr>
                <p:spPr>
                  <a:xfrm>
                    <a:off x="2479078" y="1482667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3"/>
                        </a:moveTo>
                        <a:cubicBezTo>
                          <a:pt x="433" y="353"/>
                          <a:pt x="225" y="433"/>
                          <a:pt x="112" y="321"/>
                        </a:cubicBezTo>
                        <a:cubicBezTo>
                          <a:pt x="0" y="209"/>
                          <a:pt x="80" y="1"/>
                          <a:pt x="241" y="17"/>
                        </a:cubicBezTo>
                        <a:cubicBezTo>
                          <a:pt x="337" y="1"/>
                          <a:pt x="433" y="97"/>
                          <a:pt x="433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4" name="Google Shape;4084;p11"/>
                  <p:cNvSpPr/>
                  <p:nvPr/>
                </p:nvSpPr>
                <p:spPr>
                  <a:xfrm>
                    <a:off x="2269534" y="962265"/>
                    <a:ext cx="69908" cy="69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3" h="1553" extrusionOk="0">
                        <a:moveTo>
                          <a:pt x="768" y="1553"/>
                        </a:moveTo>
                        <a:lnTo>
                          <a:pt x="768" y="1553"/>
                        </a:lnTo>
                        <a:cubicBezTo>
                          <a:pt x="768" y="1121"/>
                          <a:pt x="416" y="785"/>
                          <a:pt x="0" y="785"/>
                        </a:cubicBezTo>
                        <a:lnTo>
                          <a:pt x="0" y="785"/>
                        </a:lnTo>
                        <a:cubicBezTo>
                          <a:pt x="416" y="785"/>
                          <a:pt x="768" y="432"/>
                          <a:pt x="768" y="0"/>
                        </a:cubicBezTo>
                        <a:lnTo>
                          <a:pt x="768" y="0"/>
                        </a:lnTo>
                        <a:cubicBezTo>
                          <a:pt x="768" y="432"/>
                          <a:pt x="1120" y="785"/>
                          <a:pt x="1552" y="785"/>
                        </a:cubicBezTo>
                        <a:lnTo>
                          <a:pt x="1552" y="785"/>
                        </a:lnTo>
                        <a:cubicBezTo>
                          <a:pt x="1120" y="785"/>
                          <a:pt x="768" y="1121"/>
                          <a:pt x="768" y="155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5" name="Google Shape;4085;p11"/>
                  <p:cNvSpPr/>
                  <p:nvPr/>
                </p:nvSpPr>
                <p:spPr>
                  <a:xfrm>
                    <a:off x="2653421" y="1348504"/>
                    <a:ext cx="69953" cy="6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4" h="1537" extrusionOk="0">
                        <a:moveTo>
                          <a:pt x="785" y="1537"/>
                        </a:moveTo>
                        <a:lnTo>
                          <a:pt x="785" y="1537"/>
                        </a:lnTo>
                        <a:cubicBezTo>
                          <a:pt x="785" y="1121"/>
                          <a:pt x="433" y="769"/>
                          <a:pt x="1" y="769"/>
                        </a:cubicBezTo>
                        <a:lnTo>
                          <a:pt x="1" y="769"/>
                        </a:lnTo>
                        <a:cubicBezTo>
                          <a:pt x="433" y="769"/>
                          <a:pt x="785" y="417"/>
                          <a:pt x="785" y="1"/>
                        </a:cubicBezTo>
                        <a:lnTo>
                          <a:pt x="785" y="1"/>
                        </a:lnTo>
                        <a:cubicBezTo>
                          <a:pt x="785" y="417"/>
                          <a:pt x="1121" y="769"/>
                          <a:pt x="1553" y="769"/>
                        </a:cubicBezTo>
                        <a:lnTo>
                          <a:pt x="1553" y="769"/>
                        </a:lnTo>
                        <a:cubicBezTo>
                          <a:pt x="1137" y="769"/>
                          <a:pt x="785" y="1121"/>
                          <a:pt x="785" y="153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086" name="Google Shape;4086;p11"/>
                <p:cNvGrpSpPr/>
                <p:nvPr/>
              </p:nvGrpSpPr>
              <p:grpSpPr>
                <a:xfrm rot="-5400000">
                  <a:off x="7773235" y="184387"/>
                  <a:ext cx="775450" cy="710225"/>
                  <a:chOff x="2092310" y="847750"/>
                  <a:chExt cx="775450" cy="710225"/>
                </a:xfrm>
              </p:grpSpPr>
              <p:sp>
                <p:nvSpPr>
                  <p:cNvPr id="4087" name="Google Shape;4087;p11"/>
                  <p:cNvSpPr/>
                  <p:nvPr/>
                </p:nvSpPr>
                <p:spPr>
                  <a:xfrm>
                    <a:off x="2340838" y="1450978"/>
                    <a:ext cx="41819" cy="410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9" h="913" extrusionOk="0">
                        <a:moveTo>
                          <a:pt x="913" y="384"/>
                        </a:moveTo>
                        <a:cubicBezTo>
                          <a:pt x="929" y="720"/>
                          <a:pt x="497" y="912"/>
                          <a:pt x="257" y="656"/>
                        </a:cubicBezTo>
                        <a:cubicBezTo>
                          <a:pt x="1" y="416"/>
                          <a:pt x="177" y="0"/>
                          <a:pt x="529" y="0"/>
                        </a:cubicBezTo>
                        <a:cubicBezTo>
                          <a:pt x="737" y="0"/>
                          <a:pt x="913" y="160"/>
                          <a:pt x="913" y="38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8" name="Google Shape;4088;p11"/>
                  <p:cNvSpPr/>
                  <p:nvPr/>
                </p:nvSpPr>
                <p:spPr>
                  <a:xfrm>
                    <a:off x="2092310" y="1309455"/>
                    <a:ext cx="42539" cy="425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5" h="945" extrusionOk="0">
                        <a:moveTo>
                          <a:pt x="945" y="416"/>
                        </a:moveTo>
                        <a:cubicBezTo>
                          <a:pt x="945" y="768"/>
                          <a:pt x="513" y="944"/>
                          <a:pt x="257" y="688"/>
                        </a:cubicBezTo>
                        <a:cubicBezTo>
                          <a:pt x="1" y="448"/>
                          <a:pt x="193" y="16"/>
                          <a:pt x="545" y="16"/>
                        </a:cubicBezTo>
                        <a:cubicBezTo>
                          <a:pt x="769" y="0"/>
                          <a:pt x="945" y="192"/>
                          <a:pt x="945" y="41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9" name="Google Shape;4089;p11"/>
                  <p:cNvSpPr/>
                  <p:nvPr/>
                </p:nvSpPr>
                <p:spPr>
                  <a:xfrm>
                    <a:off x="2828822" y="1112070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208" y="81"/>
                        </a:moveTo>
                        <a:cubicBezTo>
                          <a:pt x="208" y="193"/>
                          <a:pt x="0" y="1"/>
                          <a:pt x="128" y="1"/>
                        </a:cubicBezTo>
                        <a:cubicBezTo>
                          <a:pt x="160" y="1"/>
                          <a:pt x="208" y="33"/>
                          <a:pt x="208" y="8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0" name="Google Shape;4090;p11"/>
                  <p:cNvSpPr/>
                  <p:nvPr/>
                </p:nvSpPr>
                <p:spPr>
                  <a:xfrm>
                    <a:off x="2858352" y="1249632"/>
                    <a:ext cx="9408" cy="108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41" extrusionOk="0">
                        <a:moveTo>
                          <a:pt x="192" y="145"/>
                        </a:moveTo>
                        <a:cubicBezTo>
                          <a:pt x="160" y="241"/>
                          <a:pt x="0" y="209"/>
                          <a:pt x="32" y="97"/>
                        </a:cubicBezTo>
                        <a:cubicBezTo>
                          <a:pt x="48" y="1"/>
                          <a:pt x="208" y="33"/>
                          <a:pt x="192" y="14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1" name="Google Shape;4091;p11"/>
                  <p:cNvSpPr/>
                  <p:nvPr/>
                </p:nvSpPr>
                <p:spPr>
                  <a:xfrm>
                    <a:off x="2211149" y="947140"/>
                    <a:ext cx="7968" cy="79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112"/>
                        </a:moveTo>
                        <a:cubicBezTo>
                          <a:pt x="161" y="144"/>
                          <a:pt x="113" y="176"/>
                          <a:pt x="81" y="160"/>
                        </a:cubicBezTo>
                        <a:cubicBezTo>
                          <a:pt x="33" y="160"/>
                          <a:pt x="1" y="112"/>
                          <a:pt x="17" y="64"/>
                        </a:cubicBezTo>
                        <a:cubicBezTo>
                          <a:pt x="33" y="32"/>
                          <a:pt x="65" y="0"/>
                          <a:pt x="113" y="16"/>
                        </a:cubicBezTo>
                        <a:cubicBezTo>
                          <a:pt x="161" y="16"/>
                          <a:pt x="177" y="64"/>
                          <a:pt x="177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2" name="Google Shape;4092;p11"/>
                  <p:cNvSpPr/>
                  <p:nvPr/>
                </p:nvSpPr>
                <p:spPr>
                  <a:xfrm>
                    <a:off x="2453015" y="1299709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193" y="112"/>
                        </a:moveTo>
                        <a:cubicBezTo>
                          <a:pt x="193" y="160"/>
                          <a:pt x="145" y="192"/>
                          <a:pt x="97" y="176"/>
                        </a:cubicBezTo>
                        <a:cubicBezTo>
                          <a:pt x="0" y="160"/>
                          <a:pt x="32" y="0"/>
                          <a:pt x="129" y="16"/>
                        </a:cubicBezTo>
                        <a:cubicBezTo>
                          <a:pt x="177" y="32"/>
                          <a:pt x="209" y="80"/>
                          <a:pt x="193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3" name="Google Shape;4093;p11"/>
                  <p:cNvSpPr/>
                  <p:nvPr/>
                </p:nvSpPr>
                <p:spPr>
                  <a:xfrm>
                    <a:off x="2435526" y="995395"/>
                    <a:ext cx="9408" cy="94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09" extrusionOk="0">
                        <a:moveTo>
                          <a:pt x="209" y="80"/>
                        </a:moveTo>
                        <a:cubicBezTo>
                          <a:pt x="209" y="208"/>
                          <a:pt x="1" y="0"/>
                          <a:pt x="129" y="0"/>
                        </a:cubicBezTo>
                        <a:cubicBezTo>
                          <a:pt x="177" y="0"/>
                          <a:pt x="209" y="48"/>
                          <a:pt x="209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4" name="Google Shape;4094;p11"/>
                  <p:cNvSpPr/>
                  <p:nvPr/>
                </p:nvSpPr>
                <p:spPr>
                  <a:xfrm>
                    <a:off x="2164334" y="1538484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13" y="320"/>
                        </a:cubicBezTo>
                        <a:cubicBezTo>
                          <a:pt x="1" y="208"/>
                          <a:pt x="81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5" name="Google Shape;4095;p11"/>
                  <p:cNvSpPr/>
                  <p:nvPr/>
                </p:nvSpPr>
                <p:spPr>
                  <a:xfrm>
                    <a:off x="2680453" y="1103427"/>
                    <a:ext cx="18771" cy="216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81" extrusionOk="0">
                        <a:moveTo>
                          <a:pt x="400" y="273"/>
                        </a:moveTo>
                        <a:cubicBezTo>
                          <a:pt x="368" y="481"/>
                          <a:pt x="48" y="481"/>
                          <a:pt x="32" y="273"/>
                        </a:cubicBezTo>
                        <a:cubicBezTo>
                          <a:pt x="0" y="1"/>
                          <a:pt x="416" y="1"/>
                          <a:pt x="400" y="27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6" name="Google Shape;4096;p11"/>
                  <p:cNvSpPr/>
                  <p:nvPr/>
                </p:nvSpPr>
                <p:spPr>
                  <a:xfrm>
                    <a:off x="2533479" y="847750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29" y="320"/>
                        </a:cubicBezTo>
                        <a:cubicBezTo>
                          <a:pt x="1" y="192"/>
                          <a:pt x="97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7" name="Google Shape;4097;p11"/>
                  <p:cNvSpPr/>
                  <p:nvPr/>
                </p:nvSpPr>
                <p:spPr>
                  <a:xfrm>
                    <a:off x="2831703" y="979550"/>
                    <a:ext cx="1877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17" extrusionOk="0">
                        <a:moveTo>
                          <a:pt x="416" y="176"/>
                        </a:moveTo>
                        <a:cubicBezTo>
                          <a:pt x="416" y="336"/>
                          <a:pt x="224" y="416"/>
                          <a:pt x="112" y="304"/>
                        </a:cubicBezTo>
                        <a:cubicBezTo>
                          <a:pt x="0" y="192"/>
                          <a:pt x="80" y="0"/>
                          <a:pt x="240" y="0"/>
                        </a:cubicBezTo>
                        <a:cubicBezTo>
                          <a:pt x="336" y="0"/>
                          <a:pt x="416" y="80"/>
                          <a:pt x="416" y="17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8" name="Google Shape;4098;p11"/>
                  <p:cNvSpPr/>
                  <p:nvPr/>
                </p:nvSpPr>
                <p:spPr>
                  <a:xfrm>
                    <a:off x="2327873" y="1193455"/>
                    <a:ext cx="1949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17" extrusionOk="0">
                        <a:moveTo>
                          <a:pt x="432" y="177"/>
                        </a:moveTo>
                        <a:cubicBezTo>
                          <a:pt x="432" y="337"/>
                          <a:pt x="240" y="417"/>
                          <a:pt x="128" y="305"/>
                        </a:cubicBezTo>
                        <a:cubicBezTo>
                          <a:pt x="0" y="193"/>
                          <a:pt x="80" y="1"/>
                          <a:pt x="256" y="1"/>
                        </a:cubicBezTo>
                        <a:cubicBezTo>
                          <a:pt x="352" y="1"/>
                          <a:pt x="432" y="81"/>
                          <a:pt x="432" y="17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9" name="Google Shape;4099;p11"/>
                  <p:cNvSpPr/>
                  <p:nvPr/>
                </p:nvSpPr>
                <p:spPr>
                  <a:xfrm>
                    <a:off x="2479078" y="1482667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3"/>
                        </a:moveTo>
                        <a:cubicBezTo>
                          <a:pt x="433" y="353"/>
                          <a:pt x="225" y="433"/>
                          <a:pt x="112" y="321"/>
                        </a:cubicBezTo>
                        <a:cubicBezTo>
                          <a:pt x="0" y="209"/>
                          <a:pt x="80" y="1"/>
                          <a:pt x="241" y="17"/>
                        </a:cubicBezTo>
                        <a:cubicBezTo>
                          <a:pt x="337" y="1"/>
                          <a:pt x="433" y="97"/>
                          <a:pt x="433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0" name="Google Shape;4100;p11"/>
                  <p:cNvSpPr/>
                  <p:nvPr/>
                </p:nvSpPr>
                <p:spPr>
                  <a:xfrm>
                    <a:off x="2269534" y="962265"/>
                    <a:ext cx="69908" cy="69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3" h="1553" extrusionOk="0">
                        <a:moveTo>
                          <a:pt x="768" y="1553"/>
                        </a:moveTo>
                        <a:lnTo>
                          <a:pt x="768" y="1553"/>
                        </a:lnTo>
                        <a:cubicBezTo>
                          <a:pt x="768" y="1121"/>
                          <a:pt x="416" y="785"/>
                          <a:pt x="0" y="785"/>
                        </a:cubicBezTo>
                        <a:lnTo>
                          <a:pt x="0" y="785"/>
                        </a:lnTo>
                        <a:cubicBezTo>
                          <a:pt x="416" y="785"/>
                          <a:pt x="768" y="432"/>
                          <a:pt x="768" y="0"/>
                        </a:cubicBezTo>
                        <a:lnTo>
                          <a:pt x="768" y="0"/>
                        </a:lnTo>
                        <a:cubicBezTo>
                          <a:pt x="768" y="432"/>
                          <a:pt x="1120" y="785"/>
                          <a:pt x="1552" y="785"/>
                        </a:cubicBezTo>
                        <a:lnTo>
                          <a:pt x="1552" y="785"/>
                        </a:lnTo>
                        <a:cubicBezTo>
                          <a:pt x="1120" y="785"/>
                          <a:pt x="768" y="1121"/>
                          <a:pt x="768" y="155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1" name="Google Shape;4101;p11"/>
                  <p:cNvSpPr/>
                  <p:nvPr/>
                </p:nvSpPr>
                <p:spPr>
                  <a:xfrm>
                    <a:off x="2653421" y="1348504"/>
                    <a:ext cx="69953" cy="6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4" h="1537" extrusionOk="0">
                        <a:moveTo>
                          <a:pt x="785" y="1537"/>
                        </a:moveTo>
                        <a:lnTo>
                          <a:pt x="785" y="1537"/>
                        </a:lnTo>
                        <a:cubicBezTo>
                          <a:pt x="785" y="1121"/>
                          <a:pt x="433" y="769"/>
                          <a:pt x="1" y="769"/>
                        </a:cubicBezTo>
                        <a:lnTo>
                          <a:pt x="1" y="769"/>
                        </a:lnTo>
                        <a:cubicBezTo>
                          <a:pt x="433" y="769"/>
                          <a:pt x="785" y="417"/>
                          <a:pt x="785" y="1"/>
                        </a:cubicBezTo>
                        <a:lnTo>
                          <a:pt x="785" y="1"/>
                        </a:lnTo>
                        <a:cubicBezTo>
                          <a:pt x="785" y="417"/>
                          <a:pt x="1121" y="769"/>
                          <a:pt x="1553" y="769"/>
                        </a:cubicBezTo>
                        <a:lnTo>
                          <a:pt x="1553" y="769"/>
                        </a:lnTo>
                        <a:cubicBezTo>
                          <a:pt x="1137" y="769"/>
                          <a:pt x="785" y="1121"/>
                          <a:pt x="785" y="153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102" name="Google Shape;4102;p11"/>
                <p:cNvGrpSpPr/>
                <p:nvPr/>
              </p:nvGrpSpPr>
              <p:grpSpPr>
                <a:xfrm rot="10800000" flipH="1">
                  <a:off x="8257960" y="710237"/>
                  <a:ext cx="775450" cy="710225"/>
                  <a:chOff x="2092310" y="847750"/>
                  <a:chExt cx="775450" cy="710225"/>
                </a:xfrm>
              </p:grpSpPr>
              <p:sp>
                <p:nvSpPr>
                  <p:cNvPr id="4103" name="Google Shape;4103;p11"/>
                  <p:cNvSpPr/>
                  <p:nvPr/>
                </p:nvSpPr>
                <p:spPr>
                  <a:xfrm>
                    <a:off x="2340838" y="1450978"/>
                    <a:ext cx="41819" cy="410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9" h="913" extrusionOk="0">
                        <a:moveTo>
                          <a:pt x="913" y="384"/>
                        </a:moveTo>
                        <a:cubicBezTo>
                          <a:pt x="929" y="720"/>
                          <a:pt x="497" y="912"/>
                          <a:pt x="257" y="656"/>
                        </a:cubicBezTo>
                        <a:cubicBezTo>
                          <a:pt x="1" y="416"/>
                          <a:pt x="177" y="0"/>
                          <a:pt x="529" y="0"/>
                        </a:cubicBezTo>
                        <a:cubicBezTo>
                          <a:pt x="737" y="0"/>
                          <a:pt x="913" y="160"/>
                          <a:pt x="913" y="38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4" name="Google Shape;4104;p11"/>
                  <p:cNvSpPr/>
                  <p:nvPr/>
                </p:nvSpPr>
                <p:spPr>
                  <a:xfrm>
                    <a:off x="2092310" y="1309455"/>
                    <a:ext cx="42539" cy="425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5" h="945" extrusionOk="0">
                        <a:moveTo>
                          <a:pt x="945" y="416"/>
                        </a:moveTo>
                        <a:cubicBezTo>
                          <a:pt x="945" y="768"/>
                          <a:pt x="513" y="944"/>
                          <a:pt x="257" y="688"/>
                        </a:cubicBezTo>
                        <a:cubicBezTo>
                          <a:pt x="1" y="448"/>
                          <a:pt x="193" y="16"/>
                          <a:pt x="545" y="16"/>
                        </a:cubicBezTo>
                        <a:cubicBezTo>
                          <a:pt x="769" y="0"/>
                          <a:pt x="945" y="192"/>
                          <a:pt x="945" y="41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5" name="Google Shape;4105;p11"/>
                  <p:cNvSpPr/>
                  <p:nvPr/>
                </p:nvSpPr>
                <p:spPr>
                  <a:xfrm>
                    <a:off x="2828822" y="1112070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208" y="81"/>
                        </a:moveTo>
                        <a:cubicBezTo>
                          <a:pt x="208" y="193"/>
                          <a:pt x="0" y="1"/>
                          <a:pt x="128" y="1"/>
                        </a:cubicBezTo>
                        <a:cubicBezTo>
                          <a:pt x="160" y="1"/>
                          <a:pt x="208" y="33"/>
                          <a:pt x="208" y="8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6" name="Google Shape;4106;p11"/>
                  <p:cNvSpPr/>
                  <p:nvPr/>
                </p:nvSpPr>
                <p:spPr>
                  <a:xfrm>
                    <a:off x="2858352" y="1249632"/>
                    <a:ext cx="9408" cy="108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41" extrusionOk="0">
                        <a:moveTo>
                          <a:pt x="192" y="145"/>
                        </a:moveTo>
                        <a:cubicBezTo>
                          <a:pt x="160" y="241"/>
                          <a:pt x="0" y="209"/>
                          <a:pt x="32" y="97"/>
                        </a:cubicBezTo>
                        <a:cubicBezTo>
                          <a:pt x="48" y="1"/>
                          <a:pt x="208" y="33"/>
                          <a:pt x="192" y="14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7" name="Google Shape;4107;p11"/>
                  <p:cNvSpPr/>
                  <p:nvPr/>
                </p:nvSpPr>
                <p:spPr>
                  <a:xfrm>
                    <a:off x="2211149" y="947140"/>
                    <a:ext cx="7968" cy="79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112"/>
                        </a:moveTo>
                        <a:cubicBezTo>
                          <a:pt x="161" y="144"/>
                          <a:pt x="113" y="176"/>
                          <a:pt x="81" y="160"/>
                        </a:cubicBezTo>
                        <a:cubicBezTo>
                          <a:pt x="33" y="160"/>
                          <a:pt x="1" y="112"/>
                          <a:pt x="17" y="64"/>
                        </a:cubicBezTo>
                        <a:cubicBezTo>
                          <a:pt x="33" y="32"/>
                          <a:pt x="65" y="0"/>
                          <a:pt x="113" y="16"/>
                        </a:cubicBezTo>
                        <a:cubicBezTo>
                          <a:pt x="161" y="16"/>
                          <a:pt x="177" y="64"/>
                          <a:pt x="177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8" name="Google Shape;4108;p11"/>
                  <p:cNvSpPr/>
                  <p:nvPr/>
                </p:nvSpPr>
                <p:spPr>
                  <a:xfrm>
                    <a:off x="2453015" y="1299709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193" y="112"/>
                        </a:moveTo>
                        <a:cubicBezTo>
                          <a:pt x="193" y="160"/>
                          <a:pt x="145" y="192"/>
                          <a:pt x="97" y="176"/>
                        </a:cubicBezTo>
                        <a:cubicBezTo>
                          <a:pt x="0" y="160"/>
                          <a:pt x="32" y="0"/>
                          <a:pt x="129" y="16"/>
                        </a:cubicBezTo>
                        <a:cubicBezTo>
                          <a:pt x="177" y="32"/>
                          <a:pt x="209" y="80"/>
                          <a:pt x="193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9" name="Google Shape;4109;p11"/>
                  <p:cNvSpPr/>
                  <p:nvPr/>
                </p:nvSpPr>
                <p:spPr>
                  <a:xfrm>
                    <a:off x="2435526" y="995395"/>
                    <a:ext cx="9408" cy="94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09" extrusionOk="0">
                        <a:moveTo>
                          <a:pt x="209" y="80"/>
                        </a:moveTo>
                        <a:cubicBezTo>
                          <a:pt x="209" y="208"/>
                          <a:pt x="1" y="0"/>
                          <a:pt x="129" y="0"/>
                        </a:cubicBezTo>
                        <a:cubicBezTo>
                          <a:pt x="177" y="0"/>
                          <a:pt x="209" y="48"/>
                          <a:pt x="209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0" name="Google Shape;4110;p11"/>
                  <p:cNvSpPr/>
                  <p:nvPr/>
                </p:nvSpPr>
                <p:spPr>
                  <a:xfrm>
                    <a:off x="2164334" y="1538484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13" y="320"/>
                        </a:cubicBezTo>
                        <a:cubicBezTo>
                          <a:pt x="1" y="208"/>
                          <a:pt x="81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1" name="Google Shape;4111;p11"/>
                  <p:cNvSpPr/>
                  <p:nvPr/>
                </p:nvSpPr>
                <p:spPr>
                  <a:xfrm>
                    <a:off x="2680453" y="1103427"/>
                    <a:ext cx="18771" cy="216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81" extrusionOk="0">
                        <a:moveTo>
                          <a:pt x="400" y="273"/>
                        </a:moveTo>
                        <a:cubicBezTo>
                          <a:pt x="368" y="481"/>
                          <a:pt x="48" y="481"/>
                          <a:pt x="32" y="273"/>
                        </a:cubicBezTo>
                        <a:cubicBezTo>
                          <a:pt x="0" y="1"/>
                          <a:pt x="416" y="1"/>
                          <a:pt x="400" y="27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2" name="Google Shape;4112;p11"/>
                  <p:cNvSpPr/>
                  <p:nvPr/>
                </p:nvSpPr>
                <p:spPr>
                  <a:xfrm>
                    <a:off x="2533479" y="847750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29" y="320"/>
                        </a:cubicBezTo>
                        <a:cubicBezTo>
                          <a:pt x="1" y="192"/>
                          <a:pt x="97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3" name="Google Shape;4113;p11"/>
                  <p:cNvSpPr/>
                  <p:nvPr/>
                </p:nvSpPr>
                <p:spPr>
                  <a:xfrm>
                    <a:off x="2831703" y="979550"/>
                    <a:ext cx="1877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17" extrusionOk="0">
                        <a:moveTo>
                          <a:pt x="416" y="176"/>
                        </a:moveTo>
                        <a:cubicBezTo>
                          <a:pt x="416" y="336"/>
                          <a:pt x="224" y="416"/>
                          <a:pt x="112" y="304"/>
                        </a:cubicBezTo>
                        <a:cubicBezTo>
                          <a:pt x="0" y="192"/>
                          <a:pt x="80" y="0"/>
                          <a:pt x="240" y="0"/>
                        </a:cubicBezTo>
                        <a:cubicBezTo>
                          <a:pt x="336" y="0"/>
                          <a:pt x="416" y="80"/>
                          <a:pt x="416" y="17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4" name="Google Shape;4114;p11"/>
                  <p:cNvSpPr/>
                  <p:nvPr/>
                </p:nvSpPr>
                <p:spPr>
                  <a:xfrm>
                    <a:off x="2327873" y="1193455"/>
                    <a:ext cx="1949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17" extrusionOk="0">
                        <a:moveTo>
                          <a:pt x="432" y="177"/>
                        </a:moveTo>
                        <a:cubicBezTo>
                          <a:pt x="432" y="337"/>
                          <a:pt x="240" y="417"/>
                          <a:pt x="128" y="305"/>
                        </a:cubicBezTo>
                        <a:cubicBezTo>
                          <a:pt x="0" y="193"/>
                          <a:pt x="80" y="1"/>
                          <a:pt x="256" y="1"/>
                        </a:cubicBezTo>
                        <a:cubicBezTo>
                          <a:pt x="352" y="1"/>
                          <a:pt x="432" y="81"/>
                          <a:pt x="432" y="17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5" name="Google Shape;4115;p11"/>
                  <p:cNvSpPr/>
                  <p:nvPr/>
                </p:nvSpPr>
                <p:spPr>
                  <a:xfrm>
                    <a:off x="2479078" y="1482667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3"/>
                        </a:moveTo>
                        <a:cubicBezTo>
                          <a:pt x="433" y="353"/>
                          <a:pt x="225" y="433"/>
                          <a:pt x="112" y="321"/>
                        </a:cubicBezTo>
                        <a:cubicBezTo>
                          <a:pt x="0" y="209"/>
                          <a:pt x="80" y="1"/>
                          <a:pt x="241" y="17"/>
                        </a:cubicBezTo>
                        <a:cubicBezTo>
                          <a:pt x="337" y="1"/>
                          <a:pt x="433" y="97"/>
                          <a:pt x="433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6" name="Google Shape;4116;p11"/>
                  <p:cNvSpPr/>
                  <p:nvPr/>
                </p:nvSpPr>
                <p:spPr>
                  <a:xfrm>
                    <a:off x="2269534" y="962265"/>
                    <a:ext cx="69908" cy="69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3" h="1553" extrusionOk="0">
                        <a:moveTo>
                          <a:pt x="768" y="1553"/>
                        </a:moveTo>
                        <a:lnTo>
                          <a:pt x="768" y="1553"/>
                        </a:lnTo>
                        <a:cubicBezTo>
                          <a:pt x="768" y="1121"/>
                          <a:pt x="416" y="785"/>
                          <a:pt x="0" y="785"/>
                        </a:cubicBezTo>
                        <a:lnTo>
                          <a:pt x="0" y="785"/>
                        </a:lnTo>
                        <a:cubicBezTo>
                          <a:pt x="416" y="785"/>
                          <a:pt x="768" y="432"/>
                          <a:pt x="768" y="0"/>
                        </a:cubicBezTo>
                        <a:lnTo>
                          <a:pt x="768" y="0"/>
                        </a:lnTo>
                        <a:cubicBezTo>
                          <a:pt x="768" y="432"/>
                          <a:pt x="1120" y="785"/>
                          <a:pt x="1552" y="785"/>
                        </a:cubicBezTo>
                        <a:lnTo>
                          <a:pt x="1552" y="785"/>
                        </a:lnTo>
                        <a:cubicBezTo>
                          <a:pt x="1120" y="785"/>
                          <a:pt x="768" y="1121"/>
                          <a:pt x="768" y="155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7" name="Google Shape;4117;p11"/>
                  <p:cNvSpPr/>
                  <p:nvPr/>
                </p:nvSpPr>
                <p:spPr>
                  <a:xfrm>
                    <a:off x="2653421" y="1348504"/>
                    <a:ext cx="69953" cy="6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4" h="1537" extrusionOk="0">
                        <a:moveTo>
                          <a:pt x="785" y="1537"/>
                        </a:moveTo>
                        <a:lnTo>
                          <a:pt x="785" y="1537"/>
                        </a:lnTo>
                        <a:cubicBezTo>
                          <a:pt x="785" y="1121"/>
                          <a:pt x="433" y="769"/>
                          <a:pt x="1" y="769"/>
                        </a:cubicBezTo>
                        <a:lnTo>
                          <a:pt x="1" y="769"/>
                        </a:lnTo>
                        <a:cubicBezTo>
                          <a:pt x="433" y="769"/>
                          <a:pt x="785" y="417"/>
                          <a:pt x="785" y="1"/>
                        </a:cubicBezTo>
                        <a:lnTo>
                          <a:pt x="785" y="1"/>
                        </a:lnTo>
                        <a:cubicBezTo>
                          <a:pt x="785" y="417"/>
                          <a:pt x="1121" y="769"/>
                          <a:pt x="1553" y="769"/>
                        </a:cubicBezTo>
                        <a:lnTo>
                          <a:pt x="1553" y="769"/>
                        </a:lnTo>
                        <a:cubicBezTo>
                          <a:pt x="1137" y="769"/>
                          <a:pt x="785" y="1121"/>
                          <a:pt x="785" y="153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4118" name="Google Shape;4118;p11"/>
            <p:cNvGrpSpPr/>
            <p:nvPr/>
          </p:nvGrpSpPr>
          <p:grpSpPr>
            <a:xfrm>
              <a:off x="-330469" y="-191519"/>
              <a:ext cx="2716357" cy="1672532"/>
              <a:chOff x="-330469" y="-191519"/>
              <a:chExt cx="2716357" cy="1672532"/>
            </a:xfrm>
          </p:grpSpPr>
          <p:grpSp>
            <p:nvGrpSpPr>
              <p:cNvPr id="4119" name="Google Shape;4119;p11"/>
              <p:cNvGrpSpPr/>
              <p:nvPr/>
            </p:nvGrpSpPr>
            <p:grpSpPr>
              <a:xfrm rot="10800000" flipH="1">
                <a:off x="874835" y="-191519"/>
                <a:ext cx="1511053" cy="1603986"/>
                <a:chOff x="7805848" y="0"/>
                <a:chExt cx="1338162" cy="1420462"/>
              </a:xfrm>
            </p:grpSpPr>
            <p:grpSp>
              <p:nvGrpSpPr>
                <p:cNvPr id="4120" name="Google Shape;4120;p11"/>
                <p:cNvGrpSpPr/>
                <p:nvPr/>
              </p:nvGrpSpPr>
              <p:grpSpPr>
                <a:xfrm>
                  <a:off x="8368560" y="0"/>
                  <a:ext cx="775450" cy="710225"/>
                  <a:chOff x="2092310" y="847750"/>
                  <a:chExt cx="775450" cy="710225"/>
                </a:xfrm>
              </p:grpSpPr>
              <p:sp>
                <p:nvSpPr>
                  <p:cNvPr id="4121" name="Google Shape;4121;p11"/>
                  <p:cNvSpPr/>
                  <p:nvPr/>
                </p:nvSpPr>
                <p:spPr>
                  <a:xfrm>
                    <a:off x="2340838" y="1450978"/>
                    <a:ext cx="41819" cy="410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9" h="913" extrusionOk="0">
                        <a:moveTo>
                          <a:pt x="913" y="384"/>
                        </a:moveTo>
                        <a:cubicBezTo>
                          <a:pt x="929" y="720"/>
                          <a:pt x="497" y="912"/>
                          <a:pt x="257" y="656"/>
                        </a:cubicBezTo>
                        <a:cubicBezTo>
                          <a:pt x="1" y="416"/>
                          <a:pt x="177" y="0"/>
                          <a:pt x="529" y="0"/>
                        </a:cubicBezTo>
                        <a:cubicBezTo>
                          <a:pt x="737" y="0"/>
                          <a:pt x="913" y="160"/>
                          <a:pt x="913" y="38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2" name="Google Shape;4122;p11"/>
                  <p:cNvSpPr/>
                  <p:nvPr/>
                </p:nvSpPr>
                <p:spPr>
                  <a:xfrm>
                    <a:off x="2092310" y="1309455"/>
                    <a:ext cx="42539" cy="425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5" h="945" extrusionOk="0">
                        <a:moveTo>
                          <a:pt x="945" y="416"/>
                        </a:moveTo>
                        <a:cubicBezTo>
                          <a:pt x="945" y="768"/>
                          <a:pt x="513" y="944"/>
                          <a:pt x="257" y="688"/>
                        </a:cubicBezTo>
                        <a:cubicBezTo>
                          <a:pt x="1" y="448"/>
                          <a:pt x="193" y="16"/>
                          <a:pt x="545" y="16"/>
                        </a:cubicBezTo>
                        <a:cubicBezTo>
                          <a:pt x="769" y="0"/>
                          <a:pt x="945" y="192"/>
                          <a:pt x="945" y="41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3" name="Google Shape;4123;p11"/>
                  <p:cNvSpPr/>
                  <p:nvPr/>
                </p:nvSpPr>
                <p:spPr>
                  <a:xfrm>
                    <a:off x="2828822" y="1112070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208" y="81"/>
                        </a:moveTo>
                        <a:cubicBezTo>
                          <a:pt x="208" y="193"/>
                          <a:pt x="0" y="1"/>
                          <a:pt x="128" y="1"/>
                        </a:cubicBezTo>
                        <a:cubicBezTo>
                          <a:pt x="160" y="1"/>
                          <a:pt x="208" y="33"/>
                          <a:pt x="208" y="8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4" name="Google Shape;4124;p11"/>
                  <p:cNvSpPr/>
                  <p:nvPr/>
                </p:nvSpPr>
                <p:spPr>
                  <a:xfrm>
                    <a:off x="2858352" y="1249632"/>
                    <a:ext cx="9408" cy="108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41" extrusionOk="0">
                        <a:moveTo>
                          <a:pt x="192" y="145"/>
                        </a:moveTo>
                        <a:cubicBezTo>
                          <a:pt x="160" y="241"/>
                          <a:pt x="0" y="209"/>
                          <a:pt x="32" y="97"/>
                        </a:cubicBezTo>
                        <a:cubicBezTo>
                          <a:pt x="48" y="1"/>
                          <a:pt x="208" y="33"/>
                          <a:pt x="192" y="14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5" name="Google Shape;4125;p11"/>
                  <p:cNvSpPr/>
                  <p:nvPr/>
                </p:nvSpPr>
                <p:spPr>
                  <a:xfrm>
                    <a:off x="2211149" y="947140"/>
                    <a:ext cx="7968" cy="79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112"/>
                        </a:moveTo>
                        <a:cubicBezTo>
                          <a:pt x="161" y="144"/>
                          <a:pt x="113" y="176"/>
                          <a:pt x="81" y="160"/>
                        </a:cubicBezTo>
                        <a:cubicBezTo>
                          <a:pt x="33" y="160"/>
                          <a:pt x="1" y="112"/>
                          <a:pt x="17" y="64"/>
                        </a:cubicBezTo>
                        <a:cubicBezTo>
                          <a:pt x="33" y="32"/>
                          <a:pt x="65" y="0"/>
                          <a:pt x="113" y="16"/>
                        </a:cubicBezTo>
                        <a:cubicBezTo>
                          <a:pt x="161" y="16"/>
                          <a:pt x="177" y="64"/>
                          <a:pt x="177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6" name="Google Shape;4126;p11"/>
                  <p:cNvSpPr/>
                  <p:nvPr/>
                </p:nvSpPr>
                <p:spPr>
                  <a:xfrm>
                    <a:off x="2453015" y="1299709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193" y="112"/>
                        </a:moveTo>
                        <a:cubicBezTo>
                          <a:pt x="193" y="160"/>
                          <a:pt x="145" y="192"/>
                          <a:pt x="97" y="176"/>
                        </a:cubicBezTo>
                        <a:cubicBezTo>
                          <a:pt x="0" y="160"/>
                          <a:pt x="32" y="0"/>
                          <a:pt x="129" y="16"/>
                        </a:cubicBezTo>
                        <a:cubicBezTo>
                          <a:pt x="177" y="32"/>
                          <a:pt x="209" y="80"/>
                          <a:pt x="193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7" name="Google Shape;4127;p11"/>
                  <p:cNvSpPr/>
                  <p:nvPr/>
                </p:nvSpPr>
                <p:spPr>
                  <a:xfrm>
                    <a:off x="2435526" y="995395"/>
                    <a:ext cx="9408" cy="94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09" extrusionOk="0">
                        <a:moveTo>
                          <a:pt x="209" y="80"/>
                        </a:moveTo>
                        <a:cubicBezTo>
                          <a:pt x="209" y="208"/>
                          <a:pt x="1" y="0"/>
                          <a:pt x="129" y="0"/>
                        </a:cubicBezTo>
                        <a:cubicBezTo>
                          <a:pt x="177" y="0"/>
                          <a:pt x="209" y="48"/>
                          <a:pt x="209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8" name="Google Shape;4128;p11"/>
                  <p:cNvSpPr/>
                  <p:nvPr/>
                </p:nvSpPr>
                <p:spPr>
                  <a:xfrm>
                    <a:off x="2164334" y="1538484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13" y="320"/>
                        </a:cubicBezTo>
                        <a:cubicBezTo>
                          <a:pt x="1" y="208"/>
                          <a:pt x="81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9" name="Google Shape;4129;p11"/>
                  <p:cNvSpPr/>
                  <p:nvPr/>
                </p:nvSpPr>
                <p:spPr>
                  <a:xfrm>
                    <a:off x="2680453" y="1103427"/>
                    <a:ext cx="18771" cy="216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81" extrusionOk="0">
                        <a:moveTo>
                          <a:pt x="400" y="273"/>
                        </a:moveTo>
                        <a:cubicBezTo>
                          <a:pt x="368" y="481"/>
                          <a:pt x="48" y="481"/>
                          <a:pt x="32" y="273"/>
                        </a:cubicBezTo>
                        <a:cubicBezTo>
                          <a:pt x="0" y="1"/>
                          <a:pt x="416" y="1"/>
                          <a:pt x="400" y="27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0" name="Google Shape;4130;p11"/>
                  <p:cNvSpPr/>
                  <p:nvPr/>
                </p:nvSpPr>
                <p:spPr>
                  <a:xfrm>
                    <a:off x="2533479" y="847750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29" y="320"/>
                        </a:cubicBezTo>
                        <a:cubicBezTo>
                          <a:pt x="1" y="192"/>
                          <a:pt x="97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1" name="Google Shape;4131;p11"/>
                  <p:cNvSpPr/>
                  <p:nvPr/>
                </p:nvSpPr>
                <p:spPr>
                  <a:xfrm>
                    <a:off x="2831703" y="979550"/>
                    <a:ext cx="1877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17" extrusionOk="0">
                        <a:moveTo>
                          <a:pt x="416" y="176"/>
                        </a:moveTo>
                        <a:cubicBezTo>
                          <a:pt x="416" y="336"/>
                          <a:pt x="224" y="416"/>
                          <a:pt x="112" y="304"/>
                        </a:cubicBezTo>
                        <a:cubicBezTo>
                          <a:pt x="0" y="192"/>
                          <a:pt x="80" y="0"/>
                          <a:pt x="240" y="0"/>
                        </a:cubicBezTo>
                        <a:cubicBezTo>
                          <a:pt x="336" y="0"/>
                          <a:pt x="416" y="80"/>
                          <a:pt x="416" y="17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2" name="Google Shape;4132;p11"/>
                  <p:cNvSpPr/>
                  <p:nvPr/>
                </p:nvSpPr>
                <p:spPr>
                  <a:xfrm>
                    <a:off x="2327873" y="1193455"/>
                    <a:ext cx="1949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17" extrusionOk="0">
                        <a:moveTo>
                          <a:pt x="432" y="177"/>
                        </a:moveTo>
                        <a:cubicBezTo>
                          <a:pt x="432" y="337"/>
                          <a:pt x="240" y="417"/>
                          <a:pt x="128" y="305"/>
                        </a:cubicBezTo>
                        <a:cubicBezTo>
                          <a:pt x="0" y="193"/>
                          <a:pt x="80" y="1"/>
                          <a:pt x="256" y="1"/>
                        </a:cubicBezTo>
                        <a:cubicBezTo>
                          <a:pt x="352" y="1"/>
                          <a:pt x="432" y="81"/>
                          <a:pt x="432" y="17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3" name="Google Shape;4133;p11"/>
                  <p:cNvSpPr/>
                  <p:nvPr/>
                </p:nvSpPr>
                <p:spPr>
                  <a:xfrm>
                    <a:off x="2479078" y="1482667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3"/>
                        </a:moveTo>
                        <a:cubicBezTo>
                          <a:pt x="433" y="353"/>
                          <a:pt x="225" y="433"/>
                          <a:pt x="112" y="321"/>
                        </a:cubicBezTo>
                        <a:cubicBezTo>
                          <a:pt x="0" y="209"/>
                          <a:pt x="80" y="1"/>
                          <a:pt x="241" y="17"/>
                        </a:cubicBezTo>
                        <a:cubicBezTo>
                          <a:pt x="337" y="1"/>
                          <a:pt x="433" y="97"/>
                          <a:pt x="433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4" name="Google Shape;4134;p11"/>
                  <p:cNvSpPr/>
                  <p:nvPr/>
                </p:nvSpPr>
                <p:spPr>
                  <a:xfrm>
                    <a:off x="2269534" y="962265"/>
                    <a:ext cx="69908" cy="69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3" h="1553" extrusionOk="0">
                        <a:moveTo>
                          <a:pt x="768" y="1553"/>
                        </a:moveTo>
                        <a:lnTo>
                          <a:pt x="768" y="1553"/>
                        </a:lnTo>
                        <a:cubicBezTo>
                          <a:pt x="768" y="1121"/>
                          <a:pt x="416" y="785"/>
                          <a:pt x="0" y="785"/>
                        </a:cubicBezTo>
                        <a:lnTo>
                          <a:pt x="0" y="785"/>
                        </a:lnTo>
                        <a:cubicBezTo>
                          <a:pt x="416" y="785"/>
                          <a:pt x="768" y="432"/>
                          <a:pt x="768" y="0"/>
                        </a:cubicBezTo>
                        <a:lnTo>
                          <a:pt x="768" y="0"/>
                        </a:lnTo>
                        <a:cubicBezTo>
                          <a:pt x="768" y="432"/>
                          <a:pt x="1120" y="785"/>
                          <a:pt x="1552" y="785"/>
                        </a:cubicBezTo>
                        <a:lnTo>
                          <a:pt x="1552" y="785"/>
                        </a:lnTo>
                        <a:cubicBezTo>
                          <a:pt x="1120" y="785"/>
                          <a:pt x="768" y="1121"/>
                          <a:pt x="768" y="155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5" name="Google Shape;4135;p11"/>
                  <p:cNvSpPr/>
                  <p:nvPr/>
                </p:nvSpPr>
                <p:spPr>
                  <a:xfrm>
                    <a:off x="2653421" y="1348504"/>
                    <a:ext cx="69953" cy="6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4" h="1537" extrusionOk="0">
                        <a:moveTo>
                          <a:pt x="785" y="1537"/>
                        </a:moveTo>
                        <a:lnTo>
                          <a:pt x="785" y="1537"/>
                        </a:lnTo>
                        <a:cubicBezTo>
                          <a:pt x="785" y="1121"/>
                          <a:pt x="433" y="769"/>
                          <a:pt x="1" y="769"/>
                        </a:cubicBezTo>
                        <a:lnTo>
                          <a:pt x="1" y="769"/>
                        </a:lnTo>
                        <a:cubicBezTo>
                          <a:pt x="433" y="769"/>
                          <a:pt x="785" y="417"/>
                          <a:pt x="785" y="1"/>
                        </a:cubicBezTo>
                        <a:lnTo>
                          <a:pt x="785" y="1"/>
                        </a:lnTo>
                        <a:cubicBezTo>
                          <a:pt x="785" y="417"/>
                          <a:pt x="1121" y="769"/>
                          <a:pt x="1553" y="769"/>
                        </a:cubicBezTo>
                        <a:lnTo>
                          <a:pt x="1553" y="769"/>
                        </a:lnTo>
                        <a:cubicBezTo>
                          <a:pt x="1137" y="769"/>
                          <a:pt x="785" y="1121"/>
                          <a:pt x="785" y="153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136" name="Google Shape;4136;p11"/>
                <p:cNvGrpSpPr/>
                <p:nvPr/>
              </p:nvGrpSpPr>
              <p:grpSpPr>
                <a:xfrm rot="-5400000">
                  <a:off x="7773235" y="184387"/>
                  <a:ext cx="775450" cy="710225"/>
                  <a:chOff x="2092310" y="847750"/>
                  <a:chExt cx="775450" cy="710225"/>
                </a:xfrm>
              </p:grpSpPr>
              <p:sp>
                <p:nvSpPr>
                  <p:cNvPr id="4137" name="Google Shape;4137;p11"/>
                  <p:cNvSpPr/>
                  <p:nvPr/>
                </p:nvSpPr>
                <p:spPr>
                  <a:xfrm>
                    <a:off x="2340838" y="1450978"/>
                    <a:ext cx="41819" cy="410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9" h="913" extrusionOk="0">
                        <a:moveTo>
                          <a:pt x="913" y="384"/>
                        </a:moveTo>
                        <a:cubicBezTo>
                          <a:pt x="929" y="720"/>
                          <a:pt x="497" y="912"/>
                          <a:pt x="257" y="656"/>
                        </a:cubicBezTo>
                        <a:cubicBezTo>
                          <a:pt x="1" y="416"/>
                          <a:pt x="177" y="0"/>
                          <a:pt x="529" y="0"/>
                        </a:cubicBezTo>
                        <a:cubicBezTo>
                          <a:pt x="737" y="0"/>
                          <a:pt x="913" y="160"/>
                          <a:pt x="913" y="38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8" name="Google Shape;4138;p11"/>
                  <p:cNvSpPr/>
                  <p:nvPr/>
                </p:nvSpPr>
                <p:spPr>
                  <a:xfrm>
                    <a:off x="2092310" y="1309455"/>
                    <a:ext cx="42539" cy="425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5" h="945" extrusionOk="0">
                        <a:moveTo>
                          <a:pt x="945" y="416"/>
                        </a:moveTo>
                        <a:cubicBezTo>
                          <a:pt x="945" y="768"/>
                          <a:pt x="513" y="944"/>
                          <a:pt x="257" y="688"/>
                        </a:cubicBezTo>
                        <a:cubicBezTo>
                          <a:pt x="1" y="448"/>
                          <a:pt x="193" y="16"/>
                          <a:pt x="545" y="16"/>
                        </a:cubicBezTo>
                        <a:cubicBezTo>
                          <a:pt x="769" y="0"/>
                          <a:pt x="945" y="192"/>
                          <a:pt x="945" y="41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9" name="Google Shape;4139;p11"/>
                  <p:cNvSpPr/>
                  <p:nvPr/>
                </p:nvSpPr>
                <p:spPr>
                  <a:xfrm>
                    <a:off x="2828822" y="1112070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208" y="81"/>
                        </a:moveTo>
                        <a:cubicBezTo>
                          <a:pt x="208" y="193"/>
                          <a:pt x="0" y="1"/>
                          <a:pt x="128" y="1"/>
                        </a:cubicBezTo>
                        <a:cubicBezTo>
                          <a:pt x="160" y="1"/>
                          <a:pt x="208" y="33"/>
                          <a:pt x="208" y="8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40" name="Google Shape;4140;p11"/>
                  <p:cNvSpPr/>
                  <p:nvPr/>
                </p:nvSpPr>
                <p:spPr>
                  <a:xfrm>
                    <a:off x="2858352" y="1249632"/>
                    <a:ext cx="9408" cy="108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41" extrusionOk="0">
                        <a:moveTo>
                          <a:pt x="192" y="145"/>
                        </a:moveTo>
                        <a:cubicBezTo>
                          <a:pt x="160" y="241"/>
                          <a:pt x="0" y="209"/>
                          <a:pt x="32" y="97"/>
                        </a:cubicBezTo>
                        <a:cubicBezTo>
                          <a:pt x="48" y="1"/>
                          <a:pt x="208" y="33"/>
                          <a:pt x="192" y="14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41" name="Google Shape;4141;p11"/>
                  <p:cNvSpPr/>
                  <p:nvPr/>
                </p:nvSpPr>
                <p:spPr>
                  <a:xfrm>
                    <a:off x="2211149" y="947140"/>
                    <a:ext cx="7968" cy="79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112"/>
                        </a:moveTo>
                        <a:cubicBezTo>
                          <a:pt x="161" y="144"/>
                          <a:pt x="113" y="176"/>
                          <a:pt x="81" y="160"/>
                        </a:cubicBezTo>
                        <a:cubicBezTo>
                          <a:pt x="33" y="160"/>
                          <a:pt x="1" y="112"/>
                          <a:pt x="17" y="64"/>
                        </a:cubicBezTo>
                        <a:cubicBezTo>
                          <a:pt x="33" y="32"/>
                          <a:pt x="65" y="0"/>
                          <a:pt x="113" y="16"/>
                        </a:cubicBezTo>
                        <a:cubicBezTo>
                          <a:pt x="161" y="16"/>
                          <a:pt x="177" y="64"/>
                          <a:pt x="177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42" name="Google Shape;4142;p11"/>
                  <p:cNvSpPr/>
                  <p:nvPr/>
                </p:nvSpPr>
                <p:spPr>
                  <a:xfrm>
                    <a:off x="2453015" y="1299709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193" y="112"/>
                        </a:moveTo>
                        <a:cubicBezTo>
                          <a:pt x="193" y="160"/>
                          <a:pt x="145" y="192"/>
                          <a:pt x="97" y="176"/>
                        </a:cubicBezTo>
                        <a:cubicBezTo>
                          <a:pt x="0" y="160"/>
                          <a:pt x="32" y="0"/>
                          <a:pt x="129" y="16"/>
                        </a:cubicBezTo>
                        <a:cubicBezTo>
                          <a:pt x="177" y="32"/>
                          <a:pt x="209" y="80"/>
                          <a:pt x="193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43" name="Google Shape;4143;p11"/>
                  <p:cNvSpPr/>
                  <p:nvPr/>
                </p:nvSpPr>
                <p:spPr>
                  <a:xfrm>
                    <a:off x="2435526" y="995395"/>
                    <a:ext cx="9408" cy="94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09" extrusionOk="0">
                        <a:moveTo>
                          <a:pt x="209" y="80"/>
                        </a:moveTo>
                        <a:cubicBezTo>
                          <a:pt x="209" y="208"/>
                          <a:pt x="1" y="0"/>
                          <a:pt x="129" y="0"/>
                        </a:cubicBezTo>
                        <a:cubicBezTo>
                          <a:pt x="177" y="0"/>
                          <a:pt x="209" y="48"/>
                          <a:pt x="209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44" name="Google Shape;4144;p11"/>
                  <p:cNvSpPr/>
                  <p:nvPr/>
                </p:nvSpPr>
                <p:spPr>
                  <a:xfrm>
                    <a:off x="2164334" y="1538484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13" y="320"/>
                        </a:cubicBezTo>
                        <a:cubicBezTo>
                          <a:pt x="1" y="208"/>
                          <a:pt x="81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45" name="Google Shape;4145;p11"/>
                  <p:cNvSpPr/>
                  <p:nvPr/>
                </p:nvSpPr>
                <p:spPr>
                  <a:xfrm>
                    <a:off x="2680453" y="1103427"/>
                    <a:ext cx="18771" cy="216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81" extrusionOk="0">
                        <a:moveTo>
                          <a:pt x="400" y="273"/>
                        </a:moveTo>
                        <a:cubicBezTo>
                          <a:pt x="368" y="481"/>
                          <a:pt x="48" y="481"/>
                          <a:pt x="32" y="273"/>
                        </a:cubicBezTo>
                        <a:cubicBezTo>
                          <a:pt x="0" y="1"/>
                          <a:pt x="416" y="1"/>
                          <a:pt x="400" y="27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46" name="Google Shape;4146;p11"/>
                  <p:cNvSpPr/>
                  <p:nvPr/>
                </p:nvSpPr>
                <p:spPr>
                  <a:xfrm>
                    <a:off x="2533479" y="847750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29" y="320"/>
                        </a:cubicBezTo>
                        <a:cubicBezTo>
                          <a:pt x="1" y="192"/>
                          <a:pt x="97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47" name="Google Shape;4147;p11"/>
                  <p:cNvSpPr/>
                  <p:nvPr/>
                </p:nvSpPr>
                <p:spPr>
                  <a:xfrm>
                    <a:off x="2831703" y="979550"/>
                    <a:ext cx="1877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17" extrusionOk="0">
                        <a:moveTo>
                          <a:pt x="416" y="176"/>
                        </a:moveTo>
                        <a:cubicBezTo>
                          <a:pt x="416" y="336"/>
                          <a:pt x="224" y="416"/>
                          <a:pt x="112" y="304"/>
                        </a:cubicBezTo>
                        <a:cubicBezTo>
                          <a:pt x="0" y="192"/>
                          <a:pt x="80" y="0"/>
                          <a:pt x="240" y="0"/>
                        </a:cubicBezTo>
                        <a:cubicBezTo>
                          <a:pt x="336" y="0"/>
                          <a:pt x="416" y="80"/>
                          <a:pt x="416" y="17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48" name="Google Shape;4148;p11"/>
                  <p:cNvSpPr/>
                  <p:nvPr/>
                </p:nvSpPr>
                <p:spPr>
                  <a:xfrm>
                    <a:off x="2327873" y="1193455"/>
                    <a:ext cx="1949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17" extrusionOk="0">
                        <a:moveTo>
                          <a:pt x="432" y="177"/>
                        </a:moveTo>
                        <a:cubicBezTo>
                          <a:pt x="432" y="337"/>
                          <a:pt x="240" y="417"/>
                          <a:pt x="128" y="305"/>
                        </a:cubicBezTo>
                        <a:cubicBezTo>
                          <a:pt x="0" y="193"/>
                          <a:pt x="80" y="1"/>
                          <a:pt x="256" y="1"/>
                        </a:cubicBezTo>
                        <a:cubicBezTo>
                          <a:pt x="352" y="1"/>
                          <a:pt x="432" y="81"/>
                          <a:pt x="432" y="17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49" name="Google Shape;4149;p11"/>
                  <p:cNvSpPr/>
                  <p:nvPr/>
                </p:nvSpPr>
                <p:spPr>
                  <a:xfrm>
                    <a:off x="2479078" y="1482667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3"/>
                        </a:moveTo>
                        <a:cubicBezTo>
                          <a:pt x="433" y="353"/>
                          <a:pt x="225" y="433"/>
                          <a:pt x="112" y="321"/>
                        </a:cubicBezTo>
                        <a:cubicBezTo>
                          <a:pt x="0" y="209"/>
                          <a:pt x="80" y="1"/>
                          <a:pt x="241" y="17"/>
                        </a:cubicBezTo>
                        <a:cubicBezTo>
                          <a:pt x="337" y="1"/>
                          <a:pt x="433" y="97"/>
                          <a:pt x="433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0" name="Google Shape;4150;p11"/>
                  <p:cNvSpPr/>
                  <p:nvPr/>
                </p:nvSpPr>
                <p:spPr>
                  <a:xfrm>
                    <a:off x="2269534" y="962265"/>
                    <a:ext cx="69908" cy="69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3" h="1553" extrusionOk="0">
                        <a:moveTo>
                          <a:pt x="768" y="1553"/>
                        </a:moveTo>
                        <a:lnTo>
                          <a:pt x="768" y="1553"/>
                        </a:lnTo>
                        <a:cubicBezTo>
                          <a:pt x="768" y="1121"/>
                          <a:pt x="416" y="785"/>
                          <a:pt x="0" y="785"/>
                        </a:cubicBezTo>
                        <a:lnTo>
                          <a:pt x="0" y="785"/>
                        </a:lnTo>
                        <a:cubicBezTo>
                          <a:pt x="416" y="785"/>
                          <a:pt x="768" y="432"/>
                          <a:pt x="768" y="0"/>
                        </a:cubicBezTo>
                        <a:lnTo>
                          <a:pt x="768" y="0"/>
                        </a:lnTo>
                        <a:cubicBezTo>
                          <a:pt x="768" y="432"/>
                          <a:pt x="1120" y="785"/>
                          <a:pt x="1552" y="785"/>
                        </a:cubicBezTo>
                        <a:lnTo>
                          <a:pt x="1552" y="785"/>
                        </a:lnTo>
                        <a:cubicBezTo>
                          <a:pt x="1120" y="785"/>
                          <a:pt x="768" y="1121"/>
                          <a:pt x="768" y="155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1" name="Google Shape;4151;p11"/>
                  <p:cNvSpPr/>
                  <p:nvPr/>
                </p:nvSpPr>
                <p:spPr>
                  <a:xfrm>
                    <a:off x="2653421" y="1348504"/>
                    <a:ext cx="69953" cy="6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4" h="1537" extrusionOk="0">
                        <a:moveTo>
                          <a:pt x="785" y="1537"/>
                        </a:moveTo>
                        <a:lnTo>
                          <a:pt x="785" y="1537"/>
                        </a:lnTo>
                        <a:cubicBezTo>
                          <a:pt x="785" y="1121"/>
                          <a:pt x="433" y="769"/>
                          <a:pt x="1" y="769"/>
                        </a:cubicBezTo>
                        <a:lnTo>
                          <a:pt x="1" y="769"/>
                        </a:lnTo>
                        <a:cubicBezTo>
                          <a:pt x="433" y="769"/>
                          <a:pt x="785" y="417"/>
                          <a:pt x="785" y="1"/>
                        </a:cubicBezTo>
                        <a:lnTo>
                          <a:pt x="785" y="1"/>
                        </a:lnTo>
                        <a:cubicBezTo>
                          <a:pt x="785" y="417"/>
                          <a:pt x="1121" y="769"/>
                          <a:pt x="1553" y="769"/>
                        </a:cubicBezTo>
                        <a:lnTo>
                          <a:pt x="1553" y="769"/>
                        </a:lnTo>
                        <a:cubicBezTo>
                          <a:pt x="1137" y="769"/>
                          <a:pt x="785" y="1121"/>
                          <a:pt x="785" y="153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152" name="Google Shape;4152;p11"/>
                <p:cNvGrpSpPr/>
                <p:nvPr/>
              </p:nvGrpSpPr>
              <p:grpSpPr>
                <a:xfrm rot="10800000" flipH="1">
                  <a:off x="8257960" y="710237"/>
                  <a:ext cx="775450" cy="710225"/>
                  <a:chOff x="2092310" y="847750"/>
                  <a:chExt cx="775450" cy="710225"/>
                </a:xfrm>
              </p:grpSpPr>
              <p:sp>
                <p:nvSpPr>
                  <p:cNvPr id="4153" name="Google Shape;4153;p11"/>
                  <p:cNvSpPr/>
                  <p:nvPr/>
                </p:nvSpPr>
                <p:spPr>
                  <a:xfrm>
                    <a:off x="2340838" y="1450978"/>
                    <a:ext cx="41819" cy="410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9" h="913" extrusionOk="0">
                        <a:moveTo>
                          <a:pt x="913" y="384"/>
                        </a:moveTo>
                        <a:cubicBezTo>
                          <a:pt x="929" y="720"/>
                          <a:pt x="497" y="912"/>
                          <a:pt x="257" y="656"/>
                        </a:cubicBezTo>
                        <a:cubicBezTo>
                          <a:pt x="1" y="416"/>
                          <a:pt x="177" y="0"/>
                          <a:pt x="529" y="0"/>
                        </a:cubicBezTo>
                        <a:cubicBezTo>
                          <a:pt x="737" y="0"/>
                          <a:pt x="913" y="160"/>
                          <a:pt x="913" y="38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4" name="Google Shape;4154;p11"/>
                  <p:cNvSpPr/>
                  <p:nvPr/>
                </p:nvSpPr>
                <p:spPr>
                  <a:xfrm>
                    <a:off x="2092310" y="1309455"/>
                    <a:ext cx="42539" cy="425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5" h="945" extrusionOk="0">
                        <a:moveTo>
                          <a:pt x="945" y="416"/>
                        </a:moveTo>
                        <a:cubicBezTo>
                          <a:pt x="945" y="768"/>
                          <a:pt x="513" y="944"/>
                          <a:pt x="257" y="688"/>
                        </a:cubicBezTo>
                        <a:cubicBezTo>
                          <a:pt x="1" y="448"/>
                          <a:pt x="193" y="16"/>
                          <a:pt x="545" y="16"/>
                        </a:cubicBezTo>
                        <a:cubicBezTo>
                          <a:pt x="769" y="0"/>
                          <a:pt x="945" y="192"/>
                          <a:pt x="945" y="41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5" name="Google Shape;4155;p11"/>
                  <p:cNvSpPr/>
                  <p:nvPr/>
                </p:nvSpPr>
                <p:spPr>
                  <a:xfrm>
                    <a:off x="2828822" y="1112070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208" y="81"/>
                        </a:moveTo>
                        <a:cubicBezTo>
                          <a:pt x="208" y="193"/>
                          <a:pt x="0" y="1"/>
                          <a:pt x="128" y="1"/>
                        </a:cubicBezTo>
                        <a:cubicBezTo>
                          <a:pt x="160" y="1"/>
                          <a:pt x="208" y="33"/>
                          <a:pt x="208" y="8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6" name="Google Shape;4156;p11"/>
                  <p:cNvSpPr/>
                  <p:nvPr/>
                </p:nvSpPr>
                <p:spPr>
                  <a:xfrm>
                    <a:off x="2858352" y="1249632"/>
                    <a:ext cx="9408" cy="108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41" extrusionOk="0">
                        <a:moveTo>
                          <a:pt x="192" y="145"/>
                        </a:moveTo>
                        <a:cubicBezTo>
                          <a:pt x="160" y="241"/>
                          <a:pt x="0" y="209"/>
                          <a:pt x="32" y="97"/>
                        </a:cubicBezTo>
                        <a:cubicBezTo>
                          <a:pt x="48" y="1"/>
                          <a:pt x="208" y="33"/>
                          <a:pt x="192" y="14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7" name="Google Shape;4157;p11"/>
                  <p:cNvSpPr/>
                  <p:nvPr/>
                </p:nvSpPr>
                <p:spPr>
                  <a:xfrm>
                    <a:off x="2211149" y="947140"/>
                    <a:ext cx="7968" cy="79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112"/>
                        </a:moveTo>
                        <a:cubicBezTo>
                          <a:pt x="161" y="144"/>
                          <a:pt x="113" y="176"/>
                          <a:pt x="81" y="160"/>
                        </a:cubicBezTo>
                        <a:cubicBezTo>
                          <a:pt x="33" y="160"/>
                          <a:pt x="1" y="112"/>
                          <a:pt x="17" y="64"/>
                        </a:cubicBezTo>
                        <a:cubicBezTo>
                          <a:pt x="33" y="32"/>
                          <a:pt x="65" y="0"/>
                          <a:pt x="113" y="16"/>
                        </a:cubicBezTo>
                        <a:cubicBezTo>
                          <a:pt x="161" y="16"/>
                          <a:pt x="177" y="64"/>
                          <a:pt x="177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8" name="Google Shape;4158;p11"/>
                  <p:cNvSpPr/>
                  <p:nvPr/>
                </p:nvSpPr>
                <p:spPr>
                  <a:xfrm>
                    <a:off x="2453015" y="1299709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193" y="112"/>
                        </a:moveTo>
                        <a:cubicBezTo>
                          <a:pt x="193" y="160"/>
                          <a:pt x="145" y="192"/>
                          <a:pt x="97" y="176"/>
                        </a:cubicBezTo>
                        <a:cubicBezTo>
                          <a:pt x="0" y="160"/>
                          <a:pt x="32" y="0"/>
                          <a:pt x="129" y="16"/>
                        </a:cubicBezTo>
                        <a:cubicBezTo>
                          <a:pt x="177" y="32"/>
                          <a:pt x="209" y="80"/>
                          <a:pt x="193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9" name="Google Shape;4159;p11"/>
                  <p:cNvSpPr/>
                  <p:nvPr/>
                </p:nvSpPr>
                <p:spPr>
                  <a:xfrm>
                    <a:off x="2435526" y="995395"/>
                    <a:ext cx="9408" cy="94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09" extrusionOk="0">
                        <a:moveTo>
                          <a:pt x="209" y="80"/>
                        </a:moveTo>
                        <a:cubicBezTo>
                          <a:pt x="209" y="208"/>
                          <a:pt x="1" y="0"/>
                          <a:pt x="129" y="0"/>
                        </a:cubicBezTo>
                        <a:cubicBezTo>
                          <a:pt x="177" y="0"/>
                          <a:pt x="209" y="48"/>
                          <a:pt x="209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60" name="Google Shape;4160;p11"/>
                  <p:cNvSpPr/>
                  <p:nvPr/>
                </p:nvSpPr>
                <p:spPr>
                  <a:xfrm>
                    <a:off x="2164334" y="1538484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13" y="320"/>
                        </a:cubicBezTo>
                        <a:cubicBezTo>
                          <a:pt x="1" y="208"/>
                          <a:pt x="81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61" name="Google Shape;4161;p11"/>
                  <p:cNvSpPr/>
                  <p:nvPr/>
                </p:nvSpPr>
                <p:spPr>
                  <a:xfrm>
                    <a:off x="2680453" y="1103427"/>
                    <a:ext cx="18771" cy="216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81" extrusionOk="0">
                        <a:moveTo>
                          <a:pt x="400" y="273"/>
                        </a:moveTo>
                        <a:cubicBezTo>
                          <a:pt x="368" y="481"/>
                          <a:pt x="48" y="481"/>
                          <a:pt x="32" y="273"/>
                        </a:cubicBezTo>
                        <a:cubicBezTo>
                          <a:pt x="0" y="1"/>
                          <a:pt x="416" y="1"/>
                          <a:pt x="400" y="27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62" name="Google Shape;4162;p11"/>
                  <p:cNvSpPr/>
                  <p:nvPr/>
                </p:nvSpPr>
                <p:spPr>
                  <a:xfrm>
                    <a:off x="2533479" y="847750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29" y="320"/>
                        </a:cubicBezTo>
                        <a:cubicBezTo>
                          <a:pt x="1" y="192"/>
                          <a:pt x="97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63" name="Google Shape;4163;p11"/>
                  <p:cNvSpPr/>
                  <p:nvPr/>
                </p:nvSpPr>
                <p:spPr>
                  <a:xfrm>
                    <a:off x="2831703" y="979550"/>
                    <a:ext cx="1877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17" extrusionOk="0">
                        <a:moveTo>
                          <a:pt x="416" y="176"/>
                        </a:moveTo>
                        <a:cubicBezTo>
                          <a:pt x="416" y="336"/>
                          <a:pt x="224" y="416"/>
                          <a:pt x="112" y="304"/>
                        </a:cubicBezTo>
                        <a:cubicBezTo>
                          <a:pt x="0" y="192"/>
                          <a:pt x="80" y="0"/>
                          <a:pt x="240" y="0"/>
                        </a:cubicBezTo>
                        <a:cubicBezTo>
                          <a:pt x="336" y="0"/>
                          <a:pt x="416" y="80"/>
                          <a:pt x="416" y="17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64" name="Google Shape;4164;p11"/>
                  <p:cNvSpPr/>
                  <p:nvPr/>
                </p:nvSpPr>
                <p:spPr>
                  <a:xfrm>
                    <a:off x="2327873" y="1193455"/>
                    <a:ext cx="1949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17" extrusionOk="0">
                        <a:moveTo>
                          <a:pt x="432" y="177"/>
                        </a:moveTo>
                        <a:cubicBezTo>
                          <a:pt x="432" y="337"/>
                          <a:pt x="240" y="417"/>
                          <a:pt x="128" y="305"/>
                        </a:cubicBezTo>
                        <a:cubicBezTo>
                          <a:pt x="0" y="193"/>
                          <a:pt x="80" y="1"/>
                          <a:pt x="256" y="1"/>
                        </a:cubicBezTo>
                        <a:cubicBezTo>
                          <a:pt x="352" y="1"/>
                          <a:pt x="432" y="81"/>
                          <a:pt x="432" y="17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65" name="Google Shape;4165;p11"/>
                  <p:cNvSpPr/>
                  <p:nvPr/>
                </p:nvSpPr>
                <p:spPr>
                  <a:xfrm>
                    <a:off x="2479078" y="1482667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3"/>
                        </a:moveTo>
                        <a:cubicBezTo>
                          <a:pt x="433" y="353"/>
                          <a:pt x="225" y="433"/>
                          <a:pt x="112" y="321"/>
                        </a:cubicBezTo>
                        <a:cubicBezTo>
                          <a:pt x="0" y="209"/>
                          <a:pt x="80" y="1"/>
                          <a:pt x="241" y="17"/>
                        </a:cubicBezTo>
                        <a:cubicBezTo>
                          <a:pt x="337" y="1"/>
                          <a:pt x="433" y="97"/>
                          <a:pt x="433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66" name="Google Shape;4166;p11"/>
                  <p:cNvSpPr/>
                  <p:nvPr/>
                </p:nvSpPr>
                <p:spPr>
                  <a:xfrm>
                    <a:off x="2269534" y="962265"/>
                    <a:ext cx="69908" cy="69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3" h="1553" extrusionOk="0">
                        <a:moveTo>
                          <a:pt x="768" y="1553"/>
                        </a:moveTo>
                        <a:lnTo>
                          <a:pt x="768" y="1553"/>
                        </a:lnTo>
                        <a:cubicBezTo>
                          <a:pt x="768" y="1121"/>
                          <a:pt x="416" y="785"/>
                          <a:pt x="0" y="785"/>
                        </a:cubicBezTo>
                        <a:lnTo>
                          <a:pt x="0" y="785"/>
                        </a:lnTo>
                        <a:cubicBezTo>
                          <a:pt x="416" y="785"/>
                          <a:pt x="768" y="432"/>
                          <a:pt x="768" y="0"/>
                        </a:cubicBezTo>
                        <a:lnTo>
                          <a:pt x="768" y="0"/>
                        </a:lnTo>
                        <a:cubicBezTo>
                          <a:pt x="768" y="432"/>
                          <a:pt x="1120" y="785"/>
                          <a:pt x="1552" y="785"/>
                        </a:cubicBezTo>
                        <a:lnTo>
                          <a:pt x="1552" y="785"/>
                        </a:lnTo>
                        <a:cubicBezTo>
                          <a:pt x="1120" y="785"/>
                          <a:pt x="768" y="1121"/>
                          <a:pt x="768" y="155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67" name="Google Shape;4167;p11"/>
                  <p:cNvSpPr/>
                  <p:nvPr/>
                </p:nvSpPr>
                <p:spPr>
                  <a:xfrm>
                    <a:off x="2653421" y="1348504"/>
                    <a:ext cx="69953" cy="6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4" h="1537" extrusionOk="0">
                        <a:moveTo>
                          <a:pt x="785" y="1537"/>
                        </a:moveTo>
                        <a:lnTo>
                          <a:pt x="785" y="1537"/>
                        </a:lnTo>
                        <a:cubicBezTo>
                          <a:pt x="785" y="1121"/>
                          <a:pt x="433" y="769"/>
                          <a:pt x="1" y="769"/>
                        </a:cubicBezTo>
                        <a:lnTo>
                          <a:pt x="1" y="769"/>
                        </a:lnTo>
                        <a:cubicBezTo>
                          <a:pt x="433" y="769"/>
                          <a:pt x="785" y="417"/>
                          <a:pt x="785" y="1"/>
                        </a:cubicBezTo>
                        <a:lnTo>
                          <a:pt x="785" y="1"/>
                        </a:lnTo>
                        <a:cubicBezTo>
                          <a:pt x="785" y="417"/>
                          <a:pt x="1121" y="769"/>
                          <a:pt x="1553" y="769"/>
                        </a:cubicBezTo>
                        <a:lnTo>
                          <a:pt x="1553" y="769"/>
                        </a:lnTo>
                        <a:cubicBezTo>
                          <a:pt x="1137" y="769"/>
                          <a:pt x="785" y="1121"/>
                          <a:pt x="785" y="153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168" name="Google Shape;4168;p11"/>
              <p:cNvGrpSpPr/>
              <p:nvPr/>
            </p:nvGrpSpPr>
            <p:grpSpPr>
              <a:xfrm rot="5400000" flipH="1">
                <a:off x="-284003" y="-76507"/>
                <a:ext cx="1511053" cy="1603986"/>
                <a:chOff x="7805848" y="0"/>
                <a:chExt cx="1338162" cy="1420462"/>
              </a:xfrm>
            </p:grpSpPr>
            <p:grpSp>
              <p:nvGrpSpPr>
                <p:cNvPr id="4169" name="Google Shape;4169;p11"/>
                <p:cNvGrpSpPr/>
                <p:nvPr/>
              </p:nvGrpSpPr>
              <p:grpSpPr>
                <a:xfrm>
                  <a:off x="8368560" y="0"/>
                  <a:ext cx="775450" cy="710225"/>
                  <a:chOff x="2092310" y="847750"/>
                  <a:chExt cx="775450" cy="710225"/>
                </a:xfrm>
              </p:grpSpPr>
              <p:sp>
                <p:nvSpPr>
                  <p:cNvPr id="4170" name="Google Shape;4170;p11"/>
                  <p:cNvSpPr/>
                  <p:nvPr/>
                </p:nvSpPr>
                <p:spPr>
                  <a:xfrm>
                    <a:off x="2340838" y="1450978"/>
                    <a:ext cx="41819" cy="410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9" h="913" extrusionOk="0">
                        <a:moveTo>
                          <a:pt x="913" y="384"/>
                        </a:moveTo>
                        <a:cubicBezTo>
                          <a:pt x="929" y="720"/>
                          <a:pt x="497" y="912"/>
                          <a:pt x="257" y="656"/>
                        </a:cubicBezTo>
                        <a:cubicBezTo>
                          <a:pt x="1" y="416"/>
                          <a:pt x="177" y="0"/>
                          <a:pt x="529" y="0"/>
                        </a:cubicBezTo>
                        <a:cubicBezTo>
                          <a:pt x="737" y="0"/>
                          <a:pt x="913" y="160"/>
                          <a:pt x="913" y="38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71" name="Google Shape;4171;p11"/>
                  <p:cNvSpPr/>
                  <p:nvPr/>
                </p:nvSpPr>
                <p:spPr>
                  <a:xfrm>
                    <a:off x="2092310" y="1309455"/>
                    <a:ext cx="42539" cy="425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5" h="945" extrusionOk="0">
                        <a:moveTo>
                          <a:pt x="945" y="416"/>
                        </a:moveTo>
                        <a:cubicBezTo>
                          <a:pt x="945" y="768"/>
                          <a:pt x="513" y="944"/>
                          <a:pt x="257" y="688"/>
                        </a:cubicBezTo>
                        <a:cubicBezTo>
                          <a:pt x="1" y="448"/>
                          <a:pt x="193" y="16"/>
                          <a:pt x="545" y="16"/>
                        </a:cubicBezTo>
                        <a:cubicBezTo>
                          <a:pt x="769" y="0"/>
                          <a:pt x="945" y="192"/>
                          <a:pt x="945" y="41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72" name="Google Shape;4172;p11"/>
                  <p:cNvSpPr/>
                  <p:nvPr/>
                </p:nvSpPr>
                <p:spPr>
                  <a:xfrm>
                    <a:off x="2828822" y="1112070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208" y="81"/>
                        </a:moveTo>
                        <a:cubicBezTo>
                          <a:pt x="208" y="193"/>
                          <a:pt x="0" y="1"/>
                          <a:pt x="128" y="1"/>
                        </a:cubicBezTo>
                        <a:cubicBezTo>
                          <a:pt x="160" y="1"/>
                          <a:pt x="208" y="33"/>
                          <a:pt x="208" y="8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73" name="Google Shape;4173;p11"/>
                  <p:cNvSpPr/>
                  <p:nvPr/>
                </p:nvSpPr>
                <p:spPr>
                  <a:xfrm>
                    <a:off x="2858352" y="1249632"/>
                    <a:ext cx="9408" cy="108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41" extrusionOk="0">
                        <a:moveTo>
                          <a:pt x="192" y="145"/>
                        </a:moveTo>
                        <a:cubicBezTo>
                          <a:pt x="160" y="241"/>
                          <a:pt x="0" y="209"/>
                          <a:pt x="32" y="97"/>
                        </a:cubicBezTo>
                        <a:cubicBezTo>
                          <a:pt x="48" y="1"/>
                          <a:pt x="208" y="33"/>
                          <a:pt x="192" y="14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74" name="Google Shape;4174;p11"/>
                  <p:cNvSpPr/>
                  <p:nvPr/>
                </p:nvSpPr>
                <p:spPr>
                  <a:xfrm>
                    <a:off x="2211149" y="947140"/>
                    <a:ext cx="7968" cy="79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112"/>
                        </a:moveTo>
                        <a:cubicBezTo>
                          <a:pt x="161" y="144"/>
                          <a:pt x="113" y="176"/>
                          <a:pt x="81" y="160"/>
                        </a:cubicBezTo>
                        <a:cubicBezTo>
                          <a:pt x="33" y="160"/>
                          <a:pt x="1" y="112"/>
                          <a:pt x="17" y="64"/>
                        </a:cubicBezTo>
                        <a:cubicBezTo>
                          <a:pt x="33" y="32"/>
                          <a:pt x="65" y="0"/>
                          <a:pt x="113" y="16"/>
                        </a:cubicBezTo>
                        <a:cubicBezTo>
                          <a:pt x="161" y="16"/>
                          <a:pt x="177" y="64"/>
                          <a:pt x="177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75" name="Google Shape;4175;p11"/>
                  <p:cNvSpPr/>
                  <p:nvPr/>
                </p:nvSpPr>
                <p:spPr>
                  <a:xfrm>
                    <a:off x="2453015" y="1299709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193" y="112"/>
                        </a:moveTo>
                        <a:cubicBezTo>
                          <a:pt x="193" y="160"/>
                          <a:pt x="145" y="192"/>
                          <a:pt x="97" y="176"/>
                        </a:cubicBezTo>
                        <a:cubicBezTo>
                          <a:pt x="0" y="160"/>
                          <a:pt x="32" y="0"/>
                          <a:pt x="129" y="16"/>
                        </a:cubicBezTo>
                        <a:cubicBezTo>
                          <a:pt x="177" y="32"/>
                          <a:pt x="209" y="80"/>
                          <a:pt x="193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76" name="Google Shape;4176;p11"/>
                  <p:cNvSpPr/>
                  <p:nvPr/>
                </p:nvSpPr>
                <p:spPr>
                  <a:xfrm>
                    <a:off x="2435526" y="995395"/>
                    <a:ext cx="9408" cy="94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09" extrusionOk="0">
                        <a:moveTo>
                          <a:pt x="209" y="80"/>
                        </a:moveTo>
                        <a:cubicBezTo>
                          <a:pt x="209" y="208"/>
                          <a:pt x="1" y="0"/>
                          <a:pt x="129" y="0"/>
                        </a:cubicBezTo>
                        <a:cubicBezTo>
                          <a:pt x="177" y="0"/>
                          <a:pt x="209" y="48"/>
                          <a:pt x="209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77" name="Google Shape;4177;p11"/>
                  <p:cNvSpPr/>
                  <p:nvPr/>
                </p:nvSpPr>
                <p:spPr>
                  <a:xfrm>
                    <a:off x="2164334" y="1538484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13" y="320"/>
                        </a:cubicBezTo>
                        <a:cubicBezTo>
                          <a:pt x="1" y="208"/>
                          <a:pt x="81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78" name="Google Shape;4178;p11"/>
                  <p:cNvSpPr/>
                  <p:nvPr/>
                </p:nvSpPr>
                <p:spPr>
                  <a:xfrm>
                    <a:off x="2680453" y="1103427"/>
                    <a:ext cx="18771" cy="216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81" extrusionOk="0">
                        <a:moveTo>
                          <a:pt x="400" y="273"/>
                        </a:moveTo>
                        <a:cubicBezTo>
                          <a:pt x="368" y="481"/>
                          <a:pt x="48" y="481"/>
                          <a:pt x="32" y="273"/>
                        </a:cubicBezTo>
                        <a:cubicBezTo>
                          <a:pt x="0" y="1"/>
                          <a:pt x="416" y="1"/>
                          <a:pt x="400" y="27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79" name="Google Shape;4179;p11"/>
                  <p:cNvSpPr/>
                  <p:nvPr/>
                </p:nvSpPr>
                <p:spPr>
                  <a:xfrm>
                    <a:off x="2533479" y="847750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29" y="320"/>
                        </a:cubicBezTo>
                        <a:cubicBezTo>
                          <a:pt x="1" y="192"/>
                          <a:pt x="97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80" name="Google Shape;4180;p11"/>
                  <p:cNvSpPr/>
                  <p:nvPr/>
                </p:nvSpPr>
                <p:spPr>
                  <a:xfrm>
                    <a:off x="2831703" y="979550"/>
                    <a:ext cx="1877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17" extrusionOk="0">
                        <a:moveTo>
                          <a:pt x="416" y="176"/>
                        </a:moveTo>
                        <a:cubicBezTo>
                          <a:pt x="416" y="336"/>
                          <a:pt x="224" y="416"/>
                          <a:pt x="112" y="304"/>
                        </a:cubicBezTo>
                        <a:cubicBezTo>
                          <a:pt x="0" y="192"/>
                          <a:pt x="80" y="0"/>
                          <a:pt x="240" y="0"/>
                        </a:cubicBezTo>
                        <a:cubicBezTo>
                          <a:pt x="336" y="0"/>
                          <a:pt x="416" y="80"/>
                          <a:pt x="416" y="17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81" name="Google Shape;4181;p11"/>
                  <p:cNvSpPr/>
                  <p:nvPr/>
                </p:nvSpPr>
                <p:spPr>
                  <a:xfrm>
                    <a:off x="2327873" y="1193455"/>
                    <a:ext cx="1949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17" extrusionOk="0">
                        <a:moveTo>
                          <a:pt x="432" y="177"/>
                        </a:moveTo>
                        <a:cubicBezTo>
                          <a:pt x="432" y="337"/>
                          <a:pt x="240" y="417"/>
                          <a:pt x="128" y="305"/>
                        </a:cubicBezTo>
                        <a:cubicBezTo>
                          <a:pt x="0" y="193"/>
                          <a:pt x="80" y="1"/>
                          <a:pt x="256" y="1"/>
                        </a:cubicBezTo>
                        <a:cubicBezTo>
                          <a:pt x="352" y="1"/>
                          <a:pt x="432" y="81"/>
                          <a:pt x="432" y="17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82" name="Google Shape;4182;p11"/>
                  <p:cNvSpPr/>
                  <p:nvPr/>
                </p:nvSpPr>
                <p:spPr>
                  <a:xfrm>
                    <a:off x="2479078" y="1482667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3"/>
                        </a:moveTo>
                        <a:cubicBezTo>
                          <a:pt x="433" y="353"/>
                          <a:pt x="225" y="433"/>
                          <a:pt x="112" y="321"/>
                        </a:cubicBezTo>
                        <a:cubicBezTo>
                          <a:pt x="0" y="209"/>
                          <a:pt x="80" y="1"/>
                          <a:pt x="241" y="17"/>
                        </a:cubicBezTo>
                        <a:cubicBezTo>
                          <a:pt x="337" y="1"/>
                          <a:pt x="433" y="97"/>
                          <a:pt x="433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83" name="Google Shape;4183;p11"/>
                  <p:cNvSpPr/>
                  <p:nvPr/>
                </p:nvSpPr>
                <p:spPr>
                  <a:xfrm>
                    <a:off x="2269534" y="962265"/>
                    <a:ext cx="69908" cy="69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3" h="1553" extrusionOk="0">
                        <a:moveTo>
                          <a:pt x="768" y="1553"/>
                        </a:moveTo>
                        <a:lnTo>
                          <a:pt x="768" y="1553"/>
                        </a:lnTo>
                        <a:cubicBezTo>
                          <a:pt x="768" y="1121"/>
                          <a:pt x="416" y="785"/>
                          <a:pt x="0" y="785"/>
                        </a:cubicBezTo>
                        <a:lnTo>
                          <a:pt x="0" y="785"/>
                        </a:lnTo>
                        <a:cubicBezTo>
                          <a:pt x="416" y="785"/>
                          <a:pt x="768" y="432"/>
                          <a:pt x="768" y="0"/>
                        </a:cubicBezTo>
                        <a:lnTo>
                          <a:pt x="768" y="0"/>
                        </a:lnTo>
                        <a:cubicBezTo>
                          <a:pt x="768" y="432"/>
                          <a:pt x="1120" y="785"/>
                          <a:pt x="1552" y="785"/>
                        </a:cubicBezTo>
                        <a:lnTo>
                          <a:pt x="1552" y="785"/>
                        </a:lnTo>
                        <a:cubicBezTo>
                          <a:pt x="1120" y="785"/>
                          <a:pt x="768" y="1121"/>
                          <a:pt x="768" y="155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84" name="Google Shape;4184;p11"/>
                  <p:cNvSpPr/>
                  <p:nvPr/>
                </p:nvSpPr>
                <p:spPr>
                  <a:xfrm>
                    <a:off x="2653421" y="1348504"/>
                    <a:ext cx="69953" cy="6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4" h="1537" extrusionOk="0">
                        <a:moveTo>
                          <a:pt x="785" y="1537"/>
                        </a:moveTo>
                        <a:lnTo>
                          <a:pt x="785" y="1537"/>
                        </a:lnTo>
                        <a:cubicBezTo>
                          <a:pt x="785" y="1121"/>
                          <a:pt x="433" y="769"/>
                          <a:pt x="1" y="769"/>
                        </a:cubicBezTo>
                        <a:lnTo>
                          <a:pt x="1" y="769"/>
                        </a:lnTo>
                        <a:cubicBezTo>
                          <a:pt x="433" y="769"/>
                          <a:pt x="785" y="417"/>
                          <a:pt x="785" y="1"/>
                        </a:cubicBezTo>
                        <a:lnTo>
                          <a:pt x="785" y="1"/>
                        </a:lnTo>
                        <a:cubicBezTo>
                          <a:pt x="785" y="417"/>
                          <a:pt x="1121" y="769"/>
                          <a:pt x="1553" y="769"/>
                        </a:cubicBezTo>
                        <a:lnTo>
                          <a:pt x="1553" y="769"/>
                        </a:lnTo>
                        <a:cubicBezTo>
                          <a:pt x="1137" y="769"/>
                          <a:pt x="785" y="1121"/>
                          <a:pt x="785" y="153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185" name="Google Shape;4185;p11"/>
                <p:cNvGrpSpPr/>
                <p:nvPr/>
              </p:nvGrpSpPr>
              <p:grpSpPr>
                <a:xfrm rot="-5400000">
                  <a:off x="7773235" y="184387"/>
                  <a:ext cx="775450" cy="710225"/>
                  <a:chOff x="2092310" y="847750"/>
                  <a:chExt cx="775450" cy="710225"/>
                </a:xfrm>
              </p:grpSpPr>
              <p:sp>
                <p:nvSpPr>
                  <p:cNvPr id="4186" name="Google Shape;4186;p11"/>
                  <p:cNvSpPr/>
                  <p:nvPr/>
                </p:nvSpPr>
                <p:spPr>
                  <a:xfrm>
                    <a:off x="2340838" y="1450978"/>
                    <a:ext cx="41819" cy="410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9" h="913" extrusionOk="0">
                        <a:moveTo>
                          <a:pt x="913" y="384"/>
                        </a:moveTo>
                        <a:cubicBezTo>
                          <a:pt x="929" y="720"/>
                          <a:pt x="497" y="912"/>
                          <a:pt x="257" y="656"/>
                        </a:cubicBezTo>
                        <a:cubicBezTo>
                          <a:pt x="1" y="416"/>
                          <a:pt x="177" y="0"/>
                          <a:pt x="529" y="0"/>
                        </a:cubicBezTo>
                        <a:cubicBezTo>
                          <a:pt x="737" y="0"/>
                          <a:pt x="913" y="160"/>
                          <a:pt x="913" y="38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87" name="Google Shape;4187;p11"/>
                  <p:cNvSpPr/>
                  <p:nvPr/>
                </p:nvSpPr>
                <p:spPr>
                  <a:xfrm>
                    <a:off x="2092310" y="1309455"/>
                    <a:ext cx="42539" cy="425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5" h="945" extrusionOk="0">
                        <a:moveTo>
                          <a:pt x="945" y="416"/>
                        </a:moveTo>
                        <a:cubicBezTo>
                          <a:pt x="945" y="768"/>
                          <a:pt x="513" y="944"/>
                          <a:pt x="257" y="688"/>
                        </a:cubicBezTo>
                        <a:cubicBezTo>
                          <a:pt x="1" y="448"/>
                          <a:pt x="193" y="16"/>
                          <a:pt x="545" y="16"/>
                        </a:cubicBezTo>
                        <a:cubicBezTo>
                          <a:pt x="769" y="0"/>
                          <a:pt x="945" y="192"/>
                          <a:pt x="945" y="41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88" name="Google Shape;4188;p11"/>
                  <p:cNvSpPr/>
                  <p:nvPr/>
                </p:nvSpPr>
                <p:spPr>
                  <a:xfrm>
                    <a:off x="2828822" y="1112070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208" y="81"/>
                        </a:moveTo>
                        <a:cubicBezTo>
                          <a:pt x="208" y="193"/>
                          <a:pt x="0" y="1"/>
                          <a:pt x="128" y="1"/>
                        </a:cubicBezTo>
                        <a:cubicBezTo>
                          <a:pt x="160" y="1"/>
                          <a:pt x="208" y="33"/>
                          <a:pt x="208" y="8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89" name="Google Shape;4189;p11"/>
                  <p:cNvSpPr/>
                  <p:nvPr/>
                </p:nvSpPr>
                <p:spPr>
                  <a:xfrm>
                    <a:off x="2858352" y="1249632"/>
                    <a:ext cx="9408" cy="108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41" extrusionOk="0">
                        <a:moveTo>
                          <a:pt x="192" y="145"/>
                        </a:moveTo>
                        <a:cubicBezTo>
                          <a:pt x="160" y="241"/>
                          <a:pt x="0" y="209"/>
                          <a:pt x="32" y="97"/>
                        </a:cubicBezTo>
                        <a:cubicBezTo>
                          <a:pt x="48" y="1"/>
                          <a:pt x="208" y="33"/>
                          <a:pt x="192" y="14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90" name="Google Shape;4190;p11"/>
                  <p:cNvSpPr/>
                  <p:nvPr/>
                </p:nvSpPr>
                <p:spPr>
                  <a:xfrm>
                    <a:off x="2211149" y="947140"/>
                    <a:ext cx="7968" cy="79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112"/>
                        </a:moveTo>
                        <a:cubicBezTo>
                          <a:pt x="161" y="144"/>
                          <a:pt x="113" y="176"/>
                          <a:pt x="81" y="160"/>
                        </a:cubicBezTo>
                        <a:cubicBezTo>
                          <a:pt x="33" y="160"/>
                          <a:pt x="1" y="112"/>
                          <a:pt x="17" y="64"/>
                        </a:cubicBezTo>
                        <a:cubicBezTo>
                          <a:pt x="33" y="32"/>
                          <a:pt x="65" y="0"/>
                          <a:pt x="113" y="16"/>
                        </a:cubicBezTo>
                        <a:cubicBezTo>
                          <a:pt x="161" y="16"/>
                          <a:pt x="177" y="64"/>
                          <a:pt x="177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91" name="Google Shape;4191;p11"/>
                  <p:cNvSpPr/>
                  <p:nvPr/>
                </p:nvSpPr>
                <p:spPr>
                  <a:xfrm>
                    <a:off x="2453015" y="1299709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193" y="112"/>
                        </a:moveTo>
                        <a:cubicBezTo>
                          <a:pt x="193" y="160"/>
                          <a:pt x="145" y="192"/>
                          <a:pt x="97" y="176"/>
                        </a:cubicBezTo>
                        <a:cubicBezTo>
                          <a:pt x="0" y="160"/>
                          <a:pt x="32" y="0"/>
                          <a:pt x="129" y="16"/>
                        </a:cubicBezTo>
                        <a:cubicBezTo>
                          <a:pt x="177" y="32"/>
                          <a:pt x="209" y="80"/>
                          <a:pt x="193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92" name="Google Shape;4192;p11"/>
                  <p:cNvSpPr/>
                  <p:nvPr/>
                </p:nvSpPr>
                <p:spPr>
                  <a:xfrm>
                    <a:off x="2435526" y="995395"/>
                    <a:ext cx="9408" cy="94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09" extrusionOk="0">
                        <a:moveTo>
                          <a:pt x="209" y="80"/>
                        </a:moveTo>
                        <a:cubicBezTo>
                          <a:pt x="209" y="208"/>
                          <a:pt x="1" y="0"/>
                          <a:pt x="129" y="0"/>
                        </a:cubicBezTo>
                        <a:cubicBezTo>
                          <a:pt x="177" y="0"/>
                          <a:pt x="209" y="48"/>
                          <a:pt x="209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93" name="Google Shape;4193;p11"/>
                  <p:cNvSpPr/>
                  <p:nvPr/>
                </p:nvSpPr>
                <p:spPr>
                  <a:xfrm>
                    <a:off x="2164334" y="1538484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13" y="320"/>
                        </a:cubicBezTo>
                        <a:cubicBezTo>
                          <a:pt x="1" y="208"/>
                          <a:pt x="81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94" name="Google Shape;4194;p11"/>
                  <p:cNvSpPr/>
                  <p:nvPr/>
                </p:nvSpPr>
                <p:spPr>
                  <a:xfrm>
                    <a:off x="2680453" y="1103427"/>
                    <a:ext cx="18771" cy="216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81" extrusionOk="0">
                        <a:moveTo>
                          <a:pt x="400" y="273"/>
                        </a:moveTo>
                        <a:cubicBezTo>
                          <a:pt x="368" y="481"/>
                          <a:pt x="48" y="481"/>
                          <a:pt x="32" y="273"/>
                        </a:cubicBezTo>
                        <a:cubicBezTo>
                          <a:pt x="0" y="1"/>
                          <a:pt x="416" y="1"/>
                          <a:pt x="400" y="27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95" name="Google Shape;4195;p11"/>
                  <p:cNvSpPr/>
                  <p:nvPr/>
                </p:nvSpPr>
                <p:spPr>
                  <a:xfrm>
                    <a:off x="2533479" y="847750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29" y="320"/>
                        </a:cubicBezTo>
                        <a:cubicBezTo>
                          <a:pt x="1" y="192"/>
                          <a:pt x="97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96" name="Google Shape;4196;p11"/>
                  <p:cNvSpPr/>
                  <p:nvPr/>
                </p:nvSpPr>
                <p:spPr>
                  <a:xfrm>
                    <a:off x="2831703" y="979550"/>
                    <a:ext cx="1877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17" extrusionOk="0">
                        <a:moveTo>
                          <a:pt x="416" y="176"/>
                        </a:moveTo>
                        <a:cubicBezTo>
                          <a:pt x="416" y="336"/>
                          <a:pt x="224" y="416"/>
                          <a:pt x="112" y="304"/>
                        </a:cubicBezTo>
                        <a:cubicBezTo>
                          <a:pt x="0" y="192"/>
                          <a:pt x="80" y="0"/>
                          <a:pt x="240" y="0"/>
                        </a:cubicBezTo>
                        <a:cubicBezTo>
                          <a:pt x="336" y="0"/>
                          <a:pt x="416" y="80"/>
                          <a:pt x="416" y="17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97" name="Google Shape;4197;p11"/>
                  <p:cNvSpPr/>
                  <p:nvPr/>
                </p:nvSpPr>
                <p:spPr>
                  <a:xfrm>
                    <a:off x="2327873" y="1193455"/>
                    <a:ext cx="1949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17" extrusionOk="0">
                        <a:moveTo>
                          <a:pt x="432" y="177"/>
                        </a:moveTo>
                        <a:cubicBezTo>
                          <a:pt x="432" y="337"/>
                          <a:pt x="240" y="417"/>
                          <a:pt x="128" y="305"/>
                        </a:cubicBezTo>
                        <a:cubicBezTo>
                          <a:pt x="0" y="193"/>
                          <a:pt x="80" y="1"/>
                          <a:pt x="256" y="1"/>
                        </a:cubicBezTo>
                        <a:cubicBezTo>
                          <a:pt x="352" y="1"/>
                          <a:pt x="432" y="81"/>
                          <a:pt x="432" y="17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98" name="Google Shape;4198;p11"/>
                  <p:cNvSpPr/>
                  <p:nvPr/>
                </p:nvSpPr>
                <p:spPr>
                  <a:xfrm>
                    <a:off x="2479078" y="1482667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3"/>
                        </a:moveTo>
                        <a:cubicBezTo>
                          <a:pt x="433" y="353"/>
                          <a:pt x="225" y="433"/>
                          <a:pt x="112" y="321"/>
                        </a:cubicBezTo>
                        <a:cubicBezTo>
                          <a:pt x="0" y="209"/>
                          <a:pt x="80" y="1"/>
                          <a:pt x="241" y="17"/>
                        </a:cubicBezTo>
                        <a:cubicBezTo>
                          <a:pt x="337" y="1"/>
                          <a:pt x="433" y="97"/>
                          <a:pt x="433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99" name="Google Shape;4199;p11"/>
                  <p:cNvSpPr/>
                  <p:nvPr/>
                </p:nvSpPr>
                <p:spPr>
                  <a:xfrm>
                    <a:off x="2269534" y="962265"/>
                    <a:ext cx="69908" cy="69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3" h="1553" extrusionOk="0">
                        <a:moveTo>
                          <a:pt x="768" y="1553"/>
                        </a:moveTo>
                        <a:lnTo>
                          <a:pt x="768" y="1553"/>
                        </a:lnTo>
                        <a:cubicBezTo>
                          <a:pt x="768" y="1121"/>
                          <a:pt x="416" y="785"/>
                          <a:pt x="0" y="785"/>
                        </a:cubicBezTo>
                        <a:lnTo>
                          <a:pt x="0" y="785"/>
                        </a:lnTo>
                        <a:cubicBezTo>
                          <a:pt x="416" y="785"/>
                          <a:pt x="768" y="432"/>
                          <a:pt x="768" y="0"/>
                        </a:cubicBezTo>
                        <a:lnTo>
                          <a:pt x="768" y="0"/>
                        </a:lnTo>
                        <a:cubicBezTo>
                          <a:pt x="768" y="432"/>
                          <a:pt x="1120" y="785"/>
                          <a:pt x="1552" y="785"/>
                        </a:cubicBezTo>
                        <a:lnTo>
                          <a:pt x="1552" y="785"/>
                        </a:lnTo>
                        <a:cubicBezTo>
                          <a:pt x="1120" y="785"/>
                          <a:pt x="768" y="1121"/>
                          <a:pt x="768" y="155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00" name="Google Shape;4200;p11"/>
                  <p:cNvSpPr/>
                  <p:nvPr/>
                </p:nvSpPr>
                <p:spPr>
                  <a:xfrm>
                    <a:off x="2653421" y="1348504"/>
                    <a:ext cx="69953" cy="6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4" h="1537" extrusionOk="0">
                        <a:moveTo>
                          <a:pt x="785" y="1537"/>
                        </a:moveTo>
                        <a:lnTo>
                          <a:pt x="785" y="1537"/>
                        </a:lnTo>
                        <a:cubicBezTo>
                          <a:pt x="785" y="1121"/>
                          <a:pt x="433" y="769"/>
                          <a:pt x="1" y="769"/>
                        </a:cubicBezTo>
                        <a:lnTo>
                          <a:pt x="1" y="769"/>
                        </a:lnTo>
                        <a:cubicBezTo>
                          <a:pt x="433" y="769"/>
                          <a:pt x="785" y="417"/>
                          <a:pt x="785" y="1"/>
                        </a:cubicBezTo>
                        <a:lnTo>
                          <a:pt x="785" y="1"/>
                        </a:lnTo>
                        <a:cubicBezTo>
                          <a:pt x="785" y="417"/>
                          <a:pt x="1121" y="769"/>
                          <a:pt x="1553" y="769"/>
                        </a:cubicBezTo>
                        <a:lnTo>
                          <a:pt x="1553" y="769"/>
                        </a:lnTo>
                        <a:cubicBezTo>
                          <a:pt x="1137" y="769"/>
                          <a:pt x="785" y="1121"/>
                          <a:pt x="785" y="153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201" name="Google Shape;4201;p11"/>
                <p:cNvGrpSpPr/>
                <p:nvPr/>
              </p:nvGrpSpPr>
              <p:grpSpPr>
                <a:xfrm rot="10800000" flipH="1">
                  <a:off x="8257960" y="710237"/>
                  <a:ext cx="775450" cy="710225"/>
                  <a:chOff x="2092310" y="847750"/>
                  <a:chExt cx="775450" cy="710225"/>
                </a:xfrm>
              </p:grpSpPr>
              <p:sp>
                <p:nvSpPr>
                  <p:cNvPr id="4202" name="Google Shape;4202;p11"/>
                  <p:cNvSpPr/>
                  <p:nvPr/>
                </p:nvSpPr>
                <p:spPr>
                  <a:xfrm>
                    <a:off x="2340838" y="1450978"/>
                    <a:ext cx="41819" cy="410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9" h="913" extrusionOk="0">
                        <a:moveTo>
                          <a:pt x="913" y="384"/>
                        </a:moveTo>
                        <a:cubicBezTo>
                          <a:pt x="929" y="720"/>
                          <a:pt x="497" y="912"/>
                          <a:pt x="257" y="656"/>
                        </a:cubicBezTo>
                        <a:cubicBezTo>
                          <a:pt x="1" y="416"/>
                          <a:pt x="177" y="0"/>
                          <a:pt x="529" y="0"/>
                        </a:cubicBezTo>
                        <a:cubicBezTo>
                          <a:pt x="737" y="0"/>
                          <a:pt x="913" y="160"/>
                          <a:pt x="913" y="38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03" name="Google Shape;4203;p11"/>
                  <p:cNvSpPr/>
                  <p:nvPr/>
                </p:nvSpPr>
                <p:spPr>
                  <a:xfrm>
                    <a:off x="2092310" y="1309455"/>
                    <a:ext cx="42539" cy="4253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5" h="945" extrusionOk="0">
                        <a:moveTo>
                          <a:pt x="945" y="416"/>
                        </a:moveTo>
                        <a:cubicBezTo>
                          <a:pt x="945" y="768"/>
                          <a:pt x="513" y="944"/>
                          <a:pt x="257" y="688"/>
                        </a:cubicBezTo>
                        <a:cubicBezTo>
                          <a:pt x="1" y="448"/>
                          <a:pt x="193" y="16"/>
                          <a:pt x="545" y="16"/>
                        </a:cubicBezTo>
                        <a:cubicBezTo>
                          <a:pt x="769" y="0"/>
                          <a:pt x="945" y="192"/>
                          <a:pt x="945" y="41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04" name="Google Shape;4204;p11"/>
                  <p:cNvSpPr/>
                  <p:nvPr/>
                </p:nvSpPr>
                <p:spPr>
                  <a:xfrm>
                    <a:off x="2828822" y="1112070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208" y="81"/>
                        </a:moveTo>
                        <a:cubicBezTo>
                          <a:pt x="208" y="193"/>
                          <a:pt x="0" y="1"/>
                          <a:pt x="128" y="1"/>
                        </a:cubicBezTo>
                        <a:cubicBezTo>
                          <a:pt x="160" y="1"/>
                          <a:pt x="208" y="33"/>
                          <a:pt x="208" y="8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05" name="Google Shape;4205;p11"/>
                  <p:cNvSpPr/>
                  <p:nvPr/>
                </p:nvSpPr>
                <p:spPr>
                  <a:xfrm>
                    <a:off x="2858352" y="1249632"/>
                    <a:ext cx="9408" cy="108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41" extrusionOk="0">
                        <a:moveTo>
                          <a:pt x="192" y="145"/>
                        </a:moveTo>
                        <a:cubicBezTo>
                          <a:pt x="160" y="241"/>
                          <a:pt x="0" y="209"/>
                          <a:pt x="32" y="97"/>
                        </a:cubicBezTo>
                        <a:cubicBezTo>
                          <a:pt x="48" y="1"/>
                          <a:pt x="208" y="33"/>
                          <a:pt x="192" y="145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06" name="Google Shape;4206;p11"/>
                  <p:cNvSpPr/>
                  <p:nvPr/>
                </p:nvSpPr>
                <p:spPr>
                  <a:xfrm>
                    <a:off x="2211149" y="947140"/>
                    <a:ext cx="7968" cy="79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112"/>
                        </a:moveTo>
                        <a:cubicBezTo>
                          <a:pt x="161" y="144"/>
                          <a:pt x="113" y="176"/>
                          <a:pt x="81" y="160"/>
                        </a:cubicBezTo>
                        <a:cubicBezTo>
                          <a:pt x="33" y="160"/>
                          <a:pt x="1" y="112"/>
                          <a:pt x="17" y="64"/>
                        </a:cubicBezTo>
                        <a:cubicBezTo>
                          <a:pt x="33" y="32"/>
                          <a:pt x="65" y="0"/>
                          <a:pt x="113" y="16"/>
                        </a:cubicBezTo>
                        <a:cubicBezTo>
                          <a:pt x="161" y="16"/>
                          <a:pt x="177" y="64"/>
                          <a:pt x="177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07" name="Google Shape;4207;p11"/>
                  <p:cNvSpPr/>
                  <p:nvPr/>
                </p:nvSpPr>
                <p:spPr>
                  <a:xfrm>
                    <a:off x="2453015" y="1299709"/>
                    <a:ext cx="9408" cy="8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193" extrusionOk="0">
                        <a:moveTo>
                          <a:pt x="193" y="112"/>
                        </a:moveTo>
                        <a:cubicBezTo>
                          <a:pt x="193" y="160"/>
                          <a:pt x="145" y="192"/>
                          <a:pt x="97" y="176"/>
                        </a:cubicBezTo>
                        <a:cubicBezTo>
                          <a:pt x="0" y="160"/>
                          <a:pt x="32" y="0"/>
                          <a:pt x="129" y="16"/>
                        </a:cubicBezTo>
                        <a:cubicBezTo>
                          <a:pt x="177" y="32"/>
                          <a:pt x="209" y="80"/>
                          <a:pt x="193" y="11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08" name="Google Shape;4208;p11"/>
                  <p:cNvSpPr/>
                  <p:nvPr/>
                </p:nvSpPr>
                <p:spPr>
                  <a:xfrm>
                    <a:off x="2435526" y="995395"/>
                    <a:ext cx="9408" cy="94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9" h="209" extrusionOk="0">
                        <a:moveTo>
                          <a:pt x="209" y="80"/>
                        </a:moveTo>
                        <a:cubicBezTo>
                          <a:pt x="209" y="208"/>
                          <a:pt x="1" y="0"/>
                          <a:pt x="129" y="0"/>
                        </a:cubicBezTo>
                        <a:cubicBezTo>
                          <a:pt x="177" y="0"/>
                          <a:pt x="209" y="48"/>
                          <a:pt x="209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09" name="Google Shape;4209;p11"/>
                  <p:cNvSpPr/>
                  <p:nvPr/>
                </p:nvSpPr>
                <p:spPr>
                  <a:xfrm>
                    <a:off x="2164334" y="1538484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13" y="320"/>
                        </a:cubicBezTo>
                        <a:cubicBezTo>
                          <a:pt x="1" y="208"/>
                          <a:pt x="81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10" name="Google Shape;4210;p11"/>
                  <p:cNvSpPr/>
                  <p:nvPr/>
                </p:nvSpPr>
                <p:spPr>
                  <a:xfrm>
                    <a:off x="2680453" y="1103427"/>
                    <a:ext cx="18771" cy="216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81" extrusionOk="0">
                        <a:moveTo>
                          <a:pt x="400" y="273"/>
                        </a:moveTo>
                        <a:cubicBezTo>
                          <a:pt x="368" y="481"/>
                          <a:pt x="48" y="481"/>
                          <a:pt x="32" y="273"/>
                        </a:cubicBezTo>
                        <a:cubicBezTo>
                          <a:pt x="0" y="1"/>
                          <a:pt x="416" y="1"/>
                          <a:pt x="400" y="27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11" name="Google Shape;4211;p11"/>
                  <p:cNvSpPr/>
                  <p:nvPr/>
                </p:nvSpPr>
                <p:spPr>
                  <a:xfrm>
                    <a:off x="2533479" y="847750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2"/>
                        </a:moveTo>
                        <a:cubicBezTo>
                          <a:pt x="433" y="352"/>
                          <a:pt x="241" y="432"/>
                          <a:pt x="129" y="320"/>
                        </a:cubicBezTo>
                        <a:cubicBezTo>
                          <a:pt x="1" y="192"/>
                          <a:pt x="97" y="0"/>
                          <a:pt x="257" y="0"/>
                        </a:cubicBezTo>
                        <a:cubicBezTo>
                          <a:pt x="353" y="0"/>
                          <a:pt x="433" y="80"/>
                          <a:pt x="433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12" name="Google Shape;4212;p11"/>
                  <p:cNvSpPr/>
                  <p:nvPr/>
                </p:nvSpPr>
                <p:spPr>
                  <a:xfrm>
                    <a:off x="2831703" y="979550"/>
                    <a:ext cx="1877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7" h="417" extrusionOk="0">
                        <a:moveTo>
                          <a:pt x="416" y="176"/>
                        </a:moveTo>
                        <a:cubicBezTo>
                          <a:pt x="416" y="336"/>
                          <a:pt x="224" y="416"/>
                          <a:pt x="112" y="304"/>
                        </a:cubicBezTo>
                        <a:cubicBezTo>
                          <a:pt x="0" y="192"/>
                          <a:pt x="80" y="0"/>
                          <a:pt x="240" y="0"/>
                        </a:cubicBezTo>
                        <a:cubicBezTo>
                          <a:pt x="336" y="0"/>
                          <a:pt x="416" y="80"/>
                          <a:pt x="416" y="17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13" name="Google Shape;4213;p11"/>
                  <p:cNvSpPr/>
                  <p:nvPr/>
                </p:nvSpPr>
                <p:spPr>
                  <a:xfrm>
                    <a:off x="2327873" y="1193455"/>
                    <a:ext cx="19491" cy="187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17" extrusionOk="0">
                        <a:moveTo>
                          <a:pt x="432" y="177"/>
                        </a:moveTo>
                        <a:cubicBezTo>
                          <a:pt x="432" y="337"/>
                          <a:pt x="240" y="417"/>
                          <a:pt x="128" y="305"/>
                        </a:cubicBezTo>
                        <a:cubicBezTo>
                          <a:pt x="0" y="193"/>
                          <a:pt x="80" y="1"/>
                          <a:pt x="256" y="1"/>
                        </a:cubicBezTo>
                        <a:cubicBezTo>
                          <a:pt x="352" y="1"/>
                          <a:pt x="432" y="81"/>
                          <a:pt x="432" y="17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14" name="Google Shape;4214;p11"/>
                  <p:cNvSpPr/>
                  <p:nvPr/>
                </p:nvSpPr>
                <p:spPr>
                  <a:xfrm>
                    <a:off x="2479078" y="1482667"/>
                    <a:ext cx="19491" cy="194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3" h="433" extrusionOk="0">
                        <a:moveTo>
                          <a:pt x="433" y="193"/>
                        </a:moveTo>
                        <a:cubicBezTo>
                          <a:pt x="433" y="353"/>
                          <a:pt x="225" y="433"/>
                          <a:pt x="112" y="321"/>
                        </a:cubicBezTo>
                        <a:cubicBezTo>
                          <a:pt x="0" y="209"/>
                          <a:pt x="80" y="1"/>
                          <a:pt x="241" y="17"/>
                        </a:cubicBezTo>
                        <a:cubicBezTo>
                          <a:pt x="337" y="1"/>
                          <a:pt x="433" y="97"/>
                          <a:pt x="433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15" name="Google Shape;4215;p11"/>
                  <p:cNvSpPr/>
                  <p:nvPr/>
                </p:nvSpPr>
                <p:spPr>
                  <a:xfrm>
                    <a:off x="2269534" y="962265"/>
                    <a:ext cx="69908" cy="699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3" h="1553" extrusionOk="0">
                        <a:moveTo>
                          <a:pt x="768" y="1553"/>
                        </a:moveTo>
                        <a:lnTo>
                          <a:pt x="768" y="1553"/>
                        </a:lnTo>
                        <a:cubicBezTo>
                          <a:pt x="768" y="1121"/>
                          <a:pt x="416" y="785"/>
                          <a:pt x="0" y="785"/>
                        </a:cubicBezTo>
                        <a:lnTo>
                          <a:pt x="0" y="785"/>
                        </a:lnTo>
                        <a:cubicBezTo>
                          <a:pt x="416" y="785"/>
                          <a:pt x="768" y="432"/>
                          <a:pt x="768" y="0"/>
                        </a:cubicBezTo>
                        <a:lnTo>
                          <a:pt x="768" y="0"/>
                        </a:lnTo>
                        <a:cubicBezTo>
                          <a:pt x="768" y="432"/>
                          <a:pt x="1120" y="785"/>
                          <a:pt x="1552" y="785"/>
                        </a:cubicBezTo>
                        <a:lnTo>
                          <a:pt x="1552" y="785"/>
                        </a:lnTo>
                        <a:cubicBezTo>
                          <a:pt x="1120" y="785"/>
                          <a:pt x="768" y="1121"/>
                          <a:pt x="768" y="155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16" name="Google Shape;4216;p11"/>
                  <p:cNvSpPr/>
                  <p:nvPr/>
                </p:nvSpPr>
                <p:spPr>
                  <a:xfrm>
                    <a:off x="2653421" y="1348504"/>
                    <a:ext cx="69953" cy="6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4" h="1537" extrusionOk="0">
                        <a:moveTo>
                          <a:pt x="785" y="1537"/>
                        </a:moveTo>
                        <a:lnTo>
                          <a:pt x="785" y="1537"/>
                        </a:lnTo>
                        <a:cubicBezTo>
                          <a:pt x="785" y="1121"/>
                          <a:pt x="433" y="769"/>
                          <a:pt x="1" y="769"/>
                        </a:cubicBezTo>
                        <a:lnTo>
                          <a:pt x="1" y="769"/>
                        </a:lnTo>
                        <a:cubicBezTo>
                          <a:pt x="433" y="769"/>
                          <a:pt x="785" y="417"/>
                          <a:pt x="785" y="1"/>
                        </a:cubicBezTo>
                        <a:lnTo>
                          <a:pt x="785" y="1"/>
                        </a:lnTo>
                        <a:cubicBezTo>
                          <a:pt x="785" y="417"/>
                          <a:pt x="1121" y="769"/>
                          <a:pt x="1553" y="769"/>
                        </a:cubicBezTo>
                        <a:lnTo>
                          <a:pt x="1553" y="769"/>
                        </a:lnTo>
                        <a:cubicBezTo>
                          <a:pt x="1137" y="769"/>
                          <a:pt x="785" y="1121"/>
                          <a:pt x="785" y="153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4217" name="Google Shape;4217;p11"/>
            <p:cNvGrpSpPr/>
            <p:nvPr/>
          </p:nvGrpSpPr>
          <p:grpSpPr>
            <a:xfrm>
              <a:off x="82598" y="-191524"/>
              <a:ext cx="1529537" cy="1433534"/>
              <a:chOff x="195225" y="-121200"/>
              <a:chExt cx="1334325" cy="1250575"/>
            </a:xfrm>
          </p:grpSpPr>
          <p:sp>
            <p:nvSpPr>
              <p:cNvPr id="4218" name="Google Shape;4218;p11"/>
              <p:cNvSpPr/>
              <p:nvPr/>
            </p:nvSpPr>
            <p:spPr>
              <a:xfrm>
                <a:off x="353675" y="332525"/>
                <a:ext cx="165975" cy="165975"/>
              </a:xfrm>
              <a:custGeom>
                <a:avLst/>
                <a:gdLst/>
                <a:ahLst/>
                <a:cxnLst/>
                <a:rect l="l" t="t" r="r" b="b"/>
                <a:pathLst>
                  <a:path w="6639" h="6639" extrusionOk="0">
                    <a:moveTo>
                      <a:pt x="3804" y="0"/>
                    </a:moveTo>
                    <a:cubicBezTo>
                      <a:pt x="1268" y="0"/>
                      <a:pt x="1" y="3069"/>
                      <a:pt x="1802" y="4837"/>
                    </a:cubicBezTo>
                    <a:cubicBezTo>
                      <a:pt x="3570" y="6639"/>
                      <a:pt x="6639" y="5371"/>
                      <a:pt x="6639" y="2836"/>
                    </a:cubicBezTo>
                    <a:cubicBezTo>
                      <a:pt x="6639" y="1268"/>
                      <a:pt x="5371" y="0"/>
                      <a:pt x="3804" y="0"/>
                    </a:cubicBezTo>
                    <a:close/>
                  </a:path>
                </a:pathLst>
              </a:custGeom>
              <a:solidFill>
                <a:srgbClr val="7F7F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19" name="Google Shape;4219;p11"/>
              <p:cNvGrpSpPr/>
              <p:nvPr/>
            </p:nvGrpSpPr>
            <p:grpSpPr>
              <a:xfrm>
                <a:off x="308650" y="-121200"/>
                <a:ext cx="1188375" cy="1250575"/>
                <a:chOff x="308650" y="-121200"/>
                <a:chExt cx="1188375" cy="1250575"/>
              </a:xfrm>
            </p:grpSpPr>
            <p:sp>
              <p:nvSpPr>
                <p:cNvPr id="4220" name="Google Shape;4220;p11"/>
                <p:cNvSpPr/>
                <p:nvPr/>
              </p:nvSpPr>
              <p:spPr>
                <a:xfrm>
                  <a:off x="655575" y="946550"/>
                  <a:ext cx="201000" cy="182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0" h="7313" extrusionOk="0">
                      <a:moveTo>
                        <a:pt x="3109" y="0"/>
                      </a:moveTo>
                      <a:cubicBezTo>
                        <a:pt x="1726" y="0"/>
                        <a:pt x="551" y="1043"/>
                        <a:pt x="367" y="2425"/>
                      </a:cubicBezTo>
                      <a:lnTo>
                        <a:pt x="200" y="3927"/>
                      </a:lnTo>
                      <a:cubicBezTo>
                        <a:pt x="0" y="5461"/>
                        <a:pt x="1068" y="6862"/>
                        <a:pt x="2602" y="7029"/>
                      </a:cubicBezTo>
                      <a:lnTo>
                        <a:pt x="4570" y="7296"/>
                      </a:lnTo>
                      <a:cubicBezTo>
                        <a:pt x="4673" y="7307"/>
                        <a:pt x="4776" y="7312"/>
                        <a:pt x="4877" y="7312"/>
                      </a:cubicBezTo>
                      <a:cubicBezTo>
                        <a:pt x="6283" y="7312"/>
                        <a:pt x="7486" y="6260"/>
                        <a:pt x="7672" y="4861"/>
                      </a:cubicBezTo>
                      <a:lnTo>
                        <a:pt x="7872" y="3359"/>
                      </a:lnTo>
                      <a:cubicBezTo>
                        <a:pt x="8039" y="1825"/>
                        <a:pt x="6972" y="457"/>
                        <a:pt x="5437" y="257"/>
                      </a:cubicBezTo>
                      <a:lnTo>
                        <a:pt x="3469" y="24"/>
                      </a:lnTo>
                      <a:cubicBezTo>
                        <a:pt x="3348" y="8"/>
                        <a:pt x="3228" y="0"/>
                        <a:pt x="310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1" name="Google Shape;4221;p11"/>
                <p:cNvSpPr/>
                <p:nvPr/>
              </p:nvSpPr>
              <p:spPr>
                <a:xfrm>
                  <a:off x="1282675" y="542050"/>
                  <a:ext cx="214350" cy="20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4" h="8243" extrusionOk="0">
                      <a:moveTo>
                        <a:pt x="3665" y="0"/>
                      </a:moveTo>
                      <a:cubicBezTo>
                        <a:pt x="2734" y="0"/>
                        <a:pt x="1861" y="569"/>
                        <a:pt x="1502" y="1493"/>
                      </a:cubicBezTo>
                      <a:lnTo>
                        <a:pt x="468" y="4228"/>
                      </a:lnTo>
                      <a:cubicBezTo>
                        <a:pt x="1" y="5429"/>
                        <a:pt x="601" y="6764"/>
                        <a:pt x="1802" y="7197"/>
                      </a:cubicBezTo>
                      <a:lnTo>
                        <a:pt x="4104" y="8098"/>
                      </a:lnTo>
                      <a:cubicBezTo>
                        <a:pt x="4375" y="8196"/>
                        <a:pt x="4653" y="8243"/>
                        <a:pt x="4926" y="8243"/>
                      </a:cubicBezTo>
                      <a:cubicBezTo>
                        <a:pt x="5862" y="8243"/>
                        <a:pt x="6737" y="7693"/>
                        <a:pt x="7072" y="6764"/>
                      </a:cubicBezTo>
                      <a:lnTo>
                        <a:pt x="8140" y="4028"/>
                      </a:lnTo>
                      <a:cubicBezTo>
                        <a:pt x="8573" y="2827"/>
                        <a:pt x="8006" y="1493"/>
                        <a:pt x="6806" y="1026"/>
                      </a:cubicBezTo>
                      <a:lnTo>
                        <a:pt x="4504" y="159"/>
                      </a:lnTo>
                      <a:cubicBezTo>
                        <a:pt x="4227" y="51"/>
                        <a:pt x="3944" y="0"/>
                        <a:pt x="366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2" name="Google Shape;4222;p11"/>
                <p:cNvSpPr/>
                <p:nvPr/>
              </p:nvSpPr>
              <p:spPr>
                <a:xfrm>
                  <a:off x="1195125" y="86750"/>
                  <a:ext cx="215175" cy="19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07" h="7921" extrusionOk="0">
                      <a:moveTo>
                        <a:pt x="4279" y="1"/>
                      </a:moveTo>
                      <a:cubicBezTo>
                        <a:pt x="3681" y="1"/>
                        <a:pt x="3079" y="182"/>
                        <a:pt x="2569" y="558"/>
                      </a:cubicBezTo>
                      <a:lnTo>
                        <a:pt x="1568" y="1292"/>
                      </a:lnTo>
                      <a:cubicBezTo>
                        <a:pt x="267" y="2259"/>
                        <a:pt x="0" y="4094"/>
                        <a:pt x="968" y="5395"/>
                      </a:cubicBezTo>
                      <a:lnTo>
                        <a:pt x="2002" y="6763"/>
                      </a:lnTo>
                      <a:cubicBezTo>
                        <a:pt x="2560" y="7520"/>
                        <a:pt x="3440" y="7920"/>
                        <a:pt x="4328" y="7920"/>
                      </a:cubicBezTo>
                      <a:cubicBezTo>
                        <a:pt x="4926" y="7920"/>
                        <a:pt x="5528" y="7739"/>
                        <a:pt x="6038" y="7363"/>
                      </a:cubicBezTo>
                      <a:lnTo>
                        <a:pt x="7039" y="6629"/>
                      </a:lnTo>
                      <a:cubicBezTo>
                        <a:pt x="8339" y="5662"/>
                        <a:pt x="8606" y="3827"/>
                        <a:pt x="7639" y="2526"/>
                      </a:cubicBezTo>
                      <a:lnTo>
                        <a:pt x="6605" y="1159"/>
                      </a:lnTo>
                      <a:cubicBezTo>
                        <a:pt x="6047" y="401"/>
                        <a:pt x="5167" y="1"/>
                        <a:pt x="427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3" name="Google Shape;4223;p11"/>
                <p:cNvSpPr/>
                <p:nvPr/>
              </p:nvSpPr>
              <p:spPr>
                <a:xfrm>
                  <a:off x="728950" y="-121200"/>
                  <a:ext cx="192675" cy="17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07" h="7176" extrusionOk="0">
                      <a:moveTo>
                        <a:pt x="2447" y="0"/>
                      </a:moveTo>
                      <a:cubicBezTo>
                        <a:pt x="1170" y="0"/>
                        <a:pt x="166" y="1010"/>
                        <a:pt x="134" y="2271"/>
                      </a:cubicBezTo>
                      <a:lnTo>
                        <a:pt x="34" y="4640"/>
                      </a:lnTo>
                      <a:cubicBezTo>
                        <a:pt x="1" y="5941"/>
                        <a:pt x="1001" y="7008"/>
                        <a:pt x="2302" y="7075"/>
                      </a:cubicBezTo>
                      <a:lnTo>
                        <a:pt x="5138" y="7175"/>
                      </a:lnTo>
                      <a:cubicBezTo>
                        <a:pt x="5159" y="7175"/>
                        <a:pt x="5180" y="7176"/>
                        <a:pt x="5201" y="7176"/>
                      </a:cubicBezTo>
                      <a:cubicBezTo>
                        <a:pt x="6474" y="7176"/>
                        <a:pt x="7540" y="6186"/>
                        <a:pt x="7573" y="4873"/>
                      </a:cubicBezTo>
                      <a:lnTo>
                        <a:pt x="7673" y="2538"/>
                      </a:lnTo>
                      <a:cubicBezTo>
                        <a:pt x="7706" y="1204"/>
                        <a:pt x="6705" y="137"/>
                        <a:pt x="5371" y="103"/>
                      </a:cubicBezTo>
                      <a:lnTo>
                        <a:pt x="2569" y="3"/>
                      </a:lnTo>
                      <a:cubicBezTo>
                        <a:pt x="2528" y="1"/>
                        <a:pt x="2487" y="0"/>
                        <a:pt x="244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4" name="Google Shape;4224;p11"/>
                <p:cNvSpPr/>
                <p:nvPr/>
              </p:nvSpPr>
              <p:spPr>
                <a:xfrm>
                  <a:off x="308650" y="84925"/>
                  <a:ext cx="225175" cy="21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7" h="8415" extrusionOk="0">
                      <a:moveTo>
                        <a:pt x="5002" y="0"/>
                      </a:moveTo>
                      <a:cubicBezTo>
                        <a:pt x="3967" y="0"/>
                        <a:pt x="2943" y="453"/>
                        <a:pt x="2235" y="1332"/>
                      </a:cubicBezTo>
                      <a:lnTo>
                        <a:pt x="1201" y="2666"/>
                      </a:lnTo>
                      <a:cubicBezTo>
                        <a:pt x="1" y="4200"/>
                        <a:pt x="234" y="6435"/>
                        <a:pt x="1768" y="7636"/>
                      </a:cubicBezTo>
                      <a:cubicBezTo>
                        <a:pt x="2421" y="8161"/>
                        <a:pt x="3200" y="8414"/>
                        <a:pt x="3972" y="8414"/>
                      </a:cubicBezTo>
                      <a:cubicBezTo>
                        <a:pt x="5016" y="8414"/>
                        <a:pt x="6048" y="7951"/>
                        <a:pt x="6739" y="7069"/>
                      </a:cubicBezTo>
                      <a:lnTo>
                        <a:pt x="7806" y="5735"/>
                      </a:lnTo>
                      <a:cubicBezTo>
                        <a:pt x="9007" y="4200"/>
                        <a:pt x="8740" y="1965"/>
                        <a:pt x="7206" y="765"/>
                      </a:cubicBezTo>
                      <a:cubicBezTo>
                        <a:pt x="6550" y="252"/>
                        <a:pt x="5773" y="0"/>
                        <a:pt x="500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25" name="Google Shape;4225;p11"/>
              <p:cNvSpPr/>
              <p:nvPr/>
            </p:nvSpPr>
            <p:spPr>
              <a:xfrm>
                <a:off x="214425" y="-87775"/>
                <a:ext cx="1249250" cy="1201800"/>
              </a:xfrm>
              <a:custGeom>
                <a:avLst/>
                <a:gdLst/>
                <a:ahLst/>
                <a:cxnLst/>
                <a:rect l="l" t="t" r="r" b="b"/>
                <a:pathLst>
                  <a:path w="49970" h="48072" extrusionOk="0">
                    <a:moveTo>
                      <a:pt x="25980" y="0"/>
                    </a:moveTo>
                    <a:cubicBezTo>
                      <a:pt x="25960" y="0"/>
                      <a:pt x="25939" y="0"/>
                      <a:pt x="25919" y="0"/>
                    </a:cubicBezTo>
                    <a:cubicBezTo>
                      <a:pt x="16178" y="0"/>
                      <a:pt x="7439" y="5871"/>
                      <a:pt x="3703" y="14844"/>
                    </a:cubicBezTo>
                    <a:cubicBezTo>
                      <a:pt x="0" y="23817"/>
                      <a:pt x="2068" y="34158"/>
                      <a:pt x="8940" y="41030"/>
                    </a:cubicBezTo>
                    <a:cubicBezTo>
                      <a:pt x="13535" y="45625"/>
                      <a:pt x="19681" y="48072"/>
                      <a:pt x="25932" y="48072"/>
                    </a:cubicBezTo>
                    <a:cubicBezTo>
                      <a:pt x="29030" y="48072"/>
                      <a:pt x="32152" y="47471"/>
                      <a:pt x="35125" y="46234"/>
                    </a:cubicBezTo>
                    <a:cubicBezTo>
                      <a:pt x="44132" y="42497"/>
                      <a:pt x="49969" y="33758"/>
                      <a:pt x="49969" y="24018"/>
                    </a:cubicBezTo>
                    <a:cubicBezTo>
                      <a:pt x="49969" y="10762"/>
                      <a:pt x="39228" y="0"/>
                      <a:pt x="259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6" name="Google Shape;4226;p11"/>
              <p:cNvSpPr/>
              <p:nvPr/>
            </p:nvSpPr>
            <p:spPr>
              <a:xfrm>
                <a:off x="195225" y="388400"/>
                <a:ext cx="1334325" cy="725550"/>
              </a:xfrm>
              <a:custGeom>
                <a:avLst/>
                <a:gdLst/>
                <a:ahLst/>
                <a:cxnLst/>
                <a:rect l="l" t="t" r="r" b="b"/>
                <a:pathLst>
                  <a:path w="53373" h="29022" extrusionOk="0">
                    <a:moveTo>
                      <a:pt x="3170" y="0"/>
                    </a:moveTo>
                    <a:lnTo>
                      <a:pt x="3170" y="0"/>
                    </a:lnTo>
                    <a:cubicBezTo>
                      <a:pt x="1" y="14944"/>
                      <a:pt x="11409" y="29021"/>
                      <a:pt x="26687" y="29021"/>
                    </a:cubicBezTo>
                    <a:cubicBezTo>
                      <a:pt x="41964" y="29021"/>
                      <a:pt x="53372" y="14944"/>
                      <a:pt x="50203" y="0"/>
                    </a:cubicBezTo>
                    <a:lnTo>
                      <a:pt x="50203" y="0"/>
                    </a:lnTo>
                    <a:cubicBezTo>
                      <a:pt x="47835" y="11108"/>
                      <a:pt x="38028" y="19047"/>
                      <a:pt x="26687" y="19047"/>
                    </a:cubicBezTo>
                    <a:cubicBezTo>
                      <a:pt x="15312" y="19047"/>
                      <a:pt x="5505" y="11108"/>
                      <a:pt x="31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7" name="Google Shape;4227;p11"/>
              <p:cNvSpPr/>
              <p:nvPr/>
            </p:nvSpPr>
            <p:spPr>
              <a:xfrm>
                <a:off x="1047500" y="193300"/>
                <a:ext cx="39225" cy="27500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1100" extrusionOk="0">
                    <a:moveTo>
                      <a:pt x="831" y="1"/>
                    </a:moveTo>
                    <a:cubicBezTo>
                      <a:pt x="670" y="1"/>
                      <a:pt x="507" y="54"/>
                      <a:pt x="368" y="166"/>
                    </a:cubicBezTo>
                    <a:cubicBezTo>
                      <a:pt x="201" y="266"/>
                      <a:pt x="68" y="432"/>
                      <a:pt x="1" y="633"/>
                    </a:cubicBezTo>
                    <a:cubicBezTo>
                      <a:pt x="68" y="533"/>
                      <a:pt x="134" y="466"/>
                      <a:pt x="234" y="399"/>
                    </a:cubicBezTo>
                    <a:cubicBezTo>
                      <a:pt x="367" y="306"/>
                      <a:pt x="521" y="261"/>
                      <a:pt x="675" y="261"/>
                    </a:cubicBezTo>
                    <a:cubicBezTo>
                      <a:pt x="908" y="261"/>
                      <a:pt x="1141" y="365"/>
                      <a:pt x="1302" y="566"/>
                    </a:cubicBezTo>
                    <a:cubicBezTo>
                      <a:pt x="1402" y="699"/>
                      <a:pt x="1402" y="899"/>
                      <a:pt x="1335" y="1100"/>
                    </a:cubicBezTo>
                    <a:cubicBezTo>
                      <a:pt x="1535" y="866"/>
                      <a:pt x="1569" y="533"/>
                      <a:pt x="1435" y="299"/>
                    </a:cubicBezTo>
                    <a:cubicBezTo>
                      <a:pt x="1280" y="105"/>
                      <a:pt x="1056" y="1"/>
                      <a:pt x="831" y="1"/>
                    </a:cubicBezTo>
                    <a:close/>
                  </a:path>
                </a:pathLst>
              </a:custGeom>
              <a:solidFill>
                <a:srgbClr val="23075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228" name="Google Shape;4228;p11"/>
              <p:cNvGrpSpPr/>
              <p:nvPr/>
            </p:nvGrpSpPr>
            <p:grpSpPr>
              <a:xfrm>
                <a:off x="291150" y="6875"/>
                <a:ext cx="984875" cy="885000"/>
                <a:chOff x="291150" y="6875"/>
                <a:chExt cx="984875" cy="885000"/>
              </a:xfrm>
            </p:grpSpPr>
            <p:sp>
              <p:nvSpPr>
                <p:cNvPr id="4229" name="Google Shape;4229;p11"/>
                <p:cNvSpPr/>
                <p:nvPr/>
              </p:nvSpPr>
              <p:spPr>
                <a:xfrm>
                  <a:off x="576350" y="142150"/>
                  <a:ext cx="151800" cy="10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72" h="4156" extrusionOk="0">
                      <a:moveTo>
                        <a:pt x="3779" y="1"/>
                      </a:moveTo>
                      <a:cubicBezTo>
                        <a:pt x="3312" y="1"/>
                        <a:pt x="2803" y="101"/>
                        <a:pt x="2302" y="310"/>
                      </a:cubicBezTo>
                      <a:cubicBezTo>
                        <a:pt x="834" y="911"/>
                        <a:pt x="0" y="2178"/>
                        <a:pt x="400" y="3179"/>
                      </a:cubicBezTo>
                      <a:cubicBezTo>
                        <a:pt x="683" y="3809"/>
                        <a:pt x="1403" y="4156"/>
                        <a:pt x="2276" y="4156"/>
                      </a:cubicBezTo>
                      <a:cubicBezTo>
                        <a:pt x="2745" y="4156"/>
                        <a:pt x="3257" y="4056"/>
                        <a:pt x="3770" y="3846"/>
                      </a:cubicBezTo>
                      <a:cubicBezTo>
                        <a:pt x="5237" y="3246"/>
                        <a:pt x="6071" y="1978"/>
                        <a:pt x="5638" y="977"/>
                      </a:cubicBezTo>
                      <a:cubicBezTo>
                        <a:pt x="5377" y="348"/>
                        <a:pt x="4650" y="1"/>
                        <a:pt x="3779" y="1"/>
                      </a:cubicBezTo>
                      <a:close/>
                    </a:path>
                  </a:pathLst>
                </a:custGeom>
                <a:solidFill>
                  <a:schemeClr val="accent2">
                    <a:alpha val="5491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0" name="Google Shape;4230;p11"/>
                <p:cNvSpPr/>
                <p:nvPr/>
              </p:nvSpPr>
              <p:spPr>
                <a:xfrm>
                  <a:off x="828200" y="6875"/>
                  <a:ext cx="97575" cy="5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3" h="2136" extrusionOk="0">
                      <a:moveTo>
                        <a:pt x="2182" y="1"/>
                      </a:moveTo>
                      <a:cubicBezTo>
                        <a:pt x="2069" y="1"/>
                        <a:pt x="1953" y="6"/>
                        <a:pt x="1835" y="17"/>
                      </a:cubicBezTo>
                      <a:cubicBezTo>
                        <a:pt x="801" y="117"/>
                        <a:pt x="0" y="718"/>
                        <a:pt x="67" y="1285"/>
                      </a:cubicBezTo>
                      <a:cubicBezTo>
                        <a:pt x="126" y="1789"/>
                        <a:pt x="845" y="2135"/>
                        <a:pt x="1731" y="2135"/>
                      </a:cubicBezTo>
                      <a:cubicBezTo>
                        <a:pt x="1841" y="2135"/>
                        <a:pt x="1954" y="2130"/>
                        <a:pt x="2068" y="2119"/>
                      </a:cubicBezTo>
                      <a:cubicBezTo>
                        <a:pt x="3136" y="2019"/>
                        <a:pt x="3903" y="1451"/>
                        <a:pt x="3836" y="851"/>
                      </a:cubicBezTo>
                      <a:cubicBezTo>
                        <a:pt x="3806" y="347"/>
                        <a:pt x="3091" y="1"/>
                        <a:pt x="2182" y="1"/>
                      </a:cubicBezTo>
                      <a:close/>
                    </a:path>
                  </a:pathLst>
                </a:custGeom>
                <a:solidFill>
                  <a:schemeClr val="accent2">
                    <a:alpha val="5491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1" name="Google Shape;4231;p11"/>
                <p:cNvSpPr/>
                <p:nvPr/>
              </p:nvSpPr>
              <p:spPr>
                <a:xfrm>
                  <a:off x="327825" y="379000"/>
                  <a:ext cx="121775" cy="12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1" h="5141" extrusionOk="0">
                      <a:moveTo>
                        <a:pt x="3167" y="1"/>
                      </a:moveTo>
                      <a:cubicBezTo>
                        <a:pt x="2369" y="1"/>
                        <a:pt x="1426" y="594"/>
                        <a:pt x="801" y="1544"/>
                      </a:cubicBezTo>
                      <a:cubicBezTo>
                        <a:pt x="1" y="2845"/>
                        <a:pt x="67" y="4379"/>
                        <a:pt x="968" y="4946"/>
                      </a:cubicBezTo>
                      <a:cubicBezTo>
                        <a:pt x="1191" y="5078"/>
                        <a:pt x="1443" y="5141"/>
                        <a:pt x="1710" y="5141"/>
                      </a:cubicBezTo>
                      <a:cubicBezTo>
                        <a:pt x="2524" y="5141"/>
                        <a:pt x="3467" y="4558"/>
                        <a:pt x="4070" y="3579"/>
                      </a:cubicBezTo>
                      <a:cubicBezTo>
                        <a:pt x="4871" y="2278"/>
                        <a:pt x="4804" y="777"/>
                        <a:pt x="3904" y="210"/>
                      </a:cubicBezTo>
                      <a:cubicBezTo>
                        <a:pt x="3686" y="67"/>
                        <a:pt x="3435" y="1"/>
                        <a:pt x="3167" y="1"/>
                      </a:cubicBezTo>
                      <a:close/>
                    </a:path>
                  </a:pathLst>
                </a:custGeom>
                <a:solidFill>
                  <a:schemeClr val="accent2">
                    <a:alpha val="5491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2" name="Google Shape;4232;p11"/>
                <p:cNvSpPr/>
                <p:nvPr/>
              </p:nvSpPr>
              <p:spPr>
                <a:xfrm>
                  <a:off x="443750" y="604550"/>
                  <a:ext cx="225175" cy="18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7" h="7260" extrusionOk="0">
                      <a:moveTo>
                        <a:pt x="3787" y="1"/>
                      </a:moveTo>
                      <a:cubicBezTo>
                        <a:pt x="2617" y="1"/>
                        <a:pt x="1553" y="492"/>
                        <a:pt x="968" y="1428"/>
                      </a:cubicBezTo>
                      <a:cubicBezTo>
                        <a:pt x="0" y="3029"/>
                        <a:pt x="768" y="5298"/>
                        <a:pt x="2702" y="6499"/>
                      </a:cubicBezTo>
                      <a:cubicBezTo>
                        <a:pt x="3506" y="7011"/>
                        <a:pt x="4390" y="7259"/>
                        <a:pt x="5221" y="7259"/>
                      </a:cubicBezTo>
                      <a:cubicBezTo>
                        <a:pt x="6390" y="7259"/>
                        <a:pt x="7454" y="6768"/>
                        <a:pt x="8039" y="5831"/>
                      </a:cubicBezTo>
                      <a:cubicBezTo>
                        <a:pt x="9007" y="4230"/>
                        <a:pt x="8240" y="1962"/>
                        <a:pt x="6305" y="761"/>
                      </a:cubicBezTo>
                      <a:cubicBezTo>
                        <a:pt x="5501" y="249"/>
                        <a:pt x="4617" y="1"/>
                        <a:pt x="3787" y="1"/>
                      </a:cubicBezTo>
                      <a:close/>
                    </a:path>
                  </a:pathLst>
                </a:custGeom>
                <a:solidFill>
                  <a:schemeClr val="accent2">
                    <a:alpha val="5491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3" name="Google Shape;4233;p11"/>
                <p:cNvSpPr/>
                <p:nvPr/>
              </p:nvSpPr>
              <p:spPr>
                <a:xfrm>
                  <a:off x="930750" y="604625"/>
                  <a:ext cx="345275" cy="28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11" h="11490" extrusionOk="0">
                      <a:moveTo>
                        <a:pt x="6308" y="1"/>
                      </a:moveTo>
                      <a:cubicBezTo>
                        <a:pt x="4406" y="1"/>
                        <a:pt x="2622" y="857"/>
                        <a:pt x="1635" y="2459"/>
                      </a:cubicBezTo>
                      <a:cubicBezTo>
                        <a:pt x="1" y="5028"/>
                        <a:pt x="1035" y="8630"/>
                        <a:pt x="3937" y="10465"/>
                      </a:cubicBezTo>
                      <a:cubicBezTo>
                        <a:pt x="5064" y="11157"/>
                        <a:pt x="6300" y="11489"/>
                        <a:pt x="7487" y="11489"/>
                      </a:cubicBezTo>
                      <a:cubicBezTo>
                        <a:pt x="9391" y="11489"/>
                        <a:pt x="11170" y="10633"/>
                        <a:pt x="12176" y="9031"/>
                      </a:cubicBezTo>
                      <a:cubicBezTo>
                        <a:pt x="13811" y="6462"/>
                        <a:pt x="12743" y="2860"/>
                        <a:pt x="9841" y="1025"/>
                      </a:cubicBezTo>
                      <a:cubicBezTo>
                        <a:pt x="8727" y="333"/>
                        <a:pt x="7494" y="1"/>
                        <a:pt x="6308" y="1"/>
                      </a:cubicBezTo>
                      <a:close/>
                    </a:path>
                  </a:pathLst>
                </a:custGeom>
                <a:solidFill>
                  <a:schemeClr val="accent2">
                    <a:alpha val="5491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4" name="Google Shape;4234;p11"/>
                <p:cNvSpPr/>
                <p:nvPr/>
              </p:nvSpPr>
              <p:spPr>
                <a:xfrm>
                  <a:off x="665575" y="410450"/>
                  <a:ext cx="72575" cy="4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" h="1974" extrusionOk="0">
                      <a:moveTo>
                        <a:pt x="1141" y="0"/>
                      </a:moveTo>
                      <a:cubicBezTo>
                        <a:pt x="676" y="0"/>
                        <a:pt x="284" y="203"/>
                        <a:pt x="167" y="553"/>
                      </a:cubicBezTo>
                      <a:cubicBezTo>
                        <a:pt x="0" y="1020"/>
                        <a:pt x="434" y="1587"/>
                        <a:pt x="1168" y="1854"/>
                      </a:cubicBezTo>
                      <a:cubicBezTo>
                        <a:pt x="1382" y="1935"/>
                        <a:pt x="1596" y="1973"/>
                        <a:pt x="1795" y="1973"/>
                      </a:cubicBezTo>
                      <a:cubicBezTo>
                        <a:pt x="2247" y="1973"/>
                        <a:pt x="2620" y="1778"/>
                        <a:pt x="2736" y="1453"/>
                      </a:cubicBezTo>
                      <a:cubicBezTo>
                        <a:pt x="2902" y="953"/>
                        <a:pt x="2469" y="386"/>
                        <a:pt x="1768" y="119"/>
                      </a:cubicBezTo>
                      <a:cubicBezTo>
                        <a:pt x="1557" y="38"/>
                        <a:pt x="1342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accent2">
                    <a:alpha val="5491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5" name="Google Shape;4235;p11"/>
                <p:cNvSpPr/>
                <p:nvPr/>
              </p:nvSpPr>
              <p:spPr>
                <a:xfrm>
                  <a:off x="291150" y="714825"/>
                  <a:ext cx="74225" cy="121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9" h="4843" extrusionOk="0">
                      <a:moveTo>
                        <a:pt x="417" y="1"/>
                      </a:moveTo>
                      <a:cubicBezTo>
                        <a:pt x="387" y="1"/>
                        <a:pt x="359" y="7"/>
                        <a:pt x="334" y="19"/>
                      </a:cubicBezTo>
                      <a:cubicBezTo>
                        <a:pt x="0" y="186"/>
                        <a:pt x="234" y="1387"/>
                        <a:pt x="867" y="2721"/>
                      </a:cubicBezTo>
                      <a:cubicBezTo>
                        <a:pt x="1452" y="3952"/>
                        <a:pt x="2150" y="4842"/>
                        <a:pt x="2543" y="4842"/>
                      </a:cubicBezTo>
                      <a:cubicBezTo>
                        <a:pt x="2576" y="4842"/>
                        <a:pt x="2607" y="4836"/>
                        <a:pt x="2635" y="4823"/>
                      </a:cubicBezTo>
                      <a:cubicBezTo>
                        <a:pt x="2969" y="4689"/>
                        <a:pt x="2702" y="3455"/>
                        <a:pt x="2068" y="2121"/>
                      </a:cubicBezTo>
                      <a:cubicBezTo>
                        <a:pt x="1513" y="918"/>
                        <a:pt x="787" y="1"/>
                        <a:pt x="417" y="1"/>
                      </a:cubicBezTo>
                      <a:close/>
                    </a:path>
                  </a:pathLst>
                </a:custGeom>
                <a:solidFill>
                  <a:schemeClr val="accent2">
                    <a:alpha val="5491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36" name="Google Shape;4236;p11"/>
              <p:cNvGrpSpPr/>
              <p:nvPr/>
            </p:nvGrpSpPr>
            <p:grpSpPr>
              <a:xfrm>
                <a:off x="287800" y="-9475"/>
                <a:ext cx="1029100" cy="1074800"/>
                <a:chOff x="287800" y="-9475"/>
                <a:chExt cx="1029100" cy="1074800"/>
              </a:xfrm>
            </p:grpSpPr>
            <p:sp>
              <p:nvSpPr>
                <p:cNvPr id="4237" name="Google Shape;4237;p11"/>
                <p:cNvSpPr/>
                <p:nvPr/>
              </p:nvSpPr>
              <p:spPr>
                <a:xfrm>
                  <a:off x="1029175" y="202425"/>
                  <a:ext cx="58400" cy="5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6" h="2174" extrusionOk="0">
                      <a:moveTo>
                        <a:pt x="534" y="1"/>
                      </a:moveTo>
                      <a:cubicBezTo>
                        <a:pt x="500" y="67"/>
                        <a:pt x="434" y="134"/>
                        <a:pt x="400" y="201"/>
                      </a:cubicBezTo>
                      <a:cubicBezTo>
                        <a:pt x="0" y="935"/>
                        <a:pt x="33" y="1769"/>
                        <a:pt x="567" y="2069"/>
                      </a:cubicBezTo>
                      <a:cubicBezTo>
                        <a:pt x="685" y="2140"/>
                        <a:pt x="817" y="2173"/>
                        <a:pt x="954" y="2173"/>
                      </a:cubicBezTo>
                      <a:cubicBezTo>
                        <a:pt x="1397" y="2173"/>
                        <a:pt x="1904" y="1821"/>
                        <a:pt x="2235" y="1235"/>
                      </a:cubicBezTo>
                      <a:cubicBezTo>
                        <a:pt x="2268" y="1168"/>
                        <a:pt x="2302" y="1102"/>
                        <a:pt x="2335" y="1035"/>
                      </a:cubicBezTo>
                      <a:lnTo>
                        <a:pt x="2335" y="1035"/>
                      </a:lnTo>
                      <a:cubicBezTo>
                        <a:pt x="2010" y="1485"/>
                        <a:pt x="1553" y="1767"/>
                        <a:pt x="1148" y="1767"/>
                      </a:cubicBezTo>
                      <a:cubicBezTo>
                        <a:pt x="1013" y="1767"/>
                        <a:pt x="884" y="1735"/>
                        <a:pt x="767" y="1669"/>
                      </a:cubicBezTo>
                      <a:cubicBezTo>
                        <a:pt x="300" y="1402"/>
                        <a:pt x="234" y="668"/>
                        <a:pt x="53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238" name="Google Shape;4238;p11"/>
                <p:cNvGrpSpPr/>
                <p:nvPr/>
              </p:nvGrpSpPr>
              <p:grpSpPr>
                <a:xfrm>
                  <a:off x="287800" y="-9475"/>
                  <a:ext cx="1029100" cy="1074800"/>
                  <a:chOff x="287800" y="-9475"/>
                  <a:chExt cx="1029100" cy="1074800"/>
                </a:xfrm>
              </p:grpSpPr>
              <p:sp>
                <p:nvSpPr>
                  <p:cNvPr id="4239" name="Google Shape;4239;p11"/>
                  <p:cNvSpPr/>
                  <p:nvPr/>
                </p:nvSpPr>
                <p:spPr>
                  <a:xfrm>
                    <a:off x="537975" y="115625"/>
                    <a:ext cx="202675" cy="142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07" h="5708" extrusionOk="0">
                        <a:moveTo>
                          <a:pt x="5699" y="1"/>
                        </a:moveTo>
                        <a:cubicBezTo>
                          <a:pt x="4996" y="1"/>
                          <a:pt x="4230" y="153"/>
                          <a:pt x="3470" y="471"/>
                        </a:cubicBezTo>
                        <a:cubicBezTo>
                          <a:pt x="1268" y="1371"/>
                          <a:pt x="1" y="3306"/>
                          <a:pt x="635" y="4774"/>
                        </a:cubicBezTo>
                        <a:cubicBezTo>
                          <a:pt x="768" y="5141"/>
                          <a:pt x="1068" y="5474"/>
                          <a:pt x="1402" y="5708"/>
                        </a:cubicBezTo>
                        <a:cubicBezTo>
                          <a:pt x="1235" y="5541"/>
                          <a:pt x="1102" y="5341"/>
                          <a:pt x="1001" y="5107"/>
                        </a:cubicBezTo>
                        <a:cubicBezTo>
                          <a:pt x="368" y="3640"/>
                          <a:pt x="1635" y="1705"/>
                          <a:pt x="3837" y="804"/>
                        </a:cubicBezTo>
                        <a:cubicBezTo>
                          <a:pt x="4597" y="487"/>
                          <a:pt x="5373" y="336"/>
                          <a:pt x="6085" y="336"/>
                        </a:cubicBezTo>
                        <a:cubicBezTo>
                          <a:pt x="6872" y="336"/>
                          <a:pt x="7581" y="521"/>
                          <a:pt x="8107" y="871"/>
                        </a:cubicBezTo>
                        <a:cubicBezTo>
                          <a:pt x="7560" y="304"/>
                          <a:pt x="6692" y="1"/>
                          <a:pt x="5699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4240" name="Google Shape;4240;p11"/>
                  <p:cNvGrpSpPr/>
                  <p:nvPr/>
                </p:nvGrpSpPr>
                <p:grpSpPr>
                  <a:xfrm>
                    <a:off x="287800" y="-9475"/>
                    <a:ext cx="1029100" cy="1074800"/>
                    <a:chOff x="287800" y="-9475"/>
                    <a:chExt cx="1029100" cy="1074800"/>
                  </a:xfrm>
                </p:grpSpPr>
                <p:sp>
                  <p:nvSpPr>
                    <p:cNvPr id="4241" name="Google Shape;4241;p11"/>
                    <p:cNvSpPr/>
                    <p:nvPr/>
                  </p:nvSpPr>
                  <p:spPr>
                    <a:xfrm>
                      <a:off x="585525" y="152400"/>
                      <a:ext cx="142625" cy="94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705" h="3761" extrusionOk="0">
                          <a:moveTo>
                            <a:pt x="4804" y="0"/>
                          </a:moveTo>
                          <a:lnTo>
                            <a:pt x="4804" y="0"/>
                          </a:lnTo>
                          <a:cubicBezTo>
                            <a:pt x="5070" y="968"/>
                            <a:pt x="4270" y="2135"/>
                            <a:pt x="2869" y="2736"/>
                          </a:cubicBezTo>
                          <a:cubicBezTo>
                            <a:pt x="2369" y="2932"/>
                            <a:pt x="1869" y="3026"/>
                            <a:pt x="1410" y="3026"/>
                          </a:cubicBezTo>
                          <a:cubicBezTo>
                            <a:pt x="858" y="3026"/>
                            <a:pt x="364" y="2891"/>
                            <a:pt x="0" y="2636"/>
                          </a:cubicBezTo>
                          <a:lnTo>
                            <a:pt x="0" y="2636"/>
                          </a:lnTo>
                          <a:cubicBezTo>
                            <a:pt x="0" y="2669"/>
                            <a:pt x="33" y="2736"/>
                            <a:pt x="33" y="2769"/>
                          </a:cubicBezTo>
                          <a:cubicBezTo>
                            <a:pt x="316" y="3399"/>
                            <a:pt x="1037" y="3760"/>
                            <a:pt x="1912" y="3760"/>
                          </a:cubicBezTo>
                          <a:cubicBezTo>
                            <a:pt x="2379" y="3760"/>
                            <a:pt x="2891" y="3657"/>
                            <a:pt x="3403" y="3436"/>
                          </a:cubicBezTo>
                          <a:cubicBezTo>
                            <a:pt x="4837" y="2836"/>
                            <a:pt x="5704" y="1568"/>
                            <a:pt x="5271" y="567"/>
                          </a:cubicBezTo>
                          <a:cubicBezTo>
                            <a:pt x="5170" y="334"/>
                            <a:pt x="5004" y="134"/>
                            <a:pt x="4804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42" name="Google Shape;4242;p11"/>
                    <p:cNvSpPr/>
                    <p:nvPr/>
                  </p:nvSpPr>
                  <p:spPr>
                    <a:xfrm>
                      <a:off x="799000" y="-9475"/>
                      <a:ext cx="131775" cy="818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271" h="3273" extrusionOk="0">
                          <a:moveTo>
                            <a:pt x="3523" y="0"/>
                          </a:moveTo>
                          <a:cubicBezTo>
                            <a:pt x="3328" y="0"/>
                            <a:pt x="3132" y="13"/>
                            <a:pt x="2936" y="37"/>
                          </a:cubicBezTo>
                          <a:cubicBezTo>
                            <a:pt x="1268" y="237"/>
                            <a:pt x="1" y="1138"/>
                            <a:pt x="101" y="2072"/>
                          </a:cubicBezTo>
                          <a:cubicBezTo>
                            <a:pt x="167" y="2606"/>
                            <a:pt x="668" y="3039"/>
                            <a:pt x="1402" y="3273"/>
                          </a:cubicBezTo>
                          <a:cubicBezTo>
                            <a:pt x="968" y="3106"/>
                            <a:pt x="634" y="2706"/>
                            <a:pt x="534" y="2239"/>
                          </a:cubicBezTo>
                          <a:cubicBezTo>
                            <a:pt x="434" y="1305"/>
                            <a:pt x="1702" y="404"/>
                            <a:pt x="3370" y="204"/>
                          </a:cubicBezTo>
                          <a:cubicBezTo>
                            <a:pt x="3562" y="184"/>
                            <a:pt x="3753" y="173"/>
                            <a:pt x="3945" y="173"/>
                          </a:cubicBezTo>
                          <a:cubicBezTo>
                            <a:pt x="4387" y="173"/>
                            <a:pt x="4829" y="231"/>
                            <a:pt x="5271" y="371"/>
                          </a:cubicBezTo>
                          <a:cubicBezTo>
                            <a:pt x="4717" y="119"/>
                            <a:pt x="4125" y="0"/>
                            <a:pt x="3523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43" name="Google Shape;4243;p11"/>
                    <p:cNvSpPr/>
                    <p:nvPr/>
                  </p:nvSpPr>
                  <p:spPr>
                    <a:xfrm>
                      <a:off x="850700" y="6450"/>
                      <a:ext cx="75075" cy="53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03" h="2137" extrusionOk="0">
                          <a:moveTo>
                            <a:pt x="1368" y="1"/>
                          </a:moveTo>
                          <a:lnTo>
                            <a:pt x="1368" y="1"/>
                          </a:lnTo>
                          <a:cubicBezTo>
                            <a:pt x="1835" y="168"/>
                            <a:pt x="2169" y="434"/>
                            <a:pt x="2202" y="768"/>
                          </a:cubicBezTo>
                          <a:cubicBezTo>
                            <a:pt x="2269" y="1368"/>
                            <a:pt x="1468" y="1935"/>
                            <a:pt x="434" y="2036"/>
                          </a:cubicBezTo>
                          <a:lnTo>
                            <a:pt x="1" y="2036"/>
                          </a:lnTo>
                          <a:cubicBezTo>
                            <a:pt x="238" y="2100"/>
                            <a:pt x="489" y="2137"/>
                            <a:pt x="744" y="2137"/>
                          </a:cubicBezTo>
                          <a:cubicBezTo>
                            <a:pt x="885" y="2137"/>
                            <a:pt x="1026" y="2126"/>
                            <a:pt x="1168" y="2102"/>
                          </a:cubicBezTo>
                          <a:cubicBezTo>
                            <a:pt x="2236" y="2036"/>
                            <a:pt x="3003" y="1468"/>
                            <a:pt x="2936" y="868"/>
                          </a:cubicBezTo>
                          <a:cubicBezTo>
                            <a:pt x="2903" y="368"/>
                            <a:pt x="2202" y="34"/>
                            <a:pt x="1368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44" name="Google Shape;4244;p11"/>
                    <p:cNvSpPr/>
                    <p:nvPr/>
                  </p:nvSpPr>
                  <p:spPr>
                    <a:xfrm>
                      <a:off x="402050" y="357025"/>
                      <a:ext cx="71750" cy="972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70" h="3891" extrusionOk="0">
                          <a:moveTo>
                            <a:pt x="873" y="0"/>
                          </a:moveTo>
                          <a:cubicBezTo>
                            <a:pt x="576" y="0"/>
                            <a:pt x="277" y="75"/>
                            <a:pt x="1" y="221"/>
                          </a:cubicBezTo>
                          <a:cubicBezTo>
                            <a:pt x="167" y="177"/>
                            <a:pt x="338" y="155"/>
                            <a:pt x="507" y="155"/>
                          </a:cubicBezTo>
                          <a:cubicBezTo>
                            <a:pt x="846" y="155"/>
                            <a:pt x="1179" y="244"/>
                            <a:pt x="1468" y="421"/>
                          </a:cubicBezTo>
                          <a:cubicBezTo>
                            <a:pt x="2436" y="1022"/>
                            <a:pt x="2636" y="2490"/>
                            <a:pt x="2035" y="3891"/>
                          </a:cubicBezTo>
                          <a:cubicBezTo>
                            <a:pt x="2869" y="2456"/>
                            <a:pt x="2769" y="855"/>
                            <a:pt x="1768" y="255"/>
                          </a:cubicBezTo>
                          <a:cubicBezTo>
                            <a:pt x="1495" y="83"/>
                            <a:pt x="1186" y="0"/>
                            <a:pt x="873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45" name="Google Shape;4245;p11"/>
                    <p:cNvSpPr/>
                    <p:nvPr/>
                  </p:nvSpPr>
                  <p:spPr>
                    <a:xfrm>
                      <a:off x="287800" y="400900"/>
                      <a:ext cx="156800" cy="1429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72" h="5717" extrusionOk="0">
                          <a:moveTo>
                            <a:pt x="1502" y="1"/>
                          </a:moveTo>
                          <a:lnTo>
                            <a:pt x="1502" y="1"/>
                          </a:lnTo>
                          <a:cubicBezTo>
                            <a:pt x="1402" y="134"/>
                            <a:pt x="1302" y="268"/>
                            <a:pt x="1201" y="401"/>
                          </a:cubicBezTo>
                          <a:cubicBezTo>
                            <a:pt x="1" y="2336"/>
                            <a:pt x="101" y="4571"/>
                            <a:pt x="1435" y="5405"/>
                          </a:cubicBezTo>
                          <a:cubicBezTo>
                            <a:pt x="1765" y="5616"/>
                            <a:pt x="2145" y="5716"/>
                            <a:pt x="2548" y="5716"/>
                          </a:cubicBezTo>
                          <a:cubicBezTo>
                            <a:pt x="3731" y="5716"/>
                            <a:pt x="5109" y="4855"/>
                            <a:pt x="6005" y="3437"/>
                          </a:cubicBezTo>
                          <a:cubicBezTo>
                            <a:pt x="6105" y="3270"/>
                            <a:pt x="6172" y="3136"/>
                            <a:pt x="6272" y="2970"/>
                          </a:cubicBezTo>
                          <a:lnTo>
                            <a:pt x="6272" y="2970"/>
                          </a:lnTo>
                          <a:cubicBezTo>
                            <a:pt x="5371" y="4162"/>
                            <a:pt x="4150" y="4876"/>
                            <a:pt x="3077" y="4876"/>
                          </a:cubicBezTo>
                          <a:cubicBezTo>
                            <a:pt x="2679" y="4876"/>
                            <a:pt x="2302" y="4778"/>
                            <a:pt x="1969" y="4571"/>
                          </a:cubicBezTo>
                          <a:cubicBezTo>
                            <a:pt x="734" y="3803"/>
                            <a:pt x="568" y="1802"/>
                            <a:pt x="1502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46" name="Google Shape;4246;p11"/>
                    <p:cNvSpPr/>
                    <p:nvPr/>
                  </p:nvSpPr>
                  <p:spPr>
                    <a:xfrm>
                      <a:off x="340350" y="378875"/>
                      <a:ext cx="109250" cy="103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70" h="4151" extrusionOk="0">
                          <a:moveTo>
                            <a:pt x="2650" y="1"/>
                          </a:moveTo>
                          <a:cubicBezTo>
                            <a:pt x="1855" y="1"/>
                            <a:pt x="921" y="581"/>
                            <a:pt x="300" y="1549"/>
                          </a:cubicBezTo>
                          <a:cubicBezTo>
                            <a:pt x="200" y="1749"/>
                            <a:pt x="67" y="1949"/>
                            <a:pt x="0" y="2183"/>
                          </a:cubicBezTo>
                          <a:cubicBezTo>
                            <a:pt x="587" y="1548"/>
                            <a:pt x="1307" y="1179"/>
                            <a:pt x="1938" y="1179"/>
                          </a:cubicBezTo>
                          <a:cubicBezTo>
                            <a:pt x="2203" y="1179"/>
                            <a:pt x="2452" y="1244"/>
                            <a:pt x="2669" y="1382"/>
                          </a:cubicBezTo>
                          <a:cubicBezTo>
                            <a:pt x="3436" y="1849"/>
                            <a:pt x="3603" y="3017"/>
                            <a:pt x="3136" y="4151"/>
                          </a:cubicBezTo>
                          <a:cubicBezTo>
                            <a:pt x="3302" y="3984"/>
                            <a:pt x="3436" y="3784"/>
                            <a:pt x="3569" y="3584"/>
                          </a:cubicBezTo>
                          <a:cubicBezTo>
                            <a:pt x="4370" y="2283"/>
                            <a:pt x="4303" y="782"/>
                            <a:pt x="3403" y="215"/>
                          </a:cubicBezTo>
                          <a:cubicBezTo>
                            <a:pt x="3181" y="69"/>
                            <a:pt x="2924" y="1"/>
                            <a:pt x="2650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47" name="Google Shape;4247;p11"/>
                    <p:cNvSpPr/>
                    <p:nvPr/>
                  </p:nvSpPr>
                  <p:spPr>
                    <a:xfrm>
                      <a:off x="453750" y="604375"/>
                      <a:ext cx="211025" cy="1343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41" h="5372" extrusionOk="0">
                          <a:moveTo>
                            <a:pt x="3411" y="1"/>
                          </a:moveTo>
                          <a:cubicBezTo>
                            <a:pt x="2232" y="1"/>
                            <a:pt x="1157" y="493"/>
                            <a:pt x="568" y="1435"/>
                          </a:cubicBezTo>
                          <a:cubicBezTo>
                            <a:pt x="101" y="2236"/>
                            <a:pt x="1" y="3237"/>
                            <a:pt x="334" y="4137"/>
                          </a:cubicBezTo>
                          <a:cubicBezTo>
                            <a:pt x="401" y="3970"/>
                            <a:pt x="468" y="3804"/>
                            <a:pt x="568" y="3670"/>
                          </a:cubicBezTo>
                          <a:cubicBezTo>
                            <a:pt x="1157" y="2728"/>
                            <a:pt x="2232" y="2236"/>
                            <a:pt x="3411" y="2236"/>
                          </a:cubicBezTo>
                          <a:cubicBezTo>
                            <a:pt x="4235" y="2236"/>
                            <a:pt x="5109" y="2476"/>
                            <a:pt x="5905" y="2970"/>
                          </a:cubicBezTo>
                          <a:cubicBezTo>
                            <a:pt x="6806" y="3537"/>
                            <a:pt x="7473" y="4371"/>
                            <a:pt x="7840" y="5371"/>
                          </a:cubicBezTo>
                          <a:cubicBezTo>
                            <a:pt x="8440" y="3804"/>
                            <a:pt x="7673" y="1836"/>
                            <a:pt x="5905" y="735"/>
                          </a:cubicBezTo>
                          <a:cubicBezTo>
                            <a:pt x="5109" y="241"/>
                            <a:pt x="4235" y="1"/>
                            <a:pt x="3411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48" name="Google Shape;4248;p11"/>
                    <p:cNvSpPr/>
                    <p:nvPr/>
                  </p:nvSpPr>
                  <p:spPr>
                    <a:xfrm>
                      <a:off x="422900" y="701950"/>
                      <a:ext cx="288575" cy="1457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543" h="5831" extrusionOk="0">
                          <a:moveTo>
                            <a:pt x="0" y="1"/>
                          </a:moveTo>
                          <a:lnTo>
                            <a:pt x="0" y="1"/>
                          </a:lnTo>
                          <a:cubicBezTo>
                            <a:pt x="101" y="1835"/>
                            <a:pt x="1301" y="3737"/>
                            <a:pt x="3269" y="4871"/>
                          </a:cubicBezTo>
                          <a:cubicBezTo>
                            <a:pt x="4372" y="5520"/>
                            <a:pt x="5561" y="5830"/>
                            <a:pt x="6680" y="5830"/>
                          </a:cubicBezTo>
                          <a:cubicBezTo>
                            <a:pt x="8439" y="5830"/>
                            <a:pt x="10026" y="5063"/>
                            <a:pt x="10842" y="3637"/>
                          </a:cubicBezTo>
                          <a:cubicBezTo>
                            <a:pt x="11409" y="2569"/>
                            <a:pt x="11542" y="1335"/>
                            <a:pt x="11175" y="167"/>
                          </a:cubicBezTo>
                          <a:lnTo>
                            <a:pt x="11175" y="167"/>
                          </a:lnTo>
                          <a:cubicBezTo>
                            <a:pt x="11208" y="968"/>
                            <a:pt x="11008" y="1769"/>
                            <a:pt x="10641" y="2469"/>
                          </a:cubicBezTo>
                          <a:cubicBezTo>
                            <a:pt x="9803" y="3880"/>
                            <a:pt x="8213" y="4639"/>
                            <a:pt x="6455" y="4639"/>
                          </a:cubicBezTo>
                          <a:cubicBezTo>
                            <a:pt x="5344" y="4639"/>
                            <a:pt x="4167" y="4336"/>
                            <a:pt x="3069" y="3703"/>
                          </a:cubicBezTo>
                          <a:cubicBezTo>
                            <a:pt x="1602" y="2903"/>
                            <a:pt x="534" y="1568"/>
                            <a:pt x="0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49" name="Google Shape;4249;p11"/>
                    <p:cNvSpPr/>
                    <p:nvPr/>
                  </p:nvSpPr>
                  <p:spPr>
                    <a:xfrm>
                      <a:off x="638050" y="930425"/>
                      <a:ext cx="175150" cy="1009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006" h="4038" extrusionOk="0">
                          <a:moveTo>
                            <a:pt x="2438" y="0"/>
                          </a:moveTo>
                          <a:cubicBezTo>
                            <a:pt x="1532" y="0"/>
                            <a:pt x="748" y="336"/>
                            <a:pt x="334" y="1002"/>
                          </a:cubicBezTo>
                          <a:cubicBezTo>
                            <a:pt x="101" y="1369"/>
                            <a:pt x="1" y="1836"/>
                            <a:pt x="67" y="2270"/>
                          </a:cubicBezTo>
                          <a:cubicBezTo>
                            <a:pt x="67" y="1970"/>
                            <a:pt x="167" y="1669"/>
                            <a:pt x="334" y="1403"/>
                          </a:cubicBezTo>
                          <a:cubicBezTo>
                            <a:pt x="748" y="754"/>
                            <a:pt x="1532" y="417"/>
                            <a:pt x="2438" y="417"/>
                          </a:cubicBezTo>
                          <a:cubicBezTo>
                            <a:pt x="3210" y="417"/>
                            <a:pt x="4072" y="662"/>
                            <a:pt x="4871" y="1169"/>
                          </a:cubicBezTo>
                          <a:cubicBezTo>
                            <a:pt x="6072" y="1903"/>
                            <a:pt x="6805" y="3037"/>
                            <a:pt x="6906" y="4038"/>
                          </a:cubicBezTo>
                          <a:cubicBezTo>
                            <a:pt x="7006" y="2937"/>
                            <a:pt x="6238" y="1603"/>
                            <a:pt x="4871" y="735"/>
                          </a:cubicBezTo>
                          <a:cubicBezTo>
                            <a:pt x="4073" y="244"/>
                            <a:pt x="3211" y="0"/>
                            <a:pt x="2438" y="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50" name="Google Shape;4250;p11"/>
                    <p:cNvSpPr/>
                    <p:nvPr/>
                  </p:nvSpPr>
                  <p:spPr>
                    <a:xfrm>
                      <a:off x="655575" y="987150"/>
                      <a:ext cx="131775" cy="781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271" h="3127" extrusionOk="0">
                          <a:moveTo>
                            <a:pt x="167" y="1"/>
                          </a:moveTo>
                          <a:lnTo>
                            <a:pt x="167" y="1"/>
                          </a:lnTo>
                          <a:cubicBezTo>
                            <a:pt x="0" y="835"/>
                            <a:pt x="567" y="1902"/>
                            <a:pt x="1635" y="2569"/>
                          </a:cubicBezTo>
                          <a:cubicBezTo>
                            <a:pt x="2225" y="2942"/>
                            <a:pt x="2866" y="3127"/>
                            <a:pt x="3440" y="3127"/>
                          </a:cubicBezTo>
                          <a:cubicBezTo>
                            <a:pt x="4098" y="3127"/>
                            <a:pt x="4667" y="2884"/>
                            <a:pt x="4970" y="2403"/>
                          </a:cubicBezTo>
                          <a:cubicBezTo>
                            <a:pt x="5237" y="1902"/>
                            <a:pt x="5271" y="1302"/>
                            <a:pt x="5004" y="801"/>
                          </a:cubicBezTo>
                          <a:lnTo>
                            <a:pt x="5004" y="801"/>
                          </a:lnTo>
                          <a:cubicBezTo>
                            <a:pt x="4970" y="968"/>
                            <a:pt x="4904" y="1135"/>
                            <a:pt x="4837" y="1302"/>
                          </a:cubicBezTo>
                          <a:cubicBezTo>
                            <a:pt x="4531" y="1770"/>
                            <a:pt x="3952" y="2015"/>
                            <a:pt x="3286" y="2015"/>
                          </a:cubicBezTo>
                          <a:cubicBezTo>
                            <a:pt x="2717" y="2015"/>
                            <a:pt x="2084" y="1837"/>
                            <a:pt x="1501" y="1469"/>
                          </a:cubicBezTo>
                          <a:cubicBezTo>
                            <a:pt x="901" y="1102"/>
                            <a:pt x="434" y="601"/>
                            <a:pt x="167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51" name="Google Shape;4251;p11"/>
                    <p:cNvSpPr/>
                    <p:nvPr/>
                  </p:nvSpPr>
                  <p:spPr>
                    <a:xfrm>
                      <a:off x="938275" y="604625"/>
                      <a:ext cx="313575" cy="2324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43" h="9298" extrusionOk="0">
                          <a:moveTo>
                            <a:pt x="5993" y="1"/>
                          </a:moveTo>
                          <a:cubicBezTo>
                            <a:pt x="4092" y="1"/>
                            <a:pt x="2321" y="857"/>
                            <a:pt x="1334" y="2459"/>
                          </a:cubicBezTo>
                          <a:cubicBezTo>
                            <a:pt x="0" y="4594"/>
                            <a:pt x="434" y="7363"/>
                            <a:pt x="2268" y="9298"/>
                          </a:cubicBezTo>
                          <a:cubicBezTo>
                            <a:pt x="2035" y="8063"/>
                            <a:pt x="2268" y="6762"/>
                            <a:pt x="2936" y="5695"/>
                          </a:cubicBezTo>
                          <a:cubicBezTo>
                            <a:pt x="3938" y="4099"/>
                            <a:pt x="5705" y="3244"/>
                            <a:pt x="7592" y="3244"/>
                          </a:cubicBezTo>
                          <a:cubicBezTo>
                            <a:pt x="8782" y="3244"/>
                            <a:pt x="10019" y="3584"/>
                            <a:pt x="11141" y="4294"/>
                          </a:cubicBezTo>
                          <a:cubicBezTo>
                            <a:pt x="11675" y="4594"/>
                            <a:pt x="12142" y="4994"/>
                            <a:pt x="12542" y="5428"/>
                          </a:cubicBezTo>
                          <a:cubicBezTo>
                            <a:pt x="12242" y="3593"/>
                            <a:pt x="11141" y="1992"/>
                            <a:pt x="9540" y="1025"/>
                          </a:cubicBezTo>
                          <a:cubicBezTo>
                            <a:pt x="8413" y="333"/>
                            <a:pt x="7178" y="1"/>
                            <a:pt x="5993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52" name="Google Shape;4252;p11"/>
                    <p:cNvSpPr/>
                    <p:nvPr/>
                  </p:nvSpPr>
                  <p:spPr>
                    <a:xfrm>
                      <a:off x="908250" y="722800"/>
                      <a:ext cx="396975" cy="2490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879" h="9963" extrusionOk="0">
                          <a:moveTo>
                            <a:pt x="15411" y="1"/>
                          </a:moveTo>
                          <a:cubicBezTo>
                            <a:pt x="15445" y="1568"/>
                            <a:pt x="15011" y="3103"/>
                            <a:pt x="14177" y="4437"/>
                          </a:cubicBezTo>
                          <a:cubicBezTo>
                            <a:pt x="12613" y="6926"/>
                            <a:pt x="9974" y="8309"/>
                            <a:pt x="7324" y="8309"/>
                          </a:cubicBezTo>
                          <a:cubicBezTo>
                            <a:pt x="5960" y="8309"/>
                            <a:pt x="4593" y="7943"/>
                            <a:pt x="3369" y="7172"/>
                          </a:cubicBezTo>
                          <a:cubicBezTo>
                            <a:pt x="1635" y="6105"/>
                            <a:pt x="434" y="4370"/>
                            <a:pt x="0" y="2369"/>
                          </a:cubicBezTo>
                          <a:lnTo>
                            <a:pt x="0" y="2369"/>
                          </a:lnTo>
                          <a:cubicBezTo>
                            <a:pt x="0" y="5004"/>
                            <a:pt x="1335" y="7439"/>
                            <a:pt x="3536" y="8840"/>
                          </a:cubicBezTo>
                          <a:cubicBezTo>
                            <a:pt x="4772" y="9600"/>
                            <a:pt x="6142" y="9962"/>
                            <a:pt x="7506" y="9962"/>
                          </a:cubicBezTo>
                          <a:cubicBezTo>
                            <a:pt x="10156" y="9962"/>
                            <a:pt x="12780" y="8593"/>
                            <a:pt x="14344" y="6105"/>
                          </a:cubicBezTo>
                          <a:cubicBezTo>
                            <a:pt x="15478" y="4270"/>
                            <a:pt x="15878" y="2102"/>
                            <a:pt x="15411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53" name="Google Shape;4253;p11"/>
                    <p:cNvSpPr/>
                    <p:nvPr/>
                  </p:nvSpPr>
                  <p:spPr>
                    <a:xfrm>
                      <a:off x="663900" y="426750"/>
                      <a:ext cx="87600" cy="46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04" h="1846" extrusionOk="0">
                          <a:moveTo>
                            <a:pt x="3103" y="1"/>
                          </a:moveTo>
                          <a:lnTo>
                            <a:pt x="3103" y="1"/>
                          </a:lnTo>
                          <a:cubicBezTo>
                            <a:pt x="3270" y="268"/>
                            <a:pt x="3303" y="568"/>
                            <a:pt x="3203" y="835"/>
                          </a:cubicBezTo>
                          <a:cubicBezTo>
                            <a:pt x="3038" y="1307"/>
                            <a:pt x="2504" y="1579"/>
                            <a:pt x="1876" y="1579"/>
                          </a:cubicBezTo>
                          <a:cubicBezTo>
                            <a:pt x="1616" y="1579"/>
                            <a:pt x="1341" y="1533"/>
                            <a:pt x="1068" y="1435"/>
                          </a:cubicBezTo>
                          <a:cubicBezTo>
                            <a:pt x="668" y="1302"/>
                            <a:pt x="301" y="1035"/>
                            <a:pt x="1" y="735"/>
                          </a:cubicBezTo>
                          <a:lnTo>
                            <a:pt x="1" y="735"/>
                          </a:lnTo>
                          <a:cubicBezTo>
                            <a:pt x="301" y="1202"/>
                            <a:pt x="735" y="1535"/>
                            <a:pt x="1235" y="1702"/>
                          </a:cubicBezTo>
                          <a:cubicBezTo>
                            <a:pt x="1517" y="1799"/>
                            <a:pt x="1800" y="1846"/>
                            <a:pt x="2064" y="1846"/>
                          </a:cubicBezTo>
                          <a:cubicBezTo>
                            <a:pt x="2705" y="1846"/>
                            <a:pt x="3238" y="1574"/>
                            <a:pt x="3403" y="1102"/>
                          </a:cubicBezTo>
                          <a:cubicBezTo>
                            <a:pt x="3503" y="701"/>
                            <a:pt x="3403" y="301"/>
                            <a:pt x="3103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54" name="Google Shape;4254;p11"/>
                    <p:cNvSpPr/>
                    <p:nvPr/>
                  </p:nvSpPr>
                  <p:spPr>
                    <a:xfrm>
                      <a:off x="668075" y="411250"/>
                      <a:ext cx="62575" cy="397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03" h="1589" extrusionOk="0">
                          <a:moveTo>
                            <a:pt x="1034" y="1"/>
                          </a:moveTo>
                          <a:cubicBezTo>
                            <a:pt x="572" y="1"/>
                            <a:pt x="183" y="197"/>
                            <a:pt x="67" y="521"/>
                          </a:cubicBezTo>
                          <a:cubicBezTo>
                            <a:pt x="0" y="954"/>
                            <a:pt x="167" y="1355"/>
                            <a:pt x="534" y="1588"/>
                          </a:cubicBezTo>
                          <a:cubicBezTo>
                            <a:pt x="401" y="1388"/>
                            <a:pt x="334" y="1121"/>
                            <a:pt x="401" y="888"/>
                          </a:cubicBezTo>
                          <a:cubicBezTo>
                            <a:pt x="517" y="538"/>
                            <a:pt x="910" y="335"/>
                            <a:pt x="1375" y="335"/>
                          </a:cubicBezTo>
                          <a:cubicBezTo>
                            <a:pt x="1576" y="335"/>
                            <a:pt x="1790" y="373"/>
                            <a:pt x="2002" y="454"/>
                          </a:cubicBezTo>
                          <a:cubicBezTo>
                            <a:pt x="2169" y="521"/>
                            <a:pt x="2335" y="621"/>
                            <a:pt x="2502" y="721"/>
                          </a:cubicBezTo>
                          <a:cubicBezTo>
                            <a:pt x="2302" y="454"/>
                            <a:pt x="2002" y="221"/>
                            <a:pt x="1668" y="120"/>
                          </a:cubicBezTo>
                          <a:cubicBezTo>
                            <a:pt x="1454" y="39"/>
                            <a:pt x="1237" y="1"/>
                            <a:pt x="1034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55" name="Google Shape;4255;p11"/>
                    <p:cNvSpPr/>
                    <p:nvPr/>
                  </p:nvSpPr>
                  <p:spPr>
                    <a:xfrm>
                      <a:off x="968300" y="402275"/>
                      <a:ext cx="55875" cy="512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35" h="2048" extrusionOk="0">
                          <a:moveTo>
                            <a:pt x="874" y="1"/>
                          </a:moveTo>
                          <a:cubicBezTo>
                            <a:pt x="553" y="1"/>
                            <a:pt x="229" y="127"/>
                            <a:pt x="0" y="379"/>
                          </a:cubicBezTo>
                          <a:cubicBezTo>
                            <a:pt x="89" y="354"/>
                            <a:pt x="178" y="343"/>
                            <a:pt x="268" y="343"/>
                          </a:cubicBezTo>
                          <a:cubicBezTo>
                            <a:pt x="412" y="343"/>
                            <a:pt x="556" y="372"/>
                            <a:pt x="701" y="413"/>
                          </a:cubicBezTo>
                          <a:cubicBezTo>
                            <a:pt x="1268" y="580"/>
                            <a:pt x="1635" y="1180"/>
                            <a:pt x="1501" y="1747"/>
                          </a:cubicBezTo>
                          <a:cubicBezTo>
                            <a:pt x="1468" y="1847"/>
                            <a:pt x="1401" y="1947"/>
                            <a:pt x="1334" y="2047"/>
                          </a:cubicBezTo>
                          <a:cubicBezTo>
                            <a:pt x="1701" y="1981"/>
                            <a:pt x="1968" y="1747"/>
                            <a:pt x="2102" y="1413"/>
                          </a:cubicBezTo>
                          <a:cubicBezTo>
                            <a:pt x="2235" y="846"/>
                            <a:pt x="1901" y="246"/>
                            <a:pt x="1301" y="79"/>
                          </a:cubicBezTo>
                          <a:cubicBezTo>
                            <a:pt x="1165" y="27"/>
                            <a:pt x="1020" y="1"/>
                            <a:pt x="874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56" name="Google Shape;4256;p11"/>
                    <p:cNvSpPr/>
                    <p:nvPr/>
                  </p:nvSpPr>
                  <p:spPr>
                    <a:xfrm>
                      <a:off x="928250" y="385050"/>
                      <a:ext cx="116775" cy="921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71" h="3685" extrusionOk="0">
                          <a:moveTo>
                            <a:pt x="1002" y="1"/>
                          </a:moveTo>
                          <a:cubicBezTo>
                            <a:pt x="668" y="234"/>
                            <a:pt x="401" y="601"/>
                            <a:pt x="301" y="1002"/>
                          </a:cubicBezTo>
                          <a:cubicBezTo>
                            <a:pt x="1" y="2069"/>
                            <a:pt x="801" y="3237"/>
                            <a:pt x="2069" y="3570"/>
                          </a:cubicBezTo>
                          <a:cubicBezTo>
                            <a:pt x="2309" y="3647"/>
                            <a:pt x="2556" y="3685"/>
                            <a:pt x="2802" y="3685"/>
                          </a:cubicBezTo>
                          <a:cubicBezTo>
                            <a:pt x="3509" y="3685"/>
                            <a:pt x="4200" y="3373"/>
                            <a:pt x="4671" y="2803"/>
                          </a:cubicBezTo>
                          <a:lnTo>
                            <a:pt x="4671" y="2803"/>
                          </a:lnTo>
                          <a:cubicBezTo>
                            <a:pt x="4248" y="3070"/>
                            <a:pt x="3767" y="3203"/>
                            <a:pt x="3285" y="3203"/>
                          </a:cubicBezTo>
                          <a:cubicBezTo>
                            <a:pt x="3044" y="3203"/>
                            <a:pt x="2803" y="3170"/>
                            <a:pt x="2569" y="3103"/>
                          </a:cubicBezTo>
                          <a:cubicBezTo>
                            <a:pt x="1268" y="2736"/>
                            <a:pt x="468" y="1602"/>
                            <a:pt x="768" y="535"/>
                          </a:cubicBezTo>
                          <a:cubicBezTo>
                            <a:pt x="835" y="335"/>
                            <a:pt x="902" y="168"/>
                            <a:pt x="1002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57" name="Google Shape;4257;p11"/>
                    <p:cNvSpPr/>
                    <p:nvPr/>
                  </p:nvSpPr>
                  <p:spPr>
                    <a:xfrm>
                      <a:off x="1281000" y="450100"/>
                      <a:ext cx="35900" cy="292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36" h="1171" extrusionOk="0">
                          <a:moveTo>
                            <a:pt x="1302" y="1"/>
                          </a:moveTo>
                          <a:cubicBezTo>
                            <a:pt x="1302" y="201"/>
                            <a:pt x="1235" y="401"/>
                            <a:pt x="1102" y="568"/>
                          </a:cubicBezTo>
                          <a:cubicBezTo>
                            <a:pt x="971" y="786"/>
                            <a:pt x="741" y="904"/>
                            <a:pt x="504" y="904"/>
                          </a:cubicBezTo>
                          <a:cubicBezTo>
                            <a:pt x="378" y="904"/>
                            <a:pt x="250" y="871"/>
                            <a:pt x="134" y="801"/>
                          </a:cubicBezTo>
                          <a:cubicBezTo>
                            <a:pt x="68" y="735"/>
                            <a:pt x="34" y="701"/>
                            <a:pt x="1" y="635"/>
                          </a:cubicBezTo>
                          <a:lnTo>
                            <a:pt x="1" y="635"/>
                          </a:lnTo>
                          <a:cubicBezTo>
                            <a:pt x="1" y="801"/>
                            <a:pt x="68" y="935"/>
                            <a:pt x="201" y="1068"/>
                          </a:cubicBezTo>
                          <a:cubicBezTo>
                            <a:pt x="317" y="1138"/>
                            <a:pt x="444" y="1171"/>
                            <a:pt x="572" y="1171"/>
                          </a:cubicBezTo>
                          <a:cubicBezTo>
                            <a:pt x="811" y="1171"/>
                            <a:pt x="1049" y="1053"/>
                            <a:pt x="1202" y="835"/>
                          </a:cubicBezTo>
                          <a:cubicBezTo>
                            <a:pt x="1369" y="601"/>
                            <a:pt x="1435" y="301"/>
                            <a:pt x="1302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58" name="Google Shape;4258;p11"/>
                    <p:cNvSpPr/>
                    <p:nvPr/>
                  </p:nvSpPr>
                  <p:spPr>
                    <a:xfrm>
                      <a:off x="1272675" y="269325"/>
                      <a:ext cx="37550" cy="307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2" h="1228" extrusionOk="0">
                          <a:moveTo>
                            <a:pt x="742" y="1"/>
                          </a:moveTo>
                          <a:cubicBezTo>
                            <a:pt x="650" y="1"/>
                            <a:pt x="557" y="19"/>
                            <a:pt x="467" y="60"/>
                          </a:cubicBezTo>
                          <a:cubicBezTo>
                            <a:pt x="267" y="127"/>
                            <a:pt x="134" y="227"/>
                            <a:pt x="0" y="360"/>
                          </a:cubicBezTo>
                          <a:cubicBezTo>
                            <a:pt x="100" y="294"/>
                            <a:pt x="167" y="260"/>
                            <a:pt x="267" y="227"/>
                          </a:cubicBezTo>
                          <a:cubicBezTo>
                            <a:pt x="365" y="186"/>
                            <a:pt x="464" y="167"/>
                            <a:pt x="561" y="167"/>
                          </a:cubicBezTo>
                          <a:cubicBezTo>
                            <a:pt x="863" y="167"/>
                            <a:pt x="1142" y="349"/>
                            <a:pt x="1268" y="627"/>
                          </a:cubicBezTo>
                          <a:cubicBezTo>
                            <a:pt x="1301" y="861"/>
                            <a:pt x="1268" y="1061"/>
                            <a:pt x="1135" y="1228"/>
                          </a:cubicBezTo>
                          <a:cubicBezTo>
                            <a:pt x="1368" y="1094"/>
                            <a:pt x="1501" y="761"/>
                            <a:pt x="1435" y="460"/>
                          </a:cubicBezTo>
                          <a:cubicBezTo>
                            <a:pt x="1309" y="183"/>
                            <a:pt x="1030" y="1"/>
                            <a:pt x="742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59" name="Google Shape;4259;p11"/>
                    <p:cNvSpPr/>
                    <p:nvPr/>
                  </p:nvSpPr>
                  <p:spPr>
                    <a:xfrm>
                      <a:off x="1056675" y="63975"/>
                      <a:ext cx="76750" cy="4007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70" h="1603" extrusionOk="0">
                          <a:moveTo>
                            <a:pt x="1257" y="1"/>
                          </a:moveTo>
                          <a:cubicBezTo>
                            <a:pt x="638" y="1"/>
                            <a:pt x="145" y="242"/>
                            <a:pt x="68" y="602"/>
                          </a:cubicBezTo>
                          <a:cubicBezTo>
                            <a:pt x="1" y="969"/>
                            <a:pt x="334" y="1336"/>
                            <a:pt x="868" y="1603"/>
                          </a:cubicBezTo>
                          <a:cubicBezTo>
                            <a:pt x="701" y="1469"/>
                            <a:pt x="635" y="1236"/>
                            <a:pt x="668" y="1035"/>
                          </a:cubicBezTo>
                          <a:cubicBezTo>
                            <a:pt x="745" y="676"/>
                            <a:pt x="1219" y="435"/>
                            <a:pt x="1844" y="435"/>
                          </a:cubicBezTo>
                          <a:cubicBezTo>
                            <a:pt x="2030" y="435"/>
                            <a:pt x="2229" y="456"/>
                            <a:pt x="2436" y="502"/>
                          </a:cubicBezTo>
                          <a:cubicBezTo>
                            <a:pt x="2636" y="535"/>
                            <a:pt x="2870" y="602"/>
                            <a:pt x="3070" y="702"/>
                          </a:cubicBezTo>
                          <a:cubicBezTo>
                            <a:pt x="2736" y="368"/>
                            <a:pt x="2303" y="135"/>
                            <a:pt x="1836" y="68"/>
                          </a:cubicBezTo>
                          <a:cubicBezTo>
                            <a:pt x="1637" y="22"/>
                            <a:pt x="1441" y="1"/>
                            <a:pt x="1257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60" name="Google Shape;4260;p11"/>
                    <p:cNvSpPr/>
                    <p:nvPr/>
                  </p:nvSpPr>
                  <p:spPr>
                    <a:xfrm>
                      <a:off x="298650" y="709675"/>
                      <a:ext cx="79250" cy="1271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170" h="5085" extrusionOk="0">
                          <a:moveTo>
                            <a:pt x="454" y="1"/>
                          </a:moveTo>
                          <a:cubicBezTo>
                            <a:pt x="364" y="1"/>
                            <a:pt x="279" y="20"/>
                            <a:pt x="200" y="59"/>
                          </a:cubicBezTo>
                          <a:cubicBezTo>
                            <a:pt x="134" y="92"/>
                            <a:pt x="67" y="159"/>
                            <a:pt x="0" y="225"/>
                          </a:cubicBezTo>
                          <a:cubicBezTo>
                            <a:pt x="401" y="359"/>
                            <a:pt x="1201" y="1159"/>
                            <a:pt x="1802" y="2360"/>
                          </a:cubicBezTo>
                          <a:cubicBezTo>
                            <a:pt x="2202" y="3194"/>
                            <a:pt x="2335" y="4128"/>
                            <a:pt x="2168" y="5062"/>
                          </a:cubicBezTo>
                          <a:cubicBezTo>
                            <a:pt x="2224" y="5076"/>
                            <a:pt x="2279" y="5084"/>
                            <a:pt x="2334" y="5084"/>
                          </a:cubicBezTo>
                          <a:cubicBezTo>
                            <a:pt x="2412" y="5084"/>
                            <a:pt x="2491" y="5068"/>
                            <a:pt x="2569" y="5029"/>
                          </a:cubicBezTo>
                          <a:cubicBezTo>
                            <a:pt x="3169" y="4729"/>
                            <a:pt x="3136" y="3394"/>
                            <a:pt x="2469" y="2027"/>
                          </a:cubicBezTo>
                          <a:cubicBezTo>
                            <a:pt x="1888" y="837"/>
                            <a:pt x="1056" y="1"/>
                            <a:pt x="454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61" name="Google Shape;4261;p11"/>
                    <p:cNvSpPr/>
                    <p:nvPr/>
                  </p:nvSpPr>
                  <p:spPr>
                    <a:xfrm>
                      <a:off x="308650" y="758650"/>
                      <a:ext cx="56725" cy="772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69" h="3090" extrusionOk="0">
                          <a:moveTo>
                            <a:pt x="1201" y="1"/>
                          </a:moveTo>
                          <a:lnTo>
                            <a:pt x="1201" y="1"/>
                          </a:lnTo>
                          <a:cubicBezTo>
                            <a:pt x="1702" y="1168"/>
                            <a:pt x="1869" y="2169"/>
                            <a:pt x="1568" y="2336"/>
                          </a:cubicBezTo>
                          <a:cubicBezTo>
                            <a:pt x="1546" y="2346"/>
                            <a:pt x="1521" y="2351"/>
                            <a:pt x="1494" y="2351"/>
                          </a:cubicBezTo>
                          <a:cubicBezTo>
                            <a:pt x="1167" y="2351"/>
                            <a:pt x="555" y="1616"/>
                            <a:pt x="1" y="568"/>
                          </a:cubicBezTo>
                          <a:lnTo>
                            <a:pt x="1" y="568"/>
                          </a:lnTo>
                          <a:cubicBezTo>
                            <a:pt x="34" y="701"/>
                            <a:pt x="101" y="835"/>
                            <a:pt x="167" y="968"/>
                          </a:cubicBezTo>
                          <a:cubicBezTo>
                            <a:pt x="752" y="2199"/>
                            <a:pt x="1478" y="3089"/>
                            <a:pt x="1849" y="3089"/>
                          </a:cubicBezTo>
                          <a:cubicBezTo>
                            <a:pt x="1881" y="3089"/>
                            <a:pt x="1909" y="3083"/>
                            <a:pt x="1935" y="3070"/>
                          </a:cubicBezTo>
                          <a:cubicBezTo>
                            <a:pt x="2269" y="2936"/>
                            <a:pt x="2002" y="1702"/>
                            <a:pt x="1368" y="368"/>
                          </a:cubicBezTo>
                          <a:cubicBezTo>
                            <a:pt x="1335" y="268"/>
                            <a:pt x="1268" y="134"/>
                            <a:pt x="1201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62" name="Google Shape;4262;p11"/>
                    <p:cNvSpPr/>
                    <p:nvPr/>
                  </p:nvSpPr>
                  <p:spPr>
                    <a:xfrm>
                      <a:off x="1252650" y="269975"/>
                      <a:ext cx="57575" cy="471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303" h="1886" extrusionOk="0">
                          <a:moveTo>
                            <a:pt x="535" y="1"/>
                          </a:moveTo>
                          <a:lnTo>
                            <a:pt x="535" y="1"/>
                          </a:lnTo>
                          <a:cubicBezTo>
                            <a:pt x="168" y="268"/>
                            <a:pt x="1" y="735"/>
                            <a:pt x="134" y="1168"/>
                          </a:cubicBezTo>
                          <a:cubicBezTo>
                            <a:pt x="311" y="1623"/>
                            <a:pt x="736" y="1886"/>
                            <a:pt x="1193" y="1886"/>
                          </a:cubicBezTo>
                          <a:cubicBezTo>
                            <a:pt x="1339" y="1886"/>
                            <a:pt x="1489" y="1859"/>
                            <a:pt x="1635" y="1802"/>
                          </a:cubicBezTo>
                          <a:cubicBezTo>
                            <a:pt x="1902" y="1702"/>
                            <a:pt x="2136" y="1535"/>
                            <a:pt x="2302" y="1335"/>
                          </a:cubicBezTo>
                          <a:lnTo>
                            <a:pt x="2302" y="1335"/>
                          </a:lnTo>
                          <a:cubicBezTo>
                            <a:pt x="2169" y="1435"/>
                            <a:pt x="2036" y="1502"/>
                            <a:pt x="1869" y="1568"/>
                          </a:cubicBezTo>
                          <a:cubicBezTo>
                            <a:pt x="1729" y="1623"/>
                            <a:pt x="1586" y="1648"/>
                            <a:pt x="1446" y="1648"/>
                          </a:cubicBezTo>
                          <a:cubicBezTo>
                            <a:pt x="982" y="1648"/>
                            <a:pt x="547" y="1370"/>
                            <a:pt x="368" y="935"/>
                          </a:cubicBezTo>
                          <a:cubicBezTo>
                            <a:pt x="268" y="601"/>
                            <a:pt x="334" y="268"/>
                            <a:pt x="535" y="1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</p:grpSp>
      </p:grpSp>
      <p:sp>
        <p:nvSpPr>
          <p:cNvPr id="4263" name="Google Shape;4263;p11"/>
          <p:cNvSpPr txBox="1">
            <a:spLocks noGrp="1"/>
          </p:cNvSpPr>
          <p:nvPr>
            <p:ph type="title" hasCustomPrompt="1"/>
          </p:nvPr>
        </p:nvSpPr>
        <p:spPr>
          <a:xfrm>
            <a:off x="1131900" y="1324600"/>
            <a:ext cx="68802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0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64" name="Google Shape;4264;p11"/>
          <p:cNvSpPr txBox="1">
            <a:spLocks noGrp="1"/>
          </p:cNvSpPr>
          <p:nvPr>
            <p:ph type="body" idx="1"/>
          </p:nvPr>
        </p:nvSpPr>
        <p:spPr>
          <a:xfrm>
            <a:off x="1131750" y="3529275"/>
            <a:ext cx="6880200" cy="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marL="1371600" lvl="2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marL="1828800" lvl="3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algn="ctr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algn="ctr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2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67" name="Google Shape;4267;p13"/>
          <p:cNvGrpSpPr/>
          <p:nvPr/>
        </p:nvGrpSpPr>
        <p:grpSpPr>
          <a:xfrm>
            <a:off x="176625" y="110350"/>
            <a:ext cx="8790774" cy="4922811"/>
            <a:chOff x="131600" y="118425"/>
            <a:chExt cx="8790774" cy="4922811"/>
          </a:xfrm>
        </p:grpSpPr>
        <p:sp>
          <p:nvSpPr>
            <p:cNvPr id="4268" name="Google Shape;4268;p13"/>
            <p:cNvSpPr/>
            <p:nvPr/>
          </p:nvSpPr>
          <p:spPr>
            <a:xfrm rot="5400000">
              <a:off x="856680" y="10329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69" name="Google Shape;4269;p13"/>
            <p:cNvGrpSpPr/>
            <p:nvPr/>
          </p:nvGrpSpPr>
          <p:grpSpPr>
            <a:xfrm>
              <a:off x="131600" y="1884558"/>
              <a:ext cx="2122449" cy="3112715"/>
              <a:chOff x="131600" y="1884558"/>
              <a:chExt cx="2122449" cy="3112715"/>
            </a:xfrm>
          </p:grpSpPr>
          <p:sp>
            <p:nvSpPr>
              <p:cNvPr id="4270" name="Google Shape;4270;p13"/>
              <p:cNvSpPr/>
              <p:nvPr/>
            </p:nvSpPr>
            <p:spPr>
              <a:xfrm rot="5400000" flipH="1">
                <a:off x="1356823" y="353957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1" name="Google Shape;4271;p13"/>
              <p:cNvSpPr/>
              <p:nvPr/>
            </p:nvSpPr>
            <p:spPr>
              <a:xfrm rot="5400000" flipH="1">
                <a:off x="368247" y="3804694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2" name="Google Shape;4272;p13"/>
              <p:cNvSpPr/>
              <p:nvPr/>
            </p:nvSpPr>
            <p:spPr>
              <a:xfrm rot="5400000" flipH="1">
                <a:off x="1212834" y="4945234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3" name="Google Shape;4273;p13"/>
              <p:cNvSpPr/>
              <p:nvPr/>
            </p:nvSpPr>
            <p:spPr>
              <a:xfrm rot="5400000" flipH="1">
                <a:off x="1889810" y="3456082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4" name="Google Shape;4274;p13"/>
              <p:cNvSpPr/>
              <p:nvPr/>
            </p:nvSpPr>
            <p:spPr>
              <a:xfrm rot="5400000" flipH="1">
                <a:off x="871337" y="4472741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5" name="Google Shape;4275;p13"/>
              <p:cNvSpPr/>
              <p:nvPr/>
            </p:nvSpPr>
            <p:spPr>
              <a:xfrm rot="5400000" flipH="1">
                <a:off x="1458022" y="2595443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6" name="Google Shape;4276;p13"/>
              <p:cNvSpPr/>
              <p:nvPr/>
            </p:nvSpPr>
            <p:spPr>
              <a:xfrm rot="5400000" flipH="1">
                <a:off x="373906" y="24622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7" name="Google Shape;4277;p13"/>
              <p:cNvSpPr/>
              <p:nvPr/>
            </p:nvSpPr>
            <p:spPr>
              <a:xfrm rot="5400000" flipH="1">
                <a:off x="573665" y="420799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8" name="Google Shape;4278;p13"/>
              <p:cNvSpPr/>
              <p:nvPr/>
            </p:nvSpPr>
            <p:spPr>
              <a:xfrm rot="5400000" flipH="1">
                <a:off x="368214" y="3290320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9" name="Google Shape;4279;p13"/>
              <p:cNvSpPr/>
              <p:nvPr/>
            </p:nvSpPr>
            <p:spPr>
              <a:xfrm rot="5400000" flipH="1">
                <a:off x="149520" y="294366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0" name="Google Shape;4280;p13"/>
              <p:cNvSpPr/>
              <p:nvPr/>
            </p:nvSpPr>
            <p:spPr>
              <a:xfrm rot="5400000" flipH="1">
                <a:off x="1558343" y="306837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1" name="Google Shape;4281;p13"/>
              <p:cNvSpPr/>
              <p:nvPr/>
            </p:nvSpPr>
            <p:spPr>
              <a:xfrm rot="5400000" flipH="1">
                <a:off x="130236" y="3708247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2" name="Google Shape;4282;p13"/>
              <p:cNvSpPr/>
              <p:nvPr/>
            </p:nvSpPr>
            <p:spPr>
              <a:xfrm rot="5400000" flipH="1">
                <a:off x="400364" y="4926212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3" name="Google Shape;4283;p13"/>
              <p:cNvSpPr/>
              <p:nvPr/>
            </p:nvSpPr>
            <p:spPr>
              <a:xfrm rot="5400000" flipH="1">
                <a:off x="799823" y="3303605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4" name="Google Shape;4284;p13"/>
              <p:cNvSpPr/>
              <p:nvPr/>
            </p:nvSpPr>
            <p:spPr>
              <a:xfrm rot="5400000" flipH="1">
                <a:off x="1234010" y="4104986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5" name="Google Shape;4285;p13"/>
              <p:cNvSpPr/>
              <p:nvPr/>
            </p:nvSpPr>
            <p:spPr>
              <a:xfrm rot="5400000" flipH="1">
                <a:off x="379148" y="2080743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6" name="Google Shape;4286;p13"/>
              <p:cNvSpPr/>
              <p:nvPr/>
            </p:nvSpPr>
            <p:spPr>
              <a:xfrm rot="5400000" flipH="1">
                <a:off x="891672" y="3760348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7" name="Google Shape;4287;p13"/>
              <p:cNvSpPr/>
              <p:nvPr/>
            </p:nvSpPr>
            <p:spPr>
              <a:xfrm rot="5400000">
                <a:off x="927170" y="1943554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8" name="Google Shape;4288;p13"/>
              <p:cNvSpPr/>
              <p:nvPr/>
            </p:nvSpPr>
            <p:spPr>
              <a:xfrm rot="5400000">
                <a:off x="1099652" y="232334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9" name="Google Shape;4289;p13"/>
              <p:cNvSpPr/>
              <p:nvPr/>
            </p:nvSpPr>
            <p:spPr>
              <a:xfrm rot="5400000">
                <a:off x="952606" y="295021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0" name="Google Shape;4290;p13"/>
              <p:cNvSpPr/>
              <p:nvPr/>
            </p:nvSpPr>
            <p:spPr>
              <a:xfrm rot="5400000">
                <a:off x="729827" y="227943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1" name="Google Shape;4291;p13"/>
              <p:cNvSpPr/>
              <p:nvPr/>
            </p:nvSpPr>
            <p:spPr>
              <a:xfrm rot="5400000">
                <a:off x="1976994" y="309729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2" name="Google Shape;4292;p13"/>
              <p:cNvSpPr/>
              <p:nvPr/>
            </p:nvSpPr>
            <p:spPr>
              <a:xfrm rot="5400000">
                <a:off x="1439631" y="1886769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3" name="Google Shape;4293;p13"/>
              <p:cNvSpPr/>
              <p:nvPr/>
            </p:nvSpPr>
            <p:spPr>
              <a:xfrm rot="5400000">
                <a:off x="2225601" y="353958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4" name="Google Shape;4294;p13"/>
              <p:cNvSpPr/>
              <p:nvPr/>
            </p:nvSpPr>
            <p:spPr>
              <a:xfrm rot="5400000">
                <a:off x="771336" y="2669355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95" name="Google Shape;4295;p13"/>
            <p:cNvGrpSpPr/>
            <p:nvPr/>
          </p:nvGrpSpPr>
          <p:grpSpPr>
            <a:xfrm flipH="1">
              <a:off x="2342550" y="2567965"/>
              <a:ext cx="3964145" cy="1455821"/>
              <a:chOff x="3233388" y="140740"/>
              <a:chExt cx="3964145" cy="1455821"/>
            </a:xfrm>
          </p:grpSpPr>
          <p:sp>
            <p:nvSpPr>
              <p:cNvPr id="4296" name="Google Shape;4296;p13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7" name="Google Shape;4297;p13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8" name="Google Shape;4298;p13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9" name="Google Shape;4299;p13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0" name="Google Shape;4300;p13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1" name="Google Shape;4301;p13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2" name="Google Shape;4302;p13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3" name="Google Shape;4303;p13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4" name="Google Shape;4304;p13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5" name="Google Shape;4305;p13"/>
              <p:cNvSpPr/>
              <p:nvPr/>
            </p:nvSpPr>
            <p:spPr>
              <a:xfrm rot="10800000" flipH="1">
                <a:off x="5542101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6" name="Google Shape;4306;p13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7" name="Google Shape;4307;p13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8" name="Google Shape;4308;p13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9" name="Google Shape;4309;p13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0" name="Google Shape;4310;p13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1" name="Google Shape;4311;p13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2" name="Google Shape;4312;p13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3" name="Google Shape;4313;p13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4" name="Google Shape;4314;p13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5" name="Google Shape;4315;p13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6" name="Google Shape;4316;p13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7" name="Google Shape;4317;p13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8" name="Google Shape;4318;p13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9" name="Google Shape;4319;p13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0" name="Google Shape;4320;p13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1" name="Google Shape;4321;p13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22" name="Google Shape;4322;p13"/>
            <p:cNvSpPr/>
            <p:nvPr/>
          </p:nvSpPr>
          <p:spPr>
            <a:xfrm rot="10800000">
              <a:off x="5467181" y="2274087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3" name="Google Shape;4323;p13"/>
            <p:cNvSpPr/>
            <p:nvPr/>
          </p:nvSpPr>
          <p:spPr>
            <a:xfrm rot="10800000">
              <a:off x="1791338" y="2418078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4" name="Google Shape;4324;p13"/>
            <p:cNvSpPr/>
            <p:nvPr/>
          </p:nvSpPr>
          <p:spPr>
            <a:xfrm rot="10800000">
              <a:off x="4994538" y="1932740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5" name="Google Shape;4325;p13"/>
            <p:cNvSpPr/>
            <p:nvPr/>
          </p:nvSpPr>
          <p:spPr>
            <a:xfrm rot="10800000">
              <a:off x="2710372" y="255468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6" name="Google Shape;4326;p13"/>
            <p:cNvSpPr/>
            <p:nvPr/>
          </p:nvSpPr>
          <p:spPr>
            <a:xfrm rot="10800000">
              <a:off x="2984293" y="1435017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7" name="Google Shape;4327;p13"/>
            <p:cNvSpPr/>
            <p:nvPr/>
          </p:nvSpPr>
          <p:spPr>
            <a:xfrm rot="10800000">
              <a:off x="4625351" y="1874393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8" name="Google Shape;4328;p13"/>
            <p:cNvSpPr/>
            <p:nvPr/>
          </p:nvSpPr>
          <p:spPr>
            <a:xfrm rot="10800000">
              <a:off x="3812259" y="1429475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9" name="Google Shape;4329;p13"/>
            <p:cNvSpPr/>
            <p:nvPr/>
          </p:nvSpPr>
          <p:spPr>
            <a:xfrm rot="10800000">
              <a:off x="3473571" y="24251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0" name="Google Shape;4330;p13"/>
            <p:cNvSpPr/>
            <p:nvPr/>
          </p:nvSpPr>
          <p:spPr>
            <a:xfrm rot="10800000">
              <a:off x="3823198" y="1863430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1" name="Google Shape;4331;p13"/>
            <p:cNvSpPr/>
            <p:nvPr/>
          </p:nvSpPr>
          <p:spPr>
            <a:xfrm rot="10800000">
              <a:off x="4626925" y="2295271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2" name="Google Shape;4332;p13"/>
            <p:cNvSpPr/>
            <p:nvPr/>
          </p:nvSpPr>
          <p:spPr>
            <a:xfrm rot="10800000">
              <a:off x="2405511" y="1257842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3" name="Google Shape;4333;p13"/>
            <p:cNvSpPr/>
            <p:nvPr/>
          </p:nvSpPr>
          <p:spPr>
            <a:xfrm rot="10800000">
              <a:off x="4282295" y="1952925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4" name="Google Shape;4334;p13"/>
            <p:cNvSpPr/>
            <p:nvPr/>
          </p:nvSpPr>
          <p:spPr>
            <a:xfrm rot="10800000" flipH="1">
              <a:off x="2379646" y="1608191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5" name="Google Shape;4335;p13"/>
            <p:cNvSpPr/>
            <p:nvPr/>
          </p:nvSpPr>
          <p:spPr>
            <a:xfrm rot="10800000" flipH="1">
              <a:off x="2845296" y="2160906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6" name="Google Shape;4336;p13"/>
            <p:cNvSpPr/>
            <p:nvPr/>
          </p:nvSpPr>
          <p:spPr>
            <a:xfrm rot="10800000" flipH="1">
              <a:off x="1555075" y="19177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7" name="Google Shape;4337;p13"/>
            <p:cNvSpPr/>
            <p:nvPr/>
          </p:nvSpPr>
          <p:spPr>
            <a:xfrm rot="10800000" flipH="1">
              <a:off x="3472169" y="201385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8" name="Google Shape;4338;p13"/>
            <p:cNvSpPr/>
            <p:nvPr/>
          </p:nvSpPr>
          <p:spPr>
            <a:xfrm rot="10800000" flipH="1">
              <a:off x="2801524" y="179093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9" name="Google Shape;4339;p13"/>
            <p:cNvSpPr/>
            <p:nvPr/>
          </p:nvSpPr>
          <p:spPr>
            <a:xfrm rot="10800000" flipH="1">
              <a:off x="2007089" y="1854122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0" name="Google Shape;4340;p13"/>
            <p:cNvSpPr/>
            <p:nvPr/>
          </p:nvSpPr>
          <p:spPr>
            <a:xfrm rot="10800000" flipH="1">
              <a:off x="2379655" y="22472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1" name="Google Shape;4341;p13"/>
            <p:cNvSpPr/>
            <p:nvPr/>
          </p:nvSpPr>
          <p:spPr>
            <a:xfrm rot="10800000" flipH="1">
              <a:off x="3188821" y="1835070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2" name="Google Shape;4342;p13"/>
            <p:cNvSpPr/>
            <p:nvPr/>
          </p:nvSpPr>
          <p:spPr>
            <a:xfrm rot="-5400000">
              <a:off x="6437893" y="3297974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3" name="Google Shape;4343;p13"/>
            <p:cNvSpPr/>
            <p:nvPr/>
          </p:nvSpPr>
          <p:spPr>
            <a:xfrm rot="-5400000">
              <a:off x="7426754" y="3563094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4" name="Google Shape;4344;p13"/>
            <p:cNvSpPr/>
            <p:nvPr/>
          </p:nvSpPr>
          <p:spPr>
            <a:xfrm rot="-5400000">
              <a:off x="6614851" y="470363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13"/>
            <p:cNvSpPr/>
            <p:nvPr/>
          </p:nvSpPr>
          <p:spPr>
            <a:xfrm rot="-5400000">
              <a:off x="8881564" y="41406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6" name="Google Shape;4346;p13"/>
            <p:cNvSpPr/>
            <p:nvPr/>
          </p:nvSpPr>
          <p:spPr>
            <a:xfrm rot="-5400000">
              <a:off x="7511314" y="4294041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7" name="Google Shape;4347;p13"/>
            <p:cNvSpPr/>
            <p:nvPr/>
          </p:nvSpPr>
          <p:spPr>
            <a:xfrm rot="-5400000">
              <a:off x="5855679" y="1873118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13"/>
            <p:cNvSpPr/>
            <p:nvPr/>
          </p:nvSpPr>
          <p:spPr>
            <a:xfrm rot="-5400000">
              <a:off x="6656524" y="28572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13"/>
            <p:cNvSpPr/>
            <p:nvPr/>
          </p:nvSpPr>
          <p:spPr>
            <a:xfrm rot="-5400000">
              <a:off x="7274485" y="3966392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13"/>
            <p:cNvSpPr/>
            <p:nvPr/>
          </p:nvSpPr>
          <p:spPr>
            <a:xfrm rot="-5400000">
              <a:off x="8443762" y="3936907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13"/>
            <p:cNvSpPr/>
            <p:nvPr/>
          </p:nvSpPr>
          <p:spPr>
            <a:xfrm rot="-5400000">
              <a:off x="8670718" y="359025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13"/>
            <p:cNvSpPr/>
            <p:nvPr/>
          </p:nvSpPr>
          <p:spPr>
            <a:xfrm rot="-5400000">
              <a:off x="6164267" y="228667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13"/>
            <p:cNvSpPr/>
            <p:nvPr/>
          </p:nvSpPr>
          <p:spPr>
            <a:xfrm rot="-5400000">
              <a:off x="8716418" y="435483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13"/>
            <p:cNvSpPr/>
            <p:nvPr/>
          </p:nvSpPr>
          <p:spPr>
            <a:xfrm rot="-5400000">
              <a:off x="7458880" y="468461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5" name="Google Shape;4355;p13"/>
            <p:cNvSpPr/>
            <p:nvPr/>
          </p:nvSpPr>
          <p:spPr>
            <a:xfrm rot="-5400000">
              <a:off x="7046617" y="3062005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6" name="Google Shape;4356;p13"/>
            <p:cNvSpPr/>
            <p:nvPr/>
          </p:nvSpPr>
          <p:spPr>
            <a:xfrm rot="-5400000">
              <a:off x="7078796" y="427188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7" name="Google Shape;4357;p13"/>
            <p:cNvSpPr/>
            <p:nvPr/>
          </p:nvSpPr>
          <p:spPr>
            <a:xfrm rot="-5400000">
              <a:off x="6943689" y="351874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8" name="Google Shape;4358;p13"/>
            <p:cNvSpPr/>
            <p:nvPr/>
          </p:nvSpPr>
          <p:spPr>
            <a:xfrm rot="-5400000" flipH="1">
              <a:off x="6867546" y="170195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9" name="Google Shape;4359;p13"/>
            <p:cNvSpPr/>
            <p:nvPr/>
          </p:nvSpPr>
          <p:spPr>
            <a:xfrm rot="-5400000" flipH="1">
              <a:off x="6728032" y="2081749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13"/>
            <p:cNvSpPr/>
            <p:nvPr/>
          </p:nvSpPr>
          <p:spPr>
            <a:xfrm rot="-5400000" flipH="1">
              <a:off x="6580720" y="2418065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13"/>
            <p:cNvSpPr/>
            <p:nvPr/>
          </p:nvSpPr>
          <p:spPr>
            <a:xfrm rot="-5400000" flipH="1">
              <a:off x="7106104" y="203783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13"/>
            <p:cNvSpPr/>
            <p:nvPr/>
          </p:nvSpPr>
          <p:spPr>
            <a:xfrm rot="-5400000" flipH="1">
              <a:off x="5855819" y="285569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13"/>
            <p:cNvSpPr/>
            <p:nvPr/>
          </p:nvSpPr>
          <p:spPr>
            <a:xfrm rot="-5400000" flipH="1">
              <a:off x="8557992" y="422419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13"/>
            <p:cNvSpPr/>
            <p:nvPr/>
          </p:nvSpPr>
          <p:spPr>
            <a:xfrm rot="-5400000" flipH="1">
              <a:off x="7075119" y="2427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13"/>
            <p:cNvSpPr/>
            <p:nvPr/>
          </p:nvSpPr>
          <p:spPr>
            <a:xfrm rot="-5400000" flipH="1">
              <a:off x="6923371" y="25580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13"/>
            <p:cNvSpPr/>
            <p:nvPr/>
          </p:nvSpPr>
          <p:spPr>
            <a:xfrm rot="-5400000" flipH="1">
              <a:off x="7452482" y="411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13"/>
            <p:cNvSpPr/>
            <p:nvPr/>
          </p:nvSpPr>
          <p:spPr>
            <a:xfrm rot="-5400000">
              <a:off x="8807099" y="641429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13"/>
            <p:cNvSpPr/>
            <p:nvPr/>
          </p:nvSpPr>
          <p:spPr>
            <a:xfrm>
              <a:off x="2963692" y="4896893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13"/>
            <p:cNvSpPr/>
            <p:nvPr/>
          </p:nvSpPr>
          <p:spPr>
            <a:xfrm>
              <a:off x="471112" y="4574671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13"/>
            <p:cNvSpPr/>
            <p:nvPr/>
          </p:nvSpPr>
          <p:spPr>
            <a:xfrm>
              <a:off x="2753463" y="4668875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13"/>
            <p:cNvSpPr/>
            <p:nvPr/>
          </p:nvSpPr>
          <p:spPr>
            <a:xfrm>
              <a:off x="6655795" y="4840317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13"/>
            <p:cNvSpPr/>
            <p:nvPr/>
          </p:nvSpPr>
          <p:spPr>
            <a:xfrm>
              <a:off x="4825185" y="4561639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13"/>
            <p:cNvSpPr/>
            <p:nvPr/>
          </p:nvSpPr>
          <p:spPr>
            <a:xfrm>
              <a:off x="4222013" y="4852496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13"/>
            <p:cNvSpPr/>
            <p:nvPr/>
          </p:nvSpPr>
          <p:spPr>
            <a:xfrm>
              <a:off x="2394971" y="4710131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13"/>
            <p:cNvSpPr/>
            <p:nvPr/>
          </p:nvSpPr>
          <p:spPr>
            <a:xfrm>
              <a:off x="261895" y="4144797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13"/>
            <p:cNvSpPr/>
            <p:nvPr/>
          </p:nvSpPr>
          <p:spPr>
            <a:xfrm>
              <a:off x="1147839" y="4589456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13"/>
            <p:cNvSpPr/>
            <p:nvPr/>
          </p:nvSpPr>
          <p:spPr>
            <a:xfrm>
              <a:off x="1651262" y="4079205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13"/>
            <p:cNvSpPr/>
            <p:nvPr/>
          </p:nvSpPr>
          <p:spPr>
            <a:xfrm>
              <a:off x="5460560" y="460360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13"/>
            <p:cNvSpPr/>
            <p:nvPr/>
          </p:nvSpPr>
          <p:spPr>
            <a:xfrm>
              <a:off x="1698183" y="481064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13"/>
            <p:cNvSpPr/>
            <p:nvPr/>
          </p:nvSpPr>
          <p:spPr>
            <a:xfrm>
              <a:off x="201799" y="4466009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13"/>
            <p:cNvSpPr/>
            <p:nvPr/>
          </p:nvSpPr>
          <p:spPr>
            <a:xfrm>
              <a:off x="3465751" y="481683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13"/>
            <p:cNvSpPr/>
            <p:nvPr/>
          </p:nvSpPr>
          <p:spPr>
            <a:xfrm>
              <a:off x="2625602" y="5006428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13"/>
            <p:cNvSpPr/>
            <p:nvPr/>
          </p:nvSpPr>
          <p:spPr>
            <a:xfrm>
              <a:off x="2785939" y="4360921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13"/>
            <p:cNvSpPr/>
            <p:nvPr/>
          </p:nvSpPr>
          <p:spPr>
            <a:xfrm>
              <a:off x="189850" y="4847376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13"/>
            <p:cNvSpPr/>
            <p:nvPr/>
          </p:nvSpPr>
          <p:spPr>
            <a:xfrm flipH="1">
              <a:off x="2255392" y="3721275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13"/>
            <p:cNvSpPr/>
            <p:nvPr/>
          </p:nvSpPr>
          <p:spPr>
            <a:xfrm flipH="1">
              <a:off x="1929748" y="375979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13"/>
            <p:cNvSpPr/>
            <p:nvPr/>
          </p:nvSpPr>
          <p:spPr>
            <a:xfrm flipH="1">
              <a:off x="3183433" y="4265621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13"/>
            <p:cNvSpPr/>
            <p:nvPr/>
          </p:nvSpPr>
          <p:spPr>
            <a:xfrm flipH="1">
              <a:off x="1435716" y="435061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13"/>
            <p:cNvSpPr/>
            <p:nvPr/>
          </p:nvSpPr>
          <p:spPr>
            <a:xfrm flipH="1">
              <a:off x="1933866" y="459499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13"/>
            <p:cNvSpPr/>
            <p:nvPr/>
          </p:nvSpPr>
          <p:spPr>
            <a:xfrm flipH="1">
              <a:off x="5826957" y="4975631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13"/>
            <p:cNvSpPr/>
            <p:nvPr/>
          </p:nvSpPr>
          <p:spPr>
            <a:xfrm flipH="1">
              <a:off x="5920051" y="4707077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13"/>
            <p:cNvSpPr/>
            <p:nvPr/>
          </p:nvSpPr>
          <p:spPr>
            <a:xfrm flipH="1">
              <a:off x="2402654" y="408859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13"/>
            <p:cNvSpPr/>
            <p:nvPr/>
          </p:nvSpPr>
          <p:spPr>
            <a:xfrm flipH="1">
              <a:off x="2060344" y="421051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13"/>
            <p:cNvSpPr/>
            <p:nvPr/>
          </p:nvSpPr>
          <p:spPr>
            <a:xfrm rot="10800000" flipH="1">
              <a:off x="4535130" y="4810639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13"/>
            <p:cNvSpPr/>
            <p:nvPr/>
          </p:nvSpPr>
          <p:spPr>
            <a:xfrm rot="10800000" flipH="1">
              <a:off x="7364662" y="4897030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13"/>
            <p:cNvSpPr/>
            <p:nvPr/>
          </p:nvSpPr>
          <p:spPr>
            <a:xfrm rot="10800000" flipH="1">
              <a:off x="3162438" y="4666650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13"/>
            <p:cNvSpPr/>
            <p:nvPr/>
          </p:nvSpPr>
          <p:spPr>
            <a:xfrm rot="10800000" flipH="1">
              <a:off x="7867920" y="4559015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13"/>
            <p:cNvSpPr/>
            <p:nvPr/>
          </p:nvSpPr>
          <p:spPr>
            <a:xfrm rot="10800000" flipH="1">
              <a:off x="3602098" y="4325302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13"/>
            <p:cNvSpPr/>
            <p:nvPr/>
          </p:nvSpPr>
          <p:spPr>
            <a:xfrm rot="10800000" flipH="1">
              <a:off x="5530138" y="491183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13"/>
            <p:cNvSpPr/>
            <p:nvPr/>
          </p:nvSpPr>
          <p:spPr>
            <a:xfrm rot="10800000" flipH="1">
              <a:off x="8747946" y="49025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13"/>
            <p:cNvSpPr/>
            <p:nvPr/>
          </p:nvSpPr>
          <p:spPr>
            <a:xfrm rot="10800000" flipH="1">
              <a:off x="3920145" y="4027480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13"/>
            <p:cNvSpPr/>
            <p:nvPr/>
          </p:nvSpPr>
          <p:spPr>
            <a:xfrm rot="10800000" flipH="1">
              <a:off x="7908601" y="4897013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13"/>
            <p:cNvSpPr/>
            <p:nvPr/>
          </p:nvSpPr>
          <p:spPr>
            <a:xfrm rot="10800000" flipH="1">
              <a:off x="8263362" y="467816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13"/>
            <p:cNvSpPr/>
            <p:nvPr/>
          </p:nvSpPr>
          <p:spPr>
            <a:xfrm rot="10800000" flipH="1">
              <a:off x="5062260" y="501437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13"/>
            <p:cNvSpPr/>
            <p:nvPr/>
          </p:nvSpPr>
          <p:spPr>
            <a:xfrm rot="10800000" flipH="1">
              <a:off x="7008383" y="459511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13"/>
            <p:cNvSpPr/>
            <p:nvPr/>
          </p:nvSpPr>
          <p:spPr>
            <a:xfrm rot="10800000" flipH="1">
              <a:off x="6522899" y="50118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13"/>
            <p:cNvSpPr/>
            <p:nvPr/>
          </p:nvSpPr>
          <p:spPr>
            <a:xfrm rot="10800000" flipH="1">
              <a:off x="4825176" y="425599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13"/>
            <p:cNvSpPr/>
            <p:nvPr/>
          </p:nvSpPr>
          <p:spPr>
            <a:xfrm rot="10800000" flipH="1">
              <a:off x="3801114" y="4644633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13"/>
            <p:cNvSpPr/>
            <p:nvPr/>
          </p:nvSpPr>
          <p:spPr>
            <a:xfrm rot="10800000" flipH="1">
              <a:off x="6242864" y="3650405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13"/>
            <p:cNvSpPr/>
            <p:nvPr/>
          </p:nvSpPr>
          <p:spPr>
            <a:xfrm rot="10800000" flipH="1">
              <a:off x="4355000" y="434548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13"/>
            <p:cNvSpPr/>
            <p:nvPr/>
          </p:nvSpPr>
          <p:spPr>
            <a:xfrm rot="10800000">
              <a:off x="6131142" y="4380978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13"/>
            <p:cNvSpPr/>
            <p:nvPr/>
          </p:nvSpPr>
          <p:spPr>
            <a:xfrm rot="10800000">
              <a:off x="5824398" y="4244268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13"/>
            <p:cNvSpPr/>
            <p:nvPr/>
          </p:nvSpPr>
          <p:spPr>
            <a:xfrm rot="10800000">
              <a:off x="7867933" y="41406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13"/>
            <p:cNvSpPr/>
            <p:nvPr/>
          </p:nvSpPr>
          <p:spPr>
            <a:xfrm rot="10800000">
              <a:off x="5175366" y="4406414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13"/>
            <p:cNvSpPr/>
            <p:nvPr/>
          </p:nvSpPr>
          <p:spPr>
            <a:xfrm rot="10800000">
              <a:off x="5788441" y="388727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13"/>
            <p:cNvSpPr/>
            <p:nvPr/>
          </p:nvSpPr>
          <p:spPr>
            <a:xfrm rot="10800000">
              <a:off x="6627657" y="4246684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13"/>
            <p:cNvSpPr/>
            <p:nvPr/>
          </p:nvSpPr>
          <p:spPr>
            <a:xfrm rot="10800000">
              <a:off x="6243864" y="46454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13"/>
            <p:cNvSpPr/>
            <p:nvPr/>
          </p:nvSpPr>
          <p:spPr>
            <a:xfrm rot="10800000">
              <a:off x="6739829" y="3858824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13"/>
            <p:cNvSpPr/>
            <p:nvPr/>
          </p:nvSpPr>
          <p:spPr>
            <a:xfrm rot="10800000">
              <a:off x="5459569" y="422763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13"/>
            <p:cNvSpPr/>
            <p:nvPr/>
          </p:nvSpPr>
          <p:spPr>
            <a:xfrm rot="10800000" flipH="1">
              <a:off x="1874423" y="145764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13"/>
            <p:cNvSpPr/>
            <p:nvPr/>
          </p:nvSpPr>
          <p:spPr>
            <a:xfrm rot="-5400000">
              <a:off x="7273617" y="1644380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22" name="Google Shape;4422;p13"/>
            <p:cNvGrpSpPr/>
            <p:nvPr/>
          </p:nvGrpSpPr>
          <p:grpSpPr>
            <a:xfrm rot="5400000">
              <a:off x="6199788" y="1372590"/>
              <a:ext cx="3964145" cy="1455821"/>
              <a:chOff x="3233388" y="140740"/>
              <a:chExt cx="3964145" cy="1455821"/>
            </a:xfrm>
          </p:grpSpPr>
          <p:sp>
            <p:nvSpPr>
              <p:cNvPr id="4423" name="Google Shape;4423;p13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4" name="Google Shape;4424;p13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5" name="Google Shape;4425;p13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6" name="Google Shape;4426;p13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7" name="Google Shape;4427;p13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8" name="Google Shape;4428;p13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9" name="Google Shape;4429;p13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0" name="Google Shape;4430;p13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1" name="Google Shape;4431;p13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2" name="Google Shape;4432;p13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3" name="Google Shape;4433;p13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4" name="Google Shape;4434;p13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5" name="Google Shape;4435;p13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6" name="Google Shape;4436;p13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7" name="Google Shape;4437;p13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8" name="Google Shape;4438;p13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9" name="Google Shape;4439;p13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0" name="Google Shape;4440;p13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1" name="Google Shape;4441;p13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2" name="Google Shape;4442;p13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3" name="Google Shape;4443;p13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4" name="Google Shape;4444;p13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5" name="Google Shape;4445;p13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6" name="Google Shape;4446;p13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7" name="Google Shape;4447;p13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8" name="Google Shape;4448;p13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49" name="Google Shape;4449;p13"/>
            <p:cNvSpPr/>
            <p:nvPr/>
          </p:nvSpPr>
          <p:spPr>
            <a:xfrm rot="-5400000" flipH="1">
              <a:off x="6408804" y="1645169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13"/>
            <p:cNvSpPr/>
            <p:nvPr/>
          </p:nvSpPr>
          <p:spPr>
            <a:xfrm rot="10800000">
              <a:off x="4228830" y="1192853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13"/>
            <p:cNvSpPr/>
            <p:nvPr/>
          </p:nvSpPr>
          <p:spPr>
            <a:xfrm rot="10800000">
              <a:off x="5446704" y="14630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13"/>
            <p:cNvSpPr/>
            <p:nvPr/>
          </p:nvSpPr>
          <p:spPr>
            <a:xfrm rot="10800000">
              <a:off x="4326649" y="1429493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13"/>
            <p:cNvSpPr/>
            <p:nvPr/>
          </p:nvSpPr>
          <p:spPr>
            <a:xfrm rot="10800000">
              <a:off x="4009721" y="2218151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54" name="Google Shape;4454;p13"/>
            <p:cNvGrpSpPr/>
            <p:nvPr/>
          </p:nvGrpSpPr>
          <p:grpSpPr>
            <a:xfrm>
              <a:off x="234224" y="118425"/>
              <a:ext cx="3532446" cy="1609151"/>
              <a:chOff x="140599" y="118425"/>
              <a:chExt cx="3532446" cy="1609151"/>
            </a:xfrm>
          </p:grpSpPr>
          <p:sp>
            <p:nvSpPr>
              <p:cNvPr id="4455" name="Google Shape;4455;p13"/>
              <p:cNvSpPr/>
              <p:nvPr/>
            </p:nvSpPr>
            <p:spPr>
              <a:xfrm>
                <a:off x="703605" y="276605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6" name="Google Shape;4456;p13"/>
              <p:cNvSpPr/>
              <p:nvPr/>
            </p:nvSpPr>
            <p:spPr>
              <a:xfrm>
                <a:off x="438762" y="1265458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7" name="Google Shape;4457;p13"/>
              <p:cNvSpPr/>
              <p:nvPr/>
            </p:nvSpPr>
            <p:spPr>
              <a:xfrm>
                <a:off x="322613" y="11842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8" name="Google Shape;4458;p13"/>
              <p:cNvSpPr/>
              <p:nvPr/>
            </p:nvSpPr>
            <p:spPr>
              <a:xfrm>
                <a:off x="3632370" y="320667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9" name="Google Shape;4459;p13"/>
              <p:cNvSpPr/>
              <p:nvPr/>
            </p:nvSpPr>
            <p:spPr>
              <a:xfrm>
                <a:off x="568548" y="863464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0" name="Google Shape;4460;p13"/>
              <p:cNvSpPr/>
              <p:nvPr/>
            </p:nvSpPr>
            <p:spPr>
              <a:xfrm>
                <a:off x="1698613" y="226284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1" name="Google Shape;4461;p13"/>
              <p:cNvSpPr/>
              <p:nvPr/>
            </p:nvSpPr>
            <p:spPr>
              <a:xfrm>
                <a:off x="332845" y="70012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2" name="Google Shape;4462;p13"/>
              <p:cNvSpPr/>
              <p:nvPr/>
            </p:nvSpPr>
            <p:spPr>
              <a:xfrm>
                <a:off x="1722212" y="63453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3" name="Google Shape;4463;p13"/>
              <p:cNvSpPr/>
              <p:nvPr/>
            </p:nvSpPr>
            <p:spPr>
              <a:xfrm>
                <a:off x="1230735" y="13101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4" name="Google Shape;4464;p13"/>
              <p:cNvSpPr/>
              <p:nvPr/>
            </p:nvSpPr>
            <p:spPr>
              <a:xfrm>
                <a:off x="600808" y="156907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5" name="Google Shape;4465;p13"/>
              <p:cNvSpPr/>
              <p:nvPr/>
            </p:nvSpPr>
            <p:spPr>
              <a:xfrm>
                <a:off x="140599" y="1048834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6" name="Google Shape;4466;p13"/>
              <p:cNvSpPr/>
              <p:nvPr/>
            </p:nvSpPr>
            <p:spPr>
              <a:xfrm>
                <a:off x="927051" y="523633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7" name="Google Shape;4467;p13"/>
              <p:cNvSpPr/>
              <p:nvPr/>
            </p:nvSpPr>
            <p:spPr>
              <a:xfrm>
                <a:off x="194752" y="45597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8" name="Google Shape;4468;p13"/>
              <p:cNvSpPr/>
              <p:nvPr/>
            </p:nvSpPr>
            <p:spPr>
              <a:xfrm>
                <a:off x="2856889" y="916246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9" name="Google Shape;4469;p13"/>
              <p:cNvSpPr/>
              <p:nvPr/>
            </p:nvSpPr>
            <p:spPr>
              <a:xfrm>
                <a:off x="300425" y="16832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0" name="Google Shape;4470;p13"/>
              <p:cNvSpPr/>
              <p:nvPr/>
            </p:nvSpPr>
            <p:spPr>
              <a:xfrm flipH="1">
                <a:off x="2326342" y="276600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1" name="Google Shape;4471;p13"/>
              <p:cNvSpPr/>
              <p:nvPr/>
            </p:nvSpPr>
            <p:spPr>
              <a:xfrm flipH="1">
                <a:off x="2000698" y="31511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2" name="Google Shape;4472;p13"/>
              <p:cNvSpPr/>
              <p:nvPr/>
            </p:nvSpPr>
            <p:spPr>
              <a:xfrm flipH="1">
                <a:off x="3254383" y="82094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3" name="Google Shape;4473;p13"/>
              <p:cNvSpPr/>
              <p:nvPr/>
            </p:nvSpPr>
            <p:spPr>
              <a:xfrm flipH="1">
                <a:off x="1343841" y="73169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4" name="Google Shape;4474;p13"/>
              <p:cNvSpPr/>
              <p:nvPr/>
            </p:nvSpPr>
            <p:spPr>
              <a:xfrm flipH="1">
                <a:off x="2803532" y="455981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5" name="Google Shape;4475;p13"/>
              <p:cNvSpPr/>
              <p:nvPr/>
            </p:nvSpPr>
            <p:spPr>
              <a:xfrm flipH="1">
                <a:off x="2896626" y="187427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6" name="Google Shape;4476;p13"/>
              <p:cNvSpPr/>
              <p:nvPr/>
            </p:nvSpPr>
            <p:spPr>
              <a:xfrm flipH="1">
                <a:off x="2473604" y="64392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7" name="Google Shape;4477;p13"/>
              <p:cNvSpPr/>
              <p:nvPr/>
            </p:nvSpPr>
            <p:spPr>
              <a:xfrm flipH="1">
                <a:off x="2131294" y="76583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8" name="Google Shape;4478;p13"/>
              <p:cNvSpPr/>
              <p:nvPr/>
            </p:nvSpPr>
            <p:spPr>
              <a:xfrm flipH="1">
                <a:off x="2004816" y="1150323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9" name="Google Shape;4479;p13"/>
              <p:cNvSpPr/>
              <p:nvPr/>
            </p:nvSpPr>
            <p:spPr>
              <a:xfrm>
                <a:off x="1218789" y="1144781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0" name="Google Shape;4480;p13"/>
              <p:cNvSpPr/>
              <p:nvPr/>
            </p:nvSpPr>
            <p:spPr>
              <a:xfrm>
                <a:off x="2465921" y="1265456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81" name="Google Shape;4481;p13"/>
            <p:cNvSpPr/>
            <p:nvPr/>
          </p:nvSpPr>
          <p:spPr>
            <a:xfrm rot="10800000">
              <a:off x="3465760" y="121062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82" name="Google Shape;4482;p13"/>
            <p:cNvGrpSpPr/>
            <p:nvPr/>
          </p:nvGrpSpPr>
          <p:grpSpPr>
            <a:xfrm>
              <a:off x="3327013" y="140740"/>
              <a:ext cx="3964145" cy="1455821"/>
              <a:chOff x="3233388" y="140740"/>
              <a:chExt cx="3964145" cy="1455821"/>
            </a:xfrm>
          </p:grpSpPr>
          <p:sp>
            <p:nvSpPr>
              <p:cNvPr id="4483" name="Google Shape;4483;p13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4" name="Google Shape;4484;p13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5" name="Google Shape;4485;p13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6" name="Google Shape;4486;p13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7" name="Google Shape;4487;p13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8" name="Google Shape;4488;p13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9" name="Google Shape;4489;p13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0" name="Google Shape;4490;p13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1" name="Google Shape;4491;p13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2" name="Google Shape;4492;p13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3" name="Google Shape;4493;p13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4" name="Google Shape;4494;p13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5" name="Google Shape;4495;p13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6" name="Google Shape;4496;p13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7" name="Google Shape;4497;p13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8" name="Google Shape;4498;p13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9" name="Google Shape;4499;p13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0" name="Google Shape;4500;p13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1" name="Google Shape;4501;p13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2" name="Google Shape;4502;p13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3" name="Google Shape;4503;p13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4" name="Google Shape;4504;p13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5" name="Google Shape;4505;p13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6" name="Google Shape;4506;p13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7" name="Google Shape;4507;p13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8" name="Google Shape;4508;p13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09" name="Google Shape;4509;p13"/>
          <p:cNvGrpSpPr/>
          <p:nvPr/>
        </p:nvGrpSpPr>
        <p:grpSpPr>
          <a:xfrm>
            <a:off x="-466769" y="-458946"/>
            <a:ext cx="3825803" cy="2654234"/>
            <a:chOff x="-466769" y="-458946"/>
            <a:chExt cx="3825803" cy="2654234"/>
          </a:xfrm>
        </p:grpSpPr>
        <p:grpSp>
          <p:nvGrpSpPr>
            <p:cNvPr id="4510" name="Google Shape;4510;p13"/>
            <p:cNvGrpSpPr/>
            <p:nvPr/>
          </p:nvGrpSpPr>
          <p:grpSpPr>
            <a:xfrm flipH="1">
              <a:off x="-466769" y="50218"/>
              <a:ext cx="1699100" cy="2145071"/>
              <a:chOff x="146217" y="2712579"/>
              <a:chExt cx="1552966" cy="1960401"/>
            </a:xfrm>
          </p:grpSpPr>
          <p:grpSp>
            <p:nvGrpSpPr>
              <p:cNvPr id="4511" name="Google Shape;4511;p13"/>
              <p:cNvGrpSpPr/>
              <p:nvPr/>
            </p:nvGrpSpPr>
            <p:grpSpPr>
              <a:xfrm>
                <a:off x="146217" y="2712579"/>
                <a:ext cx="1134008" cy="607901"/>
                <a:chOff x="5206900" y="826150"/>
                <a:chExt cx="599275" cy="321250"/>
              </a:xfrm>
            </p:grpSpPr>
            <p:sp>
              <p:nvSpPr>
                <p:cNvPr id="4512" name="Google Shape;4512;p13"/>
                <p:cNvSpPr/>
                <p:nvPr/>
              </p:nvSpPr>
              <p:spPr>
                <a:xfrm>
                  <a:off x="5206900" y="828950"/>
                  <a:ext cx="25225" cy="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1025" extrusionOk="0">
                      <a:moveTo>
                        <a:pt x="1008" y="448"/>
                      </a:moveTo>
                      <a:cubicBezTo>
                        <a:pt x="1008" y="832"/>
                        <a:pt x="544" y="1024"/>
                        <a:pt x="272" y="752"/>
                      </a:cubicBezTo>
                      <a:cubicBezTo>
                        <a:pt x="0" y="480"/>
                        <a:pt x="192" y="0"/>
                        <a:pt x="576" y="0"/>
                      </a:cubicBezTo>
                      <a:cubicBezTo>
                        <a:pt x="816" y="0"/>
                        <a:pt x="1008" y="208"/>
                        <a:pt x="1008" y="44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3" name="Google Shape;4513;p13"/>
                <p:cNvSpPr/>
                <p:nvPr/>
              </p:nvSpPr>
              <p:spPr>
                <a:xfrm>
                  <a:off x="5468125" y="1067750"/>
                  <a:ext cx="2562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09" extrusionOk="0">
                      <a:moveTo>
                        <a:pt x="1024" y="433"/>
                      </a:moveTo>
                      <a:cubicBezTo>
                        <a:pt x="1024" y="817"/>
                        <a:pt x="560" y="1009"/>
                        <a:pt x="288" y="737"/>
                      </a:cubicBezTo>
                      <a:cubicBezTo>
                        <a:pt x="0" y="465"/>
                        <a:pt x="208" y="1"/>
                        <a:pt x="592" y="1"/>
                      </a:cubicBezTo>
                      <a:cubicBezTo>
                        <a:pt x="832" y="1"/>
                        <a:pt x="1024" y="193"/>
                        <a:pt x="1024" y="4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4" name="Google Shape;4514;p13"/>
                <p:cNvSpPr/>
                <p:nvPr/>
              </p:nvSpPr>
              <p:spPr>
                <a:xfrm>
                  <a:off x="5679325" y="1085750"/>
                  <a:ext cx="25625" cy="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26" extrusionOk="0">
                      <a:moveTo>
                        <a:pt x="1025" y="433"/>
                      </a:moveTo>
                      <a:cubicBezTo>
                        <a:pt x="1025" y="833"/>
                        <a:pt x="545" y="1025"/>
                        <a:pt x="273" y="753"/>
                      </a:cubicBezTo>
                      <a:cubicBezTo>
                        <a:pt x="1" y="481"/>
                        <a:pt x="193" y="1"/>
                        <a:pt x="577" y="1"/>
                      </a:cubicBezTo>
                      <a:cubicBezTo>
                        <a:pt x="817" y="1"/>
                        <a:pt x="1025" y="193"/>
                        <a:pt x="1025" y="4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5" name="Google Shape;4515;p13"/>
                <p:cNvSpPr/>
                <p:nvPr/>
              </p:nvSpPr>
              <p:spPr>
                <a:xfrm>
                  <a:off x="5318900" y="877350"/>
                  <a:ext cx="4425" cy="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7" extrusionOk="0">
                      <a:moveTo>
                        <a:pt x="177" y="80"/>
                      </a:moveTo>
                      <a:cubicBezTo>
                        <a:pt x="177" y="128"/>
                        <a:pt x="145" y="176"/>
                        <a:pt x="97" y="176"/>
                      </a:cubicBezTo>
                      <a:cubicBezTo>
                        <a:pt x="49" y="176"/>
                        <a:pt x="1" y="128"/>
                        <a:pt x="1" y="80"/>
                      </a:cubicBezTo>
                      <a:cubicBezTo>
                        <a:pt x="1" y="32"/>
                        <a:pt x="49" y="0"/>
                        <a:pt x="97" y="0"/>
                      </a:cubicBezTo>
                      <a:cubicBezTo>
                        <a:pt x="145" y="0"/>
                        <a:pt x="177" y="32"/>
                        <a:pt x="177" y="8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6" name="Google Shape;4516;p13"/>
                <p:cNvSpPr/>
                <p:nvPr/>
              </p:nvSpPr>
              <p:spPr>
                <a:xfrm>
                  <a:off x="5749725" y="10213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1" y="97"/>
                      </a:moveTo>
                      <a:cubicBezTo>
                        <a:pt x="241" y="241"/>
                        <a:pt x="1" y="1"/>
                        <a:pt x="145" y="1"/>
                      </a:cubicBezTo>
                      <a:cubicBezTo>
                        <a:pt x="193" y="1"/>
                        <a:pt x="225" y="49"/>
                        <a:pt x="241" y="9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7" name="Google Shape;4517;p13"/>
                <p:cNvSpPr/>
                <p:nvPr/>
              </p:nvSpPr>
              <p:spPr>
                <a:xfrm>
                  <a:off x="5527725" y="8749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0" y="96"/>
                      </a:moveTo>
                      <a:cubicBezTo>
                        <a:pt x="240" y="240"/>
                        <a:pt x="0" y="0"/>
                        <a:pt x="144" y="0"/>
                      </a:cubicBezTo>
                      <a:cubicBezTo>
                        <a:pt x="192" y="0"/>
                        <a:pt x="240" y="48"/>
                        <a:pt x="240" y="9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8" name="Google Shape;4518;p13"/>
                <p:cNvSpPr/>
                <p:nvPr/>
              </p:nvSpPr>
              <p:spPr>
                <a:xfrm>
                  <a:off x="5418900" y="861350"/>
                  <a:ext cx="6025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25" extrusionOk="0">
                      <a:moveTo>
                        <a:pt x="241" y="64"/>
                      </a:moveTo>
                      <a:cubicBezTo>
                        <a:pt x="241" y="112"/>
                        <a:pt x="225" y="160"/>
                        <a:pt x="177" y="176"/>
                      </a:cubicBezTo>
                      <a:cubicBezTo>
                        <a:pt x="49" y="224"/>
                        <a:pt x="1" y="32"/>
                        <a:pt x="129" y="16"/>
                      </a:cubicBezTo>
                      <a:cubicBezTo>
                        <a:pt x="177" y="0"/>
                        <a:pt x="225" y="16"/>
                        <a:pt x="241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9" name="Google Shape;4519;p13"/>
                <p:cNvSpPr/>
                <p:nvPr/>
              </p:nvSpPr>
              <p:spPr>
                <a:xfrm>
                  <a:off x="5634925" y="98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1" y="209"/>
                      </a:moveTo>
                      <a:cubicBezTo>
                        <a:pt x="481" y="385"/>
                        <a:pt x="257" y="481"/>
                        <a:pt x="129" y="353"/>
                      </a:cubicBezTo>
                      <a:cubicBezTo>
                        <a:pt x="1" y="225"/>
                        <a:pt x="97" y="1"/>
                        <a:pt x="273" y="1"/>
                      </a:cubicBezTo>
                      <a:cubicBezTo>
                        <a:pt x="385" y="1"/>
                        <a:pt x="481" y="97"/>
                        <a:pt x="481" y="2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0" name="Google Shape;4520;p13"/>
                <p:cNvSpPr/>
                <p:nvPr/>
              </p:nvSpPr>
              <p:spPr>
                <a:xfrm>
                  <a:off x="5717725" y="1135775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2"/>
                      </a:moveTo>
                      <a:cubicBezTo>
                        <a:pt x="465" y="368"/>
                        <a:pt x="257" y="464"/>
                        <a:pt x="129" y="336"/>
                      </a:cubicBezTo>
                      <a:cubicBezTo>
                        <a:pt x="1" y="208"/>
                        <a:pt x="81" y="0"/>
                        <a:pt x="273" y="0"/>
                      </a:cubicBezTo>
                      <a:cubicBezTo>
                        <a:pt x="385" y="0"/>
                        <a:pt x="465" y="80"/>
                        <a:pt x="465" y="19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1" name="Google Shape;4521;p13"/>
                <p:cNvSpPr/>
                <p:nvPr/>
              </p:nvSpPr>
              <p:spPr>
                <a:xfrm>
                  <a:off x="5316900" y="997350"/>
                  <a:ext cx="116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81" extrusionOk="0">
                      <a:moveTo>
                        <a:pt x="465" y="209"/>
                      </a:moveTo>
                      <a:cubicBezTo>
                        <a:pt x="465" y="385"/>
                        <a:pt x="257" y="481"/>
                        <a:pt x="129" y="353"/>
                      </a:cubicBezTo>
                      <a:cubicBezTo>
                        <a:pt x="1" y="225"/>
                        <a:pt x="81" y="1"/>
                        <a:pt x="273" y="1"/>
                      </a:cubicBezTo>
                      <a:cubicBezTo>
                        <a:pt x="369" y="1"/>
                        <a:pt x="465" y="97"/>
                        <a:pt x="465" y="2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2" name="Google Shape;4522;p13"/>
                <p:cNvSpPr/>
                <p:nvPr/>
              </p:nvSpPr>
              <p:spPr>
                <a:xfrm>
                  <a:off x="5331700" y="1124575"/>
                  <a:ext cx="120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65" extrusionOk="0">
                      <a:moveTo>
                        <a:pt x="481" y="208"/>
                      </a:moveTo>
                      <a:cubicBezTo>
                        <a:pt x="481" y="384"/>
                        <a:pt x="257" y="464"/>
                        <a:pt x="129" y="352"/>
                      </a:cubicBezTo>
                      <a:cubicBezTo>
                        <a:pt x="1" y="224"/>
                        <a:pt x="97" y="0"/>
                        <a:pt x="273" y="0"/>
                      </a:cubicBezTo>
                      <a:cubicBezTo>
                        <a:pt x="385" y="0"/>
                        <a:pt x="481" y="96"/>
                        <a:pt x="481" y="20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3" name="Google Shape;4523;p13"/>
                <p:cNvSpPr/>
                <p:nvPr/>
              </p:nvSpPr>
              <p:spPr>
                <a:xfrm>
                  <a:off x="5794150" y="90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0" y="208"/>
                      </a:moveTo>
                      <a:cubicBezTo>
                        <a:pt x="480" y="384"/>
                        <a:pt x="256" y="480"/>
                        <a:pt x="128" y="352"/>
                      </a:cubicBezTo>
                      <a:cubicBezTo>
                        <a:pt x="0" y="224"/>
                        <a:pt x="96" y="0"/>
                        <a:pt x="272" y="0"/>
                      </a:cubicBezTo>
                      <a:cubicBezTo>
                        <a:pt x="384" y="0"/>
                        <a:pt x="480" y="96"/>
                        <a:pt x="480" y="20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4" name="Google Shape;4524;p13"/>
                <p:cNvSpPr/>
                <p:nvPr/>
              </p:nvSpPr>
              <p:spPr>
                <a:xfrm>
                  <a:off x="5290500" y="924950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3"/>
                      </a:moveTo>
                      <a:cubicBezTo>
                        <a:pt x="465" y="369"/>
                        <a:pt x="257" y="465"/>
                        <a:pt x="129" y="337"/>
                      </a:cubicBezTo>
                      <a:cubicBezTo>
                        <a:pt x="1" y="209"/>
                        <a:pt x="97" y="0"/>
                        <a:pt x="273" y="0"/>
                      </a:cubicBezTo>
                      <a:cubicBezTo>
                        <a:pt x="385" y="0"/>
                        <a:pt x="465" y="81"/>
                        <a:pt x="465" y="19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5" name="Google Shape;4525;p13"/>
                <p:cNvSpPr/>
                <p:nvPr/>
              </p:nvSpPr>
              <p:spPr>
                <a:xfrm>
                  <a:off x="5680925" y="826150"/>
                  <a:ext cx="43225" cy="4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extrusionOk="0">
                      <a:moveTo>
                        <a:pt x="865" y="1728"/>
                      </a:moveTo>
                      <a:lnTo>
                        <a:pt x="865" y="1728"/>
                      </a:lnTo>
                      <a:cubicBezTo>
                        <a:pt x="865" y="1248"/>
                        <a:pt x="481" y="864"/>
                        <a:pt x="1" y="864"/>
                      </a:cubicBezTo>
                      <a:lnTo>
                        <a:pt x="1" y="864"/>
                      </a:lnTo>
                      <a:cubicBezTo>
                        <a:pt x="481" y="864"/>
                        <a:pt x="865" y="480"/>
                        <a:pt x="865" y="0"/>
                      </a:cubicBezTo>
                      <a:lnTo>
                        <a:pt x="865" y="0"/>
                      </a:lnTo>
                      <a:cubicBezTo>
                        <a:pt x="865" y="480"/>
                        <a:pt x="1265" y="864"/>
                        <a:pt x="1729" y="864"/>
                      </a:cubicBezTo>
                      <a:lnTo>
                        <a:pt x="1729" y="864"/>
                      </a:lnTo>
                      <a:cubicBezTo>
                        <a:pt x="1265" y="864"/>
                        <a:pt x="865" y="1248"/>
                        <a:pt x="865" y="172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26" name="Google Shape;4526;p13"/>
              <p:cNvGrpSpPr/>
              <p:nvPr/>
            </p:nvGrpSpPr>
            <p:grpSpPr>
              <a:xfrm rot="-9256633">
                <a:off x="489429" y="3110262"/>
                <a:ext cx="1134020" cy="607908"/>
                <a:chOff x="5206900" y="826150"/>
                <a:chExt cx="599275" cy="321250"/>
              </a:xfrm>
            </p:grpSpPr>
            <p:sp>
              <p:nvSpPr>
                <p:cNvPr id="4527" name="Google Shape;4527;p13"/>
                <p:cNvSpPr/>
                <p:nvPr/>
              </p:nvSpPr>
              <p:spPr>
                <a:xfrm>
                  <a:off x="5206900" y="828950"/>
                  <a:ext cx="25225" cy="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1025" extrusionOk="0">
                      <a:moveTo>
                        <a:pt x="1008" y="448"/>
                      </a:moveTo>
                      <a:cubicBezTo>
                        <a:pt x="1008" y="832"/>
                        <a:pt x="544" y="1024"/>
                        <a:pt x="272" y="752"/>
                      </a:cubicBezTo>
                      <a:cubicBezTo>
                        <a:pt x="0" y="480"/>
                        <a:pt x="192" y="0"/>
                        <a:pt x="576" y="0"/>
                      </a:cubicBezTo>
                      <a:cubicBezTo>
                        <a:pt x="816" y="0"/>
                        <a:pt x="1008" y="208"/>
                        <a:pt x="1008" y="44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8" name="Google Shape;4528;p13"/>
                <p:cNvSpPr/>
                <p:nvPr/>
              </p:nvSpPr>
              <p:spPr>
                <a:xfrm>
                  <a:off x="5468125" y="1067750"/>
                  <a:ext cx="2562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09" extrusionOk="0">
                      <a:moveTo>
                        <a:pt x="1024" y="433"/>
                      </a:moveTo>
                      <a:cubicBezTo>
                        <a:pt x="1024" y="817"/>
                        <a:pt x="560" y="1009"/>
                        <a:pt x="288" y="737"/>
                      </a:cubicBezTo>
                      <a:cubicBezTo>
                        <a:pt x="0" y="465"/>
                        <a:pt x="208" y="1"/>
                        <a:pt x="592" y="1"/>
                      </a:cubicBezTo>
                      <a:cubicBezTo>
                        <a:pt x="832" y="1"/>
                        <a:pt x="1024" y="193"/>
                        <a:pt x="1024" y="4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29" name="Google Shape;4529;p13"/>
                <p:cNvSpPr/>
                <p:nvPr/>
              </p:nvSpPr>
              <p:spPr>
                <a:xfrm>
                  <a:off x="5679325" y="1085750"/>
                  <a:ext cx="25625" cy="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26" extrusionOk="0">
                      <a:moveTo>
                        <a:pt x="1025" y="433"/>
                      </a:moveTo>
                      <a:cubicBezTo>
                        <a:pt x="1025" y="833"/>
                        <a:pt x="545" y="1025"/>
                        <a:pt x="273" y="753"/>
                      </a:cubicBezTo>
                      <a:cubicBezTo>
                        <a:pt x="1" y="481"/>
                        <a:pt x="193" y="1"/>
                        <a:pt x="577" y="1"/>
                      </a:cubicBezTo>
                      <a:cubicBezTo>
                        <a:pt x="817" y="1"/>
                        <a:pt x="1025" y="193"/>
                        <a:pt x="1025" y="4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0" name="Google Shape;4530;p13"/>
                <p:cNvSpPr/>
                <p:nvPr/>
              </p:nvSpPr>
              <p:spPr>
                <a:xfrm>
                  <a:off x="5318900" y="877350"/>
                  <a:ext cx="4425" cy="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7" extrusionOk="0">
                      <a:moveTo>
                        <a:pt x="177" y="80"/>
                      </a:moveTo>
                      <a:cubicBezTo>
                        <a:pt x="177" y="128"/>
                        <a:pt x="145" y="176"/>
                        <a:pt x="97" y="176"/>
                      </a:cubicBezTo>
                      <a:cubicBezTo>
                        <a:pt x="49" y="176"/>
                        <a:pt x="1" y="128"/>
                        <a:pt x="1" y="80"/>
                      </a:cubicBezTo>
                      <a:cubicBezTo>
                        <a:pt x="1" y="32"/>
                        <a:pt x="49" y="0"/>
                        <a:pt x="97" y="0"/>
                      </a:cubicBezTo>
                      <a:cubicBezTo>
                        <a:pt x="145" y="0"/>
                        <a:pt x="177" y="32"/>
                        <a:pt x="177" y="8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1" name="Google Shape;4531;p13"/>
                <p:cNvSpPr/>
                <p:nvPr/>
              </p:nvSpPr>
              <p:spPr>
                <a:xfrm>
                  <a:off x="5749725" y="10213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1" y="97"/>
                      </a:moveTo>
                      <a:cubicBezTo>
                        <a:pt x="241" y="241"/>
                        <a:pt x="1" y="1"/>
                        <a:pt x="145" y="1"/>
                      </a:cubicBezTo>
                      <a:cubicBezTo>
                        <a:pt x="193" y="1"/>
                        <a:pt x="225" y="49"/>
                        <a:pt x="241" y="9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2" name="Google Shape;4532;p13"/>
                <p:cNvSpPr/>
                <p:nvPr/>
              </p:nvSpPr>
              <p:spPr>
                <a:xfrm>
                  <a:off x="5527725" y="8749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0" y="96"/>
                      </a:moveTo>
                      <a:cubicBezTo>
                        <a:pt x="240" y="240"/>
                        <a:pt x="0" y="0"/>
                        <a:pt x="144" y="0"/>
                      </a:cubicBezTo>
                      <a:cubicBezTo>
                        <a:pt x="192" y="0"/>
                        <a:pt x="240" y="48"/>
                        <a:pt x="240" y="9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3" name="Google Shape;4533;p13"/>
                <p:cNvSpPr/>
                <p:nvPr/>
              </p:nvSpPr>
              <p:spPr>
                <a:xfrm>
                  <a:off x="5418900" y="861350"/>
                  <a:ext cx="6025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25" extrusionOk="0">
                      <a:moveTo>
                        <a:pt x="241" y="64"/>
                      </a:moveTo>
                      <a:cubicBezTo>
                        <a:pt x="241" y="112"/>
                        <a:pt x="225" y="160"/>
                        <a:pt x="177" y="176"/>
                      </a:cubicBezTo>
                      <a:cubicBezTo>
                        <a:pt x="49" y="224"/>
                        <a:pt x="1" y="32"/>
                        <a:pt x="129" y="16"/>
                      </a:cubicBezTo>
                      <a:cubicBezTo>
                        <a:pt x="177" y="0"/>
                        <a:pt x="225" y="16"/>
                        <a:pt x="241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4" name="Google Shape;4534;p13"/>
                <p:cNvSpPr/>
                <p:nvPr/>
              </p:nvSpPr>
              <p:spPr>
                <a:xfrm>
                  <a:off x="5634925" y="98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1" y="209"/>
                      </a:moveTo>
                      <a:cubicBezTo>
                        <a:pt x="481" y="385"/>
                        <a:pt x="257" y="481"/>
                        <a:pt x="129" y="353"/>
                      </a:cubicBezTo>
                      <a:cubicBezTo>
                        <a:pt x="1" y="225"/>
                        <a:pt x="97" y="1"/>
                        <a:pt x="273" y="1"/>
                      </a:cubicBezTo>
                      <a:cubicBezTo>
                        <a:pt x="385" y="1"/>
                        <a:pt x="481" y="97"/>
                        <a:pt x="481" y="2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5" name="Google Shape;4535;p13"/>
                <p:cNvSpPr/>
                <p:nvPr/>
              </p:nvSpPr>
              <p:spPr>
                <a:xfrm>
                  <a:off x="5717725" y="1135775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2"/>
                      </a:moveTo>
                      <a:cubicBezTo>
                        <a:pt x="465" y="368"/>
                        <a:pt x="257" y="464"/>
                        <a:pt x="129" y="336"/>
                      </a:cubicBezTo>
                      <a:cubicBezTo>
                        <a:pt x="1" y="208"/>
                        <a:pt x="81" y="0"/>
                        <a:pt x="273" y="0"/>
                      </a:cubicBezTo>
                      <a:cubicBezTo>
                        <a:pt x="385" y="0"/>
                        <a:pt x="465" y="80"/>
                        <a:pt x="465" y="19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6" name="Google Shape;4536;p13"/>
                <p:cNvSpPr/>
                <p:nvPr/>
              </p:nvSpPr>
              <p:spPr>
                <a:xfrm>
                  <a:off x="5316900" y="997350"/>
                  <a:ext cx="116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81" extrusionOk="0">
                      <a:moveTo>
                        <a:pt x="465" y="209"/>
                      </a:moveTo>
                      <a:cubicBezTo>
                        <a:pt x="465" y="385"/>
                        <a:pt x="257" y="481"/>
                        <a:pt x="129" y="353"/>
                      </a:cubicBezTo>
                      <a:cubicBezTo>
                        <a:pt x="1" y="225"/>
                        <a:pt x="81" y="1"/>
                        <a:pt x="273" y="1"/>
                      </a:cubicBezTo>
                      <a:cubicBezTo>
                        <a:pt x="369" y="1"/>
                        <a:pt x="465" y="97"/>
                        <a:pt x="465" y="2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7" name="Google Shape;4537;p13"/>
                <p:cNvSpPr/>
                <p:nvPr/>
              </p:nvSpPr>
              <p:spPr>
                <a:xfrm>
                  <a:off x="5331700" y="1124575"/>
                  <a:ext cx="120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65" extrusionOk="0">
                      <a:moveTo>
                        <a:pt x="481" y="208"/>
                      </a:moveTo>
                      <a:cubicBezTo>
                        <a:pt x="481" y="384"/>
                        <a:pt x="257" y="464"/>
                        <a:pt x="129" y="352"/>
                      </a:cubicBezTo>
                      <a:cubicBezTo>
                        <a:pt x="1" y="224"/>
                        <a:pt x="97" y="0"/>
                        <a:pt x="273" y="0"/>
                      </a:cubicBezTo>
                      <a:cubicBezTo>
                        <a:pt x="385" y="0"/>
                        <a:pt x="481" y="96"/>
                        <a:pt x="481" y="20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8" name="Google Shape;4538;p13"/>
                <p:cNvSpPr/>
                <p:nvPr/>
              </p:nvSpPr>
              <p:spPr>
                <a:xfrm>
                  <a:off x="5794150" y="90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0" y="208"/>
                      </a:moveTo>
                      <a:cubicBezTo>
                        <a:pt x="480" y="384"/>
                        <a:pt x="256" y="480"/>
                        <a:pt x="128" y="352"/>
                      </a:cubicBezTo>
                      <a:cubicBezTo>
                        <a:pt x="0" y="224"/>
                        <a:pt x="96" y="0"/>
                        <a:pt x="272" y="0"/>
                      </a:cubicBezTo>
                      <a:cubicBezTo>
                        <a:pt x="384" y="0"/>
                        <a:pt x="480" y="96"/>
                        <a:pt x="480" y="20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9" name="Google Shape;4539;p13"/>
                <p:cNvSpPr/>
                <p:nvPr/>
              </p:nvSpPr>
              <p:spPr>
                <a:xfrm>
                  <a:off x="5290500" y="924950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3"/>
                      </a:moveTo>
                      <a:cubicBezTo>
                        <a:pt x="465" y="369"/>
                        <a:pt x="257" y="465"/>
                        <a:pt x="129" y="337"/>
                      </a:cubicBezTo>
                      <a:cubicBezTo>
                        <a:pt x="1" y="209"/>
                        <a:pt x="97" y="0"/>
                        <a:pt x="273" y="0"/>
                      </a:cubicBezTo>
                      <a:cubicBezTo>
                        <a:pt x="385" y="0"/>
                        <a:pt x="465" y="81"/>
                        <a:pt x="465" y="19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0" name="Google Shape;4540;p13"/>
                <p:cNvSpPr/>
                <p:nvPr/>
              </p:nvSpPr>
              <p:spPr>
                <a:xfrm>
                  <a:off x="5680925" y="826150"/>
                  <a:ext cx="43225" cy="4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extrusionOk="0">
                      <a:moveTo>
                        <a:pt x="865" y="1728"/>
                      </a:moveTo>
                      <a:lnTo>
                        <a:pt x="865" y="1728"/>
                      </a:lnTo>
                      <a:cubicBezTo>
                        <a:pt x="865" y="1248"/>
                        <a:pt x="481" y="864"/>
                        <a:pt x="1" y="864"/>
                      </a:cubicBezTo>
                      <a:lnTo>
                        <a:pt x="1" y="864"/>
                      </a:lnTo>
                      <a:cubicBezTo>
                        <a:pt x="481" y="864"/>
                        <a:pt x="865" y="480"/>
                        <a:pt x="865" y="0"/>
                      </a:cubicBezTo>
                      <a:lnTo>
                        <a:pt x="865" y="0"/>
                      </a:lnTo>
                      <a:cubicBezTo>
                        <a:pt x="865" y="480"/>
                        <a:pt x="1265" y="864"/>
                        <a:pt x="1729" y="864"/>
                      </a:cubicBezTo>
                      <a:lnTo>
                        <a:pt x="1729" y="864"/>
                      </a:lnTo>
                      <a:cubicBezTo>
                        <a:pt x="1265" y="864"/>
                        <a:pt x="865" y="1248"/>
                        <a:pt x="865" y="172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41" name="Google Shape;4541;p13"/>
              <p:cNvGrpSpPr/>
              <p:nvPr/>
            </p:nvGrpSpPr>
            <p:grpSpPr>
              <a:xfrm rot="7120513" flipH="1">
                <a:off x="538618" y="3725726"/>
                <a:ext cx="1133997" cy="607895"/>
                <a:chOff x="5206900" y="826150"/>
                <a:chExt cx="599275" cy="321250"/>
              </a:xfrm>
            </p:grpSpPr>
            <p:sp>
              <p:nvSpPr>
                <p:cNvPr id="4542" name="Google Shape;4542;p13"/>
                <p:cNvSpPr/>
                <p:nvPr/>
              </p:nvSpPr>
              <p:spPr>
                <a:xfrm>
                  <a:off x="5206900" y="828950"/>
                  <a:ext cx="25225" cy="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1025" extrusionOk="0">
                      <a:moveTo>
                        <a:pt x="1008" y="448"/>
                      </a:moveTo>
                      <a:cubicBezTo>
                        <a:pt x="1008" y="832"/>
                        <a:pt x="544" y="1024"/>
                        <a:pt x="272" y="752"/>
                      </a:cubicBezTo>
                      <a:cubicBezTo>
                        <a:pt x="0" y="480"/>
                        <a:pt x="192" y="0"/>
                        <a:pt x="576" y="0"/>
                      </a:cubicBezTo>
                      <a:cubicBezTo>
                        <a:pt x="816" y="0"/>
                        <a:pt x="1008" y="208"/>
                        <a:pt x="1008" y="44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3" name="Google Shape;4543;p13"/>
                <p:cNvSpPr/>
                <p:nvPr/>
              </p:nvSpPr>
              <p:spPr>
                <a:xfrm>
                  <a:off x="5468125" y="1067750"/>
                  <a:ext cx="2562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09" extrusionOk="0">
                      <a:moveTo>
                        <a:pt x="1024" y="433"/>
                      </a:moveTo>
                      <a:cubicBezTo>
                        <a:pt x="1024" y="817"/>
                        <a:pt x="560" y="1009"/>
                        <a:pt x="288" y="737"/>
                      </a:cubicBezTo>
                      <a:cubicBezTo>
                        <a:pt x="0" y="465"/>
                        <a:pt x="208" y="1"/>
                        <a:pt x="592" y="1"/>
                      </a:cubicBezTo>
                      <a:cubicBezTo>
                        <a:pt x="832" y="1"/>
                        <a:pt x="1024" y="193"/>
                        <a:pt x="1024" y="4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4" name="Google Shape;4544;p13"/>
                <p:cNvSpPr/>
                <p:nvPr/>
              </p:nvSpPr>
              <p:spPr>
                <a:xfrm>
                  <a:off x="5679325" y="1085750"/>
                  <a:ext cx="25625" cy="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26" extrusionOk="0">
                      <a:moveTo>
                        <a:pt x="1025" y="433"/>
                      </a:moveTo>
                      <a:cubicBezTo>
                        <a:pt x="1025" y="833"/>
                        <a:pt x="545" y="1025"/>
                        <a:pt x="273" y="753"/>
                      </a:cubicBezTo>
                      <a:cubicBezTo>
                        <a:pt x="1" y="481"/>
                        <a:pt x="193" y="1"/>
                        <a:pt x="577" y="1"/>
                      </a:cubicBezTo>
                      <a:cubicBezTo>
                        <a:pt x="817" y="1"/>
                        <a:pt x="1025" y="193"/>
                        <a:pt x="1025" y="4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5" name="Google Shape;4545;p13"/>
                <p:cNvSpPr/>
                <p:nvPr/>
              </p:nvSpPr>
              <p:spPr>
                <a:xfrm>
                  <a:off x="5318900" y="877350"/>
                  <a:ext cx="4425" cy="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7" extrusionOk="0">
                      <a:moveTo>
                        <a:pt x="177" y="80"/>
                      </a:moveTo>
                      <a:cubicBezTo>
                        <a:pt x="177" y="128"/>
                        <a:pt x="145" y="176"/>
                        <a:pt x="97" y="176"/>
                      </a:cubicBezTo>
                      <a:cubicBezTo>
                        <a:pt x="49" y="176"/>
                        <a:pt x="1" y="128"/>
                        <a:pt x="1" y="80"/>
                      </a:cubicBezTo>
                      <a:cubicBezTo>
                        <a:pt x="1" y="32"/>
                        <a:pt x="49" y="0"/>
                        <a:pt x="97" y="0"/>
                      </a:cubicBezTo>
                      <a:cubicBezTo>
                        <a:pt x="145" y="0"/>
                        <a:pt x="177" y="32"/>
                        <a:pt x="177" y="8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6" name="Google Shape;4546;p13"/>
                <p:cNvSpPr/>
                <p:nvPr/>
              </p:nvSpPr>
              <p:spPr>
                <a:xfrm>
                  <a:off x="5749725" y="10213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1" y="97"/>
                      </a:moveTo>
                      <a:cubicBezTo>
                        <a:pt x="241" y="241"/>
                        <a:pt x="1" y="1"/>
                        <a:pt x="145" y="1"/>
                      </a:cubicBezTo>
                      <a:cubicBezTo>
                        <a:pt x="193" y="1"/>
                        <a:pt x="225" y="49"/>
                        <a:pt x="241" y="9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7" name="Google Shape;4547;p13"/>
                <p:cNvSpPr/>
                <p:nvPr/>
              </p:nvSpPr>
              <p:spPr>
                <a:xfrm>
                  <a:off x="5527725" y="8749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0" y="96"/>
                      </a:moveTo>
                      <a:cubicBezTo>
                        <a:pt x="240" y="240"/>
                        <a:pt x="0" y="0"/>
                        <a:pt x="144" y="0"/>
                      </a:cubicBezTo>
                      <a:cubicBezTo>
                        <a:pt x="192" y="0"/>
                        <a:pt x="240" y="48"/>
                        <a:pt x="240" y="9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8" name="Google Shape;4548;p13"/>
                <p:cNvSpPr/>
                <p:nvPr/>
              </p:nvSpPr>
              <p:spPr>
                <a:xfrm>
                  <a:off x="5418900" y="861350"/>
                  <a:ext cx="6025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25" extrusionOk="0">
                      <a:moveTo>
                        <a:pt x="241" y="64"/>
                      </a:moveTo>
                      <a:cubicBezTo>
                        <a:pt x="241" y="112"/>
                        <a:pt x="225" y="160"/>
                        <a:pt x="177" y="176"/>
                      </a:cubicBezTo>
                      <a:cubicBezTo>
                        <a:pt x="49" y="224"/>
                        <a:pt x="1" y="32"/>
                        <a:pt x="129" y="16"/>
                      </a:cubicBezTo>
                      <a:cubicBezTo>
                        <a:pt x="177" y="0"/>
                        <a:pt x="225" y="16"/>
                        <a:pt x="241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49" name="Google Shape;4549;p13"/>
                <p:cNvSpPr/>
                <p:nvPr/>
              </p:nvSpPr>
              <p:spPr>
                <a:xfrm>
                  <a:off x="5634925" y="98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1" y="209"/>
                      </a:moveTo>
                      <a:cubicBezTo>
                        <a:pt x="481" y="385"/>
                        <a:pt x="257" y="481"/>
                        <a:pt x="129" y="353"/>
                      </a:cubicBezTo>
                      <a:cubicBezTo>
                        <a:pt x="1" y="225"/>
                        <a:pt x="97" y="1"/>
                        <a:pt x="273" y="1"/>
                      </a:cubicBezTo>
                      <a:cubicBezTo>
                        <a:pt x="385" y="1"/>
                        <a:pt x="481" y="97"/>
                        <a:pt x="481" y="2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0" name="Google Shape;4550;p13"/>
                <p:cNvSpPr/>
                <p:nvPr/>
              </p:nvSpPr>
              <p:spPr>
                <a:xfrm>
                  <a:off x="5717725" y="1135775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2"/>
                      </a:moveTo>
                      <a:cubicBezTo>
                        <a:pt x="465" y="368"/>
                        <a:pt x="257" y="464"/>
                        <a:pt x="129" y="336"/>
                      </a:cubicBezTo>
                      <a:cubicBezTo>
                        <a:pt x="1" y="208"/>
                        <a:pt x="81" y="0"/>
                        <a:pt x="273" y="0"/>
                      </a:cubicBezTo>
                      <a:cubicBezTo>
                        <a:pt x="385" y="0"/>
                        <a:pt x="465" y="80"/>
                        <a:pt x="465" y="19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1" name="Google Shape;4551;p13"/>
                <p:cNvSpPr/>
                <p:nvPr/>
              </p:nvSpPr>
              <p:spPr>
                <a:xfrm>
                  <a:off x="5316900" y="997350"/>
                  <a:ext cx="116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81" extrusionOk="0">
                      <a:moveTo>
                        <a:pt x="465" y="209"/>
                      </a:moveTo>
                      <a:cubicBezTo>
                        <a:pt x="465" y="385"/>
                        <a:pt x="257" y="481"/>
                        <a:pt x="129" y="353"/>
                      </a:cubicBezTo>
                      <a:cubicBezTo>
                        <a:pt x="1" y="225"/>
                        <a:pt x="81" y="1"/>
                        <a:pt x="273" y="1"/>
                      </a:cubicBezTo>
                      <a:cubicBezTo>
                        <a:pt x="369" y="1"/>
                        <a:pt x="465" y="97"/>
                        <a:pt x="465" y="2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2" name="Google Shape;4552;p13"/>
                <p:cNvSpPr/>
                <p:nvPr/>
              </p:nvSpPr>
              <p:spPr>
                <a:xfrm>
                  <a:off x="5331700" y="1124575"/>
                  <a:ext cx="120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65" extrusionOk="0">
                      <a:moveTo>
                        <a:pt x="481" y="208"/>
                      </a:moveTo>
                      <a:cubicBezTo>
                        <a:pt x="481" y="384"/>
                        <a:pt x="257" y="464"/>
                        <a:pt x="129" y="352"/>
                      </a:cubicBezTo>
                      <a:cubicBezTo>
                        <a:pt x="1" y="224"/>
                        <a:pt x="97" y="0"/>
                        <a:pt x="273" y="0"/>
                      </a:cubicBezTo>
                      <a:cubicBezTo>
                        <a:pt x="385" y="0"/>
                        <a:pt x="481" y="96"/>
                        <a:pt x="481" y="20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3" name="Google Shape;4553;p13"/>
                <p:cNvSpPr/>
                <p:nvPr/>
              </p:nvSpPr>
              <p:spPr>
                <a:xfrm>
                  <a:off x="5794150" y="90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0" y="208"/>
                      </a:moveTo>
                      <a:cubicBezTo>
                        <a:pt x="480" y="384"/>
                        <a:pt x="256" y="480"/>
                        <a:pt x="128" y="352"/>
                      </a:cubicBezTo>
                      <a:cubicBezTo>
                        <a:pt x="0" y="224"/>
                        <a:pt x="96" y="0"/>
                        <a:pt x="272" y="0"/>
                      </a:cubicBezTo>
                      <a:cubicBezTo>
                        <a:pt x="384" y="0"/>
                        <a:pt x="480" y="96"/>
                        <a:pt x="480" y="20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4" name="Google Shape;4554;p13"/>
                <p:cNvSpPr/>
                <p:nvPr/>
              </p:nvSpPr>
              <p:spPr>
                <a:xfrm>
                  <a:off x="5290500" y="924950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3"/>
                      </a:moveTo>
                      <a:cubicBezTo>
                        <a:pt x="465" y="369"/>
                        <a:pt x="257" y="465"/>
                        <a:pt x="129" y="337"/>
                      </a:cubicBezTo>
                      <a:cubicBezTo>
                        <a:pt x="1" y="209"/>
                        <a:pt x="97" y="0"/>
                        <a:pt x="273" y="0"/>
                      </a:cubicBezTo>
                      <a:cubicBezTo>
                        <a:pt x="385" y="0"/>
                        <a:pt x="465" y="81"/>
                        <a:pt x="465" y="19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5" name="Google Shape;4555;p13"/>
                <p:cNvSpPr/>
                <p:nvPr/>
              </p:nvSpPr>
              <p:spPr>
                <a:xfrm>
                  <a:off x="5680925" y="826150"/>
                  <a:ext cx="43225" cy="4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extrusionOk="0">
                      <a:moveTo>
                        <a:pt x="865" y="1728"/>
                      </a:moveTo>
                      <a:lnTo>
                        <a:pt x="865" y="1728"/>
                      </a:lnTo>
                      <a:cubicBezTo>
                        <a:pt x="865" y="1248"/>
                        <a:pt x="481" y="864"/>
                        <a:pt x="1" y="864"/>
                      </a:cubicBezTo>
                      <a:lnTo>
                        <a:pt x="1" y="864"/>
                      </a:lnTo>
                      <a:cubicBezTo>
                        <a:pt x="481" y="864"/>
                        <a:pt x="865" y="480"/>
                        <a:pt x="865" y="0"/>
                      </a:cubicBezTo>
                      <a:lnTo>
                        <a:pt x="865" y="0"/>
                      </a:lnTo>
                      <a:cubicBezTo>
                        <a:pt x="865" y="480"/>
                        <a:pt x="1265" y="864"/>
                        <a:pt x="1729" y="864"/>
                      </a:cubicBezTo>
                      <a:lnTo>
                        <a:pt x="1729" y="864"/>
                      </a:lnTo>
                      <a:cubicBezTo>
                        <a:pt x="1265" y="864"/>
                        <a:pt x="865" y="1248"/>
                        <a:pt x="865" y="172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556" name="Google Shape;4556;p13"/>
            <p:cNvGrpSpPr/>
            <p:nvPr/>
          </p:nvGrpSpPr>
          <p:grpSpPr>
            <a:xfrm rot="4447765" flipH="1">
              <a:off x="1245495" y="-421036"/>
              <a:ext cx="1699108" cy="2145073"/>
              <a:chOff x="146217" y="2712579"/>
              <a:chExt cx="1552966" cy="1960401"/>
            </a:xfrm>
          </p:grpSpPr>
          <p:grpSp>
            <p:nvGrpSpPr>
              <p:cNvPr id="4557" name="Google Shape;4557;p13"/>
              <p:cNvGrpSpPr/>
              <p:nvPr/>
            </p:nvGrpSpPr>
            <p:grpSpPr>
              <a:xfrm>
                <a:off x="146217" y="2712579"/>
                <a:ext cx="1134008" cy="607901"/>
                <a:chOff x="5206900" y="826150"/>
                <a:chExt cx="599275" cy="321250"/>
              </a:xfrm>
            </p:grpSpPr>
            <p:sp>
              <p:nvSpPr>
                <p:cNvPr id="4558" name="Google Shape;4558;p13"/>
                <p:cNvSpPr/>
                <p:nvPr/>
              </p:nvSpPr>
              <p:spPr>
                <a:xfrm>
                  <a:off x="5206900" y="828950"/>
                  <a:ext cx="25225" cy="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1025" extrusionOk="0">
                      <a:moveTo>
                        <a:pt x="1008" y="448"/>
                      </a:moveTo>
                      <a:cubicBezTo>
                        <a:pt x="1008" y="832"/>
                        <a:pt x="544" y="1024"/>
                        <a:pt x="272" y="752"/>
                      </a:cubicBezTo>
                      <a:cubicBezTo>
                        <a:pt x="0" y="480"/>
                        <a:pt x="192" y="0"/>
                        <a:pt x="576" y="0"/>
                      </a:cubicBezTo>
                      <a:cubicBezTo>
                        <a:pt x="816" y="0"/>
                        <a:pt x="1008" y="208"/>
                        <a:pt x="1008" y="44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9" name="Google Shape;4559;p13"/>
                <p:cNvSpPr/>
                <p:nvPr/>
              </p:nvSpPr>
              <p:spPr>
                <a:xfrm>
                  <a:off x="5468125" y="1067750"/>
                  <a:ext cx="2562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09" extrusionOk="0">
                      <a:moveTo>
                        <a:pt x="1024" y="433"/>
                      </a:moveTo>
                      <a:cubicBezTo>
                        <a:pt x="1024" y="817"/>
                        <a:pt x="560" y="1009"/>
                        <a:pt x="288" y="737"/>
                      </a:cubicBezTo>
                      <a:cubicBezTo>
                        <a:pt x="0" y="465"/>
                        <a:pt x="208" y="1"/>
                        <a:pt x="592" y="1"/>
                      </a:cubicBezTo>
                      <a:cubicBezTo>
                        <a:pt x="832" y="1"/>
                        <a:pt x="1024" y="193"/>
                        <a:pt x="1024" y="4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0" name="Google Shape;4560;p13"/>
                <p:cNvSpPr/>
                <p:nvPr/>
              </p:nvSpPr>
              <p:spPr>
                <a:xfrm>
                  <a:off x="5679325" y="1085750"/>
                  <a:ext cx="25625" cy="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26" extrusionOk="0">
                      <a:moveTo>
                        <a:pt x="1025" y="433"/>
                      </a:moveTo>
                      <a:cubicBezTo>
                        <a:pt x="1025" y="833"/>
                        <a:pt x="545" y="1025"/>
                        <a:pt x="273" y="753"/>
                      </a:cubicBezTo>
                      <a:cubicBezTo>
                        <a:pt x="1" y="481"/>
                        <a:pt x="193" y="1"/>
                        <a:pt x="577" y="1"/>
                      </a:cubicBezTo>
                      <a:cubicBezTo>
                        <a:pt x="817" y="1"/>
                        <a:pt x="1025" y="193"/>
                        <a:pt x="1025" y="4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1" name="Google Shape;4561;p13"/>
                <p:cNvSpPr/>
                <p:nvPr/>
              </p:nvSpPr>
              <p:spPr>
                <a:xfrm>
                  <a:off x="5318900" y="877350"/>
                  <a:ext cx="4425" cy="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7" extrusionOk="0">
                      <a:moveTo>
                        <a:pt x="177" y="80"/>
                      </a:moveTo>
                      <a:cubicBezTo>
                        <a:pt x="177" y="128"/>
                        <a:pt x="145" y="176"/>
                        <a:pt x="97" y="176"/>
                      </a:cubicBezTo>
                      <a:cubicBezTo>
                        <a:pt x="49" y="176"/>
                        <a:pt x="1" y="128"/>
                        <a:pt x="1" y="80"/>
                      </a:cubicBezTo>
                      <a:cubicBezTo>
                        <a:pt x="1" y="32"/>
                        <a:pt x="49" y="0"/>
                        <a:pt x="97" y="0"/>
                      </a:cubicBezTo>
                      <a:cubicBezTo>
                        <a:pt x="145" y="0"/>
                        <a:pt x="177" y="32"/>
                        <a:pt x="177" y="8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2" name="Google Shape;4562;p13"/>
                <p:cNvSpPr/>
                <p:nvPr/>
              </p:nvSpPr>
              <p:spPr>
                <a:xfrm>
                  <a:off x="5749725" y="10213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1" y="97"/>
                      </a:moveTo>
                      <a:cubicBezTo>
                        <a:pt x="241" y="241"/>
                        <a:pt x="1" y="1"/>
                        <a:pt x="145" y="1"/>
                      </a:cubicBezTo>
                      <a:cubicBezTo>
                        <a:pt x="193" y="1"/>
                        <a:pt x="225" y="49"/>
                        <a:pt x="241" y="9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3" name="Google Shape;4563;p13"/>
                <p:cNvSpPr/>
                <p:nvPr/>
              </p:nvSpPr>
              <p:spPr>
                <a:xfrm>
                  <a:off x="5527725" y="8749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0" y="96"/>
                      </a:moveTo>
                      <a:cubicBezTo>
                        <a:pt x="240" y="240"/>
                        <a:pt x="0" y="0"/>
                        <a:pt x="144" y="0"/>
                      </a:cubicBezTo>
                      <a:cubicBezTo>
                        <a:pt x="192" y="0"/>
                        <a:pt x="240" y="48"/>
                        <a:pt x="240" y="9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4" name="Google Shape;4564;p13"/>
                <p:cNvSpPr/>
                <p:nvPr/>
              </p:nvSpPr>
              <p:spPr>
                <a:xfrm>
                  <a:off x="5418900" y="861350"/>
                  <a:ext cx="6025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25" extrusionOk="0">
                      <a:moveTo>
                        <a:pt x="241" y="64"/>
                      </a:moveTo>
                      <a:cubicBezTo>
                        <a:pt x="241" y="112"/>
                        <a:pt x="225" y="160"/>
                        <a:pt x="177" y="176"/>
                      </a:cubicBezTo>
                      <a:cubicBezTo>
                        <a:pt x="49" y="224"/>
                        <a:pt x="1" y="32"/>
                        <a:pt x="129" y="16"/>
                      </a:cubicBezTo>
                      <a:cubicBezTo>
                        <a:pt x="177" y="0"/>
                        <a:pt x="225" y="16"/>
                        <a:pt x="241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5" name="Google Shape;4565;p13"/>
                <p:cNvSpPr/>
                <p:nvPr/>
              </p:nvSpPr>
              <p:spPr>
                <a:xfrm>
                  <a:off x="5634925" y="98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1" y="209"/>
                      </a:moveTo>
                      <a:cubicBezTo>
                        <a:pt x="481" y="385"/>
                        <a:pt x="257" y="481"/>
                        <a:pt x="129" y="353"/>
                      </a:cubicBezTo>
                      <a:cubicBezTo>
                        <a:pt x="1" y="225"/>
                        <a:pt x="97" y="1"/>
                        <a:pt x="273" y="1"/>
                      </a:cubicBezTo>
                      <a:cubicBezTo>
                        <a:pt x="385" y="1"/>
                        <a:pt x="481" y="97"/>
                        <a:pt x="481" y="2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6" name="Google Shape;4566;p13"/>
                <p:cNvSpPr/>
                <p:nvPr/>
              </p:nvSpPr>
              <p:spPr>
                <a:xfrm>
                  <a:off x="5717725" y="1135775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2"/>
                      </a:moveTo>
                      <a:cubicBezTo>
                        <a:pt x="465" y="368"/>
                        <a:pt x="257" y="464"/>
                        <a:pt x="129" y="336"/>
                      </a:cubicBezTo>
                      <a:cubicBezTo>
                        <a:pt x="1" y="208"/>
                        <a:pt x="81" y="0"/>
                        <a:pt x="273" y="0"/>
                      </a:cubicBezTo>
                      <a:cubicBezTo>
                        <a:pt x="385" y="0"/>
                        <a:pt x="465" y="80"/>
                        <a:pt x="465" y="19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7" name="Google Shape;4567;p13"/>
                <p:cNvSpPr/>
                <p:nvPr/>
              </p:nvSpPr>
              <p:spPr>
                <a:xfrm>
                  <a:off x="5316900" y="997350"/>
                  <a:ext cx="116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81" extrusionOk="0">
                      <a:moveTo>
                        <a:pt x="465" y="209"/>
                      </a:moveTo>
                      <a:cubicBezTo>
                        <a:pt x="465" y="385"/>
                        <a:pt x="257" y="481"/>
                        <a:pt x="129" y="353"/>
                      </a:cubicBezTo>
                      <a:cubicBezTo>
                        <a:pt x="1" y="225"/>
                        <a:pt x="81" y="1"/>
                        <a:pt x="273" y="1"/>
                      </a:cubicBezTo>
                      <a:cubicBezTo>
                        <a:pt x="369" y="1"/>
                        <a:pt x="465" y="97"/>
                        <a:pt x="465" y="2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8" name="Google Shape;4568;p13"/>
                <p:cNvSpPr/>
                <p:nvPr/>
              </p:nvSpPr>
              <p:spPr>
                <a:xfrm>
                  <a:off x="5331700" y="1124575"/>
                  <a:ext cx="120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65" extrusionOk="0">
                      <a:moveTo>
                        <a:pt x="481" y="208"/>
                      </a:moveTo>
                      <a:cubicBezTo>
                        <a:pt x="481" y="384"/>
                        <a:pt x="257" y="464"/>
                        <a:pt x="129" y="352"/>
                      </a:cubicBezTo>
                      <a:cubicBezTo>
                        <a:pt x="1" y="224"/>
                        <a:pt x="97" y="0"/>
                        <a:pt x="273" y="0"/>
                      </a:cubicBezTo>
                      <a:cubicBezTo>
                        <a:pt x="385" y="0"/>
                        <a:pt x="481" y="96"/>
                        <a:pt x="481" y="20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69" name="Google Shape;4569;p13"/>
                <p:cNvSpPr/>
                <p:nvPr/>
              </p:nvSpPr>
              <p:spPr>
                <a:xfrm>
                  <a:off x="5794150" y="90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0" y="208"/>
                      </a:moveTo>
                      <a:cubicBezTo>
                        <a:pt x="480" y="384"/>
                        <a:pt x="256" y="480"/>
                        <a:pt x="128" y="352"/>
                      </a:cubicBezTo>
                      <a:cubicBezTo>
                        <a:pt x="0" y="224"/>
                        <a:pt x="96" y="0"/>
                        <a:pt x="272" y="0"/>
                      </a:cubicBezTo>
                      <a:cubicBezTo>
                        <a:pt x="384" y="0"/>
                        <a:pt x="480" y="96"/>
                        <a:pt x="480" y="20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0" name="Google Shape;4570;p13"/>
                <p:cNvSpPr/>
                <p:nvPr/>
              </p:nvSpPr>
              <p:spPr>
                <a:xfrm>
                  <a:off x="5290500" y="924950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3"/>
                      </a:moveTo>
                      <a:cubicBezTo>
                        <a:pt x="465" y="369"/>
                        <a:pt x="257" y="465"/>
                        <a:pt x="129" y="337"/>
                      </a:cubicBezTo>
                      <a:cubicBezTo>
                        <a:pt x="1" y="209"/>
                        <a:pt x="97" y="0"/>
                        <a:pt x="273" y="0"/>
                      </a:cubicBezTo>
                      <a:cubicBezTo>
                        <a:pt x="385" y="0"/>
                        <a:pt x="465" y="81"/>
                        <a:pt x="465" y="19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1" name="Google Shape;4571;p13"/>
                <p:cNvSpPr/>
                <p:nvPr/>
              </p:nvSpPr>
              <p:spPr>
                <a:xfrm>
                  <a:off x="5680925" y="826150"/>
                  <a:ext cx="43225" cy="4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extrusionOk="0">
                      <a:moveTo>
                        <a:pt x="865" y="1728"/>
                      </a:moveTo>
                      <a:lnTo>
                        <a:pt x="865" y="1728"/>
                      </a:lnTo>
                      <a:cubicBezTo>
                        <a:pt x="865" y="1248"/>
                        <a:pt x="481" y="864"/>
                        <a:pt x="1" y="864"/>
                      </a:cubicBezTo>
                      <a:lnTo>
                        <a:pt x="1" y="864"/>
                      </a:lnTo>
                      <a:cubicBezTo>
                        <a:pt x="481" y="864"/>
                        <a:pt x="865" y="480"/>
                        <a:pt x="865" y="0"/>
                      </a:cubicBezTo>
                      <a:lnTo>
                        <a:pt x="865" y="0"/>
                      </a:lnTo>
                      <a:cubicBezTo>
                        <a:pt x="865" y="480"/>
                        <a:pt x="1265" y="864"/>
                        <a:pt x="1729" y="864"/>
                      </a:cubicBezTo>
                      <a:lnTo>
                        <a:pt x="1729" y="864"/>
                      </a:lnTo>
                      <a:cubicBezTo>
                        <a:pt x="1265" y="864"/>
                        <a:pt x="865" y="1248"/>
                        <a:pt x="865" y="172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72" name="Google Shape;4572;p13"/>
              <p:cNvGrpSpPr/>
              <p:nvPr/>
            </p:nvGrpSpPr>
            <p:grpSpPr>
              <a:xfrm rot="-9256633">
                <a:off x="489429" y="3110262"/>
                <a:ext cx="1134020" cy="607908"/>
                <a:chOff x="5206900" y="826150"/>
                <a:chExt cx="599275" cy="321250"/>
              </a:xfrm>
            </p:grpSpPr>
            <p:sp>
              <p:nvSpPr>
                <p:cNvPr id="4573" name="Google Shape;4573;p13"/>
                <p:cNvSpPr/>
                <p:nvPr/>
              </p:nvSpPr>
              <p:spPr>
                <a:xfrm>
                  <a:off x="5206900" y="828950"/>
                  <a:ext cx="25225" cy="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1025" extrusionOk="0">
                      <a:moveTo>
                        <a:pt x="1008" y="448"/>
                      </a:moveTo>
                      <a:cubicBezTo>
                        <a:pt x="1008" y="832"/>
                        <a:pt x="544" y="1024"/>
                        <a:pt x="272" y="752"/>
                      </a:cubicBezTo>
                      <a:cubicBezTo>
                        <a:pt x="0" y="480"/>
                        <a:pt x="192" y="0"/>
                        <a:pt x="576" y="0"/>
                      </a:cubicBezTo>
                      <a:cubicBezTo>
                        <a:pt x="816" y="0"/>
                        <a:pt x="1008" y="208"/>
                        <a:pt x="1008" y="44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4" name="Google Shape;4574;p13"/>
                <p:cNvSpPr/>
                <p:nvPr/>
              </p:nvSpPr>
              <p:spPr>
                <a:xfrm>
                  <a:off x="5468125" y="1067750"/>
                  <a:ext cx="2562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09" extrusionOk="0">
                      <a:moveTo>
                        <a:pt x="1024" y="433"/>
                      </a:moveTo>
                      <a:cubicBezTo>
                        <a:pt x="1024" y="817"/>
                        <a:pt x="560" y="1009"/>
                        <a:pt x="288" y="737"/>
                      </a:cubicBezTo>
                      <a:cubicBezTo>
                        <a:pt x="0" y="465"/>
                        <a:pt x="208" y="1"/>
                        <a:pt x="592" y="1"/>
                      </a:cubicBezTo>
                      <a:cubicBezTo>
                        <a:pt x="832" y="1"/>
                        <a:pt x="1024" y="193"/>
                        <a:pt x="1024" y="4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5" name="Google Shape;4575;p13"/>
                <p:cNvSpPr/>
                <p:nvPr/>
              </p:nvSpPr>
              <p:spPr>
                <a:xfrm>
                  <a:off x="5679325" y="1085750"/>
                  <a:ext cx="25625" cy="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26" extrusionOk="0">
                      <a:moveTo>
                        <a:pt x="1025" y="433"/>
                      </a:moveTo>
                      <a:cubicBezTo>
                        <a:pt x="1025" y="833"/>
                        <a:pt x="545" y="1025"/>
                        <a:pt x="273" y="753"/>
                      </a:cubicBezTo>
                      <a:cubicBezTo>
                        <a:pt x="1" y="481"/>
                        <a:pt x="193" y="1"/>
                        <a:pt x="577" y="1"/>
                      </a:cubicBezTo>
                      <a:cubicBezTo>
                        <a:pt x="817" y="1"/>
                        <a:pt x="1025" y="193"/>
                        <a:pt x="1025" y="4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6" name="Google Shape;4576;p13"/>
                <p:cNvSpPr/>
                <p:nvPr/>
              </p:nvSpPr>
              <p:spPr>
                <a:xfrm>
                  <a:off x="5318900" y="877350"/>
                  <a:ext cx="4425" cy="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7" extrusionOk="0">
                      <a:moveTo>
                        <a:pt x="177" y="80"/>
                      </a:moveTo>
                      <a:cubicBezTo>
                        <a:pt x="177" y="128"/>
                        <a:pt x="145" y="176"/>
                        <a:pt x="97" y="176"/>
                      </a:cubicBezTo>
                      <a:cubicBezTo>
                        <a:pt x="49" y="176"/>
                        <a:pt x="1" y="128"/>
                        <a:pt x="1" y="80"/>
                      </a:cubicBezTo>
                      <a:cubicBezTo>
                        <a:pt x="1" y="32"/>
                        <a:pt x="49" y="0"/>
                        <a:pt x="97" y="0"/>
                      </a:cubicBezTo>
                      <a:cubicBezTo>
                        <a:pt x="145" y="0"/>
                        <a:pt x="177" y="32"/>
                        <a:pt x="177" y="8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7" name="Google Shape;4577;p13"/>
                <p:cNvSpPr/>
                <p:nvPr/>
              </p:nvSpPr>
              <p:spPr>
                <a:xfrm>
                  <a:off x="5749725" y="10213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1" y="97"/>
                      </a:moveTo>
                      <a:cubicBezTo>
                        <a:pt x="241" y="241"/>
                        <a:pt x="1" y="1"/>
                        <a:pt x="145" y="1"/>
                      </a:cubicBezTo>
                      <a:cubicBezTo>
                        <a:pt x="193" y="1"/>
                        <a:pt x="225" y="49"/>
                        <a:pt x="241" y="9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8" name="Google Shape;4578;p13"/>
                <p:cNvSpPr/>
                <p:nvPr/>
              </p:nvSpPr>
              <p:spPr>
                <a:xfrm>
                  <a:off x="5527725" y="8749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0" y="96"/>
                      </a:moveTo>
                      <a:cubicBezTo>
                        <a:pt x="240" y="240"/>
                        <a:pt x="0" y="0"/>
                        <a:pt x="144" y="0"/>
                      </a:cubicBezTo>
                      <a:cubicBezTo>
                        <a:pt x="192" y="0"/>
                        <a:pt x="240" y="48"/>
                        <a:pt x="240" y="9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9" name="Google Shape;4579;p13"/>
                <p:cNvSpPr/>
                <p:nvPr/>
              </p:nvSpPr>
              <p:spPr>
                <a:xfrm>
                  <a:off x="5418900" y="861350"/>
                  <a:ext cx="6025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25" extrusionOk="0">
                      <a:moveTo>
                        <a:pt x="241" y="64"/>
                      </a:moveTo>
                      <a:cubicBezTo>
                        <a:pt x="241" y="112"/>
                        <a:pt x="225" y="160"/>
                        <a:pt x="177" y="176"/>
                      </a:cubicBezTo>
                      <a:cubicBezTo>
                        <a:pt x="49" y="224"/>
                        <a:pt x="1" y="32"/>
                        <a:pt x="129" y="16"/>
                      </a:cubicBezTo>
                      <a:cubicBezTo>
                        <a:pt x="177" y="0"/>
                        <a:pt x="225" y="16"/>
                        <a:pt x="241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0" name="Google Shape;4580;p13"/>
                <p:cNvSpPr/>
                <p:nvPr/>
              </p:nvSpPr>
              <p:spPr>
                <a:xfrm>
                  <a:off x="5634925" y="98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1" y="209"/>
                      </a:moveTo>
                      <a:cubicBezTo>
                        <a:pt x="481" y="385"/>
                        <a:pt x="257" y="481"/>
                        <a:pt x="129" y="353"/>
                      </a:cubicBezTo>
                      <a:cubicBezTo>
                        <a:pt x="1" y="225"/>
                        <a:pt x="97" y="1"/>
                        <a:pt x="273" y="1"/>
                      </a:cubicBezTo>
                      <a:cubicBezTo>
                        <a:pt x="385" y="1"/>
                        <a:pt x="481" y="97"/>
                        <a:pt x="481" y="2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1" name="Google Shape;4581;p13"/>
                <p:cNvSpPr/>
                <p:nvPr/>
              </p:nvSpPr>
              <p:spPr>
                <a:xfrm>
                  <a:off x="5717725" y="1135775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2"/>
                      </a:moveTo>
                      <a:cubicBezTo>
                        <a:pt x="465" y="368"/>
                        <a:pt x="257" y="464"/>
                        <a:pt x="129" y="336"/>
                      </a:cubicBezTo>
                      <a:cubicBezTo>
                        <a:pt x="1" y="208"/>
                        <a:pt x="81" y="0"/>
                        <a:pt x="273" y="0"/>
                      </a:cubicBezTo>
                      <a:cubicBezTo>
                        <a:pt x="385" y="0"/>
                        <a:pt x="465" y="80"/>
                        <a:pt x="465" y="19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2" name="Google Shape;4582;p13"/>
                <p:cNvSpPr/>
                <p:nvPr/>
              </p:nvSpPr>
              <p:spPr>
                <a:xfrm>
                  <a:off x="5316900" y="997350"/>
                  <a:ext cx="116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81" extrusionOk="0">
                      <a:moveTo>
                        <a:pt x="465" y="209"/>
                      </a:moveTo>
                      <a:cubicBezTo>
                        <a:pt x="465" y="385"/>
                        <a:pt x="257" y="481"/>
                        <a:pt x="129" y="353"/>
                      </a:cubicBezTo>
                      <a:cubicBezTo>
                        <a:pt x="1" y="225"/>
                        <a:pt x="81" y="1"/>
                        <a:pt x="273" y="1"/>
                      </a:cubicBezTo>
                      <a:cubicBezTo>
                        <a:pt x="369" y="1"/>
                        <a:pt x="465" y="97"/>
                        <a:pt x="465" y="2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3" name="Google Shape;4583;p13"/>
                <p:cNvSpPr/>
                <p:nvPr/>
              </p:nvSpPr>
              <p:spPr>
                <a:xfrm>
                  <a:off x="5331700" y="1124575"/>
                  <a:ext cx="120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65" extrusionOk="0">
                      <a:moveTo>
                        <a:pt x="481" y="208"/>
                      </a:moveTo>
                      <a:cubicBezTo>
                        <a:pt x="481" y="384"/>
                        <a:pt x="257" y="464"/>
                        <a:pt x="129" y="352"/>
                      </a:cubicBezTo>
                      <a:cubicBezTo>
                        <a:pt x="1" y="224"/>
                        <a:pt x="97" y="0"/>
                        <a:pt x="273" y="0"/>
                      </a:cubicBezTo>
                      <a:cubicBezTo>
                        <a:pt x="385" y="0"/>
                        <a:pt x="481" y="96"/>
                        <a:pt x="481" y="20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4" name="Google Shape;4584;p13"/>
                <p:cNvSpPr/>
                <p:nvPr/>
              </p:nvSpPr>
              <p:spPr>
                <a:xfrm>
                  <a:off x="5794150" y="90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0" y="208"/>
                      </a:moveTo>
                      <a:cubicBezTo>
                        <a:pt x="480" y="384"/>
                        <a:pt x="256" y="480"/>
                        <a:pt x="128" y="352"/>
                      </a:cubicBezTo>
                      <a:cubicBezTo>
                        <a:pt x="0" y="224"/>
                        <a:pt x="96" y="0"/>
                        <a:pt x="272" y="0"/>
                      </a:cubicBezTo>
                      <a:cubicBezTo>
                        <a:pt x="384" y="0"/>
                        <a:pt x="480" y="96"/>
                        <a:pt x="480" y="20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5" name="Google Shape;4585;p13"/>
                <p:cNvSpPr/>
                <p:nvPr/>
              </p:nvSpPr>
              <p:spPr>
                <a:xfrm>
                  <a:off x="5290500" y="924950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3"/>
                      </a:moveTo>
                      <a:cubicBezTo>
                        <a:pt x="465" y="369"/>
                        <a:pt x="257" y="465"/>
                        <a:pt x="129" y="337"/>
                      </a:cubicBezTo>
                      <a:cubicBezTo>
                        <a:pt x="1" y="209"/>
                        <a:pt x="97" y="0"/>
                        <a:pt x="273" y="0"/>
                      </a:cubicBezTo>
                      <a:cubicBezTo>
                        <a:pt x="385" y="0"/>
                        <a:pt x="465" y="81"/>
                        <a:pt x="465" y="19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6" name="Google Shape;4586;p13"/>
                <p:cNvSpPr/>
                <p:nvPr/>
              </p:nvSpPr>
              <p:spPr>
                <a:xfrm>
                  <a:off x="5680925" y="826150"/>
                  <a:ext cx="43225" cy="4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extrusionOk="0">
                      <a:moveTo>
                        <a:pt x="865" y="1728"/>
                      </a:moveTo>
                      <a:lnTo>
                        <a:pt x="865" y="1728"/>
                      </a:lnTo>
                      <a:cubicBezTo>
                        <a:pt x="865" y="1248"/>
                        <a:pt x="481" y="864"/>
                        <a:pt x="1" y="864"/>
                      </a:cubicBezTo>
                      <a:lnTo>
                        <a:pt x="1" y="864"/>
                      </a:lnTo>
                      <a:cubicBezTo>
                        <a:pt x="481" y="864"/>
                        <a:pt x="865" y="480"/>
                        <a:pt x="865" y="0"/>
                      </a:cubicBezTo>
                      <a:lnTo>
                        <a:pt x="865" y="0"/>
                      </a:lnTo>
                      <a:cubicBezTo>
                        <a:pt x="865" y="480"/>
                        <a:pt x="1265" y="864"/>
                        <a:pt x="1729" y="864"/>
                      </a:cubicBezTo>
                      <a:lnTo>
                        <a:pt x="1729" y="864"/>
                      </a:lnTo>
                      <a:cubicBezTo>
                        <a:pt x="1265" y="864"/>
                        <a:pt x="865" y="1248"/>
                        <a:pt x="865" y="172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87" name="Google Shape;4587;p13"/>
              <p:cNvGrpSpPr/>
              <p:nvPr/>
            </p:nvGrpSpPr>
            <p:grpSpPr>
              <a:xfrm rot="7120513" flipH="1">
                <a:off x="538618" y="3725726"/>
                <a:ext cx="1133997" cy="607895"/>
                <a:chOff x="5206900" y="826150"/>
                <a:chExt cx="599275" cy="321250"/>
              </a:xfrm>
            </p:grpSpPr>
            <p:sp>
              <p:nvSpPr>
                <p:cNvPr id="4588" name="Google Shape;4588;p13"/>
                <p:cNvSpPr/>
                <p:nvPr/>
              </p:nvSpPr>
              <p:spPr>
                <a:xfrm>
                  <a:off x="5206900" y="828950"/>
                  <a:ext cx="25225" cy="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1025" extrusionOk="0">
                      <a:moveTo>
                        <a:pt x="1008" y="448"/>
                      </a:moveTo>
                      <a:cubicBezTo>
                        <a:pt x="1008" y="832"/>
                        <a:pt x="544" y="1024"/>
                        <a:pt x="272" y="752"/>
                      </a:cubicBezTo>
                      <a:cubicBezTo>
                        <a:pt x="0" y="480"/>
                        <a:pt x="192" y="0"/>
                        <a:pt x="576" y="0"/>
                      </a:cubicBezTo>
                      <a:cubicBezTo>
                        <a:pt x="816" y="0"/>
                        <a:pt x="1008" y="208"/>
                        <a:pt x="1008" y="44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9" name="Google Shape;4589;p13"/>
                <p:cNvSpPr/>
                <p:nvPr/>
              </p:nvSpPr>
              <p:spPr>
                <a:xfrm>
                  <a:off x="5468125" y="1067750"/>
                  <a:ext cx="2562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09" extrusionOk="0">
                      <a:moveTo>
                        <a:pt x="1024" y="433"/>
                      </a:moveTo>
                      <a:cubicBezTo>
                        <a:pt x="1024" y="817"/>
                        <a:pt x="560" y="1009"/>
                        <a:pt x="288" y="737"/>
                      </a:cubicBezTo>
                      <a:cubicBezTo>
                        <a:pt x="0" y="465"/>
                        <a:pt x="208" y="1"/>
                        <a:pt x="592" y="1"/>
                      </a:cubicBezTo>
                      <a:cubicBezTo>
                        <a:pt x="832" y="1"/>
                        <a:pt x="1024" y="193"/>
                        <a:pt x="1024" y="4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0" name="Google Shape;4590;p13"/>
                <p:cNvSpPr/>
                <p:nvPr/>
              </p:nvSpPr>
              <p:spPr>
                <a:xfrm>
                  <a:off x="5679325" y="1085750"/>
                  <a:ext cx="25625" cy="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26" extrusionOk="0">
                      <a:moveTo>
                        <a:pt x="1025" y="433"/>
                      </a:moveTo>
                      <a:cubicBezTo>
                        <a:pt x="1025" y="833"/>
                        <a:pt x="545" y="1025"/>
                        <a:pt x="273" y="753"/>
                      </a:cubicBezTo>
                      <a:cubicBezTo>
                        <a:pt x="1" y="481"/>
                        <a:pt x="193" y="1"/>
                        <a:pt x="577" y="1"/>
                      </a:cubicBezTo>
                      <a:cubicBezTo>
                        <a:pt x="817" y="1"/>
                        <a:pt x="1025" y="193"/>
                        <a:pt x="1025" y="4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1" name="Google Shape;4591;p13"/>
                <p:cNvSpPr/>
                <p:nvPr/>
              </p:nvSpPr>
              <p:spPr>
                <a:xfrm>
                  <a:off x="5318900" y="877350"/>
                  <a:ext cx="4425" cy="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7" extrusionOk="0">
                      <a:moveTo>
                        <a:pt x="177" y="80"/>
                      </a:moveTo>
                      <a:cubicBezTo>
                        <a:pt x="177" y="128"/>
                        <a:pt x="145" y="176"/>
                        <a:pt x="97" y="176"/>
                      </a:cubicBezTo>
                      <a:cubicBezTo>
                        <a:pt x="49" y="176"/>
                        <a:pt x="1" y="128"/>
                        <a:pt x="1" y="80"/>
                      </a:cubicBezTo>
                      <a:cubicBezTo>
                        <a:pt x="1" y="32"/>
                        <a:pt x="49" y="0"/>
                        <a:pt x="97" y="0"/>
                      </a:cubicBezTo>
                      <a:cubicBezTo>
                        <a:pt x="145" y="0"/>
                        <a:pt x="177" y="32"/>
                        <a:pt x="177" y="8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2" name="Google Shape;4592;p13"/>
                <p:cNvSpPr/>
                <p:nvPr/>
              </p:nvSpPr>
              <p:spPr>
                <a:xfrm>
                  <a:off x="5749725" y="10213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1" y="97"/>
                      </a:moveTo>
                      <a:cubicBezTo>
                        <a:pt x="241" y="241"/>
                        <a:pt x="1" y="1"/>
                        <a:pt x="145" y="1"/>
                      </a:cubicBezTo>
                      <a:cubicBezTo>
                        <a:pt x="193" y="1"/>
                        <a:pt x="225" y="49"/>
                        <a:pt x="241" y="9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3" name="Google Shape;4593;p13"/>
                <p:cNvSpPr/>
                <p:nvPr/>
              </p:nvSpPr>
              <p:spPr>
                <a:xfrm>
                  <a:off x="5527725" y="8749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0" y="96"/>
                      </a:moveTo>
                      <a:cubicBezTo>
                        <a:pt x="240" y="240"/>
                        <a:pt x="0" y="0"/>
                        <a:pt x="144" y="0"/>
                      </a:cubicBezTo>
                      <a:cubicBezTo>
                        <a:pt x="192" y="0"/>
                        <a:pt x="240" y="48"/>
                        <a:pt x="240" y="9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4" name="Google Shape;4594;p13"/>
                <p:cNvSpPr/>
                <p:nvPr/>
              </p:nvSpPr>
              <p:spPr>
                <a:xfrm>
                  <a:off x="5418900" y="861350"/>
                  <a:ext cx="6025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25" extrusionOk="0">
                      <a:moveTo>
                        <a:pt x="241" y="64"/>
                      </a:moveTo>
                      <a:cubicBezTo>
                        <a:pt x="241" y="112"/>
                        <a:pt x="225" y="160"/>
                        <a:pt x="177" y="176"/>
                      </a:cubicBezTo>
                      <a:cubicBezTo>
                        <a:pt x="49" y="224"/>
                        <a:pt x="1" y="32"/>
                        <a:pt x="129" y="16"/>
                      </a:cubicBezTo>
                      <a:cubicBezTo>
                        <a:pt x="177" y="0"/>
                        <a:pt x="225" y="16"/>
                        <a:pt x="241" y="6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5" name="Google Shape;4595;p13"/>
                <p:cNvSpPr/>
                <p:nvPr/>
              </p:nvSpPr>
              <p:spPr>
                <a:xfrm>
                  <a:off x="5634925" y="98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1" y="209"/>
                      </a:moveTo>
                      <a:cubicBezTo>
                        <a:pt x="481" y="385"/>
                        <a:pt x="257" y="481"/>
                        <a:pt x="129" y="353"/>
                      </a:cubicBezTo>
                      <a:cubicBezTo>
                        <a:pt x="1" y="225"/>
                        <a:pt x="97" y="1"/>
                        <a:pt x="273" y="1"/>
                      </a:cubicBezTo>
                      <a:cubicBezTo>
                        <a:pt x="385" y="1"/>
                        <a:pt x="481" y="97"/>
                        <a:pt x="481" y="2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6" name="Google Shape;4596;p13"/>
                <p:cNvSpPr/>
                <p:nvPr/>
              </p:nvSpPr>
              <p:spPr>
                <a:xfrm>
                  <a:off x="5717725" y="1135775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2"/>
                      </a:moveTo>
                      <a:cubicBezTo>
                        <a:pt x="465" y="368"/>
                        <a:pt x="257" y="464"/>
                        <a:pt x="129" y="336"/>
                      </a:cubicBezTo>
                      <a:cubicBezTo>
                        <a:pt x="1" y="208"/>
                        <a:pt x="81" y="0"/>
                        <a:pt x="273" y="0"/>
                      </a:cubicBezTo>
                      <a:cubicBezTo>
                        <a:pt x="385" y="0"/>
                        <a:pt x="465" y="80"/>
                        <a:pt x="465" y="19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7" name="Google Shape;4597;p13"/>
                <p:cNvSpPr/>
                <p:nvPr/>
              </p:nvSpPr>
              <p:spPr>
                <a:xfrm>
                  <a:off x="5316900" y="997350"/>
                  <a:ext cx="116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81" extrusionOk="0">
                      <a:moveTo>
                        <a:pt x="465" y="209"/>
                      </a:moveTo>
                      <a:cubicBezTo>
                        <a:pt x="465" y="385"/>
                        <a:pt x="257" y="481"/>
                        <a:pt x="129" y="353"/>
                      </a:cubicBezTo>
                      <a:cubicBezTo>
                        <a:pt x="1" y="225"/>
                        <a:pt x="81" y="1"/>
                        <a:pt x="273" y="1"/>
                      </a:cubicBezTo>
                      <a:cubicBezTo>
                        <a:pt x="369" y="1"/>
                        <a:pt x="465" y="97"/>
                        <a:pt x="465" y="2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8" name="Google Shape;4598;p13"/>
                <p:cNvSpPr/>
                <p:nvPr/>
              </p:nvSpPr>
              <p:spPr>
                <a:xfrm>
                  <a:off x="5331700" y="1124575"/>
                  <a:ext cx="120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65" extrusionOk="0">
                      <a:moveTo>
                        <a:pt x="481" y="208"/>
                      </a:moveTo>
                      <a:cubicBezTo>
                        <a:pt x="481" y="384"/>
                        <a:pt x="257" y="464"/>
                        <a:pt x="129" y="352"/>
                      </a:cubicBezTo>
                      <a:cubicBezTo>
                        <a:pt x="1" y="224"/>
                        <a:pt x="97" y="0"/>
                        <a:pt x="273" y="0"/>
                      </a:cubicBezTo>
                      <a:cubicBezTo>
                        <a:pt x="385" y="0"/>
                        <a:pt x="481" y="96"/>
                        <a:pt x="481" y="20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9" name="Google Shape;4599;p13"/>
                <p:cNvSpPr/>
                <p:nvPr/>
              </p:nvSpPr>
              <p:spPr>
                <a:xfrm>
                  <a:off x="5794150" y="90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0" y="208"/>
                      </a:moveTo>
                      <a:cubicBezTo>
                        <a:pt x="480" y="384"/>
                        <a:pt x="256" y="480"/>
                        <a:pt x="128" y="352"/>
                      </a:cubicBezTo>
                      <a:cubicBezTo>
                        <a:pt x="0" y="224"/>
                        <a:pt x="96" y="0"/>
                        <a:pt x="272" y="0"/>
                      </a:cubicBezTo>
                      <a:cubicBezTo>
                        <a:pt x="384" y="0"/>
                        <a:pt x="480" y="96"/>
                        <a:pt x="480" y="20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0" name="Google Shape;4600;p13"/>
                <p:cNvSpPr/>
                <p:nvPr/>
              </p:nvSpPr>
              <p:spPr>
                <a:xfrm>
                  <a:off x="5290500" y="924950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3"/>
                      </a:moveTo>
                      <a:cubicBezTo>
                        <a:pt x="465" y="369"/>
                        <a:pt x="257" y="465"/>
                        <a:pt x="129" y="337"/>
                      </a:cubicBezTo>
                      <a:cubicBezTo>
                        <a:pt x="1" y="209"/>
                        <a:pt x="97" y="0"/>
                        <a:pt x="273" y="0"/>
                      </a:cubicBezTo>
                      <a:cubicBezTo>
                        <a:pt x="385" y="0"/>
                        <a:pt x="465" y="81"/>
                        <a:pt x="465" y="19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01" name="Google Shape;4601;p13"/>
                <p:cNvSpPr/>
                <p:nvPr/>
              </p:nvSpPr>
              <p:spPr>
                <a:xfrm>
                  <a:off x="5680925" y="826150"/>
                  <a:ext cx="43225" cy="4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extrusionOk="0">
                      <a:moveTo>
                        <a:pt x="865" y="1728"/>
                      </a:moveTo>
                      <a:lnTo>
                        <a:pt x="865" y="1728"/>
                      </a:lnTo>
                      <a:cubicBezTo>
                        <a:pt x="865" y="1248"/>
                        <a:pt x="481" y="864"/>
                        <a:pt x="1" y="864"/>
                      </a:cubicBezTo>
                      <a:lnTo>
                        <a:pt x="1" y="864"/>
                      </a:lnTo>
                      <a:cubicBezTo>
                        <a:pt x="481" y="864"/>
                        <a:pt x="865" y="480"/>
                        <a:pt x="865" y="0"/>
                      </a:cubicBezTo>
                      <a:lnTo>
                        <a:pt x="865" y="0"/>
                      </a:lnTo>
                      <a:cubicBezTo>
                        <a:pt x="865" y="480"/>
                        <a:pt x="1265" y="864"/>
                        <a:pt x="1729" y="864"/>
                      </a:cubicBezTo>
                      <a:lnTo>
                        <a:pt x="1729" y="864"/>
                      </a:lnTo>
                      <a:cubicBezTo>
                        <a:pt x="1265" y="864"/>
                        <a:pt x="865" y="1248"/>
                        <a:pt x="865" y="172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4602" name="Google Shape;4602;p13"/>
          <p:cNvGrpSpPr/>
          <p:nvPr/>
        </p:nvGrpSpPr>
        <p:grpSpPr>
          <a:xfrm>
            <a:off x="7993668" y="4063296"/>
            <a:ext cx="1424466" cy="1367806"/>
            <a:chOff x="1328711" y="539500"/>
            <a:chExt cx="864465" cy="830130"/>
          </a:xfrm>
        </p:grpSpPr>
        <p:sp>
          <p:nvSpPr>
            <p:cNvPr id="4603" name="Google Shape;4603;p13"/>
            <p:cNvSpPr/>
            <p:nvPr/>
          </p:nvSpPr>
          <p:spPr>
            <a:xfrm>
              <a:off x="1401688" y="637364"/>
              <a:ext cx="260331" cy="277447"/>
            </a:xfrm>
            <a:custGeom>
              <a:avLst/>
              <a:gdLst/>
              <a:ahLst/>
              <a:cxnLst/>
              <a:rect l="l" t="t" r="r" b="b"/>
              <a:pathLst>
                <a:path w="4791" h="5106" fill="none" extrusionOk="0">
                  <a:moveTo>
                    <a:pt x="4791" y="0"/>
                  </a:moveTo>
                  <a:lnTo>
                    <a:pt x="2117" y="2843"/>
                  </a:lnTo>
                  <a:lnTo>
                    <a:pt x="1" y="5105"/>
                  </a:lnTo>
                </a:path>
              </a:pathLst>
            </a:custGeom>
            <a:noFill/>
            <a:ln w="3925" cap="flat" cmpd="sng">
              <a:solidFill>
                <a:schemeClr val="accent4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4" name="Google Shape;4604;p13"/>
            <p:cNvSpPr/>
            <p:nvPr/>
          </p:nvSpPr>
          <p:spPr>
            <a:xfrm>
              <a:off x="1516722" y="791795"/>
              <a:ext cx="239954" cy="554840"/>
            </a:xfrm>
            <a:custGeom>
              <a:avLst/>
              <a:gdLst/>
              <a:ahLst/>
              <a:cxnLst/>
              <a:rect l="l" t="t" r="r" b="b"/>
              <a:pathLst>
                <a:path w="4416" h="10211" fill="none" extrusionOk="0">
                  <a:moveTo>
                    <a:pt x="0" y="1"/>
                  </a:moveTo>
                  <a:lnTo>
                    <a:pt x="2674" y="4936"/>
                  </a:lnTo>
                  <a:lnTo>
                    <a:pt x="4089" y="6678"/>
                  </a:lnTo>
                  <a:lnTo>
                    <a:pt x="4416" y="10211"/>
                  </a:lnTo>
                </a:path>
              </a:pathLst>
            </a:custGeom>
            <a:noFill/>
            <a:ln w="3925" cap="flat" cmpd="sng">
              <a:solidFill>
                <a:schemeClr val="accent4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5" name="Google Shape;4605;p13"/>
            <p:cNvSpPr/>
            <p:nvPr/>
          </p:nvSpPr>
          <p:spPr>
            <a:xfrm>
              <a:off x="1738911" y="854936"/>
              <a:ext cx="356943" cy="299780"/>
            </a:xfrm>
            <a:custGeom>
              <a:avLst/>
              <a:gdLst/>
              <a:ahLst/>
              <a:cxnLst/>
              <a:rect l="l" t="t" r="r" b="b"/>
              <a:pathLst>
                <a:path w="6569" h="5517" fill="none" extrusionOk="0">
                  <a:moveTo>
                    <a:pt x="6569" y="0"/>
                  </a:moveTo>
                  <a:lnTo>
                    <a:pt x="2480" y="5069"/>
                  </a:lnTo>
                  <a:lnTo>
                    <a:pt x="0" y="5516"/>
                  </a:lnTo>
                </a:path>
              </a:pathLst>
            </a:custGeom>
            <a:noFill/>
            <a:ln w="3925" cap="flat" cmpd="sng">
              <a:solidFill>
                <a:schemeClr val="accent4"/>
              </a:solidFill>
              <a:prstDash val="solid"/>
              <a:miter lim="1209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6" name="Google Shape;4606;p13"/>
            <p:cNvSpPr/>
            <p:nvPr/>
          </p:nvSpPr>
          <p:spPr>
            <a:xfrm>
              <a:off x="1328711" y="849665"/>
              <a:ext cx="138778" cy="138072"/>
            </a:xfrm>
            <a:custGeom>
              <a:avLst/>
              <a:gdLst/>
              <a:ahLst/>
              <a:cxnLst/>
              <a:rect l="l" t="t" r="r" b="b"/>
              <a:pathLst>
                <a:path w="2554" h="2541" extrusionOk="0">
                  <a:moveTo>
                    <a:pt x="1283" y="0"/>
                  </a:moveTo>
                  <a:cubicBezTo>
                    <a:pt x="1114" y="980"/>
                    <a:pt x="981" y="1101"/>
                    <a:pt x="1" y="1259"/>
                  </a:cubicBezTo>
                  <a:cubicBezTo>
                    <a:pt x="981" y="1428"/>
                    <a:pt x="1114" y="1561"/>
                    <a:pt x="1271" y="2541"/>
                  </a:cubicBezTo>
                  <a:cubicBezTo>
                    <a:pt x="1428" y="1561"/>
                    <a:pt x="1561" y="1428"/>
                    <a:pt x="2553" y="1283"/>
                  </a:cubicBezTo>
                  <a:cubicBezTo>
                    <a:pt x="1561" y="1113"/>
                    <a:pt x="1428" y="980"/>
                    <a:pt x="128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7" name="Google Shape;4607;p13"/>
            <p:cNvSpPr/>
            <p:nvPr/>
          </p:nvSpPr>
          <p:spPr>
            <a:xfrm>
              <a:off x="1492378" y="770114"/>
              <a:ext cx="48741" cy="48686"/>
            </a:xfrm>
            <a:custGeom>
              <a:avLst/>
              <a:gdLst/>
              <a:ahLst/>
              <a:cxnLst/>
              <a:rect l="l" t="t" r="r" b="b"/>
              <a:pathLst>
                <a:path w="897" h="896" extrusionOk="0">
                  <a:moveTo>
                    <a:pt x="448" y="1"/>
                  </a:moveTo>
                  <a:cubicBezTo>
                    <a:pt x="388" y="352"/>
                    <a:pt x="352" y="388"/>
                    <a:pt x="1" y="448"/>
                  </a:cubicBezTo>
                  <a:cubicBezTo>
                    <a:pt x="340" y="509"/>
                    <a:pt x="388" y="557"/>
                    <a:pt x="448" y="896"/>
                  </a:cubicBezTo>
                  <a:cubicBezTo>
                    <a:pt x="509" y="557"/>
                    <a:pt x="545" y="509"/>
                    <a:pt x="896" y="460"/>
                  </a:cubicBezTo>
                  <a:cubicBezTo>
                    <a:pt x="557" y="400"/>
                    <a:pt x="509" y="352"/>
                    <a:pt x="4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8" name="Google Shape;4608;p13"/>
            <p:cNvSpPr/>
            <p:nvPr/>
          </p:nvSpPr>
          <p:spPr>
            <a:xfrm>
              <a:off x="1613335" y="1009367"/>
              <a:ext cx="85527" cy="85527"/>
            </a:xfrm>
            <a:custGeom>
              <a:avLst/>
              <a:gdLst/>
              <a:ahLst/>
              <a:cxnLst/>
              <a:rect l="l" t="t" r="r" b="b"/>
              <a:pathLst>
                <a:path w="1574" h="1574" extrusionOk="0">
                  <a:moveTo>
                    <a:pt x="799" y="1"/>
                  </a:moveTo>
                  <a:cubicBezTo>
                    <a:pt x="690" y="606"/>
                    <a:pt x="606" y="690"/>
                    <a:pt x="1" y="787"/>
                  </a:cubicBezTo>
                  <a:cubicBezTo>
                    <a:pt x="606" y="884"/>
                    <a:pt x="690" y="969"/>
                    <a:pt x="787" y="1574"/>
                  </a:cubicBezTo>
                  <a:cubicBezTo>
                    <a:pt x="884" y="969"/>
                    <a:pt x="968" y="884"/>
                    <a:pt x="1573" y="799"/>
                  </a:cubicBezTo>
                  <a:cubicBezTo>
                    <a:pt x="968" y="690"/>
                    <a:pt x="884" y="606"/>
                    <a:pt x="79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9" name="Google Shape;4609;p13"/>
            <p:cNvSpPr/>
            <p:nvPr/>
          </p:nvSpPr>
          <p:spPr>
            <a:xfrm>
              <a:off x="1713264" y="1130216"/>
              <a:ext cx="51295" cy="48958"/>
            </a:xfrm>
            <a:custGeom>
              <a:avLst/>
              <a:gdLst/>
              <a:ahLst/>
              <a:cxnLst/>
              <a:rect l="l" t="t" r="r" b="b"/>
              <a:pathLst>
                <a:path w="944" h="901" extrusionOk="0">
                  <a:moveTo>
                    <a:pt x="477" y="1"/>
                  </a:moveTo>
                  <a:cubicBezTo>
                    <a:pt x="253" y="1"/>
                    <a:pt x="59" y="175"/>
                    <a:pt x="25" y="402"/>
                  </a:cubicBezTo>
                  <a:cubicBezTo>
                    <a:pt x="0" y="656"/>
                    <a:pt x="182" y="874"/>
                    <a:pt x="424" y="898"/>
                  </a:cubicBezTo>
                  <a:cubicBezTo>
                    <a:pt x="439" y="899"/>
                    <a:pt x="454" y="900"/>
                    <a:pt x="469" y="900"/>
                  </a:cubicBezTo>
                  <a:cubicBezTo>
                    <a:pt x="703" y="900"/>
                    <a:pt x="897" y="726"/>
                    <a:pt x="920" y="499"/>
                  </a:cubicBezTo>
                  <a:cubicBezTo>
                    <a:pt x="944" y="257"/>
                    <a:pt x="763" y="39"/>
                    <a:pt x="521" y="3"/>
                  </a:cubicBezTo>
                  <a:cubicBezTo>
                    <a:pt x="506" y="1"/>
                    <a:pt x="492" y="1"/>
                    <a:pt x="477" y="1"/>
                  </a:cubicBezTo>
                  <a:close/>
                </a:path>
              </a:pathLst>
            </a:custGeom>
            <a:solidFill>
              <a:srgbClr val="5F7D95">
                <a:alpha val="17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0" name="Google Shape;4610;p13"/>
            <p:cNvSpPr/>
            <p:nvPr/>
          </p:nvSpPr>
          <p:spPr>
            <a:xfrm>
              <a:off x="1849979" y="1096797"/>
              <a:ext cx="49338" cy="48686"/>
            </a:xfrm>
            <a:custGeom>
              <a:avLst/>
              <a:gdLst/>
              <a:ahLst/>
              <a:cxnLst/>
              <a:rect l="l" t="t" r="r" b="b"/>
              <a:pathLst>
                <a:path w="908" h="896" extrusionOk="0">
                  <a:moveTo>
                    <a:pt x="460" y="1"/>
                  </a:moveTo>
                  <a:cubicBezTo>
                    <a:pt x="400" y="340"/>
                    <a:pt x="351" y="388"/>
                    <a:pt x="1" y="448"/>
                  </a:cubicBezTo>
                  <a:cubicBezTo>
                    <a:pt x="351" y="509"/>
                    <a:pt x="400" y="545"/>
                    <a:pt x="448" y="896"/>
                  </a:cubicBezTo>
                  <a:cubicBezTo>
                    <a:pt x="509" y="557"/>
                    <a:pt x="557" y="509"/>
                    <a:pt x="908" y="448"/>
                  </a:cubicBezTo>
                  <a:cubicBezTo>
                    <a:pt x="557" y="400"/>
                    <a:pt x="521" y="352"/>
                    <a:pt x="46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1" name="Google Shape;4611;p13"/>
            <p:cNvSpPr/>
            <p:nvPr/>
          </p:nvSpPr>
          <p:spPr>
            <a:xfrm>
              <a:off x="1732336" y="1320944"/>
              <a:ext cx="48686" cy="48686"/>
            </a:xfrm>
            <a:custGeom>
              <a:avLst/>
              <a:gdLst/>
              <a:ahLst/>
              <a:cxnLst/>
              <a:rect l="l" t="t" r="r" b="b"/>
              <a:pathLst>
                <a:path w="896" h="896" extrusionOk="0">
                  <a:moveTo>
                    <a:pt x="448" y="1"/>
                  </a:moveTo>
                  <a:cubicBezTo>
                    <a:pt x="387" y="352"/>
                    <a:pt x="339" y="388"/>
                    <a:pt x="0" y="448"/>
                  </a:cubicBezTo>
                  <a:cubicBezTo>
                    <a:pt x="339" y="509"/>
                    <a:pt x="387" y="557"/>
                    <a:pt x="436" y="896"/>
                  </a:cubicBezTo>
                  <a:cubicBezTo>
                    <a:pt x="508" y="557"/>
                    <a:pt x="545" y="509"/>
                    <a:pt x="895" y="460"/>
                  </a:cubicBezTo>
                  <a:cubicBezTo>
                    <a:pt x="545" y="400"/>
                    <a:pt x="508" y="352"/>
                    <a:pt x="4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2" name="Google Shape;4612;p13"/>
            <p:cNvSpPr/>
            <p:nvPr/>
          </p:nvSpPr>
          <p:spPr>
            <a:xfrm>
              <a:off x="1554215" y="539500"/>
              <a:ext cx="215611" cy="195941"/>
            </a:xfrm>
            <a:custGeom>
              <a:avLst/>
              <a:gdLst/>
              <a:ahLst/>
              <a:cxnLst/>
              <a:rect l="l" t="t" r="r" b="b"/>
              <a:pathLst>
                <a:path w="3968" h="3606" extrusionOk="0">
                  <a:moveTo>
                    <a:pt x="1977" y="0"/>
                  </a:moveTo>
                  <a:cubicBezTo>
                    <a:pt x="1521" y="0"/>
                    <a:pt x="1066" y="173"/>
                    <a:pt x="714" y="519"/>
                  </a:cubicBezTo>
                  <a:cubicBezTo>
                    <a:pt x="0" y="1221"/>
                    <a:pt x="0" y="2358"/>
                    <a:pt x="690" y="3071"/>
                  </a:cubicBezTo>
                  <a:cubicBezTo>
                    <a:pt x="1045" y="3427"/>
                    <a:pt x="1512" y="3605"/>
                    <a:pt x="1979" y="3605"/>
                  </a:cubicBezTo>
                  <a:cubicBezTo>
                    <a:pt x="2434" y="3605"/>
                    <a:pt x="2890" y="3436"/>
                    <a:pt x="3242" y="3096"/>
                  </a:cubicBezTo>
                  <a:cubicBezTo>
                    <a:pt x="3956" y="2394"/>
                    <a:pt x="3968" y="1257"/>
                    <a:pt x="3266" y="543"/>
                  </a:cubicBezTo>
                  <a:cubicBezTo>
                    <a:pt x="2911" y="182"/>
                    <a:pt x="2444" y="0"/>
                    <a:pt x="1977" y="0"/>
                  </a:cubicBezTo>
                  <a:close/>
                </a:path>
              </a:pathLst>
            </a:custGeom>
            <a:solidFill>
              <a:srgbClr val="5F7D95">
                <a:alpha val="17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3" name="Google Shape;4613;p13"/>
            <p:cNvSpPr/>
            <p:nvPr/>
          </p:nvSpPr>
          <p:spPr>
            <a:xfrm>
              <a:off x="1606108" y="581450"/>
              <a:ext cx="111827" cy="111827"/>
            </a:xfrm>
            <a:custGeom>
              <a:avLst/>
              <a:gdLst/>
              <a:ahLst/>
              <a:cxnLst/>
              <a:rect l="l" t="t" r="r" b="b"/>
              <a:pathLst>
                <a:path w="2058" h="2058" extrusionOk="0">
                  <a:moveTo>
                    <a:pt x="1041" y="1"/>
                  </a:moveTo>
                  <a:cubicBezTo>
                    <a:pt x="896" y="787"/>
                    <a:pt x="799" y="896"/>
                    <a:pt x="1" y="1017"/>
                  </a:cubicBezTo>
                  <a:cubicBezTo>
                    <a:pt x="799" y="1150"/>
                    <a:pt x="896" y="1259"/>
                    <a:pt x="1017" y="2057"/>
                  </a:cubicBezTo>
                  <a:cubicBezTo>
                    <a:pt x="1150" y="1259"/>
                    <a:pt x="1259" y="1150"/>
                    <a:pt x="2057" y="1029"/>
                  </a:cubicBezTo>
                  <a:cubicBezTo>
                    <a:pt x="1259" y="896"/>
                    <a:pt x="1162" y="799"/>
                    <a:pt x="104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4" name="Google Shape;4614;p13"/>
            <p:cNvSpPr/>
            <p:nvPr/>
          </p:nvSpPr>
          <p:spPr>
            <a:xfrm>
              <a:off x="1970936" y="760115"/>
              <a:ext cx="222240" cy="196267"/>
            </a:xfrm>
            <a:custGeom>
              <a:avLst/>
              <a:gdLst/>
              <a:ahLst/>
              <a:cxnLst/>
              <a:rect l="l" t="t" r="r" b="b"/>
              <a:pathLst>
                <a:path w="4090" h="3612" extrusionOk="0">
                  <a:moveTo>
                    <a:pt x="2054" y="0"/>
                  </a:moveTo>
                  <a:cubicBezTo>
                    <a:pt x="1332" y="0"/>
                    <a:pt x="654" y="437"/>
                    <a:pt x="375" y="1152"/>
                  </a:cubicBezTo>
                  <a:cubicBezTo>
                    <a:pt x="0" y="2072"/>
                    <a:pt x="460" y="3124"/>
                    <a:pt x="1391" y="3487"/>
                  </a:cubicBezTo>
                  <a:cubicBezTo>
                    <a:pt x="1605" y="3572"/>
                    <a:pt x="1826" y="3611"/>
                    <a:pt x="2044" y="3611"/>
                  </a:cubicBezTo>
                  <a:cubicBezTo>
                    <a:pt x="2763" y="3611"/>
                    <a:pt x="3448" y="3177"/>
                    <a:pt x="3726" y="2471"/>
                  </a:cubicBezTo>
                  <a:cubicBezTo>
                    <a:pt x="4089" y="1540"/>
                    <a:pt x="3629" y="499"/>
                    <a:pt x="2710" y="124"/>
                  </a:cubicBezTo>
                  <a:cubicBezTo>
                    <a:pt x="2494" y="40"/>
                    <a:pt x="2272" y="0"/>
                    <a:pt x="2054" y="0"/>
                  </a:cubicBezTo>
                  <a:close/>
                </a:path>
              </a:pathLst>
            </a:custGeom>
            <a:solidFill>
              <a:srgbClr val="5F7D95">
                <a:alpha val="174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5" name="Google Shape;4615;p13"/>
            <p:cNvSpPr/>
            <p:nvPr/>
          </p:nvSpPr>
          <p:spPr>
            <a:xfrm>
              <a:off x="2026144" y="802336"/>
              <a:ext cx="111772" cy="111120"/>
            </a:xfrm>
            <a:custGeom>
              <a:avLst/>
              <a:gdLst/>
              <a:ahLst/>
              <a:cxnLst/>
              <a:rect l="l" t="t" r="r" b="b"/>
              <a:pathLst>
                <a:path w="2057" h="2045" extrusionOk="0">
                  <a:moveTo>
                    <a:pt x="1041" y="0"/>
                  </a:moveTo>
                  <a:cubicBezTo>
                    <a:pt x="908" y="787"/>
                    <a:pt x="799" y="896"/>
                    <a:pt x="0" y="1017"/>
                  </a:cubicBezTo>
                  <a:cubicBezTo>
                    <a:pt x="799" y="1138"/>
                    <a:pt x="896" y="1259"/>
                    <a:pt x="1017" y="2045"/>
                  </a:cubicBezTo>
                  <a:cubicBezTo>
                    <a:pt x="1162" y="1259"/>
                    <a:pt x="1259" y="1150"/>
                    <a:pt x="2057" y="1029"/>
                  </a:cubicBezTo>
                  <a:cubicBezTo>
                    <a:pt x="1271" y="896"/>
                    <a:pt x="1162" y="787"/>
                    <a:pt x="104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6" name="Google Shape;4616;p13"/>
            <p:cNvSpPr/>
            <p:nvPr/>
          </p:nvSpPr>
          <p:spPr>
            <a:xfrm>
              <a:off x="1696147" y="1111958"/>
              <a:ext cx="85527" cy="85473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799" y="0"/>
                  </a:moveTo>
                  <a:cubicBezTo>
                    <a:pt x="690" y="605"/>
                    <a:pt x="606" y="690"/>
                    <a:pt x="1" y="786"/>
                  </a:cubicBezTo>
                  <a:cubicBezTo>
                    <a:pt x="606" y="883"/>
                    <a:pt x="690" y="968"/>
                    <a:pt x="787" y="1573"/>
                  </a:cubicBezTo>
                  <a:cubicBezTo>
                    <a:pt x="884" y="968"/>
                    <a:pt x="969" y="883"/>
                    <a:pt x="1573" y="798"/>
                  </a:cubicBezTo>
                  <a:cubicBezTo>
                    <a:pt x="969" y="690"/>
                    <a:pt x="884" y="605"/>
                    <a:pt x="7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17" name="Google Shape;4617;p13"/>
          <p:cNvSpPr txBox="1">
            <a:spLocks noGrp="1"/>
          </p:cNvSpPr>
          <p:nvPr>
            <p:ph type="subTitle" idx="1"/>
          </p:nvPr>
        </p:nvSpPr>
        <p:spPr>
          <a:xfrm>
            <a:off x="1158250" y="1496200"/>
            <a:ext cx="1161300" cy="30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ig Shoulders Text"/>
              <a:buNone/>
              <a:defRPr sz="20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endParaRPr/>
          </a:p>
        </p:txBody>
      </p:sp>
      <p:sp>
        <p:nvSpPr>
          <p:cNvPr id="4618" name="Google Shape;4618;p13"/>
          <p:cNvSpPr txBox="1">
            <a:spLocks noGrp="1"/>
          </p:cNvSpPr>
          <p:nvPr>
            <p:ph type="subTitle" idx="2"/>
          </p:nvPr>
        </p:nvSpPr>
        <p:spPr>
          <a:xfrm>
            <a:off x="865950" y="1883311"/>
            <a:ext cx="17493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19" name="Google Shape;4619;p13"/>
          <p:cNvSpPr txBox="1">
            <a:spLocks noGrp="1"/>
          </p:cNvSpPr>
          <p:nvPr>
            <p:ph type="subTitle" idx="3"/>
          </p:nvPr>
        </p:nvSpPr>
        <p:spPr>
          <a:xfrm>
            <a:off x="1166497" y="2899825"/>
            <a:ext cx="1161300" cy="30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ig Shoulders Text"/>
              <a:buNone/>
              <a:defRPr sz="20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endParaRPr/>
          </a:p>
        </p:txBody>
      </p:sp>
      <p:sp>
        <p:nvSpPr>
          <p:cNvPr id="4620" name="Google Shape;4620;p13"/>
          <p:cNvSpPr txBox="1">
            <a:spLocks noGrp="1"/>
          </p:cNvSpPr>
          <p:nvPr>
            <p:ph type="subTitle" idx="4"/>
          </p:nvPr>
        </p:nvSpPr>
        <p:spPr>
          <a:xfrm>
            <a:off x="865950" y="3287203"/>
            <a:ext cx="17493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1" name="Google Shape;4621;p13"/>
          <p:cNvSpPr txBox="1">
            <a:spLocks noGrp="1"/>
          </p:cNvSpPr>
          <p:nvPr>
            <p:ph type="subTitle" idx="5"/>
          </p:nvPr>
        </p:nvSpPr>
        <p:spPr>
          <a:xfrm>
            <a:off x="4034950" y="1496200"/>
            <a:ext cx="1161300" cy="30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ig Shoulders Text"/>
              <a:buNone/>
              <a:defRPr sz="20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endParaRPr/>
          </a:p>
        </p:txBody>
      </p:sp>
      <p:sp>
        <p:nvSpPr>
          <p:cNvPr id="4622" name="Google Shape;4622;p13"/>
          <p:cNvSpPr txBox="1">
            <a:spLocks noGrp="1"/>
          </p:cNvSpPr>
          <p:nvPr>
            <p:ph type="subTitle" idx="6"/>
          </p:nvPr>
        </p:nvSpPr>
        <p:spPr>
          <a:xfrm>
            <a:off x="3688695" y="1883311"/>
            <a:ext cx="17493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3" name="Google Shape;4623;p13"/>
          <p:cNvSpPr txBox="1">
            <a:spLocks noGrp="1"/>
          </p:cNvSpPr>
          <p:nvPr>
            <p:ph type="subTitle" idx="7"/>
          </p:nvPr>
        </p:nvSpPr>
        <p:spPr>
          <a:xfrm>
            <a:off x="4032200" y="2899825"/>
            <a:ext cx="1161300" cy="30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ig Shoulders Text"/>
              <a:buNone/>
              <a:defRPr sz="20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endParaRPr/>
          </a:p>
        </p:txBody>
      </p:sp>
      <p:sp>
        <p:nvSpPr>
          <p:cNvPr id="4624" name="Google Shape;4624;p13"/>
          <p:cNvSpPr txBox="1">
            <a:spLocks noGrp="1"/>
          </p:cNvSpPr>
          <p:nvPr>
            <p:ph type="subTitle" idx="8"/>
          </p:nvPr>
        </p:nvSpPr>
        <p:spPr>
          <a:xfrm>
            <a:off x="3688695" y="3287203"/>
            <a:ext cx="17493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5" name="Google Shape;4625;p13"/>
          <p:cNvSpPr txBox="1">
            <a:spLocks noGrp="1"/>
          </p:cNvSpPr>
          <p:nvPr>
            <p:ph type="subTitle" idx="9"/>
          </p:nvPr>
        </p:nvSpPr>
        <p:spPr>
          <a:xfrm>
            <a:off x="6851961" y="1491850"/>
            <a:ext cx="1161300" cy="30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ig Shoulders Text"/>
              <a:buNone/>
              <a:defRPr sz="20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endParaRPr/>
          </a:p>
        </p:txBody>
      </p:sp>
      <p:sp>
        <p:nvSpPr>
          <p:cNvPr id="4626" name="Google Shape;4626;p13"/>
          <p:cNvSpPr txBox="1">
            <a:spLocks noGrp="1"/>
          </p:cNvSpPr>
          <p:nvPr>
            <p:ph type="subTitle" idx="13"/>
          </p:nvPr>
        </p:nvSpPr>
        <p:spPr>
          <a:xfrm>
            <a:off x="6511441" y="1883311"/>
            <a:ext cx="17493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7" name="Google Shape;4627;p13"/>
          <p:cNvSpPr txBox="1">
            <a:spLocks noGrp="1"/>
          </p:cNvSpPr>
          <p:nvPr>
            <p:ph type="subTitle" idx="14"/>
          </p:nvPr>
        </p:nvSpPr>
        <p:spPr>
          <a:xfrm>
            <a:off x="6852361" y="2895475"/>
            <a:ext cx="1161300" cy="30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ig Shoulders Text"/>
              <a:buNone/>
              <a:defRPr sz="20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endParaRPr/>
          </a:p>
        </p:txBody>
      </p:sp>
      <p:sp>
        <p:nvSpPr>
          <p:cNvPr id="4628" name="Google Shape;4628;p13"/>
          <p:cNvSpPr txBox="1">
            <a:spLocks noGrp="1"/>
          </p:cNvSpPr>
          <p:nvPr>
            <p:ph type="subTitle" idx="15"/>
          </p:nvPr>
        </p:nvSpPr>
        <p:spPr>
          <a:xfrm>
            <a:off x="6511441" y="3287203"/>
            <a:ext cx="17493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29" name="Google Shape;4629;p13"/>
          <p:cNvSpPr txBox="1">
            <a:spLocks noGrp="1"/>
          </p:cNvSpPr>
          <p:nvPr>
            <p:ph type="title" hasCustomPrompt="1"/>
          </p:nvPr>
        </p:nvSpPr>
        <p:spPr>
          <a:xfrm>
            <a:off x="910265" y="1493625"/>
            <a:ext cx="262500" cy="3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30" name="Google Shape;4630;p13"/>
          <p:cNvSpPr txBox="1">
            <a:spLocks noGrp="1"/>
          </p:cNvSpPr>
          <p:nvPr>
            <p:ph type="title" idx="16" hasCustomPrompt="1"/>
          </p:nvPr>
        </p:nvSpPr>
        <p:spPr>
          <a:xfrm>
            <a:off x="3746181" y="1493625"/>
            <a:ext cx="278100" cy="3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31" name="Google Shape;4631;p13"/>
          <p:cNvSpPr txBox="1">
            <a:spLocks noGrp="1"/>
          </p:cNvSpPr>
          <p:nvPr>
            <p:ph type="title" idx="17" hasCustomPrompt="1"/>
          </p:nvPr>
        </p:nvSpPr>
        <p:spPr>
          <a:xfrm>
            <a:off x="6569497" y="1491850"/>
            <a:ext cx="278700" cy="3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32" name="Google Shape;4632;p13"/>
          <p:cNvSpPr txBox="1">
            <a:spLocks noGrp="1"/>
          </p:cNvSpPr>
          <p:nvPr>
            <p:ph type="title" idx="18" hasCustomPrompt="1"/>
          </p:nvPr>
        </p:nvSpPr>
        <p:spPr>
          <a:xfrm>
            <a:off x="931463" y="2897198"/>
            <a:ext cx="262500" cy="3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33" name="Google Shape;4633;p13"/>
          <p:cNvSpPr txBox="1">
            <a:spLocks noGrp="1"/>
          </p:cNvSpPr>
          <p:nvPr>
            <p:ph type="title" idx="19" hasCustomPrompt="1"/>
          </p:nvPr>
        </p:nvSpPr>
        <p:spPr>
          <a:xfrm>
            <a:off x="3747379" y="2895401"/>
            <a:ext cx="278100" cy="3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34" name="Google Shape;4634;p13"/>
          <p:cNvSpPr txBox="1">
            <a:spLocks noGrp="1"/>
          </p:cNvSpPr>
          <p:nvPr>
            <p:ph type="title" idx="20" hasCustomPrompt="1"/>
          </p:nvPr>
        </p:nvSpPr>
        <p:spPr>
          <a:xfrm>
            <a:off x="6570739" y="2895400"/>
            <a:ext cx="278700" cy="3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35" name="Google Shape;4635;p13"/>
          <p:cNvSpPr txBox="1">
            <a:spLocks noGrp="1"/>
          </p:cNvSpPr>
          <p:nvPr>
            <p:ph type="title" idx="21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5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1" name="Google Shape;5001;p15"/>
          <p:cNvGrpSpPr/>
          <p:nvPr/>
        </p:nvGrpSpPr>
        <p:grpSpPr>
          <a:xfrm>
            <a:off x="176625" y="110350"/>
            <a:ext cx="8790774" cy="4922811"/>
            <a:chOff x="131600" y="118425"/>
            <a:chExt cx="8790774" cy="4922811"/>
          </a:xfrm>
        </p:grpSpPr>
        <p:sp>
          <p:nvSpPr>
            <p:cNvPr id="5002" name="Google Shape;5002;p15"/>
            <p:cNvSpPr/>
            <p:nvPr/>
          </p:nvSpPr>
          <p:spPr>
            <a:xfrm rot="5400000">
              <a:off x="856680" y="10329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03" name="Google Shape;5003;p15"/>
            <p:cNvGrpSpPr/>
            <p:nvPr/>
          </p:nvGrpSpPr>
          <p:grpSpPr>
            <a:xfrm>
              <a:off x="131600" y="1884558"/>
              <a:ext cx="2122449" cy="3112715"/>
              <a:chOff x="131600" y="1884558"/>
              <a:chExt cx="2122449" cy="3112715"/>
            </a:xfrm>
          </p:grpSpPr>
          <p:sp>
            <p:nvSpPr>
              <p:cNvPr id="5004" name="Google Shape;5004;p15"/>
              <p:cNvSpPr/>
              <p:nvPr/>
            </p:nvSpPr>
            <p:spPr>
              <a:xfrm rot="5400000" flipH="1">
                <a:off x="1356823" y="353957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5" name="Google Shape;5005;p15"/>
              <p:cNvSpPr/>
              <p:nvPr/>
            </p:nvSpPr>
            <p:spPr>
              <a:xfrm rot="5400000" flipH="1">
                <a:off x="368247" y="3804694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6" name="Google Shape;5006;p15"/>
              <p:cNvSpPr/>
              <p:nvPr/>
            </p:nvSpPr>
            <p:spPr>
              <a:xfrm rot="5400000" flipH="1">
                <a:off x="1212834" y="4945234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7" name="Google Shape;5007;p15"/>
              <p:cNvSpPr/>
              <p:nvPr/>
            </p:nvSpPr>
            <p:spPr>
              <a:xfrm rot="5400000" flipH="1">
                <a:off x="1889810" y="3456082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8" name="Google Shape;5008;p15"/>
              <p:cNvSpPr/>
              <p:nvPr/>
            </p:nvSpPr>
            <p:spPr>
              <a:xfrm rot="5400000" flipH="1">
                <a:off x="871337" y="4472741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9" name="Google Shape;5009;p15"/>
              <p:cNvSpPr/>
              <p:nvPr/>
            </p:nvSpPr>
            <p:spPr>
              <a:xfrm rot="5400000" flipH="1">
                <a:off x="1458022" y="2595443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0" name="Google Shape;5010;p15"/>
              <p:cNvSpPr/>
              <p:nvPr/>
            </p:nvSpPr>
            <p:spPr>
              <a:xfrm rot="5400000" flipH="1">
                <a:off x="373906" y="24622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1" name="Google Shape;5011;p15"/>
              <p:cNvSpPr/>
              <p:nvPr/>
            </p:nvSpPr>
            <p:spPr>
              <a:xfrm rot="5400000" flipH="1">
                <a:off x="573665" y="420799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2" name="Google Shape;5012;p15"/>
              <p:cNvSpPr/>
              <p:nvPr/>
            </p:nvSpPr>
            <p:spPr>
              <a:xfrm rot="5400000" flipH="1">
                <a:off x="368214" y="3290320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3" name="Google Shape;5013;p15"/>
              <p:cNvSpPr/>
              <p:nvPr/>
            </p:nvSpPr>
            <p:spPr>
              <a:xfrm rot="5400000" flipH="1">
                <a:off x="149520" y="294366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4" name="Google Shape;5014;p15"/>
              <p:cNvSpPr/>
              <p:nvPr/>
            </p:nvSpPr>
            <p:spPr>
              <a:xfrm rot="5400000" flipH="1">
                <a:off x="1558343" y="306837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5" name="Google Shape;5015;p15"/>
              <p:cNvSpPr/>
              <p:nvPr/>
            </p:nvSpPr>
            <p:spPr>
              <a:xfrm rot="5400000" flipH="1">
                <a:off x="130236" y="3708247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6" name="Google Shape;5016;p15"/>
              <p:cNvSpPr/>
              <p:nvPr/>
            </p:nvSpPr>
            <p:spPr>
              <a:xfrm rot="5400000" flipH="1">
                <a:off x="400364" y="4926212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7" name="Google Shape;5017;p15"/>
              <p:cNvSpPr/>
              <p:nvPr/>
            </p:nvSpPr>
            <p:spPr>
              <a:xfrm rot="5400000" flipH="1">
                <a:off x="799823" y="3303605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8" name="Google Shape;5018;p15"/>
              <p:cNvSpPr/>
              <p:nvPr/>
            </p:nvSpPr>
            <p:spPr>
              <a:xfrm rot="5400000" flipH="1">
                <a:off x="1234010" y="4104986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9" name="Google Shape;5019;p15"/>
              <p:cNvSpPr/>
              <p:nvPr/>
            </p:nvSpPr>
            <p:spPr>
              <a:xfrm rot="5400000" flipH="1">
                <a:off x="379148" y="2080743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0" name="Google Shape;5020;p15"/>
              <p:cNvSpPr/>
              <p:nvPr/>
            </p:nvSpPr>
            <p:spPr>
              <a:xfrm rot="5400000" flipH="1">
                <a:off x="891672" y="3760348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1" name="Google Shape;5021;p15"/>
              <p:cNvSpPr/>
              <p:nvPr/>
            </p:nvSpPr>
            <p:spPr>
              <a:xfrm rot="5400000">
                <a:off x="927170" y="1943554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2" name="Google Shape;5022;p15"/>
              <p:cNvSpPr/>
              <p:nvPr/>
            </p:nvSpPr>
            <p:spPr>
              <a:xfrm rot="5400000">
                <a:off x="1099652" y="232334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3" name="Google Shape;5023;p15"/>
              <p:cNvSpPr/>
              <p:nvPr/>
            </p:nvSpPr>
            <p:spPr>
              <a:xfrm rot="5400000">
                <a:off x="952606" y="295021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4" name="Google Shape;5024;p15"/>
              <p:cNvSpPr/>
              <p:nvPr/>
            </p:nvSpPr>
            <p:spPr>
              <a:xfrm rot="5400000">
                <a:off x="729827" y="227943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5" name="Google Shape;5025;p15"/>
              <p:cNvSpPr/>
              <p:nvPr/>
            </p:nvSpPr>
            <p:spPr>
              <a:xfrm rot="5400000">
                <a:off x="1976994" y="309729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6" name="Google Shape;5026;p15"/>
              <p:cNvSpPr/>
              <p:nvPr/>
            </p:nvSpPr>
            <p:spPr>
              <a:xfrm rot="5400000">
                <a:off x="1439631" y="1886769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7" name="Google Shape;5027;p15"/>
              <p:cNvSpPr/>
              <p:nvPr/>
            </p:nvSpPr>
            <p:spPr>
              <a:xfrm rot="5400000">
                <a:off x="2225601" y="353958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8" name="Google Shape;5028;p15"/>
              <p:cNvSpPr/>
              <p:nvPr/>
            </p:nvSpPr>
            <p:spPr>
              <a:xfrm rot="5400000">
                <a:off x="771336" y="2669355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29" name="Google Shape;5029;p15"/>
            <p:cNvGrpSpPr/>
            <p:nvPr/>
          </p:nvGrpSpPr>
          <p:grpSpPr>
            <a:xfrm flipH="1">
              <a:off x="2342550" y="2567965"/>
              <a:ext cx="3964145" cy="1455821"/>
              <a:chOff x="3233388" y="140740"/>
              <a:chExt cx="3964145" cy="1455821"/>
            </a:xfrm>
          </p:grpSpPr>
          <p:sp>
            <p:nvSpPr>
              <p:cNvPr id="5030" name="Google Shape;5030;p15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1" name="Google Shape;5031;p15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2" name="Google Shape;5032;p15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3" name="Google Shape;5033;p15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4" name="Google Shape;5034;p15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5" name="Google Shape;5035;p15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6" name="Google Shape;5036;p15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7" name="Google Shape;5037;p15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8" name="Google Shape;5038;p15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9" name="Google Shape;5039;p15"/>
              <p:cNvSpPr/>
              <p:nvPr/>
            </p:nvSpPr>
            <p:spPr>
              <a:xfrm rot="10800000" flipH="1">
                <a:off x="5542101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0" name="Google Shape;5040;p15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1" name="Google Shape;5041;p15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2" name="Google Shape;5042;p15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3" name="Google Shape;5043;p15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4" name="Google Shape;5044;p15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5" name="Google Shape;5045;p15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6" name="Google Shape;5046;p15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7" name="Google Shape;5047;p15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8" name="Google Shape;5048;p15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9" name="Google Shape;5049;p15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0" name="Google Shape;5050;p15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1" name="Google Shape;5051;p15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2" name="Google Shape;5052;p15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3" name="Google Shape;5053;p15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4" name="Google Shape;5054;p15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5" name="Google Shape;5055;p15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056" name="Google Shape;5056;p15"/>
            <p:cNvSpPr/>
            <p:nvPr/>
          </p:nvSpPr>
          <p:spPr>
            <a:xfrm rot="10800000">
              <a:off x="5467181" y="2274087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7" name="Google Shape;5057;p15"/>
            <p:cNvSpPr/>
            <p:nvPr/>
          </p:nvSpPr>
          <p:spPr>
            <a:xfrm rot="10800000">
              <a:off x="1791338" y="2418078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8" name="Google Shape;5058;p15"/>
            <p:cNvSpPr/>
            <p:nvPr/>
          </p:nvSpPr>
          <p:spPr>
            <a:xfrm rot="10800000">
              <a:off x="4994538" y="1932740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9" name="Google Shape;5059;p15"/>
            <p:cNvSpPr/>
            <p:nvPr/>
          </p:nvSpPr>
          <p:spPr>
            <a:xfrm rot="10800000">
              <a:off x="2710372" y="255468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0" name="Google Shape;5060;p15"/>
            <p:cNvSpPr/>
            <p:nvPr/>
          </p:nvSpPr>
          <p:spPr>
            <a:xfrm rot="10800000">
              <a:off x="2984293" y="1435017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1" name="Google Shape;5061;p15"/>
            <p:cNvSpPr/>
            <p:nvPr/>
          </p:nvSpPr>
          <p:spPr>
            <a:xfrm rot="10800000">
              <a:off x="4625351" y="1874393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2" name="Google Shape;5062;p15"/>
            <p:cNvSpPr/>
            <p:nvPr/>
          </p:nvSpPr>
          <p:spPr>
            <a:xfrm rot="10800000">
              <a:off x="3812259" y="1429475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3" name="Google Shape;5063;p15"/>
            <p:cNvSpPr/>
            <p:nvPr/>
          </p:nvSpPr>
          <p:spPr>
            <a:xfrm rot="10800000">
              <a:off x="3473571" y="24251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4" name="Google Shape;5064;p15"/>
            <p:cNvSpPr/>
            <p:nvPr/>
          </p:nvSpPr>
          <p:spPr>
            <a:xfrm rot="10800000">
              <a:off x="3823198" y="1863430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5" name="Google Shape;5065;p15"/>
            <p:cNvSpPr/>
            <p:nvPr/>
          </p:nvSpPr>
          <p:spPr>
            <a:xfrm rot="10800000">
              <a:off x="4626925" y="2295271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6" name="Google Shape;5066;p15"/>
            <p:cNvSpPr/>
            <p:nvPr/>
          </p:nvSpPr>
          <p:spPr>
            <a:xfrm rot="10800000">
              <a:off x="2405511" y="1257842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7" name="Google Shape;5067;p15"/>
            <p:cNvSpPr/>
            <p:nvPr/>
          </p:nvSpPr>
          <p:spPr>
            <a:xfrm rot="10800000">
              <a:off x="4282295" y="1952925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8" name="Google Shape;5068;p15"/>
            <p:cNvSpPr/>
            <p:nvPr/>
          </p:nvSpPr>
          <p:spPr>
            <a:xfrm rot="10800000" flipH="1">
              <a:off x="2379646" y="1608191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9" name="Google Shape;5069;p15"/>
            <p:cNvSpPr/>
            <p:nvPr/>
          </p:nvSpPr>
          <p:spPr>
            <a:xfrm rot="10800000" flipH="1">
              <a:off x="2845296" y="2160906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0" name="Google Shape;5070;p15"/>
            <p:cNvSpPr/>
            <p:nvPr/>
          </p:nvSpPr>
          <p:spPr>
            <a:xfrm rot="10800000" flipH="1">
              <a:off x="1555075" y="19177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1" name="Google Shape;5071;p15"/>
            <p:cNvSpPr/>
            <p:nvPr/>
          </p:nvSpPr>
          <p:spPr>
            <a:xfrm rot="10800000" flipH="1">
              <a:off x="3472169" y="201385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2" name="Google Shape;5072;p15"/>
            <p:cNvSpPr/>
            <p:nvPr/>
          </p:nvSpPr>
          <p:spPr>
            <a:xfrm rot="10800000" flipH="1">
              <a:off x="2801524" y="179093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3" name="Google Shape;5073;p15"/>
            <p:cNvSpPr/>
            <p:nvPr/>
          </p:nvSpPr>
          <p:spPr>
            <a:xfrm rot="10800000" flipH="1">
              <a:off x="2007089" y="1854122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4" name="Google Shape;5074;p15"/>
            <p:cNvSpPr/>
            <p:nvPr/>
          </p:nvSpPr>
          <p:spPr>
            <a:xfrm rot="10800000" flipH="1">
              <a:off x="2379655" y="22472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5" name="Google Shape;5075;p15"/>
            <p:cNvSpPr/>
            <p:nvPr/>
          </p:nvSpPr>
          <p:spPr>
            <a:xfrm rot="10800000" flipH="1">
              <a:off x="3188821" y="1835070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6" name="Google Shape;5076;p15"/>
            <p:cNvSpPr/>
            <p:nvPr/>
          </p:nvSpPr>
          <p:spPr>
            <a:xfrm rot="-5400000">
              <a:off x="6437893" y="3297974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7" name="Google Shape;5077;p15"/>
            <p:cNvSpPr/>
            <p:nvPr/>
          </p:nvSpPr>
          <p:spPr>
            <a:xfrm rot="-5400000">
              <a:off x="7426754" y="3563094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8" name="Google Shape;5078;p15"/>
            <p:cNvSpPr/>
            <p:nvPr/>
          </p:nvSpPr>
          <p:spPr>
            <a:xfrm rot="-5400000">
              <a:off x="6614851" y="470363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9" name="Google Shape;5079;p15"/>
            <p:cNvSpPr/>
            <p:nvPr/>
          </p:nvSpPr>
          <p:spPr>
            <a:xfrm rot="-5400000">
              <a:off x="8881564" y="41406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0" name="Google Shape;5080;p15"/>
            <p:cNvSpPr/>
            <p:nvPr/>
          </p:nvSpPr>
          <p:spPr>
            <a:xfrm rot="-5400000">
              <a:off x="7511314" y="4294041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1" name="Google Shape;5081;p15"/>
            <p:cNvSpPr/>
            <p:nvPr/>
          </p:nvSpPr>
          <p:spPr>
            <a:xfrm rot="-5400000">
              <a:off x="5855679" y="1873118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2" name="Google Shape;5082;p15"/>
            <p:cNvSpPr/>
            <p:nvPr/>
          </p:nvSpPr>
          <p:spPr>
            <a:xfrm rot="-5400000">
              <a:off x="6656524" y="28572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3" name="Google Shape;5083;p15"/>
            <p:cNvSpPr/>
            <p:nvPr/>
          </p:nvSpPr>
          <p:spPr>
            <a:xfrm rot="-5400000">
              <a:off x="7274485" y="3966392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4" name="Google Shape;5084;p15"/>
            <p:cNvSpPr/>
            <p:nvPr/>
          </p:nvSpPr>
          <p:spPr>
            <a:xfrm rot="-5400000">
              <a:off x="8443762" y="3936907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5" name="Google Shape;5085;p15"/>
            <p:cNvSpPr/>
            <p:nvPr/>
          </p:nvSpPr>
          <p:spPr>
            <a:xfrm rot="-5400000">
              <a:off x="8670718" y="359025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6" name="Google Shape;5086;p15"/>
            <p:cNvSpPr/>
            <p:nvPr/>
          </p:nvSpPr>
          <p:spPr>
            <a:xfrm rot="-5400000">
              <a:off x="6164267" y="228667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7" name="Google Shape;5087;p15"/>
            <p:cNvSpPr/>
            <p:nvPr/>
          </p:nvSpPr>
          <p:spPr>
            <a:xfrm rot="-5400000">
              <a:off x="8716418" y="435483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8" name="Google Shape;5088;p15"/>
            <p:cNvSpPr/>
            <p:nvPr/>
          </p:nvSpPr>
          <p:spPr>
            <a:xfrm rot="-5400000">
              <a:off x="7458880" y="468461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9" name="Google Shape;5089;p15"/>
            <p:cNvSpPr/>
            <p:nvPr/>
          </p:nvSpPr>
          <p:spPr>
            <a:xfrm rot="-5400000">
              <a:off x="7046617" y="3062005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0" name="Google Shape;5090;p15"/>
            <p:cNvSpPr/>
            <p:nvPr/>
          </p:nvSpPr>
          <p:spPr>
            <a:xfrm rot="-5400000">
              <a:off x="7078796" y="427188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1" name="Google Shape;5091;p15"/>
            <p:cNvSpPr/>
            <p:nvPr/>
          </p:nvSpPr>
          <p:spPr>
            <a:xfrm rot="-5400000">
              <a:off x="6943689" y="351874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2" name="Google Shape;5092;p15"/>
            <p:cNvSpPr/>
            <p:nvPr/>
          </p:nvSpPr>
          <p:spPr>
            <a:xfrm rot="-5400000" flipH="1">
              <a:off x="6867546" y="170195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3" name="Google Shape;5093;p15"/>
            <p:cNvSpPr/>
            <p:nvPr/>
          </p:nvSpPr>
          <p:spPr>
            <a:xfrm rot="-5400000" flipH="1">
              <a:off x="6728032" y="2081749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4" name="Google Shape;5094;p15"/>
            <p:cNvSpPr/>
            <p:nvPr/>
          </p:nvSpPr>
          <p:spPr>
            <a:xfrm rot="-5400000" flipH="1">
              <a:off x="6580720" y="2418065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5" name="Google Shape;5095;p15"/>
            <p:cNvSpPr/>
            <p:nvPr/>
          </p:nvSpPr>
          <p:spPr>
            <a:xfrm rot="-5400000" flipH="1">
              <a:off x="7106104" y="203783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6" name="Google Shape;5096;p15"/>
            <p:cNvSpPr/>
            <p:nvPr/>
          </p:nvSpPr>
          <p:spPr>
            <a:xfrm rot="-5400000" flipH="1">
              <a:off x="5855819" y="285569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7" name="Google Shape;5097;p15"/>
            <p:cNvSpPr/>
            <p:nvPr/>
          </p:nvSpPr>
          <p:spPr>
            <a:xfrm rot="-5400000" flipH="1">
              <a:off x="8557992" y="422419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8" name="Google Shape;5098;p15"/>
            <p:cNvSpPr/>
            <p:nvPr/>
          </p:nvSpPr>
          <p:spPr>
            <a:xfrm rot="-5400000" flipH="1">
              <a:off x="7075119" y="2427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9" name="Google Shape;5099;p15"/>
            <p:cNvSpPr/>
            <p:nvPr/>
          </p:nvSpPr>
          <p:spPr>
            <a:xfrm rot="-5400000" flipH="1">
              <a:off x="6923371" y="25580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0" name="Google Shape;5100;p15"/>
            <p:cNvSpPr/>
            <p:nvPr/>
          </p:nvSpPr>
          <p:spPr>
            <a:xfrm rot="-5400000" flipH="1">
              <a:off x="7452482" y="411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1" name="Google Shape;5101;p15"/>
            <p:cNvSpPr/>
            <p:nvPr/>
          </p:nvSpPr>
          <p:spPr>
            <a:xfrm rot="-5400000">
              <a:off x="8807099" y="641429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2" name="Google Shape;5102;p15"/>
            <p:cNvSpPr/>
            <p:nvPr/>
          </p:nvSpPr>
          <p:spPr>
            <a:xfrm>
              <a:off x="2963692" y="4896893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3" name="Google Shape;5103;p15"/>
            <p:cNvSpPr/>
            <p:nvPr/>
          </p:nvSpPr>
          <p:spPr>
            <a:xfrm>
              <a:off x="471112" y="4574671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4" name="Google Shape;5104;p15"/>
            <p:cNvSpPr/>
            <p:nvPr/>
          </p:nvSpPr>
          <p:spPr>
            <a:xfrm>
              <a:off x="2753463" y="4668875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5" name="Google Shape;5105;p15"/>
            <p:cNvSpPr/>
            <p:nvPr/>
          </p:nvSpPr>
          <p:spPr>
            <a:xfrm>
              <a:off x="6655795" y="4840317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6" name="Google Shape;5106;p15"/>
            <p:cNvSpPr/>
            <p:nvPr/>
          </p:nvSpPr>
          <p:spPr>
            <a:xfrm>
              <a:off x="4825185" y="4561639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7" name="Google Shape;5107;p15"/>
            <p:cNvSpPr/>
            <p:nvPr/>
          </p:nvSpPr>
          <p:spPr>
            <a:xfrm>
              <a:off x="4222013" y="4852496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8" name="Google Shape;5108;p15"/>
            <p:cNvSpPr/>
            <p:nvPr/>
          </p:nvSpPr>
          <p:spPr>
            <a:xfrm>
              <a:off x="2394971" y="4710131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9" name="Google Shape;5109;p15"/>
            <p:cNvSpPr/>
            <p:nvPr/>
          </p:nvSpPr>
          <p:spPr>
            <a:xfrm>
              <a:off x="261895" y="4144797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0" name="Google Shape;5110;p15"/>
            <p:cNvSpPr/>
            <p:nvPr/>
          </p:nvSpPr>
          <p:spPr>
            <a:xfrm>
              <a:off x="1147839" y="4589456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1" name="Google Shape;5111;p15"/>
            <p:cNvSpPr/>
            <p:nvPr/>
          </p:nvSpPr>
          <p:spPr>
            <a:xfrm>
              <a:off x="1651262" y="4079205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2" name="Google Shape;5112;p15"/>
            <p:cNvSpPr/>
            <p:nvPr/>
          </p:nvSpPr>
          <p:spPr>
            <a:xfrm>
              <a:off x="5460560" y="460360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3" name="Google Shape;5113;p15"/>
            <p:cNvSpPr/>
            <p:nvPr/>
          </p:nvSpPr>
          <p:spPr>
            <a:xfrm>
              <a:off x="1698183" y="481064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4" name="Google Shape;5114;p15"/>
            <p:cNvSpPr/>
            <p:nvPr/>
          </p:nvSpPr>
          <p:spPr>
            <a:xfrm>
              <a:off x="201799" y="4466009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5" name="Google Shape;5115;p15"/>
            <p:cNvSpPr/>
            <p:nvPr/>
          </p:nvSpPr>
          <p:spPr>
            <a:xfrm>
              <a:off x="3465751" y="481683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6" name="Google Shape;5116;p15"/>
            <p:cNvSpPr/>
            <p:nvPr/>
          </p:nvSpPr>
          <p:spPr>
            <a:xfrm>
              <a:off x="2625602" y="5006428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7" name="Google Shape;5117;p15"/>
            <p:cNvSpPr/>
            <p:nvPr/>
          </p:nvSpPr>
          <p:spPr>
            <a:xfrm>
              <a:off x="2785939" y="4360921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8" name="Google Shape;5118;p15"/>
            <p:cNvSpPr/>
            <p:nvPr/>
          </p:nvSpPr>
          <p:spPr>
            <a:xfrm>
              <a:off x="189850" y="4847376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9" name="Google Shape;5119;p15"/>
            <p:cNvSpPr/>
            <p:nvPr/>
          </p:nvSpPr>
          <p:spPr>
            <a:xfrm flipH="1">
              <a:off x="2255392" y="3721275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0" name="Google Shape;5120;p15"/>
            <p:cNvSpPr/>
            <p:nvPr/>
          </p:nvSpPr>
          <p:spPr>
            <a:xfrm flipH="1">
              <a:off x="1929748" y="375979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1" name="Google Shape;5121;p15"/>
            <p:cNvSpPr/>
            <p:nvPr/>
          </p:nvSpPr>
          <p:spPr>
            <a:xfrm flipH="1">
              <a:off x="3183433" y="4265621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2" name="Google Shape;5122;p15"/>
            <p:cNvSpPr/>
            <p:nvPr/>
          </p:nvSpPr>
          <p:spPr>
            <a:xfrm flipH="1">
              <a:off x="1435716" y="435061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3" name="Google Shape;5123;p15"/>
            <p:cNvSpPr/>
            <p:nvPr/>
          </p:nvSpPr>
          <p:spPr>
            <a:xfrm flipH="1">
              <a:off x="1933866" y="459499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4" name="Google Shape;5124;p15"/>
            <p:cNvSpPr/>
            <p:nvPr/>
          </p:nvSpPr>
          <p:spPr>
            <a:xfrm flipH="1">
              <a:off x="5826957" y="4975631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5" name="Google Shape;5125;p15"/>
            <p:cNvSpPr/>
            <p:nvPr/>
          </p:nvSpPr>
          <p:spPr>
            <a:xfrm flipH="1">
              <a:off x="5920051" y="4707077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6" name="Google Shape;5126;p15"/>
            <p:cNvSpPr/>
            <p:nvPr/>
          </p:nvSpPr>
          <p:spPr>
            <a:xfrm flipH="1">
              <a:off x="2402654" y="408859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7" name="Google Shape;5127;p15"/>
            <p:cNvSpPr/>
            <p:nvPr/>
          </p:nvSpPr>
          <p:spPr>
            <a:xfrm flipH="1">
              <a:off x="2060344" y="421051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8" name="Google Shape;5128;p15"/>
            <p:cNvSpPr/>
            <p:nvPr/>
          </p:nvSpPr>
          <p:spPr>
            <a:xfrm rot="10800000" flipH="1">
              <a:off x="4535130" y="4810639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9" name="Google Shape;5129;p15"/>
            <p:cNvSpPr/>
            <p:nvPr/>
          </p:nvSpPr>
          <p:spPr>
            <a:xfrm rot="10800000" flipH="1">
              <a:off x="7364662" y="4897030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0" name="Google Shape;5130;p15"/>
            <p:cNvSpPr/>
            <p:nvPr/>
          </p:nvSpPr>
          <p:spPr>
            <a:xfrm rot="10800000" flipH="1">
              <a:off x="3162438" y="4666650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1" name="Google Shape;5131;p15"/>
            <p:cNvSpPr/>
            <p:nvPr/>
          </p:nvSpPr>
          <p:spPr>
            <a:xfrm rot="10800000" flipH="1">
              <a:off x="7867920" y="4559015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2" name="Google Shape;5132;p15"/>
            <p:cNvSpPr/>
            <p:nvPr/>
          </p:nvSpPr>
          <p:spPr>
            <a:xfrm rot="10800000" flipH="1">
              <a:off x="3602098" y="4325302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3" name="Google Shape;5133;p15"/>
            <p:cNvSpPr/>
            <p:nvPr/>
          </p:nvSpPr>
          <p:spPr>
            <a:xfrm rot="10800000" flipH="1">
              <a:off x="5530138" y="491183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4" name="Google Shape;5134;p15"/>
            <p:cNvSpPr/>
            <p:nvPr/>
          </p:nvSpPr>
          <p:spPr>
            <a:xfrm rot="10800000" flipH="1">
              <a:off x="8747946" y="49025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5" name="Google Shape;5135;p15"/>
            <p:cNvSpPr/>
            <p:nvPr/>
          </p:nvSpPr>
          <p:spPr>
            <a:xfrm rot="10800000" flipH="1">
              <a:off x="3920145" y="4027480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6" name="Google Shape;5136;p15"/>
            <p:cNvSpPr/>
            <p:nvPr/>
          </p:nvSpPr>
          <p:spPr>
            <a:xfrm rot="10800000" flipH="1">
              <a:off x="7908601" y="4897013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7" name="Google Shape;5137;p15"/>
            <p:cNvSpPr/>
            <p:nvPr/>
          </p:nvSpPr>
          <p:spPr>
            <a:xfrm rot="10800000" flipH="1">
              <a:off x="8263362" y="467816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8" name="Google Shape;5138;p15"/>
            <p:cNvSpPr/>
            <p:nvPr/>
          </p:nvSpPr>
          <p:spPr>
            <a:xfrm rot="10800000" flipH="1">
              <a:off x="5062260" y="501437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9" name="Google Shape;5139;p15"/>
            <p:cNvSpPr/>
            <p:nvPr/>
          </p:nvSpPr>
          <p:spPr>
            <a:xfrm rot="10800000" flipH="1">
              <a:off x="7008383" y="459511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0" name="Google Shape;5140;p15"/>
            <p:cNvSpPr/>
            <p:nvPr/>
          </p:nvSpPr>
          <p:spPr>
            <a:xfrm rot="10800000" flipH="1">
              <a:off x="6522899" y="50118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1" name="Google Shape;5141;p15"/>
            <p:cNvSpPr/>
            <p:nvPr/>
          </p:nvSpPr>
          <p:spPr>
            <a:xfrm rot="10800000" flipH="1">
              <a:off x="4825176" y="425599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2" name="Google Shape;5142;p15"/>
            <p:cNvSpPr/>
            <p:nvPr/>
          </p:nvSpPr>
          <p:spPr>
            <a:xfrm rot="10800000" flipH="1">
              <a:off x="3801114" y="4644633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3" name="Google Shape;5143;p15"/>
            <p:cNvSpPr/>
            <p:nvPr/>
          </p:nvSpPr>
          <p:spPr>
            <a:xfrm rot="10800000" flipH="1">
              <a:off x="6242864" y="3650405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4" name="Google Shape;5144;p15"/>
            <p:cNvSpPr/>
            <p:nvPr/>
          </p:nvSpPr>
          <p:spPr>
            <a:xfrm rot="10800000" flipH="1">
              <a:off x="4355000" y="434548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5" name="Google Shape;5145;p15"/>
            <p:cNvSpPr/>
            <p:nvPr/>
          </p:nvSpPr>
          <p:spPr>
            <a:xfrm rot="10800000">
              <a:off x="6131142" y="4380978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6" name="Google Shape;5146;p15"/>
            <p:cNvSpPr/>
            <p:nvPr/>
          </p:nvSpPr>
          <p:spPr>
            <a:xfrm rot="10800000">
              <a:off x="5824398" y="4244268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7" name="Google Shape;5147;p15"/>
            <p:cNvSpPr/>
            <p:nvPr/>
          </p:nvSpPr>
          <p:spPr>
            <a:xfrm rot="10800000">
              <a:off x="7867933" y="41406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8" name="Google Shape;5148;p15"/>
            <p:cNvSpPr/>
            <p:nvPr/>
          </p:nvSpPr>
          <p:spPr>
            <a:xfrm rot="10800000">
              <a:off x="5175366" y="4406414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9" name="Google Shape;5149;p15"/>
            <p:cNvSpPr/>
            <p:nvPr/>
          </p:nvSpPr>
          <p:spPr>
            <a:xfrm rot="10800000">
              <a:off x="5788441" y="388727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0" name="Google Shape;5150;p15"/>
            <p:cNvSpPr/>
            <p:nvPr/>
          </p:nvSpPr>
          <p:spPr>
            <a:xfrm rot="10800000">
              <a:off x="6627657" y="4246684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1" name="Google Shape;5151;p15"/>
            <p:cNvSpPr/>
            <p:nvPr/>
          </p:nvSpPr>
          <p:spPr>
            <a:xfrm rot="10800000">
              <a:off x="6243864" y="46454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2" name="Google Shape;5152;p15"/>
            <p:cNvSpPr/>
            <p:nvPr/>
          </p:nvSpPr>
          <p:spPr>
            <a:xfrm rot="10800000">
              <a:off x="6739829" y="3858824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3" name="Google Shape;5153;p15"/>
            <p:cNvSpPr/>
            <p:nvPr/>
          </p:nvSpPr>
          <p:spPr>
            <a:xfrm rot="10800000">
              <a:off x="5459569" y="422763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4" name="Google Shape;5154;p15"/>
            <p:cNvSpPr/>
            <p:nvPr/>
          </p:nvSpPr>
          <p:spPr>
            <a:xfrm rot="10800000" flipH="1">
              <a:off x="1874423" y="145764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5" name="Google Shape;5155;p15"/>
            <p:cNvSpPr/>
            <p:nvPr/>
          </p:nvSpPr>
          <p:spPr>
            <a:xfrm rot="-5400000">
              <a:off x="7273617" y="1644380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56" name="Google Shape;5156;p15"/>
            <p:cNvGrpSpPr/>
            <p:nvPr/>
          </p:nvGrpSpPr>
          <p:grpSpPr>
            <a:xfrm rot="5400000">
              <a:off x="6199788" y="1372590"/>
              <a:ext cx="3964145" cy="1455821"/>
              <a:chOff x="3233388" y="140740"/>
              <a:chExt cx="3964145" cy="1455821"/>
            </a:xfrm>
          </p:grpSpPr>
          <p:sp>
            <p:nvSpPr>
              <p:cNvPr id="5157" name="Google Shape;5157;p15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8" name="Google Shape;5158;p15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9" name="Google Shape;5159;p15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0" name="Google Shape;5160;p15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1" name="Google Shape;5161;p15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2" name="Google Shape;5162;p15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3" name="Google Shape;5163;p15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4" name="Google Shape;5164;p15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5" name="Google Shape;5165;p15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6" name="Google Shape;5166;p15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7" name="Google Shape;5167;p15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8" name="Google Shape;5168;p15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9" name="Google Shape;5169;p15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0" name="Google Shape;5170;p15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1" name="Google Shape;5171;p15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2" name="Google Shape;5172;p15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3" name="Google Shape;5173;p15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4" name="Google Shape;5174;p15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5" name="Google Shape;5175;p15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6" name="Google Shape;5176;p15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7" name="Google Shape;5177;p15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8" name="Google Shape;5178;p15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9" name="Google Shape;5179;p15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0" name="Google Shape;5180;p15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1" name="Google Shape;5181;p15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2" name="Google Shape;5182;p15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83" name="Google Shape;5183;p15"/>
            <p:cNvSpPr/>
            <p:nvPr/>
          </p:nvSpPr>
          <p:spPr>
            <a:xfrm rot="-5400000" flipH="1">
              <a:off x="6408804" y="1645169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4" name="Google Shape;5184;p15"/>
            <p:cNvSpPr/>
            <p:nvPr/>
          </p:nvSpPr>
          <p:spPr>
            <a:xfrm rot="10800000">
              <a:off x="4228830" y="1192853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5" name="Google Shape;5185;p15"/>
            <p:cNvSpPr/>
            <p:nvPr/>
          </p:nvSpPr>
          <p:spPr>
            <a:xfrm rot="10800000">
              <a:off x="5446704" y="14630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6" name="Google Shape;5186;p15"/>
            <p:cNvSpPr/>
            <p:nvPr/>
          </p:nvSpPr>
          <p:spPr>
            <a:xfrm rot="10800000">
              <a:off x="4326649" y="1429493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7" name="Google Shape;5187;p15"/>
            <p:cNvSpPr/>
            <p:nvPr/>
          </p:nvSpPr>
          <p:spPr>
            <a:xfrm rot="10800000">
              <a:off x="4009721" y="2218151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88" name="Google Shape;5188;p15"/>
            <p:cNvGrpSpPr/>
            <p:nvPr/>
          </p:nvGrpSpPr>
          <p:grpSpPr>
            <a:xfrm>
              <a:off x="234224" y="118425"/>
              <a:ext cx="3532446" cy="1609151"/>
              <a:chOff x="140599" y="118425"/>
              <a:chExt cx="3532446" cy="1609151"/>
            </a:xfrm>
          </p:grpSpPr>
          <p:sp>
            <p:nvSpPr>
              <p:cNvPr id="5189" name="Google Shape;5189;p15"/>
              <p:cNvSpPr/>
              <p:nvPr/>
            </p:nvSpPr>
            <p:spPr>
              <a:xfrm>
                <a:off x="703605" y="276605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0" name="Google Shape;5190;p15"/>
              <p:cNvSpPr/>
              <p:nvPr/>
            </p:nvSpPr>
            <p:spPr>
              <a:xfrm>
                <a:off x="438762" y="1265458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1" name="Google Shape;5191;p15"/>
              <p:cNvSpPr/>
              <p:nvPr/>
            </p:nvSpPr>
            <p:spPr>
              <a:xfrm>
                <a:off x="322613" y="11842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2" name="Google Shape;5192;p15"/>
              <p:cNvSpPr/>
              <p:nvPr/>
            </p:nvSpPr>
            <p:spPr>
              <a:xfrm>
                <a:off x="3632370" y="320667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3" name="Google Shape;5193;p15"/>
              <p:cNvSpPr/>
              <p:nvPr/>
            </p:nvSpPr>
            <p:spPr>
              <a:xfrm>
                <a:off x="568548" y="863464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4" name="Google Shape;5194;p15"/>
              <p:cNvSpPr/>
              <p:nvPr/>
            </p:nvSpPr>
            <p:spPr>
              <a:xfrm>
                <a:off x="1698613" y="226284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5" name="Google Shape;5195;p15"/>
              <p:cNvSpPr/>
              <p:nvPr/>
            </p:nvSpPr>
            <p:spPr>
              <a:xfrm>
                <a:off x="332845" y="70012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6" name="Google Shape;5196;p15"/>
              <p:cNvSpPr/>
              <p:nvPr/>
            </p:nvSpPr>
            <p:spPr>
              <a:xfrm>
                <a:off x="1722212" y="63453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7" name="Google Shape;5197;p15"/>
              <p:cNvSpPr/>
              <p:nvPr/>
            </p:nvSpPr>
            <p:spPr>
              <a:xfrm>
                <a:off x="1230735" y="13101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8" name="Google Shape;5198;p15"/>
              <p:cNvSpPr/>
              <p:nvPr/>
            </p:nvSpPr>
            <p:spPr>
              <a:xfrm>
                <a:off x="600808" y="156907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9" name="Google Shape;5199;p15"/>
              <p:cNvSpPr/>
              <p:nvPr/>
            </p:nvSpPr>
            <p:spPr>
              <a:xfrm>
                <a:off x="140599" y="1048834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0" name="Google Shape;5200;p15"/>
              <p:cNvSpPr/>
              <p:nvPr/>
            </p:nvSpPr>
            <p:spPr>
              <a:xfrm>
                <a:off x="927051" y="523633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1" name="Google Shape;5201;p15"/>
              <p:cNvSpPr/>
              <p:nvPr/>
            </p:nvSpPr>
            <p:spPr>
              <a:xfrm>
                <a:off x="194752" y="45597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2" name="Google Shape;5202;p15"/>
              <p:cNvSpPr/>
              <p:nvPr/>
            </p:nvSpPr>
            <p:spPr>
              <a:xfrm>
                <a:off x="2856889" y="916246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3" name="Google Shape;5203;p15"/>
              <p:cNvSpPr/>
              <p:nvPr/>
            </p:nvSpPr>
            <p:spPr>
              <a:xfrm>
                <a:off x="300425" y="16832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4" name="Google Shape;5204;p15"/>
              <p:cNvSpPr/>
              <p:nvPr/>
            </p:nvSpPr>
            <p:spPr>
              <a:xfrm flipH="1">
                <a:off x="2326342" y="276600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5" name="Google Shape;5205;p15"/>
              <p:cNvSpPr/>
              <p:nvPr/>
            </p:nvSpPr>
            <p:spPr>
              <a:xfrm flipH="1">
                <a:off x="2000698" y="31511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6" name="Google Shape;5206;p15"/>
              <p:cNvSpPr/>
              <p:nvPr/>
            </p:nvSpPr>
            <p:spPr>
              <a:xfrm flipH="1">
                <a:off x="3254383" y="82094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7" name="Google Shape;5207;p15"/>
              <p:cNvSpPr/>
              <p:nvPr/>
            </p:nvSpPr>
            <p:spPr>
              <a:xfrm flipH="1">
                <a:off x="1343841" y="73169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8" name="Google Shape;5208;p15"/>
              <p:cNvSpPr/>
              <p:nvPr/>
            </p:nvSpPr>
            <p:spPr>
              <a:xfrm flipH="1">
                <a:off x="2803532" y="455981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9" name="Google Shape;5209;p15"/>
              <p:cNvSpPr/>
              <p:nvPr/>
            </p:nvSpPr>
            <p:spPr>
              <a:xfrm flipH="1">
                <a:off x="2896626" y="187427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0" name="Google Shape;5210;p15"/>
              <p:cNvSpPr/>
              <p:nvPr/>
            </p:nvSpPr>
            <p:spPr>
              <a:xfrm flipH="1">
                <a:off x="2473604" y="64392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1" name="Google Shape;5211;p15"/>
              <p:cNvSpPr/>
              <p:nvPr/>
            </p:nvSpPr>
            <p:spPr>
              <a:xfrm flipH="1">
                <a:off x="2131294" y="76583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2" name="Google Shape;5212;p15"/>
              <p:cNvSpPr/>
              <p:nvPr/>
            </p:nvSpPr>
            <p:spPr>
              <a:xfrm flipH="1">
                <a:off x="2004816" y="1150323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3" name="Google Shape;5213;p15"/>
              <p:cNvSpPr/>
              <p:nvPr/>
            </p:nvSpPr>
            <p:spPr>
              <a:xfrm>
                <a:off x="1218789" y="1144781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4" name="Google Shape;5214;p15"/>
              <p:cNvSpPr/>
              <p:nvPr/>
            </p:nvSpPr>
            <p:spPr>
              <a:xfrm>
                <a:off x="2465921" y="1265456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15" name="Google Shape;5215;p15"/>
            <p:cNvSpPr/>
            <p:nvPr/>
          </p:nvSpPr>
          <p:spPr>
            <a:xfrm rot="10800000">
              <a:off x="3465760" y="121062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16" name="Google Shape;5216;p15"/>
            <p:cNvGrpSpPr/>
            <p:nvPr/>
          </p:nvGrpSpPr>
          <p:grpSpPr>
            <a:xfrm>
              <a:off x="3327013" y="140740"/>
              <a:ext cx="3964145" cy="1455821"/>
              <a:chOff x="3233388" y="140740"/>
              <a:chExt cx="3964145" cy="1455821"/>
            </a:xfrm>
          </p:grpSpPr>
          <p:sp>
            <p:nvSpPr>
              <p:cNvPr id="5217" name="Google Shape;5217;p15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8" name="Google Shape;5218;p15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9" name="Google Shape;5219;p15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0" name="Google Shape;5220;p15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1" name="Google Shape;5221;p15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2" name="Google Shape;5222;p15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3" name="Google Shape;5223;p15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4" name="Google Shape;5224;p15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5" name="Google Shape;5225;p15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6" name="Google Shape;5226;p15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7" name="Google Shape;5227;p15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8" name="Google Shape;5228;p15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9" name="Google Shape;5229;p15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0" name="Google Shape;5230;p15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1" name="Google Shape;5231;p15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2" name="Google Shape;5232;p15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3" name="Google Shape;5233;p15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4" name="Google Shape;5234;p15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5" name="Google Shape;5235;p15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6" name="Google Shape;5236;p15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7" name="Google Shape;5237;p15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8" name="Google Shape;5238;p15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9" name="Google Shape;5239;p15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0" name="Google Shape;5240;p15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1" name="Google Shape;5241;p15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2" name="Google Shape;5242;p15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243" name="Google Shape;5243;p15"/>
          <p:cNvSpPr txBox="1">
            <a:spLocks noGrp="1"/>
          </p:cNvSpPr>
          <p:nvPr>
            <p:ph type="subTitle" idx="1"/>
          </p:nvPr>
        </p:nvSpPr>
        <p:spPr>
          <a:xfrm>
            <a:off x="1045725" y="3224161"/>
            <a:ext cx="17493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44" name="Google Shape;5244;p15"/>
          <p:cNvSpPr txBox="1">
            <a:spLocks noGrp="1"/>
          </p:cNvSpPr>
          <p:nvPr>
            <p:ph type="subTitle" idx="2"/>
          </p:nvPr>
        </p:nvSpPr>
        <p:spPr>
          <a:xfrm>
            <a:off x="3710581" y="3224161"/>
            <a:ext cx="17493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45" name="Google Shape;5245;p15"/>
          <p:cNvSpPr txBox="1">
            <a:spLocks noGrp="1"/>
          </p:cNvSpPr>
          <p:nvPr>
            <p:ph type="subTitle" idx="3"/>
          </p:nvPr>
        </p:nvSpPr>
        <p:spPr>
          <a:xfrm>
            <a:off x="6366556" y="3224161"/>
            <a:ext cx="17493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46" name="Google Shape;5246;p15"/>
          <p:cNvSpPr txBox="1">
            <a:spLocks noGrp="1"/>
          </p:cNvSpPr>
          <p:nvPr>
            <p:ph type="title" hasCustomPrompt="1"/>
          </p:nvPr>
        </p:nvSpPr>
        <p:spPr>
          <a:xfrm>
            <a:off x="1018022" y="2834475"/>
            <a:ext cx="405900" cy="3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47" name="Google Shape;5247;p15"/>
          <p:cNvSpPr txBox="1">
            <a:spLocks noGrp="1"/>
          </p:cNvSpPr>
          <p:nvPr>
            <p:ph type="title" idx="4" hasCustomPrompt="1"/>
          </p:nvPr>
        </p:nvSpPr>
        <p:spPr>
          <a:xfrm>
            <a:off x="3694239" y="2834475"/>
            <a:ext cx="405900" cy="3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48" name="Google Shape;5248;p15"/>
          <p:cNvSpPr txBox="1">
            <a:spLocks noGrp="1"/>
          </p:cNvSpPr>
          <p:nvPr>
            <p:ph type="title" idx="5" hasCustomPrompt="1"/>
          </p:nvPr>
        </p:nvSpPr>
        <p:spPr>
          <a:xfrm>
            <a:off x="6347801" y="2832700"/>
            <a:ext cx="405900" cy="3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49" name="Google Shape;5249;p15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5250" name="Google Shape;5250;p15"/>
          <p:cNvGrpSpPr/>
          <p:nvPr/>
        </p:nvGrpSpPr>
        <p:grpSpPr>
          <a:xfrm>
            <a:off x="-9" y="59729"/>
            <a:ext cx="10731204" cy="5430407"/>
            <a:chOff x="-9" y="59729"/>
            <a:chExt cx="10731204" cy="5430407"/>
          </a:xfrm>
        </p:grpSpPr>
        <p:grpSp>
          <p:nvGrpSpPr>
            <p:cNvPr id="5251" name="Google Shape;5251;p15"/>
            <p:cNvGrpSpPr/>
            <p:nvPr/>
          </p:nvGrpSpPr>
          <p:grpSpPr>
            <a:xfrm>
              <a:off x="-9" y="4203475"/>
              <a:ext cx="2339413" cy="1286660"/>
              <a:chOff x="1228016" y="4210925"/>
              <a:chExt cx="2339413" cy="1286660"/>
            </a:xfrm>
          </p:grpSpPr>
          <p:grpSp>
            <p:nvGrpSpPr>
              <p:cNvPr id="5252" name="Google Shape;5252;p15"/>
              <p:cNvGrpSpPr/>
              <p:nvPr/>
            </p:nvGrpSpPr>
            <p:grpSpPr>
              <a:xfrm rot="-181090">
                <a:off x="2296267" y="4398588"/>
                <a:ext cx="1255818" cy="1066183"/>
                <a:chOff x="-89387" y="-29608"/>
                <a:chExt cx="1495976" cy="1137828"/>
              </a:xfrm>
            </p:grpSpPr>
            <p:grpSp>
              <p:nvGrpSpPr>
                <p:cNvPr id="5253" name="Google Shape;5253;p15"/>
                <p:cNvGrpSpPr/>
                <p:nvPr/>
              </p:nvGrpSpPr>
              <p:grpSpPr>
                <a:xfrm rot="-9256444">
                  <a:off x="82992" y="206723"/>
                  <a:ext cx="1240750" cy="665166"/>
                  <a:chOff x="5206900" y="826150"/>
                  <a:chExt cx="599275" cy="321250"/>
                </a:xfrm>
              </p:grpSpPr>
              <p:sp>
                <p:nvSpPr>
                  <p:cNvPr id="5254" name="Google Shape;5254;p15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55" name="Google Shape;5255;p15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56" name="Google Shape;5256;p15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57" name="Google Shape;5257;p15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58" name="Google Shape;5258;p15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59" name="Google Shape;5259;p15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0" name="Google Shape;5260;p15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1" name="Google Shape;5261;p15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2" name="Google Shape;5262;p15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3" name="Google Shape;5263;p15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4" name="Google Shape;5264;p15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5" name="Google Shape;5265;p15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6" name="Google Shape;5266;p15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7" name="Google Shape;5267;p15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268" name="Google Shape;5268;p15"/>
                <p:cNvGrpSpPr/>
                <p:nvPr/>
              </p:nvGrpSpPr>
              <p:grpSpPr>
                <a:xfrm>
                  <a:off x="-89387" y="23754"/>
                  <a:ext cx="1379869" cy="1021283"/>
                  <a:chOff x="188" y="29"/>
                  <a:chExt cx="1379869" cy="1021283"/>
                </a:xfrm>
              </p:grpSpPr>
              <p:grpSp>
                <p:nvGrpSpPr>
                  <p:cNvPr id="5269" name="Google Shape;5269;p15"/>
                  <p:cNvGrpSpPr/>
                  <p:nvPr/>
                </p:nvGrpSpPr>
                <p:grpSpPr>
                  <a:xfrm>
                    <a:off x="188" y="29"/>
                    <a:ext cx="1240739" cy="665180"/>
                    <a:chOff x="5206900" y="826150"/>
                    <a:chExt cx="599275" cy="321250"/>
                  </a:xfrm>
                </p:grpSpPr>
                <p:sp>
                  <p:nvSpPr>
                    <p:cNvPr id="5270" name="Google Shape;5270;p15"/>
                    <p:cNvSpPr/>
                    <p:nvPr/>
                  </p:nvSpPr>
                  <p:spPr>
                    <a:xfrm>
                      <a:off x="5206900" y="828950"/>
                      <a:ext cx="25225" cy="2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9" h="1025" extrusionOk="0">
                          <a:moveTo>
                            <a:pt x="1008" y="448"/>
                          </a:moveTo>
                          <a:cubicBezTo>
                            <a:pt x="1008" y="832"/>
                            <a:pt x="544" y="1024"/>
                            <a:pt x="272" y="752"/>
                          </a:cubicBezTo>
                          <a:cubicBezTo>
                            <a:pt x="0" y="480"/>
                            <a:pt x="192" y="0"/>
                            <a:pt x="576" y="0"/>
                          </a:cubicBezTo>
                          <a:cubicBezTo>
                            <a:pt x="816" y="0"/>
                            <a:pt x="1008" y="208"/>
                            <a:pt x="1008" y="44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71" name="Google Shape;5271;p15"/>
                    <p:cNvSpPr/>
                    <p:nvPr/>
                  </p:nvSpPr>
                  <p:spPr>
                    <a:xfrm>
                      <a:off x="5468125" y="1067750"/>
                      <a:ext cx="25625" cy="25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09" extrusionOk="0">
                          <a:moveTo>
                            <a:pt x="1024" y="433"/>
                          </a:moveTo>
                          <a:cubicBezTo>
                            <a:pt x="1024" y="817"/>
                            <a:pt x="560" y="1009"/>
                            <a:pt x="288" y="737"/>
                          </a:cubicBezTo>
                          <a:cubicBezTo>
                            <a:pt x="0" y="465"/>
                            <a:pt x="208" y="1"/>
                            <a:pt x="592" y="1"/>
                          </a:cubicBezTo>
                          <a:cubicBezTo>
                            <a:pt x="832" y="1"/>
                            <a:pt x="1024" y="193"/>
                            <a:pt x="1024" y="43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72" name="Google Shape;5272;p15"/>
                    <p:cNvSpPr/>
                    <p:nvPr/>
                  </p:nvSpPr>
                  <p:spPr>
                    <a:xfrm>
                      <a:off x="5679325" y="1085750"/>
                      <a:ext cx="25625" cy="25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26" extrusionOk="0">
                          <a:moveTo>
                            <a:pt x="1025" y="433"/>
                          </a:moveTo>
                          <a:cubicBezTo>
                            <a:pt x="1025" y="833"/>
                            <a:pt x="545" y="1025"/>
                            <a:pt x="273" y="753"/>
                          </a:cubicBezTo>
                          <a:cubicBezTo>
                            <a:pt x="1" y="481"/>
                            <a:pt x="193" y="1"/>
                            <a:pt x="577" y="1"/>
                          </a:cubicBezTo>
                          <a:cubicBezTo>
                            <a:pt x="817" y="1"/>
                            <a:pt x="1025" y="193"/>
                            <a:pt x="1025" y="43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73" name="Google Shape;5273;p15"/>
                    <p:cNvSpPr/>
                    <p:nvPr/>
                  </p:nvSpPr>
                  <p:spPr>
                    <a:xfrm>
                      <a:off x="5318900" y="877350"/>
                      <a:ext cx="4425" cy="4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" h="177" extrusionOk="0">
                          <a:moveTo>
                            <a:pt x="177" y="80"/>
                          </a:moveTo>
                          <a:cubicBezTo>
                            <a:pt x="177" y="128"/>
                            <a:pt x="145" y="176"/>
                            <a:pt x="97" y="176"/>
                          </a:cubicBezTo>
                          <a:cubicBezTo>
                            <a:pt x="49" y="176"/>
                            <a:pt x="1" y="128"/>
                            <a:pt x="1" y="80"/>
                          </a:cubicBezTo>
                          <a:cubicBezTo>
                            <a:pt x="1" y="32"/>
                            <a:pt x="49" y="0"/>
                            <a:pt x="97" y="0"/>
                          </a:cubicBezTo>
                          <a:cubicBezTo>
                            <a:pt x="145" y="0"/>
                            <a:pt x="177" y="32"/>
                            <a:pt x="177" y="8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74" name="Google Shape;5274;p15"/>
                    <p:cNvSpPr/>
                    <p:nvPr/>
                  </p:nvSpPr>
                  <p:spPr>
                    <a:xfrm>
                      <a:off x="5749725" y="10213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1" y="97"/>
                          </a:moveTo>
                          <a:cubicBezTo>
                            <a:pt x="241" y="241"/>
                            <a:pt x="1" y="1"/>
                            <a:pt x="145" y="1"/>
                          </a:cubicBezTo>
                          <a:cubicBezTo>
                            <a:pt x="193" y="1"/>
                            <a:pt x="225" y="49"/>
                            <a:pt x="241" y="9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75" name="Google Shape;5275;p15"/>
                    <p:cNvSpPr/>
                    <p:nvPr/>
                  </p:nvSpPr>
                  <p:spPr>
                    <a:xfrm>
                      <a:off x="5527725" y="8749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0" y="96"/>
                          </a:moveTo>
                          <a:cubicBezTo>
                            <a:pt x="240" y="240"/>
                            <a:pt x="0" y="0"/>
                            <a:pt x="144" y="0"/>
                          </a:cubicBezTo>
                          <a:cubicBezTo>
                            <a:pt x="192" y="0"/>
                            <a:pt x="240" y="48"/>
                            <a:pt x="240" y="96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76" name="Google Shape;5276;p15"/>
                    <p:cNvSpPr/>
                    <p:nvPr/>
                  </p:nvSpPr>
                  <p:spPr>
                    <a:xfrm>
                      <a:off x="5418900" y="861350"/>
                      <a:ext cx="6025" cy="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25" extrusionOk="0">
                          <a:moveTo>
                            <a:pt x="241" y="64"/>
                          </a:moveTo>
                          <a:cubicBezTo>
                            <a:pt x="241" y="112"/>
                            <a:pt x="225" y="160"/>
                            <a:pt x="177" y="176"/>
                          </a:cubicBezTo>
                          <a:cubicBezTo>
                            <a:pt x="49" y="224"/>
                            <a:pt x="1" y="32"/>
                            <a:pt x="129" y="16"/>
                          </a:cubicBezTo>
                          <a:cubicBezTo>
                            <a:pt x="177" y="0"/>
                            <a:pt x="225" y="16"/>
                            <a:pt x="241" y="6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77" name="Google Shape;5277;p15"/>
                    <p:cNvSpPr/>
                    <p:nvPr/>
                  </p:nvSpPr>
                  <p:spPr>
                    <a:xfrm>
                      <a:off x="5634925" y="98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1" y="209"/>
                          </a:moveTo>
                          <a:cubicBezTo>
                            <a:pt x="481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97" y="1"/>
                            <a:pt x="273" y="1"/>
                          </a:cubicBezTo>
                          <a:cubicBezTo>
                            <a:pt x="385" y="1"/>
                            <a:pt x="481" y="97"/>
                            <a:pt x="481" y="2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78" name="Google Shape;5278;p15"/>
                    <p:cNvSpPr/>
                    <p:nvPr/>
                  </p:nvSpPr>
                  <p:spPr>
                    <a:xfrm>
                      <a:off x="5717725" y="1135775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2"/>
                          </a:moveTo>
                          <a:cubicBezTo>
                            <a:pt x="465" y="368"/>
                            <a:pt x="257" y="464"/>
                            <a:pt x="129" y="336"/>
                          </a:cubicBezTo>
                          <a:cubicBezTo>
                            <a:pt x="1" y="208"/>
                            <a:pt x="81" y="0"/>
                            <a:pt x="273" y="0"/>
                          </a:cubicBezTo>
                          <a:cubicBezTo>
                            <a:pt x="385" y="0"/>
                            <a:pt x="465" y="80"/>
                            <a:pt x="465" y="19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79" name="Google Shape;5279;p15"/>
                    <p:cNvSpPr/>
                    <p:nvPr/>
                  </p:nvSpPr>
                  <p:spPr>
                    <a:xfrm>
                      <a:off x="5316900" y="997350"/>
                      <a:ext cx="116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81" extrusionOk="0">
                          <a:moveTo>
                            <a:pt x="465" y="209"/>
                          </a:moveTo>
                          <a:cubicBezTo>
                            <a:pt x="465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81" y="1"/>
                            <a:pt x="273" y="1"/>
                          </a:cubicBezTo>
                          <a:cubicBezTo>
                            <a:pt x="369" y="1"/>
                            <a:pt x="465" y="97"/>
                            <a:pt x="465" y="2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80" name="Google Shape;5280;p15"/>
                    <p:cNvSpPr/>
                    <p:nvPr/>
                  </p:nvSpPr>
                  <p:spPr>
                    <a:xfrm>
                      <a:off x="5331700" y="1124575"/>
                      <a:ext cx="120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65" extrusionOk="0">
                          <a:moveTo>
                            <a:pt x="481" y="208"/>
                          </a:moveTo>
                          <a:cubicBezTo>
                            <a:pt x="481" y="384"/>
                            <a:pt x="257" y="464"/>
                            <a:pt x="129" y="352"/>
                          </a:cubicBezTo>
                          <a:cubicBezTo>
                            <a:pt x="1" y="224"/>
                            <a:pt x="97" y="0"/>
                            <a:pt x="273" y="0"/>
                          </a:cubicBezTo>
                          <a:cubicBezTo>
                            <a:pt x="385" y="0"/>
                            <a:pt x="481" y="96"/>
                            <a:pt x="481" y="20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81" name="Google Shape;5281;p15"/>
                    <p:cNvSpPr/>
                    <p:nvPr/>
                  </p:nvSpPr>
                  <p:spPr>
                    <a:xfrm>
                      <a:off x="5794150" y="90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0" y="208"/>
                          </a:moveTo>
                          <a:cubicBezTo>
                            <a:pt x="480" y="384"/>
                            <a:pt x="256" y="480"/>
                            <a:pt x="128" y="352"/>
                          </a:cubicBezTo>
                          <a:cubicBezTo>
                            <a:pt x="0" y="224"/>
                            <a:pt x="96" y="0"/>
                            <a:pt x="272" y="0"/>
                          </a:cubicBezTo>
                          <a:cubicBezTo>
                            <a:pt x="384" y="0"/>
                            <a:pt x="480" y="96"/>
                            <a:pt x="480" y="20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82" name="Google Shape;5282;p15"/>
                    <p:cNvSpPr/>
                    <p:nvPr/>
                  </p:nvSpPr>
                  <p:spPr>
                    <a:xfrm>
                      <a:off x="5290500" y="924950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3"/>
                          </a:moveTo>
                          <a:cubicBezTo>
                            <a:pt x="465" y="369"/>
                            <a:pt x="257" y="465"/>
                            <a:pt x="129" y="337"/>
                          </a:cubicBezTo>
                          <a:cubicBezTo>
                            <a:pt x="1" y="209"/>
                            <a:pt x="97" y="0"/>
                            <a:pt x="273" y="0"/>
                          </a:cubicBezTo>
                          <a:cubicBezTo>
                            <a:pt x="385" y="0"/>
                            <a:pt x="465" y="81"/>
                            <a:pt x="465" y="19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83" name="Google Shape;5283;p15"/>
                    <p:cNvSpPr/>
                    <p:nvPr/>
                  </p:nvSpPr>
                  <p:spPr>
                    <a:xfrm>
                      <a:off x="5680925" y="826150"/>
                      <a:ext cx="43225" cy="43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9" h="1729" extrusionOk="0">
                          <a:moveTo>
                            <a:pt x="865" y="1728"/>
                          </a:moveTo>
                          <a:lnTo>
                            <a:pt x="865" y="1728"/>
                          </a:lnTo>
                          <a:cubicBezTo>
                            <a:pt x="865" y="1248"/>
                            <a:pt x="481" y="864"/>
                            <a:pt x="1" y="864"/>
                          </a:cubicBezTo>
                          <a:lnTo>
                            <a:pt x="1" y="864"/>
                          </a:lnTo>
                          <a:cubicBezTo>
                            <a:pt x="481" y="864"/>
                            <a:pt x="865" y="480"/>
                            <a:pt x="865" y="0"/>
                          </a:cubicBezTo>
                          <a:lnTo>
                            <a:pt x="865" y="0"/>
                          </a:lnTo>
                          <a:cubicBezTo>
                            <a:pt x="865" y="480"/>
                            <a:pt x="1265" y="864"/>
                            <a:pt x="1729" y="864"/>
                          </a:cubicBezTo>
                          <a:lnTo>
                            <a:pt x="1729" y="864"/>
                          </a:lnTo>
                          <a:cubicBezTo>
                            <a:pt x="1265" y="864"/>
                            <a:pt x="865" y="1248"/>
                            <a:pt x="865" y="172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5284" name="Google Shape;5284;p15"/>
                  <p:cNvGrpSpPr/>
                  <p:nvPr/>
                </p:nvGrpSpPr>
                <p:grpSpPr>
                  <a:xfrm rot="-6299960" flipH="1">
                    <a:off x="553044" y="149914"/>
                    <a:ext cx="611876" cy="914967"/>
                    <a:chOff x="7920143" y="370462"/>
                    <a:chExt cx="611894" cy="914994"/>
                  </a:xfrm>
                </p:grpSpPr>
                <p:grpSp>
                  <p:nvGrpSpPr>
                    <p:cNvPr id="5285" name="Google Shape;5285;p15"/>
                    <p:cNvGrpSpPr/>
                    <p:nvPr/>
                  </p:nvGrpSpPr>
                  <p:grpSpPr>
                    <a:xfrm>
                      <a:off x="7925836" y="1010231"/>
                      <a:ext cx="262134" cy="275226"/>
                      <a:chOff x="1063586" y="401894"/>
                      <a:chExt cx="262134" cy="275226"/>
                    </a:xfrm>
                  </p:grpSpPr>
                  <p:sp>
                    <p:nvSpPr>
                      <p:cNvPr id="5286" name="Google Shape;5286;p15"/>
                      <p:cNvSpPr/>
                      <p:nvPr/>
                    </p:nvSpPr>
                    <p:spPr>
                      <a:xfrm>
                        <a:off x="1063586" y="548421"/>
                        <a:ext cx="82520" cy="8444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85" h="2850" extrusionOk="0">
                            <a:moveTo>
                              <a:pt x="80" y="1409"/>
                            </a:moveTo>
                            <a:cubicBezTo>
                              <a:pt x="32" y="1457"/>
                              <a:pt x="0" y="1521"/>
                              <a:pt x="0" y="1601"/>
                            </a:cubicBezTo>
                            <a:cubicBezTo>
                              <a:pt x="16" y="1681"/>
                              <a:pt x="64" y="1745"/>
                              <a:pt x="128" y="1809"/>
                            </a:cubicBezTo>
                            <a:lnTo>
                              <a:pt x="1040" y="2705"/>
                            </a:lnTo>
                            <a:cubicBezTo>
                              <a:pt x="1088" y="2769"/>
                              <a:pt x="1168" y="2817"/>
                              <a:pt x="1248" y="2849"/>
                            </a:cubicBezTo>
                            <a:cubicBezTo>
                              <a:pt x="1360" y="2849"/>
                              <a:pt x="1472" y="2817"/>
                              <a:pt x="1552" y="2753"/>
                            </a:cubicBezTo>
                            <a:cubicBezTo>
                              <a:pt x="2048" y="2385"/>
                              <a:pt x="2320" y="1809"/>
                              <a:pt x="2560" y="1249"/>
                            </a:cubicBezTo>
                            <a:cubicBezTo>
                              <a:pt x="2672" y="993"/>
                              <a:pt x="2784" y="689"/>
                              <a:pt x="2640" y="449"/>
                            </a:cubicBezTo>
                            <a:cubicBezTo>
                              <a:pt x="2400" y="49"/>
                              <a:pt x="1520" y="1"/>
                              <a:pt x="1136" y="161"/>
                            </a:cubicBezTo>
                            <a:cubicBezTo>
                              <a:pt x="704" y="369"/>
                              <a:pt x="336" y="1025"/>
                              <a:pt x="80" y="1409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grpSp>
                    <p:nvGrpSpPr>
                      <p:cNvPr id="5287" name="Google Shape;5287;p15"/>
                      <p:cNvGrpSpPr/>
                      <p:nvPr/>
                    </p:nvGrpSpPr>
                    <p:grpSpPr>
                      <a:xfrm>
                        <a:off x="1241304" y="608348"/>
                        <a:ext cx="84416" cy="68771"/>
                        <a:chOff x="1241304" y="608348"/>
                        <a:chExt cx="84416" cy="68771"/>
                      </a:xfrm>
                    </p:grpSpPr>
                    <p:sp>
                      <p:nvSpPr>
                        <p:cNvPr id="5288" name="Google Shape;5288;p15"/>
                        <p:cNvSpPr/>
                        <p:nvPr/>
                      </p:nvSpPr>
                      <p:spPr>
                        <a:xfrm>
                          <a:off x="1241304" y="608348"/>
                          <a:ext cx="84416" cy="6877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849" h="2321" extrusionOk="0">
                              <a:moveTo>
                                <a:pt x="561" y="1521"/>
                              </a:moveTo>
                              <a:cubicBezTo>
                                <a:pt x="833" y="1969"/>
                                <a:pt x="1345" y="2177"/>
                                <a:pt x="1841" y="2273"/>
                              </a:cubicBezTo>
                              <a:cubicBezTo>
                                <a:pt x="2033" y="2321"/>
                                <a:pt x="2225" y="2321"/>
                                <a:pt x="2401" y="2241"/>
                              </a:cubicBezTo>
                              <a:cubicBezTo>
                                <a:pt x="2545" y="2129"/>
                                <a:pt x="2641" y="2001"/>
                                <a:pt x="2689" y="1841"/>
                              </a:cubicBezTo>
                              <a:cubicBezTo>
                                <a:pt x="2769" y="1585"/>
                                <a:pt x="2817" y="1329"/>
                                <a:pt x="2833" y="1073"/>
                              </a:cubicBezTo>
                              <a:cubicBezTo>
                                <a:pt x="2849" y="865"/>
                                <a:pt x="2801" y="641"/>
                                <a:pt x="2689" y="449"/>
                              </a:cubicBezTo>
                              <a:cubicBezTo>
                                <a:pt x="2497" y="177"/>
                                <a:pt x="2177" y="17"/>
                                <a:pt x="1841" y="17"/>
                              </a:cubicBezTo>
                              <a:cubicBezTo>
                                <a:pt x="1041" y="1"/>
                                <a:pt x="1" y="609"/>
                                <a:pt x="561" y="152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5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289" name="Google Shape;5289;p15"/>
                        <p:cNvSpPr/>
                        <p:nvPr/>
                      </p:nvSpPr>
                      <p:spPr>
                        <a:xfrm rot="1446749">
                          <a:off x="1253704" y="622868"/>
                          <a:ext cx="53594" cy="4366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849" h="2321" extrusionOk="0">
                              <a:moveTo>
                                <a:pt x="561" y="1521"/>
                              </a:moveTo>
                              <a:cubicBezTo>
                                <a:pt x="833" y="1969"/>
                                <a:pt x="1345" y="2177"/>
                                <a:pt x="1841" y="2273"/>
                              </a:cubicBezTo>
                              <a:cubicBezTo>
                                <a:pt x="2033" y="2321"/>
                                <a:pt x="2225" y="2321"/>
                                <a:pt x="2401" y="2241"/>
                              </a:cubicBezTo>
                              <a:cubicBezTo>
                                <a:pt x="2545" y="2129"/>
                                <a:pt x="2641" y="2001"/>
                                <a:pt x="2689" y="1841"/>
                              </a:cubicBezTo>
                              <a:cubicBezTo>
                                <a:pt x="2769" y="1585"/>
                                <a:pt x="2817" y="1329"/>
                                <a:pt x="2833" y="1073"/>
                              </a:cubicBezTo>
                              <a:cubicBezTo>
                                <a:pt x="2849" y="865"/>
                                <a:pt x="2801" y="641"/>
                                <a:pt x="2689" y="449"/>
                              </a:cubicBezTo>
                              <a:cubicBezTo>
                                <a:pt x="2497" y="177"/>
                                <a:pt x="2177" y="17"/>
                                <a:pt x="1841" y="17"/>
                              </a:cubicBezTo>
                              <a:cubicBezTo>
                                <a:pt x="1041" y="1"/>
                                <a:pt x="1" y="609"/>
                                <a:pt x="561" y="152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4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</p:grpSp>
                  <p:sp>
                    <p:nvSpPr>
                      <p:cNvPr id="5290" name="Google Shape;5290;p15"/>
                      <p:cNvSpPr/>
                      <p:nvPr/>
                    </p:nvSpPr>
                    <p:spPr>
                      <a:xfrm>
                        <a:off x="1146109" y="401894"/>
                        <a:ext cx="171173" cy="14652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7" h="4945" extrusionOk="0">
                            <a:moveTo>
                              <a:pt x="512" y="2352"/>
                            </a:moveTo>
                            <a:cubicBezTo>
                              <a:pt x="976" y="3104"/>
                              <a:pt x="1536" y="3792"/>
                              <a:pt x="2160" y="4400"/>
                            </a:cubicBezTo>
                            <a:cubicBezTo>
                              <a:pt x="2320" y="4576"/>
                              <a:pt x="2512" y="4704"/>
                              <a:pt x="2736" y="4800"/>
                            </a:cubicBezTo>
                            <a:cubicBezTo>
                              <a:pt x="3152" y="4944"/>
                              <a:pt x="3616" y="4752"/>
                              <a:pt x="4032" y="4560"/>
                            </a:cubicBezTo>
                            <a:lnTo>
                              <a:pt x="5008" y="4096"/>
                            </a:lnTo>
                            <a:cubicBezTo>
                              <a:pt x="5185" y="4016"/>
                              <a:pt x="5345" y="3920"/>
                              <a:pt x="5473" y="3792"/>
                            </a:cubicBezTo>
                            <a:cubicBezTo>
                              <a:pt x="5729" y="3536"/>
                              <a:pt x="5761" y="3136"/>
                              <a:pt x="5761" y="2784"/>
                            </a:cubicBezTo>
                            <a:cubicBezTo>
                              <a:pt x="5777" y="2288"/>
                              <a:pt x="5777" y="1728"/>
                              <a:pt x="5457" y="1360"/>
                            </a:cubicBezTo>
                            <a:cubicBezTo>
                              <a:pt x="5249" y="1136"/>
                              <a:pt x="4992" y="976"/>
                              <a:pt x="4704" y="880"/>
                            </a:cubicBezTo>
                            <a:cubicBezTo>
                              <a:pt x="3680" y="416"/>
                              <a:pt x="2528" y="0"/>
                              <a:pt x="1408" y="432"/>
                            </a:cubicBezTo>
                            <a:cubicBezTo>
                              <a:pt x="592" y="752"/>
                              <a:pt x="0" y="1520"/>
                              <a:pt x="512" y="2352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5291" name="Google Shape;5291;p15"/>
                    <p:cNvGrpSpPr/>
                    <p:nvPr/>
                  </p:nvGrpSpPr>
                  <p:grpSpPr>
                    <a:xfrm>
                      <a:off x="7920143" y="370462"/>
                      <a:ext cx="611894" cy="654549"/>
                      <a:chOff x="7920143" y="370462"/>
                      <a:chExt cx="611894" cy="654549"/>
                    </a:xfrm>
                  </p:grpSpPr>
                  <p:sp>
                    <p:nvSpPr>
                      <p:cNvPr id="5292" name="Google Shape;5292;p15"/>
                      <p:cNvSpPr/>
                      <p:nvPr/>
                    </p:nvSpPr>
                    <p:spPr>
                      <a:xfrm rot="-3261661">
                        <a:off x="8416538" y="639068"/>
                        <a:ext cx="95677" cy="9791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85" h="2850" extrusionOk="0">
                            <a:moveTo>
                              <a:pt x="80" y="1409"/>
                            </a:moveTo>
                            <a:cubicBezTo>
                              <a:pt x="32" y="1457"/>
                              <a:pt x="0" y="1521"/>
                              <a:pt x="0" y="1601"/>
                            </a:cubicBezTo>
                            <a:cubicBezTo>
                              <a:pt x="16" y="1681"/>
                              <a:pt x="64" y="1745"/>
                              <a:pt x="128" y="1809"/>
                            </a:cubicBezTo>
                            <a:lnTo>
                              <a:pt x="1040" y="2705"/>
                            </a:lnTo>
                            <a:cubicBezTo>
                              <a:pt x="1088" y="2769"/>
                              <a:pt x="1168" y="2817"/>
                              <a:pt x="1248" y="2849"/>
                            </a:cubicBezTo>
                            <a:cubicBezTo>
                              <a:pt x="1360" y="2849"/>
                              <a:pt x="1472" y="2817"/>
                              <a:pt x="1552" y="2753"/>
                            </a:cubicBezTo>
                            <a:cubicBezTo>
                              <a:pt x="2048" y="2385"/>
                              <a:pt x="2320" y="1809"/>
                              <a:pt x="2560" y="1249"/>
                            </a:cubicBezTo>
                            <a:cubicBezTo>
                              <a:pt x="2672" y="993"/>
                              <a:pt x="2784" y="689"/>
                              <a:pt x="2640" y="449"/>
                            </a:cubicBezTo>
                            <a:cubicBezTo>
                              <a:pt x="2400" y="49"/>
                              <a:pt x="1520" y="1"/>
                              <a:pt x="1136" y="161"/>
                            </a:cubicBezTo>
                            <a:cubicBezTo>
                              <a:pt x="704" y="369"/>
                              <a:pt x="336" y="1025"/>
                              <a:pt x="80" y="1409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293" name="Google Shape;5293;p15"/>
                      <p:cNvSpPr/>
                      <p:nvPr/>
                    </p:nvSpPr>
                    <p:spPr>
                      <a:xfrm>
                        <a:off x="7962805" y="370462"/>
                        <a:ext cx="421673" cy="38099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2274" h="11090" extrusionOk="0">
                            <a:moveTo>
                              <a:pt x="624" y="7825"/>
                            </a:moveTo>
                            <a:cubicBezTo>
                              <a:pt x="960" y="8417"/>
                              <a:pt x="1520" y="8817"/>
                              <a:pt x="2016" y="9297"/>
                            </a:cubicBezTo>
                            <a:cubicBezTo>
                              <a:pt x="2465" y="9729"/>
                              <a:pt x="2865" y="10241"/>
                              <a:pt x="3425" y="10529"/>
                            </a:cubicBezTo>
                            <a:cubicBezTo>
                              <a:pt x="3825" y="10689"/>
                              <a:pt x="4241" y="10801"/>
                              <a:pt x="4657" y="10833"/>
                            </a:cubicBezTo>
                            <a:cubicBezTo>
                              <a:pt x="5521" y="10961"/>
                              <a:pt x="6417" y="11089"/>
                              <a:pt x="7265" y="10881"/>
                            </a:cubicBezTo>
                            <a:cubicBezTo>
                              <a:pt x="8193" y="10641"/>
                              <a:pt x="8961" y="10017"/>
                              <a:pt x="9681" y="9393"/>
                            </a:cubicBezTo>
                            <a:cubicBezTo>
                              <a:pt x="10753" y="8481"/>
                              <a:pt x="11873" y="7425"/>
                              <a:pt x="12081" y="6033"/>
                            </a:cubicBezTo>
                            <a:cubicBezTo>
                              <a:pt x="12273" y="4849"/>
                              <a:pt x="11761" y="3665"/>
                              <a:pt x="10993" y="2752"/>
                            </a:cubicBezTo>
                            <a:cubicBezTo>
                              <a:pt x="10225" y="1840"/>
                              <a:pt x="9233" y="1184"/>
                              <a:pt x="8241" y="528"/>
                            </a:cubicBezTo>
                            <a:cubicBezTo>
                              <a:pt x="7841" y="272"/>
                              <a:pt x="7393" y="0"/>
                              <a:pt x="6913" y="32"/>
                            </a:cubicBezTo>
                            <a:cubicBezTo>
                              <a:pt x="6257" y="64"/>
                              <a:pt x="5793" y="656"/>
                              <a:pt x="5345" y="1136"/>
                            </a:cubicBezTo>
                            <a:cubicBezTo>
                              <a:pt x="4209" y="2352"/>
                              <a:pt x="2561" y="2544"/>
                              <a:pt x="1424" y="3553"/>
                            </a:cubicBezTo>
                            <a:cubicBezTo>
                              <a:pt x="448" y="4449"/>
                              <a:pt x="0" y="6673"/>
                              <a:pt x="624" y="7825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5294" name="Google Shape;5294;p15"/>
                      <p:cNvSpPr/>
                      <p:nvPr/>
                    </p:nvSpPr>
                    <p:spPr>
                      <a:xfrm>
                        <a:off x="7920143" y="760581"/>
                        <a:ext cx="198469" cy="16988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7" h="4945" extrusionOk="0">
                            <a:moveTo>
                              <a:pt x="512" y="2352"/>
                            </a:moveTo>
                            <a:cubicBezTo>
                              <a:pt x="976" y="3104"/>
                              <a:pt x="1536" y="3792"/>
                              <a:pt x="2160" y="4400"/>
                            </a:cubicBezTo>
                            <a:cubicBezTo>
                              <a:pt x="2320" y="4576"/>
                              <a:pt x="2512" y="4704"/>
                              <a:pt x="2736" y="4800"/>
                            </a:cubicBezTo>
                            <a:cubicBezTo>
                              <a:pt x="3152" y="4944"/>
                              <a:pt x="3616" y="4752"/>
                              <a:pt x="4032" y="4560"/>
                            </a:cubicBezTo>
                            <a:lnTo>
                              <a:pt x="5008" y="4096"/>
                            </a:lnTo>
                            <a:cubicBezTo>
                              <a:pt x="5185" y="4016"/>
                              <a:pt x="5345" y="3920"/>
                              <a:pt x="5473" y="3792"/>
                            </a:cubicBezTo>
                            <a:cubicBezTo>
                              <a:pt x="5729" y="3536"/>
                              <a:pt x="5761" y="3136"/>
                              <a:pt x="5761" y="2784"/>
                            </a:cubicBezTo>
                            <a:cubicBezTo>
                              <a:pt x="5777" y="2288"/>
                              <a:pt x="5777" y="1728"/>
                              <a:pt x="5457" y="1360"/>
                            </a:cubicBezTo>
                            <a:cubicBezTo>
                              <a:pt x="5249" y="1136"/>
                              <a:pt x="4992" y="976"/>
                              <a:pt x="4704" y="880"/>
                            </a:cubicBezTo>
                            <a:cubicBezTo>
                              <a:pt x="3680" y="416"/>
                              <a:pt x="2528" y="0"/>
                              <a:pt x="1408" y="432"/>
                            </a:cubicBezTo>
                            <a:cubicBezTo>
                              <a:pt x="592" y="752"/>
                              <a:pt x="0" y="1520"/>
                              <a:pt x="512" y="2352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grpSp>
                    <p:nvGrpSpPr>
                      <p:cNvPr id="5295" name="Google Shape;5295;p15"/>
                      <p:cNvGrpSpPr/>
                      <p:nvPr/>
                    </p:nvGrpSpPr>
                    <p:grpSpPr>
                      <a:xfrm>
                        <a:off x="8207076" y="945274"/>
                        <a:ext cx="97879" cy="79738"/>
                        <a:chOff x="8207076" y="945274"/>
                        <a:chExt cx="97879" cy="79738"/>
                      </a:xfrm>
                    </p:grpSpPr>
                    <p:sp>
                      <p:nvSpPr>
                        <p:cNvPr id="5296" name="Google Shape;5296;p15"/>
                        <p:cNvSpPr/>
                        <p:nvPr/>
                      </p:nvSpPr>
                      <p:spPr>
                        <a:xfrm>
                          <a:off x="8207076" y="945274"/>
                          <a:ext cx="97877" cy="7973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849" h="2321" extrusionOk="0">
                              <a:moveTo>
                                <a:pt x="561" y="1521"/>
                              </a:moveTo>
                              <a:cubicBezTo>
                                <a:pt x="833" y="1969"/>
                                <a:pt x="1345" y="2177"/>
                                <a:pt x="1841" y="2273"/>
                              </a:cubicBezTo>
                              <a:cubicBezTo>
                                <a:pt x="2033" y="2321"/>
                                <a:pt x="2225" y="2321"/>
                                <a:pt x="2401" y="2241"/>
                              </a:cubicBezTo>
                              <a:cubicBezTo>
                                <a:pt x="2545" y="2129"/>
                                <a:pt x="2641" y="2001"/>
                                <a:pt x="2689" y="1841"/>
                              </a:cubicBezTo>
                              <a:cubicBezTo>
                                <a:pt x="2769" y="1585"/>
                                <a:pt x="2817" y="1329"/>
                                <a:pt x="2833" y="1073"/>
                              </a:cubicBezTo>
                              <a:cubicBezTo>
                                <a:pt x="2849" y="865"/>
                                <a:pt x="2801" y="641"/>
                                <a:pt x="2689" y="449"/>
                              </a:cubicBezTo>
                              <a:cubicBezTo>
                                <a:pt x="2497" y="177"/>
                                <a:pt x="2177" y="17"/>
                                <a:pt x="1841" y="17"/>
                              </a:cubicBezTo>
                              <a:cubicBezTo>
                                <a:pt x="1041" y="1"/>
                                <a:pt x="1" y="609"/>
                                <a:pt x="561" y="1521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5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5297" name="Google Shape;5297;p15"/>
                        <p:cNvSpPr/>
                        <p:nvPr/>
                      </p:nvSpPr>
                      <p:spPr>
                        <a:xfrm rot="2700000">
                          <a:off x="8245618" y="956203"/>
                          <a:ext cx="45547" cy="5786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777" h="4945" extrusionOk="0">
                              <a:moveTo>
                                <a:pt x="512" y="2352"/>
                              </a:moveTo>
                              <a:cubicBezTo>
                                <a:pt x="976" y="3104"/>
                                <a:pt x="1536" y="3792"/>
                                <a:pt x="2160" y="4400"/>
                              </a:cubicBezTo>
                              <a:cubicBezTo>
                                <a:pt x="2320" y="4576"/>
                                <a:pt x="2512" y="4704"/>
                                <a:pt x="2736" y="4800"/>
                              </a:cubicBezTo>
                              <a:cubicBezTo>
                                <a:pt x="3152" y="4944"/>
                                <a:pt x="3616" y="4752"/>
                                <a:pt x="4032" y="4560"/>
                              </a:cubicBezTo>
                              <a:lnTo>
                                <a:pt x="5008" y="4096"/>
                              </a:lnTo>
                              <a:cubicBezTo>
                                <a:pt x="5185" y="4016"/>
                                <a:pt x="5345" y="3920"/>
                                <a:pt x="5473" y="3792"/>
                              </a:cubicBezTo>
                              <a:cubicBezTo>
                                <a:pt x="5729" y="3536"/>
                                <a:pt x="5761" y="3136"/>
                                <a:pt x="5761" y="2784"/>
                              </a:cubicBezTo>
                              <a:cubicBezTo>
                                <a:pt x="5777" y="2288"/>
                                <a:pt x="5777" y="1728"/>
                                <a:pt x="5457" y="1360"/>
                              </a:cubicBezTo>
                              <a:cubicBezTo>
                                <a:pt x="5249" y="1136"/>
                                <a:pt x="4992" y="976"/>
                                <a:pt x="4704" y="880"/>
                              </a:cubicBezTo>
                              <a:cubicBezTo>
                                <a:pt x="3680" y="416"/>
                                <a:pt x="2528" y="0"/>
                                <a:pt x="1408" y="432"/>
                              </a:cubicBezTo>
                              <a:cubicBezTo>
                                <a:pt x="592" y="752"/>
                                <a:pt x="0" y="1520"/>
                                <a:pt x="512" y="2352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accent4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5298" name="Google Shape;5298;p15"/>
              <p:cNvGrpSpPr/>
              <p:nvPr/>
            </p:nvGrpSpPr>
            <p:grpSpPr>
              <a:xfrm rot="-125449">
                <a:off x="1244692" y="4230232"/>
                <a:ext cx="1075393" cy="934820"/>
                <a:chOff x="547563" y="1049250"/>
                <a:chExt cx="413863" cy="359750"/>
              </a:xfrm>
            </p:grpSpPr>
            <p:sp>
              <p:nvSpPr>
                <p:cNvPr id="5299" name="Google Shape;5299;p15"/>
                <p:cNvSpPr/>
                <p:nvPr/>
              </p:nvSpPr>
              <p:spPr>
                <a:xfrm>
                  <a:off x="591375" y="1170250"/>
                  <a:ext cx="23625" cy="2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929" extrusionOk="0">
                      <a:moveTo>
                        <a:pt x="929" y="384"/>
                      </a:moveTo>
                      <a:cubicBezTo>
                        <a:pt x="945" y="736"/>
                        <a:pt x="513" y="928"/>
                        <a:pt x="256" y="688"/>
                      </a:cubicBezTo>
                      <a:cubicBezTo>
                        <a:pt x="0" y="432"/>
                        <a:pt x="176" y="0"/>
                        <a:pt x="529" y="0"/>
                      </a:cubicBezTo>
                      <a:cubicBezTo>
                        <a:pt x="753" y="0"/>
                        <a:pt x="929" y="160"/>
                        <a:pt x="929" y="38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0" name="Google Shape;5300;p15"/>
                <p:cNvSpPr/>
                <p:nvPr/>
              </p:nvSpPr>
              <p:spPr>
                <a:xfrm>
                  <a:off x="920975" y="1278175"/>
                  <a:ext cx="23225" cy="2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9" h="945" extrusionOk="0">
                      <a:moveTo>
                        <a:pt x="928" y="401"/>
                      </a:moveTo>
                      <a:cubicBezTo>
                        <a:pt x="928" y="769"/>
                        <a:pt x="496" y="945"/>
                        <a:pt x="240" y="689"/>
                      </a:cubicBezTo>
                      <a:cubicBezTo>
                        <a:pt x="0" y="433"/>
                        <a:pt x="192" y="1"/>
                        <a:pt x="544" y="1"/>
                      </a:cubicBezTo>
                      <a:cubicBezTo>
                        <a:pt x="768" y="17"/>
                        <a:pt x="928" y="193"/>
                        <a:pt x="928" y="40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1" name="Google Shape;5301;p15"/>
                <p:cNvSpPr/>
                <p:nvPr/>
              </p:nvSpPr>
              <p:spPr>
                <a:xfrm>
                  <a:off x="612363" y="1273175"/>
                  <a:ext cx="23625" cy="2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5" h="945" extrusionOk="0">
                      <a:moveTo>
                        <a:pt x="945" y="401"/>
                      </a:moveTo>
                      <a:cubicBezTo>
                        <a:pt x="945" y="769"/>
                        <a:pt x="513" y="945"/>
                        <a:pt x="257" y="689"/>
                      </a:cubicBezTo>
                      <a:cubicBezTo>
                        <a:pt x="1" y="433"/>
                        <a:pt x="193" y="1"/>
                        <a:pt x="561" y="17"/>
                      </a:cubicBezTo>
                      <a:cubicBezTo>
                        <a:pt x="769" y="17"/>
                        <a:pt x="945" y="193"/>
                        <a:pt x="945" y="40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2" name="Google Shape;5302;p15"/>
                <p:cNvSpPr/>
                <p:nvPr/>
              </p:nvSpPr>
              <p:spPr>
                <a:xfrm>
                  <a:off x="755950" y="1247675"/>
                  <a:ext cx="5225" cy="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09" extrusionOk="0">
                      <a:moveTo>
                        <a:pt x="208" y="80"/>
                      </a:moveTo>
                      <a:cubicBezTo>
                        <a:pt x="208" y="208"/>
                        <a:pt x="0" y="0"/>
                        <a:pt x="128" y="0"/>
                      </a:cubicBezTo>
                      <a:cubicBezTo>
                        <a:pt x="176" y="0"/>
                        <a:pt x="208" y="32"/>
                        <a:pt x="208" y="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3" name="Google Shape;5303;p15"/>
                <p:cNvSpPr/>
                <p:nvPr/>
              </p:nvSpPr>
              <p:spPr>
                <a:xfrm>
                  <a:off x="956200" y="1187050"/>
                  <a:ext cx="5225" cy="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09" extrusionOk="0">
                      <a:moveTo>
                        <a:pt x="209" y="80"/>
                      </a:moveTo>
                      <a:cubicBezTo>
                        <a:pt x="209" y="208"/>
                        <a:pt x="1" y="0"/>
                        <a:pt x="129" y="0"/>
                      </a:cubicBezTo>
                      <a:cubicBezTo>
                        <a:pt x="177" y="0"/>
                        <a:pt x="209" y="32"/>
                        <a:pt x="209" y="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4" name="Google Shape;5304;p15"/>
                <p:cNvSpPr/>
                <p:nvPr/>
              </p:nvSpPr>
              <p:spPr>
                <a:xfrm>
                  <a:off x="868950" y="1306975"/>
                  <a:ext cx="5225" cy="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09" extrusionOk="0">
                      <a:moveTo>
                        <a:pt x="209" y="81"/>
                      </a:moveTo>
                      <a:cubicBezTo>
                        <a:pt x="209" y="209"/>
                        <a:pt x="1" y="1"/>
                        <a:pt x="129" y="1"/>
                      </a:cubicBezTo>
                      <a:cubicBezTo>
                        <a:pt x="177" y="1"/>
                        <a:pt x="209" y="33"/>
                        <a:pt x="209" y="8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5" name="Google Shape;5305;p15"/>
                <p:cNvSpPr/>
                <p:nvPr/>
              </p:nvSpPr>
              <p:spPr>
                <a:xfrm>
                  <a:off x="547563" y="1123975"/>
                  <a:ext cx="4425" cy="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7" extrusionOk="0">
                      <a:moveTo>
                        <a:pt x="160" y="96"/>
                      </a:moveTo>
                      <a:cubicBezTo>
                        <a:pt x="160" y="128"/>
                        <a:pt x="128" y="176"/>
                        <a:pt x="80" y="176"/>
                      </a:cubicBezTo>
                      <a:cubicBezTo>
                        <a:pt x="48" y="176"/>
                        <a:pt x="0" y="128"/>
                        <a:pt x="0" y="96"/>
                      </a:cubicBezTo>
                      <a:cubicBezTo>
                        <a:pt x="0" y="48"/>
                        <a:pt x="48" y="0"/>
                        <a:pt x="80" y="16"/>
                      </a:cubicBezTo>
                      <a:cubicBezTo>
                        <a:pt x="128" y="0"/>
                        <a:pt x="176" y="48"/>
                        <a:pt x="160" y="9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6" name="Google Shape;5306;p15"/>
                <p:cNvSpPr/>
                <p:nvPr/>
              </p:nvSpPr>
              <p:spPr>
                <a:xfrm>
                  <a:off x="777950" y="1049250"/>
                  <a:ext cx="5225" cy="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09" extrusionOk="0">
                      <a:moveTo>
                        <a:pt x="208" y="81"/>
                      </a:moveTo>
                      <a:cubicBezTo>
                        <a:pt x="208" y="209"/>
                        <a:pt x="0" y="1"/>
                        <a:pt x="128" y="1"/>
                      </a:cubicBezTo>
                      <a:cubicBezTo>
                        <a:pt x="176" y="1"/>
                        <a:pt x="208" y="49"/>
                        <a:pt x="208" y="8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7" name="Google Shape;5307;p15"/>
                <p:cNvSpPr/>
                <p:nvPr/>
              </p:nvSpPr>
              <p:spPr>
                <a:xfrm>
                  <a:off x="739150" y="1336475"/>
                  <a:ext cx="5225" cy="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" h="209" extrusionOk="0">
                      <a:moveTo>
                        <a:pt x="208" y="81"/>
                      </a:moveTo>
                      <a:cubicBezTo>
                        <a:pt x="208" y="209"/>
                        <a:pt x="0" y="1"/>
                        <a:pt x="128" y="1"/>
                      </a:cubicBezTo>
                      <a:cubicBezTo>
                        <a:pt x="160" y="1"/>
                        <a:pt x="208" y="49"/>
                        <a:pt x="208" y="8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8" name="Google Shape;5308;p15"/>
                <p:cNvSpPr/>
                <p:nvPr/>
              </p:nvSpPr>
              <p:spPr>
                <a:xfrm>
                  <a:off x="699775" y="1195850"/>
                  <a:ext cx="4025" cy="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161" extrusionOk="0">
                      <a:moveTo>
                        <a:pt x="161" y="80"/>
                      </a:moveTo>
                      <a:cubicBezTo>
                        <a:pt x="161" y="128"/>
                        <a:pt x="113" y="160"/>
                        <a:pt x="81" y="160"/>
                      </a:cubicBezTo>
                      <a:cubicBezTo>
                        <a:pt x="33" y="160"/>
                        <a:pt x="1" y="128"/>
                        <a:pt x="1" y="80"/>
                      </a:cubicBezTo>
                      <a:cubicBezTo>
                        <a:pt x="1" y="48"/>
                        <a:pt x="33" y="0"/>
                        <a:pt x="81" y="0"/>
                      </a:cubicBezTo>
                      <a:cubicBezTo>
                        <a:pt x="113" y="0"/>
                        <a:pt x="161" y="48"/>
                        <a:pt x="161" y="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9" name="Google Shape;5309;p15"/>
                <p:cNvSpPr/>
                <p:nvPr/>
              </p:nvSpPr>
              <p:spPr>
                <a:xfrm>
                  <a:off x="926975" y="1357775"/>
                  <a:ext cx="4025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" h="225" extrusionOk="0">
                      <a:moveTo>
                        <a:pt x="160" y="113"/>
                      </a:moveTo>
                      <a:cubicBezTo>
                        <a:pt x="160" y="225"/>
                        <a:pt x="0" y="225"/>
                        <a:pt x="0" y="113"/>
                      </a:cubicBezTo>
                      <a:cubicBezTo>
                        <a:pt x="0" y="1"/>
                        <a:pt x="160" y="1"/>
                        <a:pt x="160" y="11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0" name="Google Shape;5310;p15"/>
                <p:cNvSpPr/>
                <p:nvPr/>
              </p:nvSpPr>
              <p:spPr>
                <a:xfrm>
                  <a:off x="891775" y="1339775"/>
                  <a:ext cx="4825" cy="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" h="209" extrusionOk="0">
                      <a:moveTo>
                        <a:pt x="192" y="97"/>
                      </a:moveTo>
                      <a:cubicBezTo>
                        <a:pt x="192" y="209"/>
                        <a:pt x="0" y="17"/>
                        <a:pt x="112" y="17"/>
                      </a:cubicBezTo>
                      <a:cubicBezTo>
                        <a:pt x="160" y="1"/>
                        <a:pt x="192" y="49"/>
                        <a:pt x="192" y="9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1" name="Google Shape;5311;p15"/>
                <p:cNvSpPr/>
                <p:nvPr/>
              </p:nvSpPr>
              <p:spPr>
                <a:xfrm>
                  <a:off x="580363" y="1174375"/>
                  <a:ext cx="6425" cy="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" h="193" extrusionOk="0">
                      <a:moveTo>
                        <a:pt x="225" y="81"/>
                      </a:moveTo>
                      <a:cubicBezTo>
                        <a:pt x="257" y="193"/>
                        <a:pt x="1" y="48"/>
                        <a:pt x="129" y="16"/>
                      </a:cubicBezTo>
                      <a:cubicBezTo>
                        <a:pt x="177" y="0"/>
                        <a:pt x="209" y="32"/>
                        <a:pt x="225" y="8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2" name="Google Shape;5312;p15"/>
                <p:cNvSpPr/>
                <p:nvPr/>
              </p:nvSpPr>
              <p:spPr>
                <a:xfrm>
                  <a:off x="689963" y="1316775"/>
                  <a:ext cx="10825" cy="1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" h="433" extrusionOk="0">
                      <a:moveTo>
                        <a:pt x="433" y="193"/>
                      </a:moveTo>
                      <a:cubicBezTo>
                        <a:pt x="433" y="353"/>
                        <a:pt x="241" y="433"/>
                        <a:pt x="129" y="321"/>
                      </a:cubicBezTo>
                      <a:cubicBezTo>
                        <a:pt x="1" y="209"/>
                        <a:pt x="81" y="1"/>
                        <a:pt x="257" y="1"/>
                      </a:cubicBezTo>
                      <a:cubicBezTo>
                        <a:pt x="353" y="1"/>
                        <a:pt x="433" y="81"/>
                        <a:pt x="433" y="19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3" name="Google Shape;5313;p15"/>
                <p:cNvSpPr/>
                <p:nvPr/>
              </p:nvSpPr>
              <p:spPr>
                <a:xfrm>
                  <a:off x="886550" y="1398175"/>
                  <a:ext cx="10850" cy="1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" h="433" extrusionOk="0">
                      <a:moveTo>
                        <a:pt x="433" y="193"/>
                      </a:moveTo>
                      <a:cubicBezTo>
                        <a:pt x="433" y="353"/>
                        <a:pt x="225" y="433"/>
                        <a:pt x="113" y="321"/>
                      </a:cubicBezTo>
                      <a:cubicBezTo>
                        <a:pt x="1" y="209"/>
                        <a:pt x="81" y="1"/>
                        <a:pt x="241" y="17"/>
                      </a:cubicBezTo>
                      <a:cubicBezTo>
                        <a:pt x="353" y="1"/>
                        <a:pt x="433" y="97"/>
                        <a:pt x="433" y="19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4" name="Google Shape;5314;p15"/>
                <p:cNvSpPr/>
                <p:nvPr/>
              </p:nvSpPr>
              <p:spPr>
                <a:xfrm>
                  <a:off x="712550" y="1307375"/>
                  <a:ext cx="10825" cy="1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" h="433" extrusionOk="0">
                      <a:moveTo>
                        <a:pt x="432" y="193"/>
                      </a:moveTo>
                      <a:cubicBezTo>
                        <a:pt x="432" y="353"/>
                        <a:pt x="224" y="433"/>
                        <a:pt x="112" y="321"/>
                      </a:cubicBezTo>
                      <a:cubicBezTo>
                        <a:pt x="0" y="209"/>
                        <a:pt x="80" y="17"/>
                        <a:pt x="240" y="17"/>
                      </a:cubicBezTo>
                      <a:cubicBezTo>
                        <a:pt x="336" y="1"/>
                        <a:pt x="432" y="81"/>
                        <a:pt x="432" y="19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5" name="Google Shape;5315;p15"/>
                <p:cNvSpPr/>
                <p:nvPr/>
              </p:nvSpPr>
              <p:spPr>
                <a:xfrm>
                  <a:off x="866150" y="1242575"/>
                  <a:ext cx="10425" cy="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" h="417" extrusionOk="0">
                      <a:moveTo>
                        <a:pt x="417" y="176"/>
                      </a:moveTo>
                      <a:cubicBezTo>
                        <a:pt x="417" y="336"/>
                        <a:pt x="225" y="416"/>
                        <a:pt x="113" y="304"/>
                      </a:cubicBezTo>
                      <a:cubicBezTo>
                        <a:pt x="1" y="192"/>
                        <a:pt x="81" y="0"/>
                        <a:pt x="241" y="0"/>
                      </a:cubicBezTo>
                      <a:cubicBezTo>
                        <a:pt x="337" y="0"/>
                        <a:pt x="417" y="80"/>
                        <a:pt x="417" y="17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6" name="Google Shape;5316;p15"/>
                <p:cNvSpPr/>
                <p:nvPr/>
              </p:nvSpPr>
              <p:spPr>
                <a:xfrm>
                  <a:off x="634550" y="1356175"/>
                  <a:ext cx="10825" cy="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" h="417" extrusionOk="0">
                      <a:moveTo>
                        <a:pt x="432" y="177"/>
                      </a:moveTo>
                      <a:cubicBezTo>
                        <a:pt x="432" y="337"/>
                        <a:pt x="240" y="417"/>
                        <a:pt x="128" y="305"/>
                      </a:cubicBezTo>
                      <a:cubicBezTo>
                        <a:pt x="0" y="193"/>
                        <a:pt x="96" y="1"/>
                        <a:pt x="256" y="1"/>
                      </a:cubicBezTo>
                      <a:cubicBezTo>
                        <a:pt x="352" y="1"/>
                        <a:pt x="432" y="81"/>
                        <a:pt x="432" y="17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7" name="Google Shape;5317;p15"/>
                <p:cNvSpPr/>
                <p:nvPr/>
              </p:nvSpPr>
              <p:spPr>
                <a:xfrm>
                  <a:off x="659963" y="1141575"/>
                  <a:ext cx="10425" cy="1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" h="433" extrusionOk="0">
                      <a:moveTo>
                        <a:pt x="417" y="192"/>
                      </a:moveTo>
                      <a:cubicBezTo>
                        <a:pt x="417" y="352"/>
                        <a:pt x="225" y="432"/>
                        <a:pt x="113" y="320"/>
                      </a:cubicBezTo>
                      <a:cubicBezTo>
                        <a:pt x="1" y="192"/>
                        <a:pt x="81" y="0"/>
                        <a:pt x="241" y="0"/>
                      </a:cubicBezTo>
                      <a:cubicBezTo>
                        <a:pt x="337" y="0"/>
                        <a:pt x="417" y="80"/>
                        <a:pt x="417" y="19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8" name="Google Shape;5318;p15"/>
                <p:cNvSpPr/>
                <p:nvPr/>
              </p:nvSpPr>
              <p:spPr>
                <a:xfrm>
                  <a:off x="709775" y="1234250"/>
                  <a:ext cx="10825" cy="1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" h="417" extrusionOk="0">
                      <a:moveTo>
                        <a:pt x="433" y="177"/>
                      </a:moveTo>
                      <a:cubicBezTo>
                        <a:pt x="433" y="337"/>
                        <a:pt x="225" y="417"/>
                        <a:pt x="113" y="305"/>
                      </a:cubicBezTo>
                      <a:cubicBezTo>
                        <a:pt x="1" y="193"/>
                        <a:pt x="81" y="1"/>
                        <a:pt x="241" y="1"/>
                      </a:cubicBezTo>
                      <a:cubicBezTo>
                        <a:pt x="353" y="1"/>
                        <a:pt x="433" y="81"/>
                        <a:pt x="433" y="17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9" name="Google Shape;5319;p15"/>
                <p:cNvSpPr/>
                <p:nvPr/>
              </p:nvSpPr>
              <p:spPr>
                <a:xfrm>
                  <a:off x="930000" y="1296950"/>
                  <a:ext cx="104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" h="481" extrusionOk="0">
                      <a:moveTo>
                        <a:pt x="400" y="257"/>
                      </a:moveTo>
                      <a:cubicBezTo>
                        <a:pt x="368" y="481"/>
                        <a:pt x="48" y="481"/>
                        <a:pt x="32" y="257"/>
                      </a:cubicBezTo>
                      <a:cubicBezTo>
                        <a:pt x="0" y="1"/>
                        <a:pt x="416" y="1"/>
                        <a:pt x="400" y="25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0" name="Google Shape;5320;p15"/>
                <p:cNvSpPr/>
                <p:nvPr/>
              </p:nvSpPr>
              <p:spPr>
                <a:xfrm>
                  <a:off x="802350" y="1341275"/>
                  <a:ext cx="104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" h="481" extrusionOk="0">
                      <a:moveTo>
                        <a:pt x="385" y="209"/>
                      </a:moveTo>
                      <a:cubicBezTo>
                        <a:pt x="417" y="481"/>
                        <a:pt x="0" y="481"/>
                        <a:pt x="32" y="209"/>
                      </a:cubicBezTo>
                      <a:cubicBezTo>
                        <a:pt x="48" y="1"/>
                        <a:pt x="369" y="1"/>
                        <a:pt x="385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1" name="Google Shape;5321;p15"/>
                <p:cNvSpPr/>
                <p:nvPr/>
              </p:nvSpPr>
              <p:spPr>
                <a:xfrm>
                  <a:off x="842200" y="1279050"/>
                  <a:ext cx="104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7" h="481" extrusionOk="0">
                      <a:moveTo>
                        <a:pt x="400" y="209"/>
                      </a:moveTo>
                      <a:cubicBezTo>
                        <a:pt x="416" y="481"/>
                        <a:pt x="0" y="481"/>
                        <a:pt x="32" y="209"/>
                      </a:cubicBezTo>
                      <a:cubicBezTo>
                        <a:pt x="48" y="1"/>
                        <a:pt x="368" y="1"/>
                        <a:pt x="400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2" name="Google Shape;5322;p15"/>
                <p:cNvSpPr/>
                <p:nvPr/>
              </p:nvSpPr>
              <p:spPr>
                <a:xfrm>
                  <a:off x="842550" y="1337375"/>
                  <a:ext cx="108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" h="481" extrusionOk="0">
                      <a:moveTo>
                        <a:pt x="401" y="273"/>
                      </a:moveTo>
                      <a:cubicBezTo>
                        <a:pt x="369" y="481"/>
                        <a:pt x="65" y="481"/>
                        <a:pt x="33" y="273"/>
                      </a:cubicBezTo>
                      <a:cubicBezTo>
                        <a:pt x="1" y="1"/>
                        <a:pt x="433" y="1"/>
                        <a:pt x="401" y="27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3" name="Google Shape;5323;p15"/>
                <p:cNvSpPr/>
                <p:nvPr/>
              </p:nvSpPr>
              <p:spPr>
                <a:xfrm>
                  <a:off x="809350" y="1152575"/>
                  <a:ext cx="38825" cy="38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3" h="1553" extrusionOk="0">
                      <a:moveTo>
                        <a:pt x="769" y="1552"/>
                      </a:moveTo>
                      <a:lnTo>
                        <a:pt x="769" y="1552"/>
                      </a:lnTo>
                      <a:cubicBezTo>
                        <a:pt x="769" y="1120"/>
                        <a:pt x="417" y="784"/>
                        <a:pt x="1" y="784"/>
                      </a:cubicBezTo>
                      <a:lnTo>
                        <a:pt x="1" y="784"/>
                      </a:lnTo>
                      <a:cubicBezTo>
                        <a:pt x="417" y="784"/>
                        <a:pt x="769" y="432"/>
                        <a:pt x="769" y="0"/>
                      </a:cubicBezTo>
                      <a:lnTo>
                        <a:pt x="769" y="0"/>
                      </a:lnTo>
                      <a:cubicBezTo>
                        <a:pt x="769" y="432"/>
                        <a:pt x="1121" y="784"/>
                        <a:pt x="1553" y="784"/>
                      </a:cubicBezTo>
                      <a:lnTo>
                        <a:pt x="1553" y="784"/>
                      </a:lnTo>
                      <a:cubicBezTo>
                        <a:pt x="1121" y="784"/>
                        <a:pt x="769" y="1120"/>
                        <a:pt x="769" y="155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4" name="Google Shape;5324;p15"/>
                <p:cNvSpPr/>
                <p:nvPr/>
              </p:nvSpPr>
              <p:spPr>
                <a:xfrm>
                  <a:off x="615963" y="1208375"/>
                  <a:ext cx="38825" cy="3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3" h="1537" extrusionOk="0">
                      <a:moveTo>
                        <a:pt x="769" y="1537"/>
                      </a:moveTo>
                      <a:lnTo>
                        <a:pt x="769" y="1537"/>
                      </a:lnTo>
                      <a:cubicBezTo>
                        <a:pt x="769" y="1121"/>
                        <a:pt x="417" y="769"/>
                        <a:pt x="1" y="769"/>
                      </a:cubicBezTo>
                      <a:lnTo>
                        <a:pt x="1" y="769"/>
                      </a:lnTo>
                      <a:cubicBezTo>
                        <a:pt x="417" y="769"/>
                        <a:pt x="769" y="417"/>
                        <a:pt x="769" y="1"/>
                      </a:cubicBezTo>
                      <a:lnTo>
                        <a:pt x="769" y="1"/>
                      </a:lnTo>
                      <a:cubicBezTo>
                        <a:pt x="769" y="417"/>
                        <a:pt x="1121" y="769"/>
                        <a:pt x="1553" y="769"/>
                      </a:cubicBezTo>
                      <a:lnTo>
                        <a:pt x="1553" y="769"/>
                      </a:lnTo>
                      <a:cubicBezTo>
                        <a:pt x="1121" y="769"/>
                        <a:pt x="769" y="1121"/>
                        <a:pt x="769" y="153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25" name="Google Shape;5325;p15"/>
            <p:cNvGrpSpPr/>
            <p:nvPr/>
          </p:nvGrpSpPr>
          <p:grpSpPr>
            <a:xfrm>
              <a:off x="7444910" y="59729"/>
              <a:ext cx="3286285" cy="2539537"/>
              <a:chOff x="7444910" y="59729"/>
              <a:chExt cx="3286285" cy="2539537"/>
            </a:xfrm>
          </p:grpSpPr>
          <p:grpSp>
            <p:nvGrpSpPr>
              <p:cNvPr id="5326" name="Google Shape;5326;p15"/>
              <p:cNvGrpSpPr/>
              <p:nvPr/>
            </p:nvGrpSpPr>
            <p:grpSpPr>
              <a:xfrm>
                <a:off x="7444910" y="59729"/>
                <a:ext cx="1699100" cy="2145071"/>
                <a:chOff x="7444910" y="59729"/>
                <a:chExt cx="1699100" cy="2145071"/>
              </a:xfrm>
            </p:grpSpPr>
            <p:grpSp>
              <p:nvGrpSpPr>
                <p:cNvPr id="5327" name="Google Shape;5327;p15"/>
                <p:cNvGrpSpPr/>
                <p:nvPr/>
              </p:nvGrpSpPr>
              <p:grpSpPr>
                <a:xfrm flipH="1">
                  <a:off x="7444910" y="59729"/>
                  <a:ext cx="1699100" cy="2145071"/>
                  <a:chOff x="146217" y="2712579"/>
                  <a:chExt cx="1552966" cy="1960401"/>
                </a:xfrm>
              </p:grpSpPr>
              <p:grpSp>
                <p:nvGrpSpPr>
                  <p:cNvPr id="5328" name="Google Shape;5328;p15"/>
                  <p:cNvGrpSpPr/>
                  <p:nvPr/>
                </p:nvGrpSpPr>
                <p:grpSpPr>
                  <a:xfrm>
                    <a:off x="146217" y="2712579"/>
                    <a:ext cx="1134008" cy="607901"/>
                    <a:chOff x="5206900" y="826150"/>
                    <a:chExt cx="599275" cy="321250"/>
                  </a:xfrm>
                </p:grpSpPr>
                <p:sp>
                  <p:nvSpPr>
                    <p:cNvPr id="5329" name="Google Shape;5329;p15"/>
                    <p:cNvSpPr/>
                    <p:nvPr/>
                  </p:nvSpPr>
                  <p:spPr>
                    <a:xfrm>
                      <a:off x="5206900" y="828950"/>
                      <a:ext cx="25225" cy="2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9" h="1025" extrusionOk="0">
                          <a:moveTo>
                            <a:pt x="1008" y="448"/>
                          </a:moveTo>
                          <a:cubicBezTo>
                            <a:pt x="1008" y="832"/>
                            <a:pt x="544" y="1024"/>
                            <a:pt x="272" y="752"/>
                          </a:cubicBezTo>
                          <a:cubicBezTo>
                            <a:pt x="0" y="480"/>
                            <a:pt x="192" y="0"/>
                            <a:pt x="576" y="0"/>
                          </a:cubicBezTo>
                          <a:cubicBezTo>
                            <a:pt x="816" y="0"/>
                            <a:pt x="1008" y="208"/>
                            <a:pt x="1008" y="44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30" name="Google Shape;5330;p15"/>
                    <p:cNvSpPr/>
                    <p:nvPr/>
                  </p:nvSpPr>
                  <p:spPr>
                    <a:xfrm>
                      <a:off x="5468125" y="1067750"/>
                      <a:ext cx="25625" cy="25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09" extrusionOk="0">
                          <a:moveTo>
                            <a:pt x="1024" y="433"/>
                          </a:moveTo>
                          <a:cubicBezTo>
                            <a:pt x="1024" y="817"/>
                            <a:pt x="560" y="1009"/>
                            <a:pt x="288" y="737"/>
                          </a:cubicBezTo>
                          <a:cubicBezTo>
                            <a:pt x="0" y="465"/>
                            <a:pt x="208" y="1"/>
                            <a:pt x="592" y="1"/>
                          </a:cubicBezTo>
                          <a:cubicBezTo>
                            <a:pt x="832" y="1"/>
                            <a:pt x="1024" y="193"/>
                            <a:pt x="1024" y="43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31" name="Google Shape;5331;p15"/>
                    <p:cNvSpPr/>
                    <p:nvPr/>
                  </p:nvSpPr>
                  <p:spPr>
                    <a:xfrm>
                      <a:off x="5679325" y="1085750"/>
                      <a:ext cx="25625" cy="25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26" extrusionOk="0">
                          <a:moveTo>
                            <a:pt x="1025" y="433"/>
                          </a:moveTo>
                          <a:cubicBezTo>
                            <a:pt x="1025" y="833"/>
                            <a:pt x="545" y="1025"/>
                            <a:pt x="273" y="753"/>
                          </a:cubicBezTo>
                          <a:cubicBezTo>
                            <a:pt x="1" y="481"/>
                            <a:pt x="193" y="1"/>
                            <a:pt x="577" y="1"/>
                          </a:cubicBezTo>
                          <a:cubicBezTo>
                            <a:pt x="817" y="1"/>
                            <a:pt x="1025" y="193"/>
                            <a:pt x="1025" y="43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32" name="Google Shape;5332;p15"/>
                    <p:cNvSpPr/>
                    <p:nvPr/>
                  </p:nvSpPr>
                  <p:spPr>
                    <a:xfrm>
                      <a:off x="5318900" y="877350"/>
                      <a:ext cx="4425" cy="4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" h="177" extrusionOk="0">
                          <a:moveTo>
                            <a:pt x="177" y="80"/>
                          </a:moveTo>
                          <a:cubicBezTo>
                            <a:pt x="177" y="128"/>
                            <a:pt x="145" y="176"/>
                            <a:pt x="97" y="176"/>
                          </a:cubicBezTo>
                          <a:cubicBezTo>
                            <a:pt x="49" y="176"/>
                            <a:pt x="1" y="128"/>
                            <a:pt x="1" y="80"/>
                          </a:cubicBezTo>
                          <a:cubicBezTo>
                            <a:pt x="1" y="32"/>
                            <a:pt x="49" y="0"/>
                            <a:pt x="97" y="0"/>
                          </a:cubicBezTo>
                          <a:cubicBezTo>
                            <a:pt x="145" y="0"/>
                            <a:pt x="177" y="32"/>
                            <a:pt x="177" y="8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33" name="Google Shape;5333;p15"/>
                    <p:cNvSpPr/>
                    <p:nvPr/>
                  </p:nvSpPr>
                  <p:spPr>
                    <a:xfrm>
                      <a:off x="5749725" y="10213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1" y="97"/>
                          </a:moveTo>
                          <a:cubicBezTo>
                            <a:pt x="241" y="241"/>
                            <a:pt x="1" y="1"/>
                            <a:pt x="145" y="1"/>
                          </a:cubicBezTo>
                          <a:cubicBezTo>
                            <a:pt x="193" y="1"/>
                            <a:pt x="225" y="49"/>
                            <a:pt x="241" y="9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34" name="Google Shape;5334;p15"/>
                    <p:cNvSpPr/>
                    <p:nvPr/>
                  </p:nvSpPr>
                  <p:spPr>
                    <a:xfrm>
                      <a:off x="5527725" y="8749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0" y="96"/>
                          </a:moveTo>
                          <a:cubicBezTo>
                            <a:pt x="240" y="240"/>
                            <a:pt x="0" y="0"/>
                            <a:pt x="144" y="0"/>
                          </a:cubicBezTo>
                          <a:cubicBezTo>
                            <a:pt x="192" y="0"/>
                            <a:pt x="240" y="48"/>
                            <a:pt x="240" y="96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35" name="Google Shape;5335;p15"/>
                    <p:cNvSpPr/>
                    <p:nvPr/>
                  </p:nvSpPr>
                  <p:spPr>
                    <a:xfrm>
                      <a:off x="5418900" y="861350"/>
                      <a:ext cx="6025" cy="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25" extrusionOk="0">
                          <a:moveTo>
                            <a:pt x="241" y="64"/>
                          </a:moveTo>
                          <a:cubicBezTo>
                            <a:pt x="241" y="112"/>
                            <a:pt x="225" y="160"/>
                            <a:pt x="177" y="176"/>
                          </a:cubicBezTo>
                          <a:cubicBezTo>
                            <a:pt x="49" y="224"/>
                            <a:pt x="1" y="32"/>
                            <a:pt x="129" y="16"/>
                          </a:cubicBezTo>
                          <a:cubicBezTo>
                            <a:pt x="177" y="0"/>
                            <a:pt x="225" y="16"/>
                            <a:pt x="241" y="6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36" name="Google Shape;5336;p15"/>
                    <p:cNvSpPr/>
                    <p:nvPr/>
                  </p:nvSpPr>
                  <p:spPr>
                    <a:xfrm>
                      <a:off x="5634925" y="98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1" y="209"/>
                          </a:moveTo>
                          <a:cubicBezTo>
                            <a:pt x="481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97" y="1"/>
                            <a:pt x="273" y="1"/>
                          </a:cubicBezTo>
                          <a:cubicBezTo>
                            <a:pt x="385" y="1"/>
                            <a:pt x="481" y="97"/>
                            <a:pt x="481" y="2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37" name="Google Shape;5337;p15"/>
                    <p:cNvSpPr/>
                    <p:nvPr/>
                  </p:nvSpPr>
                  <p:spPr>
                    <a:xfrm>
                      <a:off x="5717725" y="1135775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2"/>
                          </a:moveTo>
                          <a:cubicBezTo>
                            <a:pt x="465" y="368"/>
                            <a:pt x="257" y="464"/>
                            <a:pt x="129" y="336"/>
                          </a:cubicBezTo>
                          <a:cubicBezTo>
                            <a:pt x="1" y="208"/>
                            <a:pt x="81" y="0"/>
                            <a:pt x="273" y="0"/>
                          </a:cubicBezTo>
                          <a:cubicBezTo>
                            <a:pt x="385" y="0"/>
                            <a:pt x="465" y="80"/>
                            <a:pt x="465" y="19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38" name="Google Shape;5338;p15"/>
                    <p:cNvSpPr/>
                    <p:nvPr/>
                  </p:nvSpPr>
                  <p:spPr>
                    <a:xfrm>
                      <a:off x="5316900" y="997350"/>
                      <a:ext cx="116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81" extrusionOk="0">
                          <a:moveTo>
                            <a:pt x="465" y="209"/>
                          </a:moveTo>
                          <a:cubicBezTo>
                            <a:pt x="465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81" y="1"/>
                            <a:pt x="273" y="1"/>
                          </a:cubicBezTo>
                          <a:cubicBezTo>
                            <a:pt x="369" y="1"/>
                            <a:pt x="465" y="97"/>
                            <a:pt x="465" y="2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39" name="Google Shape;5339;p15"/>
                    <p:cNvSpPr/>
                    <p:nvPr/>
                  </p:nvSpPr>
                  <p:spPr>
                    <a:xfrm>
                      <a:off x="5331700" y="1124575"/>
                      <a:ext cx="120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65" extrusionOk="0">
                          <a:moveTo>
                            <a:pt x="481" y="208"/>
                          </a:moveTo>
                          <a:cubicBezTo>
                            <a:pt x="481" y="384"/>
                            <a:pt x="257" y="464"/>
                            <a:pt x="129" y="352"/>
                          </a:cubicBezTo>
                          <a:cubicBezTo>
                            <a:pt x="1" y="224"/>
                            <a:pt x="97" y="0"/>
                            <a:pt x="273" y="0"/>
                          </a:cubicBezTo>
                          <a:cubicBezTo>
                            <a:pt x="385" y="0"/>
                            <a:pt x="481" y="96"/>
                            <a:pt x="481" y="20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40" name="Google Shape;5340;p15"/>
                    <p:cNvSpPr/>
                    <p:nvPr/>
                  </p:nvSpPr>
                  <p:spPr>
                    <a:xfrm>
                      <a:off x="5794150" y="90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0" y="208"/>
                          </a:moveTo>
                          <a:cubicBezTo>
                            <a:pt x="480" y="384"/>
                            <a:pt x="256" y="480"/>
                            <a:pt x="128" y="352"/>
                          </a:cubicBezTo>
                          <a:cubicBezTo>
                            <a:pt x="0" y="224"/>
                            <a:pt x="96" y="0"/>
                            <a:pt x="272" y="0"/>
                          </a:cubicBezTo>
                          <a:cubicBezTo>
                            <a:pt x="384" y="0"/>
                            <a:pt x="480" y="96"/>
                            <a:pt x="480" y="20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41" name="Google Shape;5341;p15"/>
                    <p:cNvSpPr/>
                    <p:nvPr/>
                  </p:nvSpPr>
                  <p:spPr>
                    <a:xfrm>
                      <a:off x="5290500" y="924950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3"/>
                          </a:moveTo>
                          <a:cubicBezTo>
                            <a:pt x="465" y="369"/>
                            <a:pt x="257" y="465"/>
                            <a:pt x="129" y="337"/>
                          </a:cubicBezTo>
                          <a:cubicBezTo>
                            <a:pt x="1" y="209"/>
                            <a:pt x="97" y="0"/>
                            <a:pt x="273" y="0"/>
                          </a:cubicBezTo>
                          <a:cubicBezTo>
                            <a:pt x="385" y="0"/>
                            <a:pt x="465" y="81"/>
                            <a:pt x="465" y="19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42" name="Google Shape;5342;p15"/>
                    <p:cNvSpPr/>
                    <p:nvPr/>
                  </p:nvSpPr>
                  <p:spPr>
                    <a:xfrm>
                      <a:off x="5680925" y="826150"/>
                      <a:ext cx="43225" cy="43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9" h="1729" extrusionOk="0">
                          <a:moveTo>
                            <a:pt x="865" y="1728"/>
                          </a:moveTo>
                          <a:lnTo>
                            <a:pt x="865" y="1728"/>
                          </a:lnTo>
                          <a:cubicBezTo>
                            <a:pt x="865" y="1248"/>
                            <a:pt x="481" y="864"/>
                            <a:pt x="1" y="864"/>
                          </a:cubicBezTo>
                          <a:lnTo>
                            <a:pt x="1" y="864"/>
                          </a:lnTo>
                          <a:cubicBezTo>
                            <a:pt x="481" y="864"/>
                            <a:pt x="865" y="480"/>
                            <a:pt x="865" y="0"/>
                          </a:cubicBezTo>
                          <a:lnTo>
                            <a:pt x="865" y="0"/>
                          </a:lnTo>
                          <a:cubicBezTo>
                            <a:pt x="865" y="480"/>
                            <a:pt x="1265" y="864"/>
                            <a:pt x="1729" y="864"/>
                          </a:cubicBezTo>
                          <a:lnTo>
                            <a:pt x="1729" y="864"/>
                          </a:lnTo>
                          <a:cubicBezTo>
                            <a:pt x="1265" y="864"/>
                            <a:pt x="865" y="1248"/>
                            <a:pt x="865" y="172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5343" name="Google Shape;5343;p15"/>
                  <p:cNvGrpSpPr/>
                  <p:nvPr/>
                </p:nvGrpSpPr>
                <p:grpSpPr>
                  <a:xfrm rot="-9256633">
                    <a:off x="489429" y="3110262"/>
                    <a:ext cx="1134020" cy="607908"/>
                    <a:chOff x="5206900" y="826150"/>
                    <a:chExt cx="599275" cy="321250"/>
                  </a:xfrm>
                </p:grpSpPr>
                <p:sp>
                  <p:nvSpPr>
                    <p:cNvPr id="5344" name="Google Shape;5344;p15"/>
                    <p:cNvSpPr/>
                    <p:nvPr/>
                  </p:nvSpPr>
                  <p:spPr>
                    <a:xfrm>
                      <a:off x="5206900" y="828950"/>
                      <a:ext cx="25225" cy="2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9" h="1025" extrusionOk="0">
                          <a:moveTo>
                            <a:pt x="1008" y="448"/>
                          </a:moveTo>
                          <a:cubicBezTo>
                            <a:pt x="1008" y="832"/>
                            <a:pt x="544" y="1024"/>
                            <a:pt x="272" y="752"/>
                          </a:cubicBezTo>
                          <a:cubicBezTo>
                            <a:pt x="0" y="480"/>
                            <a:pt x="192" y="0"/>
                            <a:pt x="576" y="0"/>
                          </a:cubicBezTo>
                          <a:cubicBezTo>
                            <a:pt x="816" y="0"/>
                            <a:pt x="1008" y="208"/>
                            <a:pt x="1008" y="44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45" name="Google Shape;5345;p15"/>
                    <p:cNvSpPr/>
                    <p:nvPr/>
                  </p:nvSpPr>
                  <p:spPr>
                    <a:xfrm>
                      <a:off x="5468125" y="1067750"/>
                      <a:ext cx="25625" cy="25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09" extrusionOk="0">
                          <a:moveTo>
                            <a:pt x="1024" y="433"/>
                          </a:moveTo>
                          <a:cubicBezTo>
                            <a:pt x="1024" y="817"/>
                            <a:pt x="560" y="1009"/>
                            <a:pt x="288" y="737"/>
                          </a:cubicBezTo>
                          <a:cubicBezTo>
                            <a:pt x="0" y="465"/>
                            <a:pt x="208" y="1"/>
                            <a:pt x="592" y="1"/>
                          </a:cubicBezTo>
                          <a:cubicBezTo>
                            <a:pt x="832" y="1"/>
                            <a:pt x="1024" y="193"/>
                            <a:pt x="1024" y="43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46" name="Google Shape;5346;p15"/>
                    <p:cNvSpPr/>
                    <p:nvPr/>
                  </p:nvSpPr>
                  <p:spPr>
                    <a:xfrm>
                      <a:off x="5679325" y="1085750"/>
                      <a:ext cx="25625" cy="25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26" extrusionOk="0">
                          <a:moveTo>
                            <a:pt x="1025" y="433"/>
                          </a:moveTo>
                          <a:cubicBezTo>
                            <a:pt x="1025" y="833"/>
                            <a:pt x="545" y="1025"/>
                            <a:pt x="273" y="753"/>
                          </a:cubicBezTo>
                          <a:cubicBezTo>
                            <a:pt x="1" y="481"/>
                            <a:pt x="193" y="1"/>
                            <a:pt x="577" y="1"/>
                          </a:cubicBezTo>
                          <a:cubicBezTo>
                            <a:pt x="817" y="1"/>
                            <a:pt x="1025" y="193"/>
                            <a:pt x="1025" y="43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47" name="Google Shape;5347;p15"/>
                    <p:cNvSpPr/>
                    <p:nvPr/>
                  </p:nvSpPr>
                  <p:spPr>
                    <a:xfrm>
                      <a:off x="5318900" y="877350"/>
                      <a:ext cx="4425" cy="4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" h="177" extrusionOk="0">
                          <a:moveTo>
                            <a:pt x="177" y="80"/>
                          </a:moveTo>
                          <a:cubicBezTo>
                            <a:pt x="177" y="128"/>
                            <a:pt x="145" y="176"/>
                            <a:pt x="97" y="176"/>
                          </a:cubicBezTo>
                          <a:cubicBezTo>
                            <a:pt x="49" y="176"/>
                            <a:pt x="1" y="128"/>
                            <a:pt x="1" y="80"/>
                          </a:cubicBezTo>
                          <a:cubicBezTo>
                            <a:pt x="1" y="32"/>
                            <a:pt x="49" y="0"/>
                            <a:pt x="97" y="0"/>
                          </a:cubicBezTo>
                          <a:cubicBezTo>
                            <a:pt x="145" y="0"/>
                            <a:pt x="177" y="32"/>
                            <a:pt x="177" y="8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48" name="Google Shape;5348;p15"/>
                    <p:cNvSpPr/>
                    <p:nvPr/>
                  </p:nvSpPr>
                  <p:spPr>
                    <a:xfrm>
                      <a:off x="5749725" y="10213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1" y="97"/>
                          </a:moveTo>
                          <a:cubicBezTo>
                            <a:pt x="241" y="241"/>
                            <a:pt x="1" y="1"/>
                            <a:pt x="145" y="1"/>
                          </a:cubicBezTo>
                          <a:cubicBezTo>
                            <a:pt x="193" y="1"/>
                            <a:pt x="225" y="49"/>
                            <a:pt x="241" y="9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49" name="Google Shape;5349;p15"/>
                    <p:cNvSpPr/>
                    <p:nvPr/>
                  </p:nvSpPr>
                  <p:spPr>
                    <a:xfrm>
                      <a:off x="5527725" y="8749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0" y="96"/>
                          </a:moveTo>
                          <a:cubicBezTo>
                            <a:pt x="240" y="240"/>
                            <a:pt x="0" y="0"/>
                            <a:pt x="144" y="0"/>
                          </a:cubicBezTo>
                          <a:cubicBezTo>
                            <a:pt x="192" y="0"/>
                            <a:pt x="240" y="48"/>
                            <a:pt x="240" y="96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50" name="Google Shape;5350;p15"/>
                    <p:cNvSpPr/>
                    <p:nvPr/>
                  </p:nvSpPr>
                  <p:spPr>
                    <a:xfrm>
                      <a:off x="5418900" y="861350"/>
                      <a:ext cx="6025" cy="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25" extrusionOk="0">
                          <a:moveTo>
                            <a:pt x="241" y="64"/>
                          </a:moveTo>
                          <a:cubicBezTo>
                            <a:pt x="241" y="112"/>
                            <a:pt x="225" y="160"/>
                            <a:pt x="177" y="176"/>
                          </a:cubicBezTo>
                          <a:cubicBezTo>
                            <a:pt x="49" y="224"/>
                            <a:pt x="1" y="32"/>
                            <a:pt x="129" y="16"/>
                          </a:cubicBezTo>
                          <a:cubicBezTo>
                            <a:pt x="177" y="0"/>
                            <a:pt x="225" y="16"/>
                            <a:pt x="241" y="6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51" name="Google Shape;5351;p15"/>
                    <p:cNvSpPr/>
                    <p:nvPr/>
                  </p:nvSpPr>
                  <p:spPr>
                    <a:xfrm>
                      <a:off x="5634925" y="98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1" y="209"/>
                          </a:moveTo>
                          <a:cubicBezTo>
                            <a:pt x="481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97" y="1"/>
                            <a:pt x="273" y="1"/>
                          </a:cubicBezTo>
                          <a:cubicBezTo>
                            <a:pt x="385" y="1"/>
                            <a:pt x="481" y="97"/>
                            <a:pt x="481" y="2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52" name="Google Shape;5352;p15"/>
                    <p:cNvSpPr/>
                    <p:nvPr/>
                  </p:nvSpPr>
                  <p:spPr>
                    <a:xfrm>
                      <a:off x="5717725" y="1135775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2"/>
                          </a:moveTo>
                          <a:cubicBezTo>
                            <a:pt x="465" y="368"/>
                            <a:pt x="257" y="464"/>
                            <a:pt x="129" y="336"/>
                          </a:cubicBezTo>
                          <a:cubicBezTo>
                            <a:pt x="1" y="208"/>
                            <a:pt x="81" y="0"/>
                            <a:pt x="273" y="0"/>
                          </a:cubicBezTo>
                          <a:cubicBezTo>
                            <a:pt x="385" y="0"/>
                            <a:pt x="465" y="80"/>
                            <a:pt x="465" y="19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53" name="Google Shape;5353;p15"/>
                    <p:cNvSpPr/>
                    <p:nvPr/>
                  </p:nvSpPr>
                  <p:spPr>
                    <a:xfrm>
                      <a:off x="5316900" y="997350"/>
                      <a:ext cx="116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81" extrusionOk="0">
                          <a:moveTo>
                            <a:pt x="465" y="209"/>
                          </a:moveTo>
                          <a:cubicBezTo>
                            <a:pt x="465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81" y="1"/>
                            <a:pt x="273" y="1"/>
                          </a:cubicBezTo>
                          <a:cubicBezTo>
                            <a:pt x="369" y="1"/>
                            <a:pt x="465" y="97"/>
                            <a:pt x="465" y="2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54" name="Google Shape;5354;p15"/>
                    <p:cNvSpPr/>
                    <p:nvPr/>
                  </p:nvSpPr>
                  <p:spPr>
                    <a:xfrm>
                      <a:off x="5331700" y="1124575"/>
                      <a:ext cx="120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65" extrusionOk="0">
                          <a:moveTo>
                            <a:pt x="481" y="208"/>
                          </a:moveTo>
                          <a:cubicBezTo>
                            <a:pt x="481" y="384"/>
                            <a:pt x="257" y="464"/>
                            <a:pt x="129" y="352"/>
                          </a:cubicBezTo>
                          <a:cubicBezTo>
                            <a:pt x="1" y="224"/>
                            <a:pt x="97" y="0"/>
                            <a:pt x="273" y="0"/>
                          </a:cubicBezTo>
                          <a:cubicBezTo>
                            <a:pt x="385" y="0"/>
                            <a:pt x="481" y="96"/>
                            <a:pt x="481" y="20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55" name="Google Shape;5355;p15"/>
                    <p:cNvSpPr/>
                    <p:nvPr/>
                  </p:nvSpPr>
                  <p:spPr>
                    <a:xfrm>
                      <a:off x="5794150" y="90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0" y="208"/>
                          </a:moveTo>
                          <a:cubicBezTo>
                            <a:pt x="480" y="384"/>
                            <a:pt x="256" y="480"/>
                            <a:pt x="128" y="352"/>
                          </a:cubicBezTo>
                          <a:cubicBezTo>
                            <a:pt x="0" y="224"/>
                            <a:pt x="96" y="0"/>
                            <a:pt x="272" y="0"/>
                          </a:cubicBezTo>
                          <a:cubicBezTo>
                            <a:pt x="384" y="0"/>
                            <a:pt x="480" y="96"/>
                            <a:pt x="480" y="20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56" name="Google Shape;5356;p15"/>
                    <p:cNvSpPr/>
                    <p:nvPr/>
                  </p:nvSpPr>
                  <p:spPr>
                    <a:xfrm>
                      <a:off x="5290500" y="924950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3"/>
                          </a:moveTo>
                          <a:cubicBezTo>
                            <a:pt x="465" y="369"/>
                            <a:pt x="257" y="465"/>
                            <a:pt x="129" y="337"/>
                          </a:cubicBezTo>
                          <a:cubicBezTo>
                            <a:pt x="1" y="209"/>
                            <a:pt x="97" y="0"/>
                            <a:pt x="273" y="0"/>
                          </a:cubicBezTo>
                          <a:cubicBezTo>
                            <a:pt x="385" y="0"/>
                            <a:pt x="465" y="81"/>
                            <a:pt x="465" y="19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57" name="Google Shape;5357;p15"/>
                    <p:cNvSpPr/>
                    <p:nvPr/>
                  </p:nvSpPr>
                  <p:spPr>
                    <a:xfrm>
                      <a:off x="5680925" y="826150"/>
                      <a:ext cx="43225" cy="43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9" h="1729" extrusionOk="0">
                          <a:moveTo>
                            <a:pt x="865" y="1728"/>
                          </a:moveTo>
                          <a:lnTo>
                            <a:pt x="865" y="1728"/>
                          </a:lnTo>
                          <a:cubicBezTo>
                            <a:pt x="865" y="1248"/>
                            <a:pt x="481" y="864"/>
                            <a:pt x="1" y="864"/>
                          </a:cubicBezTo>
                          <a:lnTo>
                            <a:pt x="1" y="864"/>
                          </a:lnTo>
                          <a:cubicBezTo>
                            <a:pt x="481" y="864"/>
                            <a:pt x="865" y="480"/>
                            <a:pt x="865" y="0"/>
                          </a:cubicBezTo>
                          <a:lnTo>
                            <a:pt x="865" y="0"/>
                          </a:lnTo>
                          <a:cubicBezTo>
                            <a:pt x="865" y="480"/>
                            <a:pt x="1265" y="864"/>
                            <a:pt x="1729" y="864"/>
                          </a:cubicBezTo>
                          <a:lnTo>
                            <a:pt x="1729" y="864"/>
                          </a:lnTo>
                          <a:cubicBezTo>
                            <a:pt x="1265" y="864"/>
                            <a:pt x="865" y="1248"/>
                            <a:pt x="865" y="172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5358" name="Google Shape;5358;p15"/>
                  <p:cNvGrpSpPr/>
                  <p:nvPr/>
                </p:nvGrpSpPr>
                <p:grpSpPr>
                  <a:xfrm rot="7120513" flipH="1">
                    <a:off x="538618" y="3725726"/>
                    <a:ext cx="1133997" cy="607895"/>
                    <a:chOff x="5206900" y="826150"/>
                    <a:chExt cx="599275" cy="321250"/>
                  </a:xfrm>
                </p:grpSpPr>
                <p:sp>
                  <p:nvSpPr>
                    <p:cNvPr id="5359" name="Google Shape;5359;p15"/>
                    <p:cNvSpPr/>
                    <p:nvPr/>
                  </p:nvSpPr>
                  <p:spPr>
                    <a:xfrm>
                      <a:off x="5206900" y="828950"/>
                      <a:ext cx="25225" cy="2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9" h="1025" extrusionOk="0">
                          <a:moveTo>
                            <a:pt x="1008" y="448"/>
                          </a:moveTo>
                          <a:cubicBezTo>
                            <a:pt x="1008" y="832"/>
                            <a:pt x="544" y="1024"/>
                            <a:pt x="272" y="752"/>
                          </a:cubicBezTo>
                          <a:cubicBezTo>
                            <a:pt x="0" y="480"/>
                            <a:pt x="192" y="0"/>
                            <a:pt x="576" y="0"/>
                          </a:cubicBezTo>
                          <a:cubicBezTo>
                            <a:pt x="816" y="0"/>
                            <a:pt x="1008" y="208"/>
                            <a:pt x="1008" y="44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60" name="Google Shape;5360;p15"/>
                    <p:cNvSpPr/>
                    <p:nvPr/>
                  </p:nvSpPr>
                  <p:spPr>
                    <a:xfrm>
                      <a:off x="5468125" y="1067750"/>
                      <a:ext cx="25625" cy="25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09" extrusionOk="0">
                          <a:moveTo>
                            <a:pt x="1024" y="433"/>
                          </a:moveTo>
                          <a:cubicBezTo>
                            <a:pt x="1024" y="817"/>
                            <a:pt x="560" y="1009"/>
                            <a:pt x="288" y="737"/>
                          </a:cubicBezTo>
                          <a:cubicBezTo>
                            <a:pt x="0" y="465"/>
                            <a:pt x="208" y="1"/>
                            <a:pt x="592" y="1"/>
                          </a:cubicBezTo>
                          <a:cubicBezTo>
                            <a:pt x="832" y="1"/>
                            <a:pt x="1024" y="193"/>
                            <a:pt x="1024" y="43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61" name="Google Shape;5361;p15"/>
                    <p:cNvSpPr/>
                    <p:nvPr/>
                  </p:nvSpPr>
                  <p:spPr>
                    <a:xfrm>
                      <a:off x="5679325" y="1085750"/>
                      <a:ext cx="25625" cy="25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26" extrusionOk="0">
                          <a:moveTo>
                            <a:pt x="1025" y="433"/>
                          </a:moveTo>
                          <a:cubicBezTo>
                            <a:pt x="1025" y="833"/>
                            <a:pt x="545" y="1025"/>
                            <a:pt x="273" y="753"/>
                          </a:cubicBezTo>
                          <a:cubicBezTo>
                            <a:pt x="1" y="481"/>
                            <a:pt x="193" y="1"/>
                            <a:pt x="577" y="1"/>
                          </a:cubicBezTo>
                          <a:cubicBezTo>
                            <a:pt x="817" y="1"/>
                            <a:pt x="1025" y="193"/>
                            <a:pt x="1025" y="43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62" name="Google Shape;5362;p15"/>
                    <p:cNvSpPr/>
                    <p:nvPr/>
                  </p:nvSpPr>
                  <p:spPr>
                    <a:xfrm>
                      <a:off x="5318900" y="877350"/>
                      <a:ext cx="4425" cy="4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" h="177" extrusionOk="0">
                          <a:moveTo>
                            <a:pt x="177" y="80"/>
                          </a:moveTo>
                          <a:cubicBezTo>
                            <a:pt x="177" y="128"/>
                            <a:pt x="145" y="176"/>
                            <a:pt x="97" y="176"/>
                          </a:cubicBezTo>
                          <a:cubicBezTo>
                            <a:pt x="49" y="176"/>
                            <a:pt x="1" y="128"/>
                            <a:pt x="1" y="80"/>
                          </a:cubicBezTo>
                          <a:cubicBezTo>
                            <a:pt x="1" y="32"/>
                            <a:pt x="49" y="0"/>
                            <a:pt x="97" y="0"/>
                          </a:cubicBezTo>
                          <a:cubicBezTo>
                            <a:pt x="145" y="0"/>
                            <a:pt x="177" y="32"/>
                            <a:pt x="177" y="8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63" name="Google Shape;5363;p15"/>
                    <p:cNvSpPr/>
                    <p:nvPr/>
                  </p:nvSpPr>
                  <p:spPr>
                    <a:xfrm>
                      <a:off x="5749725" y="10213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1" y="97"/>
                          </a:moveTo>
                          <a:cubicBezTo>
                            <a:pt x="241" y="241"/>
                            <a:pt x="1" y="1"/>
                            <a:pt x="145" y="1"/>
                          </a:cubicBezTo>
                          <a:cubicBezTo>
                            <a:pt x="193" y="1"/>
                            <a:pt x="225" y="49"/>
                            <a:pt x="241" y="9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64" name="Google Shape;5364;p15"/>
                    <p:cNvSpPr/>
                    <p:nvPr/>
                  </p:nvSpPr>
                  <p:spPr>
                    <a:xfrm>
                      <a:off x="5527725" y="8749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0" y="96"/>
                          </a:moveTo>
                          <a:cubicBezTo>
                            <a:pt x="240" y="240"/>
                            <a:pt x="0" y="0"/>
                            <a:pt x="144" y="0"/>
                          </a:cubicBezTo>
                          <a:cubicBezTo>
                            <a:pt x="192" y="0"/>
                            <a:pt x="240" y="48"/>
                            <a:pt x="240" y="96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65" name="Google Shape;5365;p15"/>
                    <p:cNvSpPr/>
                    <p:nvPr/>
                  </p:nvSpPr>
                  <p:spPr>
                    <a:xfrm>
                      <a:off x="5418900" y="861350"/>
                      <a:ext cx="6025" cy="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25" extrusionOk="0">
                          <a:moveTo>
                            <a:pt x="241" y="64"/>
                          </a:moveTo>
                          <a:cubicBezTo>
                            <a:pt x="241" y="112"/>
                            <a:pt x="225" y="160"/>
                            <a:pt x="177" y="176"/>
                          </a:cubicBezTo>
                          <a:cubicBezTo>
                            <a:pt x="49" y="224"/>
                            <a:pt x="1" y="32"/>
                            <a:pt x="129" y="16"/>
                          </a:cubicBezTo>
                          <a:cubicBezTo>
                            <a:pt x="177" y="0"/>
                            <a:pt x="225" y="16"/>
                            <a:pt x="241" y="6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66" name="Google Shape;5366;p15"/>
                    <p:cNvSpPr/>
                    <p:nvPr/>
                  </p:nvSpPr>
                  <p:spPr>
                    <a:xfrm>
                      <a:off x="5634925" y="98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1" y="209"/>
                          </a:moveTo>
                          <a:cubicBezTo>
                            <a:pt x="481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97" y="1"/>
                            <a:pt x="273" y="1"/>
                          </a:cubicBezTo>
                          <a:cubicBezTo>
                            <a:pt x="385" y="1"/>
                            <a:pt x="481" y="97"/>
                            <a:pt x="481" y="2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67" name="Google Shape;5367;p15"/>
                    <p:cNvSpPr/>
                    <p:nvPr/>
                  </p:nvSpPr>
                  <p:spPr>
                    <a:xfrm>
                      <a:off x="5717725" y="1135775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2"/>
                          </a:moveTo>
                          <a:cubicBezTo>
                            <a:pt x="465" y="368"/>
                            <a:pt x="257" y="464"/>
                            <a:pt x="129" y="336"/>
                          </a:cubicBezTo>
                          <a:cubicBezTo>
                            <a:pt x="1" y="208"/>
                            <a:pt x="81" y="0"/>
                            <a:pt x="273" y="0"/>
                          </a:cubicBezTo>
                          <a:cubicBezTo>
                            <a:pt x="385" y="0"/>
                            <a:pt x="465" y="80"/>
                            <a:pt x="465" y="19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68" name="Google Shape;5368;p15"/>
                    <p:cNvSpPr/>
                    <p:nvPr/>
                  </p:nvSpPr>
                  <p:spPr>
                    <a:xfrm>
                      <a:off x="5316900" y="997350"/>
                      <a:ext cx="116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81" extrusionOk="0">
                          <a:moveTo>
                            <a:pt x="465" y="209"/>
                          </a:moveTo>
                          <a:cubicBezTo>
                            <a:pt x="465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81" y="1"/>
                            <a:pt x="273" y="1"/>
                          </a:cubicBezTo>
                          <a:cubicBezTo>
                            <a:pt x="369" y="1"/>
                            <a:pt x="465" y="97"/>
                            <a:pt x="465" y="2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69" name="Google Shape;5369;p15"/>
                    <p:cNvSpPr/>
                    <p:nvPr/>
                  </p:nvSpPr>
                  <p:spPr>
                    <a:xfrm>
                      <a:off x="5331700" y="1124575"/>
                      <a:ext cx="120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65" extrusionOk="0">
                          <a:moveTo>
                            <a:pt x="481" y="208"/>
                          </a:moveTo>
                          <a:cubicBezTo>
                            <a:pt x="481" y="384"/>
                            <a:pt x="257" y="464"/>
                            <a:pt x="129" y="352"/>
                          </a:cubicBezTo>
                          <a:cubicBezTo>
                            <a:pt x="1" y="224"/>
                            <a:pt x="97" y="0"/>
                            <a:pt x="273" y="0"/>
                          </a:cubicBezTo>
                          <a:cubicBezTo>
                            <a:pt x="385" y="0"/>
                            <a:pt x="481" y="96"/>
                            <a:pt x="481" y="20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70" name="Google Shape;5370;p15"/>
                    <p:cNvSpPr/>
                    <p:nvPr/>
                  </p:nvSpPr>
                  <p:spPr>
                    <a:xfrm>
                      <a:off x="5794150" y="90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0" y="208"/>
                          </a:moveTo>
                          <a:cubicBezTo>
                            <a:pt x="480" y="384"/>
                            <a:pt x="256" y="480"/>
                            <a:pt x="128" y="352"/>
                          </a:cubicBezTo>
                          <a:cubicBezTo>
                            <a:pt x="0" y="224"/>
                            <a:pt x="96" y="0"/>
                            <a:pt x="272" y="0"/>
                          </a:cubicBezTo>
                          <a:cubicBezTo>
                            <a:pt x="384" y="0"/>
                            <a:pt x="480" y="96"/>
                            <a:pt x="480" y="20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71" name="Google Shape;5371;p15"/>
                    <p:cNvSpPr/>
                    <p:nvPr/>
                  </p:nvSpPr>
                  <p:spPr>
                    <a:xfrm>
                      <a:off x="5290500" y="924950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3"/>
                          </a:moveTo>
                          <a:cubicBezTo>
                            <a:pt x="465" y="369"/>
                            <a:pt x="257" y="465"/>
                            <a:pt x="129" y="337"/>
                          </a:cubicBezTo>
                          <a:cubicBezTo>
                            <a:pt x="1" y="209"/>
                            <a:pt x="97" y="0"/>
                            <a:pt x="273" y="0"/>
                          </a:cubicBezTo>
                          <a:cubicBezTo>
                            <a:pt x="385" y="0"/>
                            <a:pt x="465" y="81"/>
                            <a:pt x="465" y="19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72" name="Google Shape;5372;p15"/>
                    <p:cNvSpPr/>
                    <p:nvPr/>
                  </p:nvSpPr>
                  <p:spPr>
                    <a:xfrm>
                      <a:off x="5680925" y="826150"/>
                      <a:ext cx="43225" cy="43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9" h="1729" extrusionOk="0">
                          <a:moveTo>
                            <a:pt x="865" y="1728"/>
                          </a:moveTo>
                          <a:lnTo>
                            <a:pt x="865" y="1728"/>
                          </a:lnTo>
                          <a:cubicBezTo>
                            <a:pt x="865" y="1248"/>
                            <a:pt x="481" y="864"/>
                            <a:pt x="1" y="864"/>
                          </a:cubicBezTo>
                          <a:lnTo>
                            <a:pt x="1" y="864"/>
                          </a:lnTo>
                          <a:cubicBezTo>
                            <a:pt x="481" y="864"/>
                            <a:pt x="865" y="480"/>
                            <a:pt x="865" y="0"/>
                          </a:cubicBezTo>
                          <a:lnTo>
                            <a:pt x="865" y="0"/>
                          </a:lnTo>
                          <a:cubicBezTo>
                            <a:pt x="865" y="480"/>
                            <a:pt x="1265" y="864"/>
                            <a:pt x="1729" y="864"/>
                          </a:cubicBezTo>
                          <a:lnTo>
                            <a:pt x="1729" y="864"/>
                          </a:lnTo>
                          <a:cubicBezTo>
                            <a:pt x="1265" y="864"/>
                            <a:pt x="865" y="1248"/>
                            <a:pt x="865" y="172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5373" name="Google Shape;5373;p15"/>
                <p:cNvGrpSpPr/>
                <p:nvPr/>
              </p:nvGrpSpPr>
              <p:grpSpPr>
                <a:xfrm>
                  <a:off x="7978287" y="476220"/>
                  <a:ext cx="632335" cy="373478"/>
                  <a:chOff x="7473525" y="1204375"/>
                  <a:chExt cx="827771" cy="488910"/>
                </a:xfrm>
              </p:grpSpPr>
              <p:sp>
                <p:nvSpPr>
                  <p:cNvPr id="5374" name="Google Shape;5374;p15"/>
                  <p:cNvSpPr/>
                  <p:nvPr/>
                </p:nvSpPr>
                <p:spPr>
                  <a:xfrm>
                    <a:off x="7650038" y="1204375"/>
                    <a:ext cx="442286" cy="4433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253" h="13284" extrusionOk="0">
                        <a:moveTo>
                          <a:pt x="13253" y="6627"/>
                        </a:moveTo>
                        <a:cubicBezTo>
                          <a:pt x="13253" y="10305"/>
                          <a:pt x="10274" y="13283"/>
                          <a:pt x="6627" y="13283"/>
                        </a:cubicBezTo>
                        <a:cubicBezTo>
                          <a:pt x="2949" y="13283"/>
                          <a:pt x="0" y="10305"/>
                          <a:pt x="0" y="6627"/>
                        </a:cubicBezTo>
                        <a:cubicBezTo>
                          <a:pt x="0" y="2979"/>
                          <a:pt x="2949" y="0"/>
                          <a:pt x="6627" y="0"/>
                        </a:cubicBezTo>
                        <a:cubicBezTo>
                          <a:pt x="10274" y="0"/>
                          <a:pt x="13253" y="2979"/>
                          <a:pt x="13253" y="6627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75" name="Google Shape;5375;p15"/>
                  <p:cNvSpPr/>
                  <p:nvPr/>
                </p:nvSpPr>
                <p:spPr>
                  <a:xfrm>
                    <a:off x="7473525" y="1216557"/>
                    <a:ext cx="827771" cy="4767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804" h="14284" extrusionOk="0">
                        <a:moveTo>
                          <a:pt x="24803" y="0"/>
                        </a:moveTo>
                        <a:lnTo>
                          <a:pt x="24803" y="0"/>
                        </a:lnTo>
                        <a:cubicBezTo>
                          <a:pt x="22159" y="335"/>
                          <a:pt x="19666" y="1338"/>
                          <a:pt x="17508" y="2949"/>
                        </a:cubicBezTo>
                        <a:cubicBezTo>
                          <a:pt x="18238" y="2493"/>
                          <a:pt x="19028" y="2189"/>
                          <a:pt x="19879" y="2098"/>
                        </a:cubicBezTo>
                        <a:lnTo>
                          <a:pt x="19879" y="2098"/>
                        </a:lnTo>
                        <a:cubicBezTo>
                          <a:pt x="19059" y="3040"/>
                          <a:pt x="17995" y="3648"/>
                          <a:pt x="16931" y="4256"/>
                        </a:cubicBezTo>
                        <a:cubicBezTo>
                          <a:pt x="12463" y="6870"/>
                          <a:pt x="7934" y="9362"/>
                          <a:pt x="3405" y="11885"/>
                        </a:cubicBezTo>
                        <a:cubicBezTo>
                          <a:pt x="3101" y="12098"/>
                          <a:pt x="2706" y="12219"/>
                          <a:pt x="2341" y="12219"/>
                        </a:cubicBezTo>
                        <a:cubicBezTo>
                          <a:pt x="3344" y="11034"/>
                          <a:pt x="4529" y="10061"/>
                          <a:pt x="5593" y="8937"/>
                        </a:cubicBezTo>
                        <a:lnTo>
                          <a:pt x="5593" y="8937"/>
                        </a:lnTo>
                        <a:cubicBezTo>
                          <a:pt x="3496" y="10274"/>
                          <a:pt x="1642" y="11915"/>
                          <a:pt x="122" y="13861"/>
                        </a:cubicBezTo>
                        <a:cubicBezTo>
                          <a:pt x="61" y="13921"/>
                          <a:pt x="31" y="14013"/>
                          <a:pt x="0" y="14104"/>
                        </a:cubicBezTo>
                        <a:cubicBezTo>
                          <a:pt x="19" y="14232"/>
                          <a:pt x="137" y="14283"/>
                          <a:pt x="275" y="14283"/>
                        </a:cubicBezTo>
                        <a:cubicBezTo>
                          <a:pt x="365" y="14283"/>
                          <a:pt x="463" y="14261"/>
                          <a:pt x="548" y="14225"/>
                        </a:cubicBezTo>
                        <a:cubicBezTo>
                          <a:pt x="7782" y="11703"/>
                          <a:pt x="14256" y="7447"/>
                          <a:pt x="20639" y="3222"/>
                        </a:cubicBezTo>
                        <a:cubicBezTo>
                          <a:pt x="22129" y="2310"/>
                          <a:pt x="23527" y="1216"/>
                          <a:pt x="24803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5376" name="Google Shape;5376;p15"/>
              <p:cNvGrpSpPr/>
              <p:nvPr/>
            </p:nvGrpSpPr>
            <p:grpSpPr>
              <a:xfrm rot="-7145290" flipH="1">
                <a:off x="8531468" y="262924"/>
                <a:ext cx="1699093" cy="2144961"/>
                <a:chOff x="146217" y="2712579"/>
                <a:chExt cx="1552966" cy="1960401"/>
              </a:xfrm>
            </p:grpSpPr>
            <p:grpSp>
              <p:nvGrpSpPr>
                <p:cNvPr id="5377" name="Google Shape;5377;p15"/>
                <p:cNvGrpSpPr/>
                <p:nvPr/>
              </p:nvGrpSpPr>
              <p:grpSpPr>
                <a:xfrm>
                  <a:off x="146217" y="2712579"/>
                  <a:ext cx="1134008" cy="607901"/>
                  <a:chOff x="5206900" y="826150"/>
                  <a:chExt cx="599275" cy="321250"/>
                </a:xfrm>
              </p:grpSpPr>
              <p:sp>
                <p:nvSpPr>
                  <p:cNvPr id="5378" name="Google Shape;5378;p15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79" name="Google Shape;5379;p15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80" name="Google Shape;5380;p15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81" name="Google Shape;5381;p15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82" name="Google Shape;5382;p15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83" name="Google Shape;5383;p15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84" name="Google Shape;5384;p15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85" name="Google Shape;5385;p15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86" name="Google Shape;5386;p15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87" name="Google Shape;5387;p15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88" name="Google Shape;5388;p15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89" name="Google Shape;5389;p15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90" name="Google Shape;5390;p15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91" name="Google Shape;5391;p15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392" name="Google Shape;5392;p15"/>
                <p:cNvGrpSpPr/>
                <p:nvPr/>
              </p:nvGrpSpPr>
              <p:grpSpPr>
                <a:xfrm rot="-9256633">
                  <a:off x="489429" y="3110262"/>
                  <a:ext cx="1134020" cy="607908"/>
                  <a:chOff x="5206900" y="826150"/>
                  <a:chExt cx="599275" cy="321250"/>
                </a:xfrm>
              </p:grpSpPr>
              <p:sp>
                <p:nvSpPr>
                  <p:cNvPr id="5393" name="Google Shape;5393;p15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94" name="Google Shape;5394;p15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95" name="Google Shape;5395;p15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96" name="Google Shape;5396;p15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97" name="Google Shape;5397;p15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98" name="Google Shape;5398;p15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99" name="Google Shape;5399;p15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00" name="Google Shape;5400;p15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01" name="Google Shape;5401;p15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02" name="Google Shape;5402;p15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03" name="Google Shape;5403;p15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04" name="Google Shape;5404;p15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05" name="Google Shape;5405;p15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06" name="Google Shape;5406;p15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407" name="Google Shape;5407;p15"/>
                <p:cNvGrpSpPr/>
                <p:nvPr/>
              </p:nvGrpSpPr>
              <p:grpSpPr>
                <a:xfrm rot="7120513" flipH="1">
                  <a:off x="538618" y="3725726"/>
                  <a:ext cx="1133997" cy="607895"/>
                  <a:chOff x="5206900" y="826150"/>
                  <a:chExt cx="599275" cy="321250"/>
                </a:xfrm>
              </p:grpSpPr>
              <p:sp>
                <p:nvSpPr>
                  <p:cNvPr id="5408" name="Google Shape;5408;p15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09" name="Google Shape;5409;p15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10" name="Google Shape;5410;p15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11" name="Google Shape;5411;p15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12" name="Google Shape;5412;p15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13" name="Google Shape;5413;p15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14" name="Google Shape;5414;p15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15" name="Google Shape;5415;p15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16" name="Google Shape;5416;p15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17" name="Google Shape;5417;p15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18" name="Google Shape;5418;p15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19" name="Google Shape;5419;p15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20" name="Google Shape;5420;p15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21" name="Google Shape;5421;p15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4">
    <p:spTree>
      <p:nvGrpSpPr>
        <p:cNvPr id="1" name="Shape 5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3" name="Google Shape;5423;p16"/>
          <p:cNvGrpSpPr/>
          <p:nvPr/>
        </p:nvGrpSpPr>
        <p:grpSpPr>
          <a:xfrm>
            <a:off x="176625" y="110350"/>
            <a:ext cx="8790774" cy="4922811"/>
            <a:chOff x="131600" y="118425"/>
            <a:chExt cx="8790774" cy="4922811"/>
          </a:xfrm>
        </p:grpSpPr>
        <p:sp>
          <p:nvSpPr>
            <p:cNvPr id="5424" name="Google Shape;5424;p16"/>
            <p:cNvSpPr/>
            <p:nvPr/>
          </p:nvSpPr>
          <p:spPr>
            <a:xfrm rot="5400000">
              <a:off x="856680" y="10329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25" name="Google Shape;5425;p16"/>
            <p:cNvGrpSpPr/>
            <p:nvPr/>
          </p:nvGrpSpPr>
          <p:grpSpPr>
            <a:xfrm>
              <a:off x="131600" y="1884558"/>
              <a:ext cx="2122449" cy="3112715"/>
              <a:chOff x="131600" y="1884558"/>
              <a:chExt cx="2122449" cy="3112715"/>
            </a:xfrm>
          </p:grpSpPr>
          <p:sp>
            <p:nvSpPr>
              <p:cNvPr id="5426" name="Google Shape;5426;p16"/>
              <p:cNvSpPr/>
              <p:nvPr/>
            </p:nvSpPr>
            <p:spPr>
              <a:xfrm rot="5400000" flipH="1">
                <a:off x="1356823" y="353957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7" name="Google Shape;5427;p16"/>
              <p:cNvSpPr/>
              <p:nvPr/>
            </p:nvSpPr>
            <p:spPr>
              <a:xfrm rot="5400000" flipH="1">
                <a:off x="368247" y="3804694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8" name="Google Shape;5428;p16"/>
              <p:cNvSpPr/>
              <p:nvPr/>
            </p:nvSpPr>
            <p:spPr>
              <a:xfrm rot="5400000" flipH="1">
                <a:off x="1212834" y="4945234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9" name="Google Shape;5429;p16"/>
              <p:cNvSpPr/>
              <p:nvPr/>
            </p:nvSpPr>
            <p:spPr>
              <a:xfrm rot="5400000" flipH="1">
                <a:off x="1889810" y="3456082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0" name="Google Shape;5430;p16"/>
              <p:cNvSpPr/>
              <p:nvPr/>
            </p:nvSpPr>
            <p:spPr>
              <a:xfrm rot="5400000" flipH="1">
                <a:off x="871337" y="4472741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1" name="Google Shape;5431;p16"/>
              <p:cNvSpPr/>
              <p:nvPr/>
            </p:nvSpPr>
            <p:spPr>
              <a:xfrm rot="5400000" flipH="1">
                <a:off x="1458022" y="2595443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2" name="Google Shape;5432;p16"/>
              <p:cNvSpPr/>
              <p:nvPr/>
            </p:nvSpPr>
            <p:spPr>
              <a:xfrm rot="5400000" flipH="1">
                <a:off x="373906" y="24622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3" name="Google Shape;5433;p16"/>
              <p:cNvSpPr/>
              <p:nvPr/>
            </p:nvSpPr>
            <p:spPr>
              <a:xfrm rot="5400000" flipH="1">
                <a:off x="573665" y="420799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4" name="Google Shape;5434;p16"/>
              <p:cNvSpPr/>
              <p:nvPr/>
            </p:nvSpPr>
            <p:spPr>
              <a:xfrm rot="5400000" flipH="1">
                <a:off x="368214" y="3290320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5" name="Google Shape;5435;p16"/>
              <p:cNvSpPr/>
              <p:nvPr/>
            </p:nvSpPr>
            <p:spPr>
              <a:xfrm rot="5400000" flipH="1">
                <a:off x="149520" y="294366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6" name="Google Shape;5436;p16"/>
              <p:cNvSpPr/>
              <p:nvPr/>
            </p:nvSpPr>
            <p:spPr>
              <a:xfrm rot="5400000" flipH="1">
                <a:off x="1558343" y="306837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7" name="Google Shape;5437;p16"/>
              <p:cNvSpPr/>
              <p:nvPr/>
            </p:nvSpPr>
            <p:spPr>
              <a:xfrm rot="5400000" flipH="1">
                <a:off x="130236" y="3708247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8" name="Google Shape;5438;p16"/>
              <p:cNvSpPr/>
              <p:nvPr/>
            </p:nvSpPr>
            <p:spPr>
              <a:xfrm rot="5400000" flipH="1">
                <a:off x="400364" y="4926212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9" name="Google Shape;5439;p16"/>
              <p:cNvSpPr/>
              <p:nvPr/>
            </p:nvSpPr>
            <p:spPr>
              <a:xfrm rot="5400000" flipH="1">
                <a:off x="799823" y="3303605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0" name="Google Shape;5440;p16"/>
              <p:cNvSpPr/>
              <p:nvPr/>
            </p:nvSpPr>
            <p:spPr>
              <a:xfrm rot="5400000" flipH="1">
                <a:off x="1234010" y="4104986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1" name="Google Shape;5441;p16"/>
              <p:cNvSpPr/>
              <p:nvPr/>
            </p:nvSpPr>
            <p:spPr>
              <a:xfrm rot="5400000" flipH="1">
                <a:off x="379148" y="2080743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2" name="Google Shape;5442;p16"/>
              <p:cNvSpPr/>
              <p:nvPr/>
            </p:nvSpPr>
            <p:spPr>
              <a:xfrm rot="5400000" flipH="1">
                <a:off x="891672" y="3760348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3" name="Google Shape;5443;p16"/>
              <p:cNvSpPr/>
              <p:nvPr/>
            </p:nvSpPr>
            <p:spPr>
              <a:xfrm rot="5400000">
                <a:off x="927170" y="1943554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4" name="Google Shape;5444;p16"/>
              <p:cNvSpPr/>
              <p:nvPr/>
            </p:nvSpPr>
            <p:spPr>
              <a:xfrm rot="5400000">
                <a:off x="1099652" y="232334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5" name="Google Shape;5445;p16"/>
              <p:cNvSpPr/>
              <p:nvPr/>
            </p:nvSpPr>
            <p:spPr>
              <a:xfrm rot="5400000">
                <a:off x="952606" y="295021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6" name="Google Shape;5446;p16"/>
              <p:cNvSpPr/>
              <p:nvPr/>
            </p:nvSpPr>
            <p:spPr>
              <a:xfrm rot="5400000">
                <a:off x="729827" y="227943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7" name="Google Shape;5447;p16"/>
              <p:cNvSpPr/>
              <p:nvPr/>
            </p:nvSpPr>
            <p:spPr>
              <a:xfrm rot="5400000">
                <a:off x="1976994" y="309729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8" name="Google Shape;5448;p16"/>
              <p:cNvSpPr/>
              <p:nvPr/>
            </p:nvSpPr>
            <p:spPr>
              <a:xfrm rot="5400000">
                <a:off x="1439631" y="1886769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9" name="Google Shape;5449;p16"/>
              <p:cNvSpPr/>
              <p:nvPr/>
            </p:nvSpPr>
            <p:spPr>
              <a:xfrm rot="5400000">
                <a:off x="2225601" y="353958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0" name="Google Shape;5450;p16"/>
              <p:cNvSpPr/>
              <p:nvPr/>
            </p:nvSpPr>
            <p:spPr>
              <a:xfrm rot="5400000">
                <a:off x="771336" y="2669355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1" name="Google Shape;5451;p16"/>
            <p:cNvGrpSpPr/>
            <p:nvPr/>
          </p:nvGrpSpPr>
          <p:grpSpPr>
            <a:xfrm flipH="1">
              <a:off x="2342550" y="2567965"/>
              <a:ext cx="3964145" cy="1455821"/>
              <a:chOff x="3233388" y="140740"/>
              <a:chExt cx="3964145" cy="1455821"/>
            </a:xfrm>
          </p:grpSpPr>
          <p:sp>
            <p:nvSpPr>
              <p:cNvPr id="5452" name="Google Shape;5452;p16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3" name="Google Shape;5453;p16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4" name="Google Shape;5454;p16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5" name="Google Shape;5455;p16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6" name="Google Shape;5456;p16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7" name="Google Shape;5457;p16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8" name="Google Shape;5458;p16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9" name="Google Shape;5459;p16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0" name="Google Shape;5460;p16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1" name="Google Shape;5461;p16"/>
              <p:cNvSpPr/>
              <p:nvPr/>
            </p:nvSpPr>
            <p:spPr>
              <a:xfrm rot="10800000" flipH="1">
                <a:off x="5542101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2" name="Google Shape;5462;p16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3" name="Google Shape;5463;p16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4" name="Google Shape;5464;p16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5" name="Google Shape;5465;p16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6" name="Google Shape;5466;p16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7" name="Google Shape;5467;p16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8" name="Google Shape;5468;p16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9" name="Google Shape;5469;p16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0" name="Google Shape;5470;p16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1" name="Google Shape;5471;p16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2" name="Google Shape;5472;p16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3" name="Google Shape;5473;p16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4" name="Google Shape;5474;p16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5" name="Google Shape;5475;p16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6" name="Google Shape;5476;p16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7" name="Google Shape;5477;p16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78" name="Google Shape;5478;p16"/>
            <p:cNvSpPr/>
            <p:nvPr/>
          </p:nvSpPr>
          <p:spPr>
            <a:xfrm rot="10800000">
              <a:off x="5467181" y="2274087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9" name="Google Shape;5479;p16"/>
            <p:cNvSpPr/>
            <p:nvPr/>
          </p:nvSpPr>
          <p:spPr>
            <a:xfrm rot="10800000">
              <a:off x="1791338" y="2418078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0" name="Google Shape;5480;p16"/>
            <p:cNvSpPr/>
            <p:nvPr/>
          </p:nvSpPr>
          <p:spPr>
            <a:xfrm rot="10800000">
              <a:off x="4994538" y="1932740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1" name="Google Shape;5481;p16"/>
            <p:cNvSpPr/>
            <p:nvPr/>
          </p:nvSpPr>
          <p:spPr>
            <a:xfrm rot="10800000">
              <a:off x="2710372" y="255468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2" name="Google Shape;5482;p16"/>
            <p:cNvSpPr/>
            <p:nvPr/>
          </p:nvSpPr>
          <p:spPr>
            <a:xfrm rot="10800000">
              <a:off x="2984293" y="1435017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3" name="Google Shape;5483;p16"/>
            <p:cNvSpPr/>
            <p:nvPr/>
          </p:nvSpPr>
          <p:spPr>
            <a:xfrm rot="10800000">
              <a:off x="4625351" y="1874393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4" name="Google Shape;5484;p16"/>
            <p:cNvSpPr/>
            <p:nvPr/>
          </p:nvSpPr>
          <p:spPr>
            <a:xfrm rot="10800000">
              <a:off x="3812259" y="1429475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5" name="Google Shape;5485;p16"/>
            <p:cNvSpPr/>
            <p:nvPr/>
          </p:nvSpPr>
          <p:spPr>
            <a:xfrm rot="10800000">
              <a:off x="3473571" y="24251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6" name="Google Shape;5486;p16"/>
            <p:cNvSpPr/>
            <p:nvPr/>
          </p:nvSpPr>
          <p:spPr>
            <a:xfrm rot="10800000">
              <a:off x="3823198" y="1863430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7" name="Google Shape;5487;p16"/>
            <p:cNvSpPr/>
            <p:nvPr/>
          </p:nvSpPr>
          <p:spPr>
            <a:xfrm rot="10800000">
              <a:off x="4626925" y="2295271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8" name="Google Shape;5488;p16"/>
            <p:cNvSpPr/>
            <p:nvPr/>
          </p:nvSpPr>
          <p:spPr>
            <a:xfrm rot="10800000">
              <a:off x="2405511" y="1257842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9" name="Google Shape;5489;p16"/>
            <p:cNvSpPr/>
            <p:nvPr/>
          </p:nvSpPr>
          <p:spPr>
            <a:xfrm rot="10800000">
              <a:off x="4282295" y="1952925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0" name="Google Shape;5490;p16"/>
            <p:cNvSpPr/>
            <p:nvPr/>
          </p:nvSpPr>
          <p:spPr>
            <a:xfrm rot="10800000" flipH="1">
              <a:off x="2379646" y="1608191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1" name="Google Shape;5491;p16"/>
            <p:cNvSpPr/>
            <p:nvPr/>
          </p:nvSpPr>
          <p:spPr>
            <a:xfrm rot="10800000" flipH="1">
              <a:off x="2845296" y="2160906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2" name="Google Shape;5492;p16"/>
            <p:cNvSpPr/>
            <p:nvPr/>
          </p:nvSpPr>
          <p:spPr>
            <a:xfrm rot="10800000" flipH="1">
              <a:off x="1555075" y="19177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3" name="Google Shape;5493;p16"/>
            <p:cNvSpPr/>
            <p:nvPr/>
          </p:nvSpPr>
          <p:spPr>
            <a:xfrm rot="10800000" flipH="1">
              <a:off x="3472169" y="201385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4" name="Google Shape;5494;p16"/>
            <p:cNvSpPr/>
            <p:nvPr/>
          </p:nvSpPr>
          <p:spPr>
            <a:xfrm rot="10800000" flipH="1">
              <a:off x="2801524" y="179093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5" name="Google Shape;5495;p16"/>
            <p:cNvSpPr/>
            <p:nvPr/>
          </p:nvSpPr>
          <p:spPr>
            <a:xfrm rot="10800000" flipH="1">
              <a:off x="2007089" y="1854122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6" name="Google Shape;5496;p16"/>
            <p:cNvSpPr/>
            <p:nvPr/>
          </p:nvSpPr>
          <p:spPr>
            <a:xfrm rot="10800000" flipH="1">
              <a:off x="2379655" y="22472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7" name="Google Shape;5497;p16"/>
            <p:cNvSpPr/>
            <p:nvPr/>
          </p:nvSpPr>
          <p:spPr>
            <a:xfrm rot="10800000" flipH="1">
              <a:off x="3188821" y="1835070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8" name="Google Shape;5498;p16"/>
            <p:cNvSpPr/>
            <p:nvPr/>
          </p:nvSpPr>
          <p:spPr>
            <a:xfrm rot="-5400000">
              <a:off x="6437893" y="3297974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9" name="Google Shape;5499;p16"/>
            <p:cNvSpPr/>
            <p:nvPr/>
          </p:nvSpPr>
          <p:spPr>
            <a:xfrm rot="-5400000">
              <a:off x="7426754" y="3563094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0" name="Google Shape;5500;p16"/>
            <p:cNvSpPr/>
            <p:nvPr/>
          </p:nvSpPr>
          <p:spPr>
            <a:xfrm rot="-5400000">
              <a:off x="6614851" y="470363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1" name="Google Shape;5501;p16"/>
            <p:cNvSpPr/>
            <p:nvPr/>
          </p:nvSpPr>
          <p:spPr>
            <a:xfrm rot="-5400000">
              <a:off x="8881564" y="41406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2" name="Google Shape;5502;p16"/>
            <p:cNvSpPr/>
            <p:nvPr/>
          </p:nvSpPr>
          <p:spPr>
            <a:xfrm rot="-5400000">
              <a:off x="7511314" y="4294041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3" name="Google Shape;5503;p16"/>
            <p:cNvSpPr/>
            <p:nvPr/>
          </p:nvSpPr>
          <p:spPr>
            <a:xfrm rot="-5400000">
              <a:off x="5855679" y="1873118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4" name="Google Shape;5504;p16"/>
            <p:cNvSpPr/>
            <p:nvPr/>
          </p:nvSpPr>
          <p:spPr>
            <a:xfrm rot="-5400000">
              <a:off x="6656524" y="28572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5" name="Google Shape;5505;p16"/>
            <p:cNvSpPr/>
            <p:nvPr/>
          </p:nvSpPr>
          <p:spPr>
            <a:xfrm rot="-5400000">
              <a:off x="7274485" y="3966392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6" name="Google Shape;5506;p16"/>
            <p:cNvSpPr/>
            <p:nvPr/>
          </p:nvSpPr>
          <p:spPr>
            <a:xfrm rot="-5400000">
              <a:off x="8443762" y="3936907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7" name="Google Shape;5507;p16"/>
            <p:cNvSpPr/>
            <p:nvPr/>
          </p:nvSpPr>
          <p:spPr>
            <a:xfrm rot="-5400000">
              <a:off x="8670718" y="359025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8" name="Google Shape;5508;p16"/>
            <p:cNvSpPr/>
            <p:nvPr/>
          </p:nvSpPr>
          <p:spPr>
            <a:xfrm rot="-5400000">
              <a:off x="6164267" y="228667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9" name="Google Shape;5509;p16"/>
            <p:cNvSpPr/>
            <p:nvPr/>
          </p:nvSpPr>
          <p:spPr>
            <a:xfrm rot="-5400000">
              <a:off x="8716418" y="435483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0" name="Google Shape;5510;p16"/>
            <p:cNvSpPr/>
            <p:nvPr/>
          </p:nvSpPr>
          <p:spPr>
            <a:xfrm rot="-5400000">
              <a:off x="7458880" y="468461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1" name="Google Shape;5511;p16"/>
            <p:cNvSpPr/>
            <p:nvPr/>
          </p:nvSpPr>
          <p:spPr>
            <a:xfrm rot="-5400000">
              <a:off x="7046617" y="3062005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2" name="Google Shape;5512;p16"/>
            <p:cNvSpPr/>
            <p:nvPr/>
          </p:nvSpPr>
          <p:spPr>
            <a:xfrm rot="-5400000">
              <a:off x="7078796" y="427188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3" name="Google Shape;5513;p16"/>
            <p:cNvSpPr/>
            <p:nvPr/>
          </p:nvSpPr>
          <p:spPr>
            <a:xfrm rot="-5400000">
              <a:off x="6943689" y="351874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4" name="Google Shape;5514;p16"/>
            <p:cNvSpPr/>
            <p:nvPr/>
          </p:nvSpPr>
          <p:spPr>
            <a:xfrm rot="-5400000" flipH="1">
              <a:off x="6867546" y="170195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5" name="Google Shape;5515;p16"/>
            <p:cNvSpPr/>
            <p:nvPr/>
          </p:nvSpPr>
          <p:spPr>
            <a:xfrm rot="-5400000" flipH="1">
              <a:off x="6728032" y="2081749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6" name="Google Shape;5516;p16"/>
            <p:cNvSpPr/>
            <p:nvPr/>
          </p:nvSpPr>
          <p:spPr>
            <a:xfrm rot="-5400000" flipH="1">
              <a:off x="6580720" y="2418065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7" name="Google Shape;5517;p16"/>
            <p:cNvSpPr/>
            <p:nvPr/>
          </p:nvSpPr>
          <p:spPr>
            <a:xfrm rot="-5400000" flipH="1">
              <a:off x="7106104" y="203783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8" name="Google Shape;5518;p16"/>
            <p:cNvSpPr/>
            <p:nvPr/>
          </p:nvSpPr>
          <p:spPr>
            <a:xfrm rot="-5400000" flipH="1">
              <a:off x="5855819" y="285569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9" name="Google Shape;5519;p16"/>
            <p:cNvSpPr/>
            <p:nvPr/>
          </p:nvSpPr>
          <p:spPr>
            <a:xfrm rot="-5400000" flipH="1">
              <a:off x="8557992" y="422419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0" name="Google Shape;5520;p16"/>
            <p:cNvSpPr/>
            <p:nvPr/>
          </p:nvSpPr>
          <p:spPr>
            <a:xfrm rot="-5400000" flipH="1">
              <a:off x="7075119" y="2427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1" name="Google Shape;5521;p16"/>
            <p:cNvSpPr/>
            <p:nvPr/>
          </p:nvSpPr>
          <p:spPr>
            <a:xfrm rot="-5400000" flipH="1">
              <a:off x="6923371" y="25580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2" name="Google Shape;5522;p16"/>
            <p:cNvSpPr/>
            <p:nvPr/>
          </p:nvSpPr>
          <p:spPr>
            <a:xfrm rot="-5400000" flipH="1">
              <a:off x="7452482" y="411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3" name="Google Shape;5523;p16"/>
            <p:cNvSpPr/>
            <p:nvPr/>
          </p:nvSpPr>
          <p:spPr>
            <a:xfrm rot="-5400000">
              <a:off x="8807099" y="641429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4" name="Google Shape;5524;p16"/>
            <p:cNvSpPr/>
            <p:nvPr/>
          </p:nvSpPr>
          <p:spPr>
            <a:xfrm>
              <a:off x="2963692" y="4896893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5" name="Google Shape;5525;p16"/>
            <p:cNvSpPr/>
            <p:nvPr/>
          </p:nvSpPr>
          <p:spPr>
            <a:xfrm>
              <a:off x="471112" y="4574671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6" name="Google Shape;5526;p16"/>
            <p:cNvSpPr/>
            <p:nvPr/>
          </p:nvSpPr>
          <p:spPr>
            <a:xfrm>
              <a:off x="2753463" y="4668875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7" name="Google Shape;5527;p16"/>
            <p:cNvSpPr/>
            <p:nvPr/>
          </p:nvSpPr>
          <p:spPr>
            <a:xfrm>
              <a:off x="6655795" y="4840317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8" name="Google Shape;5528;p16"/>
            <p:cNvSpPr/>
            <p:nvPr/>
          </p:nvSpPr>
          <p:spPr>
            <a:xfrm>
              <a:off x="4825185" y="4561639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9" name="Google Shape;5529;p16"/>
            <p:cNvSpPr/>
            <p:nvPr/>
          </p:nvSpPr>
          <p:spPr>
            <a:xfrm>
              <a:off x="4222013" y="4852496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0" name="Google Shape;5530;p16"/>
            <p:cNvSpPr/>
            <p:nvPr/>
          </p:nvSpPr>
          <p:spPr>
            <a:xfrm>
              <a:off x="2394971" y="4710131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1" name="Google Shape;5531;p16"/>
            <p:cNvSpPr/>
            <p:nvPr/>
          </p:nvSpPr>
          <p:spPr>
            <a:xfrm>
              <a:off x="261895" y="4144797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2" name="Google Shape;5532;p16"/>
            <p:cNvSpPr/>
            <p:nvPr/>
          </p:nvSpPr>
          <p:spPr>
            <a:xfrm>
              <a:off x="1147839" y="4589456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3" name="Google Shape;5533;p16"/>
            <p:cNvSpPr/>
            <p:nvPr/>
          </p:nvSpPr>
          <p:spPr>
            <a:xfrm>
              <a:off x="1651262" y="4079205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4" name="Google Shape;5534;p16"/>
            <p:cNvSpPr/>
            <p:nvPr/>
          </p:nvSpPr>
          <p:spPr>
            <a:xfrm>
              <a:off x="5460560" y="460360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5" name="Google Shape;5535;p16"/>
            <p:cNvSpPr/>
            <p:nvPr/>
          </p:nvSpPr>
          <p:spPr>
            <a:xfrm>
              <a:off x="1698183" y="481064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6" name="Google Shape;5536;p16"/>
            <p:cNvSpPr/>
            <p:nvPr/>
          </p:nvSpPr>
          <p:spPr>
            <a:xfrm>
              <a:off x="201799" y="4466009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7" name="Google Shape;5537;p16"/>
            <p:cNvSpPr/>
            <p:nvPr/>
          </p:nvSpPr>
          <p:spPr>
            <a:xfrm>
              <a:off x="3465751" y="481683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8" name="Google Shape;5538;p16"/>
            <p:cNvSpPr/>
            <p:nvPr/>
          </p:nvSpPr>
          <p:spPr>
            <a:xfrm>
              <a:off x="2625602" y="5006428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9" name="Google Shape;5539;p16"/>
            <p:cNvSpPr/>
            <p:nvPr/>
          </p:nvSpPr>
          <p:spPr>
            <a:xfrm>
              <a:off x="2785939" y="4360921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0" name="Google Shape;5540;p16"/>
            <p:cNvSpPr/>
            <p:nvPr/>
          </p:nvSpPr>
          <p:spPr>
            <a:xfrm>
              <a:off x="189850" y="4847376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1" name="Google Shape;5541;p16"/>
            <p:cNvSpPr/>
            <p:nvPr/>
          </p:nvSpPr>
          <p:spPr>
            <a:xfrm flipH="1">
              <a:off x="2255392" y="3721275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2" name="Google Shape;5542;p16"/>
            <p:cNvSpPr/>
            <p:nvPr/>
          </p:nvSpPr>
          <p:spPr>
            <a:xfrm flipH="1">
              <a:off x="1929748" y="375979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3" name="Google Shape;5543;p16"/>
            <p:cNvSpPr/>
            <p:nvPr/>
          </p:nvSpPr>
          <p:spPr>
            <a:xfrm flipH="1">
              <a:off x="3183433" y="4265621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4" name="Google Shape;5544;p16"/>
            <p:cNvSpPr/>
            <p:nvPr/>
          </p:nvSpPr>
          <p:spPr>
            <a:xfrm flipH="1">
              <a:off x="1435716" y="435061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5" name="Google Shape;5545;p16"/>
            <p:cNvSpPr/>
            <p:nvPr/>
          </p:nvSpPr>
          <p:spPr>
            <a:xfrm flipH="1">
              <a:off x="1933866" y="459499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6" name="Google Shape;5546;p16"/>
            <p:cNvSpPr/>
            <p:nvPr/>
          </p:nvSpPr>
          <p:spPr>
            <a:xfrm flipH="1">
              <a:off x="5826957" y="4975631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7" name="Google Shape;5547;p16"/>
            <p:cNvSpPr/>
            <p:nvPr/>
          </p:nvSpPr>
          <p:spPr>
            <a:xfrm flipH="1">
              <a:off x="5920051" y="4707077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8" name="Google Shape;5548;p16"/>
            <p:cNvSpPr/>
            <p:nvPr/>
          </p:nvSpPr>
          <p:spPr>
            <a:xfrm flipH="1">
              <a:off x="2402654" y="408859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9" name="Google Shape;5549;p16"/>
            <p:cNvSpPr/>
            <p:nvPr/>
          </p:nvSpPr>
          <p:spPr>
            <a:xfrm flipH="1">
              <a:off x="2060344" y="421051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0" name="Google Shape;5550;p16"/>
            <p:cNvSpPr/>
            <p:nvPr/>
          </p:nvSpPr>
          <p:spPr>
            <a:xfrm rot="10800000" flipH="1">
              <a:off x="4535130" y="4810639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1" name="Google Shape;5551;p16"/>
            <p:cNvSpPr/>
            <p:nvPr/>
          </p:nvSpPr>
          <p:spPr>
            <a:xfrm rot="10800000" flipH="1">
              <a:off x="7364662" y="4897030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2" name="Google Shape;5552;p16"/>
            <p:cNvSpPr/>
            <p:nvPr/>
          </p:nvSpPr>
          <p:spPr>
            <a:xfrm rot="10800000" flipH="1">
              <a:off x="3162438" y="4666650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3" name="Google Shape;5553;p16"/>
            <p:cNvSpPr/>
            <p:nvPr/>
          </p:nvSpPr>
          <p:spPr>
            <a:xfrm rot="10800000" flipH="1">
              <a:off x="7867920" y="4559015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4" name="Google Shape;5554;p16"/>
            <p:cNvSpPr/>
            <p:nvPr/>
          </p:nvSpPr>
          <p:spPr>
            <a:xfrm rot="10800000" flipH="1">
              <a:off x="3602098" y="4325302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5" name="Google Shape;5555;p16"/>
            <p:cNvSpPr/>
            <p:nvPr/>
          </p:nvSpPr>
          <p:spPr>
            <a:xfrm rot="10800000" flipH="1">
              <a:off x="5530138" y="491183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6" name="Google Shape;5556;p16"/>
            <p:cNvSpPr/>
            <p:nvPr/>
          </p:nvSpPr>
          <p:spPr>
            <a:xfrm rot="10800000" flipH="1">
              <a:off x="8747946" y="49025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7" name="Google Shape;5557;p16"/>
            <p:cNvSpPr/>
            <p:nvPr/>
          </p:nvSpPr>
          <p:spPr>
            <a:xfrm rot="10800000" flipH="1">
              <a:off x="3920145" y="4027480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8" name="Google Shape;5558;p16"/>
            <p:cNvSpPr/>
            <p:nvPr/>
          </p:nvSpPr>
          <p:spPr>
            <a:xfrm rot="10800000" flipH="1">
              <a:off x="7908601" y="4897013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9" name="Google Shape;5559;p16"/>
            <p:cNvSpPr/>
            <p:nvPr/>
          </p:nvSpPr>
          <p:spPr>
            <a:xfrm rot="10800000" flipH="1">
              <a:off x="8263362" y="467816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0" name="Google Shape;5560;p16"/>
            <p:cNvSpPr/>
            <p:nvPr/>
          </p:nvSpPr>
          <p:spPr>
            <a:xfrm rot="10800000" flipH="1">
              <a:off x="5062260" y="501437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1" name="Google Shape;5561;p16"/>
            <p:cNvSpPr/>
            <p:nvPr/>
          </p:nvSpPr>
          <p:spPr>
            <a:xfrm rot="10800000" flipH="1">
              <a:off x="7008383" y="459511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2" name="Google Shape;5562;p16"/>
            <p:cNvSpPr/>
            <p:nvPr/>
          </p:nvSpPr>
          <p:spPr>
            <a:xfrm rot="10800000" flipH="1">
              <a:off x="6522899" y="50118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3" name="Google Shape;5563;p16"/>
            <p:cNvSpPr/>
            <p:nvPr/>
          </p:nvSpPr>
          <p:spPr>
            <a:xfrm rot="10800000" flipH="1">
              <a:off x="4825176" y="425599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4" name="Google Shape;5564;p16"/>
            <p:cNvSpPr/>
            <p:nvPr/>
          </p:nvSpPr>
          <p:spPr>
            <a:xfrm rot="10800000" flipH="1">
              <a:off x="3801114" y="4644633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5" name="Google Shape;5565;p16"/>
            <p:cNvSpPr/>
            <p:nvPr/>
          </p:nvSpPr>
          <p:spPr>
            <a:xfrm rot="10800000" flipH="1">
              <a:off x="6242864" y="3650405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6" name="Google Shape;5566;p16"/>
            <p:cNvSpPr/>
            <p:nvPr/>
          </p:nvSpPr>
          <p:spPr>
            <a:xfrm rot="10800000" flipH="1">
              <a:off x="4355000" y="434548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7" name="Google Shape;5567;p16"/>
            <p:cNvSpPr/>
            <p:nvPr/>
          </p:nvSpPr>
          <p:spPr>
            <a:xfrm rot="10800000">
              <a:off x="6131142" y="4380978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8" name="Google Shape;5568;p16"/>
            <p:cNvSpPr/>
            <p:nvPr/>
          </p:nvSpPr>
          <p:spPr>
            <a:xfrm rot="10800000">
              <a:off x="5824398" y="4244268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9" name="Google Shape;5569;p16"/>
            <p:cNvSpPr/>
            <p:nvPr/>
          </p:nvSpPr>
          <p:spPr>
            <a:xfrm rot="10800000">
              <a:off x="7867933" y="41406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0" name="Google Shape;5570;p16"/>
            <p:cNvSpPr/>
            <p:nvPr/>
          </p:nvSpPr>
          <p:spPr>
            <a:xfrm rot="10800000">
              <a:off x="5175366" y="4406414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1" name="Google Shape;5571;p16"/>
            <p:cNvSpPr/>
            <p:nvPr/>
          </p:nvSpPr>
          <p:spPr>
            <a:xfrm rot="10800000">
              <a:off x="5788441" y="388727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2" name="Google Shape;5572;p16"/>
            <p:cNvSpPr/>
            <p:nvPr/>
          </p:nvSpPr>
          <p:spPr>
            <a:xfrm rot="10800000">
              <a:off x="6627657" y="4246684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3" name="Google Shape;5573;p16"/>
            <p:cNvSpPr/>
            <p:nvPr/>
          </p:nvSpPr>
          <p:spPr>
            <a:xfrm rot="10800000">
              <a:off x="6243864" y="46454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4" name="Google Shape;5574;p16"/>
            <p:cNvSpPr/>
            <p:nvPr/>
          </p:nvSpPr>
          <p:spPr>
            <a:xfrm rot="10800000">
              <a:off x="6739829" y="3858824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5" name="Google Shape;5575;p16"/>
            <p:cNvSpPr/>
            <p:nvPr/>
          </p:nvSpPr>
          <p:spPr>
            <a:xfrm rot="10800000">
              <a:off x="5459569" y="422763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6" name="Google Shape;5576;p16"/>
            <p:cNvSpPr/>
            <p:nvPr/>
          </p:nvSpPr>
          <p:spPr>
            <a:xfrm rot="10800000" flipH="1">
              <a:off x="1874423" y="145764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7" name="Google Shape;5577;p16"/>
            <p:cNvSpPr/>
            <p:nvPr/>
          </p:nvSpPr>
          <p:spPr>
            <a:xfrm rot="-5400000">
              <a:off x="7273617" y="1644380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78" name="Google Shape;5578;p16"/>
            <p:cNvGrpSpPr/>
            <p:nvPr/>
          </p:nvGrpSpPr>
          <p:grpSpPr>
            <a:xfrm rot="5400000">
              <a:off x="6199788" y="1372590"/>
              <a:ext cx="3964145" cy="1455821"/>
              <a:chOff x="3233388" y="140740"/>
              <a:chExt cx="3964145" cy="1455821"/>
            </a:xfrm>
          </p:grpSpPr>
          <p:sp>
            <p:nvSpPr>
              <p:cNvPr id="5579" name="Google Shape;5579;p16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0" name="Google Shape;5580;p16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1" name="Google Shape;5581;p16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2" name="Google Shape;5582;p16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3" name="Google Shape;5583;p16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4" name="Google Shape;5584;p16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5" name="Google Shape;5585;p16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6" name="Google Shape;5586;p16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7" name="Google Shape;5587;p16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8" name="Google Shape;5588;p16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9" name="Google Shape;5589;p16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0" name="Google Shape;5590;p16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1" name="Google Shape;5591;p16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2" name="Google Shape;5592;p16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3" name="Google Shape;5593;p16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4" name="Google Shape;5594;p16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5" name="Google Shape;5595;p16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6" name="Google Shape;5596;p16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7" name="Google Shape;5597;p16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8" name="Google Shape;5598;p16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9" name="Google Shape;5599;p16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0" name="Google Shape;5600;p16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1" name="Google Shape;5601;p16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2" name="Google Shape;5602;p16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3" name="Google Shape;5603;p16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4" name="Google Shape;5604;p16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05" name="Google Shape;5605;p16"/>
            <p:cNvSpPr/>
            <p:nvPr/>
          </p:nvSpPr>
          <p:spPr>
            <a:xfrm rot="-5400000" flipH="1">
              <a:off x="6408804" y="1645169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6" name="Google Shape;5606;p16"/>
            <p:cNvSpPr/>
            <p:nvPr/>
          </p:nvSpPr>
          <p:spPr>
            <a:xfrm rot="10800000">
              <a:off x="4228830" y="1192853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7" name="Google Shape;5607;p16"/>
            <p:cNvSpPr/>
            <p:nvPr/>
          </p:nvSpPr>
          <p:spPr>
            <a:xfrm rot="10800000">
              <a:off x="5446704" y="14630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8" name="Google Shape;5608;p16"/>
            <p:cNvSpPr/>
            <p:nvPr/>
          </p:nvSpPr>
          <p:spPr>
            <a:xfrm rot="10800000">
              <a:off x="4326649" y="1429493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9" name="Google Shape;5609;p16"/>
            <p:cNvSpPr/>
            <p:nvPr/>
          </p:nvSpPr>
          <p:spPr>
            <a:xfrm rot="10800000">
              <a:off x="4009721" y="2218151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10" name="Google Shape;5610;p16"/>
            <p:cNvGrpSpPr/>
            <p:nvPr/>
          </p:nvGrpSpPr>
          <p:grpSpPr>
            <a:xfrm>
              <a:off x="234224" y="118425"/>
              <a:ext cx="3532446" cy="1609151"/>
              <a:chOff x="140599" y="118425"/>
              <a:chExt cx="3532446" cy="1609151"/>
            </a:xfrm>
          </p:grpSpPr>
          <p:sp>
            <p:nvSpPr>
              <p:cNvPr id="5611" name="Google Shape;5611;p16"/>
              <p:cNvSpPr/>
              <p:nvPr/>
            </p:nvSpPr>
            <p:spPr>
              <a:xfrm>
                <a:off x="703605" y="276605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2" name="Google Shape;5612;p16"/>
              <p:cNvSpPr/>
              <p:nvPr/>
            </p:nvSpPr>
            <p:spPr>
              <a:xfrm>
                <a:off x="438762" y="1265458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3" name="Google Shape;5613;p16"/>
              <p:cNvSpPr/>
              <p:nvPr/>
            </p:nvSpPr>
            <p:spPr>
              <a:xfrm>
                <a:off x="322613" y="11842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4" name="Google Shape;5614;p16"/>
              <p:cNvSpPr/>
              <p:nvPr/>
            </p:nvSpPr>
            <p:spPr>
              <a:xfrm>
                <a:off x="3632370" y="320667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5" name="Google Shape;5615;p16"/>
              <p:cNvSpPr/>
              <p:nvPr/>
            </p:nvSpPr>
            <p:spPr>
              <a:xfrm>
                <a:off x="568548" y="863464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6" name="Google Shape;5616;p16"/>
              <p:cNvSpPr/>
              <p:nvPr/>
            </p:nvSpPr>
            <p:spPr>
              <a:xfrm>
                <a:off x="1698613" y="226284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7" name="Google Shape;5617;p16"/>
              <p:cNvSpPr/>
              <p:nvPr/>
            </p:nvSpPr>
            <p:spPr>
              <a:xfrm>
                <a:off x="332845" y="70012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8" name="Google Shape;5618;p16"/>
              <p:cNvSpPr/>
              <p:nvPr/>
            </p:nvSpPr>
            <p:spPr>
              <a:xfrm>
                <a:off x="1722212" y="63453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9" name="Google Shape;5619;p16"/>
              <p:cNvSpPr/>
              <p:nvPr/>
            </p:nvSpPr>
            <p:spPr>
              <a:xfrm>
                <a:off x="1230735" y="13101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0" name="Google Shape;5620;p16"/>
              <p:cNvSpPr/>
              <p:nvPr/>
            </p:nvSpPr>
            <p:spPr>
              <a:xfrm>
                <a:off x="600808" y="156907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1" name="Google Shape;5621;p16"/>
              <p:cNvSpPr/>
              <p:nvPr/>
            </p:nvSpPr>
            <p:spPr>
              <a:xfrm>
                <a:off x="140599" y="1048834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2" name="Google Shape;5622;p16"/>
              <p:cNvSpPr/>
              <p:nvPr/>
            </p:nvSpPr>
            <p:spPr>
              <a:xfrm>
                <a:off x="927051" y="523633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3" name="Google Shape;5623;p16"/>
              <p:cNvSpPr/>
              <p:nvPr/>
            </p:nvSpPr>
            <p:spPr>
              <a:xfrm>
                <a:off x="194752" y="45597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4" name="Google Shape;5624;p16"/>
              <p:cNvSpPr/>
              <p:nvPr/>
            </p:nvSpPr>
            <p:spPr>
              <a:xfrm>
                <a:off x="2856889" y="916246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5" name="Google Shape;5625;p16"/>
              <p:cNvSpPr/>
              <p:nvPr/>
            </p:nvSpPr>
            <p:spPr>
              <a:xfrm>
                <a:off x="300425" y="16832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6" name="Google Shape;5626;p16"/>
              <p:cNvSpPr/>
              <p:nvPr/>
            </p:nvSpPr>
            <p:spPr>
              <a:xfrm flipH="1">
                <a:off x="2326342" y="276600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7" name="Google Shape;5627;p16"/>
              <p:cNvSpPr/>
              <p:nvPr/>
            </p:nvSpPr>
            <p:spPr>
              <a:xfrm flipH="1">
                <a:off x="2000698" y="31511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8" name="Google Shape;5628;p16"/>
              <p:cNvSpPr/>
              <p:nvPr/>
            </p:nvSpPr>
            <p:spPr>
              <a:xfrm flipH="1">
                <a:off x="3254383" y="82094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9" name="Google Shape;5629;p16"/>
              <p:cNvSpPr/>
              <p:nvPr/>
            </p:nvSpPr>
            <p:spPr>
              <a:xfrm flipH="1">
                <a:off x="1343841" y="73169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0" name="Google Shape;5630;p16"/>
              <p:cNvSpPr/>
              <p:nvPr/>
            </p:nvSpPr>
            <p:spPr>
              <a:xfrm flipH="1">
                <a:off x="2803532" y="455981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1" name="Google Shape;5631;p16"/>
              <p:cNvSpPr/>
              <p:nvPr/>
            </p:nvSpPr>
            <p:spPr>
              <a:xfrm flipH="1">
                <a:off x="2896626" y="187427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2" name="Google Shape;5632;p16"/>
              <p:cNvSpPr/>
              <p:nvPr/>
            </p:nvSpPr>
            <p:spPr>
              <a:xfrm flipH="1">
                <a:off x="2473604" y="64392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3" name="Google Shape;5633;p16"/>
              <p:cNvSpPr/>
              <p:nvPr/>
            </p:nvSpPr>
            <p:spPr>
              <a:xfrm flipH="1">
                <a:off x="2131294" y="76583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4" name="Google Shape;5634;p16"/>
              <p:cNvSpPr/>
              <p:nvPr/>
            </p:nvSpPr>
            <p:spPr>
              <a:xfrm flipH="1">
                <a:off x="2004816" y="1150323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5" name="Google Shape;5635;p16"/>
              <p:cNvSpPr/>
              <p:nvPr/>
            </p:nvSpPr>
            <p:spPr>
              <a:xfrm>
                <a:off x="1218789" y="1144781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6" name="Google Shape;5636;p16"/>
              <p:cNvSpPr/>
              <p:nvPr/>
            </p:nvSpPr>
            <p:spPr>
              <a:xfrm>
                <a:off x="2465921" y="1265456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37" name="Google Shape;5637;p16"/>
            <p:cNvSpPr/>
            <p:nvPr/>
          </p:nvSpPr>
          <p:spPr>
            <a:xfrm rot="10800000">
              <a:off x="3465760" y="121062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38" name="Google Shape;5638;p16"/>
            <p:cNvGrpSpPr/>
            <p:nvPr/>
          </p:nvGrpSpPr>
          <p:grpSpPr>
            <a:xfrm>
              <a:off x="3327013" y="140740"/>
              <a:ext cx="3964145" cy="1455821"/>
              <a:chOff x="3233388" y="140740"/>
              <a:chExt cx="3964145" cy="1455821"/>
            </a:xfrm>
          </p:grpSpPr>
          <p:sp>
            <p:nvSpPr>
              <p:cNvPr id="5639" name="Google Shape;5639;p16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0" name="Google Shape;5640;p16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1" name="Google Shape;5641;p16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2" name="Google Shape;5642;p16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3" name="Google Shape;5643;p16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4" name="Google Shape;5644;p16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5" name="Google Shape;5645;p16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6" name="Google Shape;5646;p16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7" name="Google Shape;5647;p16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8" name="Google Shape;5648;p16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9" name="Google Shape;5649;p16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0" name="Google Shape;5650;p16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1" name="Google Shape;5651;p16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2" name="Google Shape;5652;p16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3" name="Google Shape;5653;p16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4" name="Google Shape;5654;p16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5" name="Google Shape;5655;p16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6" name="Google Shape;5656;p16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7" name="Google Shape;5657;p16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8" name="Google Shape;5658;p16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9" name="Google Shape;5659;p16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0" name="Google Shape;5660;p16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1" name="Google Shape;5661;p16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2" name="Google Shape;5662;p16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3" name="Google Shape;5663;p16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4" name="Google Shape;5664;p16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665" name="Google Shape;5665;p1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66" name="Google Shape;5666;p16"/>
          <p:cNvSpPr txBox="1">
            <a:spLocks noGrp="1"/>
          </p:cNvSpPr>
          <p:nvPr>
            <p:ph type="subTitle" idx="1"/>
          </p:nvPr>
        </p:nvSpPr>
        <p:spPr>
          <a:xfrm>
            <a:off x="1536624" y="3216313"/>
            <a:ext cx="1116300" cy="4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ig Shoulders Text"/>
              <a:buNone/>
              <a:defRPr sz="20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endParaRPr/>
          </a:p>
        </p:txBody>
      </p:sp>
      <p:sp>
        <p:nvSpPr>
          <p:cNvPr id="5667" name="Google Shape;5667;p16"/>
          <p:cNvSpPr txBox="1">
            <a:spLocks noGrp="1"/>
          </p:cNvSpPr>
          <p:nvPr>
            <p:ph type="subTitle" idx="2"/>
          </p:nvPr>
        </p:nvSpPr>
        <p:spPr>
          <a:xfrm>
            <a:off x="1220124" y="3611386"/>
            <a:ext cx="1749300" cy="7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68" name="Google Shape;5668;p16"/>
          <p:cNvSpPr txBox="1">
            <a:spLocks noGrp="1"/>
          </p:cNvSpPr>
          <p:nvPr>
            <p:ph type="subTitle" idx="3"/>
          </p:nvPr>
        </p:nvSpPr>
        <p:spPr>
          <a:xfrm>
            <a:off x="4013850" y="2574500"/>
            <a:ext cx="1116300" cy="4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ig Shoulders Text"/>
              <a:buNone/>
              <a:defRPr sz="20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endParaRPr/>
          </a:p>
        </p:txBody>
      </p:sp>
      <p:sp>
        <p:nvSpPr>
          <p:cNvPr id="5669" name="Google Shape;5669;p16"/>
          <p:cNvSpPr txBox="1">
            <a:spLocks noGrp="1"/>
          </p:cNvSpPr>
          <p:nvPr>
            <p:ph type="subTitle" idx="4"/>
          </p:nvPr>
        </p:nvSpPr>
        <p:spPr>
          <a:xfrm>
            <a:off x="3697350" y="2969607"/>
            <a:ext cx="1749300" cy="7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0" name="Google Shape;5670;p16"/>
          <p:cNvSpPr txBox="1">
            <a:spLocks noGrp="1"/>
          </p:cNvSpPr>
          <p:nvPr>
            <p:ph type="subTitle" idx="5"/>
          </p:nvPr>
        </p:nvSpPr>
        <p:spPr>
          <a:xfrm>
            <a:off x="6491076" y="3216063"/>
            <a:ext cx="1116300" cy="4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ig Shoulders Text"/>
              <a:buNone/>
              <a:defRPr sz="20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Big Shoulders Text"/>
              <a:buNone/>
              <a:defRPr sz="2000"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endParaRPr/>
          </a:p>
        </p:txBody>
      </p:sp>
      <p:sp>
        <p:nvSpPr>
          <p:cNvPr id="5671" name="Google Shape;5671;p16"/>
          <p:cNvSpPr txBox="1">
            <a:spLocks noGrp="1"/>
          </p:cNvSpPr>
          <p:nvPr>
            <p:ph type="subTitle" idx="6"/>
          </p:nvPr>
        </p:nvSpPr>
        <p:spPr>
          <a:xfrm>
            <a:off x="6174576" y="3611391"/>
            <a:ext cx="1749300" cy="78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2" name="Google Shape;5672;p16"/>
          <p:cNvSpPr/>
          <p:nvPr/>
        </p:nvSpPr>
        <p:spPr>
          <a:xfrm flipH="1">
            <a:off x="7967968" y="242559"/>
            <a:ext cx="60065" cy="60230"/>
          </a:xfrm>
          <a:custGeom>
            <a:avLst/>
            <a:gdLst/>
            <a:ahLst/>
            <a:cxnLst/>
            <a:rect l="l" t="t" r="r" b="b"/>
            <a:pathLst>
              <a:path w="4737" h="4750" extrusionOk="0">
                <a:moveTo>
                  <a:pt x="4194" y="1"/>
                </a:moveTo>
                <a:cubicBezTo>
                  <a:pt x="4142" y="1"/>
                  <a:pt x="4072" y="11"/>
                  <a:pt x="3979" y="32"/>
                </a:cubicBezTo>
                <a:cubicBezTo>
                  <a:pt x="3698" y="104"/>
                  <a:pt x="3449" y="260"/>
                  <a:pt x="3169" y="354"/>
                </a:cubicBezTo>
                <a:cubicBezTo>
                  <a:pt x="2801" y="476"/>
                  <a:pt x="2453" y="559"/>
                  <a:pt x="2095" y="559"/>
                </a:cubicBezTo>
                <a:cubicBezTo>
                  <a:pt x="1877" y="559"/>
                  <a:pt x="1656" y="528"/>
                  <a:pt x="1424" y="457"/>
                </a:cubicBezTo>
                <a:cubicBezTo>
                  <a:pt x="1050" y="344"/>
                  <a:pt x="686" y="177"/>
                  <a:pt x="312" y="83"/>
                </a:cubicBezTo>
                <a:cubicBezTo>
                  <a:pt x="290" y="76"/>
                  <a:pt x="263" y="69"/>
                  <a:pt x="238" y="69"/>
                </a:cubicBezTo>
                <a:cubicBezTo>
                  <a:pt x="228" y="69"/>
                  <a:pt x="217" y="70"/>
                  <a:pt x="208" y="74"/>
                </a:cubicBezTo>
                <a:cubicBezTo>
                  <a:pt x="115" y="94"/>
                  <a:pt x="63" y="198"/>
                  <a:pt x="74" y="302"/>
                </a:cubicBezTo>
                <a:cubicBezTo>
                  <a:pt x="115" y="925"/>
                  <a:pt x="437" y="1558"/>
                  <a:pt x="603" y="2151"/>
                </a:cubicBezTo>
                <a:cubicBezTo>
                  <a:pt x="634" y="2244"/>
                  <a:pt x="665" y="2338"/>
                  <a:pt x="665" y="2431"/>
                </a:cubicBezTo>
                <a:cubicBezTo>
                  <a:pt x="676" y="2639"/>
                  <a:pt x="572" y="2805"/>
                  <a:pt x="531" y="2992"/>
                </a:cubicBezTo>
                <a:cubicBezTo>
                  <a:pt x="416" y="3490"/>
                  <a:pt x="302" y="3937"/>
                  <a:pt x="84" y="4394"/>
                </a:cubicBezTo>
                <a:cubicBezTo>
                  <a:pt x="42" y="4477"/>
                  <a:pt x="0" y="4581"/>
                  <a:pt x="53" y="4654"/>
                </a:cubicBezTo>
                <a:cubicBezTo>
                  <a:pt x="98" y="4723"/>
                  <a:pt x="162" y="4750"/>
                  <a:pt x="235" y="4750"/>
                </a:cubicBezTo>
                <a:cubicBezTo>
                  <a:pt x="448" y="4750"/>
                  <a:pt x="736" y="4521"/>
                  <a:pt x="852" y="4436"/>
                </a:cubicBezTo>
                <a:cubicBezTo>
                  <a:pt x="1154" y="4207"/>
                  <a:pt x="1538" y="4093"/>
                  <a:pt x="1902" y="3979"/>
                </a:cubicBezTo>
                <a:cubicBezTo>
                  <a:pt x="2115" y="3912"/>
                  <a:pt x="2332" y="3884"/>
                  <a:pt x="2550" y="3884"/>
                </a:cubicBezTo>
                <a:cubicBezTo>
                  <a:pt x="3212" y="3884"/>
                  <a:pt x="3883" y="4144"/>
                  <a:pt x="4477" y="4363"/>
                </a:cubicBezTo>
                <a:cubicBezTo>
                  <a:pt x="4516" y="4379"/>
                  <a:pt x="4563" y="4393"/>
                  <a:pt x="4606" y="4393"/>
                </a:cubicBezTo>
                <a:cubicBezTo>
                  <a:pt x="4645" y="4393"/>
                  <a:pt x="4681" y="4382"/>
                  <a:pt x="4706" y="4353"/>
                </a:cubicBezTo>
                <a:cubicBezTo>
                  <a:pt x="4737" y="4311"/>
                  <a:pt x="4737" y="4270"/>
                  <a:pt x="4737" y="4228"/>
                </a:cubicBezTo>
                <a:cubicBezTo>
                  <a:pt x="4716" y="3709"/>
                  <a:pt x="4301" y="3303"/>
                  <a:pt x="4093" y="2826"/>
                </a:cubicBezTo>
                <a:cubicBezTo>
                  <a:pt x="3771" y="2109"/>
                  <a:pt x="4062" y="1247"/>
                  <a:pt x="4238" y="520"/>
                </a:cubicBezTo>
                <a:cubicBezTo>
                  <a:pt x="4301" y="291"/>
                  <a:pt x="4374" y="104"/>
                  <a:pt x="4301" y="32"/>
                </a:cubicBezTo>
                <a:cubicBezTo>
                  <a:pt x="4280" y="11"/>
                  <a:pt x="4246" y="1"/>
                  <a:pt x="419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3" name="Google Shape;5673;p16"/>
          <p:cNvSpPr/>
          <p:nvPr/>
        </p:nvSpPr>
        <p:spPr>
          <a:xfrm flipH="1">
            <a:off x="8538611" y="1051947"/>
            <a:ext cx="60078" cy="60255"/>
          </a:xfrm>
          <a:custGeom>
            <a:avLst/>
            <a:gdLst/>
            <a:ahLst/>
            <a:cxnLst/>
            <a:rect l="l" t="t" r="r" b="b"/>
            <a:pathLst>
              <a:path w="4738" h="4752" extrusionOk="0">
                <a:moveTo>
                  <a:pt x="4194" y="0"/>
                </a:moveTo>
                <a:cubicBezTo>
                  <a:pt x="4142" y="0"/>
                  <a:pt x="4072" y="13"/>
                  <a:pt x="3978" y="39"/>
                </a:cubicBezTo>
                <a:cubicBezTo>
                  <a:pt x="3698" y="102"/>
                  <a:pt x="3438" y="257"/>
                  <a:pt x="3168" y="351"/>
                </a:cubicBezTo>
                <a:cubicBezTo>
                  <a:pt x="2805" y="479"/>
                  <a:pt x="2462" y="559"/>
                  <a:pt x="2108" y="559"/>
                </a:cubicBezTo>
                <a:cubicBezTo>
                  <a:pt x="1886" y="559"/>
                  <a:pt x="1660" y="527"/>
                  <a:pt x="1423" y="455"/>
                </a:cubicBezTo>
                <a:cubicBezTo>
                  <a:pt x="1049" y="340"/>
                  <a:pt x="686" y="174"/>
                  <a:pt x="312" y="81"/>
                </a:cubicBezTo>
                <a:cubicBezTo>
                  <a:pt x="290" y="73"/>
                  <a:pt x="262" y="66"/>
                  <a:pt x="234" y="66"/>
                </a:cubicBezTo>
                <a:cubicBezTo>
                  <a:pt x="222" y="66"/>
                  <a:pt x="210" y="67"/>
                  <a:pt x="198" y="70"/>
                </a:cubicBezTo>
                <a:cubicBezTo>
                  <a:pt x="115" y="91"/>
                  <a:pt x="63" y="206"/>
                  <a:pt x="73" y="299"/>
                </a:cubicBezTo>
                <a:cubicBezTo>
                  <a:pt x="115" y="922"/>
                  <a:pt x="437" y="1556"/>
                  <a:pt x="603" y="2148"/>
                </a:cubicBezTo>
                <a:cubicBezTo>
                  <a:pt x="634" y="2241"/>
                  <a:pt x="665" y="2334"/>
                  <a:pt x="665" y="2438"/>
                </a:cubicBezTo>
                <a:cubicBezTo>
                  <a:pt x="675" y="2636"/>
                  <a:pt x="572" y="2802"/>
                  <a:pt x="530" y="2989"/>
                </a:cubicBezTo>
                <a:cubicBezTo>
                  <a:pt x="416" y="3488"/>
                  <a:pt x="302" y="3934"/>
                  <a:pt x="84" y="4402"/>
                </a:cubicBezTo>
                <a:cubicBezTo>
                  <a:pt x="42" y="4485"/>
                  <a:pt x="1" y="4578"/>
                  <a:pt x="52" y="4661"/>
                </a:cubicBezTo>
                <a:cubicBezTo>
                  <a:pt x="96" y="4726"/>
                  <a:pt x="158" y="4751"/>
                  <a:pt x="229" y="4751"/>
                </a:cubicBezTo>
                <a:cubicBezTo>
                  <a:pt x="442" y="4751"/>
                  <a:pt x="735" y="4519"/>
                  <a:pt x="852" y="4433"/>
                </a:cubicBezTo>
                <a:cubicBezTo>
                  <a:pt x="1153" y="4204"/>
                  <a:pt x="1538" y="4090"/>
                  <a:pt x="1901" y="3976"/>
                </a:cubicBezTo>
                <a:cubicBezTo>
                  <a:pt x="2114" y="3909"/>
                  <a:pt x="2331" y="3881"/>
                  <a:pt x="2548" y="3881"/>
                </a:cubicBezTo>
                <a:cubicBezTo>
                  <a:pt x="3212" y="3881"/>
                  <a:pt x="3883" y="4141"/>
                  <a:pt x="4477" y="4360"/>
                </a:cubicBezTo>
                <a:cubicBezTo>
                  <a:pt x="4515" y="4376"/>
                  <a:pt x="4562" y="4390"/>
                  <a:pt x="4606" y="4390"/>
                </a:cubicBezTo>
                <a:cubicBezTo>
                  <a:pt x="4645" y="4390"/>
                  <a:pt x="4681" y="4379"/>
                  <a:pt x="4705" y="4350"/>
                </a:cubicBezTo>
                <a:cubicBezTo>
                  <a:pt x="4737" y="4308"/>
                  <a:pt x="4737" y="4266"/>
                  <a:pt x="4737" y="4225"/>
                </a:cubicBezTo>
                <a:cubicBezTo>
                  <a:pt x="4716" y="3706"/>
                  <a:pt x="4301" y="3301"/>
                  <a:pt x="4093" y="2823"/>
                </a:cubicBezTo>
                <a:cubicBezTo>
                  <a:pt x="3771" y="2106"/>
                  <a:pt x="4061" y="1244"/>
                  <a:pt x="4238" y="517"/>
                </a:cubicBezTo>
                <a:cubicBezTo>
                  <a:pt x="4301" y="289"/>
                  <a:pt x="4373" y="112"/>
                  <a:pt x="4301" y="39"/>
                </a:cubicBezTo>
                <a:cubicBezTo>
                  <a:pt x="4280" y="13"/>
                  <a:pt x="4246" y="0"/>
                  <a:pt x="419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4" name="Google Shape;5674;p16"/>
          <p:cNvSpPr/>
          <p:nvPr/>
        </p:nvSpPr>
        <p:spPr>
          <a:xfrm flipH="1">
            <a:off x="8796632" y="200591"/>
            <a:ext cx="69309" cy="41971"/>
          </a:xfrm>
          <a:custGeom>
            <a:avLst/>
            <a:gdLst/>
            <a:ahLst/>
            <a:cxnLst/>
            <a:rect l="l" t="t" r="r" b="b"/>
            <a:pathLst>
              <a:path w="5466" h="3310" extrusionOk="0">
                <a:moveTo>
                  <a:pt x="2747" y="1"/>
                </a:moveTo>
                <a:cubicBezTo>
                  <a:pt x="2688" y="1"/>
                  <a:pt x="2629" y="2"/>
                  <a:pt x="2567" y="5"/>
                </a:cubicBezTo>
                <a:cubicBezTo>
                  <a:pt x="822" y="88"/>
                  <a:pt x="1" y="1948"/>
                  <a:pt x="1320" y="2893"/>
                </a:cubicBezTo>
                <a:cubicBezTo>
                  <a:pt x="1455" y="2987"/>
                  <a:pt x="1591" y="3070"/>
                  <a:pt x="1725" y="3132"/>
                </a:cubicBezTo>
                <a:cubicBezTo>
                  <a:pt x="1992" y="3255"/>
                  <a:pt x="2250" y="3309"/>
                  <a:pt x="2495" y="3309"/>
                </a:cubicBezTo>
                <a:cubicBezTo>
                  <a:pt x="4404" y="3309"/>
                  <a:pt x="5465" y="1"/>
                  <a:pt x="274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5" name="Google Shape;5675;p16"/>
          <p:cNvSpPr/>
          <p:nvPr/>
        </p:nvSpPr>
        <p:spPr>
          <a:xfrm flipH="1">
            <a:off x="8829976" y="1444629"/>
            <a:ext cx="69284" cy="41844"/>
          </a:xfrm>
          <a:custGeom>
            <a:avLst/>
            <a:gdLst/>
            <a:ahLst/>
            <a:cxnLst/>
            <a:rect l="l" t="t" r="r" b="b"/>
            <a:pathLst>
              <a:path w="5464" h="3300" extrusionOk="0">
                <a:moveTo>
                  <a:pt x="2746" y="1"/>
                </a:moveTo>
                <a:cubicBezTo>
                  <a:pt x="2688" y="1"/>
                  <a:pt x="2628" y="2"/>
                  <a:pt x="2566" y="6"/>
                </a:cubicBezTo>
                <a:cubicBezTo>
                  <a:pt x="821" y="89"/>
                  <a:pt x="0" y="1947"/>
                  <a:pt x="1309" y="2882"/>
                </a:cubicBezTo>
                <a:cubicBezTo>
                  <a:pt x="1454" y="2986"/>
                  <a:pt x="1590" y="3059"/>
                  <a:pt x="1714" y="3122"/>
                </a:cubicBezTo>
                <a:cubicBezTo>
                  <a:pt x="1981" y="3245"/>
                  <a:pt x="2241" y="3299"/>
                  <a:pt x="2486" y="3299"/>
                </a:cubicBezTo>
                <a:cubicBezTo>
                  <a:pt x="4396" y="3299"/>
                  <a:pt x="5463" y="1"/>
                  <a:pt x="274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6" name="Google Shape;5676;p16"/>
          <p:cNvSpPr/>
          <p:nvPr/>
        </p:nvSpPr>
        <p:spPr>
          <a:xfrm flipH="1">
            <a:off x="8598691" y="491035"/>
            <a:ext cx="96647" cy="96936"/>
          </a:xfrm>
          <a:custGeom>
            <a:avLst/>
            <a:gdLst/>
            <a:ahLst/>
            <a:cxnLst/>
            <a:rect l="l" t="t" r="r" b="b"/>
            <a:pathLst>
              <a:path w="4737" h="4750" extrusionOk="0">
                <a:moveTo>
                  <a:pt x="4194" y="1"/>
                </a:moveTo>
                <a:cubicBezTo>
                  <a:pt x="4142" y="1"/>
                  <a:pt x="4072" y="11"/>
                  <a:pt x="3979" y="32"/>
                </a:cubicBezTo>
                <a:cubicBezTo>
                  <a:pt x="3698" y="104"/>
                  <a:pt x="3449" y="260"/>
                  <a:pt x="3169" y="354"/>
                </a:cubicBezTo>
                <a:cubicBezTo>
                  <a:pt x="2801" y="476"/>
                  <a:pt x="2453" y="559"/>
                  <a:pt x="2095" y="559"/>
                </a:cubicBezTo>
                <a:cubicBezTo>
                  <a:pt x="1877" y="559"/>
                  <a:pt x="1656" y="528"/>
                  <a:pt x="1424" y="457"/>
                </a:cubicBezTo>
                <a:cubicBezTo>
                  <a:pt x="1050" y="344"/>
                  <a:pt x="686" y="177"/>
                  <a:pt x="312" y="83"/>
                </a:cubicBezTo>
                <a:cubicBezTo>
                  <a:pt x="290" y="76"/>
                  <a:pt x="263" y="69"/>
                  <a:pt x="238" y="69"/>
                </a:cubicBezTo>
                <a:cubicBezTo>
                  <a:pt x="228" y="69"/>
                  <a:pt x="217" y="70"/>
                  <a:pt x="208" y="74"/>
                </a:cubicBezTo>
                <a:cubicBezTo>
                  <a:pt x="115" y="94"/>
                  <a:pt x="63" y="198"/>
                  <a:pt x="74" y="302"/>
                </a:cubicBezTo>
                <a:cubicBezTo>
                  <a:pt x="115" y="925"/>
                  <a:pt x="437" y="1558"/>
                  <a:pt x="603" y="2151"/>
                </a:cubicBezTo>
                <a:cubicBezTo>
                  <a:pt x="634" y="2244"/>
                  <a:pt x="665" y="2338"/>
                  <a:pt x="665" y="2431"/>
                </a:cubicBezTo>
                <a:cubicBezTo>
                  <a:pt x="676" y="2639"/>
                  <a:pt x="572" y="2805"/>
                  <a:pt x="531" y="2992"/>
                </a:cubicBezTo>
                <a:cubicBezTo>
                  <a:pt x="416" y="3490"/>
                  <a:pt x="302" y="3937"/>
                  <a:pt x="84" y="4394"/>
                </a:cubicBezTo>
                <a:cubicBezTo>
                  <a:pt x="42" y="4477"/>
                  <a:pt x="0" y="4581"/>
                  <a:pt x="53" y="4654"/>
                </a:cubicBezTo>
                <a:cubicBezTo>
                  <a:pt x="98" y="4723"/>
                  <a:pt x="162" y="4750"/>
                  <a:pt x="235" y="4750"/>
                </a:cubicBezTo>
                <a:cubicBezTo>
                  <a:pt x="448" y="4750"/>
                  <a:pt x="736" y="4521"/>
                  <a:pt x="852" y="4436"/>
                </a:cubicBezTo>
                <a:cubicBezTo>
                  <a:pt x="1154" y="4207"/>
                  <a:pt x="1538" y="4093"/>
                  <a:pt x="1902" y="3979"/>
                </a:cubicBezTo>
                <a:cubicBezTo>
                  <a:pt x="2115" y="3912"/>
                  <a:pt x="2332" y="3884"/>
                  <a:pt x="2550" y="3884"/>
                </a:cubicBezTo>
                <a:cubicBezTo>
                  <a:pt x="3212" y="3884"/>
                  <a:pt x="3883" y="4144"/>
                  <a:pt x="4477" y="4363"/>
                </a:cubicBezTo>
                <a:cubicBezTo>
                  <a:pt x="4516" y="4379"/>
                  <a:pt x="4563" y="4393"/>
                  <a:pt x="4606" y="4393"/>
                </a:cubicBezTo>
                <a:cubicBezTo>
                  <a:pt x="4645" y="4393"/>
                  <a:pt x="4681" y="4382"/>
                  <a:pt x="4706" y="4353"/>
                </a:cubicBezTo>
                <a:cubicBezTo>
                  <a:pt x="4737" y="4311"/>
                  <a:pt x="4737" y="4270"/>
                  <a:pt x="4737" y="4228"/>
                </a:cubicBezTo>
                <a:cubicBezTo>
                  <a:pt x="4716" y="3709"/>
                  <a:pt x="4301" y="3303"/>
                  <a:pt x="4093" y="2826"/>
                </a:cubicBezTo>
                <a:cubicBezTo>
                  <a:pt x="3771" y="2109"/>
                  <a:pt x="4062" y="1247"/>
                  <a:pt x="4238" y="520"/>
                </a:cubicBezTo>
                <a:cubicBezTo>
                  <a:pt x="4301" y="291"/>
                  <a:pt x="4374" y="104"/>
                  <a:pt x="4301" y="32"/>
                </a:cubicBezTo>
                <a:cubicBezTo>
                  <a:pt x="4280" y="11"/>
                  <a:pt x="4246" y="1"/>
                  <a:pt x="419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7" name="Google Shape;5677;p16"/>
          <p:cNvSpPr/>
          <p:nvPr/>
        </p:nvSpPr>
        <p:spPr>
          <a:xfrm flipH="1">
            <a:off x="8370636" y="302797"/>
            <a:ext cx="60078" cy="60255"/>
          </a:xfrm>
          <a:custGeom>
            <a:avLst/>
            <a:gdLst/>
            <a:ahLst/>
            <a:cxnLst/>
            <a:rect l="l" t="t" r="r" b="b"/>
            <a:pathLst>
              <a:path w="4738" h="4752" extrusionOk="0">
                <a:moveTo>
                  <a:pt x="4194" y="0"/>
                </a:moveTo>
                <a:cubicBezTo>
                  <a:pt x="4142" y="0"/>
                  <a:pt x="4072" y="13"/>
                  <a:pt x="3978" y="39"/>
                </a:cubicBezTo>
                <a:cubicBezTo>
                  <a:pt x="3698" y="102"/>
                  <a:pt x="3438" y="257"/>
                  <a:pt x="3168" y="351"/>
                </a:cubicBezTo>
                <a:cubicBezTo>
                  <a:pt x="2805" y="479"/>
                  <a:pt x="2462" y="559"/>
                  <a:pt x="2108" y="559"/>
                </a:cubicBezTo>
                <a:cubicBezTo>
                  <a:pt x="1886" y="559"/>
                  <a:pt x="1660" y="527"/>
                  <a:pt x="1423" y="455"/>
                </a:cubicBezTo>
                <a:cubicBezTo>
                  <a:pt x="1049" y="340"/>
                  <a:pt x="686" y="174"/>
                  <a:pt x="312" y="81"/>
                </a:cubicBezTo>
                <a:cubicBezTo>
                  <a:pt x="290" y="73"/>
                  <a:pt x="262" y="66"/>
                  <a:pt x="234" y="66"/>
                </a:cubicBezTo>
                <a:cubicBezTo>
                  <a:pt x="222" y="66"/>
                  <a:pt x="210" y="67"/>
                  <a:pt x="198" y="70"/>
                </a:cubicBezTo>
                <a:cubicBezTo>
                  <a:pt x="115" y="91"/>
                  <a:pt x="63" y="206"/>
                  <a:pt x="73" y="299"/>
                </a:cubicBezTo>
                <a:cubicBezTo>
                  <a:pt x="115" y="922"/>
                  <a:pt x="437" y="1556"/>
                  <a:pt x="603" y="2148"/>
                </a:cubicBezTo>
                <a:cubicBezTo>
                  <a:pt x="634" y="2241"/>
                  <a:pt x="665" y="2334"/>
                  <a:pt x="665" y="2438"/>
                </a:cubicBezTo>
                <a:cubicBezTo>
                  <a:pt x="675" y="2636"/>
                  <a:pt x="572" y="2802"/>
                  <a:pt x="530" y="2989"/>
                </a:cubicBezTo>
                <a:cubicBezTo>
                  <a:pt x="416" y="3488"/>
                  <a:pt x="302" y="3934"/>
                  <a:pt x="84" y="4402"/>
                </a:cubicBezTo>
                <a:cubicBezTo>
                  <a:pt x="42" y="4485"/>
                  <a:pt x="1" y="4578"/>
                  <a:pt x="52" y="4661"/>
                </a:cubicBezTo>
                <a:cubicBezTo>
                  <a:pt x="96" y="4726"/>
                  <a:pt x="158" y="4751"/>
                  <a:pt x="229" y="4751"/>
                </a:cubicBezTo>
                <a:cubicBezTo>
                  <a:pt x="442" y="4751"/>
                  <a:pt x="735" y="4519"/>
                  <a:pt x="852" y="4433"/>
                </a:cubicBezTo>
                <a:cubicBezTo>
                  <a:pt x="1153" y="4204"/>
                  <a:pt x="1538" y="4090"/>
                  <a:pt x="1901" y="3976"/>
                </a:cubicBezTo>
                <a:cubicBezTo>
                  <a:pt x="2114" y="3909"/>
                  <a:pt x="2331" y="3881"/>
                  <a:pt x="2548" y="3881"/>
                </a:cubicBezTo>
                <a:cubicBezTo>
                  <a:pt x="3212" y="3881"/>
                  <a:pt x="3883" y="4141"/>
                  <a:pt x="4477" y="4360"/>
                </a:cubicBezTo>
                <a:cubicBezTo>
                  <a:pt x="4515" y="4376"/>
                  <a:pt x="4562" y="4390"/>
                  <a:pt x="4606" y="4390"/>
                </a:cubicBezTo>
                <a:cubicBezTo>
                  <a:pt x="4645" y="4390"/>
                  <a:pt x="4681" y="4379"/>
                  <a:pt x="4705" y="4350"/>
                </a:cubicBezTo>
                <a:cubicBezTo>
                  <a:pt x="4737" y="4308"/>
                  <a:pt x="4737" y="4266"/>
                  <a:pt x="4737" y="4225"/>
                </a:cubicBezTo>
                <a:cubicBezTo>
                  <a:pt x="4716" y="3706"/>
                  <a:pt x="4301" y="3301"/>
                  <a:pt x="4093" y="2823"/>
                </a:cubicBezTo>
                <a:cubicBezTo>
                  <a:pt x="3771" y="2106"/>
                  <a:pt x="4061" y="1244"/>
                  <a:pt x="4238" y="517"/>
                </a:cubicBezTo>
                <a:cubicBezTo>
                  <a:pt x="4301" y="289"/>
                  <a:pt x="4373" y="112"/>
                  <a:pt x="4301" y="39"/>
                </a:cubicBezTo>
                <a:cubicBezTo>
                  <a:pt x="4280" y="13"/>
                  <a:pt x="4246" y="0"/>
                  <a:pt x="419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8" name="Google Shape;5678;p16"/>
          <p:cNvSpPr/>
          <p:nvPr/>
        </p:nvSpPr>
        <p:spPr>
          <a:xfrm flipH="1">
            <a:off x="8982461" y="381397"/>
            <a:ext cx="60078" cy="60255"/>
          </a:xfrm>
          <a:custGeom>
            <a:avLst/>
            <a:gdLst/>
            <a:ahLst/>
            <a:cxnLst/>
            <a:rect l="l" t="t" r="r" b="b"/>
            <a:pathLst>
              <a:path w="4738" h="4752" extrusionOk="0">
                <a:moveTo>
                  <a:pt x="4194" y="0"/>
                </a:moveTo>
                <a:cubicBezTo>
                  <a:pt x="4142" y="0"/>
                  <a:pt x="4072" y="13"/>
                  <a:pt x="3978" y="39"/>
                </a:cubicBezTo>
                <a:cubicBezTo>
                  <a:pt x="3698" y="102"/>
                  <a:pt x="3438" y="257"/>
                  <a:pt x="3168" y="351"/>
                </a:cubicBezTo>
                <a:cubicBezTo>
                  <a:pt x="2805" y="479"/>
                  <a:pt x="2462" y="559"/>
                  <a:pt x="2108" y="559"/>
                </a:cubicBezTo>
                <a:cubicBezTo>
                  <a:pt x="1886" y="559"/>
                  <a:pt x="1660" y="527"/>
                  <a:pt x="1423" y="455"/>
                </a:cubicBezTo>
                <a:cubicBezTo>
                  <a:pt x="1049" y="340"/>
                  <a:pt x="686" y="174"/>
                  <a:pt x="312" y="81"/>
                </a:cubicBezTo>
                <a:cubicBezTo>
                  <a:pt x="290" y="73"/>
                  <a:pt x="262" y="66"/>
                  <a:pt x="234" y="66"/>
                </a:cubicBezTo>
                <a:cubicBezTo>
                  <a:pt x="222" y="66"/>
                  <a:pt x="210" y="67"/>
                  <a:pt x="198" y="70"/>
                </a:cubicBezTo>
                <a:cubicBezTo>
                  <a:pt x="115" y="91"/>
                  <a:pt x="63" y="206"/>
                  <a:pt x="73" y="299"/>
                </a:cubicBezTo>
                <a:cubicBezTo>
                  <a:pt x="115" y="922"/>
                  <a:pt x="437" y="1556"/>
                  <a:pt x="603" y="2148"/>
                </a:cubicBezTo>
                <a:cubicBezTo>
                  <a:pt x="634" y="2241"/>
                  <a:pt x="665" y="2334"/>
                  <a:pt x="665" y="2438"/>
                </a:cubicBezTo>
                <a:cubicBezTo>
                  <a:pt x="675" y="2636"/>
                  <a:pt x="572" y="2802"/>
                  <a:pt x="530" y="2989"/>
                </a:cubicBezTo>
                <a:cubicBezTo>
                  <a:pt x="416" y="3488"/>
                  <a:pt x="302" y="3934"/>
                  <a:pt x="84" y="4402"/>
                </a:cubicBezTo>
                <a:cubicBezTo>
                  <a:pt x="42" y="4485"/>
                  <a:pt x="1" y="4578"/>
                  <a:pt x="52" y="4661"/>
                </a:cubicBezTo>
                <a:cubicBezTo>
                  <a:pt x="96" y="4726"/>
                  <a:pt x="158" y="4751"/>
                  <a:pt x="229" y="4751"/>
                </a:cubicBezTo>
                <a:cubicBezTo>
                  <a:pt x="442" y="4751"/>
                  <a:pt x="735" y="4519"/>
                  <a:pt x="852" y="4433"/>
                </a:cubicBezTo>
                <a:cubicBezTo>
                  <a:pt x="1153" y="4204"/>
                  <a:pt x="1538" y="4090"/>
                  <a:pt x="1901" y="3976"/>
                </a:cubicBezTo>
                <a:cubicBezTo>
                  <a:pt x="2114" y="3909"/>
                  <a:pt x="2331" y="3881"/>
                  <a:pt x="2548" y="3881"/>
                </a:cubicBezTo>
                <a:cubicBezTo>
                  <a:pt x="3212" y="3881"/>
                  <a:pt x="3883" y="4141"/>
                  <a:pt x="4477" y="4360"/>
                </a:cubicBezTo>
                <a:cubicBezTo>
                  <a:pt x="4515" y="4376"/>
                  <a:pt x="4562" y="4390"/>
                  <a:pt x="4606" y="4390"/>
                </a:cubicBezTo>
                <a:cubicBezTo>
                  <a:pt x="4645" y="4390"/>
                  <a:pt x="4681" y="4379"/>
                  <a:pt x="4705" y="4350"/>
                </a:cubicBezTo>
                <a:cubicBezTo>
                  <a:pt x="4737" y="4308"/>
                  <a:pt x="4737" y="4266"/>
                  <a:pt x="4737" y="4225"/>
                </a:cubicBezTo>
                <a:cubicBezTo>
                  <a:pt x="4716" y="3706"/>
                  <a:pt x="4301" y="3301"/>
                  <a:pt x="4093" y="2823"/>
                </a:cubicBezTo>
                <a:cubicBezTo>
                  <a:pt x="3771" y="2106"/>
                  <a:pt x="4061" y="1244"/>
                  <a:pt x="4238" y="517"/>
                </a:cubicBezTo>
                <a:cubicBezTo>
                  <a:pt x="4301" y="289"/>
                  <a:pt x="4373" y="112"/>
                  <a:pt x="4301" y="39"/>
                </a:cubicBezTo>
                <a:cubicBezTo>
                  <a:pt x="4280" y="13"/>
                  <a:pt x="4246" y="0"/>
                  <a:pt x="419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9" name="Google Shape;5679;p16"/>
          <p:cNvGrpSpPr/>
          <p:nvPr/>
        </p:nvGrpSpPr>
        <p:grpSpPr>
          <a:xfrm>
            <a:off x="176636" y="3973197"/>
            <a:ext cx="728264" cy="968957"/>
            <a:chOff x="176636" y="3973197"/>
            <a:chExt cx="728264" cy="968957"/>
          </a:xfrm>
        </p:grpSpPr>
        <p:sp>
          <p:nvSpPr>
            <p:cNvPr id="5680" name="Google Shape;5680;p16"/>
            <p:cNvSpPr/>
            <p:nvPr/>
          </p:nvSpPr>
          <p:spPr>
            <a:xfrm flipH="1">
              <a:off x="377236" y="4752447"/>
              <a:ext cx="60078" cy="60255"/>
            </a:xfrm>
            <a:custGeom>
              <a:avLst/>
              <a:gdLst/>
              <a:ahLst/>
              <a:cxnLst/>
              <a:rect l="l" t="t" r="r" b="b"/>
              <a:pathLst>
                <a:path w="4738" h="4752" extrusionOk="0">
                  <a:moveTo>
                    <a:pt x="4194" y="0"/>
                  </a:moveTo>
                  <a:cubicBezTo>
                    <a:pt x="4142" y="0"/>
                    <a:pt x="4072" y="13"/>
                    <a:pt x="3978" y="39"/>
                  </a:cubicBezTo>
                  <a:cubicBezTo>
                    <a:pt x="3698" y="102"/>
                    <a:pt x="3438" y="257"/>
                    <a:pt x="3168" y="351"/>
                  </a:cubicBezTo>
                  <a:cubicBezTo>
                    <a:pt x="2805" y="479"/>
                    <a:pt x="2462" y="559"/>
                    <a:pt x="2108" y="559"/>
                  </a:cubicBezTo>
                  <a:cubicBezTo>
                    <a:pt x="1886" y="559"/>
                    <a:pt x="1660" y="527"/>
                    <a:pt x="1423" y="455"/>
                  </a:cubicBezTo>
                  <a:cubicBezTo>
                    <a:pt x="1049" y="340"/>
                    <a:pt x="686" y="174"/>
                    <a:pt x="312" y="81"/>
                  </a:cubicBezTo>
                  <a:cubicBezTo>
                    <a:pt x="290" y="73"/>
                    <a:pt x="262" y="66"/>
                    <a:pt x="234" y="66"/>
                  </a:cubicBezTo>
                  <a:cubicBezTo>
                    <a:pt x="222" y="66"/>
                    <a:pt x="210" y="67"/>
                    <a:pt x="198" y="70"/>
                  </a:cubicBezTo>
                  <a:cubicBezTo>
                    <a:pt x="115" y="91"/>
                    <a:pt x="63" y="206"/>
                    <a:pt x="73" y="299"/>
                  </a:cubicBezTo>
                  <a:cubicBezTo>
                    <a:pt x="115" y="922"/>
                    <a:pt x="437" y="1556"/>
                    <a:pt x="603" y="2148"/>
                  </a:cubicBezTo>
                  <a:cubicBezTo>
                    <a:pt x="634" y="2241"/>
                    <a:pt x="665" y="2334"/>
                    <a:pt x="665" y="2438"/>
                  </a:cubicBezTo>
                  <a:cubicBezTo>
                    <a:pt x="675" y="2636"/>
                    <a:pt x="572" y="2802"/>
                    <a:pt x="530" y="2989"/>
                  </a:cubicBezTo>
                  <a:cubicBezTo>
                    <a:pt x="416" y="3488"/>
                    <a:pt x="302" y="3934"/>
                    <a:pt x="84" y="4402"/>
                  </a:cubicBezTo>
                  <a:cubicBezTo>
                    <a:pt x="42" y="4485"/>
                    <a:pt x="1" y="4578"/>
                    <a:pt x="52" y="4661"/>
                  </a:cubicBezTo>
                  <a:cubicBezTo>
                    <a:pt x="96" y="4726"/>
                    <a:pt x="158" y="4751"/>
                    <a:pt x="229" y="4751"/>
                  </a:cubicBezTo>
                  <a:cubicBezTo>
                    <a:pt x="442" y="4751"/>
                    <a:pt x="735" y="4519"/>
                    <a:pt x="852" y="4433"/>
                  </a:cubicBezTo>
                  <a:cubicBezTo>
                    <a:pt x="1153" y="4204"/>
                    <a:pt x="1538" y="4090"/>
                    <a:pt x="1901" y="3976"/>
                  </a:cubicBezTo>
                  <a:cubicBezTo>
                    <a:pt x="2114" y="3909"/>
                    <a:pt x="2331" y="3881"/>
                    <a:pt x="2548" y="3881"/>
                  </a:cubicBezTo>
                  <a:cubicBezTo>
                    <a:pt x="3212" y="3881"/>
                    <a:pt x="3883" y="4141"/>
                    <a:pt x="4477" y="4360"/>
                  </a:cubicBezTo>
                  <a:cubicBezTo>
                    <a:pt x="4515" y="4376"/>
                    <a:pt x="4562" y="4390"/>
                    <a:pt x="4606" y="4390"/>
                  </a:cubicBezTo>
                  <a:cubicBezTo>
                    <a:pt x="4645" y="4390"/>
                    <a:pt x="4681" y="4379"/>
                    <a:pt x="4705" y="4350"/>
                  </a:cubicBezTo>
                  <a:cubicBezTo>
                    <a:pt x="4737" y="4308"/>
                    <a:pt x="4737" y="4266"/>
                    <a:pt x="4737" y="4225"/>
                  </a:cubicBezTo>
                  <a:cubicBezTo>
                    <a:pt x="4716" y="3706"/>
                    <a:pt x="4301" y="3301"/>
                    <a:pt x="4093" y="2823"/>
                  </a:cubicBezTo>
                  <a:cubicBezTo>
                    <a:pt x="3771" y="2106"/>
                    <a:pt x="4061" y="1244"/>
                    <a:pt x="4238" y="517"/>
                  </a:cubicBezTo>
                  <a:cubicBezTo>
                    <a:pt x="4301" y="289"/>
                    <a:pt x="4373" y="112"/>
                    <a:pt x="4301" y="39"/>
                  </a:cubicBezTo>
                  <a:cubicBezTo>
                    <a:pt x="4280" y="13"/>
                    <a:pt x="4246" y="0"/>
                    <a:pt x="41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1" name="Google Shape;5681;p16"/>
            <p:cNvSpPr/>
            <p:nvPr/>
          </p:nvSpPr>
          <p:spPr>
            <a:xfrm flipH="1">
              <a:off x="470161" y="4272222"/>
              <a:ext cx="60078" cy="60255"/>
            </a:xfrm>
            <a:custGeom>
              <a:avLst/>
              <a:gdLst/>
              <a:ahLst/>
              <a:cxnLst/>
              <a:rect l="l" t="t" r="r" b="b"/>
              <a:pathLst>
                <a:path w="4738" h="4752" extrusionOk="0">
                  <a:moveTo>
                    <a:pt x="4194" y="0"/>
                  </a:moveTo>
                  <a:cubicBezTo>
                    <a:pt x="4142" y="0"/>
                    <a:pt x="4072" y="13"/>
                    <a:pt x="3978" y="39"/>
                  </a:cubicBezTo>
                  <a:cubicBezTo>
                    <a:pt x="3698" y="102"/>
                    <a:pt x="3438" y="257"/>
                    <a:pt x="3168" y="351"/>
                  </a:cubicBezTo>
                  <a:cubicBezTo>
                    <a:pt x="2805" y="479"/>
                    <a:pt x="2462" y="559"/>
                    <a:pt x="2108" y="559"/>
                  </a:cubicBezTo>
                  <a:cubicBezTo>
                    <a:pt x="1886" y="559"/>
                    <a:pt x="1660" y="527"/>
                    <a:pt x="1423" y="455"/>
                  </a:cubicBezTo>
                  <a:cubicBezTo>
                    <a:pt x="1049" y="340"/>
                    <a:pt x="686" y="174"/>
                    <a:pt x="312" y="81"/>
                  </a:cubicBezTo>
                  <a:cubicBezTo>
                    <a:pt x="290" y="73"/>
                    <a:pt x="262" y="66"/>
                    <a:pt x="234" y="66"/>
                  </a:cubicBezTo>
                  <a:cubicBezTo>
                    <a:pt x="222" y="66"/>
                    <a:pt x="210" y="67"/>
                    <a:pt x="198" y="70"/>
                  </a:cubicBezTo>
                  <a:cubicBezTo>
                    <a:pt x="115" y="91"/>
                    <a:pt x="63" y="206"/>
                    <a:pt x="73" y="299"/>
                  </a:cubicBezTo>
                  <a:cubicBezTo>
                    <a:pt x="115" y="922"/>
                    <a:pt x="437" y="1556"/>
                    <a:pt x="603" y="2148"/>
                  </a:cubicBezTo>
                  <a:cubicBezTo>
                    <a:pt x="634" y="2241"/>
                    <a:pt x="665" y="2334"/>
                    <a:pt x="665" y="2438"/>
                  </a:cubicBezTo>
                  <a:cubicBezTo>
                    <a:pt x="675" y="2636"/>
                    <a:pt x="572" y="2802"/>
                    <a:pt x="530" y="2989"/>
                  </a:cubicBezTo>
                  <a:cubicBezTo>
                    <a:pt x="416" y="3488"/>
                    <a:pt x="302" y="3934"/>
                    <a:pt x="84" y="4402"/>
                  </a:cubicBezTo>
                  <a:cubicBezTo>
                    <a:pt x="42" y="4485"/>
                    <a:pt x="1" y="4578"/>
                    <a:pt x="52" y="4661"/>
                  </a:cubicBezTo>
                  <a:cubicBezTo>
                    <a:pt x="96" y="4726"/>
                    <a:pt x="158" y="4751"/>
                    <a:pt x="229" y="4751"/>
                  </a:cubicBezTo>
                  <a:cubicBezTo>
                    <a:pt x="442" y="4751"/>
                    <a:pt x="735" y="4519"/>
                    <a:pt x="852" y="4433"/>
                  </a:cubicBezTo>
                  <a:cubicBezTo>
                    <a:pt x="1153" y="4204"/>
                    <a:pt x="1538" y="4090"/>
                    <a:pt x="1901" y="3976"/>
                  </a:cubicBezTo>
                  <a:cubicBezTo>
                    <a:pt x="2114" y="3909"/>
                    <a:pt x="2331" y="3881"/>
                    <a:pt x="2548" y="3881"/>
                  </a:cubicBezTo>
                  <a:cubicBezTo>
                    <a:pt x="3212" y="3881"/>
                    <a:pt x="3883" y="4141"/>
                    <a:pt x="4477" y="4360"/>
                  </a:cubicBezTo>
                  <a:cubicBezTo>
                    <a:pt x="4515" y="4376"/>
                    <a:pt x="4562" y="4390"/>
                    <a:pt x="4606" y="4390"/>
                  </a:cubicBezTo>
                  <a:cubicBezTo>
                    <a:pt x="4645" y="4390"/>
                    <a:pt x="4681" y="4379"/>
                    <a:pt x="4705" y="4350"/>
                  </a:cubicBezTo>
                  <a:cubicBezTo>
                    <a:pt x="4737" y="4308"/>
                    <a:pt x="4737" y="4266"/>
                    <a:pt x="4737" y="4225"/>
                  </a:cubicBezTo>
                  <a:cubicBezTo>
                    <a:pt x="4716" y="3706"/>
                    <a:pt x="4301" y="3301"/>
                    <a:pt x="4093" y="2823"/>
                  </a:cubicBezTo>
                  <a:cubicBezTo>
                    <a:pt x="3771" y="2106"/>
                    <a:pt x="4061" y="1244"/>
                    <a:pt x="4238" y="517"/>
                  </a:cubicBezTo>
                  <a:cubicBezTo>
                    <a:pt x="4301" y="289"/>
                    <a:pt x="4373" y="112"/>
                    <a:pt x="4301" y="39"/>
                  </a:cubicBezTo>
                  <a:cubicBezTo>
                    <a:pt x="4280" y="13"/>
                    <a:pt x="4246" y="0"/>
                    <a:pt x="41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2" name="Google Shape;5682;p16"/>
            <p:cNvSpPr/>
            <p:nvPr/>
          </p:nvSpPr>
          <p:spPr>
            <a:xfrm flipH="1">
              <a:off x="812938" y="4886549"/>
              <a:ext cx="91962" cy="55606"/>
            </a:xfrm>
            <a:custGeom>
              <a:avLst/>
              <a:gdLst/>
              <a:ahLst/>
              <a:cxnLst/>
              <a:rect l="l" t="t" r="r" b="b"/>
              <a:pathLst>
                <a:path w="18739" h="11325" extrusionOk="0">
                  <a:moveTo>
                    <a:pt x="9395" y="1"/>
                  </a:moveTo>
                  <a:cubicBezTo>
                    <a:pt x="9201" y="1"/>
                    <a:pt x="9002" y="6"/>
                    <a:pt x="8798" y="16"/>
                  </a:cubicBezTo>
                  <a:cubicBezTo>
                    <a:pt x="2815" y="306"/>
                    <a:pt x="1" y="6674"/>
                    <a:pt x="4508" y="9904"/>
                  </a:cubicBezTo>
                  <a:cubicBezTo>
                    <a:pt x="4975" y="10236"/>
                    <a:pt x="5443" y="10506"/>
                    <a:pt x="5900" y="10714"/>
                  </a:cubicBezTo>
                  <a:cubicBezTo>
                    <a:pt x="6817" y="11137"/>
                    <a:pt x="7707" y="11325"/>
                    <a:pt x="8548" y="11325"/>
                  </a:cubicBezTo>
                  <a:cubicBezTo>
                    <a:pt x="15091" y="11325"/>
                    <a:pt x="18739" y="1"/>
                    <a:pt x="939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3" name="Google Shape;5683;p16"/>
            <p:cNvSpPr/>
            <p:nvPr/>
          </p:nvSpPr>
          <p:spPr>
            <a:xfrm flipH="1">
              <a:off x="176636" y="3973197"/>
              <a:ext cx="60078" cy="60255"/>
            </a:xfrm>
            <a:custGeom>
              <a:avLst/>
              <a:gdLst/>
              <a:ahLst/>
              <a:cxnLst/>
              <a:rect l="l" t="t" r="r" b="b"/>
              <a:pathLst>
                <a:path w="4738" h="4752" extrusionOk="0">
                  <a:moveTo>
                    <a:pt x="4194" y="0"/>
                  </a:moveTo>
                  <a:cubicBezTo>
                    <a:pt x="4142" y="0"/>
                    <a:pt x="4072" y="13"/>
                    <a:pt x="3978" y="39"/>
                  </a:cubicBezTo>
                  <a:cubicBezTo>
                    <a:pt x="3698" y="102"/>
                    <a:pt x="3438" y="257"/>
                    <a:pt x="3168" y="351"/>
                  </a:cubicBezTo>
                  <a:cubicBezTo>
                    <a:pt x="2805" y="479"/>
                    <a:pt x="2462" y="559"/>
                    <a:pt x="2108" y="559"/>
                  </a:cubicBezTo>
                  <a:cubicBezTo>
                    <a:pt x="1886" y="559"/>
                    <a:pt x="1660" y="527"/>
                    <a:pt x="1423" y="455"/>
                  </a:cubicBezTo>
                  <a:cubicBezTo>
                    <a:pt x="1049" y="340"/>
                    <a:pt x="686" y="174"/>
                    <a:pt x="312" y="81"/>
                  </a:cubicBezTo>
                  <a:cubicBezTo>
                    <a:pt x="290" y="73"/>
                    <a:pt x="262" y="66"/>
                    <a:pt x="234" y="66"/>
                  </a:cubicBezTo>
                  <a:cubicBezTo>
                    <a:pt x="222" y="66"/>
                    <a:pt x="210" y="67"/>
                    <a:pt x="198" y="70"/>
                  </a:cubicBezTo>
                  <a:cubicBezTo>
                    <a:pt x="115" y="91"/>
                    <a:pt x="63" y="206"/>
                    <a:pt x="73" y="299"/>
                  </a:cubicBezTo>
                  <a:cubicBezTo>
                    <a:pt x="115" y="922"/>
                    <a:pt x="437" y="1556"/>
                    <a:pt x="603" y="2148"/>
                  </a:cubicBezTo>
                  <a:cubicBezTo>
                    <a:pt x="634" y="2241"/>
                    <a:pt x="665" y="2334"/>
                    <a:pt x="665" y="2438"/>
                  </a:cubicBezTo>
                  <a:cubicBezTo>
                    <a:pt x="675" y="2636"/>
                    <a:pt x="572" y="2802"/>
                    <a:pt x="530" y="2989"/>
                  </a:cubicBezTo>
                  <a:cubicBezTo>
                    <a:pt x="416" y="3488"/>
                    <a:pt x="302" y="3934"/>
                    <a:pt x="84" y="4402"/>
                  </a:cubicBezTo>
                  <a:cubicBezTo>
                    <a:pt x="42" y="4485"/>
                    <a:pt x="1" y="4578"/>
                    <a:pt x="52" y="4661"/>
                  </a:cubicBezTo>
                  <a:cubicBezTo>
                    <a:pt x="96" y="4726"/>
                    <a:pt x="158" y="4751"/>
                    <a:pt x="229" y="4751"/>
                  </a:cubicBezTo>
                  <a:cubicBezTo>
                    <a:pt x="442" y="4751"/>
                    <a:pt x="735" y="4519"/>
                    <a:pt x="852" y="4433"/>
                  </a:cubicBezTo>
                  <a:cubicBezTo>
                    <a:pt x="1153" y="4204"/>
                    <a:pt x="1538" y="4090"/>
                    <a:pt x="1901" y="3976"/>
                  </a:cubicBezTo>
                  <a:cubicBezTo>
                    <a:pt x="2114" y="3909"/>
                    <a:pt x="2331" y="3881"/>
                    <a:pt x="2548" y="3881"/>
                  </a:cubicBezTo>
                  <a:cubicBezTo>
                    <a:pt x="3212" y="3881"/>
                    <a:pt x="3883" y="4141"/>
                    <a:pt x="4477" y="4360"/>
                  </a:cubicBezTo>
                  <a:cubicBezTo>
                    <a:pt x="4515" y="4376"/>
                    <a:pt x="4562" y="4390"/>
                    <a:pt x="4606" y="4390"/>
                  </a:cubicBezTo>
                  <a:cubicBezTo>
                    <a:pt x="4645" y="4390"/>
                    <a:pt x="4681" y="4379"/>
                    <a:pt x="4705" y="4350"/>
                  </a:cubicBezTo>
                  <a:cubicBezTo>
                    <a:pt x="4737" y="4308"/>
                    <a:pt x="4737" y="4266"/>
                    <a:pt x="4737" y="4225"/>
                  </a:cubicBezTo>
                  <a:cubicBezTo>
                    <a:pt x="4716" y="3706"/>
                    <a:pt x="4301" y="3301"/>
                    <a:pt x="4093" y="2823"/>
                  </a:cubicBezTo>
                  <a:cubicBezTo>
                    <a:pt x="3771" y="2106"/>
                    <a:pt x="4061" y="1244"/>
                    <a:pt x="4238" y="517"/>
                  </a:cubicBezTo>
                  <a:cubicBezTo>
                    <a:pt x="4301" y="289"/>
                    <a:pt x="4373" y="112"/>
                    <a:pt x="4301" y="39"/>
                  </a:cubicBezTo>
                  <a:cubicBezTo>
                    <a:pt x="4280" y="13"/>
                    <a:pt x="4246" y="0"/>
                    <a:pt x="41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2">
    <p:spTree>
      <p:nvGrpSpPr>
        <p:cNvPr id="1" name="Shape 6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31" name="Google Shape;6831;p20"/>
          <p:cNvGrpSpPr/>
          <p:nvPr/>
        </p:nvGrpSpPr>
        <p:grpSpPr>
          <a:xfrm>
            <a:off x="176625" y="110350"/>
            <a:ext cx="8790774" cy="4922811"/>
            <a:chOff x="131600" y="118425"/>
            <a:chExt cx="8790774" cy="4922811"/>
          </a:xfrm>
        </p:grpSpPr>
        <p:sp>
          <p:nvSpPr>
            <p:cNvPr id="6832" name="Google Shape;6832;p20"/>
            <p:cNvSpPr/>
            <p:nvPr/>
          </p:nvSpPr>
          <p:spPr>
            <a:xfrm rot="5400000">
              <a:off x="856680" y="10329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833" name="Google Shape;6833;p20"/>
            <p:cNvGrpSpPr/>
            <p:nvPr/>
          </p:nvGrpSpPr>
          <p:grpSpPr>
            <a:xfrm>
              <a:off x="131600" y="1884558"/>
              <a:ext cx="2122449" cy="3112715"/>
              <a:chOff x="131600" y="1884558"/>
              <a:chExt cx="2122449" cy="3112715"/>
            </a:xfrm>
          </p:grpSpPr>
          <p:sp>
            <p:nvSpPr>
              <p:cNvPr id="6834" name="Google Shape;6834;p20"/>
              <p:cNvSpPr/>
              <p:nvPr/>
            </p:nvSpPr>
            <p:spPr>
              <a:xfrm rot="5400000" flipH="1">
                <a:off x="1356823" y="353957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5" name="Google Shape;6835;p20"/>
              <p:cNvSpPr/>
              <p:nvPr/>
            </p:nvSpPr>
            <p:spPr>
              <a:xfrm rot="5400000" flipH="1">
                <a:off x="368247" y="3804694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6" name="Google Shape;6836;p20"/>
              <p:cNvSpPr/>
              <p:nvPr/>
            </p:nvSpPr>
            <p:spPr>
              <a:xfrm rot="5400000" flipH="1">
                <a:off x="1212834" y="4945234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7" name="Google Shape;6837;p20"/>
              <p:cNvSpPr/>
              <p:nvPr/>
            </p:nvSpPr>
            <p:spPr>
              <a:xfrm rot="5400000" flipH="1">
                <a:off x="1889810" y="3456082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8" name="Google Shape;6838;p20"/>
              <p:cNvSpPr/>
              <p:nvPr/>
            </p:nvSpPr>
            <p:spPr>
              <a:xfrm rot="5400000" flipH="1">
                <a:off x="871337" y="4472741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9" name="Google Shape;6839;p20"/>
              <p:cNvSpPr/>
              <p:nvPr/>
            </p:nvSpPr>
            <p:spPr>
              <a:xfrm rot="5400000" flipH="1">
                <a:off x="1458022" y="2595443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0" name="Google Shape;6840;p20"/>
              <p:cNvSpPr/>
              <p:nvPr/>
            </p:nvSpPr>
            <p:spPr>
              <a:xfrm rot="5400000" flipH="1">
                <a:off x="373906" y="24622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1" name="Google Shape;6841;p20"/>
              <p:cNvSpPr/>
              <p:nvPr/>
            </p:nvSpPr>
            <p:spPr>
              <a:xfrm rot="5400000" flipH="1">
                <a:off x="573665" y="420799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2" name="Google Shape;6842;p20"/>
              <p:cNvSpPr/>
              <p:nvPr/>
            </p:nvSpPr>
            <p:spPr>
              <a:xfrm rot="5400000" flipH="1">
                <a:off x="368214" y="3290320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3" name="Google Shape;6843;p20"/>
              <p:cNvSpPr/>
              <p:nvPr/>
            </p:nvSpPr>
            <p:spPr>
              <a:xfrm rot="5400000" flipH="1">
                <a:off x="149520" y="294366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4" name="Google Shape;6844;p20"/>
              <p:cNvSpPr/>
              <p:nvPr/>
            </p:nvSpPr>
            <p:spPr>
              <a:xfrm rot="5400000" flipH="1">
                <a:off x="1558343" y="306837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5" name="Google Shape;6845;p20"/>
              <p:cNvSpPr/>
              <p:nvPr/>
            </p:nvSpPr>
            <p:spPr>
              <a:xfrm rot="5400000" flipH="1">
                <a:off x="130236" y="3708247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6" name="Google Shape;6846;p20"/>
              <p:cNvSpPr/>
              <p:nvPr/>
            </p:nvSpPr>
            <p:spPr>
              <a:xfrm rot="5400000" flipH="1">
                <a:off x="400364" y="4926212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7" name="Google Shape;6847;p20"/>
              <p:cNvSpPr/>
              <p:nvPr/>
            </p:nvSpPr>
            <p:spPr>
              <a:xfrm rot="5400000" flipH="1">
                <a:off x="799823" y="3303605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8" name="Google Shape;6848;p20"/>
              <p:cNvSpPr/>
              <p:nvPr/>
            </p:nvSpPr>
            <p:spPr>
              <a:xfrm rot="5400000" flipH="1">
                <a:off x="1234010" y="4104986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9" name="Google Shape;6849;p20"/>
              <p:cNvSpPr/>
              <p:nvPr/>
            </p:nvSpPr>
            <p:spPr>
              <a:xfrm rot="5400000" flipH="1">
                <a:off x="379148" y="2080743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0" name="Google Shape;6850;p20"/>
              <p:cNvSpPr/>
              <p:nvPr/>
            </p:nvSpPr>
            <p:spPr>
              <a:xfrm rot="5400000" flipH="1">
                <a:off x="891672" y="3760348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1" name="Google Shape;6851;p20"/>
              <p:cNvSpPr/>
              <p:nvPr/>
            </p:nvSpPr>
            <p:spPr>
              <a:xfrm rot="5400000">
                <a:off x="927170" y="1943554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2" name="Google Shape;6852;p20"/>
              <p:cNvSpPr/>
              <p:nvPr/>
            </p:nvSpPr>
            <p:spPr>
              <a:xfrm rot="5400000">
                <a:off x="1099652" y="232334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3" name="Google Shape;6853;p20"/>
              <p:cNvSpPr/>
              <p:nvPr/>
            </p:nvSpPr>
            <p:spPr>
              <a:xfrm rot="5400000">
                <a:off x="952606" y="295021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4" name="Google Shape;6854;p20"/>
              <p:cNvSpPr/>
              <p:nvPr/>
            </p:nvSpPr>
            <p:spPr>
              <a:xfrm rot="5400000">
                <a:off x="729827" y="227943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5" name="Google Shape;6855;p20"/>
              <p:cNvSpPr/>
              <p:nvPr/>
            </p:nvSpPr>
            <p:spPr>
              <a:xfrm rot="5400000">
                <a:off x="1976994" y="309729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6" name="Google Shape;6856;p20"/>
              <p:cNvSpPr/>
              <p:nvPr/>
            </p:nvSpPr>
            <p:spPr>
              <a:xfrm rot="5400000">
                <a:off x="1439631" y="1886769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7" name="Google Shape;6857;p20"/>
              <p:cNvSpPr/>
              <p:nvPr/>
            </p:nvSpPr>
            <p:spPr>
              <a:xfrm rot="5400000">
                <a:off x="2225601" y="353958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8" name="Google Shape;6858;p20"/>
              <p:cNvSpPr/>
              <p:nvPr/>
            </p:nvSpPr>
            <p:spPr>
              <a:xfrm rot="5400000">
                <a:off x="771336" y="2669355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59" name="Google Shape;6859;p20"/>
            <p:cNvGrpSpPr/>
            <p:nvPr/>
          </p:nvGrpSpPr>
          <p:grpSpPr>
            <a:xfrm flipH="1">
              <a:off x="2342550" y="2567965"/>
              <a:ext cx="3964145" cy="1455821"/>
              <a:chOff x="3233388" y="140740"/>
              <a:chExt cx="3964145" cy="1455821"/>
            </a:xfrm>
          </p:grpSpPr>
          <p:sp>
            <p:nvSpPr>
              <p:cNvPr id="6860" name="Google Shape;6860;p20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1" name="Google Shape;6861;p20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2" name="Google Shape;6862;p20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3" name="Google Shape;6863;p20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4" name="Google Shape;6864;p20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5" name="Google Shape;6865;p20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6" name="Google Shape;6866;p20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7" name="Google Shape;6867;p20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8" name="Google Shape;6868;p20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9" name="Google Shape;6869;p20"/>
              <p:cNvSpPr/>
              <p:nvPr/>
            </p:nvSpPr>
            <p:spPr>
              <a:xfrm rot="10800000" flipH="1">
                <a:off x="5542101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0" name="Google Shape;6870;p20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1" name="Google Shape;6871;p20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2" name="Google Shape;6872;p20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3" name="Google Shape;6873;p20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4" name="Google Shape;6874;p20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5" name="Google Shape;6875;p20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6" name="Google Shape;6876;p20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7" name="Google Shape;6877;p20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8" name="Google Shape;6878;p20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9" name="Google Shape;6879;p20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0" name="Google Shape;6880;p20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1" name="Google Shape;6881;p20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2" name="Google Shape;6882;p20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3" name="Google Shape;6883;p20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4" name="Google Shape;6884;p20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5" name="Google Shape;6885;p20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886" name="Google Shape;6886;p20"/>
            <p:cNvSpPr/>
            <p:nvPr/>
          </p:nvSpPr>
          <p:spPr>
            <a:xfrm rot="10800000">
              <a:off x="5467181" y="2274087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7" name="Google Shape;6887;p20"/>
            <p:cNvSpPr/>
            <p:nvPr/>
          </p:nvSpPr>
          <p:spPr>
            <a:xfrm rot="10800000">
              <a:off x="1791338" y="2418078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8" name="Google Shape;6888;p20"/>
            <p:cNvSpPr/>
            <p:nvPr/>
          </p:nvSpPr>
          <p:spPr>
            <a:xfrm rot="10800000">
              <a:off x="4994538" y="1932740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9" name="Google Shape;6889;p20"/>
            <p:cNvSpPr/>
            <p:nvPr/>
          </p:nvSpPr>
          <p:spPr>
            <a:xfrm rot="10800000">
              <a:off x="2710372" y="255468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0" name="Google Shape;6890;p20"/>
            <p:cNvSpPr/>
            <p:nvPr/>
          </p:nvSpPr>
          <p:spPr>
            <a:xfrm rot="10800000">
              <a:off x="2984293" y="1435017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1" name="Google Shape;6891;p20"/>
            <p:cNvSpPr/>
            <p:nvPr/>
          </p:nvSpPr>
          <p:spPr>
            <a:xfrm rot="10800000">
              <a:off x="4625351" y="1874393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2" name="Google Shape;6892;p20"/>
            <p:cNvSpPr/>
            <p:nvPr/>
          </p:nvSpPr>
          <p:spPr>
            <a:xfrm rot="10800000">
              <a:off x="3812259" y="1429475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3" name="Google Shape;6893;p20"/>
            <p:cNvSpPr/>
            <p:nvPr/>
          </p:nvSpPr>
          <p:spPr>
            <a:xfrm rot="10800000">
              <a:off x="3473571" y="24251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4" name="Google Shape;6894;p20"/>
            <p:cNvSpPr/>
            <p:nvPr/>
          </p:nvSpPr>
          <p:spPr>
            <a:xfrm rot="10800000">
              <a:off x="3823198" y="1863430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5" name="Google Shape;6895;p20"/>
            <p:cNvSpPr/>
            <p:nvPr/>
          </p:nvSpPr>
          <p:spPr>
            <a:xfrm rot="10800000">
              <a:off x="4626925" y="2295271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6" name="Google Shape;6896;p20"/>
            <p:cNvSpPr/>
            <p:nvPr/>
          </p:nvSpPr>
          <p:spPr>
            <a:xfrm rot="10800000">
              <a:off x="2405511" y="1257842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7" name="Google Shape;6897;p20"/>
            <p:cNvSpPr/>
            <p:nvPr/>
          </p:nvSpPr>
          <p:spPr>
            <a:xfrm rot="10800000">
              <a:off x="4282295" y="1952925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8" name="Google Shape;6898;p20"/>
            <p:cNvSpPr/>
            <p:nvPr/>
          </p:nvSpPr>
          <p:spPr>
            <a:xfrm rot="10800000" flipH="1">
              <a:off x="2379646" y="1608191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9" name="Google Shape;6899;p20"/>
            <p:cNvSpPr/>
            <p:nvPr/>
          </p:nvSpPr>
          <p:spPr>
            <a:xfrm rot="10800000" flipH="1">
              <a:off x="2845296" y="2160906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0" name="Google Shape;6900;p20"/>
            <p:cNvSpPr/>
            <p:nvPr/>
          </p:nvSpPr>
          <p:spPr>
            <a:xfrm rot="10800000" flipH="1">
              <a:off x="1555075" y="19177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1" name="Google Shape;6901;p20"/>
            <p:cNvSpPr/>
            <p:nvPr/>
          </p:nvSpPr>
          <p:spPr>
            <a:xfrm rot="10800000" flipH="1">
              <a:off x="3472169" y="201385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2" name="Google Shape;6902;p20"/>
            <p:cNvSpPr/>
            <p:nvPr/>
          </p:nvSpPr>
          <p:spPr>
            <a:xfrm rot="10800000" flipH="1">
              <a:off x="2801524" y="179093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3" name="Google Shape;6903;p20"/>
            <p:cNvSpPr/>
            <p:nvPr/>
          </p:nvSpPr>
          <p:spPr>
            <a:xfrm rot="10800000" flipH="1">
              <a:off x="2007089" y="1854122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4" name="Google Shape;6904;p20"/>
            <p:cNvSpPr/>
            <p:nvPr/>
          </p:nvSpPr>
          <p:spPr>
            <a:xfrm rot="10800000" flipH="1">
              <a:off x="2379655" y="22472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5" name="Google Shape;6905;p20"/>
            <p:cNvSpPr/>
            <p:nvPr/>
          </p:nvSpPr>
          <p:spPr>
            <a:xfrm rot="10800000" flipH="1">
              <a:off x="3188821" y="1835070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6" name="Google Shape;6906;p20"/>
            <p:cNvSpPr/>
            <p:nvPr/>
          </p:nvSpPr>
          <p:spPr>
            <a:xfrm rot="-5400000">
              <a:off x="6437893" y="3297974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7" name="Google Shape;6907;p20"/>
            <p:cNvSpPr/>
            <p:nvPr/>
          </p:nvSpPr>
          <p:spPr>
            <a:xfrm rot="-5400000">
              <a:off x="7426754" y="3563094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8" name="Google Shape;6908;p20"/>
            <p:cNvSpPr/>
            <p:nvPr/>
          </p:nvSpPr>
          <p:spPr>
            <a:xfrm rot="-5400000">
              <a:off x="6614851" y="470363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9" name="Google Shape;6909;p20"/>
            <p:cNvSpPr/>
            <p:nvPr/>
          </p:nvSpPr>
          <p:spPr>
            <a:xfrm rot="-5400000">
              <a:off x="8881564" y="41406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0" name="Google Shape;6910;p20"/>
            <p:cNvSpPr/>
            <p:nvPr/>
          </p:nvSpPr>
          <p:spPr>
            <a:xfrm rot="-5400000">
              <a:off x="7511314" y="4294041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1" name="Google Shape;6911;p20"/>
            <p:cNvSpPr/>
            <p:nvPr/>
          </p:nvSpPr>
          <p:spPr>
            <a:xfrm rot="-5400000">
              <a:off x="5855679" y="1873118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2" name="Google Shape;6912;p20"/>
            <p:cNvSpPr/>
            <p:nvPr/>
          </p:nvSpPr>
          <p:spPr>
            <a:xfrm rot="-5400000">
              <a:off x="6656524" y="28572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3" name="Google Shape;6913;p20"/>
            <p:cNvSpPr/>
            <p:nvPr/>
          </p:nvSpPr>
          <p:spPr>
            <a:xfrm rot="-5400000">
              <a:off x="7274485" y="3966392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4" name="Google Shape;6914;p20"/>
            <p:cNvSpPr/>
            <p:nvPr/>
          </p:nvSpPr>
          <p:spPr>
            <a:xfrm rot="-5400000">
              <a:off x="8443762" y="3936907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5" name="Google Shape;6915;p20"/>
            <p:cNvSpPr/>
            <p:nvPr/>
          </p:nvSpPr>
          <p:spPr>
            <a:xfrm rot="-5400000">
              <a:off x="8670718" y="359025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6" name="Google Shape;6916;p20"/>
            <p:cNvSpPr/>
            <p:nvPr/>
          </p:nvSpPr>
          <p:spPr>
            <a:xfrm rot="-5400000">
              <a:off x="6164267" y="228667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7" name="Google Shape;6917;p20"/>
            <p:cNvSpPr/>
            <p:nvPr/>
          </p:nvSpPr>
          <p:spPr>
            <a:xfrm rot="-5400000">
              <a:off x="8716418" y="435483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8" name="Google Shape;6918;p20"/>
            <p:cNvSpPr/>
            <p:nvPr/>
          </p:nvSpPr>
          <p:spPr>
            <a:xfrm rot="-5400000">
              <a:off x="7458880" y="468461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9" name="Google Shape;6919;p20"/>
            <p:cNvSpPr/>
            <p:nvPr/>
          </p:nvSpPr>
          <p:spPr>
            <a:xfrm rot="-5400000">
              <a:off x="7046617" y="3062005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0" name="Google Shape;6920;p20"/>
            <p:cNvSpPr/>
            <p:nvPr/>
          </p:nvSpPr>
          <p:spPr>
            <a:xfrm rot="-5400000">
              <a:off x="7078796" y="427188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1" name="Google Shape;6921;p20"/>
            <p:cNvSpPr/>
            <p:nvPr/>
          </p:nvSpPr>
          <p:spPr>
            <a:xfrm rot="-5400000">
              <a:off x="6943689" y="351874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2" name="Google Shape;6922;p20"/>
            <p:cNvSpPr/>
            <p:nvPr/>
          </p:nvSpPr>
          <p:spPr>
            <a:xfrm rot="-5400000" flipH="1">
              <a:off x="6867546" y="170195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3" name="Google Shape;6923;p20"/>
            <p:cNvSpPr/>
            <p:nvPr/>
          </p:nvSpPr>
          <p:spPr>
            <a:xfrm rot="-5400000" flipH="1">
              <a:off x="6728032" y="2081749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4" name="Google Shape;6924;p20"/>
            <p:cNvSpPr/>
            <p:nvPr/>
          </p:nvSpPr>
          <p:spPr>
            <a:xfrm rot="-5400000" flipH="1">
              <a:off x="6580720" y="2418065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5" name="Google Shape;6925;p20"/>
            <p:cNvSpPr/>
            <p:nvPr/>
          </p:nvSpPr>
          <p:spPr>
            <a:xfrm rot="-5400000" flipH="1">
              <a:off x="7106104" y="203783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6" name="Google Shape;6926;p20"/>
            <p:cNvSpPr/>
            <p:nvPr/>
          </p:nvSpPr>
          <p:spPr>
            <a:xfrm rot="-5400000" flipH="1">
              <a:off x="5855819" y="285569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7" name="Google Shape;6927;p20"/>
            <p:cNvSpPr/>
            <p:nvPr/>
          </p:nvSpPr>
          <p:spPr>
            <a:xfrm rot="-5400000" flipH="1">
              <a:off x="8557992" y="422419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8" name="Google Shape;6928;p20"/>
            <p:cNvSpPr/>
            <p:nvPr/>
          </p:nvSpPr>
          <p:spPr>
            <a:xfrm rot="-5400000" flipH="1">
              <a:off x="7075119" y="2427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9" name="Google Shape;6929;p20"/>
            <p:cNvSpPr/>
            <p:nvPr/>
          </p:nvSpPr>
          <p:spPr>
            <a:xfrm rot="-5400000" flipH="1">
              <a:off x="6923371" y="25580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0" name="Google Shape;6930;p20"/>
            <p:cNvSpPr/>
            <p:nvPr/>
          </p:nvSpPr>
          <p:spPr>
            <a:xfrm rot="-5400000" flipH="1">
              <a:off x="7452482" y="411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1" name="Google Shape;6931;p20"/>
            <p:cNvSpPr/>
            <p:nvPr/>
          </p:nvSpPr>
          <p:spPr>
            <a:xfrm rot="-5400000">
              <a:off x="8807099" y="641429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2" name="Google Shape;6932;p20"/>
            <p:cNvSpPr/>
            <p:nvPr/>
          </p:nvSpPr>
          <p:spPr>
            <a:xfrm>
              <a:off x="2963692" y="4896893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3" name="Google Shape;6933;p20"/>
            <p:cNvSpPr/>
            <p:nvPr/>
          </p:nvSpPr>
          <p:spPr>
            <a:xfrm>
              <a:off x="471112" y="4574671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4" name="Google Shape;6934;p20"/>
            <p:cNvSpPr/>
            <p:nvPr/>
          </p:nvSpPr>
          <p:spPr>
            <a:xfrm>
              <a:off x="2753463" y="4668875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5" name="Google Shape;6935;p20"/>
            <p:cNvSpPr/>
            <p:nvPr/>
          </p:nvSpPr>
          <p:spPr>
            <a:xfrm>
              <a:off x="6655795" y="4840317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6" name="Google Shape;6936;p20"/>
            <p:cNvSpPr/>
            <p:nvPr/>
          </p:nvSpPr>
          <p:spPr>
            <a:xfrm>
              <a:off x="4825185" y="4561639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7" name="Google Shape;6937;p20"/>
            <p:cNvSpPr/>
            <p:nvPr/>
          </p:nvSpPr>
          <p:spPr>
            <a:xfrm>
              <a:off x="4222013" y="4852496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8" name="Google Shape;6938;p20"/>
            <p:cNvSpPr/>
            <p:nvPr/>
          </p:nvSpPr>
          <p:spPr>
            <a:xfrm>
              <a:off x="2394971" y="4710131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9" name="Google Shape;6939;p20"/>
            <p:cNvSpPr/>
            <p:nvPr/>
          </p:nvSpPr>
          <p:spPr>
            <a:xfrm>
              <a:off x="261895" y="4144797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0" name="Google Shape;6940;p20"/>
            <p:cNvSpPr/>
            <p:nvPr/>
          </p:nvSpPr>
          <p:spPr>
            <a:xfrm>
              <a:off x="1147839" y="4589456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1" name="Google Shape;6941;p20"/>
            <p:cNvSpPr/>
            <p:nvPr/>
          </p:nvSpPr>
          <p:spPr>
            <a:xfrm>
              <a:off x="1651262" y="4079205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2" name="Google Shape;6942;p20"/>
            <p:cNvSpPr/>
            <p:nvPr/>
          </p:nvSpPr>
          <p:spPr>
            <a:xfrm>
              <a:off x="5460560" y="460360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3" name="Google Shape;6943;p20"/>
            <p:cNvSpPr/>
            <p:nvPr/>
          </p:nvSpPr>
          <p:spPr>
            <a:xfrm>
              <a:off x="1698183" y="481064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4" name="Google Shape;6944;p20"/>
            <p:cNvSpPr/>
            <p:nvPr/>
          </p:nvSpPr>
          <p:spPr>
            <a:xfrm>
              <a:off x="201799" y="4466009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5" name="Google Shape;6945;p20"/>
            <p:cNvSpPr/>
            <p:nvPr/>
          </p:nvSpPr>
          <p:spPr>
            <a:xfrm>
              <a:off x="3465751" y="481683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6" name="Google Shape;6946;p20"/>
            <p:cNvSpPr/>
            <p:nvPr/>
          </p:nvSpPr>
          <p:spPr>
            <a:xfrm>
              <a:off x="2625602" y="5006428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7" name="Google Shape;6947;p20"/>
            <p:cNvSpPr/>
            <p:nvPr/>
          </p:nvSpPr>
          <p:spPr>
            <a:xfrm>
              <a:off x="2785939" y="4360921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8" name="Google Shape;6948;p20"/>
            <p:cNvSpPr/>
            <p:nvPr/>
          </p:nvSpPr>
          <p:spPr>
            <a:xfrm>
              <a:off x="189850" y="4847376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9" name="Google Shape;6949;p20"/>
            <p:cNvSpPr/>
            <p:nvPr/>
          </p:nvSpPr>
          <p:spPr>
            <a:xfrm flipH="1">
              <a:off x="2255392" y="3721275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0" name="Google Shape;6950;p20"/>
            <p:cNvSpPr/>
            <p:nvPr/>
          </p:nvSpPr>
          <p:spPr>
            <a:xfrm flipH="1">
              <a:off x="1929748" y="375979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1" name="Google Shape;6951;p20"/>
            <p:cNvSpPr/>
            <p:nvPr/>
          </p:nvSpPr>
          <p:spPr>
            <a:xfrm flipH="1">
              <a:off x="3183433" y="4265621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2" name="Google Shape;6952;p20"/>
            <p:cNvSpPr/>
            <p:nvPr/>
          </p:nvSpPr>
          <p:spPr>
            <a:xfrm flipH="1">
              <a:off x="1435716" y="435061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3" name="Google Shape;6953;p20"/>
            <p:cNvSpPr/>
            <p:nvPr/>
          </p:nvSpPr>
          <p:spPr>
            <a:xfrm flipH="1">
              <a:off x="1933866" y="459499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4" name="Google Shape;6954;p20"/>
            <p:cNvSpPr/>
            <p:nvPr/>
          </p:nvSpPr>
          <p:spPr>
            <a:xfrm flipH="1">
              <a:off x="5826957" y="4975631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5" name="Google Shape;6955;p20"/>
            <p:cNvSpPr/>
            <p:nvPr/>
          </p:nvSpPr>
          <p:spPr>
            <a:xfrm flipH="1">
              <a:off x="5920051" y="4707077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6" name="Google Shape;6956;p20"/>
            <p:cNvSpPr/>
            <p:nvPr/>
          </p:nvSpPr>
          <p:spPr>
            <a:xfrm flipH="1">
              <a:off x="2402654" y="408859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7" name="Google Shape;6957;p20"/>
            <p:cNvSpPr/>
            <p:nvPr/>
          </p:nvSpPr>
          <p:spPr>
            <a:xfrm flipH="1">
              <a:off x="2060344" y="421051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8" name="Google Shape;6958;p20"/>
            <p:cNvSpPr/>
            <p:nvPr/>
          </p:nvSpPr>
          <p:spPr>
            <a:xfrm rot="10800000" flipH="1">
              <a:off x="4535130" y="4810639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9" name="Google Shape;6959;p20"/>
            <p:cNvSpPr/>
            <p:nvPr/>
          </p:nvSpPr>
          <p:spPr>
            <a:xfrm rot="10800000" flipH="1">
              <a:off x="7364662" y="4897030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0" name="Google Shape;6960;p20"/>
            <p:cNvSpPr/>
            <p:nvPr/>
          </p:nvSpPr>
          <p:spPr>
            <a:xfrm rot="10800000" flipH="1">
              <a:off x="3162438" y="4666650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1" name="Google Shape;6961;p20"/>
            <p:cNvSpPr/>
            <p:nvPr/>
          </p:nvSpPr>
          <p:spPr>
            <a:xfrm rot="10800000" flipH="1">
              <a:off x="7867920" y="4559015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2" name="Google Shape;6962;p20"/>
            <p:cNvSpPr/>
            <p:nvPr/>
          </p:nvSpPr>
          <p:spPr>
            <a:xfrm rot="10800000" flipH="1">
              <a:off x="3602098" y="4325302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3" name="Google Shape;6963;p20"/>
            <p:cNvSpPr/>
            <p:nvPr/>
          </p:nvSpPr>
          <p:spPr>
            <a:xfrm rot="10800000" flipH="1">
              <a:off x="5530138" y="491183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4" name="Google Shape;6964;p20"/>
            <p:cNvSpPr/>
            <p:nvPr/>
          </p:nvSpPr>
          <p:spPr>
            <a:xfrm rot="10800000" flipH="1">
              <a:off x="8747946" y="49025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5" name="Google Shape;6965;p20"/>
            <p:cNvSpPr/>
            <p:nvPr/>
          </p:nvSpPr>
          <p:spPr>
            <a:xfrm rot="10800000" flipH="1">
              <a:off x="3920145" y="4027480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6" name="Google Shape;6966;p20"/>
            <p:cNvSpPr/>
            <p:nvPr/>
          </p:nvSpPr>
          <p:spPr>
            <a:xfrm rot="10800000" flipH="1">
              <a:off x="7908601" y="4897013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7" name="Google Shape;6967;p20"/>
            <p:cNvSpPr/>
            <p:nvPr/>
          </p:nvSpPr>
          <p:spPr>
            <a:xfrm rot="10800000" flipH="1">
              <a:off x="8263362" y="467816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8" name="Google Shape;6968;p20"/>
            <p:cNvSpPr/>
            <p:nvPr/>
          </p:nvSpPr>
          <p:spPr>
            <a:xfrm rot="10800000" flipH="1">
              <a:off x="5062260" y="501437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9" name="Google Shape;6969;p20"/>
            <p:cNvSpPr/>
            <p:nvPr/>
          </p:nvSpPr>
          <p:spPr>
            <a:xfrm rot="10800000" flipH="1">
              <a:off x="7008383" y="459511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0" name="Google Shape;6970;p20"/>
            <p:cNvSpPr/>
            <p:nvPr/>
          </p:nvSpPr>
          <p:spPr>
            <a:xfrm rot="10800000" flipH="1">
              <a:off x="6522899" y="50118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1" name="Google Shape;6971;p20"/>
            <p:cNvSpPr/>
            <p:nvPr/>
          </p:nvSpPr>
          <p:spPr>
            <a:xfrm rot="10800000" flipH="1">
              <a:off x="4825176" y="425599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2" name="Google Shape;6972;p20"/>
            <p:cNvSpPr/>
            <p:nvPr/>
          </p:nvSpPr>
          <p:spPr>
            <a:xfrm rot="10800000" flipH="1">
              <a:off x="3801114" y="4644633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3" name="Google Shape;6973;p20"/>
            <p:cNvSpPr/>
            <p:nvPr/>
          </p:nvSpPr>
          <p:spPr>
            <a:xfrm rot="10800000" flipH="1">
              <a:off x="6242864" y="3650405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4" name="Google Shape;6974;p20"/>
            <p:cNvSpPr/>
            <p:nvPr/>
          </p:nvSpPr>
          <p:spPr>
            <a:xfrm rot="10800000" flipH="1">
              <a:off x="4355000" y="434548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5" name="Google Shape;6975;p20"/>
            <p:cNvSpPr/>
            <p:nvPr/>
          </p:nvSpPr>
          <p:spPr>
            <a:xfrm rot="10800000">
              <a:off x="6131142" y="4380978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6" name="Google Shape;6976;p20"/>
            <p:cNvSpPr/>
            <p:nvPr/>
          </p:nvSpPr>
          <p:spPr>
            <a:xfrm rot="10800000">
              <a:off x="5824398" y="4244268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7" name="Google Shape;6977;p20"/>
            <p:cNvSpPr/>
            <p:nvPr/>
          </p:nvSpPr>
          <p:spPr>
            <a:xfrm rot="10800000">
              <a:off x="7867933" y="41406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8" name="Google Shape;6978;p20"/>
            <p:cNvSpPr/>
            <p:nvPr/>
          </p:nvSpPr>
          <p:spPr>
            <a:xfrm rot="10800000">
              <a:off x="5175366" y="4406414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9" name="Google Shape;6979;p20"/>
            <p:cNvSpPr/>
            <p:nvPr/>
          </p:nvSpPr>
          <p:spPr>
            <a:xfrm rot="10800000">
              <a:off x="5788441" y="388727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0" name="Google Shape;6980;p20"/>
            <p:cNvSpPr/>
            <p:nvPr/>
          </p:nvSpPr>
          <p:spPr>
            <a:xfrm rot="10800000">
              <a:off x="6627657" y="4246684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1" name="Google Shape;6981;p20"/>
            <p:cNvSpPr/>
            <p:nvPr/>
          </p:nvSpPr>
          <p:spPr>
            <a:xfrm rot="10800000">
              <a:off x="6243864" y="46454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2" name="Google Shape;6982;p20"/>
            <p:cNvSpPr/>
            <p:nvPr/>
          </p:nvSpPr>
          <p:spPr>
            <a:xfrm rot="10800000">
              <a:off x="6739829" y="3858824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3" name="Google Shape;6983;p20"/>
            <p:cNvSpPr/>
            <p:nvPr/>
          </p:nvSpPr>
          <p:spPr>
            <a:xfrm rot="10800000">
              <a:off x="5459569" y="422763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4" name="Google Shape;6984;p20"/>
            <p:cNvSpPr/>
            <p:nvPr/>
          </p:nvSpPr>
          <p:spPr>
            <a:xfrm rot="10800000" flipH="1">
              <a:off x="1874423" y="145764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5" name="Google Shape;6985;p20"/>
            <p:cNvSpPr/>
            <p:nvPr/>
          </p:nvSpPr>
          <p:spPr>
            <a:xfrm rot="-5400000">
              <a:off x="7273617" y="1644380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86" name="Google Shape;6986;p20"/>
            <p:cNvGrpSpPr/>
            <p:nvPr/>
          </p:nvGrpSpPr>
          <p:grpSpPr>
            <a:xfrm rot="5400000">
              <a:off x="6199788" y="1372590"/>
              <a:ext cx="3964145" cy="1455821"/>
              <a:chOff x="3233388" y="140740"/>
              <a:chExt cx="3964145" cy="1455821"/>
            </a:xfrm>
          </p:grpSpPr>
          <p:sp>
            <p:nvSpPr>
              <p:cNvPr id="6987" name="Google Shape;6987;p20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8" name="Google Shape;6988;p20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9" name="Google Shape;6989;p20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0" name="Google Shape;6990;p20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1" name="Google Shape;6991;p20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2" name="Google Shape;6992;p20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3" name="Google Shape;6993;p20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4" name="Google Shape;6994;p20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5" name="Google Shape;6995;p20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6" name="Google Shape;6996;p20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7" name="Google Shape;6997;p20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8" name="Google Shape;6998;p20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9" name="Google Shape;6999;p20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0" name="Google Shape;7000;p20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1" name="Google Shape;7001;p20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2" name="Google Shape;7002;p20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3" name="Google Shape;7003;p20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4" name="Google Shape;7004;p20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5" name="Google Shape;7005;p20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6" name="Google Shape;7006;p20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7" name="Google Shape;7007;p20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8" name="Google Shape;7008;p20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9" name="Google Shape;7009;p20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0" name="Google Shape;7010;p20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1" name="Google Shape;7011;p20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2" name="Google Shape;7012;p20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013" name="Google Shape;7013;p20"/>
            <p:cNvSpPr/>
            <p:nvPr/>
          </p:nvSpPr>
          <p:spPr>
            <a:xfrm rot="-5400000" flipH="1">
              <a:off x="6408804" y="1645169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4" name="Google Shape;7014;p20"/>
            <p:cNvSpPr/>
            <p:nvPr/>
          </p:nvSpPr>
          <p:spPr>
            <a:xfrm rot="10800000">
              <a:off x="4228830" y="1192853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5" name="Google Shape;7015;p20"/>
            <p:cNvSpPr/>
            <p:nvPr/>
          </p:nvSpPr>
          <p:spPr>
            <a:xfrm rot="10800000">
              <a:off x="5446704" y="14630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6" name="Google Shape;7016;p20"/>
            <p:cNvSpPr/>
            <p:nvPr/>
          </p:nvSpPr>
          <p:spPr>
            <a:xfrm rot="10800000">
              <a:off x="4326649" y="1429493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7" name="Google Shape;7017;p20"/>
            <p:cNvSpPr/>
            <p:nvPr/>
          </p:nvSpPr>
          <p:spPr>
            <a:xfrm rot="10800000">
              <a:off x="4009721" y="2218151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18" name="Google Shape;7018;p20"/>
            <p:cNvGrpSpPr/>
            <p:nvPr/>
          </p:nvGrpSpPr>
          <p:grpSpPr>
            <a:xfrm>
              <a:off x="234224" y="118425"/>
              <a:ext cx="3532446" cy="1609151"/>
              <a:chOff x="140599" y="118425"/>
              <a:chExt cx="3532446" cy="1609151"/>
            </a:xfrm>
          </p:grpSpPr>
          <p:sp>
            <p:nvSpPr>
              <p:cNvPr id="7019" name="Google Shape;7019;p20"/>
              <p:cNvSpPr/>
              <p:nvPr/>
            </p:nvSpPr>
            <p:spPr>
              <a:xfrm>
                <a:off x="703605" y="276605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0" name="Google Shape;7020;p20"/>
              <p:cNvSpPr/>
              <p:nvPr/>
            </p:nvSpPr>
            <p:spPr>
              <a:xfrm>
                <a:off x="438762" y="1265458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1" name="Google Shape;7021;p20"/>
              <p:cNvSpPr/>
              <p:nvPr/>
            </p:nvSpPr>
            <p:spPr>
              <a:xfrm>
                <a:off x="322613" y="11842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2" name="Google Shape;7022;p20"/>
              <p:cNvSpPr/>
              <p:nvPr/>
            </p:nvSpPr>
            <p:spPr>
              <a:xfrm>
                <a:off x="3632370" y="320667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3" name="Google Shape;7023;p20"/>
              <p:cNvSpPr/>
              <p:nvPr/>
            </p:nvSpPr>
            <p:spPr>
              <a:xfrm>
                <a:off x="568548" y="863464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4" name="Google Shape;7024;p20"/>
              <p:cNvSpPr/>
              <p:nvPr/>
            </p:nvSpPr>
            <p:spPr>
              <a:xfrm>
                <a:off x="1698613" y="226284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5" name="Google Shape;7025;p20"/>
              <p:cNvSpPr/>
              <p:nvPr/>
            </p:nvSpPr>
            <p:spPr>
              <a:xfrm>
                <a:off x="332845" y="70012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6" name="Google Shape;7026;p20"/>
              <p:cNvSpPr/>
              <p:nvPr/>
            </p:nvSpPr>
            <p:spPr>
              <a:xfrm>
                <a:off x="1722212" y="63453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7" name="Google Shape;7027;p20"/>
              <p:cNvSpPr/>
              <p:nvPr/>
            </p:nvSpPr>
            <p:spPr>
              <a:xfrm>
                <a:off x="1230735" y="13101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8" name="Google Shape;7028;p20"/>
              <p:cNvSpPr/>
              <p:nvPr/>
            </p:nvSpPr>
            <p:spPr>
              <a:xfrm>
                <a:off x="600808" y="156907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9" name="Google Shape;7029;p20"/>
              <p:cNvSpPr/>
              <p:nvPr/>
            </p:nvSpPr>
            <p:spPr>
              <a:xfrm>
                <a:off x="140599" y="1048834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0" name="Google Shape;7030;p20"/>
              <p:cNvSpPr/>
              <p:nvPr/>
            </p:nvSpPr>
            <p:spPr>
              <a:xfrm>
                <a:off x="927051" y="523633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1" name="Google Shape;7031;p20"/>
              <p:cNvSpPr/>
              <p:nvPr/>
            </p:nvSpPr>
            <p:spPr>
              <a:xfrm>
                <a:off x="194752" y="45597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2" name="Google Shape;7032;p20"/>
              <p:cNvSpPr/>
              <p:nvPr/>
            </p:nvSpPr>
            <p:spPr>
              <a:xfrm>
                <a:off x="2856889" y="916246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3" name="Google Shape;7033;p20"/>
              <p:cNvSpPr/>
              <p:nvPr/>
            </p:nvSpPr>
            <p:spPr>
              <a:xfrm>
                <a:off x="300425" y="16832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4" name="Google Shape;7034;p20"/>
              <p:cNvSpPr/>
              <p:nvPr/>
            </p:nvSpPr>
            <p:spPr>
              <a:xfrm flipH="1">
                <a:off x="2326342" y="276600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5" name="Google Shape;7035;p20"/>
              <p:cNvSpPr/>
              <p:nvPr/>
            </p:nvSpPr>
            <p:spPr>
              <a:xfrm flipH="1">
                <a:off x="2000698" y="31511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6" name="Google Shape;7036;p20"/>
              <p:cNvSpPr/>
              <p:nvPr/>
            </p:nvSpPr>
            <p:spPr>
              <a:xfrm flipH="1">
                <a:off x="3254383" y="82094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7" name="Google Shape;7037;p20"/>
              <p:cNvSpPr/>
              <p:nvPr/>
            </p:nvSpPr>
            <p:spPr>
              <a:xfrm flipH="1">
                <a:off x="1343841" y="73169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8" name="Google Shape;7038;p20"/>
              <p:cNvSpPr/>
              <p:nvPr/>
            </p:nvSpPr>
            <p:spPr>
              <a:xfrm flipH="1">
                <a:off x="2803532" y="455981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9" name="Google Shape;7039;p20"/>
              <p:cNvSpPr/>
              <p:nvPr/>
            </p:nvSpPr>
            <p:spPr>
              <a:xfrm flipH="1">
                <a:off x="2896626" y="187427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0" name="Google Shape;7040;p20"/>
              <p:cNvSpPr/>
              <p:nvPr/>
            </p:nvSpPr>
            <p:spPr>
              <a:xfrm flipH="1">
                <a:off x="2473604" y="64392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1" name="Google Shape;7041;p20"/>
              <p:cNvSpPr/>
              <p:nvPr/>
            </p:nvSpPr>
            <p:spPr>
              <a:xfrm flipH="1">
                <a:off x="2131294" y="76583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2" name="Google Shape;7042;p20"/>
              <p:cNvSpPr/>
              <p:nvPr/>
            </p:nvSpPr>
            <p:spPr>
              <a:xfrm flipH="1">
                <a:off x="2004816" y="1150323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3" name="Google Shape;7043;p20"/>
              <p:cNvSpPr/>
              <p:nvPr/>
            </p:nvSpPr>
            <p:spPr>
              <a:xfrm>
                <a:off x="1218789" y="1144781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4" name="Google Shape;7044;p20"/>
              <p:cNvSpPr/>
              <p:nvPr/>
            </p:nvSpPr>
            <p:spPr>
              <a:xfrm>
                <a:off x="2465921" y="1265456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045" name="Google Shape;7045;p20"/>
            <p:cNvSpPr/>
            <p:nvPr/>
          </p:nvSpPr>
          <p:spPr>
            <a:xfrm rot="10800000">
              <a:off x="3465760" y="121062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46" name="Google Shape;7046;p20"/>
            <p:cNvGrpSpPr/>
            <p:nvPr/>
          </p:nvGrpSpPr>
          <p:grpSpPr>
            <a:xfrm>
              <a:off x="3327013" y="140740"/>
              <a:ext cx="3964145" cy="1455821"/>
              <a:chOff x="3233388" y="140740"/>
              <a:chExt cx="3964145" cy="1455821"/>
            </a:xfrm>
          </p:grpSpPr>
          <p:sp>
            <p:nvSpPr>
              <p:cNvPr id="7047" name="Google Shape;7047;p20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8" name="Google Shape;7048;p20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9" name="Google Shape;7049;p20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0" name="Google Shape;7050;p20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1" name="Google Shape;7051;p20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2" name="Google Shape;7052;p20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3" name="Google Shape;7053;p20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4" name="Google Shape;7054;p20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5" name="Google Shape;7055;p20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6" name="Google Shape;7056;p20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7" name="Google Shape;7057;p20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8" name="Google Shape;7058;p20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9" name="Google Shape;7059;p20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0" name="Google Shape;7060;p20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1" name="Google Shape;7061;p20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2" name="Google Shape;7062;p20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3" name="Google Shape;7063;p20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4" name="Google Shape;7064;p20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5" name="Google Shape;7065;p20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6" name="Google Shape;7066;p20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7" name="Google Shape;7067;p20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8" name="Google Shape;7068;p20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9" name="Google Shape;7069;p20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0" name="Google Shape;7070;p20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1" name="Google Shape;7071;p20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2" name="Google Shape;7072;p20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073" name="Google Shape;7073;p20"/>
          <p:cNvGrpSpPr/>
          <p:nvPr/>
        </p:nvGrpSpPr>
        <p:grpSpPr>
          <a:xfrm rot="-1995380" flipH="1">
            <a:off x="8515010" y="907012"/>
            <a:ext cx="1023116" cy="1784183"/>
            <a:chOff x="713225" y="2235300"/>
            <a:chExt cx="1509450" cy="2233905"/>
          </a:xfrm>
        </p:grpSpPr>
        <p:sp>
          <p:nvSpPr>
            <p:cNvPr id="7074" name="Google Shape;7074;p20"/>
            <p:cNvSpPr/>
            <p:nvPr/>
          </p:nvSpPr>
          <p:spPr>
            <a:xfrm>
              <a:off x="2168519" y="4094921"/>
              <a:ext cx="54156" cy="54213"/>
            </a:xfrm>
            <a:custGeom>
              <a:avLst/>
              <a:gdLst/>
              <a:ahLst/>
              <a:cxnLst/>
              <a:rect l="l" t="t" r="r" b="b"/>
              <a:pathLst>
                <a:path w="945" h="946" extrusionOk="0">
                  <a:moveTo>
                    <a:pt x="945" y="417"/>
                  </a:moveTo>
                  <a:cubicBezTo>
                    <a:pt x="945" y="769"/>
                    <a:pt x="513" y="945"/>
                    <a:pt x="256" y="689"/>
                  </a:cubicBezTo>
                  <a:cubicBezTo>
                    <a:pt x="0" y="433"/>
                    <a:pt x="192" y="1"/>
                    <a:pt x="545" y="17"/>
                  </a:cubicBezTo>
                  <a:cubicBezTo>
                    <a:pt x="769" y="17"/>
                    <a:pt x="945" y="193"/>
                    <a:pt x="945" y="4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5" name="Google Shape;7075;p20"/>
            <p:cNvSpPr/>
            <p:nvPr/>
          </p:nvSpPr>
          <p:spPr>
            <a:xfrm>
              <a:off x="2147430" y="3617193"/>
              <a:ext cx="53239" cy="54156"/>
            </a:xfrm>
            <a:custGeom>
              <a:avLst/>
              <a:gdLst/>
              <a:ahLst/>
              <a:cxnLst/>
              <a:rect l="l" t="t" r="r" b="b"/>
              <a:pathLst>
                <a:path w="929" h="945" extrusionOk="0">
                  <a:moveTo>
                    <a:pt x="929" y="400"/>
                  </a:moveTo>
                  <a:cubicBezTo>
                    <a:pt x="929" y="752"/>
                    <a:pt x="496" y="944"/>
                    <a:pt x="240" y="688"/>
                  </a:cubicBezTo>
                  <a:cubicBezTo>
                    <a:pt x="0" y="432"/>
                    <a:pt x="176" y="0"/>
                    <a:pt x="528" y="0"/>
                  </a:cubicBezTo>
                  <a:cubicBezTo>
                    <a:pt x="753" y="0"/>
                    <a:pt x="929" y="176"/>
                    <a:pt x="929" y="40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6" name="Google Shape;7076;p20"/>
            <p:cNvSpPr/>
            <p:nvPr/>
          </p:nvSpPr>
          <p:spPr>
            <a:xfrm>
              <a:off x="1029626" y="3003298"/>
              <a:ext cx="53239" cy="52322"/>
            </a:xfrm>
            <a:custGeom>
              <a:avLst/>
              <a:gdLst/>
              <a:ahLst/>
              <a:cxnLst/>
              <a:rect l="l" t="t" r="r" b="b"/>
              <a:pathLst>
                <a:path w="929" h="913" extrusionOk="0">
                  <a:moveTo>
                    <a:pt x="913" y="384"/>
                  </a:moveTo>
                  <a:cubicBezTo>
                    <a:pt x="929" y="720"/>
                    <a:pt x="497" y="912"/>
                    <a:pt x="257" y="656"/>
                  </a:cubicBezTo>
                  <a:cubicBezTo>
                    <a:pt x="1" y="416"/>
                    <a:pt x="177" y="0"/>
                    <a:pt x="529" y="0"/>
                  </a:cubicBezTo>
                  <a:cubicBezTo>
                    <a:pt x="737" y="0"/>
                    <a:pt x="913" y="160"/>
                    <a:pt x="913" y="3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7" name="Google Shape;7077;p20"/>
            <p:cNvSpPr/>
            <p:nvPr/>
          </p:nvSpPr>
          <p:spPr>
            <a:xfrm>
              <a:off x="1547695" y="3244913"/>
              <a:ext cx="54156" cy="54156"/>
            </a:xfrm>
            <a:custGeom>
              <a:avLst/>
              <a:gdLst/>
              <a:ahLst/>
              <a:cxnLst/>
              <a:rect l="l" t="t" r="r" b="b"/>
              <a:pathLst>
                <a:path w="945" h="945" extrusionOk="0">
                  <a:moveTo>
                    <a:pt x="945" y="401"/>
                  </a:moveTo>
                  <a:cubicBezTo>
                    <a:pt x="945" y="753"/>
                    <a:pt x="513" y="945"/>
                    <a:pt x="257" y="689"/>
                  </a:cubicBezTo>
                  <a:cubicBezTo>
                    <a:pt x="1" y="433"/>
                    <a:pt x="177" y="1"/>
                    <a:pt x="545" y="1"/>
                  </a:cubicBezTo>
                  <a:cubicBezTo>
                    <a:pt x="753" y="1"/>
                    <a:pt x="929" y="177"/>
                    <a:pt x="945" y="40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8" name="Google Shape;7078;p20"/>
            <p:cNvSpPr/>
            <p:nvPr/>
          </p:nvSpPr>
          <p:spPr>
            <a:xfrm>
              <a:off x="1203844" y="3823562"/>
              <a:ext cx="52322" cy="51405"/>
            </a:xfrm>
            <a:custGeom>
              <a:avLst/>
              <a:gdLst/>
              <a:ahLst/>
              <a:cxnLst/>
              <a:rect l="l" t="t" r="r" b="b"/>
              <a:pathLst>
                <a:path w="913" h="897" extrusionOk="0">
                  <a:moveTo>
                    <a:pt x="913" y="384"/>
                  </a:moveTo>
                  <a:cubicBezTo>
                    <a:pt x="913" y="736"/>
                    <a:pt x="496" y="896"/>
                    <a:pt x="256" y="656"/>
                  </a:cubicBezTo>
                  <a:cubicBezTo>
                    <a:pt x="0" y="416"/>
                    <a:pt x="176" y="0"/>
                    <a:pt x="528" y="0"/>
                  </a:cubicBezTo>
                  <a:cubicBezTo>
                    <a:pt x="736" y="0"/>
                    <a:pt x="913" y="176"/>
                    <a:pt x="913" y="3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9" name="Google Shape;7079;p20"/>
            <p:cNvSpPr/>
            <p:nvPr/>
          </p:nvSpPr>
          <p:spPr>
            <a:xfrm>
              <a:off x="713225" y="2823119"/>
              <a:ext cx="54156" cy="54156"/>
            </a:xfrm>
            <a:custGeom>
              <a:avLst/>
              <a:gdLst/>
              <a:ahLst/>
              <a:cxnLst/>
              <a:rect l="l" t="t" r="r" b="b"/>
              <a:pathLst>
                <a:path w="945" h="945" extrusionOk="0">
                  <a:moveTo>
                    <a:pt x="945" y="416"/>
                  </a:moveTo>
                  <a:cubicBezTo>
                    <a:pt x="945" y="768"/>
                    <a:pt x="513" y="944"/>
                    <a:pt x="257" y="688"/>
                  </a:cubicBezTo>
                  <a:cubicBezTo>
                    <a:pt x="1" y="448"/>
                    <a:pt x="193" y="16"/>
                    <a:pt x="545" y="16"/>
                  </a:cubicBezTo>
                  <a:cubicBezTo>
                    <a:pt x="769" y="0"/>
                    <a:pt x="945" y="192"/>
                    <a:pt x="945" y="41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0" name="Google Shape;7080;p20"/>
            <p:cNvSpPr/>
            <p:nvPr/>
          </p:nvSpPr>
          <p:spPr>
            <a:xfrm>
              <a:off x="1506433" y="3973884"/>
              <a:ext cx="12894" cy="11977"/>
            </a:xfrm>
            <a:custGeom>
              <a:avLst/>
              <a:gdLst/>
              <a:ahLst/>
              <a:cxnLst/>
              <a:rect l="l" t="t" r="r" b="b"/>
              <a:pathLst>
                <a:path w="225" h="209" extrusionOk="0">
                  <a:moveTo>
                    <a:pt x="225" y="81"/>
                  </a:moveTo>
                  <a:cubicBezTo>
                    <a:pt x="225" y="209"/>
                    <a:pt x="1" y="1"/>
                    <a:pt x="129" y="1"/>
                  </a:cubicBezTo>
                  <a:cubicBezTo>
                    <a:pt x="177" y="1"/>
                    <a:pt x="225" y="33"/>
                    <a:pt x="225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1" name="Google Shape;7081;p20"/>
            <p:cNvSpPr/>
            <p:nvPr/>
          </p:nvSpPr>
          <p:spPr>
            <a:xfrm>
              <a:off x="1758591" y="3940874"/>
              <a:ext cx="11977" cy="11977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209" y="81"/>
                  </a:moveTo>
                  <a:cubicBezTo>
                    <a:pt x="209" y="209"/>
                    <a:pt x="1" y="1"/>
                    <a:pt x="129" y="1"/>
                  </a:cubicBezTo>
                  <a:cubicBezTo>
                    <a:pt x="177" y="1"/>
                    <a:pt x="209" y="33"/>
                    <a:pt x="209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2" name="Google Shape;7082;p20"/>
            <p:cNvSpPr/>
            <p:nvPr/>
          </p:nvSpPr>
          <p:spPr>
            <a:xfrm>
              <a:off x="1650879" y="2571819"/>
              <a:ext cx="11977" cy="11060"/>
            </a:xfrm>
            <a:custGeom>
              <a:avLst/>
              <a:gdLst/>
              <a:ahLst/>
              <a:cxnLst/>
              <a:rect l="l" t="t" r="r" b="b"/>
              <a:pathLst>
                <a:path w="209" h="193" extrusionOk="0">
                  <a:moveTo>
                    <a:pt x="208" y="81"/>
                  </a:moveTo>
                  <a:cubicBezTo>
                    <a:pt x="208" y="193"/>
                    <a:pt x="0" y="1"/>
                    <a:pt x="128" y="1"/>
                  </a:cubicBezTo>
                  <a:cubicBezTo>
                    <a:pt x="160" y="1"/>
                    <a:pt x="208" y="33"/>
                    <a:pt x="208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3" name="Google Shape;7083;p20"/>
            <p:cNvSpPr/>
            <p:nvPr/>
          </p:nvSpPr>
          <p:spPr>
            <a:xfrm>
              <a:off x="1740309" y="3247664"/>
              <a:ext cx="11977" cy="11977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208" y="81"/>
                  </a:moveTo>
                  <a:cubicBezTo>
                    <a:pt x="208" y="209"/>
                    <a:pt x="0" y="1"/>
                    <a:pt x="128" y="1"/>
                  </a:cubicBezTo>
                  <a:cubicBezTo>
                    <a:pt x="176" y="1"/>
                    <a:pt x="208" y="33"/>
                    <a:pt x="208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4" name="Google Shape;7084;p20"/>
            <p:cNvSpPr/>
            <p:nvPr/>
          </p:nvSpPr>
          <p:spPr>
            <a:xfrm>
              <a:off x="2109835" y="4290287"/>
              <a:ext cx="9227" cy="9227"/>
            </a:xfrm>
            <a:custGeom>
              <a:avLst/>
              <a:gdLst/>
              <a:ahLst/>
              <a:cxnLst/>
              <a:rect l="l" t="t" r="r" b="b"/>
              <a:pathLst>
                <a:path w="161" h="161" extrusionOk="0">
                  <a:moveTo>
                    <a:pt x="160" y="80"/>
                  </a:moveTo>
                  <a:cubicBezTo>
                    <a:pt x="160" y="112"/>
                    <a:pt x="112" y="160"/>
                    <a:pt x="80" y="160"/>
                  </a:cubicBezTo>
                  <a:cubicBezTo>
                    <a:pt x="32" y="160"/>
                    <a:pt x="0" y="112"/>
                    <a:pt x="0" y="80"/>
                  </a:cubicBezTo>
                  <a:cubicBezTo>
                    <a:pt x="0" y="32"/>
                    <a:pt x="32" y="0"/>
                    <a:pt x="80" y="0"/>
                  </a:cubicBezTo>
                  <a:cubicBezTo>
                    <a:pt x="112" y="0"/>
                    <a:pt x="160" y="32"/>
                    <a:pt x="160" y="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5" name="Google Shape;7085;p20"/>
            <p:cNvSpPr/>
            <p:nvPr/>
          </p:nvSpPr>
          <p:spPr>
            <a:xfrm>
              <a:off x="1729306" y="4353556"/>
              <a:ext cx="11977" cy="11977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208" y="81"/>
                  </a:moveTo>
                  <a:cubicBezTo>
                    <a:pt x="208" y="209"/>
                    <a:pt x="0" y="1"/>
                    <a:pt x="128" y="1"/>
                  </a:cubicBezTo>
                  <a:cubicBezTo>
                    <a:pt x="176" y="1"/>
                    <a:pt x="208" y="33"/>
                    <a:pt x="208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6" name="Google Shape;7086;p20"/>
            <p:cNvSpPr/>
            <p:nvPr/>
          </p:nvSpPr>
          <p:spPr>
            <a:xfrm>
              <a:off x="1617383" y="3758402"/>
              <a:ext cx="11977" cy="11977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209" y="81"/>
                  </a:moveTo>
                  <a:cubicBezTo>
                    <a:pt x="209" y="209"/>
                    <a:pt x="1" y="1"/>
                    <a:pt x="129" y="1"/>
                  </a:cubicBezTo>
                  <a:cubicBezTo>
                    <a:pt x="161" y="1"/>
                    <a:pt x="209" y="33"/>
                    <a:pt x="209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7" name="Google Shape;7087;p20"/>
            <p:cNvSpPr/>
            <p:nvPr/>
          </p:nvSpPr>
          <p:spPr>
            <a:xfrm>
              <a:off x="809504" y="3971191"/>
              <a:ext cx="10143" cy="11977"/>
            </a:xfrm>
            <a:custGeom>
              <a:avLst/>
              <a:gdLst/>
              <a:ahLst/>
              <a:cxnLst/>
              <a:rect l="l" t="t" r="r" b="b"/>
              <a:pathLst>
                <a:path w="177" h="209" extrusionOk="0">
                  <a:moveTo>
                    <a:pt x="177" y="112"/>
                  </a:moveTo>
                  <a:cubicBezTo>
                    <a:pt x="161" y="208"/>
                    <a:pt x="1" y="208"/>
                    <a:pt x="17" y="112"/>
                  </a:cubicBezTo>
                  <a:cubicBezTo>
                    <a:pt x="17" y="0"/>
                    <a:pt x="177" y="0"/>
                    <a:pt x="177" y="1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8" name="Google Shape;7088;p20"/>
            <p:cNvSpPr/>
            <p:nvPr/>
          </p:nvSpPr>
          <p:spPr>
            <a:xfrm>
              <a:off x="950769" y="3399877"/>
              <a:ext cx="9227" cy="11977"/>
            </a:xfrm>
            <a:custGeom>
              <a:avLst/>
              <a:gdLst/>
              <a:ahLst/>
              <a:cxnLst/>
              <a:rect l="l" t="t" r="r" b="b"/>
              <a:pathLst>
                <a:path w="161" h="209" extrusionOk="0">
                  <a:moveTo>
                    <a:pt x="160" y="113"/>
                  </a:moveTo>
                  <a:cubicBezTo>
                    <a:pt x="160" y="209"/>
                    <a:pt x="0" y="209"/>
                    <a:pt x="0" y="113"/>
                  </a:cubicBezTo>
                  <a:cubicBezTo>
                    <a:pt x="0" y="1"/>
                    <a:pt x="160" y="1"/>
                    <a:pt x="160" y="11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9" name="Google Shape;7089;p20"/>
            <p:cNvSpPr/>
            <p:nvPr/>
          </p:nvSpPr>
          <p:spPr>
            <a:xfrm>
              <a:off x="1323963" y="3949184"/>
              <a:ext cx="11060" cy="13811"/>
            </a:xfrm>
            <a:custGeom>
              <a:avLst/>
              <a:gdLst/>
              <a:ahLst/>
              <a:cxnLst/>
              <a:rect l="l" t="t" r="r" b="b"/>
              <a:pathLst>
                <a:path w="193" h="241" extrusionOk="0">
                  <a:moveTo>
                    <a:pt x="193" y="112"/>
                  </a:moveTo>
                  <a:cubicBezTo>
                    <a:pt x="161" y="240"/>
                    <a:pt x="1" y="0"/>
                    <a:pt x="129" y="16"/>
                  </a:cubicBezTo>
                  <a:cubicBezTo>
                    <a:pt x="177" y="32"/>
                    <a:pt x="193" y="64"/>
                    <a:pt x="193" y="1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0" name="Google Shape;7090;p20"/>
            <p:cNvSpPr/>
            <p:nvPr/>
          </p:nvSpPr>
          <p:spPr>
            <a:xfrm>
              <a:off x="1688474" y="2746955"/>
              <a:ext cx="11977" cy="13811"/>
            </a:xfrm>
            <a:custGeom>
              <a:avLst/>
              <a:gdLst/>
              <a:ahLst/>
              <a:cxnLst/>
              <a:rect l="l" t="t" r="r" b="b"/>
              <a:pathLst>
                <a:path w="209" h="241" extrusionOk="0">
                  <a:moveTo>
                    <a:pt x="192" y="145"/>
                  </a:moveTo>
                  <a:cubicBezTo>
                    <a:pt x="160" y="241"/>
                    <a:pt x="0" y="209"/>
                    <a:pt x="32" y="97"/>
                  </a:cubicBezTo>
                  <a:cubicBezTo>
                    <a:pt x="48" y="1"/>
                    <a:pt x="208" y="33"/>
                    <a:pt x="192" y="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1" name="Google Shape;7091;p20"/>
            <p:cNvSpPr/>
            <p:nvPr/>
          </p:nvSpPr>
          <p:spPr>
            <a:xfrm>
              <a:off x="864520" y="2361838"/>
              <a:ext cx="10143" cy="10143"/>
            </a:xfrm>
            <a:custGeom>
              <a:avLst/>
              <a:gdLst/>
              <a:ahLst/>
              <a:cxnLst/>
              <a:rect l="l" t="t" r="r" b="b"/>
              <a:pathLst>
                <a:path w="177" h="177" extrusionOk="0">
                  <a:moveTo>
                    <a:pt x="177" y="112"/>
                  </a:moveTo>
                  <a:cubicBezTo>
                    <a:pt x="161" y="144"/>
                    <a:pt x="113" y="176"/>
                    <a:pt x="81" y="160"/>
                  </a:cubicBezTo>
                  <a:cubicBezTo>
                    <a:pt x="33" y="160"/>
                    <a:pt x="1" y="112"/>
                    <a:pt x="17" y="64"/>
                  </a:cubicBezTo>
                  <a:cubicBezTo>
                    <a:pt x="33" y="32"/>
                    <a:pt x="65" y="0"/>
                    <a:pt x="113" y="16"/>
                  </a:cubicBezTo>
                  <a:cubicBezTo>
                    <a:pt x="161" y="16"/>
                    <a:pt x="177" y="64"/>
                    <a:pt x="177" y="1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2" name="Google Shape;7092;p20"/>
            <p:cNvSpPr/>
            <p:nvPr/>
          </p:nvSpPr>
          <p:spPr>
            <a:xfrm>
              <a:off x="1172439" y="2810711"/>
              <a:ext cx="11977" cy="11060"/>
            </a:xfrm>
            <a:custGeom>
              <a:avLst/>
              <a:gdLst/>
              <a:ahLst/>
              <a:cxnLst/>
              <a:rect l="l" t="t" r="r" b="b"/>
              <a:pathLst>
                <a:path w="209" h="193" extrusionOk="0">
                  <a:moveTo>
                    <a:pt x="193" y="112"/>
                  </a:moveTo>
                  <a:cubicBezTo>
                    <a:pt x="193" y="160"/>
                    <a:pt x="145" y="192"/>
                    <a:pt x="97" y="176"/>
                  </a:cubicBezTo>
                  <a:cubicBezTo>
                    <a:pt x="0" y="160"/>
                    <a:pt x="32" y="0"/>
                    <a:pt x="129" y="16"/>
                  </a:cubicBezTo>
                  <a:cubicBezTo>
                    <a:pt x="177" y="32"/>
                    <a:pt x="209" y="80"/>
                    <a:pt x="193" y="1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3" name="Google Shape;7093;p20"/>
            <p:cNvSpPr/>
            <p:nvPr/>
          </p:nvSpPr>
          <p:spPr>
            <a:xfrm>
              <a:off x="1150174" y="2423274"/>
              <a:ext cx="11977" cy="11977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209" y="80"/>
                  </a:moveTo>
                  <a:cubicBezTo>
                    <a:pt x="209" y="208"/>
                    <a:pt x="1" y="0"/>
                    <a:pt x="129" y="0"/>
                  </a:cubicBezTo>
                  <a:cubicBezTo>
                    <a:pt x="177" y="0"/>
                    <a:pt x="209" y="48"/>
                    <a:pt x="209" y="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4" name="Google Shape;7094;p20"/>
            <p:cNvSpPr/>
            <p:nvPr/>
          </p:nvSpPr>
          <p:spPr>
            <a:xfrm>
              <a:off x="1665980" y="3981220"/>
              <a:ext cx="23897" cy="23897"/>
            </a:xfrm>
            <a:custGeom>
              <a:avLst/>
              <a:gdLst/>
              <a:ahLst/>
              <a:cxnLst/>
              <a:rect l="l" t="t" r="r" b="b"/>
              <a:pathLst>
                <a:path w="417" h="417" extrusionOk="0">
                  <a:moveTo>
                    <a:pt x="417" y="193"/>
                  </a:moveTo>
                  <a:cubicBezTo>
                    <a:pt x="417" y="337"/>
                    <a:pt x="225" y="417"/>
                    <a:pt x="113" y="305"/>
                  </a:cubicBezTo>
                  <a:cubicBezTo>
                    <a:pt x="1" y="193"/>
                    <a:pt x="81" y="1"/>
                    <a:pt x="241" y="1"/>
                  </a:cubicBezTo>
                  <a:cubicBezTo>
                    <a:pt x="337" y="1"/>
                    <a:pt x="417" y="81"/>
                    <a:pt x="417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5" name="Google Shape;7095;p20"/>
            <p:cNvSpPr/>
            <p:nvPr/>
          </p:nvSpPr>
          <p:spPr>
            <a:xfrm>
              <a:off x="1606379" y="4444391"/>
              <a:ext cx="24871" cy="24814"/>
            </a:xfrm>
            <a:custGeom>
              <a:avLst/>
              <a:gdLst/>
              <a:ahLst/>
              <a:cxnLst/>
              <a:rect l="l" t="t" r="r" b="b"/>
              <a:pathLst>
                <a:path w="434" h="433" extrusionOk="0">
                  <a:moveTo>
                    <a:pt x="433" y="192"/>
                  </a:moveTo>
                  <a:cubicBezTo>
                    <a:pt x="433" y="352"/>
                    <a:pt x="241" y="432"/>
                    <a:pt x="129" y="320"/>
                  </a:cubicBezTo>
                  <a:cubicBezTo>
                    <a:pt x="1" y="208"/>
                    <a:pt x="97" y="16"/>
                    <a:pt x="257" y="16"/>
                  </a:cubicBezTo>
                  <a:cubicBezTo>
                    <a:pt x="353" y="0"/>
                    <a:pt x="433" y="96"/>
                    <a:pt x="433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6" name="Google Shape;7096;p20"/>
            <p:cNvSpPr/>
            <p:nvPr/>
          </p:nvSpPr>
          <p:spPr>
            <a:xfrm>
              <a:off x="866354" y="4077556"/>
              <a:ext cx="23955" cy="23897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417" y="177"/>
                  </a:moveTo>
                  <a:cubicBezTo>
                    <a:pt x="417" y="337"/>
                    <a:pt x="225" y="417"/>
                    <a:pt x="113" y="305"/>
                  </a:cubicBezTo>
                  <a:cubicBezTo>
                    <a:pt x="1" y="193"/>
                    <a:pt x="81" y="1"/>
                    <a:pt x="241" y="1"/>
                  </a:cubicBezTo>
                  <a:cubicBezTo>
                    <a:pt x="337" y="1"/>
                    <a:pt x="417" y="81"/>
                    <a:pt x="417" y="1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7" name="Google Shape;7097;p20"/>
            <p:cNvSpPr/>
            <p:nvPr/>
          </p:nvSpPr>
          <p:spPr>
            <a:xfrm>
              <a:off x="804919" y="3114707"/>
              <a:ext cx="24814" cy="24814"/>
            </a:xfrm>
            <a:custGeom>
              <a:avLst/>
              <a:gdLst/>
              <a:ahLst/>
              <a:cxnLst/>
              <a:rect l="l" t="t" r="r" b="b"/>
              <a:pathLst>
                <a:path w="433" h="433" extrusionOk="0">
                  <a:moveTo>
                    <a:pt x="433" y="192"/>
                  </a:moveTo>
                  <a:cubicBezTo>
                    <a:pt x="433" y="352"/>
                    <a:pt x="241" y="432"/>
                    <a:pt x="113" y="320"/>
                  </a:cubicBezTo>
                  <a:cubicBezTo>
                    <a:pt x="1" y="208"/>
                    <a:pt x="81" y="0"/>
                    <a:pt x="257" y="0"/>
                  </a:cubicBezTo>
                  <a:cubicBezTo>
                    <a:pt x="353" y="0"/>
                    <a:pt x="433" y="80"/>
                    <a:pt x="433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8" name="Google Shape;7098;p20"/>
            <p:cNvSpPr/>
            <p:nvPr/>
          </p:nvSpPr>
          <p:spPr>
            <a:xfrm>
              <a:off x="1710910" y="3846429"/>
              <a:ext cx="23897" cy="24814"/>
            </a:xfrm>
            <a:custGeom>
              <a:avLst/>
              <a:gdLst/>
              <a:ahLst/>
              <a:cxnLst/>
              <a:rect l="l" t="t" r="r" b="b"/>
              <a:pathLst>
                <a:path w="417" h="433" extrusionOk="0">
                  <a:moveTo>
                    <a:pt x="417" y="193"/>
                  </a:moveTo>
                  <a:cubicBezTo>
                    <a:pt x="417" y="353"/>
                    <a:pt x="225" y="433"/>
                    <a:pt x="113" y="321"/>
                  </a:cubicBezTo>
                  <a:cubicBezTo>
                    <a:pt x="1" y="209"/>
                    <a:pt x="81" y="1"/>
                    <a:pt x="241" y="1"/>
                  </a:cubicBezTo>
                  <a:cubicBezTo>
                    <a:pt x="337" y="1"/>
                    <a:pt x="417" y="81"/>
                    <a:pt x="417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9" name="Google Shape;7099;p20"/>
            <p:cNvSpPr/>
            <p:nvPr/>
          </p:nvSpPr>
          <p:spPr>
            <a:xfrm>
              <a:off x="2095164" y="3542920"/>
              <a:ext cx="24814" cy="24814"/>
            </a:xfrm>
            <a:custGeom>
              <a:avLst/>
              <a:gdLst/>
              <a:ahLst/>
              <a:cxnLst/>
              <a:rect l="l" t="t" r="r" b="b"/>
              <a:pathLst>
                <a:path w="433" h="433" extrusionOk="0">
                  <a:moveTo>
                    <a:pt x="432" y="176"/>
                  </a:moveTo>
                  <a:cubicBezTo>
                    <a:pt x="432" y="352"/>
                    <a:pt x="240" y="432"/>
                    <a:pt x="112" y="304"/>
                  </a:cubicBezTo>
                  <a:cubicBezTo>
                    <a:pt x="0" y="192"/>
                    <a:pt x="80" y="0"/>
                    <a:pt x="256" y="0"/>
                  </a:cubicBezTo>
                  <a:cubicBezTo>
                    <a:pt x="352" y="0"/>
                    <a:pt x="432" y="80"/>
                    <a:pt x="432" y="17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0" name="Google Shape;7100;p20"/>
            <p:cNvSpPr/>
            <p:nvPr/>
          </p:nvSpPr>
          <p:spPr>
            <a:xfrm>
              <a:off x="1461990" y="2560815"/>
              <a:ext cx="23897" cy="27565"/>
            </a:xfrm>
            <a:custGeom>
              <a:avLst/>
              <a:gdLst/>
              <a:ahLst/>
              <a:cxnLst/>
              <a:rect l="l" t="t" r="r" b="b"/>
              <a:pathLst>
                <a:path w="417" h="481" extrusionOk="0">
                  <a:moveTo>
                    <a:pt x="400" y="273"/>
                  </a:moveTo>
                  <a:cubicBezTo>
                    <a:pt x="368" y="481"/>
                    <a:pt x="48" y="481"/>
                    <a:pt x="32" y="273"/>
                  </a:cubicBezTo>
                  <a:cubicBezTo>
                    <a:pt x="0" y="1"/>
                    <a:pt x="416" y="1"/>
                    <a:pt x="400" y="27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1" name="Google Shape;7101;p20"/>
            <p:cNvSpPr/>
            <p:nvPr/>
          </p:nvSpPr>
          <p:spPr>
            <a:xfrm>
              <a:off x="905839" y="3730034"/>
              <a:ext cx="23897" cy="27565"/>
            </a:xfrm>
            <a:custGeom>
              <a:avLst/>
              <a:gdLst/>
              <a:ahLst/>
              <a:cxnLst/>
              <a:rect l="l" t="t" r="r" b="b"/>
              <a:pathLst>
                <a:path w="417" h="481" extrusionOk="0">
                  <a:moveTo>
                    <a:pt x="384" y="272"/>
                  </a:moveTo>
                  <a:cubicBezTo>
                    <a:pt x="368" y="480"/>
                    <a:pt x="48" y="480"/>
                    <a:pt x="32" y="272"/>
                  </a:cubicBezTo>
                  <a:cubicBezTo>
                    <a:pt x="0" y="0"/>
                    <a:pt x="416" y="0"/>
                    <a:pt x="384" y="27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2" name="Google Shape;7102;p20"/>
            <p:cNvSpPr/>
            <p:nvPr/>
          </p:nvSpPr>
          <p:spPr>
            <a:xfrm>
              <a:off x="1274878" y="2235300"/>
              <a:ext cx="24814" cy="24814"/>
            </a:xfrm>
            <a:custGeom>
              <a:avLst/>
              <a:gdLst/>
              <a:ahLst/>
              <a:cxnLst/>
              <a:rect l="l" t="t" r="r" b="b"/>
              <a:pathLst>
                <a:path w="433" h="433" extrusionOk="0">
                  <a:moveTo>
                    <a:pt x="433" y="192"/>
                  </a:moveTo>
                  <a:cubicBezTo>
                    <a:pt x="433" y="352"/>
                    <a:pt x="241" y="432"/>
                    <a:pt x="129" y="320"/>
                  </a:cubicBezTo>
                  <a:cubicBezTo>
                    <a:pt x="1" y="192"/>
                    <a:pt x="97" y="0"/>
                    <a:pt x="257" y="0"/>
                  </a:cubicBezTo>
                  <a:cubicBezTo>
                    <a:pt x="353" y="0"/>
                    <a:pt x="433" y="80"/>
                    <a:pt x="433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3" name="Google Shape;7103;p20"/>
            <p:cNvSpPr/>
            <p:nvPr/>
          </p:nvSpPr>
          <p:spPr>
            <a:xfrm>
              <a:off x="1720137" y="3324687"/>
              <a:ext cx="23897" cy="27565"/>
            </a:xfrm>
            <a:custGeom>
              <a:avLst/>
              <a:gdLst/>
              <a:ahLst/>
              <a:cxnLst/>
              <a:rect l="l" t="t" r="r" b="b"/>
              <a:pathLst>
                <a:path w="417" h="481" extrusionOk="0">
                  <a:moveTo>
                    <a:pt x="384" y="257"/>
                  </a:moveTo>
                  <a:cubicBezTo>
                    <a:pt x="368" y="481"/>
                    <a:pt x="48" y="481"/>
                    <a:pt x="32" y="257"/>
                  </a:cubicBezTo>
                  <a:cubicBezTo>
                    <a:pt x="0" y="1"/>
                    <a:pt x="416" y="1"/>
                    <a:pt x="384" y="25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4" name="Google Shape;7104;p20"/>
            <p:cNvSpPr/>
            <p:nvPr/>
          </p:nvSpPr>
          <p:spPr>
            <a:xfrm>
              <a:off x="1301039" y="3509910"/>
              <a:ext cx="23897" cy="24814"/>
            </a:xfrm>
            <a:custGeom>
              <a:avLst/>
              <a:gdLst/>
              <a:ahLst/>
              <a:cxnLst/>
              <a:rect l="l" t="t" r="r" b="b"/>
              <a:pathLst>
                <a:path w="417" h="433" extrusionOk="0">
                  <a:moveTo>
                    <a:pt x="416" y="192"/>
                  </a:moveTo>
                  <a:cubicBezTo>
                    <a:pt x="416" y="352"/>
                    <a:pt x="224" y="432"/>
                    <a:pt x="112" y="320"/>
                  </a:cubicBezTo>
                  <a:cubicBezTo>
                    <a:pt x="0" y="208"/>
                    <a:pt x="80" y="0"/>
                    <a:pt x="240" y="0"/>
                  </a:cubicBezTo>
                  <a:cubicBezTo>
                    <a:pt x="336" y="0"/>
                    <a:pt x="416" y="80"/>
                    <a:pt x="416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5" name="Google Shape;7105;p20"/>
            <p:cNvSpPr/>
            <p:nvPr/>
          </p:nvSpPr>
          <p:spPr>
            <a:xfrm>
              <a:off x="1025958" y="3570428"/>
              <a:ext cx="23897" cy="27565"/>
            </a:xfrm>
            <a:custGeom>
              <a:avLst/>
              <a:gdLst/>
              <a:ahLst/>
              <a:cxnLst/>
              <a:rect l="l" t="t" r="r" b="b"/>
              <a:pathLst>
                <a:path w="417" h="481" extrusionOk="0">
                  <a:moveTo>
                    <a:pt x="400" y="225"/>
                  </a:moveTo>
                  <a:cubicBezTo>
                    <a:pt x="416" y="481"/>
                    <a:pt x="0" y="481"/>
                    <a:pt x="32" y="225"/>
                  </a:cubicBezTo>
                  <a:cubicBezTo>
                    <a:pt x="48" y="1"/>
                    <a:pt x="368" y="1"/>
                    <a:pt x="400" y="22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6" name="Google Shape;7106;p20"/>
            <p:cNvSpPr/>
            <p:nvPr/>
          </p:nvSpPr>
          <p:spPr>
            <a:xfrm>
              <a:off x="1654547" y="2403101"/>
              <a:ext cx="23897" cy="23897"/>
            </a:xfrm>
            <a:custGeom>
              <a:avLst/>
              <a:gdLst/>
              <a:ahLst/>
              <a:cxnLst/>
              <a:rect l="l" t="t" r="r" b="b"/>
              <a:pathLst>
                <a:path w="417" h="417" extrusionOk="0">
                  <a:moveTo>
                    <a:pt x="416" y="176"/>
                  </a:moveTo>
                  <a:cubicBezTo>
                    <a:pt x="416" y="336"/>
                    <a:pt x="224" y="416"/>
                    <a:pt x="112" y="304"/>
                  </a:cubicBezTo>
                  <a:cubicBezTo>
                    <a:pt x="0" y="192"/>
                    <a:pt x="80" y="0"/>
                    <a:pt x="240" y="0"/>
                  </a:cubicBezTo>
                  <a:cubicBezTo>
                    <a:pt x="336" y="0"/>
                    <a:pt x="416" y="80"/>
                    <a:pt x="416" y="17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7" name="Google Shape;7107;p20"/>
            <p:cNvSpPr/>
            <p:nvPr/>
          </p:nvSpPr>
          <p:spPr>
            <a:xfrm>
              <a:off x="959022" y="4245357"/>
              <a:ext cx="23897" cy="23897"/>
            </a:xfrm>
            <a:custGeom>
              <a:avLst/>
              <a:gdLst/>
              <a:ahLst/>
              <a:cxnLst/>
              <a:rect l="l" t="t" r="r" b="b"/>
              <a:pathLst>
                <a:path w="417" h="417" extrusionOk="0">
                  <a:moveTo>
                    <a:pt x="416" y="177"/>
                  </a:moveTo>
                  <a:cubicBezTo>
                    <a:pt x="416" y="337"/>
                    <a:pt x="224" y="417"/>
                    <a:pt x="112" y="305"/>
                  </a:cubicBezTo>
                  <a:cubicBezTo>
                    <a:pt x="0" y="193"/>
                    <a:pt x="80" y="1"/>
                    <a:pt x="240" y="1"/>
                  </a:cubicBezTo>
                  <a:cubicBezTo>
                    <a:pt x="336" y="1"/>
                    <a:pt x="416" y="81"/>
                    <a:pt x="416" y="1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8" name="Google Shape;7108;p20"/>
            <p:cNvSpPr/>
            <p:nvPr/>
          </p:nvSpPr>
          <p:spPr>
            <a:xfrm>
              <a:off x="1013121" y="2675433"/>
              <a:ext cx="24814" cy="23897"/>
            </a:xfrm>
            <a:custGeom>
              <a:avLst/>
              <a:gdLst/>
              <a:ahLst/>
              <a:cxnLst/>
              <a:rect l="l" t="t" r="r" b="b"/>
              <a:pathLst>
                <a:path w="433" h="417" extrusionOk="0">
                  <a:moveTo>
                    <a:pt x="432" y="177"/>
                  </a:moveTo>
                  <a:cubicBezTo>
                    <a:pt x="432" y="337"/>
                    <a:pt x="240" y="417"/>
                    <a:pt x="128" y="305"/>
                  </a:cubicBezTo>
                  <a:cubicBezTo>
                    <a:pt x="0" y="193"/>
                    <a:pt x="80" y="1"/>
                    <a:pt x="256" y="1"/>
                  </a:cubicBezTo>
                  <a:cubicBezTo>
                    <a:pt x="352" y="1"/>
                    <a:pt x="432" y="81"/>
                    <a:pt x="432" y="1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9" name="Google Shape;7109;p20"/>
            <p:cNvSpPr/>
            <p:nvPr/>
          </p:nvSpPr>
          <p:spPr>
            <a:xfrm>
              <a:off x="724228" y="4075722"/>
              <a:ext cx="24814" cy="27565"/>
            </a:xfrm>
            <a:custGeom>
              <a:avLst/>
              <a:gdLst/>
              <a:ahLst/>
              <a:cxnLst/>
              <a:rect l="l" t="t" r="r" b="b"/>
              <a:pathLst>
                <a:path w="433" h="481" extrusionOk="0">
                  <a:moveTo>
                    <a:pt x="401" y="209"/>
                  </a:moveTo>
                  <a:cubicBezTo>
                    <a:pt x="433" y="481"/>
                    <a:pt x="1" y="481"/>
                    <a:pt x="33" y="209"/>
                  </a:cubicBezTo>
                  <a:cubicBezTo>
                    <a:pt x="65" y="1"/>
                    <a:pt x="369" y="1"/>
                    <a:pt x="401" y="2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0" name="Google Shape;7110;p20"/>
            <p:cNvSpPr/>
            <p:nvPr/>
          </p:nvSpPr>
          <p:spPr>
            <a:xfrm>
              <a:off x="791165" y="3263252"/>
              <a:ext cx="24814" cy="23897"/>
            </a:xfrm>
            <a:custGeom>
              <a:avLst/>
              <a:gdLst/>
              <a:ahLst/>
              <a:cxnLst/>
              <a:rect l="l" t="t" r="r" b="b"/>
              <a:pathLst>
                <a:path w="433" h="417" extrusionOk="0">
                  <a:moveTo>
                    <a:pt x="433" y="177"/>
                  </a:moveTo>
                  <a:cubicBezTo>
                    <a:pt x="433" y="337"/>
                    <a:pt x="241" y="417"/>
                    <a:pt x="129" y="305"/>
                  </a:cubicBezTo>
                  <a:cubicBezTo>
                    <a:pt x="1" y="193"/>
                    <a:pt x="81" y="1"/>
                    <a:pt x="241" y="1"/>
                  </a:cubicBezTo>
                  <a:cubicBezTo>
                    <a:pt x="353" y="1"/>
                    <a:pt x="433" y="81"/>
                    <a:pt x="433" y="1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1" name="Google Shape;7111;p20"/>
            <p:cNvSpPr/>
            <p:nvPr/>
          </p:nvSpPr>
          <p:spPr>
            <a:xfrm>
              <a:off x="1340467" y="3551173"/>
              <a:ext cx="23897" cy="24814"/>
            </a:xfrm>
            <a:custGeom>
              <a:avLst/>
              <a:gdLst/>
              <a:ahLst/>
              <a:cxnLst/>
              <a:rect l="l" t="t" r="r" b="b"/>
              <a:pathLst>
                <a:path w="417" h="433" extrusionOk="0">
                  <a:moveTo>
                    <a:pt x="417" y="193"/>
                  </a:moveTo>
                  <a:cubicBezTo>
                    <a:pt x="417" y="353"/>
                    <a:pt x="225" y="433"/>
                    <a:pt x="113" y="321"/>
                  </a:cubicBezTo>
                  <a:cubicBezTo>
                    <a:pt x="1" y="209"/>
                    <a:pt x="81" y="1"/>
                    <a:pt x="241" y="1"/>
                  </a:cubicBezTo>
                  <a:cubicBezTo>
                    <a:pt x="337" y="1"/>
                    <a:pt x="417" y="81"/>
                    <a:pt x="417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2" name="Google Shape;7112;p20"/>
            <p:cNvSpPr/>
            <p:nvPr/>
          </p:nvSpPr>
          <p:spPr>
            <a:xfrm>
              <a:off x="1205620" y="3043644"/>
              <a:ext cx="24814" cy="24814"/>
            </a:xfrm>
            <a:custGeom>
              <a:avLst/>
              <a:gdLst/>
              <a:ahLst/>
              <a:cxnLst/>
              <a:rect l="l" t="t" r="r" b="b"/>
              <a:pathLst>
                <a:path w="433" h="433" extrusionOk="0">
                  <a:moveTo>
                    <a:pt x="433" y="193"/>
                  </a:moveTo>
                  <a:cubicBezTo>
                    <a:pt x="433" y="353"/>
                    <a:pt x="225" y="433"/>
                    <a:pt x="112" y="321"/>
                  </a:cubicBezTo>
                  <a:cubicBezTo>
                    <a:pt x="0" y="209"/>
                    <a:pt x="80" y="1"/>
                    <a:pt x="241" y="17"/>
                  </a:cubicBezTo>
                  <a:cubicBezTo>
                    <a:pt x="337" y="1"/>
                    <a:pt x="433" y="97"/>
                    <a:pt x="433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3" name="Google Shape;7113;p20"/>
            <p:cNvSpPr/>
            <p:nvPr/>
          </p:nvSpPr>
          <p:spPr>
            <a:xfrm>
              <a:off x="1242355" y="3309099"/>
              <a:ext cx="24814" cy="23897"/>
            </a:xfrm>
            <a:custGeom>
              <a:avLst/>
              <a:gdLst/>
              <a:ahLst/>
              <a:cxnLst/>
              <a:rect l="l" t="t" r="r" b="b"/>
              <a:pathLst>
                <a:path w="433" h="417" extrusionOk="0">
                  <a:moveTo>
                    <a:pt x="433" y="177"/>
                  </a:moveTo>
                  <a:cubicBezTo>
                    <a:pt x="433" y="337"/>
                    <a:pt x="225" y="417"/>
                    <a:pt x="112" y="305"/>
                  </a:cubicBezTo>
                  <a:cubicBezTo>
                    <a:pt x="0" y="193"/>
                    <a:pt x="80" y="1"/>
                    <a:pt x="241" y="1"/>
                  </a:cubicBezTo>
                  <a:cubicBezTo>
                    <a:pt x="353" y="1"/>
                    <a:pt x="433" y="81"/>
                    <a:pt x="433" y="1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4" name="Google Shape;7114;p20"/>
            <p:cNvSpPr/>
            <p:nvPr/>
          </p:nvSpPr>
          <p:spPr>
            <a:xfrm>
              <a:off x="1765926" y="3497073"/>
              <a:ext cx="89056" cy="88999"/>
            </a:xfrm>
            <a:custGeom>
              <a:avLst/>
              <a:gdLst/>
              <a:ahLst/>
              <a:cxnLst/>
              <a:rect l="l" t="t" r="r" b="b"/>
              <a:pathLst>
                <a:path w="1554" h="1553" extrusionOk="0">
                  <a:moveTo>
                    <a:pt x="769" y="1552"/>
                  </a:moveTo>
                  <a:lnTo>
                    <a:pt x="769" y="1552"/>
                  </a:lnTo>
                  <a:cubicBezTo>
                    <a:pt x="769" y="1120"/>
                    <a:pt x="433" y="768"/>
                    <a:pt x="1" y="768"/>
                  </a:cubicBezTo>
                  <a:lnTo>
                    <a:pt x="1" y="768"/>
                  </a:lnTo>
                  <a:cubicBezTo>
                    <a:pt x="433" y="768"/>
                    <a:pt x="769" y="432"/>
                    <a:pt x="769" y="0"/>
                  </a:cubicBezTo>
                  <a:lnTo>
                    <a:pt x="769" y="0"/>
                  </a:lnTo>
                  <a:cubicBezTo>
                    <a:pt x="769" y="416"/>
                    <a:pt x="1121" y="768"/>
                    <a:pt x="1553" y="768"/>
                  </a:cubicBezTo>
                  <a:lnTo>
                    <a:pt x="1553" y="768"/>
                  </a:lnTo>
                  <a:cubicBezTo>
                    <a:pt x="1121" y="768"/>
                    <a:pt x="769" y="1120"/>
                    <a:pt x="769" y="15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5" name="Google Shape;7115;p20"/>
            <p:cNvSpPr/>
            <p:nvPr/>
          </p:nvSpPr>
          <p:spPr>
            <a:xfrm>
              <a:off x="825091" y="3483319"/>
              <a:ext cx="89056" cy="88999"/>
            </a:xfrm>
            <a:custGeom>
              <a:avLst/>
              <a:gdLst/>
              <a:ahLst/>
              <a:cxnLst/>
              <a:rect l="l" t="t" r="r" b="b"/>
              <a:pathLst>
                <a:path w="1554" h="1553" extrusionOk="0">
                  <a:moveTo>
                    <a:pt x="785" y="1553"/>
                  </a:moveTo>
                  <a:lnTo>
                    <a:pt x="785" y="1553"/>
                  </a:lnTo>
                  <a:cubicBezTo>
                    <a:pt x="785" y="1121"/>
                    <a:pt x="433" y="785"/>
                    <a:pt x="1" y="785"/>
                  </a:cubicBezTo>
                  <a:lnTo>
                    <a:pt x="1" y="785"/>
                  </a:lnTo>
                  <a:cubicBezTo>
                    <a:pt x="433" y="785"/>
                    <a:pt x="785" y="433"/>
                    <a:pt x="785" y="1"/>
                  </a:cubicBezTo>
                  <a:lnTo>
                    <a:pt x="785" y="1"/>
                  </a:lnTo>
                  <a:cubicBezTo>
                    <a:pt x="785" y="433"/>
                    <a:pt x="1137" y="785"/>
                    <a:pt x="1553" y="785"/>
                  </a:cubicBezTo>
                  <a:lnTo>
                    <a:pt x="1553" y="785"/>
                  </a:lnTo>
                  <a:cubicBezTo>
                    <a:pt x="1137" y="785"/>
                    <a:pt x="785" y="1121"/>
                    <a:pt x="785" y="15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6" name="Google Shape;7116;p20"/>
            <p:cNvSpPr/>
            <p:nvPr/>
          </p:nvSpPr>
          <p:spPr>
            <a:xfrm>
              <a:off x="938849" y="2381094"/>
              <a:ext cx="88999" cy="88999"/>
            </a:xfrm>
            <a:custGeom>
              <a:avLst/>
              <a:gdLst/>
              <a:ahLst/>
              <a:cxnLst/>
              <a:rect l="l" t="t" r="r" b="b"/>
              <a:pathLst>
                <a:path w="1553" h="1553" extrusionOk="0">
                  <a:moveTo>
                    <a:pt x="768" y="1553"/>
                  </a:moveTo>
                  <a:lnTo>
                    <a:pt x="768" y="1553"/>
                  </a:lnTo>
                  <a:cubicBezTo>
                    <a:pt x="768" y="1121"/>
                    <a:pt x="416" y="785"/>
                    <a:pt x="0" y="785"/>
                  </a:cubicBezTo>
                  <a:lnTo>
                    <a:pt x="0" y="785"/>
                  </a:lnTo>
                  <a:cubicBezTo>
                    <a:pt x="416" y="785"/>
                    <a:pt x="768" y="432"/>
                    <a:pt x="768" y="0"/>
                  </a:cubicBezTo>
                  <a:lnTo>
                    <a:pt x="768" y="0"/>
                  </a:lnTo>
                  <a:cubicBezTo>
                    <a:pt x="768" y="432"/>
                    <a:pt x="1120" y="785"/>
                    <a:pt x="1552" y="785"/>
                  </a:cubicBezTo>
                  <a:lnTo>
                    <a:pt x="1552" y="785"/>
                  </a:lnTo>
                  <a:cubicBezTo>
                    <a:pt x="1120" y="785"/>
                    <a:pt x="768" y="1121"/>
                    <a:pt x="768" y="15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7" name="Google Shape;7117;p20"/>
            <p:cNvSpPr/>
            <p:nvPr/>
          </p:nvSpPr>
          <p:spPr>
            <a:xfrm>
              <a:off x="1427577" y="2872834"/>
              <a:ext cx="89056" cy="88082"/>
            </a:xfrm>
            <a:custGeom>
              <a:avLst/>
              <a:gdLst/>
              <a:ahLst/>
              <a:cxnLst/>
              <a:rect l="l" t="t" r="r" b="b"/>
              <a:pathLst>
                <a:path w="1554" h="1537" extrusionOk="0">
                  <a:moveTo>
                    <a:pt x="785" y="1537"/>
                  </a:moveTo>
                  <a:lnTo>
                    <a:pt x="785" y="1537"/>
                  </a:lnTo>
                  <a:cubicBezTo>
                    <a:pt x="785" y="1121"/>
                    <a:pt x="433" y="769"/>
                    <a:pt x="1" y="769"/>
                  </a:cubicBezTo>
                  <a:lnTo>
                    <a:pt x="1" y="769"/>
                  </a:lnTo>
                  <a:cubicBezTo>
                    <a:pt x="433" y="769"/>
                    <a:pt x="785" y="417"/>
                    <a:pt x="785" y="1"/>
                  </a:cubicBezTo>
                  <a:lnTo>
                    <a:pt x="785" y="1"/>
                  </a:lnTo>
                  <a:cubicBezTo>
                    <a:pt x="785" y="417"/>
                    <a:pt x="1121" y="769"/>
                    <a:pt x="1553" y="769"/>
                  </a:cubicBezTo>
                  <a:lnTo>
                    <a:pt x="1553" y="769"/>
                  </a:lnTo>
                  <a:cubicBezTo>
                    <a:pt x="1137" y="769"/>
                    <a:pt x="785" y="1121"/>
                    <a:pt x="785" y="153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18" name="Google Shape;7118;p20"/>
          <p:cNvGrpSpPr/>
          <p:nvPr/>
        </p:nvGrpSpPr>
        <p:grpSpPr>
          <a:xfrm rot="-3016025" flipH="1">
            <a:off x="8090812" y="-636377"/>
            <a:ext cx="1127819" cy="1888658"/>
            <a:chOff x="713225" y="2235300"/>
            <a:chExt cx="1509450" cy="2233905"/>
          </a:xfrm>
        </p:grpSpPr>
        <p:sp>
          <p:nvSpPr>
            <p:cNvPr id="7119" name="Google Shape;7119;p20"/>
            <p:cNvSpPr/>
            <p:nvPr/>
          </p:nvSpPr>
          <p:spPr>
            <a:xfrm>
              <a:off x="2168519" y="4094921"/>
              <a:ext cx="54156" cy="54213"/>
            </a:xfrm>
            <a:custGeom>
              <a:avLst/>
              <a:gdLst/>
              <a:ahLst/>
              <a:cxnLst/>
              <a:rect l="l" t="t" r="r" b="b"/>
              <a:pathLst>
                <a:path w="945" h="946" extrusionOk="0">
                  <a:moveTo>
                    <a:pt x="945" y="417"/>
                  </a:moveTo>
                  <a:cubicBezTo>
                    <a:pt x="945" y="769"/>
                    <a:pt x="513" y="945"/>
                    <a:pt x="256" y="689"/>
                  </a:cubicBezTo>
                  <a:cubicBezTo>
                    <a:pt x="0" y="433"/>
                    <a:pt x="192" y="1"/>
                    <a:pt x="545" y="17"/>
                  </a:cubicBezTo>
                  <a:cubicBezTo>
                    <a:pt x="769" y="17"/>
                    <a:pt x="945" y="193"/>
                    <a:pt x="945" y="4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0" name="Google Shape;7120;p20"/>
            <p:cNvSpPr/>
            <p:nvPr/>
          </p:nvSpPr>
          <p:spPr>
            <a:xfrm>
              <a:off x="2147430" y="3617193"/>
              <a:ext cx="53239" cy="54156"/>
            </a:xfrm>
            <a:custGeom>
              <a:avLst/>
              <a:gdLst/>
              <a:ahLst/>
              <a:cxnLst/>
              <a:rect l="l" t="t" r="r" b="b"/>
              <a:pathLst>
                <a:path w="929" h="945" extrusionOk="0">
                  <a:moveTo>
                    <a:pt x="929" y="400"/>
                  </a:moveTo>
                  <a:cubicBezTo>
                    <a:pt x="929" y="752"/>
                    <a:pt x="496" y="944"/>
                    <a:pt x="240" y="688"/>
                  </a:cubicBezTo>
                  <a:cubicBezTo>
                    <a:pt x="0" y="432"/>
                    <a:pt x="176" y="0"/>
                    <a:pt x="528" y="0"/>
                  </a:cubicBezTo>
                  <a:cubicBezTo>
                    <a:pt x="753" y="0"/>
                    <a:pt x="929" y="176"/>
                    <a:pt x="929" y="40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1" name="Google Shape;7121;p20"/>
            <p:cNvSpPr/>
            <p:nvPr/>
          </p:nvSpPr>
          <p:spPr>
            <a:xfrm>
              <a:off x="1029626" y="3003298"/>
              <a:ext cx="53239" cy="52322"/>
            </a:xfrm>
            <a:custGeom>
              <a:avLst/>
              <a:gdLst/>
              <a:ahLst/>
              <a:cxnLst/>
              <a:rect l="l" t="t" r="r" b="b"/>
              <a:pathLst>
                <a:path w="929" h="913" extrusionOk="0">
                  <a:moveTo>
                    <a:pt x="913" y="384"/>
                  </a:moveTo>
                  <a:cubicBezTo>
                    <a:pt x="929" y="720"/>
                    <a:pt x="497" y="912"/>
                    <a:pt x="257" y="656"/>
                  </a:cubicBezTo>
                  <a:cubicBezTo>
                    <a:pt x="1" y="416"/>
                    <a:pt x="177" y="0"/>
                    <a:pt x="529" y="0"/>
                  </a:cubicBezTo>
                  <a:cubicBezTo>
                    <a:pt x="737" y="0"/>
                    <a:pt x="913" y="160"/>
                    <a:pt x="913" y="3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2" name="Google Shape;7122;p20"/>
            <p:cNvSpPr/>
            <p:nvPr/>
          </p:nvSpPr>
          <p:spPr>
            <a:xfrm>
              <a:off x="1547695" y="3244913"/>
              <a:ext cx="54156" cy="54156"/>
            </a:xfrm>
            <a:custGeom>
              <a:avLst/>
              <a:gdLst/>
              <a:ahLst/>
              <a:cxnLst/>
              <a:rect l="l" t="t" r="r" b="b"/>
              <a:pathLst>
                <a:path w="945" h="945" extrusionOk="0">
                  <a:moveTo>
                    <a:pt x="945" y="401"/>
                  </a:moveTo>
                  <a:cubicBezTo>
                    <a:pt x="945" y="753"/>
                    <a:pt x="513" y="945"/>
                    <a:pt x="257" y="689"/>
                  </a:cubicBezTo>
                  <a:cubicBezTo>
                    <a:pt x="1" y="433"/>
                    <a:pt x="177" y="1"/>
                    <a:pt x="545" y="1"/>
                  </a:cubicBezTo>
                  <a:cubicBezTo>
                    <a:pt x="753" y="1"/>
                    <a:pt x="929" y="177"/>
                    <a:pt x="945" y="40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3" name="Google Shape;7123;p20"/>
            <p:cNvSpPr/>
            <p:nvPr/>
          </p:nvSpPr>
          <p:spPr>
            <a:xfrm>
              <a:off x="1203844" y="3823562"/>
              <a:ext cx="52322" cy="51405"/>
            </a:xfrm>
            <a:custGeom>
              <a:avLst/>
              <a:gdLst/>
              <a:ahLst/>
              <a:cxnLst/>
              <a:rect l="l" t="t" r="r" b="b"/>
              <a:pathLst>
                <a:path w="913" h="897" extrusionOk="0">
                  <a:moveTo>
                    <a:pt x="913" y="384"/>
                  </a:moveTo>
                  <a:cubicBezTo>
                    <a:pt x="913" y="736"/>
                    <a:pt x="496" y="896"/>
                    <a:pt x="256" y="656"/>
                  </a:cubicBezTo>
                  <a:cubicBezTo>
                    <a:pt x="0" y="416"/>
                    <a:pt x="176" y="0"/>
                    <a:pt x="528" y="0"/>
                  </a:cubicBezTo>
                  <a:cubicBezTo>
                    <a:pt x="736" y="0"/>
                    <a:pt x="913" y="176"/>
                    <a:pt x="913" y="3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4" name="Google Shape;7124;p20"/>
            <p:cNvSpPr/>
            <p:nvPr/>
          </p:nvSpPr>
          <p:spPr>
            <a:xfrm>
              <a:off x="713225" y="2823119"/>
              <a:ext cx="54156" cy="54156"/>
            </a:xfrm>
            <a:custGeom>
              <a:avLst/>
              <a:gdLst/>
              <a:ahLst/>
              <a:cxnLst/>
              <a:rect l="l" t="t" r="r" b="b"/>
              <a:pathLst>
                <a:path w="945" h="945" extrusionOk="0">
                  <a:moveTo>
                    <a:pt x="945" y="416"/>
                  </a:moveTo>
                  <a:cubicBezTo>
                    <a:pt x="945" y="768"/>
                    <a:pt x="513" y="944"/>
                    <a:pt x="257" y="688"/>
                  </a:cubicBezTo>
                  <a:cubicBezTo>
                    <a:pt x="1" y="448"/>
                    <a:pt x="193" y="16"/>
                    <a:pt x="545" y="16"/>
                  </a:cubicBezTo>
                  <a:cubicBezTo>
                    <a:pt x="769" y="0"/>
                    <a:pt x="945" y="192"/>
                    <a:pt x="945" y="41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5" name="Google Shape;7125;p20"/>
            <p:cNvSpPr/>
            <p:nvPr/>
          </p:nvSpPr>
          <p:spPr>
            <a:xfrm>
              <a:off x="1506433" y="3973884"/>
              <a:ext cx="12894" cy="11977"/>
            </a:xfrm>
            <a:custGeom>
              <a:avLst/>
              <a:gdLst/>
              <a:ahLst/>
              <a:cxnLst/>
              <a:rect l="l" t="t" r="r" b="b"/>
              <a:pathLst>
                <a:path w="225" h="209" extrusionOk="0">
                  <a:moveTo>
                    <a:pt x="225" y="81"/>
                  </a:moveTo>
                  <a:cubicBezTo>
                    <a:pt x="225" y="209"/>
                    <a:pt x="1" y="1"/>
                    <a:pt x="129" y="1"/>
                  </a:cubicBezTo>
                  <a:cubicBezTo>
                    <a:pt x="177" y="1"/>
                    <a:pt x="225" y="33"/>
                    <a:pt x="225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6" name="Google Shape;7126;p20"/>
            <p:cNvSpPr/>
            <p:nvPr/>
          </p:nvSpPr>
          <p:spPr>
            <a:xfrm>
              <a:off x="1758591" y="3940874"/>
              <a:ext cx="11977" cy="11977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209" y="81"/>
                  </a:moveTo>
                  <a:cubicBezTo>
                    <a:pt x="209" y="209"/>
                    <a:pt x="1" y="1"/>
                    <a:pt x="129" y="1"/>
                  </a:cubicBezTo>
                  <a:cubicBezTo>
                    <a:pt x="177" y="1"/>
                    <a:pt x="209" y="33"/>
                    <a:pt x="209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7" name="Google Shape;7127;p20"/>
            <p:cNvSpPr/>
            <p:nvPr/>
          </p:nvSpPr>
          <p:spPr>
            <a:xfrm>
              <a:off x="1650879" y="2571819"/>
              <a:ext cx="11977" cy="11060"/>
            </a:xfrm>
            <a:custGeom>
              <a:avLst/>
              <a:gdLst/>
              <a:ahLst/>
              <a:cxnLst/>
              <a:rect l="l" t="t" r="r" b="b"/>
              <a:pathLst>
                <a:path w="209" h="193" extrusionOk="0">
                  <a:moveTo>
                    <a:pt x="208" y="81"/>
                  </a:moveTo>
                  <a:cubicBezTo>
                    <a:pt x="208" y="193"/>
                    <a:pt x="0" y="1"/>
                    <a:pt x="128" y="1"/>
                  </a:cubicBezTo>
                  <a:cubicBezTo>
                    <a:pt x="160" y="1"/>
                    <a:pt x="208" y="33"/>
                    <a:pt x="208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8" name="Google Shape;7128;p20"/>
            <p:cNvSpPr/>
            <p:nvPr/>
          </p:nvSpPr>
          <p:spPr>
            <a:xfrm>
              <a:off x="1740309" y="3247664"/>
              <a:ext cx="11977" cy="11977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208" y="81"/>
                  </a:moveTo>
                  <a:cubicBezTo>
                    <a:pt x="208" y="209"/>
                    <a:pt x="0" y="1"/>
                    <a:pt x="128" y="1"/>
                  </a:cubicBezTo>
                  <a:cubicBezTo>
                    <a:pt x="176" y="1"/>
                    <a:pt x="208" y="33"/>
                    <a:pt x="208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9" name="Google Shape;7129;p20"/>
            <p:cNvSpPr/>
            <p:nvPr/>
          </p:nvSpPr>
          <p:spPr>
            <a:xfrm>
              <a:off x="2109835" y="4290287"/>
              <a:ext cx="9227" cy="9227"/>
            </a:xfrm>
            <a:custGeom>
              <a:avLst/>
              <a:gdLst/>
              <a:ahLst/>
              <a:cxnLst/>
              <a:rect l="l" t="t" r="r" b="b"/>
              <a:pathLst>
                <a:path w="161" h="161" extrusionOk="0">
                  <a:moveTo>
                    <a:pt x="160" y="80"/>
                  </a:moveTo>
                  <a:cubicBezTo>
                    <a:pt x="160" y="112"/>
                    <a:pt x="112" y="160"/>
                    <a:pt x="80" y="160"/>
                  </a:cubicBezTo>
                  <a:cubicBezTo>
                    <a:pt x="32" y="160"/>
                    <a:pt x="0" y="112"/>
                    <a:pt x="0" y="80"/>
                  </a:cubicBezTo>
                  <a:cubicBezTo>
                    <a:pt x="0" y="32"/>
                    <a:pt x="32" y="0"/>
                    <a:pt x="80" y="0"/>
                  </a:cubicBezTo>
                  <a:cubicBezTo>
                    <a:pt x="112" y="0"/>
                    <a:pt x="160" y="32"/>
                    <a:pt x="160" y="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0" name="Google Shape;7130;p20"/>
            <p:cNvSpPr/>
            <p:nvPr/>
          </p:nvSpPr>
          <p:spPr>
            <a:xfrm>
              <a:off x="1729306" y="4353556"/>
              <a:ext cx="11977" cy="11977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208" y="81"/>
                  </a:moveTo>
                  <a:cubicBezTo>
                    <a:pt x="208" y="209"/>
                    <a:pt x="0" y="1"/>
                    <a:pt x="128" y="1"/>
                  </a:cubicBezTo>
                  <a:cubicBezTo>
                    <a:pt x="176" y="1"/>
                    <a:pt x="208" y="33"/>
                    <a:pt x="208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1" name="Google Shape;7131;p20"/>
            <p:cNvSpPr/>
            <p:nvPr/>
          </p:nvSpPr>
          <p:spPr>
            <a:xfrm>
              <a:off x="1617383" y="3758402"/>
              <a:ext cx="11977" cy="11977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209" y="81"/>
                  </a:moveTo>
                  <a:cubicBezTo>
                    <a:pt x="209" y="209"/>
                    <a:pt x="1" y="1"/>
                    <a:pt x="129" y="1"/>
                  </a:cubicBezTo>
                  <a:cubicBezTo>
                    <a:pt x="161" y="1"/>
                    <a:pt x="209" y="33"/>
                    <a:pt x="209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2" name="Google Shape;7132;p20"/>
            <p:cNvSpPr/>
            <p:nvPr/>
          </p:nvSpPr>
          <p:spPr>
            <a:xfrm>
              <a:off x="809504" y="3971191"/>
              <a:ext cx="10143" cy="11977"/>
            </a:xfrm>
            <a:custGeom>
              <a:avLst/>
              <a:gdLst/>
              <a:ahLst/>
              <a:cxnLst/>
              <a:rect l="l" t="t" r="r" b="b"/>
              <a:pathLst>
                <a:path w="177" h="209" extrusionOk="0">
                  <a:moveTo>
                    <a:pt x="177" y="112"/>
                  </a:moveTo>
                  <a:cubicBezTo>
                    <a:pt x="161" y="208"/>
                    <a:pt x="1" y="208"/>
                    <a:pt x="17" y="112"/>
                  </a:cubicBezTo>
                  <a:cubicBezTo>
                    <a:pt x="17" y="0"/>
                    <a:pt x="177" y="0"/>
                    <a:pt x="177" y="1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3" name="Google Shape;7133;p20"/>
            <p:cNvSpPr/>
            <p:nvPr/>
          </p:nvSpPr>
          <p:spPr>
            <a:xfrm>
              <a:off x="950769" y="3399877"/>
              <a:ext cx="9227" cy="11977"/>
            </a:xfrm>
            <a:custGeom>
              <a:avLst/>
              <a:gdLst/>
              <a:ahLst/>
              <a:cxnLst/>
              <a:rect l="l" t="t" r="r" b="b"/>
              <a:pathLst>
                <a:path w="161" h="209" extrusionOk="0">
                  <a:moveTo>
                    <a:pt x="160" y="113"/>
                  </a:moveTo>
                  <a:cubicBezTo>
                    <a:pt x="160" y="209"/>
                    <a:pt x="0" y="209"/>
                    <a:pt x="0" y="113"/>
                  </a:cubicBezTo>
                  <a:cubicBezTo>
                    <a:pt x="0" y="1"/>
                    <a:pt x="160" y="1"/>
                    <a:pt x="160" y="11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4" name="Google Shape;7134;p20"/>
            <p:cNvSpPr/>
            <p:nvPr/>
          </p:nvSpPr>
          <p:spPr>
            <a:xfrm>
              <a:off x="1323963" y="3949184"/>
              <a:ext cx="11060" cy="13811"/>
            </a:xfrm>
            <a:custGeom>
              <a:avLst/>
              <a:gdLst/>
              <a:ahLst/>
              <a:cxnLst/>
              <a:rect l="l" t="t" r="r" b="b"/>
              <a:pathLst>
                <a:path w="193" h="241" extrusionOk="0">
                  <a:moveTo>
                    <a:pt x="193" y="112"/>
                  </a:moveTo>
                  <a:cubicBezTo>
                    <a:pt x="161" y="240"/>
                    <a:pt x="1" y="0"/>
                    <a:pt x="129" y="16"/>
                  </a:cubicBezTo>
                  <a:cubicBezTo>
                    <a:pt x="177" y="32"/>
                    <a:pt x="193" y="64"/>
                    <a:pt x="193" y="1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5" name="Google Shape;7135;p20"/>
            <p:cNvSpPr/>
            <p:nvPr/>
          </p:nvSpPr>
          <p:spPr>
            <a:xfrm>
              <a:off x="1688474" y="2746955"/>
              <a:ext cx="11977" cy="13811"/>
            </a:xfrm>
            <a:custGeom>
              <a:avLst/>
              <a:gdLst/>
              <a:ahLst/>
              <a:cxnLst/>
              <a:rect l="l" t="t" r="r" b="b"/>
              <a:pathLst>
                <a:path w="209" h="241" extrusionOk="0">
                  <a:moveTo>
                    <a:pt x="192" y="145"/>
                  </a:moveTo>
                  <a:cubicBezTo>
                    <a:pt x="160" y="241"/>
                    <a:pt x="0" y="209"/>
                    <a:pt x="32" y="97"/>
                  </a:cubicBezTo>
                  <a:cubicBezTo>
                    <a:pt x="48" y="1"/>
                    <a:pt x="208" y="33"/>
                    <a:pt x="192" y="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6" name="Google Shape;7136;p20"/>
            <p:cNvSpPr/>
            <p:nvPr/>
          </p:nvSpPr>
          <p:spPr>
            <a:xfrm>
              <a:off x="864520" y="2361838"/>
              <a:ext cx="10143" cy="10143"/>
            </a:xfrm>
            <a:custGeom>
              <a:avLst/>
              <a:gdLst/>
              <a:ahLst/>
              <a:cxnLst/>
              <a:rect l="l" t="t" r="r" b="b"/>
              <a:pathLst>
                <a:path w="177" h="177" extrusionOk="0">
                  <a:moveTo>
                    <a:pt x="177" y="112"/>
                  </a:moveTo>
                  <a:cubicBezTo>
                    <a:pt x="161" y="144"/>
                    <a:pt x="113" y="176"/>
                    <a:pt x="81" y="160"/>
                  </a:cubicBezTo>
                  <a:cubicBezTo>
                    <a:pt x="33" y="160"/>
                    <a:pt x="1" y="112"/>
                    <a:pt x="17" y="64"/>
                  </a:cubicBezTo>
                  <a:cubicBezTo>
                    <a:pt x="33" y="32"/>
                    <a:pt x="65" y="0"/>
                    <a:pt x="113" y="16"/>
                  </a:cubicBezTo>
                  <a:cubicBezTo>
                    <a:pt x="161" y="16"/>
                    <a:pt x="177" y="64"/>
                    <a:pt x="177" y="1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7" name="Google Shape;7137;p20"/>
            <p:cNvSpPr/>
            <p:nvPr/>
          </p:nvSpPr>
          <p:spPr>
            <a:xfrm>
              <a:off x="1172439" y="2810711"/>
              <a:ext cx="11977" cy="11060"/>
            </a:xfrm>
            <a:custGeom>
              <a:avLst/>
              <a:gdLst/>
              <a:ahLst/>
              <a:cxnLst/>
              <a:rect l="l" t="t" r="r" b="b"/>
              <a:pathLst>
                <a:path w="209" h="193" extrusionOk="0">
                  <a:moveTo>
                    <a:pt x="193" y="112"/>
                  </a:moveTo>
                  <a:cubicBezTo>
                    <a:pt x="193" y="160"/>
                    <a:pt x="145" y="192"/>
                    <a:pt x="97" y="176"/>
                  </a:cubicBezTo>
                  <a:cubicBezTo>
                    <a:pt x="0" y="160"/>
                    <a:pt x="32" y="0"/>
                    <a:pt x="129" y="16"/>
                  </a:cubicBezTo>
                  <a:cubicBezTo>
                    <a:pt x="177" y="32"/>
                    <a:pt x="209" y="80"/>
                    <a:pt x="193" y="1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8" name="Google Shape;7138;p20"/>
            <p:cNvSpPr/>
            <p:nvPr/>
          </p:nvSpPr>
          <p:spPr>
            <a:xfrm>
              <a:off x="1150174" y="2423274"/>
              <a:ext cx="11977" cy="11977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209" y="80"/>
                  </a:moveTo>
                  <a:cubicBezTo>
                    <a:pt x="209" y="208"/>
                    <a:pt x="1" y="0"/>
                    <a:pt x="129" y="0"/>
                  </a:cubicBezTo>
                  <a:cubicBezTo>
                    <a:pt x="177" y="0"/>
                    <a:pt x="209" y="48"/>
                    <a:pt x="209" y="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9" name="Google Shape;7139;p20"/>
            <p:cNvSpPr/>
            <p:nvPr/>
          </p:nvSpPr>
          <p:spPr>
            <a:xfrm>
              <a:off x="1665980" y="3981220"/>
              <a:ext cx="23897" cy="23897"/>
            </a:xfrm>
            <a:custGeom>
              <a:avLst/>
              <a:gdLst/>
              <a:ahLst/>
              <a:cxnLst/>
              <a:rect l="l" t="t" r="r" b="b"/>
              <a:pathLst>
                <a:path w="417" h="417" extrusionOk="0">
                  <a:moveTo>
                    <a:pt x="417" y="193"/>
                  </a:moveTo>
                  <a:cubicBezTo>
                    <a:pt x="417" y="337"/>
                    <a:pt x="225" y="417"/>
                    <a:pt x="113" y="305"/>
                  </a:cubicBezTo>
                  <a:cubicBezTo>
                    <a:pt x="1" y="193"/>
                    <a:pt x="81" y="1"/>
                    <a:pt x="241" y="1"/>
                  </a:cubicBezTo>
                  <a:cubicBezTo>
                    <a:pt x="337" y="1"/>
                    <a:pt x="417" y="81"/>
                    <a:pt x="417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0" name="Google Shape;7140;p20"/>
            <p:cNvSpPr/>
            <p:nvPr/>
          </p:nvSpPr>
          <p:spPr>
            <a:xfrm>
              <a:off x="1606379" y="4444391"/>
              <a:ext cx="24871" cy="24814"/>
            </a:xfrm>
            <a:custGeom>
              <a:avLst/>
              <a:gdLst/>
              <a:ahLst/>
              <a:cxnLst/>
              <a:rect l="l" t="t" r="r" b="b"/>
              <a:pathLst>
                <a:path w="434" h="433" extrusionOk="0">
                  <a:moveTo>
                    <a:pt x="433" y="192"/>
                  </a:moveTo>
                  <a:cubicBezTo>
                    <a:pt x="433" y="352"/>
                    <a:pt x="241" y="432"/>
                    <a:pt x="129" y="320"/>
                  </a:cubicBezTo>
                  <a:cubicBezTo>
                    <a:pt x="1" y="208"/>
                    <a:pt x="97" y="16"/>
                    <a:pt x="257" y="16"/>
                  </a:cubicBezTo>
                  <a:cubicBezTo>
                    <a:pt x="353" y="0"/>
                    <a:pt x="433" y="96"/>
                    <a:pt x="433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1" name="Google Shape;7141;p20"/>
            <p:cNvSpPr/>
            <p:nvPr/>
          </p:nvSpPr>
          <p:spPr>
            <a:xfrm>
              <a:off x="866354" y="4077556"/>
              <a:ext cx="23955" cy="23897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417" y="177"/>
                  </a:moveTo>
                  <a:cubicBezTo>
                    <a:pt x="417" y="337"/>
                    <a:pt x="225" y="417"/>
                    <a:pt x="113" y="305"/>
                  </a:cubicBezTo>
                  <a:cubicBezTo>
                    <a:pt x="1" y="193"/>
                    <a:pt x="81" y="1"/>
                    <a:pt x="241" y="1"/>
                  </a:cubicBezTo>
                  <a:cubicBezTo>
                    <a:pt x="337" y="1"/>
                    <a:pt x="417" y="81"/>
                    <a:pt x="417" y="1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2" name="Google Shape;7142;p20"/>
            <p:cNvSpPr/>
            <p:nvPr/>
          </p:nvSpPr>
          <p:spPr>
            <a:xfrm>
              <a:off x="804919" y="3114707"/>
              <a:ext cx="24814" cy="24814"/>
            </a:xfrm>
            <a:custGeom>
              <a:avLst/>
              <a:gdLst/>
              <a:ahLst/>
              <a:cxnLst/>
              <a:rect l="l" t="t" r="r" b="b"/>
              <a:pathLst>
                <a:path w="433" h="433" extrusionOk="0">
                  <a:moveTo>
                    <a:pt x="433" y="192"/>
                  </a:moveTo>
                  <a:cubicBezTo>
                    <a:pt x="433" y="352"/>
                    <a:pt x="241" y="432"/>
                    <a:pt x="113" y="320"/>
                  </a:cubicBezTo>
                  <a:cubicBezTo>
                    <a:pt x="1" y="208"/>
                    <a:pt x="81" y="0"/>
                    <a:pt x="257" y="0"/>
                  </a:cubicBezTo>
                  <a:cubicBezTo>
                    <a:pt x="353" y="0"/>
                    <a:pt x="433" y="80"/>
                    <a:pt x="433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3" name="Google Shape;7143;p20"/>
            <p:cNvSpPr/>
            <p:nvPr/>
          </p:nvSpPr>
          <p:spPr>
            <a:xfrm>
              <a:off x="1710910" y="3846429"/>
              <a:ext cx="23897" cy="24814"/>
            </a:xfrm>
            <a:custGeom>
              <a:avLst/>
              <a:gdLst/>
              <a:ahLst/>
              <a:cxnLst/>
              <a:rect l="l" t="t" r="r" b="b"/>
              <a:pathLst>
                <a:path w="417" h="433" extrusionOk="0">
                  <a:moveTo>
                    <a:pt x="417" y="193"/>
                  </a:moveTo>
                  <a:cubicBezTo>
                    <a:pt x="417" y="353"/>
                    <a:pt x="225" y="433"/>
                    <a:pt x="113" y="321"/>
                  </a:cubicBezTo>
                  <a:cubicBezTo>
                    <a:pt x="1" y="209"/>
                    <a:pt x="81" y="1"/>
                    <a:pt x="241" y="1"/>
                  </a:cubicBezTo>
                  <a:cubicBezTo>
                    <a:pt x="337" y="1"/>
                    <a:pt x="417" y="81"/>
                    <a:pt x="417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4" name="Google Shape;7144;p20"/>
            <p:cNvSpPr/>
            <p:nvPr/>
          </p:nvSpPr>
          <p:spPr>
            <a:xfrm>
              <a:off x="2095164" y="3542920"/>
              <a:ext cx="24814" cy="24814"/>
            </a:xfrm>
            <a:custGeom>
              <a:avLst/>
              <a:gdLst/>
              <a:ahLst/>
              <a:cxnLst/>
              <a:rect l="l" t="t" r="r" b="b"/>
              <a:pathLst>
                <a:path w="433" h="433" extrusionOk="0">
                  <a:moveTo>
                    <a:pt x="432" y="176"/>
                  </a:moveTo>
                  <a:cubicBezTo>
                    <a:pt x="432" y="352"/>
                    <a:pt x="240" y="432"/>
                    <a:pt x="112" y="304"/>
                  </a:cubicBezTo>
                  <a:cubicBezTo>
                    <a:pt x="0" y="192"/>
                    <a:pt x="80" y="0"/>
                    <a:pt x="256" y="0"/>
                  </a:cubicBezTo>
                  <a:cubicBezTo>
                    <a:pt x="352" y="0"/>
                    <a:pt x="432" y="80"/>
                    <a:pt x="432" y="17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5" name="Google Shape;7145;p20"/>
            <p:cNvSpPr/>
            <p:nvPr/>
          </p:nvSpPr>
          <p:spPr>
            <a:xfrm>
              <a:off x="1461990" y="2560815"/>
              <a:ext cx="23897" cy="27565"/>
            </a:xfrm>
            <a:custGeom>
              <a:avLst/>
              <a:gdLst/>
              <a:ahLst/>
              <a:cxnLst/>
              <a:rect l="l" t="t" r="r" b="b"/>
              <a:pathLst>
                <a:path w="417" h="481" extrusionOk="0">
                  <a:moveTo>
                    <a:pt x="400" y="273"/>
                  </a:moveTo>
                  <a:cubicBezTo>
                    <a:pt x="368" y="481"/>
                    <a:pt x="48" y="481"/>
                    <a:pt x="32" y="273"/>
                  </a:cubicBezTo>
                  <a:cubicBezTo>
                    <a:pt x="0" y="1"/>
                    <a:pt x="416" y="1"/>
                    <a:pt x="400" y="27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6" name="Google Shape;7146;p20"/>
            <p:cNvSpPr/>
            <p:nvPr/>
          </p:nvSpPr>
          <p:spPr>
            <a:xfrm>
              <a:off x="905839" y="3730034"/>
              <a:ext cx="23897" cy="27565"/>
            </a:xfrm>
            <a:custGeom>
              <a:avLst/>
              <a:gdLst/>
              <a:ahLst/>
              <a:cxnLst/>
              <a:rect l="l" t="t" r="r" b="b"/>
              <a:pathLst>
                <a:path w="417" h="481" extrusionOk="0">
                  <a:moveTo>
                    <a:pt x="384" y="272"/>
                  </a:moveTo>
                  <a:cubicBezTo>
                    <a:pt x="368" y="480"/>
                    <a:pt x="48" y="480"/>
                    <a:pt x="32" y="272"/>
                  </a:cubicBezTo>
                  <a:cubicBezTo>
                    <a:pt x="0" y="0"/>
                    <a:pt x="416" y="0"/>
                    <a:pt x="384" y="27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7" name="Google Shape;7147;p20"/>
            <p:cNvSpPr/>
            <p:nvPr/>
          </p:nvSpPr>
          <p:spPr>
            <a:xfrm>
              <a:off x="1274878" y="2235300"/>
              <a:ext cx="24814" cy="24814"/>
            </a:xfrm>
            <a:custGeom>
              <a:avLst/>
              <a:gdLst/>
              <a:ahLst/>
              <a:cxnLst/>
              <a:rect l="l" t="t" r="r" b="b"/>
              <a:pathLst>
                <a:path w="433" h="433" extrusionOk="0">
                  <a:moveTo>
                    <a:pt x="433" y="192"/>
                  </a:moveTo>
                  <a:cubicBezTo>
                    <a:pt x="433" y="352"/>
                    <a:pt x="241" y="432"/>
                    <a:pt x="129" y="320"/>
                  </a:cubicBezTo>
                  <a:cubicBezTo>
                    <a:pt x="1" y="192"/>
                    <a:pt x="97" y="0"/>
                    <a:pt x="257" y="0"/>
                  </a:cubicBezTo>
                  <a:cubicBezTo>
                    <a:pt x="353" y="0"/>
                    <a:pt x="433" y="80"/>
                    <a:pt x="433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8" name="Google Shape;7148;p20"/>
            <p:cNvSpPr/>
            <p:nvPr/>
          </p:nvSpPr>
          <p:spPr>
            <a:xfrm>
              <a:off x="1720137" y="3324687"/>
              <a:ext cx="23897" cy="27565"/>
            </a:xfrm>
            <a:custGeom>
              <a:avLst/>
              <a:gdLst/>
              <a:ahLst/>
              <a:cxnLst/>
              <a:rect l="l" t="t" r="r" b="b"/>
              <a:pathLst>
                <a:path w="417" h="481" extrusionOk="0">
                  <a:moveTo>
                    <a:pt x="384" y="257"/>
                  </a:moveTo>
                  <a:cubicBezTo>
                    <a:pt x="368" y="481"/>
                    <a:pt x="48" y="481"/>
                    <a:pt x="32" y="257"/>
                  </a:cubicBezTo>
                  <a:cubicBezTo>
                    <a:pt x="0" y="1"/>
                    <a:pt x="416" y="1"/>
                    <a:pt x="384" y="25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9" name="Google Shape;7149;p20"/>
            <p:cNvSpPr/>
            <p:nvPr/>
          </p:nvSpPr>
          <p:spPr>
            <a:xfrm>
              <a:off x="1301039" y="3509910"/>
              <a:ext cx="23897" cy="24814"/>
            </a:xfrm>
            <a:custGeom>
              <a:avLst/>
              <a:gdLst/>
              <a:ahLst/>
              <a:cxnLst/>
              <a:rect l="l" t="t" r="r" b="b"/>
              <a:pathLst>
                <a:path w="417" h="433" extrusionOk="0">
                  <a:moveTo>
                    <a:pt x="416" y="192"/>
                  </a:moveTo>
                  <a:cubicBezTo>
                    <a:pt x="416" y="352"/>
                    <a:pt x="224" y="432"/>
                    <a:pt x="112" y="320"/>
                  </a:cubicBezTo>
                  <a:cubicBezTo>
                    <a:pt x="0" y="208"/>
                    <a:pt x="80" y="0"/>
                    <a:pt x="240" y="0"/>
                  </a:cubicBezTo>
                  <a:cubicBezTo>
                    <a:pt x="336" y="0"/>
                    <a:pt x="416" y="80"/>
                    <a:pt x="416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0" name="Google Shape;7150;p20"/>
            <p:cNvSpPr/>
            <p:nvPr/>
          </p:nvSpPr>
          <p:spPr>
            <a:xfrm>
              <a:off x="1025958" y="3570428"/>
              <a:ext cx="23897" cy="27565"/>
            </a:xfrm>
            <a:custGeom>
              <a:avLst/>
              <a:gdLst/>
              <a:ahLst/>
              <a:cxnLst/>
              <a:rect l="l" t="t" r="r" b="b"/>
              <a:pathLst>
                <a:path w="417" h="481" extrusionOk="0">
                  <a:moveTo>
                    <a:pt x="400" y="225"/>
                  </a:moveTo>
                  <a:cubicBezTo>
                    <a:pt x="416" y="481"/>
                    <a:pt x="0" y="481"/>
                    <a:pt x="32" y="225"/>
                  </a:cubicBezTo>
                  <a:cubicBezTo>
                    <a:pt x="48" y="1"/>
                    <a:pt x="368" y="1"/>
                    <a:pt x="400" y="22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1" name="Google Shape;7151;p20"/>
            <p:cNvSpPr/>
            <p:nvPr/>
          </p:nvSpPr>
          <p:spPr>
            <a:xfrm>
              <a:off x="1654547" y="2403101"/>
              <a:ext cx="23897" cy="23897"/>
            </a:xfrm>
            <a:custGeom>
              <a:avLst/>
              <a:gdLst/>
              <a:ahLst/>
              <a:cxnLst/>
              <a:rect l="l" t="t" r="r" b="b"/>
              <a:pathLst>
                <a:path w="417" h="417" extrusionOk="0">
                  <a:moveTo>
                    <a:pt x="416" y="176"/>
                  </a:moveTo>
                  <a:cubicBezTo>
                    <a:pt x="416" y="336"/>
                    <a:pt x="224" y="416"/>
                    <a:pt x="112" y="304"/>
                  </a:cubicBezTo>
                  <a:cubicBezTo>
                    <a:pt x="0" y="192"/>
                    <a:pt x="80" y="0"/>
                    <a:pt x="240" y="0"/>
                  </a:cubicBezTo>
                  <a:cubicBezTo>
                    <a:pt x="336" y="0"/>
                    <a:pt x="416" y="80"/>
                    <a:pt x="416" y="17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2" name="Google Shape;7152;p20"/>
            <p:cNvSpPr/>
            <p:nvPr/>
          </p:nvSpPr>
          <p:spPr>
            <a:xfrm>
              <a:off x="959022" y="4245357"/>
              <a:ext cx="23897" cy="23897"/>
            </a:xfrm>
            <a:custGeom>
              <a:avLst/>
              <a:gdLst/>
              <a:ahLst/>
              <a:cxnLst/>
              <a:rect l="l" t="t" r="r" b="b"/>
              <a:pathLst>
                <a:path w="417" h="417" extrusionOk="0">
                  <a:moveTo>
                    <a:pt x="416" y="177"/>
                  </a:moveTo>
                  <a:cubicBezTo>
                    <a:pt x="416" y="337"/>
                    <a:pt x="224" y="417"/>
                    <a:pt x="112" y="305"/>
                  </a:cubicBezTo>
                  <a:cubicBezTo>
                    <a:pt x="0" y="193"/>
                    <a:pt x="80" y="1"/>
                    <a:pt x="240" y="1"/>
                  </a:cubicBezTo>
                  <a:cubicBezTo>
                    <a:pt x="336" y="1"/>
                    <a:pt x="416" y="81"/>
                    <a:pt x="416" y="1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3" name="Google Shape;7153;p20"/>
            <p:cNvSpPr/>
            <p:nvPr/>
          </p:nvSpPr>
          <p:spPr>
            <a:xfrm>
              <a:off x="1013121" y="2675433"/>
              <a:ext cx="24814" cy="23897"/>
            </a:xfrm>
            <a:custGeom>
              <a:avLst/>
              <a:gdLst/>
              <a:ahLst/>
              <a:cxnLst/>
              <a:rect l="l" t="t" r="r" b="b"/>
              <a:pathLst>
                <a:path w="433" h="417" extrusionOk="0">
                  <a:moveTo>
                    <a:pt x="432" y="177"/>
                  </a:moveTo>
                  <a:cubicBezTo>
                    <a:pt x="432" y="337"/>
                    <a:pt x="240" y="417"/>
                    <a:pt x="128" y="305"/>
                  </a:cubicBezTo>
                  <a:cubicBezTo>
                    <a:pt x="0" y="193"/>
                    <a:pt x="80" y="1"/>
                    <a:pt x="256" y="1"/>
                  </a:cubicBezTo>
                  <a:cubicBezTo>
                    <a:pt x="352" y="1"/>
                    <a:pt x="432" y="81"/>
                    <a:pt x="432" y="1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4" name="Google Shape;7154;p20"/>
            <p:cNvSpPr/>
            <p:nvPr/>
          </p:nvSpPr>
          <p:spPr>
            <a:xfrm>
              <a:off x="724228" y="4075722"/>
              <a:ext cx="24814" cy="27565"/>
            </a:xfrm>
            <a:custGeom>
              <a:avLst/>
              <a:gdLst/>
              <a:ahLst/>
              <a:cxnLst/>
              <a:rect l="l" t="t" r="r" b="b"/>
              <a:pathLst>
                <a:path w="433" h="481" extrusionOk="0">
                  <a:moveTo>
                    <a:pt x="401" y="209"/>
                  </a:moveTo>
                  <a:cubicBezTo>
                    <a:pt x="433" y="481"/>
                    <a:pt x="1" y="481"/>
                    <a:pt x="33" y="209"/>
                  </a:cubicBezTo>
                  <a:cubicBezTo>
                    <a:pt x="65" y="1"/>
                    <a:pt x="369" y="1"/>
                    <a:pt x="401" y="2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5" name="Google Shape;7155;p20"/>
            <p:cNvSpPr/>
            <p:nvPr/>
          </p:nvSpPr>
          <p:spPr>
            <a:xfrm>
              <a:off x="791165" y="3263252"/>
              <a:ext cx="24814" cy="23897"/>
            </a:xfrm>
            <a:custGeom>
              <a:avLst/>
              <a:gdLst/>
              <a:ahLst/>
              <a:cxnLst/>
              <a:rect l="l" t="t" r="r" b="b"/>
              <a:pathLst>
                <a:path w="433" h="417" extrusionOk="0">
                  <a:moveTo>
                    <a:pt x="433" y="177"/>
                  </a:moveTo>
                  <a:cubicBezTo>
                    <a:pt x="433" y="337"/>
                    <a:pt x="241" y="417"/>
                    <a:pt x="129" y="305"/>
                  </a:cubicBezTo>
                  <a:cubicBezTo>
                    <a:pt x="1" y="193"/>
                    <a:pt x="81" y="1"/>
                    <a:pt x="241" y="1"/>
                  </a:cubicBezTo>
                  <a:cubicBezTo>
                    <a:pt x="353" y="1"/>
                    <a:pt x="433" y="81"/>
                    <a:pt x="433" y="1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6" name="Google Shape;7156;p20"/>
            <p:cNvSpPr/>
            <p:nvPr/>
          </p:nvSpPr>
          <p:spPr>
            <a:xfrm>
              <a:off x="1340467" y="3551173"/>
              <a:ext cx="23897" cy="24814"/>
            </a:xfrm>
            <a:custGeom>
              <a:avLst/>
              <a:gdLst/>
              <a:ahLst/>
              <a:cxnLst/>
              <a:rect l="l" t="t" r="r" b="b"/>
              <a:pathLst>
                <a:path w="417" h="433" extrusionOk="0">
                  <a:moveTo>
                    <a:pt x="417" y="193"/>
                  </a:moveTo>
                  <a:cubicBezTo>
                    <a:pt x="417" y="353"/>
                    <a:pt x="225" y="433"/>
                    <a:pt x="113" y="321"/>
                  </a:cubicBezTo>
                  <a:cubicBezTo>
                    <a:pt x="1" y="209"/>
                    <a:pt x="81" y="1"/>
                    <a:pt x="241" y="1"/>
                  </a:cubicBezTo>
                  <a:cubicBezTo>
                    <a:pt x="337" y="1"/>
                    <a:pt x="417" y="81"/>
                    <a:pt x="417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7" name="Google Shape;7157;p20"/>
            <p:cNvSpPr/>
            <p:nvPr/>
          </p:nvSpPr>
          <p:spPr>
            <a:xfrm>
              <a:off x="1205620" y="3043644"/>
              <a:ext cx="24814" cy="24814"/>
            </a:xfrm>
            <a:custGeom>
              <a:avLst/>
              <a:gdLst/>
              <a:ahLst/>
              <a:cxnLst/>
              <a:rect l="l" t="t" r="r" b="b"/>
              <a:pathLst>
                <a:path w="433" h="433" extrusionOk="0">
                  <a:moveTo>
                    <a:pt x="433" y="193"/>
                  </a:moveTo>
                  <a:cubicBezTo>
                    <a:pt x="433" y="353"/>
                    <a:pt x="225" y="433"/>
                    <a:pt x="112" y="321"/>
                  </a:cubicBezTo>
                  <a:cubicBezTo>
                    <a:pt x="0" y="209"/>
                    <a:pt x="80" y="1"/>
                    <a:pt x="241" y="17"/>
                  </a:cubicBezTo>
                  <a:cubicBezTo>
                    <a:pt x="337" y="1"/>
                    <a:pt x="433" y="97"/>
                    <a:pt x="433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8" name="Google Shape;7158;p20"/>
            <p:cNvSpPr/>
            <p:nvPr/>
          </p:nvSpPr>
          <p:spPr>
            <a:xfrm>
              <a:off x="1242355" y="3309099"/>
              <a:ext cx="24814" cy="23897"/>
            </a:xfrm>
            <a:custGeom>
              <a:avLst/>
              <a:gdLst/>
              <a:ahLst/>
              <a:cxnLst/>
              <a:rect l="l" t="t" r="r" b="b"/>
              <a:pathLst>
                <a:path w="433" h="417" extrusionOk="0">
                  <a:moveTo>
                    <a:pt x="433" y="177"/>
                  </a:moveTo>
                  <a:cubicBezTo>
                    <a:pt x="433" y="337"/>
                    <a:pt x="225" y="417"/>
                    <a:pt x="112" y="305"/>
                  </a:cubicBezTo>
                  <a:cubicBezTo>
                    <a:pt x="0" y="193"/>
                    <a:pt x="80" y="1"/>
                    <a:pt x="241" y="1"/>
                  </a:cubicBezTo>
                  <a:cubicBezTo>
                    <a:pt x="353" y="1"/>
                    <a:pt x="433" y="81"/>
                    <a:pt x="433" y="1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9" name="Google Shape;7159;p20"/>
            <p:cNvSpPr/>
            <p:nvPr/>
          </p:nvSpPr>
          <p:spPr>
            <a:xfrm>
              <a:off x="1765926" y="3497073"/>
              <a:ext cx="89056" cy="88999"/>
            </a:xfrm>
            <a:custGeom>
              <a:avLst/>
              <a:gdLst/>
              <a:ahLst/>
              <a:cxnLst/>
              <a:rect l="l" t="t" r="r" b="b"/>
              <a:pathLst>
                <a:path w="1554" h="1553" extrusionOk="0">
                  <a:moveTo>
                    <a:pt x="769" y="1552"/>
                  </a:moveTo>
                  <a:lnTo>
                    <a:pt x="769" y="1552"/>
                  </a:lnTo>
                  <a:cubicBezTo>
                    <a:pt x="769" y="1120"/>
                    <a:pt x="433" y="768"/>
                    <a:pt x="1" y="768"/>
                  </a:cubicBezTo>
                  <a:lnTo>
                    <a:pt x="1" y="768"/>
                  </a:lnTo>
                  <a:cubicBezTo>
                    <a:pt x="433" y="768"/>
                    <a:pt x="769" y="432"/>
                    <a:pt x="769" y="0"/>
                  </a:cubicBezTo>
                  <a:lnTo>
                    <a:pt x="769" y="0"/>
                  </a:lnTo>
                  <a:cubicBezTo>
                    <a:pt x="769" y="416"/>
                    <a:pt x="1121" y="768"/>
                    <a:pt x="1553" y="768"/>
                  </a:cubicBezTo>
                  <a:lnTo>
                    <a:pt x="1553" y="768"/>
                  </a:lnTo>
                  <a:cubicBezTo>
                    <a:pt x="1121" y="768"/>
                    <a:pt x="769" y="1120"/>
                    <a:pt x="769" y="15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0" name="Google Shape;7160;p20"/>
            <p:cNvSpPr/>
            <p:nvPr/>
          </p:nvSpPr>
          <p:spPr>
            <a:xfrm>
              <a:off x="825091" y="3483319"/>
              <a:ext cx="89056" cy="88999"/>
            </a:xfrm>
            <a:custGeom>
              <a:avLst/>
              <a:gdLst/>
              <a:ahLst/>
              <a:cxnLst/>
              <a:rect l="l" t="t" r="r" b="b"/>
              <a:pathLst>
                <a:path w="1554" h="1553" extrusionOk="0">
                  <a:moveTo>
                    <a:pt x="785" y="1553"/>
                  </a:moveTo>
                  <a:lnTo>
                    <a:pt x="785" y="1553"/>
                  </a:lnTo>
                  <a:cubicBezTo>
                    <a:pt x="785" y="1121"/>
                    <a:pt x="433" y="785"/>
                    <a:pt x="1" y="785"/>
                  </a:cubicBezTo>
                  <a:lnTo>
                    <a:pt x="1" y="785"/>
                  </a:lnTo>
                  <a:cubicBezTo>
                    <a:pt x="433" y="785"/>
                    <a:pt x="785" y="433"/>
                    <a:pt x="785" y="1"/>
                  </a:cubicBezTo>
                  <a:lnTo>
                    <a:pt x="785" y="1"/>
                  </a:lnTo>
                  <a:cubicBezTo>
                    <a:pt x="785" y="433"/>
                    <a:pt x="1137" y="785"/>
                    <a:pt x="1553" y="785"/>
                  </a:cubicBezTo>
                  <a:lnTo>
                    <a:pt x="1553" y="785"/>
                  </a:lnTo>
                  <a:cubicBezTo>
                    <a:pt x="1137" y="785"/>
                    <a:pt x="785" y="1121"/>
                    <a:pt x="785" y="15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1" name="Google Shape;7161;p20"/>
            <p:cNvSpPr/>
            <p:nvPr/>
          </p:nvSpPr>
          <p:spPr>
            <a:xfrm>
              <a:off x="938849" y="2381094"/>
              <a:ext cx="88999" cy="88999"/>
            </a:xfrm>
            <a:custGeom>
              <a:avLst/>
              <a:gdLst/>
              <a:ahLst/>
              <a:cxnLst/>
              <a:rect l="l" t="t" r="r" b="b"/>
              <a:pathLst>
                <a:path w="1553" h="1553" extrusionOk="0">
                  <a:moveTo>
                    <a:pt x="768" y="1553"/>
                  </a:moveTo>
                  <a:lnTo>
                    <a:pt x="768" y="1553"/>
                  </a:lnTo>
                  <a:cubicBezTo>
                    <a:pt x="768" y="1121"/>
                    <a:pt x="416" y="785"/>
                    <a:pt x="0" y="785"/>
                  </a:cubicBezTo>
                  <a:lnTo>
                    <a:pt x="0" y="785"/>
                  </a:lnTo>
                  <a:cubicBezTo>
                    <a:pt x="416" y="785"/>
                    <a:pt x="768" y="432"/>
                    <a:pt x="768" y="0"/>
                  </a:cubicBezTo>
                  <a:lnTo>
                    <a:pt x="768" y="0"/>
                  </a:lnTo>
                  <a:cubicBezTo>
                    <a:pt x="768" y="432"/>
                    <a:pt x="1120" y="785"/>
                    <a:pt x="1552" y="785"/>
                  </a:cubicBezTo>
                  <a:lnTo>
                    <a:pt x="1552" y="785"/>
                  </a:lnTo>
                  <a:cubicBezTo>
                    <a:pt x="1120" y="785"/>
                    <a:pt x="768" y="1121"/>
                    <a:pt x="768" y="15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2" name="Google Shape;7162;p20"/>
            <p:cNvSpPr/>
            <p:nvPr/>
          </p:nvSpPr>
          <p:spPr>
            <a:xfrm>
              <a:off x="1427577" y="2872834"/>
              <a:ext cx="89056" cy="88082"/>
            </a:xfrm>
            <a:custGeom>
              <a:avLst/>
              <a:gdLst/>
              <a:ahLst/>
              <a:cxnLst/>
              <a:rect l="l" t="t" r="r" b="b"/>
              <a:pathLst>
                <a:path w="1554" h="1537" extrusionOk="0">
                  <a:moveTo>
                    <a:pt x="785" y="1537"/>
                  </a:moveTo>
                  <a:lnTo>
                    <a:pt x="785" y="1537"/>
                  </a:lnTo>
                  <a:cubicBezTo>
                    <a:pt x="785" y="1121"/>
                    <a:pt x="433" y="769"/>
                    <a:pt x="1" y="769"/>
                  </a:cubicBezTo>
                  <a:lnTo>
                    <a:pt x="1" y="769"/>
                  </a:lnTo>
                  <a:cubicBezTo>
                    <a:pt x="433" y="769"/>
                    <a:pt x="785" y="417"/>
                    <a:pt x="785" y="1"/>
                  </a:cubicBezTo>
                  <a:lnTo>
                    <a:pt x="785" y="1"/>
                  </a:lnTo>
                  <a:cubicBezTo>
                    <a:pt x="785" y="417"/>
                    <a:pt x="1121" y="769"/>
                    <a:pt x="1553" y="769"/>
                  </a:cubicBezTo>
                  <a:lnTo>
                    <a:pt x="1553" y="769"/>
                  </a:lnTo>
                  <a:cubicBezTo>
                    <a:pt x="1137" y="769"/>
                    <a:pt x="785" y="1121"/>
                    <a:pt x="785" y="153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63" name="Google Shape;7163;p20"/>
          <p:cNvGrpSpPr/>
          <p:nvPr/>
        </p:nvGrpSpPr>
        <p:grpSpPr>
          <a:xfrm rot="7628130" flipH="1">
            <a:off x="7533234" y="-442205"/>
            <a:ext cx="989878" cy="1767342"/>
            <a:chOff x="713225" y="2235300"/>
            <a:chExt cx="1509450" cy="2233905"/>
          </a:xfrm>
        </p:grpSpPr>
        <p:sp>
          <p:nvSpPr>
            <p:cNvPr id="7164" name="Google Shape;7164;p20"/>
            <p:cNvSpPr/>
            <p:nvPr/>
          </p:nvSpPr>
          <p:spPr>
            <a:xfrm>
              <a:off x="2168519" y="4094921"/>
              <a:ext cx="54156" cy="54213"/>
            </a:xfrm>
            <a:custGeom>
              <a:avLst/>
              <a:gdLst/>
              <a:ahLst/>
              <a:cxnLst/>
              <a:rect l="l" t="t" r="r" b="b"/>
              <a:pathLst>
                <a:path w="945" h="946" extrusionOk="0">
                  <a:moveTo>
                    <a:pt x="945" y="417"/>
                  </a:moveTo>
                  <a:cubicBezTo>
                    <a:pt x="945" y="769"/>
                    <a:pt x="513" y="945"/>
                    <a:pt x="256" y="689"/>
                  </a:cubicBezTo>
                  <a:cubicBezTo>
                    <a:pt x="0" y="433"/>
                    <a:pt x="192" y="1"/>
                    <a:pt x="545" y="17"/>
                  </a:cubicBezTo>
                  <a:cubicBezTo>
                    <a:pt x="769" y="17"/>
                    <a:pt x="945" y="193"/>
                    <a:pt x="945" y="4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5" name="Google Shape;7165;p20"/>
            <p:cNvSpPr/>
            <p:nvPr/>
          </p:nvSpPr>
          <p:spPr>
            <a:xfrm>
              <a:off x="2147430" y="3617193"/>
              <a:ext cx="53239" cy="54156"/>
            </a:xfrm>
            <a:custGeom>
              <a:avLst/>
              <a:gdLst/>
              <a:ahLst/>
              <a:cxnLst/>
              <a:rect l="l" t="t" r="r" b="b"/>
              <a:pathLst>
                <a:path w="929" h="945" extrusionOk="0">
                  <a:moveTo>
                    <a:pt x="929" y="400"/>
                  </a:moveTo>
                  <a:cubicBezTo>
                    <a:pt x="929" y="752"/>
                    <a:pt x="496" y="944"/>
                    <a:pt x="240" y="688"/>
                  </a:cubicBezTo>
                  <a:cubicBezTo>
                    <a:pt x="0" y="432"/>
                    <a:pt x="176" y="0"/>
                    <a:pt x="528" y="0"/>
                  </a:cubicBezTo>
                  <a:cubicBezTo>
                    <a:pt x="753" y="0"/>
                    <a:pt x="929" y="176"/>
                    <a:pt x="929" y="40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6" name="Google Shape;7166;p20"/>
            <p:cNvSpPr/>
            <p:nvPr/>
          </p:nvSpPr>
          <p:spPr>
            <a:xfrm>
              <a:off x="1029626" y="3003298"/>
              <a:ext cx="53239" cy="52322"/>
            </a:xfrm>
            <a:custGeom>
              <a:avLst/>
              <a:gdLst/>
              <a:ahLst/>
              <a:cxnLst/>
              <a:rect l="l" t="t" r="r" b="b"/>
              <a:pathLst>
                <a:path w="929" h="913" extrusionOk="0">
                  <a:moveTo>
                    <a:pt x="913" y="384"/>
                  </a:moveTo>
                  <a:cubicBezTo>
                    <a:pt x="929" y="720"/>
                    <a:pt x="497" y="912"/>
                    <a:pt x="257" y="656"/>
                  </a:cubicBezTo>
                  <a:cubicBezTo>
                    <a:pt x="1" y="416"/>
                    <a:pt x="177" y="0"/>
                    <a:pt x="529" y="0"/>
                  </a:cubicBezTo>
                  <a:cubicBezTo>
                    <a:pt x="737" y="0"/>
                    <a:pt x="913" y="160"/>
                    <a:pt x="913" y="3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7" name="Google Shape;7167;p20"/>
            <p:cNvSpPr/>
            <p:nvPr/>
          </p:nvSpPr>
          <p:spPr>
            <a:xfrm>
              <a:off x="1547695" y="3244913"/>
              <a:ext cx="54156" cy="54156"/>
            </a:xfrm>
            <a:custGeom>
              <a:avLst/>
              <a:gdLst/>
              <a:ahLst/>
              <a:cxnLst/>
              <a:rect l="l" t="t" r="r" b="b"/>
              <a:pathLst>
                <a:path w="945" h="945" extrusionOk="0">
                  <a:moveTo>
                    <a:pt x="945" y="401"/>
                  </a:moveTo>
                  <a:cubicBezTo>
                    <a:pt x="945" y="753"/>
                    <a:pt x="513" y="945"/>
                    <a:pt x="257" y="689"/>
                  </a:cubicBezTo>
                  <a:cubicBezTo>
                    <a:pt x="1" y="433"/>
                    <a:pt x="177" y="1"/>
                    <a:pt x="545" y="1"/>
                  </a:cubicBezTo>
                  <a:cubicBezTo>
                    <a:pt x="753" y="1"/>
                    <a:pt x="929" y="177"/>
                    <a:pt x="945" y="40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8" name="Google Shape;7168;p20"/>
            <p:cNvSpPr/>
            <p:nvPr/>
          </p:nvSpPr>
          <p:spPr>
            <a:xfrm>
              <a:off x="1203844" y="3823562"/>
              <a:ext cx="52322" cy="51405"/>
            </a:xfrm>
            <a:custGeom>
              <a:avLst/>
              <a:gdLst/>
              <a:ahLst/>
              <a:cxnLst/>
              <a:rect l="l" t="t" r="r" b="b"/>
              <a:pathLst>
                <a:path w="913" h="897" extrusionOk="0">
                  <a:moveTo>
                    <a:pt x="913" y="384"/>
                  </a:moveTo>
                  <a:cubicBezTo>
                    <a:pt x="913" y="736"/>
                    <a:pt x="496" y="896"/>
                    <a:pt x="256" y="656"/>
                  </a:cubicBezTo>
                  <a:cubicBezTo>
                    <a:pt x="0" y="416"/>
                    <a:pt x="176" y="0"/>
                    <a:pt x="528" y="0"/>
                  </a:cubicBezTo>
                  <a:cubicBezTo>
                    <a:pt x="736" y="0"/>
                    <a:pt x="913" y="176"/>
                    <a:pt x="913" y="38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9" name="Google Shape;7169;p20"/>
            <p:cNvSpPr/>
            <p:nvPr/>
          </p:nvSpPr>
          <p:spPr>
            <a:xfrm>
              <a:off x="713225" y="2823119"/>
              <a:ext cx="54156" cy="54156"/>
            </a:xfrm>
            <a:custGeom>
              <a:avLst/>
              <a:gdLst/>
              <a:ahLst/>
              <a:cxnLst/>
              <a:rect l="l" t="t" r="r" b="b"/>
              <a:pathLst>
                <a:path w="945" h="945" extrusionOk="0">
                  <a:moveTo>
                    <a:pt x="945" y="416"/>
                  </a:moveTo>
                  <a:cubicBezTo>
                    <a:pt x="945" y="768"/>
                    <a:pt x="513" y="944"/>
                    <a:pt x="257" y="688"/>
                  </a:cubicBezTo>
                  <a:cubicBezTo>
                    <a:pt x="1" y="448"/>
                    <a:pt x="193" y="16"/>
                    <a:pt x="545" y="16"/>
                  </a:cubicBezTo>
                  <a:cubicBezTo>
                    <a:pt x="769" y="0"/>
                    <a:pt x="945" y="192"/>
                    <a:pt x="945" y="41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0" name="Google Shape;7170;p20"/>
            <p:cNvSpPr/>
            <p:nvPr/>
          </p:nvSpPr>
          <p:spPr>
            <a:xfrm>
              <a:off x="1506433" y="3973884"/>
              <a:ext cx="12894" cy="11977"/>
            </a:xfrm>
            <a:custGeom>
              <a:avLst/>
              <a:gdLst/>
              <a:ahLst/>
              <a:cxnLst/>
              <a:rect l="l" t="t" r="r" b="b"/>
              <a:pathLst>
                <a:path w="225" h="209" extrusionOk="0">
                  <a:moveTo>
                    <a:pt x="225" y="81"/>
                  </a:moveTo>
                  <a:cubicBezTo>
                    <a:pt x="225" y="209"/>
                    <a:pt x="1" y="1"/>
                    <a:pt x="129" y="1"/>
                  </a:cubicBezTo>
                  <a:cubicBezTo>
                    <a:pt x="177" y="1"/>
                    <a:pt x="225" y="33"/>
                    <a:pt x="225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1" name="Google Shape;7171;p20"/>
            <p:cNvSpPr/>
            <p:nvPr/>
          </p:nvSpPr>
          <p:spPr>
            <a:xfrm>
              <a:off x="1758591" y="3940874"/>
              <a:ext cx="11977" cy="11977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209" y="81"/>
                  </a:moveTo>
                  <a:cubicBezTo>
                    <a:pt x="209" y="209"/>
                    <a:pt x="1" y="1"/>
                    <a:pt x="129" y="1"/>
                  </a:cubicBezTo>
                  <a:cubicBezTo>
                    <a:pt x="177" y="1"/>
                    <a:pt x="209" y="33"/>
                    <a:pt x="209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2" name="Google Shape;7172;p20"/>
            <p:cNvSpPr/>
            <p:nvPr/>
          </p:nvSpPr>
          <p:spPr>
            <a:xfrm>
              <a:off x="1650879" y="2571819"/>
              <a:ext cx="11977" cy="11060"/>
            </a:xfrm>
            <a:custGeom>
              <a:avLst/>
              <a:gdLst/>
              <a:ahLst/>
              <a:cxnLst/>
              <a:rect l="l" t="t" r="r" b="b"/>
              <a:pathLst>
                <a:path w="209" h="193" extrusionOk="0">
                  <a:moveTo>
                    <a:pt x="208" y="81"/>
                  </a:moveTo>
                  <a:cubicBezTo>
                    <a:pt x="208" y="193"/>
                    <a:pt x="0" y="1"/>
                    <a:pt x="128" y="1"/>
                  </a:cubicBezTo>
                  <a:cubicBezTo>
                    <a:pt x="160" y="1"/>
                    <a:pt x="208" y="33"/>
                    <a:pt x="208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3" name="Google Shape;7173;p20"/>
            <p:cNvSpPr/>
            <p:nvPr/>
          </p:nvSpPr>
          <p:spPr>
            <a:xfrm>
              <a:off x="1740309" y="3247664"/>
              <a:ext cx="11977" cy="11977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208" y="81"/>
                  </a:moveTo>
                  <a:cubicBezTo>
                    <a:pt x="208" y="209"/>
                    <a:pt x="0" y="1"/>
                    <a:pt x="128" y="1"/>
                  </a:cubicBezTo>
                  <a:cubicBezTo>
                    <a:pt x="176" y="1"/>
                    <a:pt x="208" y="33"/>
                    <a:pt x="208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4" name="Google Shape;7174;p20"/>
            <p:cNvSpPr/>
            <p:nvPr/>
          </p:nvSpPr>
          <p:spPr>
            <a:xfrm>
              <a:off x="2109835" y="4290287"/>
              <a:ext cx="9227" cy="9227"/>
            </a:xfrm>
            <a:custGeom>
              <a:avLst/>
              <a:gdLst/>
              <a:ahLst/>
              <a:cxnLst/>
              <a:rect l="l" t="t" r="r" b="b"/>
              <a:pathLst>
                <a:path w="161" h="161" extrusionOk="0">
                  <a:moveTo>
                    <a:pt x="160" y="80"/>
                  </a:moveTo>
                  <a:cubicBezTo>
                    <a:pt x="160" y="112"/>
                    <a:pt x="112" y="160"/>
                    <a:pt x="80" y="160"/>
                  </a:cubicBezTo>
                  <a:cubicBezTo>
                    <a:pt x="32" y="160"/>
                    <a:pt x="0" y="112"/>
                    <a:pt x="0" y="80"/>
                  </a:cubicBezTo>
                  <a:cubicBezTo>
                    <a:pt x="0" y="32"/>
                    <a:pt x="32" y="0"/>
                    <a:pt x="80" y="0"/>
                  </a:cubicBezTo>
                  <a:cubicBezTo>
                    <a:pt x="112" y="0"/>
                    <a:pt x="160" y="32"/>
                    <a:pt x="160" y="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5" name="Google Shape;7175;p20"/>
            <p:cNvSpPr/>
            <p:nvPr/>
          </p:nvSpPr>
          <p:spPr>
            <a:xfrm>
              <a:off x="1729306" y="4353556"/>
              <a:ext cx="11977" cy="11977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208" y="81"/>
                  </a:moveTo>
                  <a:cubicBezTo>
                    <a:pt x="208" y="209"/>
                    <a:pt x="0" y="1"/>
                    <a:pt x="128" y="1"/>
                  </a:cubicBezTo>
                  <a:cubicBezTo>
                    <a:pt x="176" y="1"/>
                    <a:pt x="208" y="33"/>
                    <a:pt x="208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6" name="Google Shape;7176;p20"/>
            <p:cNvSpPr/>
            <p:nvPr/>
          </p:nvSpPr>
          <p:spPr>
            <a:xfrm>
              <a:off x="1617383" y="3758402"/>
              <a:ext cx="11977" cy="11977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209" y="81"/>
                  </a:moveTo>
                  <a:cubicBezTo>
                    <a:pt x="209" y="209"/>
                    <a:pt x="1" y="1"/>
                    <a:pt x="129" y="1"/>
                  </a:cubicBezTo>
                  <a:cubicBezTo>
                    <a:pt x="161" y="1"/>
                    <a:pt x="209" y="33"/>
                    <a:pt x="209" y="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7" name="Google Shape;7177;p20"/>
            <p:cNvSpPr/>
            <p:nvPr/>
          </p:nvSpPr>
          <p:spPr>
            <a:xfrm>
              <a:off x="809504" y="3971191"/>
              <a:ext cx="10143" cy="11977"/>
            </a:xfrm>
            <a:custGeom>
              <a:avLst/>
              <a:gdLst/>
              <a:ahLst/>
              <a:cxnLst/>
              <a:rect l="l" t="t" r="r" b="b"/>
              <a:pathLst>
                <a:path w="177" h="209" extrusionOk="0">
                  <a:moveTo>
                    <a:pt x="177" y="112"/>
                  </a:moveTo>
                  <a:cubicBezTo>
                    <a:pt x="161" y="208"/>
                    <a:pt x="1" y="208"/>
                    <a:pt x="17" y="112"/>
                  </a:cubicBezTo>
                  <a:cubicBezTo>
                    <a:pt x="17" y="0"/>
                    <a:pt x="177" y="0"/>
                    <a:pt x="177" y="1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8" name="Google Shape;7178;p20"/>
            <p:cNvSpPr/>
            <p:nvPr/>
          </p:nvSpPr>
          <p:spPr>
            <a:xfrm>
              <a:off x="950769" y="3399877"/>
              <a:ext cx="9227" cy="11977"/>
            </a:xfrm>
            <a:custGeom>
              <a:avLst/>
              <a:gdLst/>
              <a:ahLst/>
              <a:cxnLst/>
              <a:rect l="l" t="t" r="r" b="b"/>
              <a:pathLst>
                <a:path w="161" h="209" extrusionOk="0">
                  <a:moveTo>
                    <a:pt x="160" y="113"/>
                  </a:moveTo>
                  <a:cubicBezTo>
                    <a:pt x="160" y="209"/>
                    <a:pt x="0" y="209"/>
                    <a:pt x="0" y="113"/>
                  </a:cubicBezTo>
                  <a:cubicBezTo>
                    <a:pt x="0" y="1"/>
                    <a:pt x="160" y="1"/>
                    <a:pt x="160" y="11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9" name="Google Shape;7179;p20"/>
            <p:cNvSpPr/>
            <p:nvPr/>
          </p:nvSpPr>
          <p:spPr>
            <a:xfrm>
              <a:off x="1323963" y="3949184"/>
              <a:ext cx="11060" cy="13811"/>
            </a:xfrm>
            <a:custGeom>
              <a:avLst/>
              <a:gdLst/>
              <a:ahLst/>
              <a:cxnLst/>
              <a:rect l="l" t="t" r="r" b="b"/>
              <a:pathLst>
                <a:path w="193" h="241" extrusionOk="0">
                  <a:moveTo>
                    <a:pt x="193" y="112"/>
                  </a:moveTo>
                  <a:cubicBezTo>
                    <a:pt x="161" y="240"/>
                    <a:pt x="1" y="0"/>
                    <a:pt x="129" y="16"/>
                  </a:cubicBezTo>
                  <a:cubicBezTo>
                    <a:pt x="177" y="32"/>
                    <a:pt x="193" y="64"/>
                    <a:pt x="193" y="1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0" name="Google Shape;7180;p20"/>
            <p:cNvSpPr/>
            <p:nvPr/>
          </p:nvSpPr>
          <p:spPr>
            <a:xfrm>
              <a:off x="1688474" y="2746955"/>
              <a:ext cx="11977" cy="13811"/>
            </a:xfrm>
            <a:custGeom>
              <a:avLst/>
              <a:gdLst/>
              <a:ahLst/>
              <a:cxnLst/>
              <a:rect l="l" t="t" r="r" b="b"/>
              <a:pathLst>
                <a:path w="209" h="241" extrusionOk="0">
                  <a:moveTo>
                    <a:pt x="192" y="145"/>
                  </a:moveTo>
                  <a:cubicBezTo>
                    <a:pt x="160" y="241"/>
                    <a:pt x="0" y="209"/>
                    <a:pt x="32" y="97"/>
                  </a:cubicBezTo>
                  <a:cubicBezTo>
                    <a:pt x="48" y="1"/>
                    <a:pt x="208" y="33"/>
                    <a:pt x="192" y="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1" name="Google Shape;7181;p20"/>
            <p:cNvSpPr/>
            <p:nvPr/>
          </p:nvSpPr>
          <p:spPr>
            <a:xfrm>
              <a:off x="864520" y="2361838"/>
              <a:ext cx="10143" cy="10143"/>
            </a:xfrm>
            <a:custGeom>
              <a:avLst/>
              <a:gdLst/>
              <a:ahLst/>
              <a:cxnLst/>
              <a:rect l="l" t="t" r="r" b="b"/>
              <a:pathLst>
                <a:path w="177" h="177" extrusionOk="0">
                  <a:moveTo>
                    <a:pt x="177" y="112"/>
                  </a:moveTo>
                  <a:cubicBezTo>
                    <a:pt x="161" y="144"/>
                    <a:pt x="113" y="176"/>
                    <a:pt x="81" y="160"/>
                  </a:cubicBezTo>
                  <a:cubicBezTo>
                    <a:pt x="33" y="160"/>
                    <a:pt x="1" y="112"/>
                    <a:pt x="17" y="64"/>
                  </a:cubicBezTo>
                  <a:cubicBezTo>
                    <a:pt x="33" y="32"/>
                    <a:pt x="65" y="0"/>
                    <a:pt x="113" y="16"/>
                  </a:cubicBezTo>
                  <a:cubicBezTo>
                    <a:pt x="161" y="16"/>
                    <a:pt x="177" y="64"/>
                    <a:pt x="177" y="1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2" name="Google Shape;7182;p20"/>
            <p:cNvSpPr/>
            <p:nvPr/>
          </p:nvSpPr>
          <p:spPr>
            <a:xfrm>
              <a:off x="1172439" y="2810711"/>
              <a:ext cx="11977" cy="11060"/>
            </a:xfrm>
            <a:custGeom>
              <a:avLst/>
              <a:gdLst/>
              <a:ahLst/>
              <a:cxnLst/>
              <a:rect l="l" t="t" r="r" b="b"/>
              <a:pathLst>
                <a:path w="209" h="193" extrusionOk="0">
                  <a:moveTo>
                    <a:pt x="193" y="112"/>
                  </a:moveTo>
                  <a:cubicBezTo>
                    <a:pt x="193" y="160"/>
                    <a:pt x="145" y="192"/>
                    <a:pt x="97" y="176"/>
                  </a:cubicBezTo>
                  <a:cubicBezTo>
                    <a:pt x="0" y="160"/>
                    <a:pt x="32" y="0"/>
                    <a:pt x="129" y="16"/>
                  </a:cubicBezTo>
                  <a:cubicBezTo>
                    <a:pt x="177" y="32"/>
                    <a:pt x="209" y="80"/>
                    <a:pt x="193" y="1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3" name="Google Shape;7183;p20"/>
            <p:cNvSpPr/>
            <p:nvPr/>
          </p:nvSpPr>
          <p:spPr>
            <a:xfrm>
              <a:off x="1150174" y="2423274"/>
              <a:ext cx="11977" cy="11977"/>
            </a:xfrm>
            <a:custGeom>
              <a:avLst/>
              <a:gdLst/>
              <a:ahLst/>
              <a:cxnLst/>
              <a:rect l="l" t="t" r="r" b="b"/>
              <a:pathLst>
                <a:path w="209" h="209" extrusionOk="0">
                  <a:moveTo>
                    <a:pt x="209" y="80"/>
                  </a:moveTo>
                  <a:cubicBezTo>
                    <a:pt x="209" y="208"/>
                    <a:pt x="1" y="0"/>
                    <a:pt x="129" y="0"/>
                  </a:cubicBezTo>
                  <a:cubicBezTo>
                    <a:pt x="177" y="0"/>
                    <a:pt x="209" y="48"/>
                    <a:pt x="209" y="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4" name="Google Shape;7184;p20"/>
            <p:cNvSpPr/>
            <p:nvPr/>
          </p:nvSpPr>
          <p:spPr>
            <a:xfrm>
              <a:off x="1665980" y="3981220"/>
              <a:ext cx="23897" cy="23897"/>
            </a:xfrm>
            <a:custGeom>
              <a:avLst/>
              <a:gdLst/>
              <a:ahLst/>
              <a:cxnLst/>
              <a:rect l="l" t="t" r="r" b="b"/>
              <a:pathLst>
                <a:path w="417" h="417" extrusionOk="0">
                  <a:moveTo>
                    <a:pt x="417" y="193"/>
                  </a:moveTo>
                  <a:cubicBezTo>
                    <a:pt x="417" y="337"/>
                    <a:pt x="225" y="417"/>
                    <a:pt x="113" y="305"/>
                  </a:cubicBezTo>
                  <a:cubicBezTo>
                    <a:pt x="1" y="193"/>
                    <a:pt x="81" y="1"/>
                    <a:pt x="241" y="1"/>
                  </a:cubicBezTo>
                  <a:cubicBezTo>
                    <a:pt x="337" y="1"/>
                    <a:pt x="417" y="81"/>
                    <a:pt x="417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5" name="Google Shape;7185;p20"/>
            <p:cNvSpPr/>
            <p:nvPr/>
          </p:nvSpPr>
          <p:spPr>
            <a:xfrm>
              <a:off x="1606379" y="4444391"/>
              <a:ext cx="24871" cy="24814"/>
            </a:xfrm>
            <a:custGeom>
              <a:avLst/>
              <a:gdLst/>
              <a:ahLst/>
              <a:cxnLst/>
              <a:rect l="l" t="t" r="r" b="b"/>
              <a:pathLst>
                <a:path w="434" h="433" extrusionOk="0">
                  <a:moveTo>
                    <a:pt x="433" y="192"/>
                  </a:moveTo>
                  <a:cubicBezTo>
                    <a:pt x="433" y="352"/>
                    <a:pt x="241" y="432"/>
                    <a:pt x="129" y="320"/>
                  </a:cubicBezTo>
                  <a:cubicBezTo>
                    <a:pt x="1" y="208"/>
                    <a:pt x="97" y="16"/>
                    <a:pt x="257" y="16"/>
                  </a:cubicBezTo>
                  <a:cubicBezTo>
                    <a:pt x="353" y="0"/>
                    <a:pt x="433" y="96"/>
                    <a:pt x="433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6" name="Google Shape;7186;p20"/>
            <p:cNvSpPr/>
            <p:nvPr/>
          </p:nvSpPr>
          <p:spPr>
            <a:xfrm>
              <a:off x="866354" y="4077556"/>
              <a:ext cx="23955" cy="23897"/>
            </a:xfrm>
            <a:custGeom>
              <a:avLst/>
              <a:gdLst/>
              <a:ahLst/>
              <a:cxnLst/>
              <a:rect l="l" t="t" r="r" b="b"/>
              <a:pathLst>
                <a:path w="418" h="417" extrusionOk="0">
                  <a:moveTo>
                    <a:pt x="417" y="177"/>
                  </a:moveTo>
                  <a:cubicBezTo>
                    <a:pt x="417" y="337"/>
                    <a:pt x="225" y="417"/>
                    <a:pt x="113" y="305"/>
                  </a:cubicBezTo>
                  <a:cubicBezTo>
                    <a:pt x="1" y="193"/>
                    <a:pt x="81" y="1"/>
                    <a:pt x="241" y="1"/>
                  </a:cubicBezTo>
                  <a:cubicBezTo>
                    <a:pt x="337" y="1"/>
                    <a:pt x="417" y="81"/>
                    <a:pt x="417" y="1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7" name="Google Shape;7187;p20"/>
            <p:cNvSpPr/>
            <p:nvPr/>
          </p:nvSpPr>
          <p:spPr>
            <a:xfrm>
              <a:off x="804919" y="3114707"/>
              <a:ext cx="24814" cy="24814"/>
            </a:xfrm>
            <a:custGeom>
              <a:avLst/>
              <a:gdLst/>
              <a:ahLst/>
              <a:cxnLst/>
              <a:rect l="l" t="t" r="r" b="b"/>
              <a:pathLst>
                <a:path w="433" h="433" extrusionOk="0">
                  <a:moveTo>
                    <a:pt x="433" y="192"/>
                  </a:moveTo>
                  <a:cubicBezTo>
                    <a:pt x="433" y="352"/>
                    <a:pt x="241" y="432"/>
                    <a:pt x="113" y="320"/>
                  </a:cubicBezTo>
                  <a:cubicBezTo>
                    <a:pt x="1" y="208"/>
                    <a:pt x="81" y="0"/>
                    <a:pt x="257" y="0"/>
                  </a:cubicBezTo>
                  <a:cubicBezTo>
                    <a:pt x="353" y="0"/>
                    <a:pt x="433" y="80"/>
                    <a:pt x="433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8" name="Google Shape;7188;p20"/>
            <p:cNvSpPr/>
            <p:nvPr/>
          </p:nvSpPr>
          <p:spPr>
            <a:xfrm>
              <a:off x="1710910" y="3846429"/>
              <a:ext cx="23897" cy="24814"/>
            </a:xfrm>
            <a:custGeom>
              <a:avLst/>
              <a:gdLst/>
              <a:ahLst/>
              <a:cxnLst/>
              <a:rect l="l" t="t" r="r" b="b"/>
              <a:pathLst>
                <a:path w="417" h="433" extrusionOk="0">
                  <a:moveTo>
                    <a:pt x="417" y="193"/>
                  </a:moveTo>
                  <a:cubicBezTo>
                    <a:pt x="417" y="353"/>
                    <a:pt x="225" y="433"/>
                    <a:pt x="113" y="321"/>
                  </a:cubicBezTo>
                  <a:cubicBezTo>
                    <a:pt x="1" y="209"/>
                    <a:pt x="81" y="1"/>
                    <a:pt x="241" y="1"/>
                  </a:cubicBezTo>
                  <a:cubicBezTo>
                    <a:pt x="337" y="1"/>
                    <a:pt x="417" y="81"/>
                    <a:pt x="417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9" name="Google Shape;7189;p20"/>
            <p:cNvSpPr/>
            <p:nvPr/>
          </p:nvSpPr>
          <p:spPr>
            <a:xfrm>
              <a:off x="2095164" y="3542920"/>
              <a:ext cx="24814" cy="24814"/>
            </a:xfrm>
            <a:custGeom>
              <a:avLst/>
              <a:gdLst/>
              <a:ahLst/>
              <a:cxnLst/>
              <a:rect l="l" t="t" r="r" b="b"/>
              <a:pathLst>
                <a:path w="433" h="433" extrusionOk="0">
                  <a:moveTo>
                    <a:pt x="432" y="176"/>
                  </a:moveTo>
                  <a:cubicBezTo>
                    <a:pt x="432" y="352"/>
                    <a:pt x="240" y="432"/>
                    <a:pt x="112" y="304"/>
                  </a:cubicBezTo>
                  <a:cubicBezTo>
                    <a:pt x="0" y="192"/>
                    <a:pt x="80" y="0"/>
                    <a:pt x="256" y="0"/>
                  </a:cubicBezTo>
                  <a:cubicBezTo>
                    <a:pt x="352" y="0"/>
                    <a:pt x="432" y="80"/>
                    <a:pt x="432" y="17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0" name="Google Shape;7190;p20"/>
            <p:cNvSpPr/>
            <p:nvPr/>
          </p:nvSpPr>
          <p:spPr>
            <a:xfrm>
              <a:off x="1461990" y="2560815"/>
              <a:ext cx="23897" cy="27565"/>
            </a:xfrm>
            <a:custGeom>
              <a:avLst/>
              <a:gdLst/>
              <a:ahLst/>
              <a:cxnLst/>
              <a:rect l="l" t="t" r="r" b="b"/>
              <a:pathLst>
                <a:path w="417" h="481" extrusionOk="0">
                  <a:moveTo>
                    <a:pt x="400" y="273"/>
                  </a:moveTo>
                  <a:cubicBezTo>
                    <a:pt x="368" y="481"/>
                    <a:pt x="48" y="481"/>
                    <a:pt x="32" y="273"/>
                  </a:cubicBezTo>
                  <a:cubicBezTo>
                    <a:pt x="0" y="1"/>
                    <a:pt x="416" y="1"/>
                    <a:pt x="400" y="27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1" name="Google Shape;7191;p20"/>
            <p:cNvSpPr/>
            <p:nvPr/>
          </p:nvSpPr>
          <p:spPr>
            <a:xfrm>
              <a:off x="905839" y="3730034"/>
              <a:ext cx="23897" cy="27565"/>
            </a:xfrm>
            <a:custGeom>
              <a:avLst/>
              <a:gdLst/>
              <a:ahLst/>
              <a:cxnLst/>
              <a:rect l="l" t="t" r="r" b="b"/>
              <a:pathLst>
                <a:path w="417" h="481" extrusionOk="0">
                  <a:moveTo>
                    <a:pt x="384" y="272"/>
                  </a:moveTo>
                  <a:cubicBezTo>
                    <a:pt x="368" y="480"/>
                    <a:pt x="48" y="480"/>
                    <a:pt x="32" y="272"/>
                  </a:cubicBezTo>
                  <a:cubicBezTo>
                    <a:pt x="0" y="0"/>
                    <a:pt x="416" y="0"/>
                    <a:pt x="384" y="27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2" name="Google Shape;7192;p20"/>
            <p:cNvSpPr/>
            <p:nvPr/>
          </p:nvSpPr>
          <p:spPr>
            <a:xfrm>
              <a:off x="1274878" y="2235300"/>
              <a:ext cx="24814" cy="24814"/>
            </a:xfrm>
            <a:custGeom>
              <a:avLst/>
              <a:gdLst/>
              <a:ahLst/>
              <a:cxnLst/>
              <a:rect l="l" t="t" r="r" b="b"/>
              <a:pathLst>
                <a:path w="433" h="433" extrusionOk="0">
                  <a:moveTo>
                    <a:pt x="433" y="192"/>
                  </a:moveTo>
                  <a:cubicBezTo>
                    <a:pt x="433" y="352"/>
                    <a:pt x="241" y="432"/>
                    <a:pt x="129" y="320"/>
                  </a:cubicBezTo>
                  <a:cubicBezTo>
                    <a:pt x="1" y="192"/>
                    <a:pt x="97" y="0"/>
                    <a:pt x="257" y="0"/>
                  </a:cubicBezTo>
                  <a:cubicBezTo>
                    <a:pt x="353" y="0"/>
                    <a:pt x="433" y="80"/>
                    <a:pt x="433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3" name="Google Shape;7193;p20"/>
            <p:cNvSpPr/>
            <p:nvPr/>
          </p:nvSpPr>
          <p:spPr>
            <a:xfrm>
              <a:off x="1720137" y="3324687"/>
              <a:ext cx="23897" cy="27565"/>
            </a:xfrm>
            <a:custGeom>
              <a:avLst/>
              <a:gdLst/>
              <a:ahLst/>
              <a:cxnLst/>
              <a:rect l="l" t="t" r="r" b="b"/>
              <a:pathLst>
                <a:path w="417" h="481" extrusionOk="0">
                  <a:moveTo>
                    <a:pt x="384" y="257"/>
                  </a:moveTo>
                  <a:cubicBezTo>
                    <a:pt x="368" y="481"/>
                    <a:pt x="48" y="481"/>
                    <a:pt x="32" y="257"/>
                  </a:cubicBezTo>
                  <a:cubicBezTo>
                    <a:pt x="0" y="1"/>
                    <a:pt x="416" y="1"/>
                    <a:pt x="384" y="25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4" name="Google Shape;7194;p20"/>
            <p:cNvSpPr/>
            <p:nvPr/>
          </p:nvSpPr>
          <p:spPr>
            <a:xfrm>
              <a:off x="1301039" y="3509910"/>
              <a:ext cx="23897" cy="24814"/>
            </a:xfrm>
            <a:custGeom>
              <a:avLst/>
              <a:gdLst/>
              <a:ahLst/>
              <a:cxnLst/>
              <a:rect l="l" t="t" r="r" b="b"/>
              <a:pathLst>
                <a:path w="417" h="433" extrusionOk="0">
                  <a:moveTo>
                    <a:pt x="416" y="192"/>
                  </a:moveTo>
                  <a:cubicBezTo>
                    <a:pt x="416" y="352"/>
                    <a:pt x="224" y="432"/>
                    <a:pt x="112" y="320"/>
                  </a:cubicBezTo>
                  <a:cubicBezTo>
                    <a:pt x="0" y="208"/>
                    <a:pt x="80" y="0"/>
                    <a:pt x="240" y="0"/>
                  </a:cubicBezTo>
                  <a:cubicBezTo>
                    <a:pt x="336" y="0"/>
                    <a:pt x="416" y="80"/>
                    <a:pt x="416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5" name="Google Shape;7195;p20"/>
            <p:cNvSpPr/>
            <p:nvPr/>
          </p:nvSpPr>
          <p:spPr>
            <a:xfrm>
              <a:off x="1025958" y="3570428"/>
              <a:ext cx="23897" cy="27565"/>
            </a:xfrm>
            <a:custGeom>
              <a:avLst/>
              <a:gdLst/>
              <a:ahLst/>
              <a:cxnLst/>
              <a:rect l="l" t="t" r="r" b="b"/>
              <a:pathLst>
                <a:path w="417" h="481" extrusionOk="0">
                  <a:moveTo>
                    <a:pt x="400" y="225"/>
                  </a:moveTo>
                  <a:cubicBezTo>
                    <a:pt x="416" y="481"/>
                    <a:pt x="0" y="481"/>
                    <a:pt x="32" y="225"/>
                  </a:cubicBezTo>
                  <a:cubicBezTo>
                    <a:pt x="48" y="1"/>
                    <a:pt x="368" y="1"/>
                    <a:pt x="400" y="22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6" name="Google Shape;7196;p20"/>
            <p:cNvSpPr/>
            <p:nvPr/>
          </p:nvSpPr>
          <p:spPr>
            <a:xfrm>
              <a:off x="1654547" y="2403101"/>
              <a:ext cx="23897" cy="23897"/>
            </a:xfrm>
            <a:custGeom>
              <a:avLst/>
              <a:gdLst/>
              <a:ahLst/>
              <a:cxnLst/>
              <a:rect l="l" t="t" r="r" b="b"/>
              <a:pathLst>
                <a:path w="417" h="417" extrusionOk="0">
                  <a:moveTo>
                    <a:pt x="416" y="176"/>
                  </a:moveTo>
                  <a:cubicBezTo>
                    <a:pt x="416" y="336"/>
                    <a:pt x="224" y="416"/>
                    <a:pt x="112" y="304"/>
                  </a:cubicBezTo>
                  <a:cubicBezTo>
                    <a:pt x="0" y="192"/>
                    <a:pt x="80" y="0"/>
                    <a:pt x="240" y="0"/>
                  </a:cubicBezTo>
                  <a:cubicBezTo>
                    <a:pt x="336" y="0"/>
                    <a:pt x="416" y="80"/>
                    <a:pt x="416" y="17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7" name="Google Shape;7197;p20"/>
            <p:cNvSpPr/>
            <p:nvPr/>
          </p:nvSpPr>
          <p:spPr>
            <a:xfrm>
              <a:off x="959022" y="4245357"/>
              <a:ext cx="23897" cy="23897"/>
            </a:xfrm>
            <a:custGeom>
              <a:avLst/>
              <a:gdLst/>
              <a:ahLst/>
              <a:cxnLst/>
              <a:rect l="l" t="t" r="r" b="b"/>
              <a:pathLst>
                <a:path w="417" h="417" extrusionOk="0">
                  <a:moveTo>
                    <a:pt x="416" y="177"/>
                  </a:moveTo>
                  <a:cubicBezTo>
                    <a:pt x="416" y="337"/>
                    <a:pt x="224" y="417"/>
                    <a:pt x="112" y="305"/>
                  </a:cubicBezTo>
                  <a:cubicBezTo>
                    <a:pt x="0" y="193"/>
                    <a:pt x="80" y="1"/>
                    <a:pt x="240" y="1"/>
                  </a:cubicBezTo>
                  <a:cubicBezTo>
                    <a:pt x="336" y="1"/>
                    <a:pt x="416" y="81"/>
                    <a:pt x="416" y="1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8" name="Google Shape;7198;p20"/>
            <p:cNvSpPr/>
            <p:nvPr/>
          </p:nvSpPr>
          <p:spPr>
            <a:xfrm>
              <a:off x="1013121" y="2675433"/>
              <a:ext cx="24814" cy="23897"/>
            </a:xfrm>
            <a:custGeom>
              <a:avLst/>
              <a:gdLst/>
              <a:ahLst/>
              <a:cxnLst/>
              <a:rect l="l" t="t" r="r" b="b"/>
              <a:pathLst>
                <a:path w="433" h="417" extrusionOk="0">
                  <a:moveTo>
                    <a:pt x="432" y="177"/>
                  </a:moveTo>
                  <a:cubicBezTo>
                    <a:pt x="432" y="337"/>
                    <a:pt x="240" y="417"/>
                    <a:pt x="128" y="305"/>
                  </a:cubicBezTo>
                  <a:cubicBezTo>
                    <a:pt x="0" y="193"/>
                    <a:pt x="80" y="1"/>
                    <a:pt x="256" y="1"/>
                  </a:cubicBezTo>
                  <a:cubicBezTo>
                    <a:pt x="352" y="1"/>
                    <a:pt x="432" y="81"/>
                    <a:pt x="432" y="1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9" name="Google Shape;7199;p20"/>
            <p:cNvSpPr/>
            <p:nvPr/>
          </p:nvSpPr>
          <p:spPr>
            <a:xfrm>
              <a:off x="724228" y="4075722"/>
              <a:ext cx="24814" cy="27565"/>
            </a:xfrm>
            <a:custGeom>
              <a:avLst/>
              <a:gdLst/>
              <a:ahLst/>
              <a:cxnLst/>
              <a:rect l="l" t="t" r="r" b="b"/>
              <a:pathLst>
                <a:path w="433" h="481" extrusionOk="0">
                  <a:moveTo>
                    <a:pt x="401" y="209"/>
                  </a:moveTo>
                  <a:cubicBezTo>
                    <a:pt x="433" y="481"/>
                    <a:pt x="1" y="481"/>
                    <a:pt x="33" y="209"/>
                  </a:cubicBezTo>
                  <a:cubicBezTo>
                    <a:pt x="65" y="1"/>
                    <a:pt x="369" y="1"/>
                    <a:pt x="401" y="2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0" name="Google Shape;7200;p20"/>
            <p:cNvSpPr/>
            <p:nvPr/>
          </p:nvSpPr>
          <p:spPr>
            <a:xfrm>
              <a:off x="791165" y="3263252"/>
              <a:ext cx="24814" cy="23897"/>
            </a:xfrm>
            <a:custGeom>
              <a:avLst/>
              <a:gdLst/>
              <a:ahLst/>
              <a:cxnLst/>
              <a:rect l="l" t="t" r="r" b="b"/>
              <a:pathLst>
                <a:path w="433" h="417" extrusionOk="0">
                  <a:moveTo>
                    <a:pt x="433" y="177"/>
                  </a:moveTo>
                  <a:cubicBezTo>
                    <a:pt x="433" y="337"/>
                    <a:pt x="241" y="417"/>
                    <a:pt x="129" y="305"/>
                  </a:cubicBezTo>
                  <a:cubicBezTo>
                    <a:pt x="1" y="193"/>
                    <a:pt x="81" y="1"/>
                    <a:pt x="241" y="1"/>
                  </a:cubicBezTo>
                  <a:cubicBezTo>
                    <a:pt x="353" y="1"/>
                    <a:pt x="433" y="81"/>
                    <a:pt x="433" y="1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1" name="Google Shape;7201;p20"/>
            <p:cNvSpPr/>
            <p:nvPr/>
          </p:nvSpPr>
          <p:spPr>
            <a:xfrm>
              <a:off x="1340467" y="3551173"/>
              <a:ext cx="23897" cy="24814"/>
            </a:xfrm>
            <a:custGeom>
              <a:avLst/>
              <a:gdLst/>
              <a:ahLst/>
              <a:cxnLst/>
              <a:rect l="l" t="t" r="r" b="b"/>
              <a:pathLst>
                <a:path w="417" h="433" extrusionOk="0">
                  <a:moveTo>
                    <a:pt x="417" y="193"/>
                  </a:moveTo>
                  <a:cubicBezTo>
                    <a:pt x="417" y="353"/>
                    <a:pt x="225" y="433"/>
                    <a:pt x="113" y="321"/>
                  </a:cubicBezTo>
                  <a:cubicBezTo>
                    <a:pt x="1" y="209"/>
                    <a:pt x="81" y="1"/>
                    <a:pt x="241" y="1"/>
                  </a:cubicBezTo>
                  <a:cubicBezTo>
                    <a:pt x="337" y="1"/>
                    <a:pt x="417" y="81"/>
                    <a:pt x="417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2" name="Google Shape;7202;p20"/>
            <p:cNvSpPr/>
            <p:nvPr/>
          </p:nvSpPr>
          <p:spPr>
            <a:xfrm>
              <a:off x="1205620" y="3043644"/>
              <a:ext cx="24814" cy="24814"/>
            </a:xfrm>
            <a:custGeom>
              <a:avLst/>
              <a:gdLst/>
              <a:ahLst/>
              <a:cxnLst/>
              <a:rect l="l" t="t" r="r" b="b"/>
              <a:pathLst>
                <a:path w="433" h="433" extrusionOk="0">
                  <a:moveTo>
                    <a:pt x="433" y="193"/>
                  </a:moveTo>
                  <a:cubicBezTo>
                    <a:pt x="433" y="353"/>
                    <a:pt x="225" y="433"/>
                    <a:pt x="112" y="321"/>
                  </a:cubicBezTo>
                  <a:cubicBezTo>
                    <a:pt x="0" y="209"/>
                    <a:pt x="80" y="1"/>
                    <a:pt x="241" y="17"/>
                  </a:cubicBezTo>
                  <a:cubicBezTo>
                    <a:pt x="337" y="1"/>
                    <a:pt x="433" y="97"/>
                    <a:pt x="433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3" name="Google Shape;7203;p20"/>
            <p:cNvSpPr/>
            <p:nvPr/>
          </p:nvSpPr>
          <p:spPr>
            <a:xfrm>
              <a:off x="1242355" y="3309099"/>
              <a:ext cx="24814" cy="23897"/>
            </a:xfrm>
            <a:custGeom>
              <a:avLst/>
              <a:gdLst/>
              <a:ahLst/>
              <a:cxnLst/>
              <a:rect l="l" t="t" r="r" b="b"/>
              <a:pathLst>
                <a:path w="433" h="417" extrusionOk="0">
                  <a:moveTo>
                    <a:pt x="433" y="177"/>
                  </a:moveTo>
                  <a:cubicBezTo>
                    <a:pt x="433" y="337"/>
                    <a:pt x="225" y="417"/>
                    <a:pt x="112" y="305"/>
                  </a:cubicBezTo>
                  <a:cubicBezTo>
                    <a:pt x="0" y="193"/>
                    <a:pt x="80" y="1"/>
                    <a:pt x="241" y="1"/>
                  </a:cubicBezTo>
                  <a:cubicBezTo>
                    <a:pt x="353" y="1"/>
                    <a:pt x="433" y="81"/>
                    <a:pt x="433" y="17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4" name="Google Shape;7204;p20"/>
            <p:cNvSpPr/>
            <p:nvPr/>
          </p:nvSpPr>
          <p:spPr>
            <a:xfrm>
              <a:off x="1765926" y="3497073"/>
              <a:ext cx="89056" cy="88999"/>
            </a:xfrm>
            <a:custGeom>
              <a:avLst/>
              <a:gdLst/>
              <a:ahLst/>
              <a:cxnLst/>
              <a:rect l="l" t="t" r="r" b="b"/>
              <a:pathLst>
                <a:path w="1554" h="1553" extrusionOk="0">
                  <a:moveTo>
                    <a:pt x="769" y="1552"/>
                  </a:moveTo>
                  <a:lnTo>
                    <a:pt x="769" y="1552"/>
                  </a:lnTo>
                  <a:cubicBezTo>
                    <a:pt x="769" y="1120"/>
                    <a:pt x="433" y="768"/>
                    <a:pt x="1" y="768"/>
                  </a:cubicBezTo>
                  <a:lnTo>
                    <a:pt x="1" y="768"/>
                  </a:lnTo>
                  <a:cubicBezTo>
                    <a:pt x="433" y="768"/>
                    <a:pt x="769" y="432"/>
                    <a:pt x="769" y="0"/>
                  </a:cubicBezTo>
                  <a:lnTo>
                    <a:pt x="769" y="0"/>
                  </a:lnTo>
                  <a:cubicBezTo>
                    <a:pt x="769" y="416"/>
                    <a:pt x="1121" y="768"/>
                    <a:pt x="1553" y="768"/>
                  </a:cubicBezTo>
                  <a:lnTo>
                    <a:pt x="1553" y="768"/>
                  </a:lnTo>
                  <a:cubicBezTo>
                    <a:pt x="1121" y="768"/>
                    <a:pt x="769" y="1120"/>
                    <a:pt x="769" y="15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5" name="Google Shape;7205;p20"/>
            <p:cNvSpPr/>
            <p:nvPr/>
          </p:nvSpPr>
          <p:spPr>
            <a:xfrm>
              <a:off x="825091" y="3483319"/>
              <a:ext cx="89056" cy="88999"/>
            </a:xfrm>
            <a:custGeom>
              <a:avLst/>
              <a:gdLst/>
              <a:ahLst/>
              <a:cxnLst/>
              <a:rect l="l" t="t" r="r" b="b"/>
              <a:pathLst>
                <a:path w="1554" h="1553" extrusionOk="0">
                  <a:moveTo>
                    <a:pt x="785" y="1553"/>
                  </a:moveTo>
                  <a:lnTo>
                    <a:pt x="785" y="1553"/>
                  </a:lnTo>
                  <a:cubicBezTo>
                    <a:pt x="785" y="1121"/>
                    <a:pt x="433" y="785"/>
                    <a:pt x="1" y="785"/>
                  </a:cubicBezTo>
                  <a:lnTo>
                    <a:pt x="1" y="785"/>
                  </a:lnTo>
                  <a:cubicBezTo>
                    <a:pt x="433" y="785"/>
                    <a:pt x="785" y="433"/>
                    <a:pt x="785" y="1"/>
                  </a:cubicBezTo>
                  <a:lnTo>
                    <a:pt x="785" y="1"/>
                  </a:lnTo>
                  <a:cubicBezTo>
                    <a:pt x="785" y="433"/>
                    <a:pt x="1137" y="785"/>
                    <a:pt x="1553" y="785"/>
                  </a:cubicBezTo>
                  <a:lnTo>
                    <a:pt x="1553" y="785"/>
                  </a:lnTo>
                  <a:cubicBezTo>
                    <a:pt x="1137" y="785"/>
                    <a:pt x="785" y="1121"/>
                    <a:pt x="785" y="15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6" name="Google Shape;7206;p20"/>
            <p:cNvSpPr/>
            <p:nvPr/>
          </p:nvSpPr>
          <p:spPr>
            <a:xfrm>
              <a:off x="938849" y="2381094"/>
              <a:ext cx="88999" cy="88999"/>
            </a:xfrm>
            <a:custGeom>
              <a:avLst/>
              <a:gdLst/>
              <a:ahLst/>
              <a:cxnLst/>
              <a:rect l="l" t="t" r="r" b="b"/>
              <a:pathLst>
                <a:path w="1553" h="1553" extrusionOk="0">
                  <a:moveTo>
                    <a:pt x="768" y="1553"/>
                  </a:moveTo>
                  <a:lnTo>
                    <a:pt x="768" y="1553"/>
                  </a:lnTo>
                  <a:cubicBezTo>
                    <a:pt x="768" y="1121"/>
                    <a:pt x="416" y="785"/>
                    <a:pt x="0" y="785"/>
                  </a:cubicBezTo>
                  <a:lnTo>
                    <a:pt x="0" y="785"/>
                  </a:lnTo>
                  <a:cubicBezTo>
                    <a:pt x="416" y="785"/>
                    <a:pt x="768" y="432"/>
                    <a:pt x="768" y="0"/>
                  </a:cubicBezTo>
                  <a:lnTo>
                    <a:pt x="768" y="0"/>
                  </a:lnTo>
                  <a:cubicBezTo>
                    <a:pt x="768" y="432"/>
                    <a:pt x="1120" y="785"/>
                    <a:pt x="1552" y="785"/>
                  </a:cubicBezTo>
                  <a:lnTo>
                    <a:pt x="1552" y="785"/>
                  </a:lnTo>
                  <a:cubicBezTo>
                    <a:pt x="1120" y="785"/>
                    <a:pt x="768" y="1121"/>
                    <a:pt x="768" y="15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7" name="Google Shape;7207;p20"/>
            <p:cNvSpPr/>
            <p:nvPr/>
          </p:nvSpPr>
          <p:spPr>
            <a:xfrm>
              <a:off x="1427577" y="2872834"/>
              <a:ext cx="89056" cy="88082"/>
            </a:xfrm>
            <a:custGeom>
              <a:avLst/>
              <a:gdLst/>
              <a:ahLst/>
              <a:cxnLst/>
              <a:rect l="l" t="t" r="r" b="b"/>
              <a:pathLst>
                <a:path w="1554" h="1537" extrusionOk="0">
                  <a:moveTo>
                    <a:pt x="785" y="1537"/>
                  </a:moveTo>
                  <a:lnTo>
                    <a:pt x="785" y="1537"/>
                  </a:lnTo>
                  <a:cubicBezTo>
                    <a:pt x="785" y="1121"/>
                    <a:pt x="433" y="769"/>
                    <a:pt x="1" y="769"/>
                  </a:cubicBezTo>
                  <a:lnTo>
                    <a:pt x="1" y="769"/>
                  </a:lnTo>
                  <a:cubicBezTo>
                    <a:pt x="433" y="769"/>
                    <a:pt x="785" y="417"/>
                    <a:pt x="785" y="1"/>
                  </a:cubicBezTo>
                  <a:lnTo>
                    <a:pt x="785" y="1"/>
                  </a:lnTo>
                  <a:cubicBezTo>
                    <a:pt x="785" y="417"/>
                    <a:pt x="1121" y="769"/>
                    <a:pt x="1553" y="769"/>
                  </a:cubicBezTo>
                  <a:lnTo>
                    <a:pt x="1553" y="769"/>
                  </a:lnTo>
                  <a:cubicBezTo>
                    <a:pt x="1137" y="769"/>
                    <a:pt x="785" y="1121"/>
                    <a:pt x="785" y="153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08" name="Google Shape;7208;p20"/>
          <p:cNvSpPr/>
          <p:nvPr/>
        </p:nvSpPr>
        <p:spPr>
          <a:xfrm flipH="1">
            <a:off x="8099025" y="259653"/>
            <a:ext cx="312279" cy="312901"/>
          </a:xfrm>
          <a:custGeom>
            <a:avLst/>
            <a:gdLst/>
            <a:ahLst/>
            <a:cxnLst/>
            <a:rect l="l" t="t" r="r" b="b"/>
            <a:pathLst>
              <a:path w="18056" h="18092" extrusionOk="0">
                <a:moveTo>
                  <a:pt x="6695" y="1472"/>
                </a:moveTo>
                <a:cubicBezTo>
                  <a:pt x="6713" y="1486"/>
                  <a:pt x="6734" y="1495"/>
                  <a:pt x="6757" y="1495"/>
                </a:cubicBezTo>
                <a:cubicBezTo>
                  <a:pt x="6764" y="1495"/>
                  <a:pt x="6771" y="1494"/>
                  <a:pt x="6778" y="1492"/>
                </a:cubicBezTo>
                <a:cubicBezTo>
                  <a:pt x="6751" y="1486"/>
                  <a:pt x="6723" y="1479"/>
                  <a:pt x="6695" y="1472"/>
                </a:cubicBezTo>
                <a:close/>
                <a:moveTo>
                  <a:pt x="13763" y="3827"/>
                </a:moveTo>
                <a:lnTo>
                  <a:pt x="13763" y="3827"/>
                </a:lnTo>
                <a:cubicBezTo>
                  <a:pt x="14709" y="4623"/>
                  <a:pt x="15616" y="5469"/>
                  <a:pt x="16535" y="6265"/>
                </a:cubicBezTo>
                <a:lnTo>
                  <a:pt x="14104" y="4106"/>
                </a:lnTo>
                <a:cubicBezTo>
                  <a:pt x="14006" y="3995"/>
                  <a:pt x="13890" y="3903"/>
                  <a:pt x="13763" y="3827"/>
                </a:cubicBezTo>
                <a:close/>
                <a:moveTo>
                  <a:pt x="3092" y="0"/>
                </a:moveTo>
                <a:cubicBezTo>
                  <a:pt x="2894" y="0"/>
                  <a:pt x="2699" y="26"/>
                  <a:pt x="2493" y="64"/>
                </a:cubicBezTo>
                <a:cubicBezTo>
                  <a:pt x="2067" y="185"/>
                  <a:pt x="1702" y="459"/>
                  <a:pt x="1429" y="824"/>
                </a:cubicBezTo>
                <a:cubicBezTo>
                  <a:pt x="547" y="1918"/>
                  <a:pt x="274" y="3377"/>
                  <a:pt x="760" y="4714"/>
                </a:cubicBezTo>
                <a:cubicBezTo>
                  <a:pt x="882" y="4988"/>
                  <a:pt x="942" y="5261"/>
                  <a:pt x="882" y="5565"/>
                </a:cubicBezTo>
                <a:cubicBezTo>
                  <a:pt x="790" y="5778"/>
                  <a:pt x="638" y="5961"/>
                  <a:pt x="486" y="6113"/>
                </a:cubicBezTo>
                <a:cubicBezTo>
                  <a:pt x="0" y="6751"/>
                  <a:pt x="334" y="7663"/>
                  <a:pt x="730" y="8392"/>
                </a:cubicBezTo>
                <a:cubicBezTo>
                  <a:pt x="1672" y="10064"/>
                  <a:pt x="2888" y="11614"/>
                  <a:pt x="4316" y="12921"/>
                </a:cubicBezTo>
                <a:cubicBezTo>
                  <a:pt x="5684" y="14076"/>
                  <a:pt x="7113" y="15170"/>
                  <a:pt x="8663" y="16113"/>
                </a:cubicBezTo>
                <a:cubicBezTo>
                  <a:pt x="9392" y="16660"/>
                  <a:pt x="10183" y="17116"/>
                  <a:pt x="11034" y="17511"/>
                </a:cubicBezTo>
                <a:cubicBezTo>
                  <a:pt x="11917" y="17881"/>
                  <a:pt x="12853" y="18091"/>
                  <a:pt x="13818" y="18091"/>
                </a:cubicBezTo>
                <a:cubicBezTo>
                  <a:pt x="13882" y="18091"/>
                  <a:pt x="13947" y="18090"/>
                  <a:pt x="14013" y="18088"/>
                </a:cubicBezTo>
                <a:cubicBezTo>
                  <a:pt x="15259" y="18088"/>
                  <a:pt x="16596" y="17724"/>
                  <a:pt x="17326" y="16721"/>
                </a:cubicBezTo>
                <a:cubicBezTo>
                  <a:pt x="17842" y="15930"/>
                  <a:pt x="18055" y="14958"/>
                  <a:pt x="17873" y="14015"/>
                </a:cubicBezTo>
                <a:cubicBezTo>
                  <a:pt x="17690" y="13104"/>
                  <a:pt x="17386" y="12192"/>
                  <a:pt x="16931" y="11371"/>
                </a:cubicBezTo>
                <a:cubicBezTo>
                  <a:pt x="15715" y="8848"/>
                  <a:pt x="14225" y="6265"/>
                  <a:pt x="11824" y="4836"/>
                </a:cubicBezTo>
                <a:cubicBezTo>
                  <a:pt x="11034" y="4380"/>
                  <a:pt x="10213" y="4015"/>
                  <a:pt x="9362" y="3772"/>
                </a:cubicBezTo>
                <a:cubicBezTo>
                  <a:pt x="8799" y="3591"/>
                  <a:pt x="8183" y="3442"/>
                  <a:pt x="7589" y="3442"/>
                </a:cubicBezTo>
                <a:cubicBezTo>
                  <a:pt x="7189" y="3442"/>
                  <a:pt x="6799" y="3509"/>
                  <a:pt x="6444" y="3681"/>
                </a:cubicBezTo>
                <a:cubicBezTo>
                  <a:pt x="5228" y="4258"/>
                  <a:pt x="4803" y="5900"/>
                  <a:pt x="5167" y="7207"/>
                </a:cubicBezTo>
                <a:cubicBezTo>
                  <a:pt x="5563" y="8483"/>
                  <a:pt x="6505" y="9547"/>
                  <a:pt x="7447" y="10489"/>
                </a:cubicBezTo>
                <a:cubicBezTo>
                  <a:pt x="8055" y="11097"/>
                  <a:pt x="8693" y="11645"/>
                  <a:pt x="9392" y="12161"/>
                </a:cubicBezTo>
                <a:cubicBezTo>
                  <a:pt x="9879" y="12556"/>
                  <a:pt x="10456" y="12800"/>
                  <a:pt x="11095" y="12921"/>
                </a:cubicBezTo>
                <a:cubicBezTo>
                  <a:pt x="11207" y="12944"/>
                  <a:pt x="11320" y="12955"/>
                  <a:pt x="11434" y="12955"/>
                </a:cubicBezTo>
                <a:cubicBezTo>
                  <a:pt x="11932" y="12955"/>
                  <a:pt x="12425" y="12740"/>
                  <a:pt x="12797" y="12344"/>
                </a:cubicBezTo>
                <a:cubicBezTo>
                  <a:pt x="13192" y="11797"/>
                  <a:pt x="13253" y="11067"/>
                  <a:pt x="12979" y="10459"/>
                </a:cubicBezTo>
                <a:cubicBezTo>
                  <a:pt x="12706" y="9851"/>
                  <a:pt x="12250" y="9334"/>
                  <a:pt x="11672" y="8970"/>
                </a:cubicBezTo>
                <a:cubicBezTo>
                  <a:pt x="11464" y="8824"/>
                  <a:pt x="11213" y="8692"/>
                  <a:pt x="10978" y="8692"/>
                </a:cubicBezTo>
                <a:cubicBezTo>
                  <a:pt x="10870" y="8692"/>
                  <a:pt x="10765" y="8720"/>
                  <a:pt x="10669" y="8787"/>
                </a:cubicBezTo>
                <a:cubicBezTo>
                  <a:pt x="11050" y="8289"/>
                  <a:pt x="10526" y="7508"/>
                  <a:pt x="9916" y="7508"/>
                </a:cubicBezTo>
                <a:cubicBezTo>
                  <a:pt x="9893" y="7508"/>
                  <a:pt x="9871" y="7509"/>
                  <a:pt x="9848" y="7511"/>
                </a:cubicBezTo>
                <a:cubicBezTo>
                  <a:pt x="9210" y="7632"/>
                  <a:pt x="8784" y="8210"/>
                  <a:pt x="8845" y="8879"/>
                </a:cubicBezTo>
                <a:cubicBezTo>
                  <a:pt x="8936" y="9517"/>
                  <a:pt x="9301" y="10064"/>
                  <a:pt x="9848" y="10398"/>
                </a:cubicBezTo>
                <a:cubicBezTo>
                  <a:pt x="10046" y="10550"/>
                  <a:pt x="10327" y="10649"/>
                  <a:pt x="10574" y="10649"/>
                </a:cubicBezTo>
                <a:cubicBezTo>
                  <a:pt x="10821" y="10649"/>
                  <a:pt x="11034" y="10550"/>
                  <a:pt x="11095" y="10307"/>
                </a:cubicBezTo>
                <a:cubicBezTo>
                  <a:pt x="11216" y="9973"/>
                  <a:pt x="10882" y="9669"/>
                  <a:pt x="10578" y="9456"/>
                </a:cubicBezTo>
                <a:cubicBezTo>
                  <a:pt x="10766" y="9369"/>
                  <a:pt x="10961" y="9329"/>
                  <a:pt x="11152" y="9329"/>
                </a:cubicBezTo>
                <a:cubicBezTo>
                  <a:pt x="11762" y="9329"/>
                  <a:pt x="12331" y="9743"/>
                  <a:pt x="12493" y="10368"/>
                </a:cubicBezTo>
                <a:cubicBezTo>
                  <a:pt x="12706" y="11219"/>
                  <a:pt x="12128" y="12040"/>
                  <a:pt x="11247" y="12100"/>
                </a:cubicBezTo>
                <a:cubicBezTo>
                  <a:pt x="11209" y="12103"/>
                  <a:pt x="11172" y="12105"/>
                  <a:pt x="11136" y="12105"/>
                </a:cubicBezTo>
                <a:cubicBezTo>
                  <a:pt x="10422" y="12105"/>
                  <a:pt x="9791" y="11557"/>
                  <a:pt x="9271" y="11037"/>
                </a:cubicBezTo>
                <a:cubicBezTo>
                  <a:pt x="8268" y="10125"/>
                  <a:pt x="7356" y="9122"/>
                  <a:pt x="6535" y="8027"/>
                </a:cubicBezTo>
                <a:cubicBezTo>
                  <a:pt x="6201" y="7632"/>
                  <a:pt x="5988" y="7116"/>
                  <a:pt x="5958" y="6568"/>
                </a:cubicBezTo>
                <a:cubicBezTo>
                  <a:pt x="5958" y="5657"/>
                  <a:pt x="6839" y="4897"/>
                  <a:pt x="7751" y="4745"/>
                </a:cubicBezTo>
                <a:cubicBezTo>
                  <a:pt x="7880" y="4728"/>
                  <a:pt x="8009" y="4719"/>
                  <a:pt x="8137" y="4719"/>
                </a:cubicBezTo>
                <a:cubicBezTo>
                  <a:pt x="8919" y="4719"/>
                  <a:pt x="9691" y="5018"/>
                  <a:pt x="10395" y="5383"/>
                </a:cubicBezTo>
                <a:cubicBezTo>
                  <a:pt x="13982" y="7328"/>
                  <a:pt x="16383" y="10885"/>
                  <a:pt x="16809" y="14958"/>
                </a:cubicBezTo>
                <a:cubicBezTo>
                  <a:pt x="16870" y="15262"/>
                  <a:pt x="16809" y="15626"/>
                  <a:pt x="16596" y="15900"/>
                </a:cubicBezTo>
                <a:cubicBezTo>
                  <a:pt x="16231" y="16295"/>
                  <a:pt x="15563" y="16082"/>
                  <a:pt x="15046" y="16295"/>
                </a:cubicBezTo>
                <a:cubicBezTo>
                  <a:pt x="14833" y="16417"/>
                  <a:pt x="14681" y="16599"/>
                  <a:pt x="14438" y="16721"/>
                </a:cubicBezTo>
                <a:cubicBezTo>
                  <a:pt x="14238" y="16838"/>
                  <a:pt x="14010" y="16883"/>
                  <a:pt x="13773" y="16883"/>
                </a:cubicBezTo>
                <a:cubicBezTo>
                  <a:pt x="13398" y="16883"/>
                  <a:pt x="12998" y="16771"/>
                  <a:pt x="12645" y="16660"/>
                </a:cubicBezTo>
                <a:cubicBezTo>
                  <a:pt x="8207" y="15110"/>
                  <a:pt x="3982" y="12404"/>
                  <a:pt x="1702" y="8301"/>
                </a:cubicBezTo>
                <a:cubicBezTo>
                  <a:pt x="2341" y="7632"/>
                  <a:pt x="2432" y="6629"/>
                  <a:pt x="1915" y="5869"/>
                </a:cubicBezTo>
                <a:cubicBezTo>
                  <a:pt x="2249" y="5413"/>
                  <a:pt x="1885" y="4775"/>
                  <a:pt x="1763" y="4228"/>
                </a:cubicBezTo>
                <a:cubicBezTo>
                  <a:pt x="1520" y="3103"/>
                  <a:pt x="2371" y="1979"/>
                  <a:pt x="3404" y="1523"/>
                </a:cubicBezTo>
                <a:cubicBezTo>
                  <a:pt x="3902" y="1324"/>
                  <a:pt x="4433" y="1244"/>
                  <a:pt x="4970" y="1244"/>
                </a:cubicBezTo>
                <a:cubicBezTo>
                  <a:pt x="5551" y="1244"/>
                  <a:pt x="6138" y="1337"/>
                  <a:pt x="6695" y="1472"/>
                </a:cubicBezTo>
                <a:lnTo>
                  <a:pt x="6695" y="1472"/>
                </a:lnTo>
                <a:cubicBezTo>
                  <a:pt x="6610" y="1404"/>
                  <a:pt x="6598" y="1200"/>
                  <a:pt x="6718" y="1128"/>
                </a:cubicBezTo>
                <a:cubicBezTo>
                  <a:pt x="6794" y="1097"/>
                  <a:pt x="6877" y="1082"/>
                  <a:pt x="6961" y="1082"/>
                </a:cubicBezTo>
                <a:cubicBezTo>
                  <a:pt x="7044" y="1082"/>
                  <a:pt x="7128" y="1097"/>
                  <a:pt x="7204" y="1128"/>
                </a:cubicBezTo>
                <a:cubicBezTo>
                  <a:pt x="9180" y="1796"/>
                  <a:pt x="11003" y="2830"/>
                  <a:pt x="12614" y="4167"/>
                </a:cubicBezTo>
                <a:cubicBezTo>
                  <a:pt x="12557" y="3852"/>
                  <a:pt x="12905" y="3618"/>
                  <a:pt x="13226" y="3618"/>
                </a:cubicBezTo>
                <a:cubicBezTo>
                  <a:pt x="13245" y="3618"/>
                  <a:pt x="13264" y="3618"/>
                  <a:pt x="13283" y="3620"/>
                </a:cubicBezTo>
                <a:cubicBezTo>
                  <a:pt x="13448" y="3670"/>
                  <a:pt x="13612" y="3737"/>
                  <a:pt x="13763" y="3827"/>
                </a:cubicBezTo>
                <a:lnTo>
                  <a:pt x="13763" y="3827"/>
                </a:lnTo>
                <a:cubicBezTo>
                  <a:pt x="12143" y="2465"/>
                  <a:pt x="10408" y="1247"/>
                  <a:pt x="8298" y="672"/>
                </a:cubicBezTo>
                <a:cubicBezTo>
                  <a:pt x="6718" y="307"/>
                  <a:pt x="5076" y="64"/>
                  <a:pt x="3465" y="33"/>
                </a:cubicBezTo>
                <a:cubicBezTo>
                  <a:pt x="3337" y="10"/>
                  <a:pt x="3214" y="0"/>
                  <a:pt x="309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9" name="Google Shape;7209;p20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23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36" name="Google Shape;23936;p55"/>
          <p:cNvGrpSpPr/>
          <p:nvPr/>
        </p:nvGrpSpPr>
        <p:grpSpPr>
          <a:xfrm>
            <a:off x="176625" y="110350"/>
            <a:ext cx="8790774" cy="4922811"/>
            <a:chOff x="131600" y="118425"/>
            <a:chExt cx="8790774" cy="4922811"/>
          </a:xfrm>
        </p:grpSpPr>
        <p:sp>
          <p:nvSpPr>
            <p:cNvPr id="23937" name="Google Shape;23937;p55"/>
            <p:cNvSpPr/>
            <p:nvPr/>
          </p:nvSpPr>
          <p:spPr>
            <a:xfrm rot="5400000">
              <a:off x="856680" y="10329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38" name="Google Shape;23938;p55"/>
            <p:cNvGrpSpPr/>
            <p:nvPr/>
          </p:nvGrpSpPr>
          <p:grpSpPr>
            <a:xfrm>
              <a:off x="131600" y="1884558"/>
              <a:ext cx="2122449" cy="3112715"/>
              <a:chOff x="131600" y="1884558"/>
              <a:chExt cx="2122449" cy="3112715"/>
            </a:xfrm>
          </p:grpSpPr>
          <p:sp>
            <p:nvSpPr>
              <p:cNvPr id="23939" name="Google Shape;23939;p55"/>
              <p:cNvSpPr/>
              <p:nvPr/>
            </p:nvSpPr>
            <p:spPr>
              <a:xfrm rot="5400000" flipH="1">
                <a:off x="1356823" y="353957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0" name="Google Shape;23940;p55"/>
              <p:cNvSpPr/>
              <p:nvPr/>
            </p:nvSpPr>
            <p:spPr>
              <a:xfrm rot="5400000" flipH="1">
                <a:off x="368247" y="3804694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1" name="Google Shape;23941;p55"/>
              <p:cNvSpPr/>
              <p:nvPr/>
            </p:nvSpPr>
            <p:spPr>
              <a:xfrm rot="5400000" flipH="1">
                <a:off x="1212834" y="4945234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2" name="Google Shape;23942;p55"/>
              <p:cNvSpPr/>
              <p:nvPr/>
            </p:nvSpPr>
            <p:spPr>
              <a:xfrm rot="5400000" flipH="1">
                <a:off x="1889810" y="3456082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3" name="Google Shape;23943;p55"/>
              <p:cNvSpPr/>
              <p:nvPr/>
            </p:nvSpPr>
            <p:spPr>
              <a:xfrm rot="5400000" flipH="1">
                <a:off x="871337" y="4472741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4" name="Google Shape;23944;p55"/>
              <p:cNvSpPr/>
              <p:nvPr/>
            </p:nvSpPr>
            <p:spPr>
              <a:xfrm rot="5400000" flipH="1">
                <a:off x="1458022" y="2595443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5" name="Google Shape;23945;p55"/>
              <p:cNvSpPr/>
              <p:nvPr/>
            </p:nvSpPr>
            <p:spPr>
              <a:xfrm rot="5400000" flipH="1">
                <a:off x="373906" y="24622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6" name="Google Shape;23946;p55"/>
              <p:cNvSpPr/>
              <p:nvPr/>
            </p:nvSpPr>
            <p:spPr>
              <a:xfrm rot="5400000" flipH="1">
                <a:off x="573665" y="420799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7" name="Google Shape;23947;p55"/>
              <p:cNvSpPr/>
              <p:nvPr/>
            </p:nvSpPr>
            <p:spPr>
              <a:xfrm rot="5400000" flipH="1">
                <a:off x="368214" y="3290320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8" name="Google Shape;23948;p55"/>
              <p:cNvSpPr/>
              <p:nvPr/>
            </p:nvSpPr>
            <p:spPr>
              <a:xfrm rot="5400000" flipH="1">
                <a:off x="149520" y="294366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9" name="Google Shape;23949;p55"/>
              <p:cNvSpPr/>
              <p:nvPr/>
            </p:nvSpPr>
            <p:spPr>
              <a:xfrm rot="5400000" flipH="1">
                <a:off x="1558343" y="306837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0" name="Google Shape;23950;p55"/>
              <p:cNvSpPr/>
              <p:nvPr/>
            </p:nvSpPr>
            <p:spPr>
              <a:xfrm rot="5400000" flipH="1">
                <a:off x="130236" y="3708247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1" name="Google Shape;23951;p55"/>
              <p:cNvSpPr/>
              <p:nvPr/>
            </p:nvSpPr>
            <p:spPr>
              <a:xfrm rot="5400000" flipH="1">
                <a:off x="400364" y="4926212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2" name="Google Shape;23952;p55"/>
              <p:cNvSpPr/>
              <p:nvPr/>
            </p:nvSpPr>
            <p:spPr>
              <a:xfrm rot="5400000" flipH="1">
                <a:off x="799823" y="3303605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3" name="Google Shape;23953;p55"/>
              <p:cNvSpPr/>
              <p:nvPr/>
            </p:nvSpPr>
            <p:spPr>
              <a:xfrm rot="5400000" flipH="1">
                <a:off x="1234010" y="4104986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4" name="Google Shape;23954;p55"/>
              <p:cNvSpPr/>
              <p:nvPr/>
            </p:nvSpPr>
            <p:spPr>
              <a:xfrm rot="5400000" flipH="1">
                <a:off x="379148" y="2080743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5" name="Google Shape;23955;p55"/>
              <p:cNvSpPr/>
              <p:nvPr/>
            </p:nvSpPr>
            <p:spPr>
              <a:xfrm rot="5400000" flipH="1">
                <a:off x="891672" y="3760348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6" name="Google Shape;23956;p55"/>
              <p:cNvSpPr/>
              <p:nvPr/>
            </p:nvSpPr>
            <p:spPr>
              <a:xfrm rot="5400000">
                <a:off x="927170" y="1943554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7" name="Google Shape;23957;p55"/>
              <p:cNvSpPr/>
              <p:nvPr/>
            </p:nvSpPr>
            <p:spPr>
              <a:xfrm rot="5400000">
                <a:off x="1099652" y="232334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8" name="Google Shape;23958;p55"/>
              <p:cNvSpPr/>
              <p:nvPr/>
            </p:nvSpPr>
            <p:spPr>
              <a:xfrm rot="5400000">
                <a:off x="952606" y="295021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9" name="Google Shape;23959;p55"/>
              <p:cNvSpPr/>
              <p:nvPr/>
            </p:nvSpPr>
            <p:spPr>
              <a:xfrm rot="5400000">
                <a:off x="729827" y="227943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0" name="Google Shape;23960;p55"/>
              <p:cNvSpPr/>
              <p:nvPr/>
            </p:nvSpPr>
            <p:spPr>
              <a:xfrm rot="5400000">
                <a:off x="1976994" y="309729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1" name="Google Shape;23961;p55"/>
              <p:cNvSpPr/>
              <p:nvPr/>
            </p:nvSpPr>
            <p:spPr>
              <a:xfrm rot="5400000">
                <a:off x="1439631" y="1886769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2" name="Google Shape;23962;p55"/>
              <p:cNvSpPr/>
              <p:nvPr/>
            </p:nvSpPr>
            <p:spPr>
              <a:xfrm rot="5400000">
                <a:off x="2225601" y="353958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3" name="Google Shape;23963;p55"/>
              <p:cNvSpPr/>
              <p:nvPr/>
            </p:nvSpPr>
            <p:spPr>
              <a:xfrm rot="5400000">
                <a:off x="771336" y="2669355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64" name="Google Shape;23964;p55"/>
            <p:cNvGrpSpPr/>
            <p:nvPr/>
          </p:nvGrpSpPr>
          <p:grpSpPr>
            <a:xfrm flipH="1">
              <a:off x="2342550" y="2567965"/>
              <a:ext cx="3964145" cy="1455821"/>
              <a:chOff x="3233388" y="140740"/>
              <a:chExt cx="3964145" cy="1455821"/>
            </a:xfrm>
          </p:grpSpPr>
          <p:sp>
            <p:nvSpPr>
              <p:cNvPr id="23965" name="Google Shape;23965;p55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6" name="Google Shape;23966;p55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7" name="Google Shape;23967;p55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8" name="Google Shape;23968;p55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9" name="Google Shape;23969;p55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0" name="Google Shape;23970;p55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1" name="Google Shape;23971;p55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2" name="Google Shape;23972;p55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3" name="Google Shape;23973;p55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4" name="Google Shape;23974;p55"/>
              <p:cNvSpPr/>
              <p:nvPr/>
            </p:nvSpPr>
            <p:spPr>
              <a:xfrm rot="10800000" flipH="1">
                <a:off x="5542101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5" name="Google Shape;23975;p55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6" name="Google Shape;23976;p55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7" name="Google Shape;23977;p55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8" name="Google Shape;23978;p55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9" name="Google Shape;23979;p55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0" name="Google Shape;23980;p55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1" name="Google Shape;23981;p55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2" name="Google Shape;23982;p55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3" name="Google Shape;23983;p55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4" name="Google Shape;23984;p55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5" name="Google Shape;23985;p55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6" name="Google Shape;23986;p55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7" name="Google Shape;23987;p55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8" name="Google Shape;23988;p55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9" name="Google Shape;23989;p55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0" name="Google Shape;23990;p55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991" name="Google Shape;23991;p55"/>
            <p:cNvSpPr/>
            <p:nvPr/>
          </p:nvSpPr>
          <p:spPr>
            <a:xfrm rot="10800000">
              <a:off x="5467181" y="2274087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2" name="Google Shape;23992;p55"/>
            <p:cNvSpPr/>
            <p:nvPr/>
          </p:nvSpPr>
          <p:spPr>
            <a:xfrm rot="10800000">
              <a:off x="1791338" y="2418078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3" name="Google Shape;23993;p55"/>
            <p:cNvSpPr/>
            <p:nvPr/>
          </p:nvSpPr>
          <p:spPr>
            <a:xfrm rot="10800000">
              <a:off x="4994538" y="1932740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4" name="Google Shape;23994;p55"/>
            <p:cNvSpPr/>
            <p:nvPr/>
          </p:nvSpPr>
          <p:spPr>
            <a:xfrm rot="10800000">
              <a:off x="2710372" y="255468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5" name="Google Shape;23995;p55"/>
            <p:cNvSpPr/>
            <p:nvPr/>
          </p:nvSpPr>
          <p:spPr>
            <a:xfrm rot="10800000">
              <a:off x="2984293" y="1435017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6" name="Google Shape;23996;p55"/>
            <p:cNvSpPr/>
            <p:nvPr/>
          </p:nvSpPr>
          <p:spPr>
            <a:xfrm rot="10800000">
              <a:off x="4625351" y="1874393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7" name="Google Shape;23997;p55"/>
            <p:cNvSpPr/>
            <p:nvPr/>
          </p:nvSpPr>
          <p:spPr>
            <a:xfrm rot="10800000">
              <a:off x="3812259" y="1429475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8" name="Google Shape;23998;p55"/>
            <p:cNvSpPr/>
            <p:nvPr/>
          </p:nvSpPr>
          <p:spPr>
            <a:xfrm rot="10800000">
              <a:off x="3473571" y="24251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9" name="Google Shape;23999;p55"/>
            <p:cNvSpPr/>
            <p:nvPr/>
          </p:nvSpPr>
          <p:spPr>
            <a:xfrm rot="10800000">
              <a:off x="3823198" y="1863430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0" name="Google Shape;24000;p55"/>
            <p:cNvSpPr/>
            <p:nvPr/>
          </p:nvSpPr>
          <p:spPr>
            <a:xfrm rot="10800000">
              <a:off x="4626925" y="2295271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1" name="Google Shape;24001;p55"/>
            <p:cNvSpPr/>
            <p:nvPr/>
          </p:nvSpPr>
          <p:spPr>
            <a:xfrm rot="10800000">
              <a:off x="2405511" y="1257842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2" name="Google Shape;24002;p55"/>
            <p:cNvSpPr/>
            <p:nvPr/>
          </p:nvSpPr>
          <p:spPr>
            <a:xfrm rot="10800000">
              <a:off x="4282295" y="1952925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3" name="Google Shape;24003;p55"/>
            <p:cNvSpPr/>
            <p:nvPr/>
          </p:nvSpPr>
          <p:spPr>
            <a:xfrm rot="10800000" flipH="1">
              <a:off x="2379646" y="1608191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4" name="Google Shape;24004;p55"/>
            <p:cNvSpPr/>
            <p:nvPr/>
          </p:nvSpPr>
          <p:spPr>
            <a:xfrm rot="10800000" flipH="1">
              <a:off x="2845296" y="2160906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5" name="Google Shape;24005;p55"/>
            <p:cNvSpPr/>
            <p:nvPr/>
          </p:nvSpPr>
          <p:spPr>
            <a:xfrm rot="10800000" flipH="1">
              <a:off x="1555075" y="19177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6" name="Google Shape;24006;p55"/>
            <p:cNvSpPr/>
            <p:nvPr/>
          </p:nvSpPr>
          <p:spPr>
            <a:xfrm rot="10800000" flipH="1">
              <a:off x="3472169" y="201385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7" name="Google Shape;24007;p55"/>
            <p:cNvSpPr/>
            <p:nvPr/>
          </p:nvSpPr>
          <p:spPr>
            <a:xfrm rot="10800000" flipH="1">
              <a:off x="2801524" y="179093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8" name="Google Shape;24008;p55"/>
            <p:cNvSpPr/>
            <p:nvPr/>
          </p:nvSpPr>
          <p:spPr>
            <a:xfrm rot="10800000" flipH="1">
              <a:off x="2007089" y="1854122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9" name="Google Shape;24009;p55"/>
            <p:cNvSpPr/>
            <p:nvPr/>
          </p:nvSpPr>
          <p:spPr>
            <a:xfrm rot="10800000" flipH="1">
              <a:off x="2379655" y="22472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0" name="Google Shape;24010;p55"/>
            <p:cNvSpPr/>
            <p:nvPr/>
          </p:nvSpPr>
          <p:spPr>
            <a:xfrm rot="10800000" flipH="1">
              <a:off x="3188821" y="1835070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1" name="Google Shape;24011;p55"/>
            <p:cNvSpPr/>
            <p:nvPr/>
          </p:nvSpPr>
          <p:spPr>
            <a:xfrm rot="-5400000">
              <a:off x="6437893" y="3297974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2" name="Google Shape;24012;p55"/>
            <p:cNvSpPr/>
            <p:nvPr/>
          </p:nvSpPr>
          <p:spPr>
            <a:xfrm rot="-5400000">
              <a:off x="7426754" y="3563094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3" name="Google Shape;24013;p55"/>
            <p:cNvSpPr/>
            <p:nvPr/>
          </p:nvSpPr>
          <p:spPr>
            <a:xfrm rot="-5400000">
              <a:off x="6614851" y="470363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4" name="Google Shape;24014;p55"/>
            <p:cNvSpPr/>
            <p:nvPr/>
          </p:nvSpPr>
          <p:spPr>
            <a:xfrm rot="-5400000">
              <a:off x="8881564" y="41406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5" name="Google Shape;24015;p55"/>
            <p:cNvSpPr/>
            <p:nvPr/>
          </p:nvSpPr>
          <p:spPr>
            <a:xfrm rot="-5400000">
              <a:off x="7511314" y="4294041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6" name="Google Shape;24016;p55"/>
            <p:cNvSpPr/>
            <p:nvPr/>
          </p:nvSpPr>
          <p:spPr>
            <a:xfrm rot="-5400000">
              <a:off x="5855679" y="1873118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7" name="Google Shape;24017;p55"/>
            <p:cNvSpPr/>
            <p:nvPr/>
          </p:nvSpPr>
          <p:spPr>
            <a:xfrm rot="-5400000">
              <a:off x="6656524" y="28572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8" name="Google Shape;24018;p55"/>
            <p:cNvSpPr/>
            <p:nvPr/>
          </p:nvSpPr>
          <p:spPr>
            <a:xfrm rot="-5400000">
              <a:off x="7274485" y="3966392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9" name="Google Shape;24019;p55"/>
            <p:cNvSpPr/>
            <p:nvPr/>
          </p:nvSpPr>
          <p:spPr>
            <a:xfrm rot="-5400000">
              <a:off x="8443762" y="3936907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0" name="Google Shape;24020;p55"/>
            <p:cNvSpPr/>
            <p:nvPr/>
          </p:nvSpPr>
          <p:spPr>
            <a:xfrm rot="-5400000">
              <a:off x="8670718" y="359025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1" name="Google Shape;24021;p55"/>
            <p:cNvSpPr/>
            <p:nvPr/>
          </p:nvSpPr>
          <p:spPr>
            <a:xfrm rot="-5400000">
              <a:off x="6164267" y="228667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2" name="Google Shape;24022;p55"/>
            <p:cNvSpPr/>
            <p:nvPr/>
          </p:nvSpPr>
          <p:spPr>
            <a:xfrm rot="-5400000">
              <a:off x="8716418" y="435483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3" name="Google Shape;24023;p55"/>
            <p:cNvSpPr/>
            <p:nvPr/>
          </p:nvSpPr>
          <p:spPr>
            <a:xfrm rot="-5400000">
              <a:off x="7458880" y="468461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4" name="Google Shape;24024;p55"/>
            <p:cNvSpPr/>
            <p:nvPr/>
          </p:nvSpPr>
          <p:spPr>
            <a:xfrm rot="-5400000">
              <a:off x="7046617" y="3062005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5" name="Google Shape;24025;p55"/>
            <p:cNvSpPr/>
            <p:nvPr/>
          </p:nvSpPr>
          <p:spPr>
            <a:xfrm rot="-5400000">
              <a:off x="7078796" y="427188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6" name="Google Shape;24026;p55"/>
            <p:cNvSpPr/>
            <p:nvPr/>
          </p:nvSpPr>
          <p:spPr>
            <a:xfrm rot="-5400000">
              <a:off x="6943689" y="351874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7" name="Google Shape;24027;p55"/>
            <p:cNvSpPr/>
            <p:nvPr/>
          </p:nvSpPr>
          <p:spPr>
            <a:xfrm rot="-5400000" flipH="1">
              <a:off x="6867546" y="170195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8" name="Google Shape;24028;p55"/>
            <p:cNvSpPr/>
            <p:nvPr/>
          </p:nvSpPr>
          <p:spPr>
            <a:xfrm rot="-5400000" flipH="1">
              <a:off x="6728032" y="2081749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9" name="Google Shape;24029;p55"/>
            <p:cNvSpPr/>
            <p:nvPr/>
          </p:nvSpPr>
          <p:spPr>
            <a:xfrm rot="-5400000" flipH="1">
              <a:off x="6580720" y="2418065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0" name="Google Shape;24030;p55"/>
            <p:cNvSpPr/>
            <p:nvPr/>
          </p:nvSpPr>
          <p:spPr>
            <a:xfrm rot="-5400000" flipH="1">
              <a:off x="7106104" y="203783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1" name="Google Shape;24031;p55"/>
            <p:cNvSpPr/>
            <p:nvPr/>
          </p:nvSpPr>
          <p:spPr>
            <a:xfrm rot="-5400000" flipH="1">
              <a:off x="5855819" y="285569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2" name="Google Shape;24032;p55"/>
            <p:cNvSpPr/>
            <p:nvPr/>
          </p:nvSpPr>
          <p:spPr>
            <a:xfrm rot="-5400000" flipH="1">
              <a:off x="8557992" y="422419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3" name="Google Shape;24033;p55"/>
            <p:cNvSpPr/>
            <p:nvPr/>
          </p:nvSpPr>
          <p:spPr>
            <a:xfrm rot="-5400000" flipH="1">
              <a:off x="7075119" y="2427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4" name="Google Shape;24034;p55"/>
            <p:cNvSpPr/>
            <p:nvPr/>
          </p:nvSpPr>
          <p:spPr>
            <a:xfrm rot="-5400000" flipH="1">
              <a:off x="6923371" y="25580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5" name="Google Shape;24035;p55"/>
            <p:cNvSpPr/>
            <p:nvPr/>
          </p:nvSpPr>
          <p:spPr>
            <a:xfrm rot="-5400000" flipH="1">
              <a:off x="7452482" y="411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6" name="Google Shape;24036;p55"/>
            <p:cNvSpPr/>
            <p:nvPr/>
          </p:nvSpPr>
          <p:spPr>
            <a:xfrm rot="-5400000">
              <a:off x="8807099" y="641429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7" name="Google Shape;24037;p55"/>
            <p:cNvSpPr/>
            <p:nvPr/>
          </p:nvSpPr>
          <p:spPr>
            <a:xfrm>
              <a:off x="2963692" y="4896893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8" name="Google Shape;24038;p55"/>
            <p:cNvSpPr/>
            <p:nvPr/>
          </p:nvSpPr>
          <p:spPr>
            <a:xfrm>
              <a:off x="471112" y="4574671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9" name="Google Shape;24039;p55"/>
            <p:cNvSpPr/>
            <p:nvPr/>
          </p:nvSpPr>
          <p:spPr>
            <a:xfrm>
              <a:off x="2753463" y="4668875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0" name="Google Shape;24040;p55"/>
            <p:cNvSpPr/>
            <p:nvPr/>
          </p:nvSpPr>
          <p:spPr>
            <a:xfrm>
              <a:off x="6655795" y="4840317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1" name="Google Shape;24041;p55"/>
            <p:cNvSpPr/>
            <p:nvPr/>
          </p:nvSpPr>
          <p:spPr>
            <a:xfrm>
              <a:off x="4825185" y="4561639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2" name="Google Shape;24042;p55"/>
            <p:cNvSpPr/>
            <p:nvPr/>
          </p:nvSpPr>
          <p:spPr>
            <a:xfrm>
              <a:off x="4222013" y="4852496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3" name="Google Shape;24043;p55"/>
            <p:cNvSpPr/>
            <p:nvPr/>
          </p:nvSpPr>
          <p:spPr>
            <a:xfrm>
              <a:off x="2394971" y="4710131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4" name="Google Shape;24044;p55"/>
            <p:cNvSpPr/>
            <p:nvPr/>
          </p:nvSpPr>
          <p:spPr>
            <a:xfrm>
              <a:off x="261895" y="4144797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5" name="Google Shape;24045;p55"/>
            <p:cNvSpPr/>
            <p:nvPr/>
          </p:nvSpPr>
          <p:spPr>
            <a:xfrm>
              <a:off x="1147839" y="4589456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6" name="Google Shape;24046;p55"/>
            <p:cNvSpPr/>
            <p:nvPr/>
          </p:nvSpPr>
          <p:spPr>
            <a:xfrm>
              <a:off x="1651262" y="4079205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7" name="Google Shape;24047;p55"/>
            <p:cNvSpPr/>
            <p:nvPr/>
          </p:nvSpPr>
          <p:spPr>
            <a:xfrm>
              <a:off x="5460560" y="460360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8" name="Google Shape;24048;p55"/>
            <p:cNvSpPr/>
            <p:nvPr/>
          </p:nvSpPr>
          <p:spPr>
            <a:xfrm>
              <a:off x="1698183" y="481064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9" name="Google Shape;24049;p55"/>
            <p:cNvSpPr/>
            <p:nvPr/>
          </p:nvSpPr>
          <p:spPr>
            <a:xfrm>
              <a:off x="201799" y="4466009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0" name="Google Shape;24050;p55"/>
            <p:cNvSpPr/>
            <p:nvPr/>
          </p:nvSpPr>
          <p:spPr>
            <a:xfrm>
              <a:off x="3465751" y="481683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1" name="Google Shape;24051;p55"/>
            <p:cNvSpPr/>
            <p:nvPr/>
          </p:nvSpPr>
          <p:spPr>
            <a:xfrm>
              <a:off x="2625602" y="5006428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2" name="Google Shape;24052;p55"/>
            <p:cNvSpPr/>
            <p:nvPr/>
          </p:nvSpPr>
          <p:spPr>
            <a:xfrm>
              <a:off x="2785939" y="4360921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3" name="Google Shape;24053;p55"/>
            <p:cNvSpPr/>
            <p:nvPr/>
          </p:nvSpPr>
          <p:spPr>
            <a:xfrm>
              <a:off x="189850" y="4847376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4" name="Google Shape;24054;p55"/>
            <p:cNvSpPr/>
            <p:nvPr/>
          </p:nvSpPr>
          <p:spPr>
            <a:xfrm flipH="1">
              <a:off x="2255392" y="3721275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5" name="Google Shape;24055;p55"/>
            <p:cNvSpPr/>
            <p:nvPr/>
          </p:nvSpPr>
          <p:spPr>
            <a:xfrm flipH="1">
              <a:off x="1929748" y="375979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6" name="Google Shape;24056;p55"/>
            <p:cNvSpPr/>
            <p:nvPr/>
          </p:nvSpPr>
          <p:spPr>
            <a:xfrm flipH="1">
              <a:off x="3183433" y="4265621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7" name="Google Shape;24057;p55"/>
            <p:cNvSpPr/>
            <p:nvPr/>
          </p:nvSpPr>
          <p:spPr>
            <a:xfrm flipH="1">
              <a:off x="1435716" y="435061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8" name="Google Shape;24058;p55"/>
            <p:cNvSpPr/>
            <p:nvPr/>
          </p:nvSpPr>
          <p:spPr>
            <a:xfrm flipH="1">
              <a:off x="1933866" y="459499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9" name="Google Shape;24059;p55"/>
            <p:cNvSpPr/>
            <p:nvPr/>
          </p:nvSpPr>
          <p:spPr>
            <a:xfrm flipH="1">
              <a:off x="5826957" y="4975631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0" name="Google Shape;24060;p55"/>
            <p:cNvSpPr/>
            <p:nvPr/>
          </p:nvSpPr>
          <p:spPr>
            <a:xfrm flipH="1">
              <a:off x="5920051" y="4707077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1" name="Google Shape;24061;p55"/>
            <p:cNvSpPr/>
            <p:nvPr/>
          </p:nvSpPr>
          <p:spPr>
            <a:xfrm flipH="1">
              <a:off x="2402654" y="408859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2" name="Google Shape;24062;p55"/>
            <p:cNvSpPr/>
            <p:nvPr/>
          </p:nvSpPr>
          <p:spPr>
            <a:xfrm flipH="1">
              <a:off x="2060344" y="421051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3" name="Google Shape;24063;p55"/>
            <p:cNvSpPr/>
            <p:nvPr/>
          </p:nvSpPr>
          <p:spPr>
            <a:xfrm rot="10800000" flipH="1">
              <a:off x="4535130" y="4810639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4" name="Google Shape;24064;p55"/>
            <p:cNvSpPr/>
            <p:nvPr/>
          </p:nvSpPr>
          <p:spPr>
            <a:xfrm rot="10800000" flipH="1">
              <a:off x="7364662" y="4897030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5" name="Google Shape;24065;p55"/>
            <p:cNvSpPr/>
            <p:nvPr/>
          </p:nvSpPr>
          <p:spPr>
            <a:xfrm rot="10800000" flipH="1">
              <a:off x="3162438" y="4666650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6" name="Google Shape;24066;p55"/>
            <p:cNvSpPr/>
            <p:nvPr/>
          </p:nvSpPr>
          <p:spPr>
            <a:xfrm rot="10800000" flipH="1">
              <a:off x="7867920" y="4559015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7" name="Google Shape;24067;p55"/>
            <p:cNvSpPr/>
            <p:nvPr/>
          </p:nvSpPr>
          <p:spPr>
            <a:xfrm rot="10800000" flipH="1">
              <a:off x="3602098" y="4325302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8" name="Google Shape;24068;p55"/>
            <p:cNvSpPr/>
            <p:nvPr/>
          </p:nvSpPr>
          <p:spPr>
            <a:xfrm rot="10800000" flipH="1">
              <a:off x="5530138" y="491183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9" name="Google Shape;24069;p55"/>
            <p:cNvSpPr/>
            <p:nvPr/>
          </p:nvSpPr>
          <p:spPr>
            <a:xfrm rot="10800000" flipH="1">
              <a:off x="8747946" y="49025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0" name="Google Shape;24070;p55"/>
            <p:cNvSpPr/>
            <p:nvPr/>
          </p:nvSpPr>
          <p:spPr>
            <a:xfrm rot="10800000" flipH="1">
              <a:off x="3920145" y="4027480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1" name="Google Shape;24071;p55"/>
            <p:cNvSpPr/>
            <p:nvPr/>
          </p:nvSpPr>
          <p:spPr>
            <a:xfrm rot="10800000" flipH="1">
              <a:off x="7908601" y="4897013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2" name="Google Shape;24072;p55"/>
            <p:cNvSpPr/>
            <p:nvPr/>
          </p:nvSpPr>
          <p:spPr>
            <a:xfrm rot="10800000" flipH="1">
              <a:off x="8263362" y="467816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3" name="Google Shape;24073;p55"/>
            <p:cNvSpPr/>
            <p:nvPr/>
          </p:nvSpPr>
          <p:spPr>
            <a:xfrm rot="10800000" flipH="1">
              <a:off x="5062260" y="501437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4" name="Google Shape;24074;p55"/>
            <p:cNvSpPr/>
            <p:nvPr/>
          </p:nvSpPr>
          <p:spPr>
            <a:xfrm rot="10800000" flipH="1">
              <a:off x="7008383" y="459511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5" name="Google Shape;24075;p55"/>
            <p:cNvSpPr/>
            <p:nvPr/>
          </p:nvSpPr>
          <p:spPr>
            <a:xfrm rot="10800000" flipH="1">
              <a:off x="6522899" y="50118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6" name="Google Shape;24076;p55"/>
            <p:cNvSpPr/>
            <p:nvPr/>
          </p:nvSpPr>
          <p:spPr>
            <a:xfrm rot="10800000" flipH="1">
              <a:off x="4825176" y="425599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7" name="Google Shape;24077;p55"/>
            <p:cNvSpPr/>
            <p:nvPr/>
          </p:nvSpPr>
          <p:spPr>
            <a:xfrm rot="10800000" flipH="1">
              <a:off x="3801114" y="4644633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8" name="Google Shape;24078;p55"/>
            <p:cNvSpPr/>
            <p:nvPr/>
          </p:nvSpPr>
          <p:spPr>
            <a:xfrm rot="10800000" flipH="1">
              <a:off x="6242864" y="3650405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9" name="Google Shape;24079;p55"/>
            <p:cNvSpPr/>
            <p:nvPr/>
          </p:nvSpPr>
          <p:spPr>
            <a:xfrm rot="10800000" flipH="1">
              <a:off x="4355000" y="434548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0" name="Google Shape;24080;p55"/>
            <p:cNvSpPr/>
            <p:nvPr/>
          </p:nvSpPr>
          <p:spPr>
            <a:xfrm rot="10800000">
              <a:off x="6131142" y="4380978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1" name="Google Shape;24081;p55"/>
            <p:cNvSpPr/>
            <p:nvPr/>
          </p:nvSpPr>
          <p:spPr>
            <a:xfrm rot="10800000">
              <a:off x="5824398" y="4244268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2" name="Google Shape;24082;p55"/>
            <p:cNvSpPr/>
            <p:nvPr/>
          </p:nvSpPr>
          <p:spPr>
            <a:xfrm rot="10800000">
              <a:off x="7867933" y="41406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3" name="Google Shape;24083;p55"/>
            <p:cNvSpPr/>
            <p:nvPr/>
          </p:nvSpPr>
          <p:spPr>
            <a:xfrm rot="10800000">
              <a:off x="5175366" y="4406414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4" name="Google Shape;24084;p55"/>
            <p:cNvSpPr/>
            <p:nvPr/>
          </p:nvSpPr>
          <p:spPr>
            <a:xfrm rot="10800000">
              <a:off x="5788441" y="388727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5" name="Google Shape;24085;p55"/>
            <p:cNvSpPr/>
            <p:nvPr/>
          </p:nvSpPr>
          <p:spPr>
            <a:xfrm rot="10800000">
              <a:off x="6627657" y="4246684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6" name="Google Shape;24086;p55"/>
            <p:cNvSpPr/>
            <p:nvPr/>
          </p:nvSpPr>
          <p:spPr>
            <a:xfrm rot="10800000">
              <a:off x="6243864" y="46454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7" name="Google Shape;24087;p55"/>
            <p:cNvSpPr/>
            <p:nvPr/>
          </p:nvSpPr>
          <p:spPr>
            <a:xfrm rot="10800000">
              <a:off x="6739829" y="3858824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8" name="Google Shape;24088;p55"/>
            <p:cNvSpPr/>
            <p:nvPr/>
          </p:nvSpPr>
          <p:spPr>
            <a:xfrm rot="10800000">
              <a:off x="5459569" y="422763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9" name="Google Shape;24089;p55"/>
            <p:cNvSpPr/>
            <p:nvPr/>
          </p:nvSpPr>
          <p:spPr>
            <a:xfrm rot="10800000" flipH="1">
              <a:off x="1874423" y="145764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0" name="Google Shape;24090;p55"/>
            <p:cNvSpPr/>
            <p:nvPr/>
          </p:nvSpPr>
          <p:spPr>
            <a:xfrm rot="-5400000">
              <a:off x="7273617" y="1644380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091" name="Google Shape;24091;p55"/>
            <p:cNvGrpSpPr/>
            <p:nvPr/>
          </p:nvGrpSpPr>
          <p:grpSpPr>
            <a:xfrm rot="5400000">
              <a:off x="6199788" y="1372590"/>
              <a:ext cx="3964145" cy="1455821"/>
              <a:chOff x="3233388" y="140740"/>
              <a:chExt cx="3964145" cy="1455821"/>
            </a:xfrm>
          </p:grpSpPr>
          <p:sp>
            <p:nvSpPr>
              <p:cNvPr id="24092" name="Google Shape;24092;p55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3" name="Google Shape;24093;p55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4" name="Google Shape;24094;p55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5" name="Google Shape;24095;p55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6" name="Google Shape;24096;p55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7" name="Google Shape;24097;p55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8" name="Google Shape;24098;p55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9" name="Google Shape;24099;p55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0" name="Google Shape;24100;p55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1" name="Google Shape;24101;p55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2" name="Google Shape;24102;p55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3" name="Google Shape;24103;p55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4" name="Google Shape;24104;p55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5" name="Google Shape;24105;p55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6" name="Google Shape;24106;p55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7" name="Google Shape;24107;p55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8" name="Google Shape;24108;p55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9" name="Google Shape;24109;p55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0" name="Google Shape;24110;p55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1" name="Google Shape;24111;p55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2" name="Google Shape;24112;p55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3" name="Google Shape;24113;p55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4" name="Google Shape;24114;p55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5" name="Google Shape;24115;p55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6" name="Google Shape;24116;p55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7" name="Google Shape;24117;p55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118" name="Google Shape;24118;p55"/>
            <p:cNvSpPr/>
            <p:nvPr/>
          </p:nvSpPr>
          <p:spPr>
            <a:xfrm rot="-5400000" flipH="1">
              <a:off x="6408804" y="1645169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9" name="Google Shape;24119;p55"/>
            <p:cNvSpPr/>
            <p:nvPr/>
          </p:nvSpPr>
          <p:spPr>
            <a:xfrm rot="10800000">
              <a:off x="4228830" y="1192853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0" name="Google Shape;24120;p55"/>
            <p:cNvSpPr/>
            <p:nvPr/>
          </p:nvSpPr>
          <p:spPr>
            <a:xfrm rot="10800000">
              <a:off x="5446704" y="14630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1" name="Google Shape;24121;p55"/>
            <p:cNvSpPr/>
            <p:nvPr/>
          </p:nvSpPr>
          <p:spPr>
            <a:xfrm rot="10800000">
              <a:off x="4326649" y="1429493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2" name="Google Shape;24122;p55"/>
            <p:cNvSpPr/>
            <p:nvPr/>
          </p:nvSpPr>
          <p:spPr>
            <a:xfrm rot="10800000">
              <a:off x="4009721" y="2218151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123" name="Google Shape;24123;p55"/>
            <p:cNvGrpSpPr/>
            <p:nvPr/>
          </p:nvGrpSpPr>
          <p:grpSpPr>
            <a:xfrm>
              <a:off x="234224" y="118425"/>
              <a:ext cx="3532446" cy="1609151"/>
              <a:chOff x="140599" y="118425"/>
              <a:chExt cx="3532446" cy="1609151"/>
            </a:xfrm>
          </p:grpSpPr>
          <p:sp>
            <p:nvSpPr>
              <p:cNvPr id="24124" name="Google Shape;24124;p55"/>
              <p:cNvSpPr/>
              <p:nvPr/>
            </p:nvSpPr>
            <p:spPr>
              <a:xfrm>
                <a:off x="703605" y="276605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5" name="Google Shape;24125;p55"/>
              <p:cNvSpPr/>
              <p:nvPr/>
            </p:nvSpPr>
            <p:spPr>
              <a:xfrm>
                <a:off x="438762" y="1265458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6" name="Google Shape;24126;p55"/>
              <p:cNvSpPr/>
              <p:nvPr/>
            </p:nvSpPr>
            <p:spPr>
              <a:xfrm>
                <a:off x="322613" y="11842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7" name="Google Shape;24127;p55"/>
              <p:cNvSpPr/>
              <p:nvPr/>
            </p:nvSpPr>
            <p:spPr>
              <a:xfrm>
                <a:off x="3632370" y="320667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8" name="Google Shape;24128;p55"/>
              <p:cNvSpPr/>
              <p:nvPr/>
            </p:nvSpPr>
            <p:spPr>
              <a:xfrm>
                <a:off x="568548" y="863464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9" name="Google Shape;24129;p55"/>
              <p:cNvSpPr/>
              <p:nvPr/>
            </p:nvSpPr>
            <p:spPr>
              <a:xfrm>
                <a:off x="1698613" y="226284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0" name="Google Shape;24130;p55"/>
              <p:cNvSpPr/>
              <p:nvPr/>
            </p:nvSpPr>
            <p:spPr>
              <a:xfrm>
                <a:off x="332845" y="70012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1" name="Google Shape;24131;p55"/>
              <p:cNvSpPr/>
              <p:nvPr/>
            </p:nvSpPr>
            <p:spPr>
              <a:xfrm>
                <a:off x="1722212" y="63453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2" name="Google Shape;24132;p55"/>
              <p:cNvSpPr/>
              <p:nvPr/>
            </p:nvSpPr>
            <p:spPr>
              <a:xfrm>
                <a:off x="1230735" y="13101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3" name="Google Shape;24133;p55"/>
              <p:cNvSpPr/>
              <p:nvPr/>
            </p:nvSpPr>
            <p:spPr>
              <a:xfrm>
                <a:off x="600808" y="156907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4" name="Google Shape;24134;p55"/>
              <p:cNvSpPr/>
              <p:nvPr/>
            </p:nvSpPr>
            <p:spPr>
              <a:xfrm>
                <a:off x="140599" y="1048834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5" name="Google Shape;24135;p55"/>
              <p:cNvSpPr/>
              <p:nvPr/>
            </p:nvSpPr>
            <p:spPr>
              <a:xfrm>
                <a:off x="927051" y="523633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6" name="Google Shape;24136;p55"/>
              <p:cNvSpPr/>
              <p:nvPr/>
            </p:nvSpPr>
            <p:spPr>
              <a:xfrm>
                <a:off x="194752" y="45597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7" name="Google Shape;24137;p55"/>
              <p:cNvSpPr/>
              <p:nvPr/>
            </p:nvSpPr>
            <p:spPr>
              <a:xfrm>
                <a:off x="2856889" y="916246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8" name="Google Shape;24138;p55"/>
              <p:cNvSpPr/>
              <p:nvPr/>
            </p:nvSpPr>
            <p:spPr>
              <a:xfrm>
                <a:off x="300425" y="16832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9" name="Google Shape;24139;p55"/>
              <p:cNvSpPr/>
              <p:nvPr/>
            </p:nvSpPr>
            <p:spPr>
              <a:xfrm flipH="1">
                <a:off x="2326342" y="276600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0" name="Google Shape;24140;p55"/>
              <p:cNvSpPr/>
              <p:nvPr/>
            </p:nvSpPr>
            <p:spPr>
              <a:xfrm flipH="1">
                <a:off x="2000698" y="31511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1" name="Google Shape;24141;p55"/>
              <p:cNvSpPr/>
              <p:nvPr/>
            </p:nvSpPr>
            <p:spPr>
              <a:xfrm flipH="1">
                <a:off x="3254383" y="82094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2" name="Google Shape;24142;p55"/>
              <p:cNvSpPr/>
              <p:nvPr/>
            </p:nvSpPr>
            <p:spPr>
              <a:xfrm flipH="1">
                <a:off x="1343841" y="73169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3" name="Google Shape;24143;p55"/>
              <p:cNvSpPr/>
              <p:nvPr/>
            </p:nvSpPr>
            <p:spPr>
              <a:xfrm flipH="1">
                <a:off x="2803532" y="455981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4" name="Google Shape;24144;p55"/>
              <p:cNvSpPr/>
              <p:nvPr/>
            </p:nvSpPr>
            <p:spPr>
              <a:xfrm flipH="1">
                <a:off x="2896626" y="187427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5" name="Google Shape;24145;p55"/>
              <p:cNvSpPr/>
              <p:nvPr/>
            </p:nvSpPr>
            <p:spPr>
              <a:xfrm flipH="1">
                <a:off x="2473604" y="64392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6" name="Google Shape;24146;p55"/>
              <p:cNvSpPr/>
              <p:nvPr/>
            </p:nvSpPr>
            <p:spPr>
              <a:xfrm flipH="1">
                <a:off x="2131294" y="76583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7" name="Google Shape;24147;p55"/>
              <p:cNvSpPr/>
              <p:nvPr/>
            </p:nvSpPr>
            <p:spPr>
              <a:xfrm flipH="1">
                <a:off x="2004816" y="1150323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8" name="Google Shape;24148;p55"/>
              <p:cNvSpPr/>
              <p:nvPr/>
            </p:nvSpPr>
            <p:spPr>
              <a:xfrm>
                <a:off x="1218789" y="1144781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9" name="Google Shape;24149;p55"/>
              <p:cNvSpPr/>
              <p:nvPr/>
            </p:nvSpPr>
            <p:spPr>
              <a:xfrm>
                <a:off x="2465921" y="1265456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150" name="Google Shape;24150;p55"/>
            <p:cNvSpPr/>
            <p:nvPr/>
          </p:nvSpPr>
          <p:spPr>
            <a:xfrm rot="10800000">
              <a:off x="3465760" y="121062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151" name="Google Shape;24151;p55"/>
            <p:cNvGrpSpPr/>
            <p:nvPr/>
          </p:nvGrpSpPr>
          <p:grpSpPr>
            <a:xfrm>
              <a:off x="3327013" y="140740"/>
              <a:ext cx="3964145" cy="1455821"/>
              <a:chOff x="3233388" y="140740"/>
              <a:chExt cx="3964145" cy="1455821"/>
            </a:xfrm>
          </p:grpSpPr>
          <p:sp>
            <p:nvSpPr>
              <p:cNvPr id="24152" name="Google Shape;24152;p55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3" name="Google Shape;24153;p55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4" name="Google Shape;24154;p55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5" name="Google Shape;24155;p55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6" name="Google Shape;24156;p55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7" name="Google Shape;24157;p55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8" name="Google Shape;24158;p55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9" name="Google Shape;24159;p55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0" name="Google Shape;24160;p55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1" name="Google Shape;24161;p55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2" name="Google Shape;24162;p55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3" name="Google Shape;24163;p55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4" name="Google Shape;24164;p55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5" name="Google Shape;24165;p55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6" name="Google Shape;24166;p55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7" name="Google Shape;24167;p55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8" name="Google Shape;24168;p55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9" name="Google Shape;24169;p55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0" name="Google Shape;24170;p55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1" name="Google Shape;24171;p55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2" name="Google Shape;24172;p55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3" name="Google Shape;24173;p55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4" name="Google Shape;24174;p55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5" name="Google Shape;24175;p55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6" name="Google Shape;24176;p55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7" name="Google Shape;24177;p55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178" name="Google Shape;24178;p55"/>
          <p:cNvGrpSpPr/>
          <p:nvPr/>
        </p:nvGrpSpPr>
        <p:grpSpPr>
          <a:xfrm>
            <a:off x="7313947" y="-52208"/>
            <a:ext cx="2705094" cy="3268077"/>
            <a:chOff x="7313947" y="-52208"/>
            <a:chExt cx="2705094" cy="3268077"/>
          </a:xfrm>
        </p:grpSpPr>
        <p:grpSp>
          <p:nvGrpSpPr>
            <p:cNvPr id="24179" name="Google Shape;24179;p55"/>
            <p:cNvGrpSpPr/>
            <p:nvPr/>
          </p:nvGrpSpPr>
          <p:grpSpPr>
            <a:xfrm rot="-8222891" flipH="1">
              <a:off x="7816945" y="779451"/>
              <a:ext cx="1699097" cy="2145014"/>
              <a:chOff x="146217" y="2712579"/>
              <a:chExt cx="1552966" cy="1960401"/>
            </a:xfrm>
          </p:grpSpPr>
          <p:grpSp>
            <p:nvGrpSpPr>
              <p:cNvPr id="24180" name="Google Shape;24180;p55"/>
              <p:cNvGrpSpPr/>
              <p:nvPr/>
            </p:nvGrpSpPr>
            <p:grpSpPr>
              <a:xfrm>
                <a:off x="146217" y="2712579"/>
                <a:ext cx="1134008" cy="607901"/>
                <a:chOff x="5206900" y="826150"/>
                <a:chExt cx="599275" cy="321250"/>
              </a:xfrm>
            </p:grpSpPr>
            <p:sp>
              <p:nvSpPr>
                <p:cNvPr id="24181" name="Google Shape;24181;p55"/>
                <p:cNvSpPr/>
                <p:nvPr/>
              </p:nvSpPr>
              <p:spPr>
                <a:xfrm>
                  <a:off x="5206900" y="828950"/>
                  <a:ext cx="25225" cy="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1025" extrusionOk="0">
                      <a:moveTo>
                        <a:pt x="1008" y="448"/>
                      </a:moveTo>
                      <a:cubicBezTo>
                        <a:pt x="1008" y="832"/>
                        <a:pt x="544" y="1024"/>
                        <a:pt x="272" y="752"/>
                      </a:cubicBezTo>
                      <a:cubicBezTo>
                        <a:pt x="0" y="480"/>
                        <a:pt x="192" y="0"/>
                        <a:pt x="576" y="0"/>
                      </a:cubicBezTo>
                      <a:cubicBezTo>
                        <a:pt x="816" y="0"/>
                        <a:pt x="1008" y="208"/>
                        <a:pt x="1008" y="44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82" name="Google Shape;24182;p55"/>
                <p:cNvSpPr/>
                <p:nvPr/>
              </p:nvSpPr>
              <p:spPr>
                <a:xfrm>
                  <a:off x="5468125" y="1067750"/>
                  <a:ext cx="2562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09" extrusionOk="0">
                      <a:moveTo>
                        <a:pt x="1024" y="433"/>
                      </a:moveTo>
                      <a:cubicBezTo>
                        <a:pt x="1024" y="817"/>
                        <a:pt x="560" y="1009"/>
                        <a:pt x="288" y="737"/>
                      </a:cubicBezTo>
                      <a:cubicBezTo>
                        <a:pt x="0" y="465"/>
                        <a:pt x="208" y="1"/>
                        <a:pt x="592" y="1"/>
                      </a:cubicBezTo>
                      <a:cubicBezTo>
                        <a:pt x="832" y="1"/>
                        <a:pt x="1024" y="193"/>
                        <a:pt x="1024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83" name="Google Shape;24183;p55"/>
                <p:cNvSpPr/>
                <p:nvPr/>
              </p:nvSpPr>
              <p:spPr>
                <a:xfrm>
                  <a:off x="5679325" y="1085750"/>
                  <a:ext cx="25625" cy="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26" extrusionOk="0">
                      <a:moveTo>
                        <a:pt x="1025" y="433"/>
                      </a:moveTo>
                      <a:cubicBezTo>
                        <a:pt x="1025" y="833"/>
                        <a:pt x="545" y="1025"/>
                        <a:pt x="273" y="753"/>
                      </a:cubicBezTo>
                      <a:cubicBezTo>
                        <a:pt x="1" y="481"/>
                        <a:pt x="193" y="1"/>
                        <a:pt x="577" y="1"/>
                      </a:cubicBezTo>
                      <a:cubicBezTo>
                        <a:pt x="817" y="1"/>
                        <a:pt x="1025" y="193"/>
                        <a:pt x="1025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84" name="Google Shape;24184;p55"/>
                <p:cNvSpPr/>
                <p:nvPr/>
              </p:nvSpPr>
              <p:spPr>
                <a:xfrm>
                  <a:off x="5318900" y="877350"/>
                  <a:ext cx="4425" cy="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7" extrusionOk="0">
                      <a:moveTo>
                        <a:pt x="177" y="80"/>
                      </a:moveTo>
                      <a:cubicBezTo>
                        <a:pt x="177" y="128"/>
                        <a:pt x="145" y="176"/>
                        <a:pt x="97" y="176"/>
                      </a:cubicBezTo>
                      <a:cubicBezTo>
                        <a:pt x="49" y="176"/>
                        <a:pt x="1" y="128"/>
                        <a:pt x="1" y="80"/>
                      </a:cubicBezTo>
                      <a:cubicBezTo>
                        <a:pt x="1" y="32"/>
                        <a:pt x="49" y="0"/>
                        <a:pt x="97" y="0"/>
                      </a:cubicBezTo>
                      <a:cubicBezTo>
                        <a:pt x="145" y="0"/>
                        <a:pt x="177" y="32"/>
                        <a:pt x="177" y="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85" name="Google Shape;24185;p55"/>
                <p:cNvSpPr/>
                <p:nvPr/>
              </p:nvSpPr>
              <p:spPr>
                <a:xfrm>
                  <a:off x="5749725" y="10213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1" y="97"/>
                      </a:moveTo>
                      <a:cubicBezTo>
                        <a:pt x="241" y="241"/>
                        <a:pt x="1" y="1"/>
                        <a:pt x="145" y="1"/>
                      </a:cubicBezTo>
                      <a:cubicBezTo>
                        <a:pt x="193" y="1"/>
                        <a:pt x="225" y="49"/>
                        <a:pt x="241" y="9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86" name="Google Shape;24186;p55"/>
                <p:cNvSpPr/>
                <p:nvPr/>
              </p:nvSpPr>
              <p:spPr>
                <a:xfrm>
                  <a:off x="5527725" y="8749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0" y="96"/>
                      </a:moveTo>
                      <a:cubicBezTo>
                        <a:pt x="240" y="240"/>
                        <a:pt x="0" y="0"/>
                        <a:pt x="144" y="0"/>
                      </a:cubicBezTo>
                      <a:cubicBezTo>
                        <a:pt x="192" y="0"/>
                        <a:pt x="240" y="48"/>
                        <a:pt x="240" y="9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87" name="Google Shape;24187;p55"/>
                <p:cNvSpPr/>
                <p:nvPr/>
              </p:nvSpPr>
              <p:spPr>
                <a:xfrm>
                  <a:off x="5418900" y="861350"/>
                  <a:ext cx="6025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25" extrusionOk="0">
                      <a:moveTo>
                        <a:pt x="241" y="64"/>
                      </a:moveTo>
                      <a:cubicBezTo>
                        <a:pt x="241" y="112"/>
                        <a:pt x="225" y="160"/>
                        <a:pt x="177" y="176"/>
                      </a:cubicBezTo>
                      <a:cubicBezTo>
                        <a:pt x="49" y="224"/>
                        <a:pt x="1" y="32"/>
                        <a:pt x="129" y="16"/>
                      </a:cubicBezTo>
                      <a:cubicBezTo>
                        <a:pt x="177" y="0"/>
                        <a:pt x="225" y="16"/>
                        <a:pt x="241" y="6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88" name="Google Shape;24188;p55"/>
                <p:cNvSpPr/>
                <p:nvPr/>
              </p:nvSpPr>
              <p:spPr>
                <a:xfrm>
                  <a:off x="5634925" y="98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1" y="209"/>
                      </a:moveTo>
                      <a:cubicBezTo>
                        <a:pt x="481" y="385"/>
                        <a:pt x="257" y="481"/>
                        <a:pt x="129" y="353"/>
                      </a:cubicBezTo>
                      <a:cubicBezTo>
                        <a:pt x="1" y="225"/>
                        <a:pt x="97" y="1"/>
                        <a:pt x="273" y="1"/>
                      </a:cubicBezTo>
                      <a:cubicBezTo>
                        <a:pt x="385" y="1"/>
                        <a:pt x="481" y="97"/>
                        <a:pt x="481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89" name="Google Shape;24189;p55"/>
                <p:cNvSpPr/>
                <p:nvPr/>
              </p:nvSpPr>
              <p:spPr>
                <a:xfrm>
                  <a:off x="5717725" y="1135775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2"/>
                      </a:moveTo>
                      <a:cubicBezTo>
                        <a:pt x="465" y="368"/>
                        <a:pt x="257" y="464"/>
                        <a:pt x="129" y="336"/>
                      </a:cubicBezTo>
                      <a:cubicBezTo>
                        <a:pt x="1" y="208"/>
                        <a:pt x="81" y="0"/>
                        <a:pt x="273" y="0"/>
                      </a:cubicBezTo>
                      <a:cubicBezTo>
                        <a:pt x="385" y="0"/>
                        <a:pt x="465" y="80"/>
                        <a:pt x="465" y="19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90" name="Google Shape;24190;p55"/>
                <p:cNvSpPr/>
                <p:nvPr/>
              </p:nvSpPr>
              <p:spPr>
                <a:xfrm>
                  <a:off x="5316900" y="997350"/>
                  <a:ext cx="116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81" extrusionOk="0">
                      <a:moveTo>
                        <a:pt x="465" y="209"/>
                      </a:moveTo>
                      <a:cubicBezTo>
                        <a:pt x="465" y="385"/>
                        <a:pt x="257" y="481"/>
                        <a:pt x="129" y="353"/>
                      </a:cubicBezTo>
                      <a:cubicBezTo>
                        <a:pt x="1" y="225"/>
                        <a:pt x="81" y="1"/>
                        <a:pt x="273" y="1"/>
                      </a:cubicBezTo>
                      <a:cubicBezTo>
                        <a:pt x="369" y="1"/>
                        <a:pt x="465" y="97"/>
                        <a:pt x="465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91" name="Google Shape;24191;p55"/>
                <p:cNvSpPr/>
                <p:nvPr/>
              </p:nvSpPr>
              <p:spPr>
                <a:xfrm>
                  <a:off x="5331700" y="1124575"/>
                  <a:ext cx="120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65" extrusionOk="0">
                      <a:moveTo>
                        <a:pt x="481" y="208"/>
                      </a:moveTo>
                      <a:cubicBezTo>
                        <a:pt x="481" y="384"/>
                        <a:pt x="257" y="464"/>
                        <a:pt x="129" y="352"/>
                      </a:cubicBezTo>
                      <a:cubicBezTo>
                        <a:pt x="1" y="224"/>
                        <a:pt x="97" y="0"/>
                        <a:pt x="273" y="0"/>
                      </a:cubicBezTo>
                      <a:cubicBezTo>
                        <a:pt x="385" y="0"/>
                        <a:pt x="481" y="96"/>
                        <a:pt x="481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92" name="Google Shape;24192;p55"/>
                <p:cNvSpPr/>
                <p:nvPr/>
              </p:nvSpPr>
              <p:spPr>
                <a:xfrm>
                  <a:off x="5794150" y="90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0" y="208"/>
                      </a:moveTo>
                      <a:cubicBezTo>
                        <a:pt x="480" y="384"/>
                        <a:pt x="256" y="480"/>
                        <a:pt x="128" y="352"/>
                      </a:cubicBezTo>
                      <a:cubicBezTo>
                        <a:pt x="0" y="224"/>
                        <a:pt x="96" y="0"/>
                        <a:pt x="272" y="0"/>
                      </a:cubicBezTo>
                      <a:cubicBezTo>
                        <a:pt x="384" y="0"/>
                        <a:pt x="480" y="96"/>
                        <a:pt x="480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93" name="Google Shape;24193;p55"/>
                <p:cNvSpPr/>
                <p:nvPr/>
              </p:nvSpPr>
              <p:spPr>
                <a:xfrm>
                  <a:off x="5290500" y="924950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3"/>
                      </a:moveTo>
                      <a:cubicBezTo>
                        <a:pt x="465" y="369"/>
                        <a:pt x="257" y="465"/>
                        <a:pt x="129" y="337"/>
                      </a:cubicBezTo>
                      <a:cubicBezTo>
                        <a:pt x="1" y="209"/>
                        <a:pt x="97" y="0"/>
                        <a:pt x="273" y="0"/>
                      </a:cubicBezTo>
                      <a:cubicBezTo>
                        <a:pt x="385" y="0"/>
                        <a:pt x="465" y="81"/>
                        <a:pt x="465" y="19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94" name="Google Shape;24194;p55"/>
                <p:cNvSpPr/>
                <p:nvPr/>
              </p:nvSpPr>
              <p:spPr>
                <a:xfrm>
                  <a:off x="5680925" y="826150"/>
                  <a:ext cx="43225" cy="4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extrusionOk="0">
                      <a:moveTo>
                        <a:pt x="865" y="1728"/>
                      </a:moveTo>
                      <a:lnTo>
                        <a:pt x="865" y="1728"/>
                      </a:lnTo>
                      <a:cubicBezTo>
                        <a:pt x="865" y="1248"/>
                        <a:pt x="481" y="864"/>
                        <a:pt x="1" y="864"/>
                      </a:cubicBezTo>
                      <a:lnTo>
                        <a:pt x="1" y="864"/>
                      </a:lnTo>
                      <a:cubicBezTo>
                        <a:pt x="481" y="864"/>
                        <a:pt x="865" y="480"/>
                        <a:pt x="865" y="0"/>
                      </a:cubicBezTo>
                      <a:lnTo>
                        <a:pt x="865" y="0"/>
                      </a:lnTo>
                      <a:cubicBezTo>
                        <a:pt x="865" y="480"/>
                        <a:pt x="1265" y="864"/>
                        <a:pt x="1729" y="864"/>
                      </a:cubicBezTo>
                      <a:lnTo>
                        <a:pt x="1729" y="864"/>
                      </a:lnTo>
                      <a:cubicBezTo>
                        <a:pt x="1265" y="864"/>
                        <a:pt x="865" y="1248"/>
                        <a:pt x="865" y="17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195" name="Google Shape;24195;p55"/>
              <p:cNvGrpSpPr/>
              <p:nvPr/>
            </p:nvGrpSpPr>
            <p:grpSpPr>
              <a:xfrm rot="-9256633">
                <a:off x="489429" y="3110262"/>
                <a:ext cx="1134020" cy="607908"/>
                <a:chOff x="5206900" y="826150"/>
                <a:chExt cx="599275" cy="321250"/>
              </a:xfrm>
            </p:grpSpPr>
            <p:sp>
              <p:nvSpPr>
                <p:cNvPr id="24196" name="Google Shape;24196;p55"/>
                <p:cNvSpPr/>
                <p:nvPr/>
              </p:nvSpPr>
              <p:spPr>
                <a:xfrm>
                  <a:off x="5206900" y="828950"/>
                  <a:ext cx="25225" cy="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1025" extrusionOk="0">
                      <a:moveTo>
                        <a:pt x="1008" y="448"/>
                      </a:moveTo>
                      <a:cubicBezTo>
                        <a:pt x="1008" y="832"/>
                        <a:pt x="544" y="1024"/>
                        <a:pt x="272" y="752"/>
                      </a:cubicBezTo>
                      <a:cubicBezTo>
                        <a:pt x="0" y="480"/>
                        <a:pt x="192" y="0"/>
                        <a:pt x="576" y="0"/>
                      </a:cubicBezTo>
                      <a:cubicBezTo>
                        <a:pt x="816" y="0"/>
                        <a:pt x="1008" y="208"/>
                        <a:pt x="1008" y="44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97" name="Google Shape;24197;p55"/>
                <p:cNvSpPr/>
                <p:nvPr/>
              </p:nvSpPr>
              <p:spPr>
                <a:xfrm>
                  <a:off x="5468125" y="1067750"/>
                  <a:ext cx="2562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09" extrusionOk="0">
                      <a:moveTo>
                        <a:pt x="1024" y="433"/>
                      </a:moveTo>
                      <a:cubicBezTo>
                        <a:pt x="1024" y="817"/>
                        <a:pt x="560" y="1009"/>
                        <a:pt x="288" y="737"/>
                      </a:cubicBezTo>
                      <a:cubicBezTo>
                        <a:pt x="0" y="465"/>
                        <a:pt x="208" y="1"/>
                        <a:pt x="592" y="1"/>
                      </a:cubicBezTo>
                      <a:cubicBezTo>
                        <a:pt x="832" y="1"/>
                        <a:pt x="1024" y="193"/>
                        <a:pt x="1024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98" name="Google Shape;24198;p55"/>
                <p:cNvSpPr/>
                <p:nvPr/>
              </p:nvSpPr>
              <p:spPr>
                <a:xfrm>
                  <a:off x="5679325" y="1085750"/>
                  <a:ext cx="25625" cy="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26" extrusionOk="0">
                      <a:moveTo>
                        <a:pt x="1025" y="433"/>
                      </a:moveTo>
                      <a:cubicBezTo>
                        <a:pt x="1025" y="833"/>
                        <a:pt x="545" y="1025"/>
                        <a:pt x="273" y="753"/>
                      </a:cubicBezTo>
                      <a:cubicBezTo>
                        <a:pt x="1" y="481"/>
                        <a:pt x="193" y="1"/>
                        <a:pt x="577" y="1"/>
                      </a:cubicBezTo>
                      <a:cubicBezTo>
                        <a:pt x="817" y="1"/>
                        <a:pt x="1025" y="193"/>
                        <a:pt x="1025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99" name="Google Shape;24199;p55"/>
                <p:cNvSpPr/>
                <p:nvPr/>
              </p:nvSpPr>
              <p:spPr>
                <a:xfrm>
                  <a:off x="5318900" y="877350"/>
                  <a:ext cx="4425" cy="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7" extrusionOk="0">
                      <a:moveTo>
                        <a:pt x="177" y="80"/>
                      </a:moveTo>
                      <a:cubicBezTo>
                        <a:pt x="177" y="128"/>
                        <a:pt x="145" y="176"/>
                        <a:pt x="97" y="176"/>
                      </a:cubicBezTo>
                      <a:cubicBezTo>
                        <a:pt x="49" y="176"/>
                        <a:pt x="1" y="128"/>
                        <a:pt x="1" y="80"/>
                      </a:cubicBezTo>
                      <a:cubicBezTo>
                        <a:pt x="1" y="32"/>
                        <a:pt x="49" y="0"/>
                        <a:pt x="97" y="0"/>
                      </a:cubicBezTo>
                      <a:cubicBezTo>
                        <a:pt x="145" y="0"/>
                        <a:pt x="177" y="32"/>
                        <a:pt x="177" y="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00" name="Google Shape;24200;p55"/>
                <p:cNvSpPr/>
                <p:nvPr/>
              </p:nvSpPr>
              <p:spPr>
                <a:xfrm>
                  <a:off x="5749725" y="10213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1" y="97"/>
                      </a:moveTo>
                      <a:cubicBezTo>
                        <a:pt x="241" y="241"/>
                        <a:pt x="1" y="1"/>
                        <a:pt x="145" y="1"/>
                      </a:cubicBezTo>
                      <a:cubicBezTo>
                        <a:pt x="193" y="1"/>
                        <a:pt x="225" y="49"/>
                        <a:pt x="241" y="9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01" name="Google Shape;24201;p55"/>
                <p:cNvSpPr/>
                <p:nvPr/>
              </p:nvSpPr>
              <p:spPr>
                <a:xfrm>
                  <a:off x="5527725" y="8749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0" y="96"/>
                      </a:moveTo>
                      <a:cubicBezTo>
                        <a:pt x="240" y="240"/>
                        <a:pt x="0" y="0"/>
                        <a:pt x="144" y="0"/>
                      </a:cubicBezTo>
                      <a:cubicBezTo>
                        <a:pt x="192" y="0"/>
                        <a:pt x="240" y="48"/>
                        <a:pt x="240" y="9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02" name="Google Shape;24202;p55"/>
                <p:cNvSpPr/>
                <p:nvPr/>
              </p:nvSpPr>
              <p:spPr>
                <a:xfrm>
                  <a:off x="5418900" y="861350"/>
                  <a:ext cx="6025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25" extrusionOk="0">
                      <a:moveTo>
                        <a:pt x="241" y="64"/>
                      </a:moveTo>
                      <a:cubicBezTo>
                        <a:pt x="241" y="112"/>
                        <a:pt x="225" y="160"/>
                        <a:pt x="177" y="176"/>
                      </a:cubicBezTo>
                      <a:cubicBezTo>
                        <a:pt x="49" y="224"/>
                        <a:pt x="1" y="32"/>
                        <a:pt x="129" y="16"/>
                      </a:cubicBezTo>
                      <a:cubicBezTo>
                        <a:pt x="177" y="0"/>
                        <a:pt x="225" y="16"/>
                        <a:pt x="241" y="6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03" name="Google Shape;24203;p55"/>
                <p:cNvSpPr/>
                <p:nvPr/>
              </p:nvSpPr>
              <p:spPr>
                <a:xfrm>
                  <a:off x="5634925" y="98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1" y="209"/>
                      </a:moveTo>
                      <a:cubicBezTo>
                        <a:pt x="481" y="385"/>
                        <a:pt x="257" y="481"/>
                        <a:pt x="129" y="353"/>
                      </a:cubicBezTo>
                      <a:cubicBezTo>
                        <a:pt x="1" y="225"/>
                        <a:pt x="97" y="1"/>
                        <a:pt x="273" y="1"/>
                      </a:cubicBezTo>
                      <a:cubicBezTo>
                        <a:pt x="385" y="1"/>
                        <a:pt x="481" y="97"/>
                        <a:pt x="481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04" name="Google Shape;24204;p55"/>
                <p:cNvSpPr/>
                <p:nvPr/>
              </p:nvSpPr>
              <p:spPr>
                <a:xfrm>
                  <a:off x="5717725" y="1135775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2"/>
                      </a:moveTo>
                      <a:cubicBezTo>
                        <a:pt x="465" y="368"/>
                        <a:pt x="257" y="464"/>
                        <a:pt x="129" y="336"/>
                      </a:cubicBezTo>
                      <a:cubicBezTo>
                        <a:pt x="1" y="208"/>
                        <a:pt x="81" y="0"/>
                        <a:pt x="273" y="0"/>
                      </a:cubicBezTo>
                      <a:cubicBezTo>
                        <a:pt x="385" y="0"/>
                        <a:pt x="465" y="80"/>
                        <a:pt x="465" y="19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05" name="Google Shape;24205;p55"/>
                <p:cNvSpPr/>
                <p:nvPr/>
              </p:nvSpPr>
              <p:spPr>
                <a:xfrm>
                  <a:off x="5316900" y="997350"/>
                  <a:ext cx="116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81" extrusionOk="0">
                      <a:moveTo>
                        <a:pt x="465" y="209"/>
                      </a:moveTo>
                      <a:cubicBezTo>
                        <a:pt x="465" y="385"/>
                        <a:pt x="257" y="481"/>
                        <a:pt x="129" y="353"/>
                      </a:cubicBezTo>
                      <a:cubicBezTo>
                        <a:pt x="1" y="225"/>
                        <a:pt x="81" y="1"/>
                        <a:pt x="273" y="1"/>
                      </a:cubicBezTo>
                      <a:cubicBezTo>
                        <a:pt x="369" y="1"/>
                        <a:pt x="465" y="97"/>
                        <a:pt x="465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06" name="Google Shape;24206;p55"/>
                <p:cNvSpPr/>
                <p:nvPr/>
              </p:nvSpPr>
              <p:spPr>
                <a:xfrm>
                  <a:off x="5331700" y="1124575"/>
                  <a:ext cx="120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65" extrusionOk="0">
                      <a:moveTo>
                        <a:pt x="481" y="208"/>
                      </a:moveTo>
                      <a:cubicBezTo>
                        <a:pt x="481" y="384"/>
                        <a:pt x="257" y="464"/>
                        <a:pt x="129" y="352"/>
                      </a:cubicBezTo>
                      <a:cubicBezTo>
                        <a:pt x="1" y="224"/>
                        <a:pt x="97" y="0"/>
                        <a:pt x="273" y="0"/>
                      </a:cubicBezTo>
                      <a:cubicBezTo>
                        <a:pt x="385" y="0"/>
                        <a:pt x="481" y="96"/>
                        <a:pt x="481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07" name="Google Shape;24207;p55"/>
                <p:cNvSpPr/>
                <p:nvPr/>
              </p:nvSpPr>
              <p:spPr>
                <a:xfrm>
                  <a:off x="5794150" y="90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0" y="208"/>
                      </a:moveTo>
                      <a:cubicBezTo>
                        <a:pt x="480" y="384"/>
                        <a:pt x="256" y="480"/>
                        <a:pt x="128" y="352"/>
                      </a:cubicBezTo>
                      <a:cubicBezTo>
                        <a:pt x="0" y="224"/>
                        <a:pt x="96" y="0"/>
                        <a:pt x="272" y="0"/>
                      </a:cubicBezTo>
                      <a:cubicBezTo>
                        <a:pt x="384" y="0"/>
                        <a:pt x="480" y="96"/>
                        <a:pt x="480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08" name="Google Shape;24208;p55"/>
                <p:cNvSpPr/>
                <p:nvPr/>
              </p:nvSpPr>
              <p:spPr>
                <a:xfrm>
                  <a:off x="5290500" y="924950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3"/>
                      </a:moveTo>
                      <a:cubicBezTo>
                        <a:pt x="465" y="369"/>
                        <a:pt x="257" y="465"/>
                        <a:pt x="129" y="337"/>
                      </a:cubicBezTo>
                      <a:cubicBezTo>
                        <a:pt x="1" y="209"/>
                        <a:pt x="97" y="0"/>
                        <a:pt x="273" y="0"/>
                      </a:cubicBezTo>
                      <a:cubicBezTo>
                        <a:pt x="385" y="0"/>
                        <a:pt x="465" y="81"/>
                        <a:pt x="465" y="19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09" name="Google Shape;24209;p55"/>
                <p:cNvSpPr/>
                <p:nvPr/>
              </p:nvSpPr>
              <p:spPr>
                <a:xfrm>
                  <a:off x="5680925" y="826150"/>
                  <a:ext cx="43225" cy="4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extrusionOk="0">
                      <a:moveTo>
                        <a:pt x="865" y="1728"/>
                      </a:moveTo>
                      <a:lnTo>
                        <a:pt x="865" y="1728"/>
                      </a:lnTo>
                      <a:cubicBezTo>
                        <a:pt x="865" y="1248"/>
                        <a:pt x="481" y="864"/>
                        <a:pt x="1" y="864"/>
                      </a:cubicBezTo>
                      <a:lnTo>
                        <a:pt x="1" y="864"/>
                      </a:lnTo>
                      <a:cubicBezTo>
                        <a:pt x="481" y="864"/>
                        <a:pt x="865" y="480"/>
                        <a:pt x="865" y="0"/>
                      </a:cubicBezTo>
                      <a:lnTo>
                        <a:pt x="865" y="0"/>
                      </a:lnTo>
                      <a:cubicBezTo>
                        <a:pt x="865" y="480"/>
                        <a:pt x="1265" y="864"/>
                        <a:pt x="1729" y="864"/>
                      </a:cubicBezTo>
                      <a:lnTo>
                        <a:pt x="1729" y="864"/>
                      </a:lnTo>
                      <a:cubicBezTo>
                        <a:pt x="1265" y="864"/>
                        <a:pt x="865" y="1248"/>
                        <a:pt x="865" y="17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210" name="Google Shape;24210;p55"/>
              <p:cNvGrpSpPr/>
              <p:nvPr/>
            </p:nvGrpSpPr>
            <p:grpSpPr>
              <a:xfrm rot="7120513" flipH="1">
                <a:off x="538618" y="3725726"/>
                <a:ext cx="1133997" cy="607895"/>
                <a:chOff x="5206900" y="826150"/>
                <a:chExt cx="599275" cy="321250"/>
              </a:xfrm>
            </p:grpSpPr>
            <p:sp>
              <p:nvSpPr>
                <p:cNvPr id="24211" name="Google Shape;24211;p55"/>
                <p:cNvSpPr/>
                <p:nvPr/>
              </p:nvSpPr>
              <p:spPr>
                <a:xfrm>
                  <a:off x="5206900" y="828950"/>
                  <a:ext cx="25225" cy="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1025" extrusionOk="0">
                      <a:moveTo>
                        <a:pt x="1008" y="448"/>
                      </a:moveTo>
                      <a:cubicBezTo>
                        <a:pt x="1008" y="832"/>
                        <a:pt x="544" y="1024"/>
                        <a:pt x="272" y="752"/>
                      </a:cubicBezTo>
                      <a:cubicBezTo>
                        <a:pt x="0" y="480"/>
                        <a:pt x="192" y="0"/>
                        <a:pt x="576" y="0"/>
                      </a:cubicBezTo>
                      <a:cubicBezTo>
                        <a:pt x="816" y="0"/>
                        <a:pt x="1008" y="208"/>
                        <a:pt x="1008" y="44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12" name="Google Shape;24212;p55"/>
                <p:cNvSpPr/>
                <p:nvPr/>
              </p:nvSpPr>
              <p:spPr>
                <a:xfrm>
                  <a:off x="5468125" y="1067750"/>
                  <a:ext cx="2562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09" extrusionOk="0">
                      <a:moveTo>
                        <a:pt x="1024" y="433"/>
                      </a:moveTo>
                      <a:cubicBezTo>
                        <a:pt x="1024" y="817"/>
                        <a:pt x="560" y="1009"/>
                        <a:pt x="288" y="737"/>
                      </a:cubicBezTo>
                      <a:cubicBezTo>
                        <a:pt x="0" y="465"/>
                        <a:pt x="208" y="1"/>
                        <a:pt x="592" y="1"/>
                      </a:cubicBezTo>
                      <a:cubicBezTo>
                        <a:pt x="832" y="1"/>
                        <a:pt x="1024" y="193"/>
                        <a:pt x="1024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13" name="Google Shape;24213;p55"/>
                <p:cNvSpPr/>
                <p:nvPr/>
              </p:nvSpPr>
              <p:spPr>
                <a:xfrm>
                  <a:off x="5679325" y="1085750"/>
                  <a:ext cx="25625" cy="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26" extrusionOk="0">
                      <a:moveTo>
                        <a:pt x="1025" y="433"/>
                      </a:moveTo>
                      <a:cubicBezTo>
                        <a:pt x="1025" y="833"/>
                        <a:pt x="545" y="1025"/>
                        <a:pt x="273" y="753"/>
                      </a:cubicBezTo>
                      <a:cubicBezTo>
                        <a:pt x="1" y="481"/>
                        <a:pt x="193" y="1"/>
                        <a:pt x="577" y="1"/>
                      </a:cubicBezTo>
                      <a:cubicBezTo>
                        <a:pt x="817" y="1"/>
                        <a:pt x="1025" y="193"/>
                        <a:pt x="1025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14" name="Google Shape;24214;p55"/>
                <p:cNvSpPr/>
                <p:nvPr/>
              </p:nvSpPr>
              <p:spPr>
                <a:xfrm>
                  <a:off x="5318900" y="877350"/>
                  <a:ext cx="4425" cy="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7" extrusionOk="0">
                      <a:moveTo>
                        <a:pt x="177" y="80"/>
                      </a:moveTo>
                      <a:cubicBezTo>
                        <a:pt x="177" y="128"/>
                        <a:pt x="145" y="176"/>
                        <a:pt x="97" y="176"/>
                      </a:cubicBezTo>
                      <a:cubicBezTo>
                        <a:pt x="49" y="176"/>
                        <a:pt x="1" y="128"/>
                        <a:pt x="1" y="80"/>
                      </a:cubicBezTo>
                      <a:cubicBezTo>
                        <a:pt x="1" y="32"/>
                        <a:pt x="49" y="0"/>
                        <a:pt x="97" y="0"/>
                      </a:cubicBezTo>
                      <a:cubicBezTo>
                        <a:pt x="145" y="0"/>
                        <a:pt x="177" y="32"/>
                        <a:pt x="177" y="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15" name="Google Shape;24215;p55"/>
                <p:cNvSpPr/>
                <p:nvPr/>
              </p:nvSpPr>
              <p:spPr>
                <a:xfrm>
                  <a:off x="5749725" y="10213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1" y="97"/>
                      </a:moveTo>
                      <a:cubicBezTo>
                        <a:pt x="241" y="241"/>
                        <a:pt x="1" y="1"/>
                        <a:pt x="145" y="1"/>
                      </a:cubicBezTo>
                      <a:cubicBezTo>
                        <a:pt x="193" y="1"/>
                        <a:pt x="225" y="49"/>
                        <a:pt x="241" y="9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16" name="Google Shape;24216;p55"/>
                <p:cNvSpPr/>
                <p:nvPr/>
              </p:nvSpPr>
              <p:spPr>
                <a:xfrm>
                  <a:off x="5527725" y="8749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0" y="96"/>
                      </a:moveTo>
                      <a:cubicBezTo>
                        <a:pt x="240" y="240"/>
                        <a:pt x="0" y="0"/>
                        <a:pt x="144" y="0"/>
                      </a:cubicBezTo>
                      <a:cubicBezTo>
                        <a:pt x="192" y="0"/>
                        <a:pt x="240" y="48"/>
                        <a:pt x="240" y="9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17" name="Google Shape;24217;p55"/>
                <p:cNvSpPr/>
                <p:nvPr/>
              </p:nvSpPr>
              <p:spPr>
                <a:xfrm>
                  <a:off x="5418900" y="861350"/>
                  <a:ext cx="6025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25" extrusionOk="0">
                      <a:moveTo>
                        <a:pt x="241" y="64"/>
                      </a:moveTo>
                      <a:cubicBezTo>
                        <a:pt x="241" y="112"/>
                        <a:pt x="225" y="160"/>
                        <a:pt x="177" y="176"/>
                      </a:cubicBezTo>
                      <a:cubicBezTo>
                        <a:pt x="49" y="224"/>
                        <a:pt x="1" y="32"/>
                        <a:pt x="129" y="16"/>
                      </a:cubicBezTo>
                      <a:cubicBezTo>
                        <a:pt x="177" y="0"/>
                        <a:pt x="225" y="16"/>
                        <a:pt x="241" y="6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18" name="Google Shape;24218;p55"/>
                <p:cNvSpPr/>
                <p:nvPr/>
              </p:nvSpPr>
              <p:spPr>
                <a:xfrm>
                  <a:off x="5634925" y="98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1" y="209"/>
                      </a:moveTo>
                      <a:cubicBezTo>
                        <a:pt x="481" y="385"/>
                        <a:pt x="257" y="481"/>
                        <a:pt x="129" y="353"/>
                      </a:cubicBezTo>
                      <a:cubicBezTo>
                        <a:pt x="1" y="225"/>
                        <a:pt x="97" y="1"/>
                        <a:pt x="273" y="1"/>
                      </a:cubicBezTo>
                      <a:cubicBezTo>
                        <a:pt x="385" y="1"/>
                        <a:pt x="481" y="97"/>
                        <a:pt x="481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19" name="Google Shape;24219;p55"/>
                <p:cNvSpPr/>
                <p:nvPr/>
              </p:nvSpPr>
              <p:spPr>
                <a:xfrm>
                  <a:off x="5717725" y="1135775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2"/>
                      </a:moveTo>
                      <a:cubicBezTo>
                        <a:pt x="465" y="368"/>
                        <a:pt x="257" y="464"/>
                        <a:pt x="129" y="336"/>
                      </a:cubicBezTo>
                      <a:cubicBezTo>
                        <a:pt x="1" y="208"/>
                        <a:pt x="81" y="0"/>
                        <a:pt x="273" y="0"/>
                      </a:cubicBezTo>
                      <a:cubicBezTo>
                        <a:pt x="385" y="0"/>
                        <a:pt x="465" y="80"/>
                        <a:pt x="465" y="19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20" name="Google Shape;24220;p55"/>
                <p:cNvSpPr/>
                <p:nvPr/>
              </p:nvSpPr>
              <p:spPr>
                <a:xfrm>
                  <a:off x="5316900" y="997350"/>
                  <a:ext cx="116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81" extrusionOk="0">
                      <a:moveTo>
                        <a:pt x="465" y="209"/>
                      </a:moveTo>
                      <a:cubicBezTo>
                        <a:pt x="465" y="385"/>
                        <a:pt x="257" y="481"/>
                        <a:pt x="129" y="353"/>
                      </a:cubicBezTo>
                      <a:cubicBezTo>
                        <a:pt x="1" y="225"/>
                        <a:pt x="81" y="1"/>
                        <a:pt x="273" y="1"/>
                      </a:cubicBezTo>
                      <a:cubicBezTo>
                        <a:pt x="369" y="1"/>
                        <a:pt x="465" y="97"/>
                        <a:pt x="465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21" name="Google Shape;24221;p55"/>
                <p:cNvSpPr/>
                <p:nvPr/>
              </p:nvSpPr>
              <p:spPr>
                <a:xfrm>
                  <a:off x="5331700" y="1124575"/>
                  <a:ext cx="120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65" extrusionOk="0">
                      <a:moveTo>
                        <a:pt x="481" y="208"/>
                      </a:moveTo>
                      <a:cubicBezTo>
                        <a:pt x="481" y="384"/>
                        <a:pt x="257" y="464"/>
                        <a:pt x="129" y="352"/>
                      </a:cubicBezTo>
                      <a:cubicBezTo>
                        <a:pt x="1" y="224"/>
                        <a:pt x="97" y="0"/>
                        <a:pt x="273" y="0"/>
                      </a:cubicBezTo>
                      <a:cubicBezTo>
                        <a:pt x="385" y="0"/>
                        <a:pt x="481" y="96"/>
                        <a:pt x="481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22" name="Google Shape;24222;p55"/>
                <p:cNvSpPr/>
                <p:nvPr/>
              </p:nvSpPr>
              <p:spPr>
                <a:xfrm>
                  <a:off x="5794150" y="90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0" y="208"/>
                      </a:moveTo>
                      <a:cubicBezTo>
                        <a:pt x="480" y="384"/>
                        <a:pt x="256" y="480"/>
                        <a:pt x="128" y="352"/>
                      </a:cubicBezTo>
                      <a:cubicBezTo>
                        <a:pt x="0" y="224"/>
                        <a:pt x="96" y="0"/>
                        <a:pt x="272" y="0"/>
                      </a:cubicBezTo>
                      <a:cubicBezTo>
                        <a:pt x="384" y="0"/>
                        <a:pt x="480" y="96"/>
                        <a:pt x="480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23" name="Google Shape;24223;p55"/>
                <p:cNvSpPr/>
                <p:nvPr/>
              </p:nvSpPr>
              <p:spPr>
                <a:xfrm>
                  <a:off x="5290500" y="924950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3"/>
                      </a:moveTo>
                      <a:cubicBezTo>
                        <a:pt x="465" y="369"/>
                        <a:pt x="257" y="465"/>
                        <a:pt x="129" y="337"/>
                      </a:cubicBezTo>
                      <a:cubicBezTo>
                        <a:pt x="1" y="209"/>
                        <a:pt x="97" y="0"/>
                        <a:pt x="273" y="0"/>
                      </a:cubicBezTo>
                      <a:cubicBezTo>
                        <a:pt x="385" y="0"/>
                        <a:pt x="465" y="81"/>
                        <a:pt x="465" y="19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24" name="Google Shape;24224;p55"/>
                <p:cNvSpPr/>
                <p:nvPr/>
              </p:nvSpPr>
              <p:spPr>
                <a:xfrm>
                  <a:off x="5680925" y="826150"/>
                  <a:ext cx="43225" cy="4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extrusionOk="0">
                      <a:moveTo>
                        <a:pt x="865" y="1728"/>
                      </a:moveTo>
                      <a:lnTo>
                        <a:pt x="865" y="1728"/>
                      </a:lnTo>
                      <a:cubicBezTo>
                        <a:pt x="865" y="1248"/>
                        <a:pt x="481" y="864"/>
                        <a:pt x="1" y="864"/>
                      </a:cubicBezTo>
                      <a:lnTo>
                        <a:pt x="1" y="864"/>
                      </a:lnTo>
                      <a:cubicBezTo>
                        <a:pt x="481" y="864"/>
                        <a:pt x="865" y="480"/>
                        <a:pt x="865" y="0"/>
                      </a:cubicBezTo>
                      <a:lnTo>
                        <a:pt x="865" y="0"/>
                      </a:lnTo>
                      <a:cubicBezTo>
                        <a:pt x="865" y="480"/>
                        <a:pt x="1265" y="864"/>
                        <a:pt x="1729" y="864"/>
                      </a:cubicBezTo>
                      <a:lnTo>
                        <a:pt x="1729" y="864"/>
                      </a:lnTo>
                      <a:cubicBezTo>
                        <a:pt x="1265" y="864"/>
                        <a:pt x="865" y="1248"/>
                        <a:pt x="865" y="17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4225" name="Google Shape;24225;p55"/>
            <p:cNvGrpSpPr/>
            <p:nvPr/>
          </p:nvGrpSpPr>
          <p:grpSpPr>
            <a:xfrm>
              <a:off x="7502410" y="-52208"/>
              <a:ext cx="1699100" cy="2145071"/>
              <a:chOff x="7458410" y="4"/>
              <a:chExt cx="1699100" cy="2145071"/>
            </a:xfrm>
          </p:grpSpPr>
          <p:grpSp>
            <p:nvGrpSpPr>
              <p:cNvPr id="24226" name="Google Shape;24226;p55"/>
              <p:cNvGrpSpPr/>
              <p:nvPr/>
            </p:nvGrpSpPr>
            <p:grpSpPr>
              <a:xfrm flipH="1">
                <a:off x="7458410" y="4"/>
                <a:ext cx="1699100" cy="2145071"/>
                <a:chOff x="146217" y="2712579"/>
                <a:chExt cx="1552966" cy="1960401"/>
              </a:xfrm>
            </p:grpSpPr>
            <p:grpSp>
              <p:nvGrpSpPr>
                <p:cNvPr id="24227" name="Google Shape;24227;p55"/>
                <p:cNvGrpSpPr/>
                <p:nvPr/>
              </p:nvGrpSpPr>
              <p:grpSpPr>
                <a:xfrm>
                  <a:off x="146217" y="2712579"/>
                  <a:ext cx="1134008" cy="607901"/>
                  <a:chOff x="5206900" y="826150"/>
                  <a:chExt cx="599275" cy="321250"/>
                </a:xfrm>
              </p:grpSpPr>
              <p:sp>
                <p:nvSpPr>
                  <p:cNvPr id="24228" name="Google Shape;24228;p55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29" name="Google Shape;24229;p55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30" name="Google Shape;24230;p55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31" name="Google Shape;24231;p55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32" name="Google Shape;24232;p55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33" name="Google Shape;24233;p55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34" name="Google Shape;24234;p55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35" name="Google Shape;24235;p55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36" name="Google Shape;24236;p55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37" name="Google Shape;24237;p55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38" name="Google Shape;24238;p55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39" name="Google Shape;24239;p55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40" name="Google Shape;24240;p55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41" name="Google Shape;24241;p55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4242" name="Google Shape;24242;p55"/>
                <p:cNvGrpSpPr/>
                <p:nvPr/>
              </p:nvGrpSpPr>
              <p:grpSpPr>
                <a:xfrm rot="-9256633">
                  <a:off x="489429" y="3110262"/>
                  <a:ext cx="1134020" cy="607908"/>
                  <a:chOff x="5206900" y="826150"/>
                  <a:chExt cx="599275" cy="321250"/>
                </a:xfrm>
              </p:grpSpPr>
              <p:sp>
                <p:nvSpPr>
                  <p:cNvPr id="24243" name="Google Shape;24243;p55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44" name="Google Shape;24244;p55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45" name="Google Shape;24245;p55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46" name="Google Shape;24246;p55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47" name="Google Shape;24247;p55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48" name="Google Shape;24248;p55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49" name="Google Shape;24249;p55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50" name="Google Shape;24250;p55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51" name="Google Shape;24251;p55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52" name="Google Shape;24252;p55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53" name="Google Shape;24253;p55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54" name="Google Shape;24254;p55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55" name="Google Shape;24255;p55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56" name="Google Shape;24256;p55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4257" name="Google Shape;24257;p55"/>
                <p:cNvGrpSpPr/>
                <p:nvPr/>
              </p:nvGrpSpPr>
              <p:grpSpPr>
                <a:xfrm rot="7120513" flipH="1">
                  <a:off x="538618" y="3725726"/>
                  <a:ext cx="1133997" cy="607895"/>
                  <a:chOff x="5206900" y="826150"/>
                  <a:chExt cx="599275" cy="321250"/>
                </a:xfrm>
              </p:grpSpPr>
              <p:sp>
                <p:nvSpPr>
                  <p:cNvPr id="24258" name="Google Shape;24258;p55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59" name="Google Shape;24259;p55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60" name="Google Shape;24260;p55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61" name="Google Shape;24261;p55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62" name="Google Shape;24262;p55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63" name="Google Shape;24263;p55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64" name="Google Shape;24264;p55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65" name="Google Shape;24265;p55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66" name="Google Shape;24266;p55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67" name="Google Shape;24267;p55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68" name="Google Shape;24268;p55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69" name="Google Shape;24269;p55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70" name="Google Shape;24270;p55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71" name="Google Shape;24271;p55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24272" name="Google Shape;24272;p55"/>
              <p:cNvGrpSpPr/>
              <p:nvPr/>
            </p:nvGrpSpPr>
            <p:grpSpPr>
              <a:xfrm rot="7305203">
                <a:off x="8348319" y="775252"/>
                <a:ext cx="494027" cy="594558"/>
                <a:chOff x="4815275" y="840950"/>
                <a:chExt cx="432450" cy="520450"/>
              </a:xfrm>
            </p:grpSpPr>
            <p:sp>
              <p:nvSpPr>
                <p:cNvPr id="24273" name="Google Shape;24273;p55"/>
                <p:cNvSpPr/>
                <p:nvPr/>
              </p:nvSpPr>
              <p:spPr>
                <a:xfrm>
                  <a:off x="4884475" y="840950"/>
                  <a:ext cx="306850" cy="27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74" h="11090" extrusionOk="0">
                      <a:moveTo>
                        <a:pt x="624" y="7825"/>
                      </a:moveTo>
                      <a:cubicBezTo>
                        <a:pt x="960" y="8417"/>
                        <a:pt x="1520" y="8817"/>
                        <a:pt x="2016" y="9297"/>
                      </a:cubicBezTo>
                      <a:cubicBezTo>
                        <a:pt x="2465" y="9729"/>
                        <a:pt x="2865" y="10241"/>
                        <a:pt x="3425" y="10529"/>
                      </a:cubicBezTo>
                      <a:cubicBezTo>
                        <a:pt x="3825" y="10689"/>
                        <a:pt x="4241" y="10801"/>
                        <a:pt x="4657" y="10833"/>
                      </a:cubicBezTo>
                      <a:cubicBezTo>
                        <a:pt x="5521" y="10961"/>
                        <a:pt x="6417" y="11089"/>
                        <a:pt x="7265" y="10881"/>
                      </a:cubicBezTo>
                      <a:cubicBezTo>
                        <a:pt x="8193" y="10641"/>
                        <a:pt x="8961" y="10017"/>
                        <a:pt x="9681" y="9393"/>
                      </a:cubicBezTo>
                      <a:cubicBezTo>
                        <a:pt x="10753" y="8481"/>
                        <a:pt x="11873" y="7425"/>
                        <a:pt x="12081" y="6033"/>
                      </a:cubicBezTo>
                      <a:cubicBezTo>
                        <a:pt x="12273" y="4849"/>
                        <a:pt x="11761" y="3665"/>
                        <a:pt x="10993" y="2752"/>
                      </a:cubicBezTo>
                      <a:cubicBezTo>
                        <a:pt x="10225" y="1840"/>
                        <a:pt x="9233" y="1184"/>
                        <a:pt x="8241" y="528"/>
                      </a:cubicBezTo>
                      <a:cubicBezTo>
                        <a:pt x="7841" y="272"/>
                        <a:pt x="7393" y="0"/>
                        <a:pt x="6913" y="32"/>
                      </a:cubicBezTo>
                      <a:cubicBezTo>
                        <a:pt x="6257" y="64"/>
                        <a:pt x="5793" y="656"/>
                        <a:pt x="5345" y="1136"/>
                      </a:cubicBezTo>
                      <a:cubicBezTo>
                        <a:pt x="4209" y="2352"/>
                        <a:pt x="2561" y="2544"/>
                        <a:pt x="1424" y="3553"/>
                      </a:cubicBezTo>
                      <a:cubicBezTo>
                        <a:pt x="448" y="4449"/>
                        <a:pt x="0" y="6673"/>
                        <a:pt x="624" y="7825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74" name="Google Shape;24274;p55"/>
                <p:cNvSpPr/>
                <p:nvPr/>
              </p:nvSpPr>
              <p:spPr>
                <a:xfrm>
                  <a:off x="4815275" y="1152575"/>
                  <a:ext cx="144425" cy="123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7" h="4945" extrusionOk="0">
                      <a:moveTo>
                        <a:pt x="512" y="2352"/>
                      </a:moveTo>
                      <a:cubicBezTo>
                        <a:pt x="976" y="3104"/>
                        <a:pt x="1536" y="3792"/>
                        <a:pt x="2160" y="4400"/>
                      </a:cubicBezTo>
                      <a:cubicBezTo>
                        <a:pt x="2320" y="4576"/>
                        <a:pt x="2512" y="4704"/>
                        <a:pt x="2736" y="4800"/>
                      </a:cubicBezTo>
                      <a:cubicBezTo>
                        <a:pt x="3152" y="4944"/>
                        <a:pt x="3616" y="4752"/>
                        <a:pt x="4032" y="4560"/>
                      </a:cubicBezTo>
                      <a:lnTo>
                        <a:pt x="5008" y="4096"/>
                      </a:lnTo>
                      <a:cubicBezTo>
                        <a:pt x="5185" y="4016"/>
                        <a:pt x="5345" y="3920"/>
                        <a:pt x="5473" y="3792"/>
                      </a:cubicBezTo>
                      <a:cubicBezTo>
                        <a:pt x="5729" y="3536"/>
                        <a:pt x="5761" y="3136"/>
                        <a:pt x="5761" y="2784"/>
                      </a:cubicBezTo>
                      <a:cubicBezTo>
                        <a:pt x="5777" y="2288"/>
                        <a:pt x="5777" y="1728"/>
                        <a:pt x="5457" y="1360"/>
                      </a:cubicBezTo>
                      <a:cubicBezTo>
                        <a:pt x="5249" y="1136"/>
                        <a:pt x="4992" y="976"/>
                        <a:pt x="4704" y="880"/>
                      </a:cubicBezTo>
                      <a:cubicBezTo>
                        <a:pt x="3680" y="416"/>
                        <a:pt x="2528" y="0"/>
                        <a:pt x="1408" y="432"/>
                      </a:cubicBezTo>
                      <a:cubicBezTo>
                        <a:pt x="592" y="752"/>
                        <a:pt x="0" y="1520"/>
                        <a:pt x="512" y="235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75" name="Google Shape;24275;p55"/>
                <p:cNvSpPr/>
                <p:nvPr/>
              </p:nvSpPr>
              <p:spPr>
                <a:xfrm>
                  <a:off x="5105275" y="1188975"/>
                  <a:ext cx="142450" cy="17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98" h="6897" extrusionOk="0">
                      <a:moveTo>
                        <a:pt x="337" y="3040"/>
                      </a:moveTo>
                      <a:cubicBezTo>
                        <a:pt x="513" y="3264"/>
                        <a:pt x="721" y="3472"/>
                        <a:pt x="961" y="3649"/>
                      </a:cubicBezTo>
                      <a:cubicBezTo>
                        <a:pt x="1505" y="4161"/>
                        <a:pt x="1713" y="4913"/>
                        <a:pt x="2049" y="5585"/>
                      </a:cubicBezTo>
                      <a:cubicBezTo>
                        <a:pt x="2385" y="6257"/>
                        <a:pt x="2993" y="6897"/>
                        <a:pt x="3745" y="6833"/>
                      </a:cubicBezTo>
                      <a:cubicBezTo>
                        <a:pt x="4193" y="6753"/>
                        <a:pt x="4593" y="6481"/>
                        <a:pt x="4833" y="6065"/>
                      </a:cubicBezTo>
                      <a:cubicBezTo>
                        <a:pt x="5041" y="5665"/>
                        <a:pt x="5201" y="5233"/>
                        <a:pt x="5297" y="4785"/>
                      </a:cubicBezTo>
                      <a:cubicBezTo>
                        <a:pt x="5521" y="3937"/>
                        <a:pt x="5697" y="2928"/>
                        <a:pt x="5121" y="2272"/>
                      </a:cubicBezTo>
                      <a:cubicBezTo>
                        <a:pt x="4897" y="2032"/>
                        <a:pt x="4593" y="1872"/>
                        <a:pt x="4417" y="1584"/>
                      </a:cubicBezTo>
                      <a:cubicBezTo>
                        <a:pt x="4241" y="1280"/>
                        <a:pt x="4289" y="864"/>
                        <a:pt x="4097" y="544"/>
                      </a:cubicBezTo>
                      <a:cubicBezTo>
                        <a:pt x="3873" y="128"/>
                        <a:pt x="3329" y="0"/>
                        <a:pt x="2865" y="0"/>
                      </a:cubicBezTo>
                      <a:cubicBezTo>
                        <a:pt x="2129" y="0"/>
                        <a:pt x="993" y="256"/>
                        <a:pt x="561" y="912"/>
                      </a:cubicBezTo>
                      <a:cubicBezTo>
                        <a:pt x="225" y="1408"/>
                        <a:pt x="1" y="2544"/>
                        <a:pt x="337" y="3040"/>
                      </a:cubicBezTo>
                      <a:close/>
                    </a:path>
                  </a:pathLst>
                </a:custGeom>
                <a:solidFill>
                  <a:srgbClr val="EAD1A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76" name="Google Shape;24276;p55"/>
                <p:cNvSpPr/>
                <p:nvPr/>
              </p:nvSpPr>
              <p:spPr>
                <a:xfrm>
                  <a:off x="5024075" y="1286975"/>
                  <a:ext cx="71225" cy="5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49" h="2321" extrusionOk="0">
                      <a:moveTo>
                        <a:pt x="561" y="1521"/>
                      </a:moveTo>
                      <a:cubicBezTo>
                        <a:pt x="833" y="1969"/>
                        <a:pt x="1345" y="2177"/>
                        <a:pt x="1841" y="2273"/>
                      </a:cubicBezTo>
                      <a:cubicBezTo>
                        <a:pt x="2033" y="2321"/>
                        <a:pt x="2225" y="2321"/>
                        <a:pt x="2401" y="2241"/>
                      </a:cubicBezTo>
                      <a:cubicBezTo>
                        <a:pt x="2545" y="2129"/>
                        <a:pt x="2641" y="2001"/>
                        <a:pt x="2689" y="1841"/>
                      </a:cubicBezTo>
                      <a:cubicBezTo>
                        <a:pt x="2769" y="1585"/>
                        <a:pt x="2817" y="1329"/>
                        <a:pt x="2833" y="1073"/>
                      </a:cubicBezTo>
                      <a:cubicBezTo>
                        <a:pt x="2849" y="865"/>
                        <a:pt x="2801" y="641"/>
                        <a:pt x="2689" y="449"/>
                      </a:cubicBezTo>
                      <a:cubicBezTo>
                        <a:pt x="2497" y="177"/>
                        <a:pt x="2177" y="17"/>
                        <a:pt x="1841" y="17"/>
                      </a:cubicBezTo>
                      <a:cubicBezTo>
                        <a:pt x="1041" y="1"/>
                        <a:pt x="1" y="609"/>
                        <a:pt x="561" y="152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77" name="Google Shape;24277;p55"/>
                <p:cNvSpPr/>
                <p:nvPr/>
              </p:nvSpPr>
              <p:spPr>
                <a:xfrm>
                  <a:off x="5176500" y="1064150"/>
                  <a:ext cx="69625" cy="7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5" h="2850" extrusionOk="0">
                      <a:moveTo>
                        <a:pt x="80" y="1409"/>
                      </a:moveTo>
                      <a:cubicBezTo>
                        <a:pt x="32" y="1457"/>
                        <a:pt x="0" y="1521"/>
                        <a:pt x="0" y="1601"/>
                      </a:cubicBezTo>
                      <a:cubicBezTo>
                        <a:pt x="16" y="1681"/>
                        <a:pt x="64" y="1745"/>
                        <a:pt x="128" y="1809"/>
                      </a:cubicBezTo>
                      <a:lnTo>
                        <a:pt x="1040" y="2705"/>
                      </a:lnTo>
                      <a:cubicBezTo>
                        <a:pt x="1088" y="2769"/>
                        <a:pt x="1168" y="2817"/>
                        <a:pt x="1248" y="2849"/>
                      </a:cubicBezTo>
                      <a:cubicBezTo>
                        <a:pt x="1360" y="2849"/>
                        <a:pt x="1472" y="2817"/>
                        <a:pt x="1552" y="2753"/>
                      </a:cubicBezTo>
                      <a:cubicBezTo>
                        <a:pt x="2048" y="2385"/>
                        <a:pt x="2320" y="1809"/>
                        <a:pt x="2560" y="1249"/>
                      </a:cubicBezTo>
                      <a:cubicBezTo>
                        <a:pt x="2672" y="993"/>
                        <a:pt x="2784" y="689"/>
                        <a:pt x="2640" y="449"/>
                      </a:cubicBezTo>
                      <a:cubicBezTo>
                        <a:pt x="2400" y="49"/>
                        <a:pt x="1520" y="1"/>
                        <a:pt x="1136" y="161"/>
                      </a:cubicBezTo>
                      <a:cubicBezTo>
                        <a:pt x="704" y="369"/>
                        <a:pt x="336" y="1025"/>
                        <a:pt x="80" y="14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4278" name="Google Shape;24278;p55"/>
          <p:cNvSpPr/>
          <p:nvPr/>
        </p:nvSpPr>
        <p:spPr>
          <a:xfrm rot="-435006">
            <a:off x="6396348" y="1705435"/>
            <a:ext cx="1700" cy="850"/>
          </a:xfrm>
          <a:custGeom>
            <a:avLst/>
            <a:gdLst/>
            <a:ahLst/>
            <a:cxnLst/>
            <a:rect l="l" t="t" r="r" b="b"/>
            <a:pathLst>
              <a:path w="68" h="34" extrusionOk="0">
                <a:moveTo>
                  <a:pt x="0" y="0"/>
                </a:moveTo>
                <a:lnTo>
                  <a:pt x="67" y="34"/>
                </a:lnTo>
                <a:lnTo>
                  <a:pt x="67" y="34"/>
                </a:lnTo>
                <a:close/>
              </a:path>
            </a:pathLst>
          </a:custGeom>
          <a:solidFill>
            <a:srgbClr val="2307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279" name="Google Shape;24279;p55"/>
          <p:cNvGrpSpPr/>
          <p:nvPr/>
        </p:nvGrpSpPr>
        <p:grpSpPr>
          <a:xfrm>
            <a:off x="-471207" y="2009775"/>
            <a:ext cx="3339342" cy="3615189"/>
            <a:chOff x="-471207" y="2009775"/>
            <a:chExt cx="3339342" cy="3615189"/>
          </a:xfrm>
        </p:grpSpPr>
        <p:grpSp>
          <p:nvGrpSpPr>
            <p:cNvPr id="24280" name="Google Shape;24280;p55"/>
            <p:cNvGrpSpPr/>
            <p:nvPr/>
          </p:nvGrpSpPr>
          <p:grpSpPr>
            <a:xfrm>
              <a:off x="-471207" y="3215792"/>
              <a:ext cx="3339342" cy="2409172"/>
              <a:chOff x="-471207" y="3215792"/>
              <a:chExt cx="3339342" cy="2409172"/>
            </a:xfrm>
          </p:grpSpPr>
          <p:grpSp>
            <p:nvGrpSpPr>
              <p:cNvPr id="24281" name="Google Shape;24281;p55"/>
              <p:cNvGrpSpPr/>
              <p:nvPr/>
            </p:nvGrpSpPr>
            <p:grpSpPr>
              <a:xfrm rot="-4199403" flipH="1">
                <a:off x="-22239" y="3308503"/>
                <a:ext cx="1699178" cy="2145157"/>
                <a:chOff x="146217" y="2712579"/>
                <a:chExt cx="1552966" cy="1960401"/>
              </a:xfrm>
            </p:grpSpPr>
            <p:grpSp>
              <p:nvGrpSpPr>
                <p:cNvPr id="24282" name="Google Shape;24282;p55"/>
                <p:cNvGrpSpPr/>
                <p:nvPr/>
              </p:nvGrpSpPr>
              <p:grpSpPr>
                <a:xfrm>
                  <a:off x="146217" y="2712579"/>
                  <a:ext cx="1134008" cy="607901"/>
                  <a:chOff x="5206900" y="826150"/>
                  <a:chExt cx="599275" cy="321250"/>
                </a:xfrm>
              </p:grpSpPr>
              <p:sp>
                <p:nvSpPr>
                  <p:cNvPr id="24283" name="Google Shape;24283;p55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84" name="Google Shape;24284;p55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85" name="Google Shape;24285;p55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86" name="Google Shape;24286;p55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87" name="Google Shape;24287;p55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88" name="Google Shape;24288;p55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89" name="Google Shape;24289;p55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90" name="Google Shape;24290;p55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91" name="Google Shape;24291;p55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92" name="Google Shape;24292;p55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93" name="Google Shape;24293;p55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94" name="Google Shape;24294;p55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95" name="Google Shape;24295;p55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96" name="Google Shape;24296;p55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4297" name="Google Shape;24297;p55"/>
                <p:cNvGrpSpPr/>
                <p:nvPr/>
              </p:nvGrpSpPr>
              <p:grpSpPr>
                <a:xfrm rot="-9256633">
                  <a:off x="489429" y="3110262"/>
                  <a:ext cx="1134020" cy="607908"/>
                  <a:chOff x="5206900" y="826150"/>
                  <a:chExt cx="599275" cy="321250"/>
                </a:xfrm>
              </p:grpSpPr>
              <p:sp>
                <p:nvSpPr>
                  <p:cNvPr id="24298" name="Google Shape;24298;p55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99" name="Google Shape;24299;p55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00" name="Google Shape;24300;p55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01" name="Google Shape;24301;p55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02" name="Google Shape;24302;p55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03" name="Google Shape;24303;p55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04" name="Google Shape;24304;p55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05" name="Google Shape;24305;p55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06" name="Google Shape;24306;p55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07" name="Google Shape;24307;p55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08" name="Google Shape;24308;p55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09" name="Google Shape;24309;p55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10" name="Google Shape;24310;p55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11" name="Google Shape;24311;p55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4312" name="Google Shape;24312;p55"/>
                <p:cNvGrpSpPr/>
                <p:nvPr/>
              </p:nvGrpSpPr>
              <p:grpSpPr>
                <a:xfrm rot="7120513" flipH="1">
                  <a:off x="538618" y="3725726"/>
                  <a:ext cx="1133997" cy="607895"/>
                  <a:chOff x="5206900" y="826150"/>
                  <a:chExt cx="599275" cy="321250"/>
                </a:xfrm>
              </p:grpSpPr>
              <p:sp>
                <p:nvSpPr>
                  <p:cNvPr id="24313" name="Google Shape;24313;p55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14" name="Google Shape;24314;p55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15" name="Google Shape;24315;p55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16" name="Google Shape;24316;p55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17" name="Google Shape;24317;p55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18" name="Google Shape;24318;p55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19" name="Google Shape;24319;p55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20" name="Google Shape;24320;p55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21" name="Google Shape;24321;p55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22" name="Google Shape;24322;p55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23" name="Google Shape;24323;p55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24" name="Google Shape;24324;p55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25" name="Google Shape;24325;p55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26" name="Google Shape;24326;p55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24327" name="Google Shape;24327;p55"/>
              <p:cNvGrpSpPr/>
              <p:nvPr/>
            </p:nvGrpSpPr>
            <p:grpSpPr>
              <a:xfrm rot="4112102" flipH="1">
                <a:off x="709472" y="3369139"/>
                <a:ext cx="1699242" cy="2145126"/>
                <a:chOff x="146217" y="2712579"/>
                <a:chExt cx="1552966" cy="1960401"/>
              </a:xfrm>
            </p:grpSpPr>
            <p:grpSp>
              <p:nvGrpSpPr>
                <p:cNvPr id="24328" name="Google Shape;24328;p55"/>
                <p:cNvGrpSpPr/>
                <p:nvPr/>
              </p:nvGrpSpPr>
              <p:grpSpPr>
                <a:xfrm>
                  <a:off x="146217" y="2712579"/>
                  <a:ext cx="1134008" cy="607901"/>
                  <a:chOff x="5206900" y="826150"/>
                  <a:chExt cx="599275" cy="321250"/>
                </a:xfrm>
              </p:grpSpPr>
              <p:sp>
                <p:nvSpPr>
                  <p:cNvPr id="24329" name="Google Shape;24329;p55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30" name="Google Shape;24330;p55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31" name="Google Shape;24331;p55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32" name="Google Shape;24332;p55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33" name="Google Shape;24333;p55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34" name="Google Shape;24334;p55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35" name="Google Shape;24335;p55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36" name="Google Shape;24336;p55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37" name="Google Shape;24337;p55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38" name="Google Shape;24338;p55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39" name="Google Shape;24339;p55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40" name="Google Shape;24340;p55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41" name="Google Shape;24341;p55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42" name="Google Shape;24342;p55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4343" name="Google Shape;24343;p55"/>
                <p:cNvGrpSpPr/>
                <p:nvPr/>
              </p:nvGrpSpPr>
              <p:grpSpPr>
                <a:xfrm rot="-9256633">
                  <a:off x="489429" y="3110262"/>
                  <a:ext cx="1134020" cy="607908"/>
                  <a:chOff x="5206900" y="826150"/>
                  <a:chExt cx="599275" cy="321250"/>
                </a:xfrm>
              </p:grpSpPr>
              <p:sp>
                <p:nvSpPr>
                  <p:cNvPr id="24344" name="Google Shape;24344;p55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45" name="Google Shape;24345;p55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46" name="Google Shape;24346;p55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47" name="Google Shape;24347;p55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48" name="Google Shape;24348;p55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49" name="Google Shape;24349;p55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50" name="Google Shape;24350;p55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51" name="Google Shape;24351;p55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52" name="Google Shape;24352;p55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53" name="Google Shape;24353;p55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54" name="Google Shape;24354;p55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55" name="Google Shape;24355;p55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56" name="Google Shape;24356;p55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57" name="Google Shape;24357;p55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4358" name="Google Shape;24358;p55"/>
                <p:cNvGrpSpPr/>
                <p:nvPr/>
              </p:nvGrpSpPr>
              <p:grpSpPr>
                <a:xfrm rot="7120513" flipH="1">
                  <a:off x="538618" y="3725726"/>
                  <a:ext cx="1133997" cy="607895"/>
                  <a:chOff x="5206900" y="826150"/>
                  <a:chExt cx="599275" cy="321250"/>
                </a:xfrm>
              </p:grpSpPr>
              <p:sp>
                <p:nvSpPr>
                  <p:cNvPr id="24359" name="Google Shape;24359;p55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60" name="Google Shape;24360;p55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61" name="Google Shape;24361;p55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62" name="Google Shape;24362;p55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63" name="Google Shape;24363;p55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64" name="Google Shape;24364;p55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65" name="Google Shape;24365;p55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66" name="Google Shape;24366;p55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67" name="Google Shape;24367;p55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68" name="Google Shape;24368;p55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69" name="Google Shape;24369;p55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70" name="Google Shape;24370;p55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71" name="Google Shape;24371;p55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72" name="Google Shape;24372;p55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24373" name="Google Shape;24373;p55"/>
            <p:cNvSpPr/>
            <p:nvPr/>
          </p:nvSpPr>
          <p:spPr>
            <a:xfrm>
              <a:off x="-90074" y="2009775"/>
              <a:ext cx="1286780" cy="2562428"/>
            </a:xfrm>
            <a:custGeom>
              <a:avLst/>
              <a:gdLst/>
              <a:ahLst/>
              <a:cxnLst/>
              <a:rect l="l" t="t" r="r" b="b"/>
              <a:pathLst>
                <a:path w="61166" h="130970" extrusionOk="0">
                  <a:moveTo>
                    <a:pt x="0" y="4945"/>
                  </a:moveTo>
                  <a:cubicBezTo>
                    <a:pt x="3629" y="-1100"/>
                    <a:pt x="14862" y="-982"/>
                    <a:pt x="21007" y="2474"/>
                  </a:cubicBezTo>
                  <a:cubicBezTo>
                    <a:pt x="29222" y="7094"/>
                    <a:pt x="35824" y="16574"/>
                    <a:pt x="36761" y="25952"/>
                  </a:cubicBezTo>
                  <a:cubicBezTo>
                    <a:pt x="39604" y="54420"/>
                    <a:pt x="17847" y="82376"/>
                    <a:pt x="22551" y="110596"/>
                  </a:cubicBezTo>
                  <a:cubicBezTo>
                    <a:pt x="24060" y="119650"/>
                    <a:pt x="32356" y="129081"/>
                    <a:pt x="41395" y="130675"/>
                  </a:cubicBezTo>
                  <a:cubicBezTo>
                    <a:pt x="48085" y="131855"/>
                    <a:pt x="54721" y="127881"/>
                    <a:pt x="61166" y="125733"/>
                  </a:cubicBezTo>
                </a:path>
              </a:pathLst>
            </a:custGeom>
            <a:noFill/>
            <a:ln w="19050" cap="flat" cmpd="sng">
              <a:solidFill>
                <a:srgbClr val="D4DC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374" name="Google Shape;24374;p55"/>
            <p:cNvGrpSpPr/>
            <p:nvPr/>
          </p:nvGrpSpPr>
          <p:grpSpPr>
            <a:xfrm rot="-3625968">
              <a:off x="1041729" y="3912668"/>
              <a:ext cx="687114" cy="844725"/>
              <a:chOff x="5835100" y="1235925"/>
              <a:chExt cx="687175" cy="844800"/>
            </a:xfrm>
          </p:grpSpPr>
          <p:sp>
            <p:nvSpPr>
              <p:cNvPr id="24375" name="Google Shape;24375;p55"/>
              <p:cNvSpPr/>
              <p:nvPr/>
            </p:nvSpPr>
            <p:spPr>
              <a:xfrm>
                <a:off x="5901800" y="1460300"/>
                <a:ext cx="432850" cy="362750"/>
              </a:xfrm>
              <a:custGeom>
                <a:avLst/>
                <a:gdLst/>
                <a:ahLst/>
                <a:cxnLst/>
                <a:rect l="l" t="t" r="r" b="b"/>
                <a:pathLst>
                  <a:path w="17314" h="14510" extrusionOk="0">
                    <a:moveTo>
                      <a:pt x="4503" y="0"/>
                    </a:moveTo>
                    <a:cubicBezTo>
                      <a:pt x="3783" y="0"/>
                      <a:pt x="3090" y="354"/>
                      <a:pt x="2703" y="999"/>
                    </a:cubicBezTo>
                    <a:lnTo>
                      <a:pt x="635" y="4302"/>
                    </a:lnTo>
                    <a:cubicBezTo>
                      <a:pt x="1" y="5303"/>
                      <a:pt x="301" y="6670"/>
                      <a:pt x="1335" y="7304"/>
                    </a:cubicBezTo>
                    <a:lnTo>
                      <a:pt x="12977" y="14509"/>
                    </a:lnTo>
                    <a:lnTo>
                      <a:pt x="17313" y="7537"/>
                    </a:lnTo>
                    <a:lnTo>
                      <a:pt x="5672" y="332"/>
                    </a:lnTo>
                    <a:cubicBezTo>
                      <a:pt x="5305" y="107"/>
                      <a:pt x="4900" y="0"/>
                      <a:pt x="450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6" name="Google Shape;24376;p55"/>
              <p:cNvSpPr/>
              <p:nvPr/>
            </p:nvSpPr>
            <p:spPr>
              <a:xfrm>
                <a:off x="6226200" y="1648725"/>
                <a:ext cx="168475" cy="193500"/>
              </a:xfrm>
              <a:custGeom>
                <a:avLst/>
                <a:gdLst/>
                <a:ahLst/>
                <a:cxnLst/>
                <a:rect l="l" t="t" r="r" b="b"/>
                <a:pathLst>
                  <a:path w="6739" h="7740" extrusionOk="0">
                    <a:moveTo>
                      <a:pt x="4337" y="0"/>
                    </a:moveTo>
                    <a:lnTo>
                      <a:pt x="2102" y="3570"/>
                    </a:lnTo>
                    <a:lnTo>
                      <a:pt x="1" y="6939"/>
                    </a:lnTo>
                    <a:lnTo>
                      <a:pt x="4137" y="7739"/>
                    </a:lnTo>
                    <a:lnTo>
                      <a:pt x="5438" y="5638"/>
                    </a:lnTo>
                    <a:lnTo>
                      <a:pt x="6739" y="3536"/>
                    </a:lnTo>
                    <a:lnTo>
                      <a:pt x="433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7" name="Google Shape;24377;p55"/>
              <p:cNvSpPr/>
              <p:nvPr/>
            </p:nvSpPr>
            <p:spPr>
              <a:xfrm>
                <a:off x="6356300" y="1753800"/>
                <a:ext cx="138450" cy="164300"/>
              </a:xfrm>
              <a:custGeom>
                <a:avLst/>
                <a:gdLst/>
                <a:ahLst/>
                <a:cxnLst/>
                <a:rect l="l" t="t" r="r" b="b"/>
                <a:pathLst>
                  <a:path w="5538" h="6572" extrusionOk="0">
                    <a:moveTo>
                      <a:pt x="2602" y="0"/>
                    </a:moveTo>
                    <a:lnTo>
                      <a:pt x="1368" y="2002"/>
                    </a:lnTo>
                    <a:lnTo>
                      <a:pt x="1302" y="2102"/>
                    </a:lnTo>
                    <a:lnTo>
                      <a:pt x="1" y="4204"/>
                    </a:lnTo>
                    <a:lnTo>
                      <a:pt x="1835" y="6572"/>
                    </a:lnTo>
                    <a:lnTo>
                      <a:pt x="3703" y="3603"/>
                    </a:lnTo>
                    <a:lnTo>
                      <a:pt x="3637" y="3536"/>
                    </a:lnTo>
                    <a:lnTo>
                      <a:pt x="3703" y="3570"/>
                    </a:lnTo>
                    <a:lnTo>
                      <a:pt x="5538" y="634"/>
                    </a:lnTo>
                    <a:lnTo>
                      <a:pt x="260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378" name="Google Shape;24378;p55"/>
              <p:cNvGrpSpPr/>
              <p:nvPr/>
            </p:nvGrpSpPr>
            <p:grpSpPr>
              <a:xfrm>
                <a:off x="5952675" y="1472150"/>
                <a:ext cx="569600" cy="420550"/>
                <a:chOff x="5952675" y="1472150"/>
                <a:chExt cx="569600" cy="420550"/>
              </a:xfrm>
            </p:grpSpPr>
            <p:sp>
              <p:nvSpPr>
                <p:cNvPr id="24379" name="Google Shape;24379;p55"/>
                <p:cNvSpPr/>
                <p:nvPr/>
              </p:nvSpPr>
              <p:spPr>
                <a:xfrm>
                  <a:off x="6448875" y="1843025"/>
                  <a:ext cx="55900" cy="3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6" h="1436" fill="none" extrusionOk="0">
                      <a:moveTo>
                        <a:pt x="0" y="1"/>
                      </a:moveTo>
                      <a:lnTo>
                        <a:pt x="2235" y="1435"/>
                      </a:lnTo>
                    </a:path>
                  </a:pathLst>
                </a:custGeom>
                <a:noFill/>
                <a:ln w="10850" cap="flat" cmpd="sng">
                  <a:solidFill>
                    <a:schemeClr val="accent4"/>
                  </a:solidFill>
                  <a:prstDash val="solid"/>
                  <a:miter lim="3335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4380" name="Google Shape;24380;p55"/>
                <p:cNvGrpSpPr/>
                <p:nvPr/>
              </p:nvGrpSpPr>
              <p:grpSpPr>
                <a:xfrm>
                  <a:off x="5952675" y="1472150"/>
                  <a:ext cx="569600" cy="420550"/>
                  <a:chOff x="5952675" y="1472150"/>
                  <a:chExt cx="569600" cy="420550"/>
                </a:xfrm>
              </p:grpSpPr>
              <p:sp>
                <p:nvSpPr>
                  <p:cNvPr id="24381" name="Google Shape;24381;p55"/>
                  <p:cNvSpPr/>
                  <p:nvPr/>
                </p:nvSpPr>
                <p:spPr>
                  <a:xfrm>
                    <a:off x="6329625" y="1737125"/>
                    <a:ext cx="91750" cy="121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70" h="4871" extrusionOk="0">
                        <a:moveTo>
                          <a:pt x="2602" y="0"/>
                        </a:moveTo>
                        <a:lnTo>
                          <a:pt x="0" y="4203"/>
                        </a:lnTo>
                        <a:lnTo>
                          <a:pt x="1068" y="4871"/>
                        </a:lnTo>
                        <a:lnTo>
                          <a:pt x="3669" y="667"/>
                        </a:lnTo>
                        <a:lnTo>
                          <a:pt x="2602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82" name="Google Shape;24382;p55"/>
                  <p:cNvSpPr/>
                  <p:nvPr/>
                </p:nvSpPr>
                <p:spPr>
                  <a:xfrm>
                    <a:off x="5952675" y="1472150"/>
                    <a:ext cx="145975" cy="2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39" h="8465" extrusionOk="0">
                        <a:moveTo>
                          <a:pt x="5196" y="1"/>
                        </a:moveTo>
                        <a:cubicBezTo>
                          <a:pt x="5016" y="1"/>
                          <a:pt x="4843" y="90"/>
                          <a:pt x="4737" y="259"/>
                        </a:cubicBezTo>
                        <a:lnTo>
                          <a:pt x="167" y="7631"/>
                        </a:lnTo>
                        <a:cubicBezTo>
                          <a:pt x="1" y="7897"/>
                          <a:pt x="67" y="8231"/>
                          <a:pt x="334" y="8398"/>
                        </a:cubicBezTo>
                        <a:cubicBezTo>
                          <a:pt x="412" y="8442"/>
                          <a:pt x="505" y="8464"/>
                          <a:pt x="599" y="8464"/>
                        </a:cubicBezTo>
                        <a:cubicBezTo>
                          <a:pt x="786" y="8464"/>
                          <a:pt x="979" y="8376"/>
                          <a:pt x="1068" y="8198"/>
                        </a:cubicBezTo>
                        <a:lnTo>
                          <a:pt x="5671" y="826"/>
                        </a:lnTo>
                        <a:cubicBezTo>
                          <a:pt x="5838" y="592"/>
                          <a:pt x="5738" y="225"/>
                          <a:pt x="5505" y="92"/>
                        </a:cubicBezTo>
                        <a:cubicBezTo>
                          <a:pt x="5407" y="31"/>
                          <a:pt x="5300" y="1"/>
                          <a:pt x="5196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83" name="Google Shape;24383;p55"/>
                  <p:cNvSpPr/>
                  <p:nvPr/>
                </p:nvSpPr>
                <p:spPr>
                  <a:xfrm>
                    <a:off x="6477950" y="1857975"/>
                    <a:ext cx="44325" cy="347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3" h="1389" extrusionOk="0">
                        <a:moveTo>
                          <a:pt x="879" y="1"/>
                        </a:moveTo>
                        <a:cubicBezTo>
                          <a:pt x="652" y="1"/>
                          <a:pt x="436" y="119"/>
                          <a:pt x="305" y="337"/>
                        </a:cubicBezTo>
                        <a:cubicBezTo>
                          <a:pt x="1" y="793"/>
                          <a:pt x="362" y="1388"/>
                          <a:pt x="884" y="1388"/>
                        </a:cubicBezTo>
                        <a:cubicBezTo>
                          <a:pt x="934" y="1388"/>
                          <a:pt x="986" y="1383"/>
                          <a:pt x="1039" y="1371"/>
                        </a:cubicBezTo>
                        <a:cubicBezTo>
                          <a:pt x="1639" y="1204"/>
                          <a:pt x="1773" y="403"/>
                          <a:pt x="1239" y="103"/>
                        </a:cubicBezTo>
                        <a:cubicBezTo>
                          <a:pt x="1123" y="34"/>
                          <a:pt x="1000" y="1"/>
                          <a:pt x="879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24384" name="Google Shape;24384;p55"/>
              <p:cNvGrpSpPr/>
              <p:nvPr/>
            </p:nvGrpSpPr>
            <p:grpSpPr>
              <a:xfrm>
                <a:off x="5835100" y="1235925"/>
                <a:ext cx="640475" cy="844800"/>
                <a:chOff x="5835100" y="1235925"/>
                <a:chExt cx="640475" cy="844800"/>
              </a:xfrm>
            </p:grpSpPr>
            <p:grpSp>
              <p:nvGrpSpPr>
                <p:cNvPr id="24385" name="Google Shape;24385;p55"/>
                <p:cNvGrpSpPr/>
                <p:nvPr/>
              </p:nvGrpSpPr>
              <p:grpSpPr>
                <a:xfrm>
                  <a:off x="6139475" y="1235925"/>
                  <a:ext cx="336100" cy="354450"/>
                  <a:chOff x="6139475" y="1235925"/>
                  <a:chExt cx="336100" cy="354450"/>
                </a:xfrm>
              </p:grpSpPr>
              <p:sp>
                <p:nvSpPr>
                  <p:cNvPr id="24386" name="Google Shape;24386;p55"/>
                  <p:cNvSpPr/>
                  <p:nvPr/>
                </p:nvSpPr>
                <p:spPr>
                  <a:xfrm>
                    <a:off x="6139475" y="1235925"/>
                    <a:ext cx="336100" cy="354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44" h="14178" fill="none" extrusionOk="0">
                        <a:moveTo>
                          <a:pt x="7373" y="14111"/>
                        </a:moveTo>
                        <a:cubicBezTo>
                          <a:pt x="7473" y="14177"/>
                          <a:pt x="7573" y="14144"/>
                          <a:pt x="7640" y="14077"/>
                        </a:cubicBezTo>
                        <a:lnTo>
                          <a:pt x="13410" y="4804"/>
                        </a:lnTo>
                        <a:cubicBezTo>
                          <a:pt x="13444" y="4704"/>
                          <a:pt x="13410" y="4604"/>
                          <a:pt x="13310" y="4537"/>
                        </a:cubicBezTo>
                        <a:lnTo>
                          <a:pt x="6072" y="34"/>
                        </a:lnTo>
                        <a:cubicBezTo>
                          <a:pt x="6005" y="1"/>
                          <a:pt x="5872" y="1"/>
                          <a:pt x="5805" y="101"/>
                        </a:cubicBezTo>
                        <a:lnTo>
                          <a:pt x="67" y="9341"/>
                        </a:lnTo>
                        <a:cubicBezTo>
                          <a:pt x="1" y="9441"/>
                          <a:pt x="34" y="9574"/>
                          <a:pt x="134" y="9608"/>
                        </a:cubicBezTo>
                        <a:close/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87" name="Google Shape;24387;p55"/>
                  <p:cNvSpPr/>
                  <p:nvPr/>
                </p:nvSpPr>
                <p:spPr>
                  <a:xfrm>
                    <a:off x="6172825" y="1255950"/>
                    <a:ext cx="148475" cy="23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39" h="9541" fill="none" extrusionOk="0">
                        <a:moveTo>
                          <a:pt x="5939" y="0"/>
                        </a:moveTo>
                        <a:lnTo>
                          <a:pt x="1" y="9540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88" name="Google Shape;24388;p55"/>
                  <p:cNvSpPr/>
                  <p:nvPr/>
                </p:nvSpPr>
                <p:spPr>
                  <a:xfrm>
                    <a:off x="6210375" y="1279300"/>
                    <a:ext cx="148450" cy="23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38" h="9541" fill="none" extrusionOk="0">
                        <a:moveTo>
                          <a:pt x="5938" y="0"/>
                        </a:moveTo>
                        <a:lnTo>
                          <a:pt x="0" y="9540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89" name="Google Shape;24389;p55"/>
                  <p:cNvSpPr/>
                  <p:nvPr/>
                </p:nvSpPr>
                <p:spPr>
                  <a:xfrm>
                    <a:off x="6247900" y="1302650"/>
                    <a:ext cx="148450" cy="23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38" h="9541" fill="none" extrusionOk="0">
                        <a:moveTo>
                          <a:pt x="5938" y="0"/>
                        </a:moveTo>
                        <a:lnTo>
                          <a:pt x="0" y="9540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90" name="Google Shape;24390;p55"/>
                  <p:cNvSpPr/>
                  <p:nvPr/>
                </p:nvSpPr>
                <p:spPr>
                  <a:xfrm>
                    <a:off x="6285425" y="1326000"/>
                    <a:ext cx="148450" cy="238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38" h="9541" fill="none" extrusionOk="0">
                        <a:moveTo>
                          <a:pt x="5938" y="0"/>
                        </a:moveTo>
                        <a:lnTo>
                          <a:pt x="0" y="9540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91" name="Google Shape;24391;p55"/>
                  <p:cNvSpPr/>
                  <p:nvPr/>
                </p:nvSpPr>
                <p:spPr>
                  <a:xfrm>
                    <a:off x="6262075" y="1275125"/>
                    <a:ext cx="189325" cy="117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3" h="4704" fill="none" extrusionOk="0">
                        <a:moveTo>
                          <a:pt x="0" y="0"/>
                        </a:moveTo>
                        <a:lnTo>
                          <a:pt x="7572" y="4704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92" name="Google Shape;24392;p55"/>
                  <p:cNvSpPr/>
                  <p:nvPr/>
                </p:nvSpPr>
                <p:spPr>
                  <a:xfrm>
                    <a:off x="6237050" y="1315150"/>
                    <a:ext cx="190150" cy="117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06" h="4704" fill="none" extrusionOk="0">
                        <a:moveTo>
                          <a:pt x="0" y="1"/>
                        </a:moveTo>
                        <a:lnTo>
                          <a:pt x="7606" y="4704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93" name="Google Shape;24393;p55"/>
                  <p:cNvSpPr/>
                  <p:nvPr/>
                </p:nvSpPr>
                <p:spPr>
                  <a:xfrm>
                    <a:off x="6212875" y="1354350"/>
                    <a:ext cx="189325" cy="118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3" h="4738" fill="none" extrusionOk="0">
                        <a:moveTo>
                          <a:pt x="0" y="0"/>
                        </a:moveTo>
                        <a:lnTo>
                          <a:pt x="7572" y="4737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94" name="Google Shape;24394;p55"/>
                  <p:cNvSpPr/>
                  <p:nvPr/>
                </p:nvSpPr>
                <p:spPr>
                  <a:xfrm>
                    <a:off x="6187850" y="1394375"/>
                    <a:ext cx="190150" cy="117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06" h="4704" fill="none" extrusionOk="0">
                        <a:moveTo>
                          <a:pt x="0" y="1"/>
                        </a:moveTo>
                        <a:lnTo>
                          <a:pt x="7606" y="4704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95" name="Google Shape;24395;p55"/>
                  <p:cNvSpPr/>
                  <p:nvPr/>
                </p:nvSpPr>
                <p:spPr>
                  <a:xfrm>
                    <a:off x="6162825" y="1434400"/>
                    <a:ext cx="190175" cy="117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07" h="4705" fill="none" extrusionOk="0">
                        <a:moveTo>
                          <a:pt x="1" y="1"/>
                        </a:moveTo>
                        <a:lnTo>
                          <a:pt x="7606" y="4704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96" name="Google Shape;24396;p55"/>
                  <p:cNvSpPr/>
                  <p:nvPr/>
                </p:nvSpPr>
                <p:spPr>
                  <a:xfrm>
                    <a:off x="6201200" y="1526975"/>
                    <a:ext cx="24200" cy="39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8" h="1569" fill="none" extrusionOk="0">
                        <a:moveTo>
                          <a:pt x="967" y="0"/>
                        </a:moveTo>
                        <a:lnTo>
                          <a:pt x="0" y="1568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4397" name="Google Shape;24397;p55"/>
                <p:cNvGrpSpPr/>
                <p:nvPr/>
              </p:nvGrpSpPr>
              <p:grpSpPr>
                <a:xfrm>
                  <a:off x="5835100" y="1726275"/>
                  <a:ext cx="336100" cy="354450"/>
                  <a:chOff x="5835100" y="1726275"/>
                  <a:chExt cx="336100" cy="354450"/>
                </a:xfrm>
              </p:grpSpPr>
              <p:sp>
                <p:nvSpPr>
                  <p:cNvPr id="24398" name="Google Shape;24398;p55"/>
                  <p:cNvSpPr/>
                  <p:nvPr/>
                </p:nvSpPr>
                <p:spPr>
                  <a:xfrm>
                    <a:off x="5835100" y="1726275"/>
                    <a:ext cx="336100" cy="354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444" h="14178" fill="none" extrusionOk="0">
                        <a:moveTo>
                          <a:pt x="13310" y="4571"/>
                        </a:moveTo>
                        <a:cubicBezTo>
                          <a:pt x="13410" y="4604"/>
                          <a:pt x="13443" y="4737"/>
                          <a:pt x="13410" y="4838"/>
                        </a:cubicBezTo>
                        <a:lnTo>
                          <a:pt x="7639" y="14077"/>
                        </a:lnTo>
                        <a:cubicBezTo>
                          <a:pt x="7572" y="14178"/>
                          <a:pt x="7472" y="14178"/>
                          <a:pt x="7372" y="14144"/>
                        </a:cubicBezTo>
                        <a:lnTo>
                          <a:pt x="134" y="9641"/>
                        </a:lnTo>
                        <a:cubicBezTo>
                          <a:pt x="34" y="9574"/>
                          <a:pt x="0" y="9474"/>
                          <a:pt x="67" y="9374"/>
                        </a:cubicBezTo>
                        <a:lnTo>
                          <a:pt x="5804" y="101"/>
                        </a:lnTo>
                        <a:cubicBezTo>
                          <a:pt x="5871" y="34"/>
                          <a:pt x="5971" y="1"/>
                          <a:pt x="6071" y="67"/>
                        </a:cubicBezTo>
                        <a:close/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99" name="Google Shape;24399;p55"/>
                  <p:cNvSpPr/>
                  <p:nvPr/>
                </p:nvSpPr>
                <p:spPr>
                  <a:xfrm>
                    <a:off x="5868450" y="1746300"/>
                    <a:ext cx="147625" cy="239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05" h="9574" fill="none" extrusionOk="0">
                        <a:moveTo>
                          <a:pt x="1" y="9574"/>
                        </a:moveTo>
                        <a:lnTo>
                          <a:pt x="5905" y="0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00" name="Google Shape;24400;p55"/>
                  <p:cNvSpPr/>
                  <p:nvPr/>
                </p:nvSpPr>
                <p:spPr>
                  <a:xfrm>
                    <a:off x="5905975" y="1769650"/>
                    <a:ext cx="148475" cy="239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39" h="9574" fill="none" extrusionOk="0">
                        <a:moveTo>
                          <a:pt x="1" y="9574"/>
                        </a:moveTo>
                        <a:lnTo>
                          <a:pt x="5938" y="0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01" name="Google Shape;24401;p55"/>
                  <p:cNvSpPr/>
                  <p:nvPr/>
                </p:nvSpPr>
                <p:spPr>
                  <a:xfrm>
                    <a:off x="5943500" y="1793000"/>
                    <a:ext cx="148475" cy="239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39" h="9574" fill="none" extrusionOk="0">
                        <a:moveTo>
                          <a:pt x="1" y="9574"/>
                        </a:moveTo>
                        <a:lnTo>
                          <a:pt x="5938" y="0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02" name="Google Shape;24402;p55"/>
                  <p:cNvSpPr/>
                  <p:nvPr/>
                </p:nvSpPr>
                <p:spPr>
                  <a:xfrm>
                    <a:off x="5981025" y="1816350"/>
                    <a:ext cx="148475" cy="239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39" h="9574" fill="none" extrusionOk="0">
                        <a:moveTo>
                          <a:pt x="1" y="9574"/>
                        </a:moveTo>
                        <a:lnTo>
                          <a:pt x="5938" y="0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03" name="Google Shape;24403;p55"/>
                  <p:cNvSpPr/>
                  <p:nvPr/>
                </p:nvSpPr>
                <p:spPr>
                  <a:xfrm>
                    <a:off x="5859275" y="1923100"/>
                    <a:ext cx="190175" cy="118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07" h="4737" fill="none" extrusionOk="0">
                        <a:moveTo>
                          <a:pt x="1" y="0"/>
                        </a:moveTo>
                        <a:lnTo>
                          <a:pt x="7606" y="4737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04" name="Google Shape;24404;p55"/>
                  <p:cNvSpPr/>
                  <p:nvPr/>
                </p:nvSpPr>
                <p:spPr>
                  <a:xfrm>
                    <a:off x="5884300" y="1883900"/>
                    <a:ext cx="189325" cy="117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3" h="4704" fill="none" extrusionOk="0">
                        <a:moveTo>
                          <a:pt x="0" y="0"/>
                        </a:moveTo>
                        <a:lnTo>
                          <a:pt x="7572" y="4704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05" name="Google Shape;24405;p55"/>
                  <p:cNvSpPr/>
                  <p:nvPr/>
                </p:nvSpPr>
                <p:spPr>
                  <a:xfrm>
                    <a:off x="5908475" y="1843875"/>
                    <a:ext cx="190175" cy="118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07" h="4737" fill="none" extrusionOk="0">
                        <a:moveTo>
                          <a:pt x="1" y="0"/>
                        </a:moveTo>
                        <a:lnTo>
                          <a:pt x="7606" y="4737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06" name="Google Shape;24406;p55"/>
                  <p:cNvSpPr/>
                  <p:nvPr/>
                </p:nvSpPr>
                <p:spPr>
                  <a:xfrm>
                    <a:off x="5933500" y="1803825"/>
                    <a:ext cx="189325" cy="118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573" h="4738" fill="none" extrusionOk="0">
                        <a:moveTo>
                          <a:pt x="0" y="1"/>
                        </a:moveTo>
                        <a:lnTo>
                          <a:pt x="7573" y="4738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07" name="Google Shape;24407;p55"/>
                  <p:cNvSpPr/>
                  <p:nvPr/>
                </p:nvSpPr>
                <p:spPr>
                  <a:xfrm>
                    <a:off x="5957675" y="1764650"/>
                    <a:ext cx="190175" cy="1176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07" h="4704" fill="none" extrusionOk="0">
                        <a:moveTo>
                          <a:pt x="1" y="0"/>
                        </a:moveTo>
                        <a:lnTo>
                          <a:pt x="7606" y="4704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08" name="Google Shape;24408;p55"/>
                  <p:cNvSpPr/>
                  <p:nvPr/>
                </p:nvSpPr>
                <p:spPr>
                  <a:xfrm>
                    <a:off x="6068600" y="1739625"/>
                    <a:ext cx="24200" cy="39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8" h="1569" fill="none" extrusionOk="0">
                        <a:moveTo>
                          <a:pt x="0" y="1568"/>
                        </a:moveTo>
                        <a:lnTo>
                          <a:pt x="968" y="0"/>
                        </a:lnTo>
                      </a:path>
                    </a:pathLst>
                  </a:custGeom>
                  <a:noFill/>
                  <a:ln w="10850" cap="flat" cmpd="sng">
                    <a:solidFill>
                      <a:schemeClr val="accent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24409" name="Google Shape;24409;p55"/>
              <p:cNvSpPr/>
              <p:nvPr/>
            </p:nvSpPr>
            <p:spPr>
              <a:xfrm>
                <a:off x="6019400" y="1659525"/>
                <a:ext cx="113425" cy="73475"/>
              </a:xfrm>
              <a:custGeom>
                <a:avLst/>
                <a:gdLst/>
                <a:ahLst/>
                <a:cxnLst/>
                <a:rect l="l" t="t" r="r" b="b"/>
                <a:pathLst>
                  <a:path w="4537" h="2939" extrusionOk="0">
                    <a:moveTo>
                      <a:pt x="286" y="1"/>
                    </a:moveTo>
                    <a:cubicBezTo>
                      <a:pt x="214" y="1"/>
                      <a:pt x="143" y="38"/>
                      <a:pt x="100" y="102"/>
                    </a:cubicBezTo>
                    <a:cubicBezTo>
                      <a:pt x="0" y="236"/>
                      <a:pt x="34" y="369"/>
                      <a:pt x="167" y="436"/>
                    </a:cubicBezTo>
                    <a:lnTo>
                      <a:pt x="4137" y="2904"/>
                    </a:lnTo>
                    <a:cubicBezTo>
                      <a:pt x="4172" y="2928"/>
                      <a:pt x="4212" y="2939"/>
                      <a:pt x="4253" y="2939"/>
                    </a:cubicBezTo>
                    <a:cubicBezTo>
                      <a:pt x="4327" y="2939"/>
                      <a:pt x="4406" y="2902"/>
                      <a:pt x="4470" y="2837"/>
                    </a:cubicBezTo>
                    <a:cubicBezTo>
                      <a:pt x="4537" y="2704"/>
                      <a:pt x="4503" y="2571"/>
                      <a:pt x="4370" y="2504"/>
                    </a:cubicBezTo>
                    <a:lnTo>
                      <a:pt x="401" y="35"/>
                    </a:lnTo>
                    <a:cubicBezTo>
                      <a:pt x="365" y="12"/>
                      <a:pt x="325" y="1"/>
                      <a:pt x="28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6_1">
    <p:spTree>
      <p:nvGrpSpPr>
        <p:cNvPr id="1" name="Shape 24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11" name="Google Shape;24411;p56"/>
          <p:cNvGrpSpPr/>
          <p:nvPr/>
        </p:nvGrpSpPr>
        <p:grpSpPr>
          <a:xfrm>
            <a:off x="176625" y="110350"/>
            <a:ext cx="8790774" cy="4922811"/>
            <a:chOff x="131600" y="118425"/>
            <a:chExt cx="8790774" cy="4922811"/>
          </a:xfrm>
        </p:grpSpPr>
        <p:sp>
          <p:nvSpPr>
            <p:cNvPr id="24412" name="Google Shape;24412;p56"/>
            <p:cNvSpPr/>
            <p:nvPr/>
          </p:nvSpPr>
          <p:spPr>
            <a:xfrm rot="5400000">
              <a:off x="856680" y="10329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413" name="Google Shape;24413;p56"/>
            <p:cNvGrpSpPr/>
            <p:nvPr/>
          </p:nvGrpSpPr>
          <p:grpSpPr>
            <a:xfrm>
              <a:off x="131600" y="1884558"/>
              <a:ext cx="2122449" cy="3112715"/>
              <a:chOff x="131600" y="1884558"/>
              <a:chExt cx="2122449" cy="3112715"/>
            </a:xfrm>
          </p:grpSpPr>
          <p:sp>
            <p:nvSpPr>
              <p:cNvPr id="24414" name="Google Shape;24414;p56"/>
              <p:cNvSpPr/>
              <p:nvPr/>
            </p:nvSpPr>
            <p:spPr>
              <a:xfrm rot="5400000" flipH="1">
                <a:off x="1356823" y="353957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5" name="Google Shape;24415;p56"/>
              <p:cNvSpPr/>
              <p:nvPr/>
            </p:nvSpPr>
            <p:spPr>
              <a:xfrm rot="5400000" flipH="1">
                <a:off x="368247" y="3804694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6" name="Google Shape;24416;p56"/>
              <p:cNvSpPr/>
              <p:nvPr/>
            </p:nvSpPr>
            <p:spPr>
              <a:xfrm rot="5400000" flipH="1">
                <a:off x="1212834" y="4945234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7" name="Google Shape;24417;p56"/>
              <p:cNvSpPr/>
              <p:nvPr/>
            </p:nvSpPr>
            <p:spPr>
              <a:xfrm rot="5400000" flipH="1">
                <a:off x="1889810" y="3456082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8" name="Google Shape;24418;p56"/>
              <p:cNvSpPr/>
              <p:nvPr/>
            </p:nvSpPr>
            <p:spPr>
              <a:xfrm rot="5400000" flipH="1">
                <a:off x="871337" y="4472741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9" name="Google Shape;24419;p56"/>
              <p:cNvSpPr/>
              <p:nvPr/>
            </p:nvSpPr>
            <p:spPr>
              <a:xfrm rot="5400000" flipH="1">
                <a:off x="1458022" y="2595443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0" name="Google Shape;24420;p56"/>
              <p:cNvSpPr/>
              <p:nvPr/>
            </p:nvSpPr>
            <p:spPr>
              <a:xfrm rot="5400000" flipH="1">
                <a:off x="373906" y="24622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1" name="Google Shape;24421;p56"/>
              <p:cNvSpPr/>
              <p:nvPr/>
            </p:nvSpPr>
            <p:spPr>
              <a:xfrm rot="5400000" flipH="1">
                <a:off x="573665" y="420799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2" name="Google Shape;24422;p56"/>
              <p:cNvSpPr/>
              <p:nvPr/>
            </p:nvSpPr>
            <p:spPr>
              <a:xfrm rot="5400000" flipH="1">
                <a:off x="368214" y="3290320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3" name="Google Shape;24423;p56"/>
              <p:cNvSpPr/>
              <p:nvPr/>
            </p:nvSpPr>
            <p:spPr>
              <a:xfrm rot="5400000" flipH="1">
                <a:off x="149520" y="294366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4" name="Google Shape;24424;p56"/>
              <p:cNvSpPr/>
              <p:nvPr/>
            </p:nvSpPr>
            <p:spPr>
              <a:xfrm rot="5400000" flipH="1">
                <a:off x="1558343" y="306837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5" name="Google Shape;24425;p56"/>
              <p:cNvSpPr/>
              <p:nvPr/>
            </p:nvSpPr>
            <p:spPr>
              <a:xfrm rot="5400000" flipH="1">
                <a:off x="130236" y="3708247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6" name="Google Shape;24426;p56"/>
              <p:cNvSpPr/>
              <p:nvPr/>
            </p:nvSpPr>
            <p:spPr>
              <a:xfrm rot="5400000" flipH="1">
                <a:off x="400364" y="4926212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7" name="Google Shape;24427;p56"/>
              <p:cNvSpPr/>
              <p:nvPr/>
            </p:nvSpPr>
            <p:spPr>
              <a:xfrm rot="5400000" flipH="1">
                <a:off x="799823" y="3303605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8" name="Google Shape;24428;p56"/>
              <p:cNvSpPr/>
              <p:nvPr/>
            </p:nvSpPr>
            <p:spPr>
              <a:xfrm rot="5400000" flipH="1">
                <a:off x="1234010" y="4104986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9" name="Google Shape;24429;p56"/>
              <p:cNvSpPr/>
              <p:nvPr/>
            </p:nvSpPr>
            <p:spPr>
              <a:xfrm rot="5400000" flipH="1">
                <a:off x="379148" y="2080743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0" name="Google Shape;24430;p56"/>
              <p:cNvSpPr/>
              <p:nvPr/>
            </p:nvSpPr>
            <p:spPr>
              <a:xfrm rot="5400000" flipH="1">
                <a:off x="891672" y="3760348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1" name="Google Shape;24431;p56"/>
              <p:cNvSpPr/>
              <p:nvPr/>
            </p:nvSpPr>
            <p:spPr>
              <a:xfrm rot="5400000">
                <a:off x="927170" y="1943554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2" name="Google Shape;24432;p56"/>
              <p:cNvSpPr/>
              <p:nvPr/>
            </p:nvSpPr>
            <p:spPr>
              <a:xfrm rot="5400000">
                <a:off x="1099652" y="232334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3" name="Google Shape;24433;p56"/>
              <p:cNvSpPr/>
              <p:nvPr/>
            </p:nvSpPr>
            <p:spPr>
              <a:xfrm rot="5400000">
                <a:off x="952606" y="295021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4" name="Google Shape;24434;p56"/>
              <p:cNvSpPr/>
              <p:nvPr/>
            </p:nvSpPr>
            <p:spPr>
              <a:xfrm rot="5400000">
                <a:off x="729827" y="227943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5" name="Google Shape;24435;p56"/>
              <p:cNvSpPr/>
              <p:nvPr/>
            </p:nvSpPr>
            <p:spPr>
              <a:xfrm rot="5400000">
                <a:off x="1976994" y="309729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6" name="Google Shape;24436;p56"/>
              <p:cNvSpPr/>
              <p:nvPr/>
            </p:nvSpPr>
            <p:spPr>
              <a:xfrm rot="5400000">
                <a:off x="1439631" y="1886769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7" name="Google Shape;24437;p56"/>
              <p:cNvSpPr/>
              <p:nvPr/>
            </p:nvSpPr>
            <p:spPr>
              <a:xfrm rot="5400000">
                <a:off x="2225601" y="353958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8" name="Google Shape;24438;p56"/>
              <p:cNvSpPr/>
              <p:nvPr/>
            </p:nvSpPr>
            <p:spPr>
              <a:xfrm rot="5400000">
                <a:off x="771336" y="2669355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39" name="Google Shape;24439;p56"/>
            <p:cNvGrpSpPr/>
            <p:nvPr/>
          </p:nvGrpSpPr>
          <p:grpSpPr>
            <a:xfrm flipH="1">
              <a:off x="2342550" y="2567965"/>
              <a:ext cx="3964145" cy="1455821"/>
              <a:chOff x="3233388" y="140740"/>
              <a:chExt cx="3964145" cy="1455821"/>
            </a:xfrm>
          </p:grpSpPr>
          <p:sp>
            <p:nvSpPr>
              <p:cNvPr id="24440" name="Google Shape;24440;p56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1" name="Google Shape;24441;p56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2" name="Google Shape;24442;p56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3" name="Google Shape;24443;p56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4" name="Google Shape;24444;p56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5" name="Google Shape;24445;p56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6" name="Google Shape;24446;p56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7" name="Google Shape;24447;p56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8" name="Google Shape;24448;p56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9" name="Google Shape;24449;p56"/>
              <p:cNvSpPr/>
              <p:nvPr/>
            </p:nvSpPr>
            <p:spPr>
              <a:xfrm rot="10800000" flipH="1">
                <a:off x="5542101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0" name="Google Shape;24450;p56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1" name="Google Shape;24451;p56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2" name="Google Shape;24452;p56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3" name="Google Shape;24453;p56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4" name="Google Shape;24454;p56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5" name="Google Shape;24455;p56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6" name="Google Shape;24456;p56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7" name="Google Shape;24457;p56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8" name="Google Shape;24458;p56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9" name="Google Shape;24459;p56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0" name="Google Shape;24460;p56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1" name="Google Shape;24461;p56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2" name="Google Shape;24462;p56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3" name="Google Shape;24463;p56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4" name="Google Shape;24464;p56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5" name="Google Shape;24465;p56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466" name="Google Shape;24466;p56"/>
            <p:cNvSpPr/>
            <p:nvPr/>
          </p:nvSpPr>
          <p:spPr>
            <a:xfrm rot="10800000">
              <a:off x="5467181" y="2274087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7" name="Google Shape;24467;p56"/>
            <p:cNvSpPr/>
            <p:nvPr/>
          </p:nvSpPr>
          <p:spPr>
            <a:xfrm rot="10800000">
              <a:off x="1791338" y="2418078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8" name="Google Shape;24468;p56"/>
            <p:cNvSpPr/>
            <p:nvPr/>
          </p:nvSpPr>
          <p:spPr>
            <a:xfrm rot="10800000">
              <a:off x="4994538" y="1932740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9" name="Google Shape;24469;p56"/>
            <p:cNvSpPr/>
            <p:nvPr/>
          </p:nvSpPr>
          <p:spPr>
            <a:xfrm rot="10800000">
              <a:off x="2710372" y="255468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0" name="Google Shape;24470;p56"/>
            <p:cNvSpPr/>
            <p:nvPr/>
          </p:nvSpPr>
          <p:spPr>
            <a:xfrm rot="10800000">
              <a:off x="2984293" y="1435017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1" name="Google Shape;24471;p56"/>
            <p:cNvSpPr/>
            <p:nvPr/>
          </p:nvSpPr>
          <p:spPr>
            <a:xfrm rot="10800000">
              <a:off x="4625351" y="1874393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2" name="Google Shape;24472;p56"/>
            <p:cNvSpPr/>
            <p:nvPr/>
          </p:nvSpPr>
          <p:spPr>
            <a:xfrm rot="10800000">
              <a:off x="3812259" y="1429475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3" name="Google Shape;24473;p56"/>
            <p:cNvSpPr/>
            <p:nvPr/>
          </p:nvSpPr>
          <p:spPr>
            <a:xfrm rot="10800000">
              <a:off x="3473571" y="24251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4" name="Google Shape;24474;p56"/>
            <p:cNvSpPr/>
            <p:nvPr/>
          </p:nvSpPr>
          <p:spPr>
            <a:xfrm rot="10800000">
              <a:off x="3823198" y="1863430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5" name="Google Shape;24475;p56"/>
            <p:cNvSpPr/>
            <p:nvPr/>
          </p:nvSpPr>
          <p:spPr>
            <a:xfrm rot="10800000">
              <a:off x="4626925" y="2295271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6" name="Google Shape;24476;p56"/>
            <p:cNvSpPr/>
            <p:nvPr/>
          </p:nvSpPr>
          <p:spPr>
            <a:xfrm rot="10800000">
              <a:off x="2405511" y="1257842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7" name="Google Shape;24477;p56"/>
            <p:cNvSpPr/>
            <p:nvPr/>
          </p:nvSpPr>
          <p:spPr>
            <a:xfrm rot="10800000">
              <a:off x="4282295" y="1952925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8" name="Google Shape;24478;p56"/>
            <p:cNvSpPr/>
            <p:nvPr/>
          </p:nvSpPr>
          <p:spPr>
            <a:xfrm rot="10800000" flipH="1">
              <a:off x="2379646" y="1608191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9" name="Google Shape;24479;p56"/>
            <p:cNvSpPr/>
            <p:nvPr/>
          </p:nvSpPr>
          <p:spPr>
            <a:xfrm rot="10800000" flipH="1">
              <a:off x="2845296" y="2160906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0" name="Google Shape;24480;p56"/>
            <p:cNvSpPr/>
            <p:nvPr/>
          </p:nvSpPr>
          <p:spPr>
            <a:xfrm rot="10800000" flipH="1">
              <a:off x="1555075" y="19177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1" name="Google Shape;24481;p56"/>
            <p:cNvSpPr/>
            <p:nvPr/>
          </p:nvSpPr>
          <p:spPr>
            <a:xfrm rot="10800000" flipH="1">
              <a:off x="3472169" y="201385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2" name="Google Shape;24482;p56"/>
            <p:cNvSpPr/>
            <p:nvPr/>
          </p:nvSpPr>
          <p:spPr>
            <a:xfrm rot="10800000" flipH="1">
              <a:off x="2801524" y="179093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3" name="Google Shape;24483;p56"/>
            <p:cNvSpPr/>
            <p:nvPr/>
          </p:nvSpPr>
          <p:spPr>
            <a:xfrm rot="10800000" flipH="1">
              <a:off x="2007089" y="1854122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4" name="Google Shape;24484;p56"/>
            <p:cNvSpPr/>
            <p:nvPr/>
          </p:nvSpPr>
          <p:spPr>
            <a:xfrm rot="10800000" flipH="1">
              <a:off x="2379655" y="22472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5" name="Google Shape;24485;p56"/>
            <p:cNvSpPr/>
            <p:nvPr/>
          </p:nvSpPr>
          <p:spPr>
            <a:xfrm rot="10800000" flipH="1">
              <a:off x="3188821" y="1835070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6" name="Google Shape;24486;p56"/>
            <p:cNvSpPr/>
            <p:nvPr/>
          </p:nvSpPr>
          <p:spPr>
            <a:xfrm rot="-5400000">
              <a:off x="6437893" y="3297974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7" name="Google Shape;24487;p56"/>
            <p:cNvSpPr/>
            <p:nvPr/>
          </p:nvSpPr>
          <p:spPr>
            <a:xfrm rot="-5400000">
              <a:off x="7426754" y="3563094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8" name="Google Shape;24488;p56"/>
            <p:cNvSpPr/>
            <p:nvPr/>
          </p:nvSpPr>
          <p:spPr>
            <a:xfrm rot="-5400000">
              <a:off x="6614851" y="470363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9" name="Google Shape;24489;p56"/>
            <p:cNvSpPr/>
            <p:nvPr/>
          </p:nvSpPr>
          <p:spPr>
            <a:xfrm rot="-5400000">
              <a:off x="8881564" y="41406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0" name="Google Shape;24490;p56"/>
            <p:cNvSpPr/>
            <p:nvPr/>
          </p:nvSpPr>
          <p:spPr>
            <a:xfrm rot="-5400000">
              <a:off x="7511314" y="4294041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1" name="Google Shape;24491;p56"/>
            <p:cNvSpPr/>
            <p:nvPr/>
          </p:nvSpPr>
          <p:spPr>
            <a:xfrm rot="-5400000">
              <a:off x="5855679" y="1873118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2" name="Google Shape;24492;p56"/>
            <p:cNvSpPr/>
            <p:nvPr/>
          </p:nvSpPr>
          <p:spPr>
            <a:xfrm rot="-5400000">
              <a:off x="6656524" y="28572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3" name="Google Shape;24493;p56"/>
            <p:cNvSpPr/>
            <p:nvPr/>
          </p:nvSpPr>
          <p:spPr>
            <a:xfrm rot="-5400000">
              <a:off x="7274485" y="3966392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4" name="Google Shape;24494;p56"/>
            <p:cNvSpPr/>
            <p:nvPr/>
          </p:nvSpPr>
          <p:spPr>
            <a:xfrm rot="-5400000">
              <a:off x="8443762" y="3936907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5" name="Google Shape;24495;p56"/>
            <p:cNvSpPr/>
            <p:nvPr/>
          </p:nvSpPr>
          <p:spPr>
            <a:xfrm rot="-5400000">
              <a:off x="8670718" y="359025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6" name="Google Shape;24496;p56"/>
            <p:cNvSpPr/>
            <p:nvPr/>
          </p:nvSpPr>
          <p:spPr>
            <a:xfrm rot="-5400000">
              <a:off x="6164267" y="228667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7" name="Google Shape;24497;p56"/>
            <p:cNvSpPr/>
            <p:nvPr/>
          </p:nvSpPr>
          <p:spPr>
            <a:xfrm rot="-5400000">
              <a:off x="8716418" y="435483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8" name="Google Shape;24498;p56"/>
            <p:cNvSpPr/>
            <p:nvPr/>
          </p:nvSpPr>
          <p:spPr>
            <a:xfrm rot="-5400000">
              <a:off x="7458880" y="468461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9" name="Google Shape;24499;p56"/>
            <p:cNvSpPr/>
            <p:nvPr/>
          </p:nvSpPr>
          <p:spPr>
            <a:xfrm rot="-5400000">
              <a:off x="7046617" y="3062005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0" name="Google Shape;24500;p56"/>
            <p:cNvSpPr/>
            <p:nvPr/>
          </p:nvSpPr>
          <p:spPr>
            <a:xfrm rot="-5400000">
              <a:off x="7078796" y="427188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1" name="Google Shape;24501;p56"/>
            <p:cNvSpPr/>
            <p:nvPr/>
          </p:nvSpPr>
          <p:spPr>
            <a:xfrm rot="-5400000">
              <a:off x="6943689" y="351874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2" name="Google Shape;24502;p56"/>
            <p:cNvSpPr/>
            <p:nvPr/>
          </p:nvSpPr>
          <p:spPr>
            <a:xfrm rot="-5400000" flipH="1">
              <a:off x="6867546" y="170195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3" name="Google Shape;24503;p56"/>
            <p:cNvSpPr/>
            <p:nvPr/>
          </p:nvSpPr>
          <p:spPr>
            <a:xfrm rot="-5400000" flipH="1">
              <a:off x="6728032" y="2081749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4" name="Google Shape;24504;p56"/>
            <p:cNvSpPr/>
            <p:nvPr/>
          </p:nvSpPr>
          <p:spPr>
            <a:xfrm rot="-5400000" flipH="1">
              <a:off x="6580720" y="2418065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5" name="Google Shape;24505;p56"/>
            <p:cNvSpPr/>
            <p:nvPr/>
          </p:nvSpPr>
          <p:spPr>
            <a:xfrm rot="-5400000" flipH="1">
              <a:off x="7106104" y="203783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6" name="Google Shape;24506;p56"/>
            <p:cNvSpPr/>
            <p:nvPr/>
          </p:nvSpPr>
          <p:spPr>
            <a:xfrm rot="-5400000" flipH="1">
              <a:off x="5855819" y="285569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7" name="Google Shape;24507;p56"/>
            <p:cNvSpPr/>
            <p:nvPr/>
          </p:nvSpPr>
          <p:spPr>
            <a:xfrm rot="-5400000" flipH="1">
              <a:off x="8557992" y="422419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8" name="Google Shape;24508;p56"/>
            <p:cNvSpPr/>
            <p:nvPr/>
          </p:nvSpPr>
          <p:spPr>
            <a:xfrm rot="-5400000" flipH="1">
              <a:off x="7075119" y="2427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9" name="Google Shape;24509;p56"/>
            <p:cNvSpPr/>
            <p:nvPr/>
          </p:nvSpPr>
          <p:spPr>
            <a:xfrm rot="-5400000" flipH="1">
              <a:off x="6923371" y="25580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0" name="Google Shape;24510;p56"/>
            <p:cNvSpPr/>
            <p:nvPr/>
          </p:nvSpPr>
          <p:spPr>
            <a:xfrm rot="-5400000" flipH="1">
              <a:off x="7452482" y="411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1" name="Google Shape;24511;p56"/>
            <p:cNvSpPr/>
            <p:nvPr/>
          </p:nvSpPr>
          <p:spPr>
            <a:xfrm rot="-5400000">
              <a:off x="8807099" y="641429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2" name="Google Shape;24512;p56"/>
            <p:cNvSpPr/>
            <p:nvPr/>
          </p:nvSpPr>
          <p:spPr>
            <a:xfrm>
              <a:off x="2963692" y="4896893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3" name="Google Shape;24513;p56"/>
            <p:cNvSpPr/>
            <p:nvPr/>
          </p:nvSpPr>
          <p:spPr>
            <a:xfrm>
              <a:off x="471112" y="4574671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4" name="Google Shape;24514;p56"/>
            <p:cNvSpPr/>
            <p:nvPr/>
          </p:nvSpPr>
          <p:spPr>
            <a:xfrm>
              <a:off x="2753463" y="4668875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5" name="Google Shape;24515;p56"/>
            <p:cNvSpPr/>
            <p:nvPr/>
          </p:nvSpPr>
          <p:spPr>
            <a:xfrm>
              <a:off x="6655795" y="4840317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6" name="Google Shape;24516;p56"/>
            <p:cNvSpPr/>
            <p:nvPr/>
          </p:nvSpPr>
          <p:spPr>
            <a:xfrm>
              <a:off x="4825185" y="4561639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7" name="Google Shape;24517;p56"/>
            <p:cNvSpPr/>
            <p:nvPr/>
          </p:nvSpPr>
          <p:spPr>
            <a:xfrm>
              <a:off x="4222013" y="4852496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8" name="Google Shape;24518;p56"/>
            <p:cNvSpPr/>
            <p:nvPr/>
          </p:nvSpPr>
          <p:spPr>
            <a:xfrm>
              <a:off x="2394971" y="4710131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19" name="Google Shape;24519;p56"/>
            <p:cNvSpPr/>
            <p:nvPr/>
          </p:nvSpPr>
          <p:spPr>
            <a:xfrm>
              <a:off x="261895" y="4144797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0" name="Google Shape;24520;p56"/>
            <p:cNvSpPr/>
            <p:nvPr/>
          </p:nvSpPr>
          <p:spPr>
            <a:xfrm>
              <a:off x="1147839" y="4589456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1" name="Google Shape;24521;p56"/>
            <p:cNvSpPr/>
            <p:nvPr/>
          </p:nvSpPr>
          <p:spPr>
            <a:xfrm>
              <a:off x="1651262" y="4079205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2" name="Google Shape;24522;p56"/>
            <p:cNvSpPr/>
            <p:nvPr/>
          </p:nvSpPr>
          <p:spPr>
            <a:xfrm>
              <a:off x="5460560" y="460360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3" name="Google Shape;24523;p56"/>
            <p:cNvSpPr/>
            <p:nvPr/>
          </p:nvSpPr>
          <p:spPr>
            <a:xfrm>
              <a:off x="1698183" y="481064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4" name="Google Shape;24524;p56"/>
            <p:cNvSpPr/>
            <p:nvPr/>
          </p:nvSpPr>
          <p:spPr>
            <a:xfrm>
              <a:off x="201799" y="4466009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5" name="Google Shape;24525;p56"/>
            <p:cNvSpPr/>
            <p:nvPr/>
          </p:nvSpPr>
          <p:spPr>
            <a:xfrm>
              <a:off x="3465751" y="481683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6" name="Google Shape;24526;p56"/>
            <p:cNvSpPr/>
            <p:nvPr/>
          </p:nvSpPr>
          <p:spPr>
            <a:xfrm>
              <a:off x="2625602" y="5006428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7" name="Google Shape;24527;p56"/>
            <p:cNvSpPr/>
            <p:nvPr/>
          </p:nvSpPr>
          <p:spPr>
            <a:xfrm>
              <a:off x="2785939" y="4360921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8" name="Google Shape;24528;p56"/>
            <p:cNvSpPr/>
            <p:nvPr/>
          </p:nvSpPr>
          <p:spPr>
            <a:xfrm>
              <a:off x="189850" y="4847376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9" name="Google Shape;24529;p56"/>
            <p:cNvSpPr/>
            <p:nvPr/>
          </p:nvSpPr>
          <p:spPr>
            <a:xfrm flipH="1">
              <a:off x="2255392" y="3721275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0" name="Google Shape;24530;p56"/>
            <p:cNvSpPr/>
            <p:nvPr/>
          </p:nvSpPr>
          <p:spPr>
            <a:xfrm flipH="1">
              <a:off x="1929748" y="375979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1" name="Google Shape;24531;p56"/>
            <p:cNvSpPr/>
            <p:nvPr/>
          </p:nvSpPr>
          <p:spPr>
            <a:xfrm flipH="1">
              <a:off x="3183433" y="4265621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2" name="Google Shape;24532;p56"/>
            <p:cNvSpPr/>
            <p:nvPr/>
          </p:nvSpPr>
          <p:spPr>
            <a:xfrm flipH="1">
              <a:off x="1435716" y="435061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3" name="Google Shape;24533;p56"/>
            <p:cNvSpPr/>
            <p:nvPr/>
          </p:nvSpPr>
          <p:spPr>
            <a:xfrm flipH="1">
              <a:off x="1933866" y="459499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4" name="Google Shape;24534;p56"/>
            <p:cNvSpPr/>
            <p:nvPr/>
          </p:nvSpPr>
          <p:spPr>
            <a:xfrm flipH="1">
              <a:off x="5826957" y="4975631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5" name="Google Shape;24535;p56"/>
            <p:cNvSpPr/>
            <p:nvPr/>
          </p:nvSpPr>
          <p:spPr>
            <a:xfrm flipH="1">
              <a:off x="5920051" y="4707077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6" name="Google Shape;24536;p56"/>
            <p:cNvSpPr/>
            <p:nvPr/>
          </p:nvSpPr>
          <p:spPr>
            <a:xfrm flipH="1">
              <a:off x="2402654" y="408859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7" name="Google Shape;24537;p56"/>
            <p:cNvSpPr/>
            <p:nvPr/>
          </p:nvSpPr>
          <p:spPr>
            <a:xfrm flipH="1">
              <a:off x="2060344" y="421051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8" name="Google Shape;24538;p56"/>
            <p:cNvSpPr/>
            <p:nvPr/>
          </p:nvSpPr>
          <p:spPr>
            <a:xfrm rot="10800000" flipH="1">
              <a:off x="4535130" y="4810639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9" name="Google Shape;24539;p56"/>
            <p:cNvSpPr/>
            <p:nvPr/>
          </p:nvSpPr>
          <p:spPr>
            <a:xfrm rot="10800000" flipH="1">
              <a:off x="7364662" y="4897030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0" name="Google Shape;24540;p56"/>
            <p:cNvSpPr/>
            <p:nvPr/>
          </p:nvSpPr>
          <p:spPr>
            <a:xfrm rot="10800000" flipH="1">
              <a:off x="3162438" y="4666650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1" name="Google Shape;24541;p56"/>
            <p:cNvSpPr/>
            <p:nvPr/>
          </p:nvSpPr>
          <p:spPr>
            <a:xfrm rot="10800000" flipH="1">
              <a:off x="7867920" y="4559015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2" name="Google Shape;24542;p56"/>
            <p:cNvSpPr/>
            <p:nvPr/>
          </p:nvSpPr>
          <p:spPr>
            <a:xfrm rot="10800000" flipH="1">
              <a:off x="3602098" y="4325302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3" name="Google Shape;24543;p56"/>
            <p:cNvSpPr/>
            <p:nvPr/>
          </p:nvSpPr>
          <p:spPr>
            <a:xfrm rot="10800000" flipH="1">
              <a:off x="5530138" y="491183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4" name="Google Shape;24544;p56"/>
            <p:cNvSpPr/>
            <p:nvPr/>
          </p:nvSpPr>
          <p:spPr>
            <a:xfrm rot="10800000" flipH="1">
              <a:off x="8747946" y="49025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5" name="Google Shape;24545;p56"/>
            <p:cNvSpPr/>
            <p:nvPr/>
          </p:nvSpPr>
          <p:spPr>
            <a:xfrm rot="10800000" flipH="1">
              <a:off x="3920145" y="4027480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6" name="Google Shape;24546;p56"/>
            <p:cNvSpPr/>
            <p:nvPr/>
          </p:nvSpPr>
          <p:spPr>
            <a:xfrm rot="10800000" flipH="1">
              <a:off x="7908601" y="4897013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7" name="Google Shape;24547;p56"/>
            <p:cNvSpPr/>
            <p:nvPr/>
          </p:nvSpPr>
          <p:spPr>
            <a:xfrm rot="10800000" flipH="1">
              <a:off x="8263362" y="467816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8" name="Google Shape;24548;p56"/>
            <p:cNvSpPr/>
            <p:nvPr/>
          </p:nvSpPr>
          <p:spPr>
            <a:xfrm rot="10800000" flipH="1">
              <a:off x="5062260" y="501437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9" name="Google Shape;24549;p56"/>
            <p:cNvSpPr/>
            <p:nvPr/>
          </p:nvSpPr>
          <p:spPr>
            <a:xfrm rot="10800000" flipH="1">
              <a:off x="7008383" y="459511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0" name="Google Shape;24550;p56"/>
            <p:cNvSpPr/>
            <p:nvPr/>
          </p:nvSpPr>
          <p:spPr>
            <a:xfrm rot="10800000" flipH="1">
              <a:off x="6522899" y="50118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1" name="Google Shape;24551;p56"/>
            <p:cNvSpPr/>
            <p:nvPr/>
          </p:nvSpPr>
          <p:spPr>
            <a:xfrm rot="10800000" flipH="1">
              <a:off x="4825176" y="425599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2" name="Google Shape;24552;p56"/>
            <p:cNvSpPr/>
            <p:nvPr/>
          </p:nvSpPr>
          <p:spPr>
            <a:xfrm rot="10800000" flipH="1">
              <a:off x="3801114" y="4644633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3" name="Google Shape;24553;p56"/>
            <p:cNvSpPr/>
            <p:nvPr/>
          </p:nvSpPr>
          <p:spPr>
            <a:xfrm rot="10800000" flipH="1">
              <a:off x="6242864" y="3650405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4" name="Google Shape;24554;p56"/>
            <p:cNvSpPr/>
            <p:nvPr/>
          </p:nvSpPr>
          <p:spPr>
            <a:xfrm rot="10800000" flipH="1">
              <a:off x="4355000" y="434548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5" name="Google Shape;24555;p56"/>
            <p:cNvSpPr/>
            <p:nvPr/>
          </p:nvSpPr>
          <p:spPr>
            <a:xfrm rot="10800000">
              <a:off x="6131142" y="4380978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6" name="Google Shape;24556;p56"/>
            <p:cNvSpPr/>
            <p:nvPr/>
          </p:nvSpPr>
          <p:spPr>
            <a:xfrm rot="10800000">
              <a:off x="5824398" y="4244268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7" name="Google Shape;24557;p56"/>
            <p:cNvSpPr/>
            <p:nvPr/>
          </p:nvSpPr>
          <p:spPr>
            <a:xfrm rot="10800000">
              <a:off x="7867933" y="41406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8" name="Google Shape;24558;p56"/>
            <p:cNvSpPr/>
            <p:nvPr/>
          </p:nvSpPr>
          <p:spPr>
            <a:xfrm rot="10800000">
              <a:off x="5175366" y="4406414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9" name="Google Shape;24559;p56"/>
            <p:cNvSpPr/>
            <p:nvPr/>
          </p:nvSpPr>
          <p:spPr>
            <a:xfrm rot="10800000">
              <a:off x="5788441" y="388727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0" name="Google Shape;24560;p56"/>
            <p:cNvSpPr/>
            <p:nvPr/>
          </p:nvSpPr>
          <p:spPr>
            <a:xfrm rot="10800000">
              <a:off x="6627657" y="4246684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1" name="Google Shape;24561;p56"/>
            <p:cNvSpPr/>
            <p:nvPr/>
          </p:nvSpPr>
          <p:spPr>
            <a:xfrm rot="10800000">
              <a:off x="6243864" y="46454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2" name="Google Shape;24562;p56"/>
            <p:cNvSpPr/>
            <p:nvPr/>
          </p:nvSpPr>
          <p:spPr>
            <a:xfrm rot="10800000">
              <a:off x="6739829" y="3858824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3" name="Google Shape;24563;p56"/>
            <p:cNvSpPr/>
            <p:nvPr/>
          </p:nvSpPr>
          <p:spPr>
            <a:xfrm rot="10800000">
              <a:off x="5459569" y="422763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4" name="Google Shape;24564;p56"/>
            <p:cNvSpPr/>
            <p:nvPr/>
          </p:nvSpPr>
          <p:spPr>
            <a:xfrm rot="10800000" flipH="1">
              <a:off x="1874423" y="145764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5" name="Google Shape;24565;p56"/>
            <p:cNvSpPr/>
            <p:nvPr/>
          </p:nvSpPr>
          <p:spPr>
            <a:xfrm rot="-5400000">
              <a:off x="7273617" y="1644380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566" name="Google Shape;24566;p56"/>
            <p:cNvGrpSpPr/>
            <p:nvPr/>
          </p:nvGrpSpPr>
          <p:grpSpPr>
            <a:xfrm rot="5400000">
              <a:off x="6199788" y="1372590"/>
              <a:ext cx="3964145" cy="1455821"/>
              <a:chOff x="3233388" y="140740"/>
              <a:chExt cx="3964145" cy="1455821"/>
            </a:xfrm>
          </p:grpSpPr>
          <p:sp>
            <p:nvSpPr>
              <p:cNvPr id="24567" name="Google Shape;24567;p56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8" name="Google Shape;24568;p56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9" name="Google Shape;24569;p56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0" name="Google Shape;24570;p56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1" name="Google Shape;24571;p56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2" name="Google Shape;24572;p56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3" name="Google Shape;24573;p56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4" name="Google Shape;24574;p56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5" name="Google Shape;24575;p56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6" name="Google Shape;24576;p56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7" name="Google Shape;24577;p56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8" name="Google Shape;24578;p56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9" name="Google Shape;24579;p56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0" name="Google Shape;24580;p56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1" name="Google Shape;24581;p56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2" name="Google Shape;24582;p56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3" name="Google Shape;24583;p56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4" name="Google Shape;24584;p56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5" name="Google Shape;24585;p56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6" name="Google Shape;24586;p56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7" name="Google Shape;24587;p56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8" name="Google Shape;24588;p56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9" name="Google Shape;24589;p56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0" name="Google Shape;24590;p56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1" name="Google Shape;24591;p56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2" name="Google Shape;24592;p56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593" name="Google Shape;24593;p56"/>
            <p:cNvSpPr/>
            <p:nvPr/>
          </p:nvSpPr>
          <p:spPr>
            <a:xfrm rot="-5400000" flipH="1">
              <a:off x="6408804" y="1645169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4" name="Google Shape;24594;p56"/>
            <p:cNvSpPr/>
            <p:nvPr/>
          </p:nvSpPr>
          <p:spPr>
            <a:xfrm rot="10800000">
              <a:off x="4228830" y="1192853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5" name="Google Shape;24595;p56"/>
            <p:cNvSpPr/>
            <p:nvPr/>
          </p:nvSpPr>
          <p:spPr>
            <a:xfrm rot="10800000">
              <a:off x="5446704" y="14630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6" name="Google Shape;24596;p56"/>
            <p:cNvSpPr/>
            <p:nvPr/>
          </p:nvSpPr>
          <p:spPr>
            <a:xfrm rot="10800000">
              <a:off x="4326649" y="1429493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7" name="Google Shape;24597;p56"/>
            <p:cNvSpPr/>
            <p:nvPr/>
          </p:nvSpPr>
          <p:spPr>
            <a:xfrm rot="10800000">
              <a:off x="4009721" y="2218151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598" name="Google Shape;24598;p56"/>
            <p:cNvGrpSpPr/>
            <p:nvPr/>
          </p:nvGrpSpPr>
          <p:grpSpPr>
            <a:xfrm>
              <a:off x="234224" y="118425"/>
              <a:ext cx="3532446" cy="1609151"/>
              <a:chOff x="140599" y="118425"/>
              <a:chExt cx="3532446" cy="1609151"/>
            </a:xfrm>
          </p:grpSpPr>
          <p:sp>
            <p:nvSpPr>
              <p:cNvPr id="24599" name="Google Shape;24599;p56"/>
              <p:cNvSpPr/>
              <p:nvPr/>
            </p:nvSpPr>
            <p:spPr>
              <a:xfrm>
                <a:off x="703605" y="276605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0" name="Google Shape;24600;p56"/>
              <p:cNvSpPr/>
              <p:nvPr/>
            </p:nvSpPr>
            <p:spPr>
              <a:xfrm>
                <a:off x="438762" y="1265458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1" name="Google Shape;24601;p56"/>
              <p:cNvSpPr/>
              <p:nvPr/>
            </p:nvSpPr>
            <p:spPr>
              <a:xfrm>
                <a:off x="322613" y="11842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2" name="Google Shape;24602;p56"/>
              <p:cNvSpPr/>
              <p:nvPr/>
            </p:nvSpPr>
            <p:spPr>
              <a:xfrm>
                <a:off x="3632370" y="320667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3" name="Google Shape;24603;p56"/>
              <p:cNvSpPr/>
              <p:nvPr/>
            </p:nvSpPr>
            <p:spPr>
              <a:xfrm>
                <a:off x="568548" y="863464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4" name="Google Shape;24604;p56"/>
              <p:cNvSpPr/>
              <p:nvPr/>
            </p:nvSpPr>
            <p:spPr>
              <a:xfrm>
                <a:off x="1698613" y="226284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5" name="Google Shape;24605;p56"/>
              <p:cNvSpPr/>
              <p:nvPr/>
            </p:nvSpPr>
            <p:spPr>
              <a:xfrm>
                <a:off x="332845" y="70012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6" name="Google Shape;24606;p56"/>
              <p:cNvSpPr/>
              <p:nvPr/>
            </p:nvSpPr>
            <p:spPr>
              <a:xfrm>
                <a:off x="1722212" y="63453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7" name="Google Shape;24607;p56"/>
              <p:cNvSpPr/>
              <p:nvPr/>
            </p:nvSpPr>
            <p:spPr>
              <a:xfrm>
                <a:off x="1230735" y="13101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8" name="Google Shape;24608;p56"/>
              <p:cNvSpPr/>
              <p:nvPr/>
            </p:nvSpPr>
            <p:spPr>
              <a:xfrm>
                <a:off x="600808" y="156907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9" name="Google Shape;24609;p56"/>
              <p:cNvSpPr/>
              <p:nvPr/>
            </p:nvSpPr>
            <p:spPr>
              <a:xfrm>
                <a:off x="140599" y="1048834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0" name="Google Shape;24610;p56"/>
              <p:cNvSpPr/>
              <p:nvPr/>
            </p:nvSpPr>
            <p:spPr>
              <a:xfrm>
                <a:off x="927051" y="523633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1" name="Google Shape;24611;p56"/>
              <p:cNvSpPr/>
              <p:nvPr/>
            </p:nvSpPr>
            <p:spPr>
              <a:xfrm>
                <a:off x="194752" y="45597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2" name="Google Shape;24612;p56"/>
              <p:cNvSpPr/>
              <p:nvPr/>
            </p:nvSpPr>
            <p:spPr>
              <a:xfrm>
                <a:off x="2856889" y="916246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3" name="Google Shape;24613;p56"/>
              <p:cNvSpPr/>
              <p:nvPr/>
            </p:nvSpPr>
            <p:spPr>
              <a:xfrm>
                <a:off x="300425" y="16832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4" name="Google Shape;24614;p56"/>
              <p:cNvSpPr/>
              <p:nvPr/>
            </p:nvSpPr>
            <p:spPr>
              <a:xfrm flipH="1">
                <a:off x="2326342" y="276600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5" name="Google Shape;24615;p56"/>
              <p:cNvSpPr/>
              <p:nvPr/>
            </p:nvSpPr>
            <p:spPr>
              <a:xfrm flipH="1">
                <a:off x="2000698" y="31511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6" name="Google Shape;24616;p56"/>
              <p:cNvSpPr/>
              <p:nvPr/>
            </p:nvSpPr>
            <p:spPr>
              <a:xfrm flipH="1">
                <a:off x="3254383" y="82094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7" name="Google Shape;24617;p56"/>
              <p:cNvSpPr/>
              <p:nvPr/>
            </p:nvSpPr>
            <p:spPr>
              <a:xfrm flipH="1">
                <a:off x="1343841" y="73169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8" name="Google Shape;24618;p56"/>
              <p:cNvSpPr/>
              <p:nvPr/>
            </p:nvSpPr>
            <p:spPr>
              <a:xfrm flipH="1">
                <a:off x="2803532" y="455981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9" name="Google Shape;24619;p56"/>
              <p:cNvSpPr/>
              <p:nvPr/>
            </p:nvSpPr>
            <p:spPr>
              <a:xfrm flipH="1">
                <a:off x="2896626" y="187427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0" name="Google Shape;24620;p56"/>
              <p:cNvSpPr/>
              <p:nvPr/>
            </p:nvSpPr>
            <p:spPr>
              <a:xfrm flipH="1">
                <a:off x="2473604" y="64392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1" name="Google Shape;24621;p56"/>
              <p:cNvSpPr/>
              <p:nvPr/>
            </p:nvSpPr>
            <p:spPr>
              <a:xfrm flipH="1">
                <a:off x="2131294" y="76583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2" name="Google Shape;24622;p56"/>
              <p:cNvSpPr/>
              <p:nvPr/>
            </p:nvSpPr>
            <p:spPr>
              <a:xfrm flipH="1">
                <a:off x="2004816" y="1150323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3" name="Google Shape;24623;p56"/>
              <p:cNvSpPr/>
              <p:nvPr/>
            </p:nvSpPr>
            <p:spPr>
              <a:xfrm>
                <a:off x="1218789" y="1144781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4" name="Google Shape;24624;p56"/>
              <p:cNvSpPr/>
              <p:nvPr/>
            </p:nvSpPr>
            <p:spPr>
              <a:xfrm>
                <a:off x="2465921" y="1265456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625" name="Google Shape;24625;p56"/>
            <p:cNvSpPr/>
            <p:nvPr/>
          </p:nvSpPr>
          <p:spPr>
            <a:xfrm rot="10800000">
              <a:off x="3465760" y="121062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626" name="Google Shape;24626;p56"/>
            <p:cNvGrpSpPr/>
            <p:nvPr/>
          </p:nvGrpSpPr>
          <p:grpSpPr>
            <a:xfrm>
              <a:off x="3327013" y="140740"/>
              <a:ext cx="3964145" cy="1455821"/>
              <a:chOff x="3233388" y="140740"/>
              <a:chExt cx="3964145" cy="1455821"/>
            </a:xfrm>
          </p:grpSpPr>
          <p:sp>
            <p:nvSpPr>
              <p:cNvPr id="24627" name="Google Shape;24627;p56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8" name="Google Shape;24628;p56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9" name="Google Shape;24629;p56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0" name="Google Shape;24630;p56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1" name="Google Shape;24631;p56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2" name="Google Shape;24632;p56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3" name="Google Shape;24633;p56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4" name="Google Shape;24634;p56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5" name="Google Shape;24635;p56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6" name="Google Shape;24636;p56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7" name="Google Shape;24637;p56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8" name="Google Shape;24638;p56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9" name="Google Shape;24639;p56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0" name="Google Shape;24640;p56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1" name="Google Shape;24641;p56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2" name="Google Shape;24642;p56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3" name="Google Shape;24643;p56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4" name="Google Shape;24644;p56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5" name="Google Shape;24645;p56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6" name="Google Shape;24646;p56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7" name="Google Shape;24647;p56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8" name="Google Shape;24648;p56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9" name="Google Shape;24649;p56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0" name="Google Shape;24650;p56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1" name="Google Shape;24651;p56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2" name="Google Shape;24652;p56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653" name="Google Shape;24653;p56"/>
          <p:cNvGrpSpPr/>
          <p:nvPr/>
        </p:nvGrpSpPr>
        <p:grpSpPr>
          <a:xfrm>
            <a:off x="-706730" y="-247937"/>
            <a:ext cx="3399044" cy="3421986"/>
            <a:chOff x="-706730" y="-247937"/>
            <a:chExt cx="3399044" cy="3421986"/>
          </a:xfrm>
        </p:grpSpPr>
        <p:grpSp>
          <p:nvGrpSpPr>
            <p:cNvPr id="24654" name="Google Shape;24654;p56"/>
            <p:cNvGrpSpPr/>
            <p:nvPr/>
          </p:nvGrpSpPr>
          <p:grpSpPr>
            <a:xfrm>
              <a:off x="-706730" y="-247937"/>
              <a:ext cx="3399044" cy="3421986"/>
              <a:chOff x="-513630" y="-410112"/>
              <a:chExt cx="3399044" cy="3421986"/>
            </a:xfrm>
          </p:grpSpPr>
          <p:grpSp>
            <p:nvGrpSpPr>
              <p:cNvPr id="24655" name="Google Shape;24655;p56"/>
              <p:cNvGrpSpPr/>
              <p:nvPr/>
            </p:nvGrpSpPr>
            <p:grpSpPr>
              <a:xfrm>
                <a:off x="-289105" y="-410112"/>
                <a:ext cx="3174520" cy="3421986"/>
                <a:chOff x="-289105" y="-410112"/>
                <a:chExt cx="3174520" cy="3421986"/>
              </a:xfrm>
            </p:grpSpPr>
            <p:grpSp>
              <p:nvGrpSpPr>
                <p:cNvPr id="24656" name="Google Shape;24656;p56"/>
                <p:cNvGrpSpPr/>
                <p:nvPr/>
              </p:nvGrpSpPr>
              <p:grpSpPr>
                <a:xfrm rot="-2528748" flipH="1">
                  <a:off x="1139937" y="1544051"/>
                  <a:ext cx="1240758" cy="665148"/>
                  <a:chOff x="5206900" y="826150"/>
                  <a:chExt cx="599275" cy="321250"/>
                </a:xfrm>
              </p:grpSpPr>
              <p:sp>
                <p:nvSpPr>
                  <p:cNvPr id="24657" name="Google Shape;24657;p56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58" name="Google Shape;24658;p56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59" name="Google Shape;24659;p56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60" name="Google Shape;24660;p56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61" name="Google Shape;24661;p56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62" name="Google Shape;24662;p56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63" name="Google Shape;24663;p56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64" name="Google Shape;24664;p56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65" name="Google Shape;24665;p56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66" name="Google Shape;24666;p56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67" name="Google Shape;24667;p56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68" name="Google Shape;24668;p56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69" name="Google Shape;24669;p56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70" name="Google Shape;24670;p56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4671" name="Google Shape;24671;p56"/>
                <p:cNvGrpSpPr/>
                <p:nvPr/>
              </p:nvGrpSpPr>
              <p:grpSpPr>
                <a:xfrm rot="1033525" flipH="1">
                  <a:off x="1574028" y="81642"/>
                  <a:ext cx="1240716" cy="665175"/>
                  <a:chOff x="5206900" y="826150"/>
                  <a:chExt cx="599275" cy="321250"/>
                </a:xfrm>
              </p:grpSpPr>
              <p:sp>
                <p:nvSpPr>
                  <p:cNvPr id="24672" name="Google Shape;24672;p56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73" name="Google Shape;24673;p56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74" name="Google Shape;24674;p56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75" name="Google Shape;24675;p56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76" name="Google Shape;24676;p56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77" name="Google Shape;24677;p56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78" name="Google Shape;24678;p56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79" name="Google Shape;24679;p56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80" name="Google Shape;24680;p56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81" name="Google Shape;24681;p56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82" name="Google Shape;24682;p56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83" name="Google Shape;24683;p56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84" name="Google Shape;24684;p56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85" name="Google Shape;24685;p56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4686" name="Google Shape;24686;p56"/>
                <p:cNvGrpSpPr/>
                <p:nvPr/>
              </p:nvGrpSpPr>
              <p:grpSpPr>
                <a:xfrm rot="6256591">
                  <a:off x="1268807" y="629246"/>
                  <a:ext cx="1240826" cy="665092"/>
                  <a:chOff x="5206900" y="826150"/>
                  <a:chExt cx="599275" cy="321250"/>
                </a:xfrm>
              </p:grpSpPr>
              <p:sp>
                <p:nvSpPr>
                  <p:cNvPr id="24687" name="Google Shape;24687;p56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88" name="Google Shape;24688;p56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89" name="Google Shape;24689;p56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90" name="Google Shape;24690;p56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91" name="Google Shape;24691;p56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92" name="Google Shape;24692;p56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93" name="Google Shape;24693;p56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94" name="Google Shape;24694;p56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95" name="Google Shape;24695;p56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96" name="Google Shape;24696;p56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97" name="Google Shape;24697;p56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98" name="Google Shape;24698;p56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99" name="Google Shape;24699;p56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00" name="Google Shape;24700;p56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4701" name="Google Shape;24701;p56"/>
                <p:cNvGrpSpPr/>
                <p:nvPr/>
              </p:nvGrpSpPr>
              <p:grpSpPr>
                <a:xfrm flipH="1">
                  <a:off x="-35240" y="866804"/>
                  <a:ext cx="1699100" cy="2145071"/>
                  <a:chOff x="146217" y="2712579"/>
                  <a:chExt cx="1552966" cy="1960401"/>
                </a:xfrm>
              </p:grpSpPr>
              <p:grpSp>
                <p:nvGrpSpPr>
                  <p:cNvPr id="24702" name="Google Shape;24702;p56"/>
                  <p:cNvGrpSpPr/>
                  <p:nvPr/>
                </p:nvGrpSpPr>
                <p:grpSpPr>
                  <a:xfrm>
                    <a:off x="146217" y="2712579"/>
                    <a:ext cx="1134008" cy="607901"/>
                    <a:chOff x="5206900" y="826150"/>
                    <a:chExt cx="599275" cy="321250"/>
                  </a:xfrm>
                </p:grpSpPr>
                <p:sp>
                  <p:nvSpPr>
                    <p:cNvPr id="24703" name="Google Shape;24703;p56"/>
                    <p:cNvSpPr/>
                    <p:nvPr/>
                  </p:nvSpPr>
                  <p:spPr>
                    <a:xfrm>
                      <a:off x="5206900" y="828950"/>
                      <a:ext cx="25225" cy="2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9" h="1025" extrusionOk="0">
                          <a:moveTo>
                            <a:pt x="1008" y="448"/>
                          </a:moveTo>
                          <a:cubicBezTo>
                            <a:pt x="1008" y="832"/>
                            <a:pt x="544" y="1024"/>
                            <a:pt x="272" y="752"/>
                          </a:cubicBezTo>
                          <a:cubicBezTo>
                            <a:pt x="0" y="480"/>
                            <a:pt x="192" y="0"/>
                            <a:pt x="576" y="0"/>
                          </a:cubicBezTo>
                          <a:cubicBezTo>
                            <a:pt x="816" y="0"/>
                            <a:pt x="1008" y="208"/>
                            <a:pt x="1008" y="44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04" name="Google Shape;24704;p56"/>
                    <p:cNvSpPr/>
                    <p:nvPr/>
                  </p:nvSpPr>
                  <p:spPr>
                    <a:xfrm>
                      <a:off x="5468125" y="1067750"/>
                      <a:ext cx="25625" cy="25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09" extrusionOk="0">
                          <a:moveTo>
                            <a:pt x="1024" y="433"/>
                          </a:moveTo>
                          <a:cubicBezTo>
                            <a:pt x="1024" y="817"/>
                            <a:pt x="560" y="1009"/>
                            <a:pt x="288" y="737"/>
                          </a:cubicBezTo>
                          <a:cubicBezTo>
                            <a:pt x="0" y="465"/>
                            <a:pt x="208" y="1"/>
                            <a:pt x="592" y="1"/>
                          </a:cubicBezTo>
                          <a:cubicBezTo>
                            <a:pt x="832" y="1"/>
                            <a:pt x="1024" y="193"/>
                            <a:pt x="1024" y="43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05" name="Google Shape;24705;p56"/>
                    <p:cNvSpPr/>
                    <p:nvPr/>
                  </p:nvSpPr>
                  <p:spPr>
                    <a:xfrm>
                      <a:off x="5679325" y="1085750"/>
                      <a:ext cx="25625" cy="25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26" extrusionOk="0">
                          <a:moveTo>
                            <a:pt x="1025" y="433"/>
                          </a:moveTo>
                          <a:cubicBezTo>
                            <a:pt x="1025" y="833"/>
                            <a:pt x="545" y="1025"/>
                            <a:pt x="273" y="753"/>
                          </a:cubicBezTo>
                          <a:cubicBezTo>
                            <a:pt x="1" y="481"/>
                            <a:pt x="193" y="1"/>
                            <a:pt x="577" y="1"/>
                          </a:cubicBezTo>
                          <a:cubicBezTo>
                            <a:pt x="817" y="1"/>
                            <a:pt x="1025" y="193"/>
                            <a:pt x="1025" y="43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06" name="Google Shape;24706;p56"/>
                    <p:cNvSpPr/>
                    <p:nvPr/>
                  </p:nvSpPr>
                  <p:spPr>
                    <a:xfrm>
                      <a:off x="5318900" y="877350"/>
                      <a:ext cx="4425" cy="4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" h="177" extrusionOk="0">
                          <a:moveTo>
                            <a:pt x="177" y="80"/>
                          </a:moveTo>
                          <a:cubicBezTo>
                            <a:pt x="177" y="128"/>
                            <a:pt x="145" y="176"/>
                            <a:pt x="97" y="176"/>
                          </a:cubicBezTo>
                          <a:cubicBezTo>
                            <a:pt x="49" y="176"/>
                            <a:pt x="1" y="128"/>
                            <a:pt x="1" y="80"/>
                          </a:cubicBezTo>
                          <a:cubicBezTo>
                            <a:pt x="1" y="32"/>
                            <a:pt x="49" y="0"/>
                            <a:pt x="97" y="0"/>
                          </a:cubicBezTo>
                          <a:cubicBezTo>
                            <a:pt x="145" y="0"/>
                            <a:pt x="177" y="32"/>
                            <a:pt x="177" y="8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07" name="Google Shape;24707;p56"/>
                    <p:cNvSpPr/>
                    <p:nvPr/>
                  </p:nvSpPr>
                  <p:spPr>
                    <a:xfrm>
                      <a:off x="5749725" y="10213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1" y="97"/>
                          </a:moveTo>
                          <a:cubicBezTo>
                            <a:pt x="241" y="241"/>
                            <a:pt x="1" y="1"/>
                            <a:pt x="145" y="1"/>
                          </a:cubicBezTo>
                          <a:cubicBezTo>
                            <a:pt x="193" y="1"/>
                            <a:pt x="225" y="49"/>
                            <a:pt x="241" y="9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08" name="Google Shape;24708;p56"/>
                    <p:cNvSpPr/>
                    <p:nvPr/>
                  </p:nvSpPr>
                  <p:spPr>
                    <a:xfrm>
                      <a:off x="5527725" y="8749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0" y="96"/>
                          </a:moveTo>
                          <a:cubicBezTo>
                            <a:pt x="240" y="240"/>
                            <a:pt x="0" y="0"/>
                            <a:pt x="144" y="0"/>
                          </a:cubicBezTo>
                          <a:cubicBezTo>
                            <a:pt x="192" y="0"/>
                            <a:pt x="240" y="48"/>
                            <a:pt x="240" y="96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09" name="Google Shape;24709;p56"/>
                    <p:cNvSpPr/>
                    <p:nvPr/>
                  </p:nvSpPr>
                  <p:spPr>
                    <a:xfrm>
                      <a:off x="5418900" y="861350"/>
                      <a:ext cx="6025" cy="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25" extrusionOk="0">
                          <a:moveTo>
                            <a:pt x="241" y="64"/>
                          </a:moveTo>
                          <a:cubicBezTo>
                            <a:pt x="241" y="112"/>
                            <a:pt x="225" y="160"/>
                            <a:pt x="177" y="176"/>
                          </a:cubicBezTo>
                          <a:cubicBezTo>
                            <a:pt x="49" y="224"/>
                            <a:pt x="1" y="32"/>
                            <a:pt x="129" y="16"/>
                          </a:cubicBezTo>
                          <a:cubicBezTo>
                            <a:pt x="177" y="0"/>
                            <a:pt x="225" y="16"/>
                            <a:pt x="241" y="6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10" name="Google Shape;24710;p56"/>
                    <p:cNvSpPr/>
                    <p:nvPr/>
                  </p:nvSpPr>
                  <p:spPr>
                    <a:xfrm>
                      <a:off x="5634925" y="98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1" y="209"/>
                          </a:moveTo>
                          <a:cubicBezTo>
                            <a:pt x="481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97" y="1"/>
                            <a:pt x="273" y="1"/>
                          </a:cubicBezTo>
                          <a:cubicBezTo>
                            <a:pt x="385" y="1"/>
                            <a:pt x="481" y="97"/>
                            <a:pt x="481" y="2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11" name="Google Shape;24711;p56"/>
                    <p:cNvSpPr/>
                    <p:nvPr/>
                  </p:nvSpPr>
                  <p:spPr>
                    <a:xfrm>
                      <a:off x="5717725" y="1135775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2"/>
                          </a:moveTo>
                          <a:cubicBezTo>
                            <a:pt x="465" y="368"/>
                            <a:pt x="257" y="464"/>
                            <a:pt x="129" y="336"/>
                          </a:cubicBezTo>
                          <a:cubicBezTo>
                            <a:pt x="1" y="208"/>
                            <a:pt x="81" y="0"/>
                            <a:pt x="273" y="0"/>
                          </a:cubicBezTo>
                          <a:cubicBezTo>
                            <a:pt x="385" y="0"/>
                            <a:pt x="465" y="80"/>
                            <a:pt x="465" y="19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12" name="Google Shape;24712;p56"/>
                    <p:cNvSpPr/>
                    <p:nvPr/>
                  </p:nvSpPr>
                  <p:spPr>
                    <a:xfrm>
                      <a:off x="5316900" y="997350"/>
                      <a:ext cx="116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81" extrusionOk="0">
                          <a:moveTo>
                            <a:pt x="465" y="209"/>
                          </a:moveTo>
                          <a:cubicBezTo>
                            <a:pt x="465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81" y="1"/>
                            <a:pt x="273" y="1"/>
                          </a:cubicBezTo>
                          <a:cubicBezTo>
                            <a:pt x="369" y="1"/>
                            <a:pt x="465" y="97"/>
                            <a:pt x="465" y="2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13" name="Google Shape;24713;p56"/>
                    <p:cNvSpPr/>
                    <p:nvPr/>
                  </p:nvSpPr>
                  <p:spPr>
                    <a:xfrm>
                      <a:off x="5331700" y="1124575"/>
                      <a:ext cx="120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65" extrusionOk="0">
                          <a:moveTo>
                            <a:pt x="481" y="208"/>
                          </a:moveTo>
                          <a:cubicBezTo>
                            <a:pt x="481" y="384"/>
                            <a:pt x="257" y="464"/>
                            <a:pt x="129" y="352"/>
                          </a:cubicBezTo>
                          <a:cubicBezTo>
                            <a:pt x="1" y="224"/>
                            <a:pt x="97" y="0"/>
                            <a:pt x="273" y="0"/>
                          </a:cubicBezTo>
                          <a:cubicBezTo>
                            <a:pt x="385" y="0"/>
                            <a:pt x="481" y="96"/>
                            <a:pt x="481" y="20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14" name="Google Shape;24714;p56"/>
                    <p:cNvSpPr/>
                    <p:nvPr/>
                  </p:nvSpPr>
                  <p:spPr>
                    <a:xfrm>
                      <a:off x="5794150" y="90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0" y="208"/>
                          </a:moveTo>
                          <a:cubicBezTo>
                            <a:pt x="480" y="384"/>
                            <a:pt x="256" y="480"/>
                            <a:pt x="128" y="352"/>
                          </a:cubicBezTo>
                          <a:cubicBezTo>
                            <a:pt x="0" y="224"/>
                            <a:pt x="96" y="0"/>
                            <a:pt x="272" y="0"/>
                          </a:cubicBezTo>
                          <a:cubicBezTo>
                            <a:pt x="384" y="0"/>
                            <a:pt x="480" y="96"/>
                            <a:pt x="480" y="20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15" name="Google Shape;24715;p56"/>
                    <p:cNvSpPr/>
                    <p:nvPr/>
                  </p:nvSpPr>
                  <p:spPr>
                    <a:xfrm>
                      <a:off x="5290500" y="924950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3"/>
                          </a:moveTo>
                          <a:cubicBezTo>
                            <a:pt x="465" y="369"/>
                            <a:pt x="257" y="465"/>
                            <a:pt x="129" y="337"/>
                          </a:cubicBezTo>
                          <a:cubicBezTo>
                            <a:pt x="1" y="209"/>
                            <a:pt x="97" y="0"/>
                            <a:pt x="273" y="0"/>
                          </a:cubicBezTo>
                          <a:cubicBezTo>
                            <a:pt x="385" y="0"/>
                            <a:pt x="465" y="81"/>
                            <a:pt x="465" y="19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16" name="Google Shape;24716;p56"/>
                    <p:cNvSpPr/>
                    <p:nvPr/>
                  </p:nvSpPr>
                  <p:spPr>
                    <a:xfrm>
                      <a:off x="5680925" y="826150"/>
                      <a:ext cx="43225" cy="43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9" h="1729" extrusionOk="0">
                          <a:moveTo>
                            <a:pt x="865" y="1728"/>
                          </a:moveTo>
                          <a:lnTo>
                            <a:pt x="865" y="1728"/>
                          </a:lnTo>
                          <a:cubicBezTo>
                            <a:pt x="865" y="1248"/>
                            <a:pt x="481" y="864"/>
                            <a:pt x="1" y="864"/>
                          </a:cubicBezTo>
                          <a:lnTo>
                            <a:pt x="1" y="864"/>
                          </a:lnTo>
                          <a:cubicBezTo>
                            <a:pt x="481" y="864"/>
                            <a:pt x="865" y="480"/>
                            <a:pt x="865" y="0"/>
                          </a:cubicBezTo>
                          <a:lnTo>
                            <a:pt x="865" y="0"/>
                          </a:lnTo>
                          <a:cubicBezTo>
                            <a:pt x="865" y="480"/>
                            <a:pt x="1265" y="864"/>
                            <a:pt x="1729" y="864"/>
                          </a:cubicBezTo>
                          <a:lnTo>
                            <a:pt x="1729" y="864"/>
                          </a:lnTo>
                          <a:cubicBezTo>
                            <a:pt x="1265" y="864"/>
                            <a:pt x="865" y="1248"/>
                            <a:pt x="865" y="172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4717" name="Google Shape;24717;p56"/>
                  <p:cNvGrpSpPr/>
                  <p:nvPr/>
                </p:nvGrpSpPr>
                <p:grpSpPr>
                  <a:xfrm rot="-9256633">
                    <a:off x="489429" y="3110262"/>
                    <a:ext cx="1134020" cy="607908"/>
                    <a:chOff x="5206900" y="826150"/>
                    <a:chExt cx="599275" cy="321250"/>
                  </a:xfrm>
                </p:grpSpPr>
                <p:sp>
                  <p:nvSpPr>
                    <p:cNvPr id="24718" name="Google Shape;24718;p56"/>
                    <p:cNvSpPr/>
                    <p:nvPr/>
                  </p:nvSpPr>
                  <p:spPr>
                    <a:xfrm>
                      <a:off x="5206900" y="828950"/>
                      <a:ext cx="25225" cy="2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9" h="1025" extrusionOk="0">
                          <a:moveTo>
                            <a:pt x="1008" y="448"/>
                          </a:moveTo>
                          <a:cubicBezTo>
                            <a:pt x="1008" y="832"/>
                            <a:pt x="544" y="1024"/>
                            <a:pt x="272" y="752"/>
                          </a:cubicBezTo>
                          <a:cubicBezTo>
                            <a:pt x="0" y="480"/>
                            <a:pt x="192" y="0"/>
                            <a:pt x="576" y="0"/>
                          </a:cubicBezTo>
                          <a:cubicBezTo>
                            <a:pt x="816" y="0"/>
                            <a:pt x="1008" y="208"/>
                            <a:pt x="1008" y="44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19" name="Google Shape;24719;p56"/>
                    <p:cNvSpPr/>
                    <p:nvPr/>
                  </p:nvSpPr>
                  <p:spPr>
                    <a:xfrm>
                      <a:off x="5468125" y="1067750"/>
                      <a:ext cx="25625" cy="25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09" extrusionOk="0">
                          <a:moveTo>
                            <a:pt x="1024" y="433"/>
                          </a:moveTo>
                          <a:cubicBezTo>
                            <a:pt x="1024" y="817"/>
                            <a:pt x="560" y="1009"/>
                            <a:pt x="288" y="737"/>
                          </a:cubicBezTo>
                          <a:cubicBezTo>
                            <a:pt x="0" y="465"/>
                            <a:pt x="208" y="1"/>
                            <a:pt x="592" y="1"/>
                          </a:cubicBezTo>
                          <a:cubicBezTo>
                            <a:pt x="832" y="1"/>
                            <a:pt x="1024" y="193"/>
                            <a:pt x="1024" y="43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20" name="Google Shape;24720;p56"/>
                    <p:cNvSpPr/>
                    <p:nvPr/>
                  </p:nvSpPr>
                  <p:spPr>
                    <a:xfrm>
                      <a:off x="5679325" y="1085750"/>
                      <a:ext cx="25625" cy="25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26" extrusionOk="0">
                          <a:moveTo>
                            <a:pt x="1025" y="433"/>
                          </a:moveTo>
                          <a:cubicBezTo>
                            <a:pt x="1025" y="833"/>
                            <a:pt x="545" y="1025"/>
                            <a:pt x="273" y="753"/>
                          </a:cubicBezTo>
                          <a:cubicBezTo>
                            <a:pt x="1" y="481"/>
                            <a:pt x="193" y="1"/>
                            <a:pt x="577" y="1"/>
                          </a:cubicBezTo>
                          <a:cubicBezTo>
                            <a:pt x="817" y="1"/>
                            <a:pt x="1025" y="193"/>
                            <a:pt x="1025" y="43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21" name="Google Shape;24721;p56"/>
                    <p:cNvSpPr/>
                    <p:nvPr/>
                  </p:nvSpPr>
                  <p:spPr>
                    <a:xfrm>
                      <a:off x="5318900" y="877350"/>
                      <a:ext cx="4425" cy="4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" h="177" extrusionOk="0">
                          <a:moveTo>
                            <a:pt x="177" y="80"/>
                          </a:moveTo>
                          <a:cubicBezTo>
                            <a:pt x="177" y="128"/>
                            <a:pt x="145" y="176"/>
                            <a:pt x="97" y="176"/>
                          </a:cubicBezTo>
                          <a:cubicBezTo>
                            <a:pt x="49" y="176"/>
                            <a:pt x="1" y="128"/>
                            <a:pt x="1" y="80"/>
                          </a:cubicBezTo>
                          <a:cubicBezTo>
                            <a:pt x="1" y="32"/>
                            <a:pt x="49" y="0"/>
                            <a:pt x="97" y="0"/>
                          </a:cubicBezTo>
                          <a:cubicBezTo>
                            <a:pt x="145" y="0"/>
                            <a:pt x="177" y="32"/>
                            <a:pt x="177" y="8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22" name="Google Shape;24722;p56"/>
                    <p:cNvSpPr/>
                    <p:nvPr/>
                  </p:nvSpPr>
                  <p:spPr>
                    <a:xfrm>
                      <a:off x="5749725" y="10213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1" y="97"/>
                          </a:moveTo>
                          <a:cubicBezTo>
                            <a:pt x="241" y="241"/>
                            <a:pt x="1" y="1"/>
                            <a:pt x="145" y="1"/>
                          </a:cubicBezTo>
                          <a:cubicBezTo>
                            <a:pt x="193" y="1"/>
                            <a:pt x="225" y="49"/>
                            <a:pt x="241" y="9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23" name="Google Shape;24723;p56"/>
                    <p:cNvSpPr/>
                    <p:nvPr/>
                  </p:nvSpPr>
                  <p:spPr>
                    <a:xfrm>
                      <a:off x="5527725" y="8749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0" y="96"/>
                          </a:moveTo>
                          <a:cubicBezTo>
                            <a:pt x="240" y="240"/>
                            <a:pt x="0" y="0"/>
                            <a:pt x="144" y="0"/>
                          </a:cubicBezTo>
                          <a:cubicBezTo>
                            <a:pt x="192" y="0"/>
                            <a:pt x="240" y="48"/>
                            <a:pt x="240" y="96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24" name="Google Shape;24724;p56"/>
                    <p:cNvSpPr/>
                    <p:nvPr/>
                  </p:nvSpPr>
                  <p:spPr>
                    <a:xfrm>
                      <a:off x="5418900" y="861350"/>
                      <a:ext cx="6025" cy="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25" extrusionOk="0">
                          <a:moveTo>
                            <a:pt x="241" y="64"/>
                          </a:moveTo>
                          <a:cubicBezTo>
                            <a:pt x="241" y="112"/>
                            <a:pt x="225" y="160"/>
                            <a:pt x="177" y="176"/>
                          </a:cubicBezTo>
                          <a:cubicBezTo>
                            <a:pt x="49" y="224"/>
                            <a:pt x="1" y="32"/>
                            <a:pt x="129" y="16"/>
                          </a:cubicBezTo>
                          <a:cubicBezTo>
                            <a:pt x="177" y="0"/>
                            <a:pt x="225" y="16"/>
                            <a:pt x="241" y="6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25" name="Google Shape;24725;p56"/>
                    <p:cNvSpPr/>
                    <p:nvPr/>
                  </p:nvSpPr>
                  <p:spPr>
                    <a:xfrm>
                      <a:off x="5634925" y="98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1" y="209"/>
                          </a:moveTo>
                          <a:cubicBezTo>
                            <a:pt x="481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97" y="1"/>
                            <a:pt x="273" y="1"/>
                          </a:cubicBezTo>
                          <a:cubicBezTo>
                            <a:pt x="385" y="1"/>
                            <a:pt x="481" y="97"/>
                            <a:pt x="481" y="2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26" name="Google Shape;24726;p56"/>
                    <p:cNvSpPr/>
                    <p:nvPr/>
                  </p:nvSpPr>
                  <p:spPr>
                    <a:xfrm>
                      <a:off x="5717725" y="1135775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2"/>
                          </a:moveTo>
                          <a:cubicBezTo>
                            <a:pt x="465" y="368"/>
                            <a:pt x="257" y="464"/>
                            <a:pt x="129" y="336"/>
                          </a:cubicBezTo>
                          <a:cubicBezTo>
                            <a:pt x="1" y="208"/>
                            <a:pt x="81" y="0"/>
                            <a:pt x="273" y="0"/>
                          </a:cubicBezTo>
                          <a:cubicBezTo>
                            <a:pt x="385" y="0"/>
                            <a:pt x="465" y="80"/>
                            <a:pt x="465" y="19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27" name="Google Shape;24727;p56"/>
                    <p:cNvSpPr/>
                    <p:nvPr/>
                  </p:nvSpPr>
                  <p:spPr>
                    <a:xfrm>
                      <a:off x="5316900" y="997350"/>
                      <a:ext cx="116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81" extrusionOk="0">
                          <a:moveTo>
                            <a:pt x="465" y="209"/>
                          </a:moveTo>
                          <a:cubicBezTo>
                            <a:pt x="465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81" y="1"/>
                            <a:pt x="273" y="1"/>
                          </a:cubicBezTo>
                          <a:cubicBezTo>
                            <a:pt x="369" y="1"/>
                            <a:pt x="465" y="97"/>
                            <a:pt x="465" y="2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28" name="Google Shape;24728;p56"/>
                    <p:cNvSpPr/>
                    <p:nvPr/>
                  </p:nvSpPr>
                  <p:spPr>
                    <a:xfrm>
                      <a:off x="5331700" y="1124575"/>
                      <a:ext cx="120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65" extrusionOk="0">
                          <a:moveTo>
                            <a:pt x="481" y="208"/>
                          </a:moveTo>
                          <a:cubicBezTo>
                            <a:pt x="481" y="384"/>
                            <a:pt x="257" y="464"/>
                            <a:pt x="129" y="352"/>
                          </a:cubicBezTo>
                          <a:cubicBezTo>
                            <a:pt x="1" y="224"/>
                            <a:pt x="97" y="0"/>
                            <a:pt x="273" y="0"/>
                          </a:cubicBezTo>
                          <a:cubicBezTo>
                            <a:pt x="385" y="0"/>
                            <a:pt x="481" y="96"/>
                            <a:pt x="481" y="20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29" name="Google Shape;24729;p56"/>
                    <p:cNvSpPr/>
                    <p:nvPr/>
                  </p:nvSpPr>
                  <p:spPr>
                    <a:xfrm>
                      <a:off x="5794150" y="90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0" y="208"/>
                          </a:moveTo>
                          <a:cubicBezTo>
                            <a:pt x="480" y="384"/>
                            <a:pt x="256" y="480"/>
                            <a:pt x="128" y="352"/>
                          </a:cubicBezTo>
                          <a:cubicBezTo>
                            <a:pt x="0" y="224"/>
                            <a:pt x="96" y="0"/>
                            <a:pt x="272" y="0"/>
                          </a:cubicBezTo>
                          <a:cubicBezTo>
                            <a:pt x="384" y="0"/>
                            <a:pt x="480" y="96"/>
                            <a:pt x="480" y="20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30" name="Google Shape;24730;p56"/>
                    <p:cNvSpPr/>
                    <p:nvPr/>
                  </p:nvSpPr>
                  <p:spPr>
                    <a:xfrm>
                      <a:off x="5290500" y="924950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3"/>
                          </a:moveTo>
                          <a:cubicBezTo>
                            <a:pt x="465" y="369"/>
                            <a:pt x="257" y="465"/>
                            <a:pt x="129" y="337"/>
                          </a:cubicBezTo>
                          <a:cubicBezTo>
                            <a:pt x="1" y="209"/>
                            <a:pt x="97" y="0"/>
                            <a:pt x="273" y="0"/>
                          </a:cubicBezTo>
                          <a:cubicBezTo>
                            <a:pt x="385" y="0"/>
                            <a:pt x="465" y="81"/>
                            <a:pt x="465" y="19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31" name="Google Shape;24731;p56"/>
                    <p:cNvSpPr/>
                    <p:nvPr/>
                  </p:nvSpPr>
                  <p:spPr>
                    <a:xfrm>
                      <a:off x="5680925" y="826150"/>
                      <a:ext cx="43225" cy="43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9" h="1729" extrusionOk="0">
                          <a:moveTo>
                            <a:pt x="865" y="1728"/>
                          </a:moveTo>
                          <a:lnTo>
                            <a:pt x="865" y="1728"/>
                          </a:lnTo>
                          <a:cubicBezTo>
                            <a:pt x="865" y="1248"/>
                            <a:pt x="481" y="864"/>
                            <a:pt x="1" y="864"/>
                          </a:cubicBezTo>
                          <a:lnTo>
                            <a:pt x="1" y="864"/>
                          </a:lnTo>
                          <a:cubicBezTo>
                            <a:pt x="481" y="864"/>
                            <a:pt x="865" y="480"/>
                            <a:pt x="865" y="0"/>
                          </a:cubicBezTo>
                          <a:lnTo>
                            <a:pt x="865" y="0"/>
                          </a:lnTo>
                          <a:cubicBezTo>
                            <a:pt x="865" y="480"/>
                            <a:pt x="1265" y="864"/>
                            <a:pt x="1729" y="864"/>
                          </a:cubicBezTo>
                          <a:lnTo>
                            <a:pt x="1729" y="864"/>
                          </a:lnTo>
                          <a:cubicBezTo>
                            <a:pt x="1265" y="864"/>
                            <a:pt x="865" y="1248"/>
                            <a:pt x="865" y="172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24732" name="Google Shape;24732;p56"/>
                  <p:cNvGrpSpPr/>
                  <p:nvPr/>
                </p:nvGrpSpPr>
                <p:grpSpPr>
                  <a:xfrm rot="7120513" flipH="1">
                    <a:off x="538618" y="3725726"/>
                    <a:ext cx="1133997" cy="607895"/>
                    <a:chOff x="5206900" y="826150"/>
                    <a:chExt cx="599275" cy="321250"/>
                  </a:xfrm>
                </p:grpSpPr>
                <p:sp>
                  <p:nvSpPr>
                    <p:cNvPr id="24733" name="Google Shape;24733;p56"/>
                    <p:cNvSpPr/>
                    <p:nvPr/>
                  </p:nvSpPr>
                  <p:spPr>
                    <a:xfrm>
                      <a:off x="5206900" y="828950"/>
                      <a:ext cx="25225" cy="2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09" h="1025" extrusionOk="0">
                          <a:moveTo>
                            <a:pt x="1008" y="448"/>
                          </a:moveTo>
                          <a:cubicBezTo>
                            <a:pt x="1008" y="832"/>
                            <a:pt x="544" y="1024"/>
                            <a:pt x="272" y="752"/>
                          </a:cubicBezTo>
                          <a:cubicBezTo>
                            <a:pt x="0" y="480"/>
                            <a:pt x="192" y="0"/>
                            <a:pt x="576" y="0"/>
                          </a:cubicBezTo>
                          <a:cubicBezTo>
                            <a:pt x="816" y="0"/>
                            <a:pt x="1008" y="208"/>
                            <a:pt x="1008" y="44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34" name="Google Shape;24734;p56"/>
                    <p:cNvSpPr/>
                    <p:nvPr/>
                  </p:nvSpPr>
                  <p:spPr>
                    <a:xfrm>
                      <a:off x="5468125" y="1067750"/>
                      <a:ext cx="25625" cy="25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09" extrusionOk="0">
                          <a:moveTo>
                            <a:pt x="1024" y="433"/>
                          </a:moveTo>
                          <a:cubicBezTo>
                            <a:pt x="1024" y="817"/>
                            <a:pt x="560" y="1009"/>
                            <a:pt x="288" y="737"/>
                          </a:cubicBezTo>
                          <a:cubicBezTo>
                            <a:pt x="0" y="465"/>
                            <a:pt x="208" y="1"/>
                            <a:pt x="592" y="1"/>
                          </a:cubicBezTo>
                          <a:cubicBezTo>
                            <a:pt x="832" y="1"/>
                            <a:pt x="1024" y="193"/>
                            <a:pt x="1024" y="43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35" name="Google Shape;24735;p56"/>
                    <p:cNvSpPr/>
                    <p:nvPr/>
                  </p:nvSpPr>
                  <p:spPr>
                    <a:xfrm>
                      <a:off x="5679325" y="1085750"/>
                      <a:ext cx="25625" cy="2565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5" h="1026" extrusionOk="0">
                          <a:moveTo>
                            <a:pt x="1025" y="433"/>
                          </a:moveTo>
                          <a:cubicBezTo>
                            <a:pt x="1025" y="833"/>
                            <a:pt x="545" y="1025"/>
                            <a:pt x="273" y="753"/>
                          </a:cubicBezTo>
                          <a:cubicBezTo>
                            <a:pt x="1" y="481"/>
                            <a:pt x="193" y="1"/>
                            <a:pt x="577" y="1"/>
                          </a:cubicBezTo>
                          <a:cubicBezTo>
                            <a:pt x="817" y="1"/>
                            <a:pt x="1025" y="193"/>
                            <a:pt x="1025" y="43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36" name="Google Shape;24736;p56"/>
                    <p:cNvSpPr/>
                    <p:nvPr/>
                  </p:nvSpPr>
                  <p:spPr>
                    <a:xfrm>
                      <a:off x="5318900" y="877350"/>
                      <a:ext cx="4425" cy="44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7" h="177" extrusionOk="0">
                          <a:moveTo>
                            <a:pt x="177" y="80"/>
                          </a:moveTo>
                          <a:cubicBezTo>
                            <a:pt x="177" y="128"/>
                            <a:pt x="145" y="176"/>
                            <a:pt x="97" y="176"/>
                          </a:cubicBezTo>
                          <a:cubicBezTo>
                            <a:pt x="49" y="176"/>
                            <a:pt x="1" y="128"/>
                            <a:pt x="1" y="80"/>
                          </a:cubicBezTo>
                          <a:cubicBezTo>
                            <a:pt x="1" y="32"/>
                            <a:pt x="49" y="0"/>
                            <a:pt x="97" y="0"/>
                          </a:cubicBezTo>
                          <a:cubicBezTo>
                            <a:pt x="145" y="0"/>
                            <a:pt x="177" y="32"/>
                            <a:pt x="177" y="80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37" name="Google Shape;24737;p56"/>
                    <p:cNvSpPr/>
                    <p:nvPr/>
                  </p:nvSpPr>
                  <p:spPr>
                    <a:xfrm>
                      <a:off x="5749725" y="10213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1" y="97"/>
                          </a:moveTo>
                          <a:cubicBezTo>
                            <a:pt x="241" y="241"/>
                            <a:pt x="1" y="1"/>
                            <a:pt x="145" y="1"/>
                          </a:cubicBezTo>
                          <a:cubicBezTo>
                            <a:pt x="193" y="1"/>
                            <a:pt x="225" y="49"/>
                            <a:pt x="241" y="97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38" name="Google Shape;24738;p56"/>
                    <p:cNvSpPr/>
                    <p:nvPr/>
                  </p:nvSpPr>
                  <p:spPr>
                    <a:xfrm>
                      <a:off x="5527725" y="874950"/>
                      <a:ext cx="6025" cy="6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41" extrusionOk="0">
                          <a:moveTo>
                            <a:pt x="240" y="96"/>
                          </a:moveTo>
                          <a:cubicBezTo>
                            <a:pt x="240" y="240"/>
                            <a:pt x="0" y="0"/>
                            <a:pt x="144" y="0"/>
                          </a:cubicBezTo>
                          <a:cubicBezTo>
                            <a:pt x="192" y="0"/>
                            <a:pt x="240" y="48"/>
                            <a:pt x="240" y="96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39" name="Google Shape;24739;p56"/>
                    <p:cNvSpPr/>
                    <p:nvPr/>
                  </p:nvSpPr>
                  <p:spPr>
                    <a:xfrm>
                      <a:off x="5418900" y="861350"/>
                      <a:ext cx="6025" cy="5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1" h="225" extrusionOk="0">
                          <a:moveTo>
                            <a:pt x="241" y="64"/>
                          </a:moveTo>
                          <a:cubicBezTo>
                            <a:pt x="241" y="112"/>
                            <a:pt x="225" y="160"/>
                            <a:pt x="177" y="176"/>
                          </a:cubicBezTo>
                          <a:cubicBezTo>
                            <a:pt x="49" y="224"/>
                            <a:pt x="1" y="32"/>
                            <a:pt x="129" y="16"/>
                          </a:cubicBezTo>
                          <a:cubicBezTo>
                            <a:pt x="177" y="0"/>
                            <a:pt x="225" y="16"/>
                            <a:pt x="241" y="6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40" name="Google Shape;24740;p56"/>
                    <p:cNvSpPr/>
                    <p:nvPr/>
                  </p:nvSpPr>
                  <p:spPr>
                    <a:xfrm>
                      <a:off x="5634925" y="98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1" y="209"/>
                          </a:moveTo>
                          <a:cubicBezTo>
                            <a:pt x="481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97" y="1"/>
                            <a:pt x="273" y="1"/>
                          </a:cubicBezTo>
                          <a:cubicBezTo>
                            <a:pt x="385" y="1"/>
                            <a:pt x="481" y="97"/>
                            <a:pt x="481" y="2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41" name="Google Shape;24741;p56"/>
                    <p:cNvSpPr/>
                    <p:nvPr/>
                  </p:nvSpPr>
                  <p:spPr>
                    <a:xfrm>
                      <a:off x="5717725" y="1135775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2"/>
                          </a:moveTo>
                          <a:cubicBezTo>
                            <a:pt x="465" y="368"/>
                            <a:pt x="257" y="464"/>
                            <a:pt x="129" y="336"/>
                          </a:cubicBezTo>
                          <a:cubicBezTo>
                            <a:pt x="1" y="208"/>
                            <a:pt x="81" y="0"/>
                            <a:pt x="273" y="0"/>
                          </a:cubicBezTo>
                          <a:cubicBezTo>
                            <a:pt x="385" y="0"/>
                            <a:pt x="465" y="80"/>
                            <a:pt x="465" y="19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42" name="Google Shape;24742;p56"/>
                    <p:cNvSpPr/>
                    <p:nvPr/>
                  </p:nvSpPr>
                  <p:spPr>
                    <a:xfrm>
                      <a:off x="5316900" y="997350"/>
                      <a:ext cx="116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81" extrusionOk="0">
                          <a:moveTo>
                            <a:pt x="465" y="209"/>
                          </a:moveTo>
                          <a:cubicBezTo>
                            <a:pt x="465" y="385"/>
                            <a:pt x="257" y="481"/>
                            <a:pt x="129" y="353"/>
                          </a:cubicBezTo>
                          <a:cubicBezTo>
                            <a:pt x="1" y="225"/>
                            <a:pt x="81" y="1"/>
                            <a:pt x="273" y="1"/>
                          </a:cubicBezTo>
                          <a:cubicBezTo>
                            <a:pt x="369" y="1"/>
                            <a:pt x="465" y="97"/>
                            <a:pt x="465" y="20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43" name="Google Shape;24743;p56"/>
                    <p:cNvSpPr/>
                    <p:nvPr/>
                  </p:nvSpPr>
                  <p:spPr>
                    <a:xfrm>
                      <a:off x="5331700" y="1124575"/>
                      <a:ext cx="120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65" extrusionOk="0">
                          <a:moveTo>
                            <a:pt x="481" y="208"/>
                          </a:moveTo>
                          <a:cubicBezTo>
                            <a:pt x="481" y="384"/>
                            <a:pt x="257" y="464"/>
                            <a:pt x="129" y="352"/>
                          </a:cubicBezTo>
                          <a:cubicBezTo>
                            <a:pt x="1" y="224"/>
                            <a:pt x="97" y="0"/>
                            <a:pt x="273" y="0"/>
                          </a:cubicBezTo>
                          <a:cubicBezTo>
                            <a:pt x="385" y="0"/>
                            <a:pt x="481" y="96"/>
                            <a:pt x="481" y="20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44" name="Google Shape;24744;p56"/>
                    <p:cNvSpPr/>
                    <p:nvPr/>
                  </p:nvSpPr>
                  <p:spPr>
                    <a:xfrm>
                      <a:off x="5794150" y="906150"/>
                      <a:ext cx="12025" cy="120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1" h="481" extrusionOk="0">
                          <a:moveTo>
                            <a:pt x="480" y="208"/>
                          </a:moveTo>
                          <a:cubicBezTo>
                            <a:pt x="480" y="384"/>
                            <a:pt x="256" y="480"/>
                            <a:pt x="128" y="352"/>
                          </a:cubicBezTo>
                          <a:cubicBezTo>
                            <a:pt x="0" y="224"/>
                            <a:pt x="96" y="0"/>
                            <a:pt x="272" y="0"/>
                          </a:cubicBezTo>
                          <a:cubicBezTo>
                            <a:pt x="384" y="0"/>
                            <a:pt x="480" y="96"/>
                            <a:pt x="480" y="20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45" name="Google Shape;24745;p56"/>
                    <p:cNvSpPr/>
                    <p:nvPr/>
                  </p:nvSpPr>
                  <p:spPr>
                    <a:xfrm>
                      <a:off x="5290500" y="924950"/>
                      <a:ext cx="11625" cy="116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5" h="465" extrusionOk="0">
                          <a:moveTo>
                            <a:pt x="465" y="193"/>
                          </a:moveTo>
                          <a:cubicBezTo>
                            <a:pt x="465" y="369"/>
                            <a:pt x="257" y="465"/>
                            <a:pt x="129" y="337"/>
                          </a:cubicBezTo>
                          <a:cubicBezTo>
                            <a:pt x="1" y="209"/>
                            <a:pt x="97" y="0"/>
                            <a:pt x="273" y="0"/>
                          </a:cubicBezTo>
                          <a:cubicBezTo>
                            <a:pt x="385" y="0"/>
                            <a:pt x="465" y="81"/>
                            <a:pt x="465" y="19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46" name="Google Shape;24746;p56"/>
                    <p:cNvSpPr/>
                    <p:nvPr/>
                  </p:nvSpPr>
                  <p:spPr>
                    <a:xfrm>
                      <a:off x="5680925" y="826150"/>
                      <a:ext cx="43225" cy="4322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9" h="1729" extrusionOk="0">
                          <a:moveTo>
                            <a:pt x="865" y="1728"/>
                          </a:moveTo>
                          <a:lnTo>
                            <a:pt x="865" y="1728"/>
                          </a:lnTo>
                          <a:cubicBezTo>
                            <a:pt x="865" y="1248"/>
                            <a:pt x="481" y="864"/>
                            <a:pt x="1" y="864"/>
                          </a:cubicBezTo>
                          <a:lnTo>
                            <a:pt x="1" y="864"/>
                          </a:lnTo>
                          <a:cubicBezTo>
                            <a:pt x="481" y="864"/>
                            <a:pt x="865" y="480"/>
                            <a:pt x="865" y="0"/>
                          </a:cubicBezTo>
                          <a:lnTo>
                            <a:pt x="865" y="0"/>
                          </a:lnTo>
                          <a:cubicBezTo>
                            <a:pt x="865" y="480"/>
                            <a:pt x="1265" y="864"/>
                            <a:pt x="1729" y="864"/>
                          </a:cubicBezTo>
                          <a:lnTo>
                            <a:pt x="1729" y="864"/>
                          </a:lnTo>
                          <a:cubicBezTo>
                            <a:pt x="1265" y="864"/>
                            <a:pt x="865" y="1248"/>
                            <a:pt x="865" y="1728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24747" name="Google Shape;24747;p56"/>
                <p:cNvGrpSpPr/>
                <p:nvPr/>
              </p:nvGrpSpPr>
              <p:grpSpPr>
                <a:xfrm rot="446386">
                  <a:off x="1421080" y="781885"/>
                  <a:ext cx="1240817" cy="665090"/>
                  <a:chOff x="5206900" y="826150"/>
                  <a:chExt cx="599275" cy="321250"/>
                </a:xfrm>
              </p:grpSpPr>
              <p:sp>
                <p:nvSpPr>
                  <p:cNvPr id="24748" name="Google Shape;24748;p56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49" name="Google Shape;24749;p56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50" name="Google Shape;24750;p56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51" name="Google Shape;24751;p56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52" name="Google Shape;24752;p56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53" name="Google Shape;24753;p56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54" name="Google Shape;24754;p56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55" name="Google Shape;24755;p56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56" name="Google Shape;24756;p56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57" name="Google Shape;24757;p56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58" name="Google Shape;24758;p56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59" name="Google Shape;24759;p56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60" name="Google Shape;24760;p56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61" name="Google Shape;24761;p56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4762" name="Google Shape;24762;p56"/>
                <p:cNvGrpSpPr/>
                <p:nvPr/>
              </p:nvGrpSpPr>
              <p:grpSpPr>
                <a:xfrm rot="-2528748" flipH="1">
                  <a:off x="-226338" y="-79824"/>
                  <a:ext cx="1240758" cy="665148"/>
                  <a:chOff x="5206900" y="826150"/>
                  <a:chExt cx="599275" cy="321250"/>
                </a:xfrm>
              </p:grpSpPr>
              <p:sp>
                <p:nvSpPr>
                  <p:cNvPr id="24763" name="Google Shape;24763;p56"/>
                  <p:cNvSpPr/>
                  <p:nvPr/>
                </p:nvSpPr>
                <p:spPr>
                  <a:xfrm>
                    <a:off x="5206900" y="828950"/>
                    <a:ext cx="25225" cy="2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09" h="1025" extrusionOk="0">
                        <a:moveTo>
                          <a:pt x="1008" y="448"/>
                        </a:moveTo>
                        <a:cubicBezTo>
                          <a:pt x="1008" y="832"/>
                          <a:pt x="544" y="1024"/>
                          <a:pt x="272" y="752"/>
                        </a:cubicBezTo>
                        <a:cubicBezTo>
                          <a:pt x="0" y="480"/>
                          <a:pt x="192" y="0"/>
                          <a:pt x="576" y="0"/>
                        </a:cubicBezTo>
                        <a:cubicBezTo>
                          <a:pt x="816" y="0"/>
                          <a:pt x="1008" y="208"/>
                          <a:pt x="1008" y="44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64" name="Google Shape;24764;p56"/>
                  <p:cNvSpPr/>
                  <p:nvPr/>
                </p:nvSpPr>
                <p:spPr>
                  <a:xfrm>
                    <a:off x="5468125" y="1067750"/>
                    <a:ext cx="25625" cy="25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09" extrusionOk="0">
                        <a:moveTo>
                          <a:pt x="1024" y="433"/>
                        </a:moveTo>
                        <a:cubicBezTo>
                          <a:pt x="1024" y="817"/>
                          <a:pt x="560" y="1009"/>
                          <a:pt x="288" y="737"/>
                        </a:cubicBezTo>
                        <a:cubicBezTo>
                          <a:pt x="0" y="465"/>
                          <a:pt x="208" y="1"/>
                          <a:pt x="592" y="1"/>
                        </a:cubicBezTo>
                        <a:cubicBezTo>
                          <a:pt x="832" y="1"/>
                          <a:pt x="1024" y="193"/>
                          <a:pt x="1024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65" name="Google Shape;24765;p56"/>
                  <p:cNvSpPr/>
                  <p:nvPr/>
                </p:nvSpPr>
                <p:spPr>
                  <a:xfrm>
                    <a:off x="5679325" y="1085750"/>
                    <a:ext cx="25625" cy="25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5" h="1026" extrusionOk="0">
                        <a:moveTo>
                          <a:pt x="1025" y="433"/>
                        </a:moveTo>
                        <a:cubicBezTo>
                          <a:pt x="1025" y="833"/>
                          <a:pt x="545" y="1025"/>
                          <a:pt x="273" y="753"/>
                        </a:cubicBezTo>
                        <a:cubicBezTo>
                          <a:pt x="1" y="481"/>
                          <a:pt x="193" y="1"/>
                          <a:pt x="577" y="1"/>
                        </a:cubicBezTo>
                        <a:cubicBezTo>
                          <a:pt x="817" y="1"/>
                          <a:pt x="1025" y="193"/>
                          <a:pt x="1025" y="43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66" name="Google Shape;24766;p56"/>
                  <p:cNvSpPr/>
                  <p:nvPr/>
                </p:nvSpPr>
                <p:spPr>
                  <a:xfrm>
                    <a:off x="5318900" y="877350"/>
                    <a:ext cx="4425" cy="44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7" h="177" extrusionOk="0">
                        <a:moveTo>
                          <a:pt x="177" y="80"/>
                        </a:moveTo>
                        <a:cubicBezTo>
                          <a:pt x="177" y="128"/>
                          <a:pt x="145" y="176"/>
                          <a:pt x="97" y="176"/>
                        </a:cubicBezTo>
                        <a:cubicBezTo>
                          <a:pt x="49" y="176"/>
                          <a:pt x="1" y="128"/>
                          <a:pt x="1" y="80"/>
                        </a:cubicBezTo>
                        <a:cubicBezTo>
                          <a:pt x="1" y="32"/>
                          <a:pt x="49" y="0"/>
                          <a:pt x="97" y="0"/>
                        </a:cubicBezTo>
                        <a:cubicBezTo>
                          <a:pt x="145" y="0"/>
                          <a:pt x="177" y="32"/>
                          <a:pt x="177" y="8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67" name="Google Shape;24767;p56"/>
                  <p:cNvSpPr/>
                  <p:nvPr/>
                </p:nvSpPr>
                <p:spPr>
                  <a:xfrm>
                    <a:off x="5749725" y="10213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1" y="97"/>
                        </a:moveTo>
                        <a:cubicBezTo>
                          <a:pt x="241" y="241"/>
                          <a:pt x="1" y="1"/>
                          <a:pt x="145" y="1"/>
                        </a:cubicBezTo>
                        <a:cubicBezTo>
                          <a:pt x="193" y="1"/>
                          <a:pt x="225" y="49"/>
                          <a:pt x="241" y="9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68" name="Google Shape;24768;p56"/>
                  <p:cNvSpPr/>
                  <p:nvPr/>
                </p:nvSpPr>
                <p:spPr>
                  <a:xfrm>
                    <a:off x="5527725" y="874950"/>
                    <a:ext cx="6025" cy="6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41" extrusionOk="0">
                        <a:moveTo>
                          <a:pt x="240" y="96"/>
                        </a:moveTo>
                        <a:cubicBezTo>
                          <a:pt x="240" y="240"/>
                          <a:pt x="0" y="0"/>
                          <a:pt x="144" y="0"/>
                        </a:cubicBezTo>
                        <a:cubicBezTo>
                          <a:pt x="192" y="0"/>
                          <a:pt x="240" y="48"/>
                          <a:pt x="240" y="96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69" name="Google Shape;24769;p56"/>
                  <p:cNvSpPr/>
                  <p:nvPr/>
                </p:nvSpPr>
                <p:spPr>
                  <a:xfrm>
                    <a:off x="5418900" y="861350"/>
                    <a:ext cx="6025" cy="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1" h="225" extrusionOk="0">
                        <a:moveTo>
                          <a:pt x="241" y="64"/>
                        </a:moveTo>
                        <a:cubicBezTo>
                          <a:pt x="241" y="112"/>
                          <a:pt x="225" y="160"/>
                          <a:pt x="177" y="176"/>
                        </a:cubicBezTo>
                        <a:cubicBezTo>
                          <a:pt x="49" y="224"/>
                          <a:pt x="1" y="32"/>
                          <a:pt x="129" y="16"/>
                        </a:cubicBezTo>
                        <a:cubicBezTo>
                          <a:pt x="177" y="0"/>
                          <a:pt x="225" y="16"/>
                          <a:pt x="241" y="64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70" name="Google Shape;24770;p56"/>
                  <p:cNvSpPr/>
                  <p:nvPr/>
                </p:nvSpPr>
                <p:spPr>
                  <a:xfrm>
                    <a:off x="5634925" y="98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1" y="209"/>
                        </a:moveTo>
                        <a:cubicBezTo>
                          <a:pt x="481" y="385"/>
                          <a:pt x="257" y="481"/>
                          <a:pt x="129" y="353"/>
                        </a:cubicBezTo>
                        <a:cubicBezTo>
                          <a:pt x="1" y="225"/>
                          <a:pt x="97" y="1"/>
                          <a:pt x="273" y="1"/>
                        </a:cubicBezTo>
                        <a:cubicBezTo>
                          <a:pt x="385" y="1"/>
                          <a:pt x="481" y="97"/>
                          <a:pt x="481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71" name="Google Shape;24771;p56"/>
                  <p:cNvSpPr/>
                  <p:nvPr/>
                </p:nvSpPr>
                <p:spPr>
                  <a:xfrm>
                    <a:off x="5717725" y="1135775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2"/>
                        </a:moveTo>
                        <a:cubicBezTo>
                          <a:pt x="465" y="368"/>
                          <a:pt x="257" y="464"/>
                          <a:pt x="129" y="336"/>
                        </a:cubicBezTo>
                        <a:cubicBezTo>
                          <a:pt x="1" y="208"/>
                          <a:pt x="81" y="0"/>
                          <a:pt x="273" y="0"/>
                        </a:cubicBezTo>
                        <a:cubicBezTo>
                          <a:pt x="385" y="0"/>
                          <a:pt x="465" y="80"/>
                          <a:pt x="465" y="192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72" name="Google Shape;24772;p56"/>
                  <p:cNvSpPr/>
                  <p:nvPr/>
                </p:nvSpPr>
                <p:spPr>
                  <a:xfrm>
                    <a:off x="5316900" y="997350"/>
                    <a:ext cx="116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81" extrusionOk="0">
                        <a:moveTo>
                          <a:pt x="465" y="209"/>
                        </a:moveTo>
                        <a:cubicBezTo>
                          <a:pt x="465" y="385"/>
                          <a:pt x="257" y="481"/>
                          <a:pt x="129" y="353"/>
                        </a:cubicBezTo>
                        <a:cubicBezTo>
                          <a:pt x="1" y="225"/>
                          <a:pt x="81" y="1"/>
                          <a:pt x="273" y="1"/>
                        </a:cubicBezTo>
                        <a:cubicBezTo>
                          <a:pt x="369" y="1"/>
                          <a:pt x="465" y="97"/>
                          <a:pt x="465" y="209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73" name="Google Shape;24773;p56"/>
                  <p:cNvSpPr/>
                  <p:nvPr/>
                </p:nvSpPr>
                <p:spPr>
                  <a:xfrm>
                    <a:off x="5331700" y="1124575"/>
                    <a:ext cx="120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65" extrusionOk="0">
                        <a:moveTo>
                          <a:pt x="481" y="208"/>
                        </a:moveTo>
                        <a:cubicBezTo>
                          <a:pt x="481" y="384"/>
                          <a:pt x="257" y="464"/>
                          <a:pt x="129" y="352"/>
                        </a:cubicBezTo>
                        <a:cubicBezTo>
                          <a:pt x="1" y="224"/>
                          <a:pt x="97" y="0"/>
                          <a:pt x="273" y="0"/>
                        </a:cubicBezTo>
                        <a:cubicBezTo>
                          <a:pt x="385" y="0"/>
                          <a:pt x="481" y="96"/>
                          <a:pt x="481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74" name="Google Shape;24774;p56"/>
                  <p:cNvSpPr/>
                  <p:nvPr/>
                </p:nvSpPr>
                <p:spPr>
                  <a:xfrm>
                    <a:off x="5794150" y="906150"/>
                    <a:ext cx="12025" cy="12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1" h="481" extrusionOk="0">
                        <a:moveTo>
                          <a:pt x="480" y="208"/>
                        </a:moveTo>
                        <a:cubicBezTo>
                          <a:pt x="480" y="384"/>
                          <a:pt x="256" y="480"/>
                          <a:pt x="128" y="352"/>
                        </a:cubicBezTo>
                        <a:cubicBezTo>
                          <a:pt x="0" y="224"/>
                          <a:pt x="96" y="0"/>
                          <a:pt x="272" y="0"/>
                        </a:cubicBezTo>
                        <a:cubicBezTo>
                          <a:pt x="384" y="0"/>
                          <a:pt x="480" y="96"/>
                          <a:pt x="480" y="20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75" name="Google Shape;24775;p56"/>
                  <p:cNvSpPr/>
                  <p:nvPr/>
                </p:nvSpPr>
                <p:spPr>
                  <a:xfrm>
                    <a:off x="5290500" y="924950"/>
                    <a:ext cx="11625" cy="11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5" h="465" extrusionOk="0">
                        <a:moveTo>
                          <a:pt x="465" y="193"/>
                        </a:moveTo>
                        <a:cubicBezTo>
                          <a:pt x="465" y="369"/>
                          <a:pt x="257" y="465"/>
                          <a:pt x="129" y="337"/>
                        </a:cubicBezTo>
                        <a:cubicBezTo>
                          <a:pt x="1" y="209"/>
                          <a:pt x="97" y="0"/>
                          <a:pt x="273" y="0"/>
                        </a:cubicBezTo>
                        <a:cubicBezTo>
                          <a:pt x="385" y="0"/>
                          <a:pt x="465" y="81"/>
                          <a:pt x="465" y="193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76" name="Google Shape;24776;p56"/>
                  <p:cNvSpPr/>
                  <p:nvPr/>
                </p:nvSpPr>
                <p:spPr>
                  <a:xfrm>
                    <a:off x="5680925" y="826150"/>
                    <a:ext cx="43225" cy="4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29" h="1729" extrusionOk="0">
                        <a:moveTo>
                          <a:pt x="865" y="1728"/>
                        </a:moveTo>
                        <a:lnTo>
                          <a:pt x="865" y="1728"/>
                        </a:lnTo>
                        <a:cubicBezTo>
                          <a:pt x="865" y="1248"/>
                          <a:pt x="481" y="864"/>
                          <a:pt x="1" y="864"/>
                        </a:cubicBezTo>
                        <a:lnTo>
                          <a:pt x="1" y="864"/>
                        </a:lnTo>
                        <a:cubicBezTo>
                          <a:pt x="481" y="864"/>
                          <a:pt x="865" y="480"/>
                          <a:pt x="865" y="0"/>
                        </a:cubicBezTo>
                        <a:lnTo>
                          <a:pt x="865" y="0"/>
                        </a:lnTo>
                        <a:cubicBezTo>
                          <a:pt x="865" y="480"/>
                          <a:pt x="1265" y="864"/>
                          <a:pt x="1729" y="864"/>
                        </a:cubicBezTo>
                        <a:lnTo>
                          <a:pt x="1729" y="864"/>
                        </a:lnTo>
                        <a:cubicBezTo>
                          <a:pt x="1265" y="864"/>
                          <a:pt x="865" y="1248"/>
                          <a:pt x="865" y="172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24777" name="Google Shape;24777;p56"/>
              <p:cNvGrpSpPr/>
              <p:nvPr/>
            </p:nvGrpSpPr>
            <p:grpSpPr>
              <a:xfrm>
                <a:off x="-513630" y="35479"/>
                <a:ext cx="2745498" cy="1748548"/>
                <a:chOff x="1270425" y="2070325"/>
                <a:chExt cx="1769805" cy="1127150"/>
              </a:xfrm>
            </p:grpSpPr>
            <p:grpSp>
              <p:nvGrpSpPr>
                <p:cNvPr id="24778" name="Google Shape;24778;p56"/>
                <p:cNvGrpSpPr/>
                <p:nvPr/>
              </p:nvGrpSpPr>
              <p:grpSpPr>
                <a:xfrm>
                  <a:off x="1582562" y="2070325"/>
                  <a:ext cx="1123518" cy="1127150"/>
                  <a:chOff x="1582562" y="2070325"/>
                  <a:chExt cx="1123518" cy="1127150"/>
                </a:xfrm>
              </p:grpSpPr>
              <p:sp>
                <p:nvSpPr>
                  <p:cNvPr id="24779" name="Google Shape;24779;p56"/>
                  <p:cNvSpPr/>
                  <p:nvPr/>
                </p:nvSpPr>
                <p:spPr>
                  <a:xfrm>
                    <a:off x="1582562" y="2070325"/>
                    <a:ext cx="1123518" cy="1127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208" h="10241" extrusionOk="0">
                        <a:moveTo>
                          <a:pt x="5151" y="1"/>
                        </a:moveTo>
                        <a:cubicBezTo>
                          <a:pt x="2707" y="1"/>
                          <a:pt x="297" y="1732"/>
                          <a:pt x="34" y="4666"/>
                        </a:cubicBezTo>
                        <a:cubicBezTo>
                          <a:pt x="0" y="4732"/>
                          <a:pt x="0" y="4832"/>
                          <a:pt x="0" y="4932"/>
                        </a:cubicBezTo>
                        <a:lnTo>
                          <a:pt x="0" y="5133"/>
                        </a:lnTo>
                        <a:cubicBezTo>
                          <a:pt x="0" y="5433"/>
                          <a:pt x="34" y="5733"/>
                          <a:pt x="67" y="6033"/>
                        </a:cubicBezTo>
                        <a:cubicBezTo>
                          <a:pt x="167" y="6500"/>
                          <a:pt x="301" y="6967"/>
                          <a:pt x="534" y="7401"/>
                        </a:cubicBezTo>
                        <a:cubicBezTo>
                          <a:pt x="701" y="7734"/>
                          <a:pt x="901" y="8068"/>
                          <a:pt x="1168" y="8368"/>
                        </a:cubicBezTo>
                        <a:cubicBezTo>
                          <a:pt x="2223" y="9656"/>
                          <a:pt x="3657" y="10241"/>
                          <a:pt x="5071" y="10241"/>
                        </a:cubicBezTo>
                        <a:cubicBezTo>
                          <a:pt x="7504" y="10241"/>
                          <a:pt x="9879" y="8513"/>
                          <a:pt x="10174" y="5666"/>
                        </a:cubicBezTo>
                        <a:cubicBezTo>
                          <a:pt x="10208" y="5466"/>
                          <a:pt x="10208" y="5299"/>
                          <a:pt x="10208" y="5133"/>
                        </a:cubicBezTo>
                        <a:cubicBezTo>
                          <a:pt x="10208" y="5032"/>
                          <a:pt x="10208" y="4966"/>
                          <a:pt x="10208" y="4832"/>
                        </a:cubicBezTo>
                        <a:cubicBezTo>
                          <a:pt x="10208" y="4732"/>
                          <a:pt x="10208" y="4632"/>
                          <a:pt x="10174" y="4499"/>
                        </a:cubicBezTo>
                        <a:cubicBezTo>
                          <a:pt x="10174" y="4332"/>
                          <a:pt x="10141" y="4199"/>
                          <a:pt x="10108" y="4032"/>
                        </a:cubicBezTo>
                        <a:cubicBezTo>
                          <a:pt x="9974" y="3431"/>
                          <a:pt x="9707" y="2831"/>
                          <a:pt x="9374" y="2331"/>
                        </a:cubicBezTo>
                        <a:cubicBezTo>
                          <a:pt x="8337" y="729"/>
                          <a:pt x="6737" y="1"/>
                          <a:pt x="515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4780" name="Google Shape;24780;p56"/>
                  <p:cNvGrpSpPr/>
                  <p:nvPr/>
                </p:nvGrpSpPr>
                <p:grpSpPr>
                  <a:xfrm>
                    <a:off x="1582562" y="2073407"/>
                    <a:ext cx="1123518" cy="973062"/>
                    <a:chOff x="1582562" y="2073407"/>
                    <a:chExt cx="1123518" cy="973062"/>
                  </a:xfrm>
                </p:grpSpPr>
                <p:sp>
                  <p:nvSpPr>
                    <p:cNvPr id="24781" name="Google Shape;24781;p56"/>
                    <p:cNvSpPr/>
                    <p:nvPr/>
                  </p:nvSpPr>
                  <p:spPr>
                    <a:xfrm>
                      <a:off x="1674354" y="2073407"/>
                      <a:ext cx="939934" cy="25347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540" h="2303" extrusionOk="0">
                          <a:moveTo>
                            <a:pt x="4270" y="1"/>
                          </a:moveTo>
                          <a:cubicBezTo>
                            <a:pt x="2635" y="1"/>
                            <a:pt x="1001" y="768"/>
                            <a:pt x="0" y="2303"/>
                          </a:cubicBezTo>
                          <a:cubicBezTo>
                            <a:pt x="167" y="2303"/>
                            <a:pt x="334" y="2303"/>
                            <a:pt x="501" y="2269"/>
                          </a:cubicBezTo>
                          <a:cubicBezTo>
                            <a:pt x="734" y="2169"/>
                            <a:pt x="968" y="2102"/>
                            <a:pt x="1234" y="2069"/>
                          </a:cubicBezTo>
                          <a:cubicBezTo>
                            <a:pt x="1735" y="1969"/>
                            <a:pt x="1802" y="1936"/>
                            <a:pt x="2335" y="1869"/>
                          </a:cubicBezTo>
                          <a:cubicBezTo>
                            <a:pt x="2869" y="1802"/>
                            <a:pt x="3203" y="1735"/>
                            <a:pt x="3703" y="1702"/>
                          </a:cubicBezTo>
                          <a:cubicBezTo>
                            <a:pt x="3870" y="1669"/>
                            <a:pt x="4045" y="1652"/>
                            <a:pt x="4220" y="1652"/>
                          </a:cubicBezTo>
                          <a:cubicBezTo>
                            <a:pt x="4395" y="1652"/>
                            <a:pt x="4570" y="1669"/>
                            <a:pt x="4737" y="1702"/>
                          </a:cubicBezTo>
                          <a:cubicBezTo>
                            <a:pt x="5104" y="1802"/>
                            <a:pt x="5404" y="1769"/>
                            <a:pt x="5738" y="1869"/>
                          </a:cubicBezTo>
                          <a:cubicBezTo>
                            <a:pt x="6005" y="2002"/>
                            <a:pt x="6271" y="2069"/>
                            <a:pt x="6538" y="2136"/>
                          </a:cubicBezTo>
                          <a:cubicBezTo>
                            <a:pt x="6972" y="2202"/>
                            <a:pt x="7406" y="2269"/>
                            <a:pt x="7839" y="2303"/>
                          </a:cubicBezTo>
                          <a:lnTo>
                            <a:pt x="8540" y="2303"/>
                          </a:lnTo>
                          <a:cubicBezTo>
                            <a:pt x="7539" y="768"/>
                            <a:pt x="5904" y="1"/>
                            <a:pt x="4270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82" name="Google Shape;24782;p56"/>
                    <p:cNvSpPr/>
                    <p:nvPr/>
                  </p:nvSpPr>
                  <p:spPr>
                    <a:xfrm>
                      <a:off x="1582562" y="2513987"/>
                      <a:ext cx="1119886" cy="992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175" h="902" extrusionOk="0">
                          <a:moveTo>
                            <a:pt x="10108" y="1"/>
                          </a:moveTo>
                          <a:lnTo>
                            <a:pt x="8773" y="134"/>
                          </a:lnTo>
                          <a:cubicBezTo>
                            <a:pt x="8206" y="201"/>
                            <a:pt x="7572" y="234"/>
                            <a:pt x="6605" y="268"/>
                          </a:cubicBezTo>
                          <a:cubicBezTo>
                            <a:pt x="6105" y="268"/>
                            <a:pt x="5604" y="268"/>
                            <a:pt x="5104" y="201"/>
                          </a:cubicBezTo>
                          <a:cubicBezTo>
                            <a:pt x="4618" y="137"/>
                            <a:pt x="4118" y="114"/>
                            <a:pt x="3622" y="114"/>
                          </a:cubicBezTo>
                          <a:cubicBezTo>
                            <a:pt x="3335" y="114"/>
                            <a:pt x="3050" y="122"/>
                            <a:pt x="2769" y="134"/>
                          </a:cubicBezTo>
                          <a:cubicBezTo>
                            <a:pt x="2169" y="201"/>
                            <a:pt x="868" y="468"/>
                            <a:pt x="34" y="635"/>
                          </a:cubicBezTo>
                          <a:cubicBezTo>
                            <a:pt x="0" y="735"/>
                            <a:pt x="0" y="801"/>
                            <a:pt x="0" y="901"/>
                          </a:cubicBezTo>
                          <a:cubicBezTo>
                            <a:pt x="1068" y="768"/>
                            <a:pt x="3670" y="401"/>
                            <a:pt x="4137" y="401"/>
                          </a:cubicBezTo>
                          <a:cubicBezTo>
                            <a:pt x="4704" y="434"/>
                            <a:pt x="4804" y="468"/>
                            <a:pt x="5304" y="501"/>
                          </a:cubicBezTo>
                          <a:cubicBezTo>
                            <a:pt x="5638" y="534"/>
                            <a:pt x="6005" y="568"/>
                            <a:pt x="6372" y="568"/>
                          </a:cubicBezTo>
                          <a:cubicBezTo>
                            <a:pt x="6738" y="534"/>
                            <a:pt x="7706" y="568"/>
                            <a:pt x="8373" y="501"/>
                          </a:cubicBezTo>
                          <a:cubicBezTo>
                            <a:pt x="8707" y="468"/>
                            <a:pt x="9507" y="468"/>
                            <a:pt x="10174" y="468"/>
                          </a:cubicBezTo>
                          <a:cubicBezTo>
                            <a:pt x="10174" y="301"/>
                            <a:pt x="10141" y="168"/>
                            <a:pt x="10108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83" name="Google Shape;24783;p56"/>
                    <p:cNvSpPr/>
                    <p:nvPr/>
                  </p:nvSpPr>
                  <p:spPr>
                    <a:xfrm>
                      <a:off x="1582562" y="2576392"/>
                      <a:ext cx="1123518" cy="17268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208" h="1569" extrusionOk="0">
                          <a:moveTo>
                            <a:pt x="4070" y="1"/>
                          </a:moveTo>
                          <a:cubicBezTo>
                            <a:pt x="3870" y="1"/>
                            <a:pt x="3670" y="1"/>
                            <a:pt x="3469" y="34"/>
                          </a:cubicBezTo>
                          <a:cubicBezTo>
                            <a:pt x="3169" y="101"/>
                            <a:pt x="2969" y="101"/>
                            <a:pt x="2836" y="134"/>
                          </a:cubicBezTo>
                          <a:cubicBezTo>
                            <a:pt x="2669" y="168"/>
                            <a:pt x="2369" y="168"/>
                            <a:pt x="2135" y="201"/>
                          </a:cubicBezTo>
                          <a:cubicBezTo>
                            <a:pt x="1902" y="234"/>
                            <a:pt x="1735" y="234"/>
                            <a:pt x="1535" y="268"/>
                          </a:cubicBezTo>
                          <a:cubicBezTo>
                            <a:pt x="1368" y="301"/>
                            <a:pt x="1401" y="301"/>
                            <a:pt x="1134" y="368"/>
                          </a:cubicBezTo>
                          <a:cubicBezTo>
                            <a:pt x="868" y="468"/>
                            <a:pt x="634" y="501"/>
                            <a:pt x="367" y="501"/>
                          </a:cubicBezTo>
                          <a:cubicBezTo>
                            <a:pt x="100" y="501"/>
                            <a:pt x="34" y="501"/>
                            <a:pt x="0" y="535"/>
                          </a:cubicBezTo>
                          <a:cubicBezTo>
                            <a:pt x="0" y="835"/>
                            <a:pt x="34" y="1135"/>
                            <a:pt x="67" y="1435"/>
                          </a:cubicBezTo>
                          <a:cubicBezTo>
                            <a:pt x="634" y="1235"/>
                            <a:pt x="1201" y="1102"/>
                            <a:pt x="1768" y="968"/>
                          </a:cubicBezTo>
                          <a:cubicBezTo>
                            <a:pt x="1935" y="952"/>
                            <a:pt x="2102" y="943"/>
                            <a:pt x="2269" y="943"/>
                          </a:cubicBezTo>
                          <a:cubicBezTo>
                            <a:pt x="2435" y="943"/>
                            <a:pt x="2602" y="952"/>
                            <a:pt x="2769" y="968"/>
                          </a:cubicBezTo>
                          <a:cubicBezTo>
                            <a:pt x="3069" y="1002"/>
                            <a:pt x="3369" y="1068"/>
                            <a:pt x="3670" y="1135"/>
                          </a:cubicBezTo>
                          <a:cubicBezTo>
                            <a:pt x="4070" y="1268"/>
                            <a:pt x="4470" y="1368"/>
                            <a:pt x="4904" y="1368"/>
                          </a:cubicBezTo>
                          <a:cubicBezTo>
                            <a:pt x="5771" y="1469"/>
                            <a:pt x="6071" y="1569"/>
                            <a:pt x="6672" y="1569"/>
                          </a:cubicBezTo>
                          <a:lnTo>
                            <a:pt x="7973" y="1569"/>
                          </a:lnTo>
                          <a:cubicBezTo>
                            <a:pt x="8133" y="1562"/>
                            <a:pt x="8267" y="1561"/>
                            <a:pt x="8382" y="1561"/>
                          </a:cubicBezTo>
                          <a:cubicBezTo>
                            <a:pt x="8509" y="1561"/>
                            <a:pt x="8613" y="1563"/>
                            <a:pt x="8704" y="1563"/>
                          </a:cubicBezTo>
                          <a:cubicBezTo>
                            <a:pt x="8982" y="1563"/>
                            <a:pt x="9146" y="1545"/>
                            <a:pt x="9474" y="1402"/>
                          </a:cubicBezTo>
                          <a:cubicBezTo>
                            <a:pt x="9807" y="1235"/>
                            <a:pt x="10041" y="1135"/>
                            <a:pt x="10174" y="1068"/>
                          </a:cubicBezTo>
                          <a:cubicBezTo>
                            <a:pt x="10208" y="868"/>
                            <a:pt x="10208" y="701"/>
                            <a:pt x="10208" y="535"/>
                          </a:cubicBezTo>
                          <a:cubicBezTo>
                            <a:pt x="10208" y="434"/>
                            <a:pt x="10208" y="368"/>
                            <a:pt x="10174" y="234"/>
                          </a:cubicBezTo>
                          <a:cubicBezTo>
                            <a:pt x="9774" y="334"/>
                            <a:pt x="9340" y="368"/>
                            <a:pt x="8907" y="368"/>
                          </a:cubicBezTo>
                          <a:cubicBezTo>
                            <a:pt x="8873" y="346"/>
                            <a:pt x="8829" y="338"/>
                            <a:pt x="8765" y="338"/>
                          </a:cubicBezTo>
                          <a:cubicBezTo>
                            <a:pt x="8636" y="338"/>
                            <a:pt x="8429" y="368"/>
                            <a:pt x="8073" y="368"/>
                          </a:cubicBezTo>
                          <a:cubicBezTo>
                            <a:pt x="7906" y="379"/>
                            <a:pt x="7728" y="383"/>
                            <a:pt x="7565" y="383"/>
                          </a:cubicBezTo>
                          <a:cubicBezTo>
                            <a:pt x="7239" y="383"/>
                            <a:pt x="6972" y="368"/>
                            <a:pt x="6972" y="368"/>
                          </a:cubicBezTo>
                          <a:cubicBezTo>
                            <a:pt x="6972" y="368"/>
                            <a:pt x="6271" y="301"/>
                            <a:pt x="6038" y="268"/>
                          </a:cubicBezTo>
                          <a:cubicBezTo>
                            <a:pt x="5771" y="268"/>
                            <a:pt x="4303" y="1"/>
                            <a:pt x="4070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4784" name="Google Shape;24784;p56"/>
                    <p:cNvSpPr/>
                    <p:nvPr/>
                  </p:nvSpPr>
                  <p:spPr>
                    <a:xfrm>
                      <a:off x="1641335" y="2884787"/>
                      <a:ext cx="903173" cy="1616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206" h="1469" extrusionOk="0">
                          <a:moveTo>
                            <a:pt x="0" y="1"/>
                          </a:moveTo>
                          <a:cubicBezTo>
                            <a:pt x="167" y="334"/>
                            <a:pt x="400" y="668"/>
                            <a:pt x="634" y="968"/>
                          </a:cubicBezTo>
                          <a:cubicBezTo>
                            <a:pt x="1001" y="1002"/>
                            <a:pt x="1801" y="1135"/>
                            <a:pt x="2302" y="1202"/>
                          </a:cubicBezTo>
                          <a:cubicBezTo>
                            <a:pt x="2835" y="1302"/>
                            <a:pt x="3069" y="1369"/>
                            <a:pt x="3503" y="1435"/>
                          </a:cubicBezTo>
                          <a:cubicBezTo>
                            <a:pt x="3658" y="1457"/>
                            <a:pt x="3795" y="1469"/>
                            <a:pt x="3962" y="1469"/>
                          </a:cubicBezTo>
                          <a:cubicBezTo>
                            <a:pt x="4296" y="1469"/>
                            <a:pt x="4748" y="1424"/>
                            <a:pt x="5704" y="1335"/>
                          </a:cubicBezTo>
                          <a:cubicBezTo>
                            <a:pt x="6605" y="1235"/>
                            <a:pt x="7472" y="902"/>
                            <a:pt x="8206" y="368"/>
                          </a:cubicBezTo>
                          <a:lnTo>
                            <a:pt x="8206" y="368"/>
                          </a:lnTo>
                          <a:cubicBezTo>
                            <a:pt x="7447" y="874"/>
                            <a:pt x="6475" y="977"/>
                            <a:pt x="5669" y="977"/>
                          </a:cubicBezTo>
                          <a:cubicBezTo>
                            <a:pt x="5518" y="977"/>
                            <a:pt x="5374" y="973"/>
                            <a:pt x="5237" y="968"/>
                          </a:cubicBezTo>
                          <a:cubicBezTo>
                            <a:pt x="4603" y="935"/>
                            <a:pt x="3970" y="801"/>
                            <a:pt x="3402" y="568"/>
                          </a:cubicBezTo>
                          <a:cubicBezTo>
                            <a:pt x="2602" y="368"/>
                            <a:pt x="1801" y="201"/>
                            <a:pt x="1001" y="101"/>
                          </a:cubicBezTo>
                          <a:cubicBezTo>
                            <a:pt x="667" y="34"/>
                            <a:pt x="334" y="1"/>
                            <a:pt x="0" y="1"/>
                          </a:cubicBezTo>
                          <a:close/>
                        </a:path>
                      </a:pathLst>
                    </a:custGeom>
                    <a:solidFill>
                      <a:schemeClr val="accent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24785" name="Google Shape;24785;p56"/>
                <p:cNvSpPr/>
                <p:nvPr/>
              </p:nvSpPr>
              <p:spPr>
                <a:xfrm>
                  <a:off x="1270425" y="2115341"/>
                  <a:ext cx="1769805" cy="1045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80" h="9496" extrusionOk="0">
                      <a:moveTo>
                        <a:pt x="14796" y="0"/>
                      </a:moveTo>
                      <a:cubicBezTo>
                        <a:pt x="14054" y="0"/>
                        <a:pt x="12845" y="340"/>
                        <a:pt x="11376" y="954"/>
                      </a:cubicBezTo>
                      <a:lnTo>
                        <a:pt x="11476" y="1054"/>
                      </a:lnTo>
                      <a:cubicBezTo>
                        <a:pt x="12860" y="478"/>
                        <a:pt x="13989" y="156"/>
                        <a:pt x="14631" y="156"/>
                      </a:cubicBezTo>
                      <a:cubicBezTo>
                        <a:pt x="14917" y="156"/>
                        <a:pt x="15106" y="220"/>
                        <a:pt x="15178" y="354"/>
                      </a:cubicBezTo>
                      <a:cubicBezTo>
                        <a:pt x="15612" y="1088"/>
                        <a:pt x="12677" y="3589"/>
                        <a:pt x="8640" y="5958"/>
                      </a:cubicBezTo>
                      <a:cubicBezTo>
                        <a:pt x="5382" y="7885"/>
                        <a:pt x="2368" y="9128"/>
                        <a:pt x="1124" y="9128"/>
                      </a:cubicBezTo>
                      <a:cubicBezTo>
                        <a:pt x="840" y="9128"/>
                        <a:pt x="649" y="9063"/>
                        <a:pt x="568" y="8927"/>
                      </a:cubicBezTo>
                      <a:cubicBezTo>
                        <a:pt x="301" y="8460"/>
                        <a:pt x="1302" y="7359"/>
                        <a:pt x="3003" y="6024"/>
                      </a:cubicBezTo>
                      <a:lnTo>
                        <a:pt x="2970" y="5891"/>
                      </a:lnTo>
                      <a:cubicBezTo>
                        <a:pt x="1068" y="7359"/>
                        <a:pt x="1" y="8660"/>
                        <a:pt x="335" y="9227"/>
                      </a:cubicBezTo>
                      <a:cubicBezTo>
                        <a:pt x="440" y="9409"/>
                        <a:pt x="692" y="9496"/>
                        <a:pt x="1065" y="9496"/>
                      </a:cubicBezTo>
                      <a:cubicBezTo>
                        <a:pt x="2464" y="9496"/>
                        <a:pt x="5554" y="8274"/>
                        <a:pt x="8874" y="6325"/>
                      </a:cubicBezTo>
                      <a:cubicBezTo>
                        <a:pt x="13077" y="3890"/>
                        <a:pt x="16079" y="1188"/>
                        <a:pt x="15545" y="287"/>
                      </a:cubicBezTo>
                      <a:cubicBezTo>
                        <a:pt x="15443" y="93"/>
                        <a:pt x="15183" y="0"/>
                        <a:pt x="14796" y="0"/>
                      </a:cubicBezTo>
                      <a:close/>
                    </a:path>
                  </a:pathLst>
                </a:custGeom>
                <a:solidFill>
                  <a:schemeClr val="accent2">
                    <a:alpha val="2723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4786" name="Google Shape;24786;p56"/>
            <p:cNvGrpSpPr/>
            <p:nvPr/>
          </p:nvGrpSpPr>
          <p:grpSpPr>
            <a:xfrm>
              <a:off x="817141" y="1560564"/>
              <a:ext cx="523502" cy="523554"/>
              <a:chOff x="3311753" y="2087385"/>
              <a:chExt cx="1108880" cy="1108990"/>
            </a:xfrm>
          </p:grpSpPr>
          <p:sp>
            <p:nvSpPr>
              <p:cNvPr id="24787" name="Google Shape;24787;p56"/>
              <p:cNvSpPr/>
              <p:nvPr/>
            </p:nvSpPr>
            <p:spPr>
              <a:xfrm>
                <a:off x="3311753" y="2087385"/>
                <a:ext cx="1108880" cy="1108990"/>
              </a:xfrm>
              <a:custGeom>
                <a:avLst/>
                <a:gdLst/>
                <a:ahLst/>
                <a:cxnLst/>
                <a:rect l="l" t="t" r="r" b="b"/>
                <a:pathLst>
                  <a:path w="10075" h="10076" extrusionOk="0">
                    <a:moveTo>
                      <a:pt x="5107" y="1"/>
                    </a:moveTo>
                    <a:cubicBezTo>
                      <a:pt x="2533" y="1"/>
                      <a:pt x="1" y="1935"/>
                      <a:pt x="1" y="5044"/>
                    </a:cubicBezTo>
                    <a:cubicBezTo>
                      <a:pt x="1" y="5344"/>
                      <a:pt x="34" y="5645"/>
                      <a:pt x="101" y="5978"/>
                    </a:cubicBezTo>
                    <a:cubicBezTo>
                      <a:pt x="134" y="6178"/>
                      <a:pt x="201" y="6379"/>
                      <a:pt x="267" y="6579"/>
                    </a:cubicBezTo>
                    <a:cubicBezTo>
                      <a:pt x="998" y="8862"/>
                      <a:pt x="3030" y="10075"/>
                      <a:pt x="5074" y="10075"/>
                    </a:cubicBezTo>
                    <a:cubicBezTo>
                      <a:pt x="6763" y="10075"/>
                      <a:pt x="8460" y="9248"/>
                      <a:pt x="9441" y="7513"/>
                    </a:cubicBezTo>
                    <a:cubicBezTo>
                      <a:pt x="9707" y="7079"/>
                      <a:pt x="9874" y="6579"/>
                      <a:pt x="9974" y="6078"/>
                    </a:cubicBezTo>
                    <a:cubicBezTo>
                      <a:pt x="10041" y="5745"/>
                      <a:pt x="10074" y="5378"/>
                      <a:pt x="10074" y="5044"/>
                    </a:cubicBezTo>
                    <a:lnTo>
                      <a:pt x="10074" y="4978"/>
                    </a:lnTo>
                    <a:cubicBezTo>
                      <a:pt x="10074" y="3977"/>
                      <a:pt x="9774" y="3043"/>
                      <a:pt x="9240" y="2242"/>
                    </a:cubicBezTo>
                    <a:cubicBezTo>
                      <a:pt x="8204" y="694"/>
                      <a:pt x="6648" y="1"/>
                      <a:pt x="510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788" name="Google Shape;24788;p56"/>
              <p:cNvGrpSpPr/>
              <p:nvPr/>
            </p:nvGrpSpPr>
            <p:grpSpPr>
              <a:xfrm>
                <a:off x="3311753" y="2087385"/>
                <a:ext cx="1108880" cy="1108990"/>
                <a:chOff x="3311753" y="2087385"/>
                <a:chExt cx="1108880" cy="1108990"/>
              </a:xfrm>
            </p:grpSpPr>
            <p:sp>
              <p:nvSpPr>
                <p:cNvPr id="24789" name="Google Shape;24789;p56"/>
                <p:cNvSpPr/>
                <p:nvPr/>
              </p:nvSpPr>
              <p:spPr>
                <a:xfrm>
                  <a:off x="3311753" y="2087385"/>
                  <a:ext cx="1108880" cy="680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75" h="6180" extrusionOk="0">
                      <a:moveTo>
                        <a:pt x="5093" y="1"/>
                      </a:moveTo>
                      <a:cubicBezTo>
                        <a:pt x="2520" y="1"/>
                        <a:pt x="1" y="1935"/>
                        <a:pt x="1" y="5044"/>
                      </a:cubicBezTo>
                      <a:cubicBezTo>
                        <a:pt x="1" y="5344"/>
                        <a:pt x="34" y="5645"/>
                        <a:pt x="67" y="5978"/>
                      </a:cubicBezTo>
                      <a:cubicBezTo>
                        <a:pt x="668" y="6045"/>
                        <a:pt x="1335" y="6078"/>
                        <a:pt x="1335" y="6078"/>
                      </a:cubicBezTo>
                      <a:cubicBezTo>
                        <a:pt x="1585" y="6062"/>
                        <a:pt x="1844" y="6053"/>
                        <a:pt x="2106" y="6053"/>
                      </a:cubicBezTo>
                      <a:cubicBezTo>
                        <a:pt x="2369" y="6053"/>
                        <a:pt x="2636" y="6062"/>
                        <a:pt x="2903" y="6078"/>
                      </a:cubicBezTo>
                      <a:cubicBezTo>
                        <a:pt x="3158" y="6101"/>
                        <a:pt x="3447" y="6108"/>
                        <a:pt x="3719" y="6108"/>
                      </a:cubicBezTo>
                      <a:cubicBezTo>
                        <a:pt x="4263" y="6108"/>
                        <a:pt x="4737" y="6078"/>
                        <a:pt x="4737" y="6078"/>
                      </a:cubicBezTo>
                      <a:cubicBezTo>
                        <a:pt x="4737" y="6078"/>
                        <a:pt x="5838" y="6112"/>
                        <a:pt x="6405" y="6145"/>
                      </a:cubicBezTo>
                      <a:cubicBezTo>
                        <a:pt x="6583" y="6156"/>
                        <a:pt x="6750" y="6160"/>
                        <a:pt x="6893" y="6160"/>
                      </a:cubicBezTo>
                      <a:cubicBezTo>
                        <a:pt x="7180" y="6160"/>
                        <a:pt x="7372" y="6145"/>
                        <a:pt x="7372" y="6145"/>
                      </a:cubicBezTo>
                      <a:cubicBezTo>
                        <a:pt x="7526" y="6169"/>
                        <a:pt x="7676" y="6180"/>
                        <a:pt x="7824" y="6180"/>
                      </a:cubicBezTo>
                      <a:cubicBezTo>
                        <a:pt x="8094" y="6180"/>
                        <a:pt x="8360" y="6143"/>
                        <a:pt x="8640" y="6078"/>
                      </a:cubicBezTo>
                      <a:cubicBezTo>
                        <a:pt x="8758" y="6046"/>
                        <a:pt x="8879" y="6034"/>
                        <a:pt x="8998" y="6034"/>
                      </a:cubicBezTo>
                      <a:cubicBezTo>
                        <a:pt x="9351" y="6034"/>
                        <a:pt x="9687" y="6140"/>
                        <a:pt x="9858" y="6140"/>
                      </a:cubicBezTo>
                      <a:cubicBezTo>
                        <a:pt x="9925" y="6140"/>
                        <a:pt x="9967" y="6124"/>
                        <a:pt x="9974" y="6078"/>
                      </a:cubicBezTo>
                      <a:cubicBezTo>
                        <a:pt x="10041" y="5745"/>
                        <a:pt x="10074" y="5378"/>
                        <a:pt x="10074" y="5044"/>
                      </a:cubicBezTo>
                      <a:lnTo>
                        <a:pt x="10074" y="4978"/>
                      </a:lnTo>
                      <a:lnTo>
                        <a:pt x="9474" y="5044"/>
                      </a:lnTo>
                      <a:lnTo>
                        <a:pt x="7573" y="5578"/>
                      </a:lnTo>
                      <a:lnTo>
                        <a:pt x="6038" y="5578"/>
                      </a:lnTo>
                      <a:cubicBezTo>
                        <a:pt x="4904" y="5578"/>
                        <a:pt x="5371" y="5545"/>
                        <a:pt x="3737" y="5311"/>
                      </a:cubicBezTo>
                      <a:cubicBezTo>
                        <a:pt x="2069" y="5078"/>
                        <a:pt x="3970" y="5178"/>
                        <a:pt x="4103" y="5044"/>
                      </a:cubicBezTo>
                      <a:cubicBezTo>
                        <a:pt x="4204" y="4911"/>
                        <a:pt x="3737" y="4544"/>
                        <a:pt x="3737" y="4544"/>
                      </a:cubicBezTo>
                      <a:cubicBezTo>
                        <a:pt x="3737" y="4544"/>
                        <a:pt x="2496" y="4406"/>
                        <a:pt x="2020" y="4406"/>
                      </a:cubicBezTo>
                      <a:cubicBezTo>
                        <a:pt x="1972" y="4406"/>
                        <a:pt x="1932" y="4407"/>
                        <a:pt x="1902" y="4410"/>
                      </a:cubicBezTo>
                      <a:cubicBezTo>
                        <a:pt x="1888" y="4412"/>
                        <a:pt x="1872" y="4413"/>
                        <a:pt x="1855" y="4413"/>
                      </a:cubicBezTo>
                      <a:cubicBezTo>
                        <a:pt x="1499" y="4413"/>
                        <a:pt x="463" y="4093"/>
                        <a:pt x="367" y="3743"/>
                      </a:cubicBezTo>
                      <a:cubicBezTo>
                        <a:pt x="301" y="3376"/>
                        <a:pt x="734" y="3243"/>
                        <a:pt x="1268" y="2776"/>
                      </a:cubicBezTo>
                      <a:cubicBezTo>
                        <a:pt x="1768" y="2342"/>
                        <a:pt x="1835" y="2542"/>
                        <a:pt x="2602" y="2309"/>
                      </a:cubicBezTo>
                      <a:cubicBezTo>
                        <a:pt x="3034" y="2165"/>
                        <a:pt x="3253" y="2138"/>
                        <a:pt x="3734" y="2138"/>
                      </a:cubicBezTo>
                      <a:cubicBezTo>
                        <a:pt x="4031" y="2138"/>
                        <a:pt x="4428" y="2148"/>
                        <a:pt x="5037" y="2148"/>
                      </a:cubicBezTo>
                      <a:cubicBezTo>
                        <a:pt x="5271" y="2148"/>
                        <a:pt x="5536" y="2146"/>
                        <a:pt x="5838" y="2142"/>
                      </a:cubicBezTo>
                      <a:cubicBezTo>
                        <a:pt x="6449" y="2125"/>
                        <a:pt x="6783" y="2119"/>
                        <a:pt x="6964" y="2119"/>
                      </a:cubicBezTo>
                      <a:cubicBezTo>
                        <a:pt x="7371" y="2119"/>
                        <a:pt x="7000" y="2149"/>
                        <a:pt x="7243" y="2149"/>
                      </a:cubicBezTo>
                      <a:cubicBezTo>
                        <a:pt x="7305" y="2149"/>
                        <a:pt x="7407" y="2147"/>
                        <a:pt x="7573" y="2142"/>
                      </a:cubicBezTo>
                      <a:cubicBezTo>
                        <a:pt x="7714" y="2134"/>
                        <a:pt x="7854" y="2130"/>
                        <a:pt x="7993" y="2130"/>
                      </a:cubicBezTo>
                      <a:cubicBezTo>
                        <a:pt x="8409" y="2130"/>
                        <a:pt x="8815" y="2167"/>
                        <a:pt x="9240" y="2242"/>
                      </a:cubicBezTo>
                      <a:cubicBezTo>
                        <a:pt x="8191" y="694"/>
                        <a:pt x="6633" y="1"/>
                        <a:pt x="509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90" name="Google Shape;24790;p56"/>
                <p:cNvSpPr/>
                <p:nvPr/>
              </p:nvSpPr>
              <p:spPr>
                <a:xfrm>
                  <a:off x="3341140" y="2811376"/>
                  <a:ext cx="1009713" cy="384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74" h="3498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731" y="2284"/>
                        <a:pt x="2763" y="3497"/>
                        <a:pt x="4807" y="3497"/>
                      </a:cubicBezTo>
                      <a:cubicBezTo>
                        <a:pt x="6496" y="3497"/>
                        <a:pt x="8193" y="2670"/>
                        <a:pt x="9174" y="935"/>
                      </a:cubicBezTo>
                      <a:lnTo>
                        <a:pt x="9174" y="935"/>
                      </a:lnTo>
                      <a:lnTo>
                        <a:pt x="8907" y="968"/>
                      </a:lnTo>
                      <a:cubicBezTo>
                        <a:pt x="8006" y="1102"/>
                        <a:pt x="8240" y="1168"/>
                        <a:pt x="7339" y="1435"/>
                      </a:cubicBezTo>
                      <a:cubicBezTo>
                        <a:pt x="6925" y="1542"/>
                        <a:pt x="6695" y="1586"/>
                        <a:pt x="6469" y="1586"/>
                      </a:cubicBezTo>
                      <a:cubicBezTo>
                        <a:pt x="6204" y="1586"/>
                        <a:pt x="5945" y="1525"/>
                        <a:pt x="5404" y="1435"/>
                      </a:cubicBezTo>
                      <a:cubicBezTo>
                        <a:pt x="4437" y="1268"/>
                        <a:pt x="4937" y="1402"/>
                        <a:pt x="4203" y="1001"/>
                      </a:cubicBezTo>
                      <a:cubicBezTo>
                        <a:pt x="3670" y="701"/>
                        <a:pt x="3069" y="434"/>
                        <a:pt x="2502" y="234"/>
                      </a:cubicBezTo>
                      <a:cubicBezTo>
                        <a:pt x="2092" y="93"/>
                        <a:pt x="1784" y="65"/>
                        <a:pt x="1478" y="65"/>
                      </a:cubicBezTo>
                      <a:cubicBezTo>
                        <a:pt x="1284" y="65"/>
                        <a:pt x="1091" y="76"/>
                        <a:pt x="874" y="76"/>
                      </a:cubicBezTo>
                      <a:cubicBezTo>
                        <a:pt x="627" y="76"/>
                        <a:pt x="348" y="62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4791" name="Google Shape;24791;p56"/>
          <p:cNvGrpSpPr/>
          <p:nvPr/>
        </p:nvGrpSpPr>
        <p:grpSpPr>
          <a:xfrm rot="10800000">
            <a:off x="7444910" y="2998429"/>
            <a:ext cx="1699100" cy="2145071"/>
            <a:chOff x="5693310" y="2702404"/>
            <a:chExt cx="1699100" cy="2145071"/>
          </a:xfrm>
        </p:grpSpPr>
        <p:sp>
          <p:nvSpPr>
            <p:cNvPr id="24792" name="Google Shape;24792;p56"/>
            <p:cNvSpPr/>
            <p:nvPr/>
          </p:nvSpPr>
          <p:spPr>
            <a:xfrm rot="4957066">
              <a:off x="6543597" y="3442831"/>
              <a:ext cx="349209" cy="349905"/>
            </a:xfrm>
            <a:custGeom>
              <a:avLst/>
              <a:gdLst/>
              <a:ahLst/>
              <a:cxnLst/>
              <a:rect l="l" t="t" r="r" b="b"/>
              <a:pathLst>
                <a:path w="18056" h="18092" extrusionOk="0">
                  <a:moveTo>
                    <a:pt x="6695" y="1472"/>
                  </a:moveTo>
                  <a:cubicBezTo>
                    <a:pt x="6713" y="1486"/>
                    <a:pt x="6734" y="1495"/>
                    <a:pt x="6757" y="1495"/>
                  </a:cubicBezTo>
                  <a:cubicBezTo>
                    <a:pt x="6764" y="1495"/>
                    <a:pt x="6771" y="1494"/>
                    <a:pt x="6778" y="1492"/>
                  </a:cubicBezTo>
                  <a:cubicBezTo>
                    <a:pt x="6751" y="1486"/>
                    <a:pt x="6723" y="1479"/>
                    <a:pt x="6695" y="1472"/>
                  </a:cubicBezTo>
                  <a:close/>
                  <a:moveTo>
                    <a:pt x="13763" y="3827"/>
                  </a:moveTo>
                  <a:lnTo>
                    <a:pt x="13763" y="3827"/>
                  </a:lnTo>
                  <a:cubicBezTo>
                    <a:pt x="14709" y="4623"/>
                    <a:pt x="15616" y="5469"/>
                    <a:pt x="16535" y="6265"/>
                  </a:cubicBezTo>
                  <a:lnTo>
                    <a:pt x="14104" y="4106"/>
                  </a:lnTo>
                  <a:cubicBezTo>
                    <a:pt x="14006" y="3995"/>
                    <a:pt x="13890" y="3903"/>
                    <a:pt x="13763" y="3827"/>
                  </a:cubicBezTo>
                  <a:close/>
                  <a:moveTo>
                    <a:pt x="3092" y="0"/>
                  </a:moveTo>
                  <a:cubicBezTo>
                    <a:pt x="2894" y="0"/>
                    <a:pt x="2699" y="26"/>
                    <a:pt x="2493" y="64"/>
                  </a:cubicBezTo>
                  <a:cubicBezTo>
                    <a:pt x="2067" y="185"/>
                    <a:pt x="1702" y="459"/>
                    <a:pt x="1429" y="824"/>
                  </a:cubicBezTo>
                  <a:cubicBezTo>
                    <a:pt x="547" y="1918"/>
                    <a:pt x="274" y="3377"/>
                    <a:pt x="760" y="4714"/>
                  </a:cubicBezTo>
                  <a:cubicBezTo>
                    <a:pt x="882" y="4988"/>
                    <a:pt x="942" y="5261"/>
                    <a:pt x="882" y="5565"/>
                  </a:cubicBezTo>
                  <a:cubicBezTo>
                    <a:pt x="790" y="5778"/>
                    <a:pt x="638" y="5961"/>
                    <a:pt x="486" y="6113"/>
                  </a:cubicBezTo>
                  <a:cubicBezTo>
                    <a:pt x="0" y="6751"/>
                    <a:pt x="334" y="7663"/>
                    <a:pt x="730" y="8392"/>
                  </a:cubicBezTo>
                  <a:cubicBezTo>
                    <a:pt x="1672" y="10064"/>
                    <a:pt x="2888" y="11614"/>
                    <a:pt x="4316" y="12921"/>
                  </a:cubicBezTo>
                  <a:cubicBezTo>
                    <a:pt x="5684" y="14076"/>
                    <a:pt x="7113" y="15170"/>
                    <a:pt x="8663" y="16113"/>
                  </a:cubicBezTo>
                  <a:cubicBezTo>
                    <a:pt x="9392" y="16660"/>
                    <a:pt x="10183" y="17116"/>
                    <a:pt x="11034" y="17511"/>
                  </a:cubicBezTo>
                  <a:cubicBezTo>
                    <a:pt x="11917" y="17881"/>
                    <a:pt x="12853" y="18091"/>
                    <a:pt x="13818" y="18091"/>
                  </a:cubicBezTo>
                  <a:cubicBezTo>
                    <a:pt x="13882" y="18091"/>
                    <a:pt x="13947" y="18090"/>
                    <a:pt x="14013" y="18088"/>
                  </a:cubicBezTo>
                  <a:cubicBezTo>
                    <a:pt x="15259" y="18088"/>
                    <a:pt x="16596" y="17724"/>
                    <a:pt x="17326" y="16721"/>
                  </a:cubicBezTo>
                  <a:cubicBezTo>
                    <a:pt x="17842" y="15930"/>
                    <a:pt x="18055" y="14958"/>
                    <a:pt x="17873" y="14015"/>
                  </a:cubicBezTo>
                  <a:cubicBezTo>
                    <a:pt x="17690" y="13104"/>
                    <a:pt x="17386" y="12192"/>
                    <a:pt x="16931" y="11371"/>
                  </a:cubicBezTo>
                  <a:cubicBezTo>
                    <a:pt x="15715" y="8848"/>
                    <a:pt x="14225" y="6265"/>
                    <a:pt x="11824" y="4836"/>
                  </a:cubicBezTo>
                  <a:cubicBezTo>
                    <a:pt x="11034" y="4380"/>
                    <a:pt x="10213" y="4015"/>
                    <a:pt x="9362" y="3772"/>
                  </a:cubicBezTo>
                  <a:cubicBezTo>
                    <a:pt x="8799" y="3591"/>
                    <a:pt x="8183" y="3442"/>
                    <a:pt x="7589" y="3442"/>
                  </a:cubicBezTo>
                  <a:cubicBezTo>
                    <a:pt x="7189" y="3442"/>
                    <a:pt x="6799" y="3509"/>
                    <a:pt x="6444" y="3681"/>
                  </a:cubicBezTo>
                  <a:cubicBezTo>
                    <a:pt x="5228" y="4258"/>
                    <a:pt x="4803" y="5900"/>
                    <a:pt x="5167" y="7207"/>
                  </a:cubicBezTo>
                  <a:cubicBezTo>
                    <a:pt x="5563" y="8483"/>
                    <a:pt x="6505" y="9547"/>
                    <a:pt x="7447" y="10489"/>
                  </a:cubicBezTo>
                  <a:cubicBezTo>
                    <a:pt x="8055" y="11097"/>
                    <a:pt x="8693" y="11645"/>
                    <a:pt x="9392" y="12161"/>
                  </a:cubicBezTo>
                  <a:cubicBezTo>
                    <a:pt x="9879" y="12556"/>
                    <a:pt x="10456" y="12800"/>
                    <a:pt x="11095" y="12921"/>
                  </a:cubicBezTo>
                  <a:cubicBezTo>
                    <a:pt x="11207" y="12944"/>
                    <a:pt x="11320" y="12955"/>
                    <a:pt x="11434" y="12955"/>
                  </a:cubicBezTo>
                  <a:cubicBezTo>
                    <a:pt x="11932" y="12955"/>
                    <a:pt x="12425" y="12740"/>
                    <a:pt x="12797" y="12344"/>
                  </a:cubicBezTo>
                  <a:cubicBezTo>
                    <a:pt x="13192" y="11797"/>
                    <a:pt x="13253" y="11067"/>
                    <a:pt x="12979" y="10459"/>
                  </a:cubicBezTo>
                  <a:cubicBezTo>
                    <a:pt x="12706" y="9851"/>
                    <a:pt x="12250" y="9334"/>
                    <a:pt x="11672" y="8970"/>
                  </a:cubicBezTo>
                  <a:cubicBezTo>
                    <a:pt x="11464" y="8824"/>
                    <a:pt x="11213" y="8692"/>
                    <a:pt x="10978" y="8692"/>
                  </a:cubicBezTo>
                  <a:cubicBezTo>
                    <a:pt x="10870" y="8692"/>
                    <a:pt x="10765" y="8720"/>
                    <a:pt x="10669" y="8787"/>
                  </a:cubicBezTo>
                  <a:cubicBezTo>
                    <a:pt x="11050" y="8289"/>
                    <a:pt x="10526" y="7508"/>
                    <a:pt x="9916" y="7508"/>
                  </a:cubicBezTo>
                  <a:cubicBezTo>
                    <a:pt x="9893" y="7508"/>
                    <a:pt x="9871" y="7509"/>
                    <a:pt x="9848" y="7511"/>
                  </a:cubicBezTo>
                  <a:cubicBezTo>
                    <a:pt x="9210" y="7632"/>
                    <a:pt x="8784" y="8210"/>
                    <a:pt x="8845" y="8879"/>
                  </a:cubicBezTo>
                  <a:cubicBezTo>
                    <a:pt x="8936" y="9517"/>
                    <a:pt x="9301" y="10064"/>
                    <a:pt x="9848" y="10398"/>
                  </a:cubicBezTo>
                  <a:cubicBezTo>
                    <a:pt x="10046" y="10550"/>
                    <a:pt x="10327" y="10649"/>
                    <a:pt x="10574" y="10649"/>
                  </a:cubicBezTo>
                  <a:cubicBezTo>
                    <a:pt x="10821" y="10649"/>
                    <a:pt x="11034" y="10550"/>
                    <a:pt x="11095" y="10307"/>
                  </a:cubicBezTo>
                  <a:cubicBezTo>
                    <a:pt x="11216" y="9973"/>
                    <a:pt x="10882" y="9669"/>
                    <a:pt x="10578" y="9456"/>
                  </a:cubicBezTo>
                  <a:cubicBezTo>
                    <a:pt x="10766" y="9369"/>
                    <a:pt x="10961" y="9329"/>
                    <a:pt x="11152" y="9329"/>
                  </a:cubicBezTo>
                  <a:cubicBezTo>
                    <a:pt x="11762" y="9329"/>
                    <a:pt x="12331" y="9743"/>
                    <a:pt x="12493" y="10368"/>
                  </a:cubicBezTo>
                  <a:cubicBezTo>
                    <a:pt x="12706" y="11219"/>
                    <a:pt x="12128" y="12040"/>
                    <a:pt x="11247" y="12100"/>
                  </a:cubicBezTo>
                  <a:cubicBezTo>
                    <a:pt x="11209" y="12103"/>
                    <a:pt x="11172" y="12105"/>
                    <a:pt x="11136" y="12105"/>
                  </a:cubicBezTo>
                  <a:cubicBezTo>
                    <a:pt x="10422" y="12105"/>
                    <a:pt x="9791" y="11557"/>
                    <a:pt x="9271" y="11037"/>
                  </a:cubicBezTo>
                  <a:cubicBezTo>
                    <a:pt x="8268" y="10125"/>
                    <a:pt x="7356" y="9122"/>
                    <a:pt x="6535" y="8027"/>
                  </a:cubicBezTo>
                  <a:cubicBezTo>
                    <a:pt x="6201" y="7632"/>
                    <a:pt x="5988" y="7116"/>
                    <a:pt x="5958" y="6568"/>
                  </a:cubicBezTo>
                  <a:cubicBezTo>
                    <a:pt x="5958" y="5657"/>
                    <a:pt x="6839" y="4897"/>
                    <a:pt x="7751" y="4745"/>
                  </a:cubicBezTo>
                  <a:cubicBezTo>
                    <a:pt x="7880" y="4728"/>
                    <a:pt x="8009" y="4719"/>
                    <a:pt x="8137" y="4719"/>
                  </a:cubicBezTo>
                  <a:cubicBezTo>
                    <a:pt x="8919" y="4719"/>
                    <a:pt x="9691" y="5018"/>
                    <a:pt x="10395" y="5383"/>
                  </a:cubicBezTo>
                  <a:cubicBezTo>
                    <a:pt x="13982" y="7328"/>
                    <a:pt x="16383" y="10885"/>
                    <a:pt x="16809" y="14958"/>
                  </a:cubicBezTo>
                  <a:cubicBezTo>
                    <a:pt x="16870" y="15262"/>
                    <a:pt x="16809" y="15626"/>
                    <a:pt x="16596" y="15900"/>
                  </a:cubicBezTo>
                  <a:cubicBezTo>
                    <a:pt x="16231" y="16295"/>
                    <a:pt x="15563" y="16082"/>
                    <a:pt x="15046" y="16295"/>
                  </a:cubicBezTo>
                  <a:cubicBezTo>
                    <a:pt x="14833" y="16417"/>
                    <a:pt x="14681" y="16599"/>
                    <a:pt x="14438" y="16721"/>
                  </a:cubicBezTo>
                  <a:cubicBezTo>
                    <a:pt x="14238" y="16838"/>
                    <a:pt x="14010" y="16883"/>
                    <a:pt x="13773" y="16883"/>
                  </a:cubicBezTo>
                  <a:cubicBezTo>
                    <a:pt x="13398" y="16883"/>
                    <a:pt x="12998" y="16771"/>
                    <a:pt x="12645" y="16660"/>
                  </a:cubicBezTo>
                  <a:cubicBezTo>
                    <a:pt x="8207" y="15110"/>
                    <a:pt x="3982" y="12404"/>
                    <a:pt x="1702" y="8301"/>
                  </a:cubicBezTo>
                  <a:cubicBezTo>
                    <a:pt x="2341" y="7632"/>
                    <a:pt x="2432" y="6629"/>
                    <a:pt x="1915" y="5869"/>
                  </a:cubicBezTo>
                  <a:cubicBezTo>
                    <a:pt x="2249" y="5413"/>
                    <a:pt x="1885" y="4775"/>
                    <a:pt x="1763" y="4228"/>
                  </a:cubicBezTo>
                  <a:cubicBezTo>
                    <a:pt x="1520" y="3103"/>
                    <a:pt x="2371" y="1979"/>
                    <a:pt x="3404" y="1523"/>
                  </a:cubicBezTo>
                  <a:cubicBezTo>
                    <a:pt x="3902" y="1324"/>
                    <a:pt x="4433" y="1244"/>
                    <a:pt x="4970" y="1244"/>
                  </a:cubicBezTo>
                  <a:cubicBezTo>
                    <a:pt x="5551" y="1244"/>
                    <a:pt x="6138" y="1337"/>
                    <a:pt x="6695" y="1472"/>
                  </a:cubicBezTo>
                  <a:lnTo>
                    <a:pt x="6695" y="1472"/>
                  </a:lnTo>
                  <a:cubicBezTo>
                    <a:pt x="6610" y="1404"/>
                    <a:pt x="6598" y="1200"/>
                    <a:pt x="6718" y="1128"/>
                  </a:cubicBezTo>
                  <a:cubicBezTo>
                    <a:pt x="6794" y="1097"/>
                    <a:pt x="6877" y="1082"/>
                    <a:pt x="6961" y="1082"/>
                  </a:cubicBezTo>
                  <a:cubicBezTo>
                    <a:pt x="7044" y="1082"/>
                    <a:pt x="7128" y="1097"/>
                    <a:pt x="7204" y="1128"/>
                  </a:cubicBezTo>
                  <a:cubicBezTo>
                    <a:pt x="9180" y="1796"/>
                    <a:pt x="11003" y="2830"/>
                    <a:pt x="12614" y="4167"/>
                  </a:cubicBezTo>
                  <a:cubicBezTo>
                    <a:pt x="12557" y="3852"/>
                    <a:pt x="12905" y="3618"/>
                    <a:pt x="13226" y="3618"/>
                  </a:cubicBezTo>
                  <a:cubicBezTo>
                    <a:pt x="13245" y="3618"/>
                    <a:pt x="13264" y="3618"/>
                    <a:pt x="13283" y="3620"/>
                  </a:cubicBezTo>
                  <a:cubicBezTo>
                    <a:pt x="13448" y="3670"/>
                    <a:pt x="13612" y="3737"/>
                    <a:pt x="13763" y="3827"/>
                  </a:cubicBezTo>
                  <a:lnTo>
                    <a:pt x="13763" y="3827"/>
                  </a:lnTo>
                  <a:cubicBezTo>
                    <a:pt x="12143" y="2465"/>
                    <a:pt x="10408" y="1247"/>
                    <a:pt x="8298" y="672"/>
                  </a:cubicBezTo>
                  <a:cubicBezTo>
                    <a:pt x="6718" y="307"/>
                    <a:pt x="5076" y="64"/>
                    <a:pt x="3465" y="33"/>
                  </a:cubicBezTo>
                  <a:cubicBezTo>
                    <a:pt x="3337" y="10"/>
                    <a:pt x="3214" y="0"/>
                    <a:pt x="30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793" name="Google Shape;24793;p56"/>
            <p:cNvGrpSpPr/>
            <p:nvPr/>
          </p:nvGrpSpPr>
          <p:grpSpPr>
            <a:xfrm flipH="1">
              <a:off x="5693310" y="2702404"/>
              <a:ext cx="1699100" cy="2145071"/>
              <a:chOff x="146217" y="2712579"/>
              <a:chExt cx="1552966" cy="1960401"/>
            </a:xfrm>
          </p:grpSpPr>
          <p:grpSp>
            <p:nvGrpSpPr>
              <p:cNvPr id="24794" name="Google Shape;24794;p56"/>
              <p:cNvGrpSpPr/>
              <p:nvPr/>
            </p:nvGrpSpPr>
            <p:grpSpPr>
              <a:xfrm>
                <a:off x="146217" y="2712579"/>
                <a:ext cx="1134008" cy="607901"/>
                <a:chOff x="5206900" y="826150"/>
                <a:chExt cx="599275" cy="321250"/>
              </a:xfrm>
            </p:grpSpPr>
            <p:sp>
              <p:nvSpPr>
                <p:cNvPr id="24795" name="Google Shape;24795;p56"/>
                <p:cNvSpPr/>
                <p:nvPr/>
              </p:nvSpPr>
              <p:spPr>
                <a:xfrm>
                  <a:off x="5206900" y="828950"/>
                  <a:ext cx="25225" cy="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1025" extrusionOk="0">
                      <a:moveTo>
                        <a:pt x="1008" y="448"/>
                      </a:moveTo>
                      <a:cubicBezTo>
                        <a:pt x="1008" y="832"/>
                        <a:pt x="544" y="1024"/>
                        <a:pt x="272" y="752"/>
                      </a:cubicBezTo>
                      <a:cubicBezTo>
                        <a:pt x="0" y="480"/>
                        <a:pt x="192" y="0"/>
                        <a:pt x="576" y="0"/>
                      </a:cubicBezTo>
                      <a:cubicBezTo>
                        <a:pt x="816" y="0"/>
                        <a:pt x="1008" y="208"/>
                        <a:pt x="1008" y="44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96" name="Google Shape;24796;p56"/>
                <p:cNvSpPr/>
                <p:nvPr/>
              </p:nvSpPr>
              <p:spPr>
                <a:xfrm>
                  <a:off x="5468125" y="1067750"/>
                  <a:ext cx="2562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09" extrusionOk="0">
                      <a:moveTo>
                        <a:pt x="1024" y="433"/>
                      </a:moveTo>
                      <a:cubicBezTo>
                        <a:pt x="1024" y="817"/>
                        <a:pt x="560" y="1009"/>
                        <a:pt x="288" y="737"/>
                      </a:cubicBezTo>
                      <a:cubicBezTo>
                        <a:pt x="0" y="465"/>
                        <a:pt x="208" y="1"/>
                        <a:pt x="592" y="1"/>
                      </a:cubicBezTo>
                      <a:cubicBezTo>
                        <a:pt x="832" y="1"/>
                        <a:pt x="1024" y="193"/>
                        <a:pt x="1024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97" name="Google Shape;24797;p56"/>
                <p:cNvSpPr/>
                <p:nvPr/>
              </p:nvSpPr>
              <p:spPr>
                <a:xfrm>
                  <a:off x="5679325" y="1085750"/>
                  <a:ext cx="25625" cy="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26" extrusionOk="0">
                      <a:moveTo>
                        <a:pt x="1025" y="433"/>
                      </a:moveTo>
                      <a:cubicBezTo>
                        <a:pt x="1025" y="833"/>
                        <a:pt x="545" y="1025"/>
                        <a:pt x="273" y="753"/>
                      </a:cubicBezTo>
                      <a:cubicBezTo>
                        <a:pt x="1" y="481"/>
                        <a:pt x="193" y="1"/>
                        <a:pt x="577" y="1"/>
                      </a:cubicBezTo>
                      <a:cubicBezTo>
                        <a:pt x="817" y="1"/>
                        <a:pt x="1025" y="193"/>
                        <a:pt x="1025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98" name="Google Shape;24798;p56"/>
                <p:cNvSpPr/>
                <p:nvPr/>
              </p:nvSpPr>
              <p:spPr>
                <a:xfrm>
                  <a:off x="5318900" y="877350"/>
                  <a:ext cx="4425" cy="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7" extrusionOk="0">
                      <a:moveTo>
                        <a:pt x="177" y="80"/>
                      </a:moveTo>
                      <a:cubicBezTo>
                        <a:pt x="177" y="128"/>
                        <a:pt x="145" y="176"/>
                        <a:pt x="97" y="176"/>
                      </a:cubicBezTo>
                      <a:cubicBezTo>
                        <a:pt x="49" y="176"/>
                        <a:pt x="1" y="128"/>
                        <a:pt x="1" y="80"/>
                      </a:cubicBezTo>
                      <a:cubicBezTo>
                        <a:pt x="1" y="32"/>
                        <a:pt x="49" y="0"/>
                        <a:pt x="97" y="0"/>
                      </a:cubicBezTo>
                      <a:cubicBezTo>
                        <a:pt x="145" y="0"/>
                        <a:pt x="177" y="32"/>
                        <a:pt x="177" y="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799" name="Google Shape;24799;p56"/>
                <p:cNvSpPr/>
                <p:nvPr/>
              </p:nvSpPr>
              <p:spPr>
                <a:xfrm>
                  <a:off x="5749725" y="10213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1" y="97"/>
                      </a:moveTo>
                      <a:cubicBezTo>
                        <a:pt x="241" y="241"/>
                        <a:pt x="1" y="1"/>
                        <a:pt x="145" y="1"/>
                      </a:cubicBezTo>
                      <a:cubicBezTo>
                        <a:pt x="193" y="1"/>
                        <a:pt x="225" y="49"/>
                        <a:pt x="241" y="9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0" name="Google Shape;24800;p56"/>
                <p:cNvSpPr/>
                <p:nvPr/>
              </p:nvSpPr>
              <p:spPr>
                <a:xfrm>
                  <a:off x="5527725" y="8749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0" y="96"/>
                      </a:moveTo>
                      <a:cubicBezTo>
                        <a:pt x="240" y="240"/>
                        <a:pt x="0" y="0"/>
                        <a:pt x="144" y="0"/>
                      </a:cubicBezTo>
                      <a:cubicBezTo>
                        <a:pt x="192" y="0"/>
                        <a:pt x="240" y="48"/>
                        <a:pt x="240" y="9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1" name="Google Shape;24801;p56"/>
                <p:cNvSpPr/>
                <p:nvPr/>
              </p:nvSpPr>
              <p:spPr>
                <a:xfrm>
                  <a:off x="5418900" y="861350"/>
                  <a:ext cx="6025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25" extrusionOk="0">
                      <a:moveTo>
                        <a:pt x="241" y="64"/>
                      </a:moveTo>
                      <a:cubicBezTo>
                        <a:pt x="241" y="112"/>
                        <a:pt x="225" y="160"/>
                        <a:pt x="177" y="176"/>
                      </a:cubicBezTo>
                      <a:cubicBezTo>
                        <a:pt x="49" y="224"/>
                        <a:pt x="1" y="32"/>
                        <a:pt x="129" y="16"/>
                      </a:cubicBezTo>
                      <a:cubicBezTo>
                        <a:pt x="177" y="0"/>
                        <a:pt x="225" y="16"/>
                        <a:pt x="241" y="6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2" name="Google Shape;24802;p56"/>
                <p:cNvSpPr/>
                <p:nvPr/>
              </p:nvSpPr>
              <p:spPr>
                <a:xfrm>
                  <a:off x="5634925" y="98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1" y="209"/>
                      </a:moveTo>
                      <a:cubicBezTo>
                        <a:pt x="481" y="385"/>
                        <a:pt x="257" y="481"/>
                        <a:pt x="129" y="353"/>
                      </a:cubicBezTo>
                      <a:cubicBezTo>
                        <a:pt x="1" y="225"/>
                        <a:pt x="97" y="1"/>
                        <a:pt x="273" y="1"/>
                      </a:cubicBezTo>
                      <a:cubicBezTo>
                        <a:pt x="385" y="1"/>
                        <a:pt x="481" y="97"/>
                        <a:pt x="481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3" name="Google Shape;24803;p56"/>
                <p:cNvSpPr/>
                <p:nvPr/>
              </p:nvSpPr>
              <p:spPr>
                <a:xfrm>
                  <a:off x="5717725" y="1135775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2"/>
                      </a:moveTo>
                      <a:cubicBezTo>
                        <a:pt x="465" y="368"/>
                        <a:pt x="257" y="464"/>
                        <a:pt x="129" y="336"/>
                      </a:cubicBezTo>
                      <a:cubicBezTo>
                        <a:pt x="1" y="208"/>
                        <a:pt x="81" y="0"/>
                        <a:pt x="273" y="0"/>
                      </a:cubicBezTo>
                      <a:cubicBezTo>
                        <a:pt x="385" y="0"/>
                        <a:pt x="465" y="80"/>
                        <a:pt x="465" y="19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4" name="Google Shape;24804;p56"/>
                <p:cNvSpPr/>
                <p:nvPr/>
              </p:nvSpPr>
              <p:spPr>
                <a:xfrm>
                  <a:off x="5316900" y="997350"/>
                  <a:ext cx="116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81" extrusionOk="0">
                      <a:moveTo>
                        <a:pt x="465" y="209"/>
                      </a:moveTo>
                      <a:cubicBezTo>
                        <a:pt x="465" y="385"/>
                        <a:pt x="257" y="481"/>
                        <a:pt x="129" y="353"/>
                      </a:cubicBezTo>
                      <a:cubicBezTo>
                        <a:pt x="1" y="225"/>
                        <a:pt x="81" y="1"/>
                        <a:pt x="273" y="1"/>
                      </a:cubicBezTo>
                      <a:cubicBezTo>
                        <a:pt x="369" y="1"/>
                        <a:pt x="465" y="97"/>
                        <a:pt x="465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5" name="Google Shape;24805;p56"/>
                <p:cNvSpPr/>
                <p:nvPr/>
              </p:nvSpPr>
              <p:spPr>
                <a:xfrm>
                  <a:off x="5331700" y="1124575"/>
                  <a:ext cx="120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65" extrusionOk="0">
                      <a:moveTo>
                        <a:pt x="481" y="208"/>
                      </a:moveTo>
                      <a:cubicBezTo>
                        <a:pt x="481" y="384"/>
                        <a:pt x="257" y="464"/>
                        <a:pt x="129" y="352"/>
                      </a:cubicBezTo>
                      <a:cubicBezTo>
                        <a:pt x="1" y="224"/>
                        <a:pt x="97" y="0"/>
                        <a:pt x="273" y="0"/>
                      </a:cubicBezTo>
                      <a:cubicBezTo>
                        <a:pt x="385" y="0"/>
                        <a:pt x="481" y="96"/>
                        <a:pt x="481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6" name="Google Shape;24806;p56"/>
                <p:cNvSpPr/>
                <p:nvPr/>
              </p:nvSpPr>
              <p:spPr>
                <a:xfrm>
                  <a:off x="5794150" y="90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0" y="208"/>
                      </a:moveTo>
                      <a:cubicBezTo>
                        <a:pt x="480" y="384"/>
                        <a:pt x="256" y="480"/>
                        <a:pt x="128" y="352"/>
                      </a:cubicBezTo>
                      <a:cubicBezTo>
                        <a:pt x="0" y="224"/>
                        <a:pt x="96" y="0"/>
                        <a:pt x="272" y="0"/>
                      </a:cubicBezTo>
                      <a:cubicBezTo>
                        <a:pt x="384" y="0"/>
                        <a:pt x="480" y="96"/>
                        <a:pt x="480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7" name="Google Shape;24807;p56"/>
                <p:cNvSpPr/>
                <p:nvPr/>
              </p:nvSpPr>
              <p:spPr>
                <a:xfrm>
                  <a:off x="5290500" y="924950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3"/>
                      </a:moveTo>
                      <a:cubicBezTo>
                        <a:pt x="465" y="369"/>
                        <a:pt x="257" y="465"/>
                        <a:pt x="129" y="337"/>
                      </a:cubicBezTo>
                      <a:cubicBezTo>
                        <a:pt x="1" y="209"/>
                        <a:pt x="97" y="0"/>
                        <a:pt x="273" y="0"/>
                      </a:cubicBezTo>
                      <a:cubicBezTo>
                        <a:pt x="385" y="0"/>
                        <a:pt x="465" y="81"/>
                        <a:pt x="465" y="19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08" name="Google Shape;24808;p56"/>
                <p:cNvSpPr/>
                <p:nvPr/>
              </p:nvSpPr>
              <p:spPr>
                <a:xfrm>
                  <a:off x="5680925" y="826150"/>
                  <a:ext cx="43225" cy="4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extrusionOk="0">
                      <a:moveTo>
                        <a:pt x="865" y="1728"/>
                      </a:moveTo>
                      <a:lnTo>
                        <a:pt x="865" y="1728"/>
                      </a:lnTo>
                      <a:cubicBezTo>
                        <a:pt x="865" y="1248"/>
                        <a:pt x="481" y="864"/>
                        <a:pt x="1" y="864"/>
                      </a:cubicBezTo>
                      <a:lnTo>
                        <a:pt x="1" y="864"/>
                      </a:lnTo>
                      <a:cubicBezTo>
                        <a:pt x="481" y="864"/>
                        <a:pt x="865" y="480"/>
                        <a:pt x="865" y="0"/>
                      </a:cubicBezTo>
                      <a:lnTo>
                        <a:pt x="865" y="0"/>
                      </a:lnTo>
                      <a:cubicBezTo>
                        <a:pt x="865" y="480"/>
                        <a:pt x="1265" y="864"/>
                        <a:pt x="1729" y="864"/>
                      </a:cubicBezTo>
                      <a:lnTo>
                        <a:pt x="1729" y="864"/>
                      </a:lnTo>
                      <a:cubicBezTo>
                        <a:pt x="1265" y="864"/>
                        <a:pt x="865" y="1248"/>
                        <a:pt x="865" y="17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809" name="Google Shape;24809;p56"/>
              <p:cNvGrpSpPr/>
              <p:nvPr/>
            </p:nvGrpSpPr>
            <p:grpSpPr>
              <a:xfrm rot="-9256633">
                <a:off x="489429" y="3110262"/>
                <a:ext cx="1134020" cy="607908"/>
                <a:chOff x="5206900" y="826150"/>
                <a:chExt cx="599275" cy="321250"/>
              </a:xfrm>
            </p:grpSpPr>
            <p:sp>
              <p:nvSpPr>
                <p:cNvPr id="24810" name="Google Shape;24810;p56"/>
                <p:cNvSpPr/>
                <p:nvPr/>
              </p:nvSpPr>
              <p:spPr>
                <a:xfrm>
                  <a:off x="5206900" y="828950"/>
                  <a:ext cx="25225" cy="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1025" extrusionOk="0">
                      <a:moveTo>
                        <a:pt x="1008" y="448"/>
                      </a:moveTo>
                      <a:cubicBezTo>
                        <a:pt x="1008" y="832"/>
                        <a:pt x="544" y="1024"/>
                        <a:pt x="272" y="752"/>
                      </a:cubicBezTo>
                      <a:cubicBezTo>
                        <a:pt x="0" y="480"/>
                        <a:pt x="192" y="0"/>
                        <a:pt x="576" y="0"/>
                      </a:cubicBezTo>
                      <a:cubicBezTo>
                        <a:pt x="816" y="0"/>
                        <a:pt x="1008" y="208"/>
                        <a:pt x="1008" y="44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1" name="Google Shape;24811;p56"/>
                <p:cNvSpPr/>
                <p:nvPr/>
              </p:nvSpPr>
              <p:spPr>
                <a:xfrm>
                  <a:off x="5468125" y="1067750"/>
                  <a:ext cx="2562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09" extrusionOk="0">
                      <a:moveTo>
                        <a:pt x="1024" y="433"/>
                      </a:moveTo>
                      <a:cubicBezTo>
                        <a:pt x="1024" y="817"/>
                        <a:pt x="560" y="1009"/>
                        <a:pt x="288" y="737"/>
                      </a:cubicBezTo>
                      <a:cubicBezTo>
                        <a:pt x="0" y="465"/>
                        <a:pt x="208" y="1"/>
                        <a:pt x="592" y="1"/>
                      </a:cubicBezTo>
                      <a:cubicBezTo>
                        <a:pt x="832" y="1"/>
                        <a:pt x="1024" y="193"/>
                        <a:pt x="1024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2" name="Google Shape;24812;p56"/>
                <p:cNvSpPr/>
                <p:nvPr/>
              </p:nvSpPr>
              <p:spPr>
                <a:xfrm>
                  <a:off x="5679325" y="1085750"/>
                  <a:ext cx="25625" cy="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26" extrusionOk="0">
                      <a:moveTo>
                        <a:pt x="1025" y="433"/>
                      </a:moveTo>
                      <a:cubicBezTo>
                        <a:pt x="1025" y="833"/>
                        <a:pt x="545" y="1025"/>
                        <a:pt x="273" y="753"/>
                      </a:cubicBezTo>
                      <a:cubicBezTo>
                        <a:pt x="1" y="481"/>
                        <a:pt x="193" y="1"/>
                        <a:pt x="577" y="1"/>
                      </a:cubicBezTo>
                      <a:cubicBezTo>
                        <a:pt x="817" y="1"/>
                        <a:pt x="1025" y="193"/>
                        <a:pt x="1025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3" name="Google Shape;24813;p56"/>
                <p:cNvSpPr/>
                <p:nvPr/>
              </p:nvSpPr>
              <p:spPr>
                <a:xfrm>
                  <a:off x="5318900" y="877350"/>
                  <a:ext cx="4425" cy="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7" extrusionOk="0">
                      <a:moveTo>
                        <a:pt x="177" y="80"/>
                      </a:moveTo>
                      <a:cubicBezTo>
                        <a:pt x="177" y="128"/>
                        <a:pt x="145" y="176"/>
                        <a:pt x="97" y="176"/>
                      </a:cubicBezTo>
                      <a:cubicBezTo>
                        <a:pt x="49" y="176"/>
                        <a:pt x="1" y="128"/>
                        <a:pt x="1" y="80"/>
                      </a:cubicBezTo>
                      <a:cubicBezTo>
                        <a:pt x="1" y="32"/>
                        <a:pt x="49" y="0"/>
                        <a:pt x="97" y="0"/>
                      </a:cubicBezTo>
                      <a:cubicBezTo>
                        <a:pt x="145" y="0"/>
                        <a:pt x="177" y="32"/>
                        <a:pt x="177" y="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4" name="Google Shape;24814;p56"/>
                <p:cNvSpPr/>
                <p:nvPr/>
              </p:nvSpPr>
              <p:spPr>
                <a:xfrm>
                  <a:off x="5749725" y="10213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1" y="97"/>
                      </a:moveTo>
                      <a:cubicBezTo>
                        <a:pt x="241" y="241"/>
                        <a:pt x="1" y="1"/>
                        <a:pt x="145" y="1"/>
                      </a:cubicBezTo>
                      <a:cubicBezTo>
                        <a:pt x="193" y="1"/>
                        <a:pt x="225" y="49"/>
                        <a:pt x="241" y="9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5" name="Google Shape;24815;p56"/>
                <p:cNvSpPr/>
                <p:nvPr/>
              </p:nvSpPr>
              <p:spPr>
                <a:xfrm>
                  <a:off x="5527725" y="8749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0" y="96"/>
                      </a:moveTo>
                      <a:cubicBezTo>
                        <a:pt x="240" y="240"/>
                        <a:pt x="0" y="0"/>
                        <a:pt x="144" y="0"/>
                      </a:cubicBezTo>
                      <a:cubicBezTo>
                        <a:pt x="192" y="0"/>
                        <a:pt x="240" y="48"/>
                        <a:pt x="240" y="9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6" name="Google Shape;24816;p56"/>
                <p:cNvSpPr/>
                <p:nvPr/>
              </p:nvSpPr>
              <p:spPr>
                <a:xfrm>
                  <a:off x="5418900" y="861350"/>
                  <a:ext cx="6025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25" extrusionOk="0">
                      <a:moveTo>
                        <a:pt x="241" y="64"/>
                      </a:moveTo>
                      <a:cubicBezTo>
                        <a:pt x="241" y="112"/>
                        <a:pt x="225" y="160"/>
                        <a:pt x="177" y="176"/>
                      </a:cubicBezTo>
                      <a:cubicBezTo>
                        <a:pt x="49" y="224"/>
                        <a:pt x="1" y="32"/>
                        <a:pt x="129" y="16"/>
                      </a:cubicBezTo>
                      <a:cubicBezTo>
                        <a:pt x="177" y="0"/>
                        <a:pt x="225" y="16"/>
                        <a:pt x="241" y="6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7" name="Google Shape;24817;p56"/>
                <p:cNvSpPr/>
                <p:nvPr/>
              </p:nvSpPr>
              <p:spPr>
                <a:xfrm>
                  <a:off x="5634925" y="98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1" y="209"/>
                      </a:moveTo>
                      <a:cubicBezTo>
                        <a:pt x="481" y="385"/>
                        <a:pt x="257" y="481"/>
                        <a:pt x="129" y="353"/>
                      </a:cubicBezTo>
                      <a:cubicBezTo>
                        <a:pt x="1" y="225"/>
                        <a:pt x="97" y="1"/>
                        <a:pt x="273" y="1"/>
                      </a:cubicBezTo>
                      <a:cubicBezTo>
                        <a:pt x="385" y="1"/>
                        <a:pt x="481" y="97"/>
                        <a:pt x="481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8" name="Google Shape;24818;p56"/>
                <p:cNvSpPr/>
                <p:nvPr/>
              </p:nvSpPr>
              <p:spPr>
                <a:xfrm>
                  <a:off x="5717725" y="1135775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2"/>
                      </a:moveTo>
                      <a:cubicBezTo>
                        <a:pt x="465" y="368"/>
                        <a:pt x="257" y="464"/>
                        <a:pt x="129" y="336"/>
                      </a:cubicBezTo>
                      <a:cubicBezTo>
                        <a:pt x="1" y="208"/>
                        <a:pt x="81" y="0"/>
                        <a:pt x="273" y="0"/>
                      </a:cubicBezTo>
                      <a:cubicBezTo>
                        <a:pt x="385" y="0"/>
                        <a:pt x="465" y="80"/>
                        <a:pt x="465" y="19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19" name="Google Shape;24819;p56"/>
                <p:cNvSpPr/>
                <p:nvPr/>
              </p:nvSpPr>
              <p:spPr>
                <a:xfrm>
                  <a:off x="5316900" y="997350"/>
                  <a:ext cx="116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81" extrusionOk="0">
                      <a:moveTo>
                        <a:pt x="465" y="209"/>
                      </a:moveTo>
                      <a:cubicBezTo>
                        <a:pt x="465" y="385"/>
                        <a:pt x="257" y="481"/>
                        <a:pt x="129" y="353"/>
                      </a:cubicBezTo>
                      <a:cubicBezTo>
                        <a:pt x="1" y="225"/>
                        <a:pt x="81" y="1"/>
                        <a:pt x="273" y="1"/>
                      </a:cubicBezTo>
                      <a:cubicBezTo>
                        <a:pt x="369" y="1"/>
                        <a:pt x="465" y="97"/>
                        <a:pt x="465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20" name="Google Shape;24820;p56"/>
                <p:cNvSpPr/>
                <p:nvPr/>
              </p:nvSpPr>
              <p:spPr>
                <a:xfrm>
                  <a:off x="5331700" y="1124575"/>
                  <a:ext cx="120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65" extrusionOk="0">
                      <a:moveTo>
                        <a:pt x="481" y="208"/>
                      </a:moveTo>
                      <a:cubicBezTo>
                        <a:pt x="481" y="384"/>
                        <a:pt x="257" y="464"/>
                        <a:pt x="129" y="352"/>
                      </a:cubicBezTo>
                      <a:cubicBezTo>
                        <a:pt x="1" y="224"/>
                        <a:pt x="97" y="0"/>
                        <a:pt x="273" y="0"/>
                      </a:cubicBezTo>
                      <a:cubicBezTo>
                        <a:pt x="385" y="0"/>
                        <a:pt x="481" y="96"/>
                        <a:pt x="481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21" name="Google Shape;24821;p56"/>
                <p:cNvSpPr/>
                <p:nvPr/>
              </p:nvSpPr>
              <p:spPr>
                <a:xfrm>
                  <a:off x="5794150" y="90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0" y="208"/>
                      </a:moveTo>
                      <a:cubicBezTo>
                        <a:pt x="480" y="384"/>
                        <a:pt x="256" y="480"/>
                        <a:pt x="128" y="352"/>
                      </a:cubicBezTo>
                      <a:cubicBezTo>
                        <a:pt x="0" y="224"/>
                        <a:pt x="96" y="0"/>
                        <a:pt x="272" y="0"/>
                      </a:cubicBezTo>
                      <a:cubicBezTo>
                        <a:pt x="384" y="0"/>
                        <a:pt x="480" y="96"/>
                        <a:pt x="480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22" name="Google Shape;24822;p56"/>
                <p:cNvSpPr/>
                <p:nvPr/>
              </p:nvSpPr>
              <p:spPr>
                <a:xfrm>
                  <a:off x="5290500" y="924950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3"/>
                      </a:moveTo>
                      <a:cubicBezTo>
                        <a:pt x="465" y="369"/>
                        <a:pt x="257" y="465"/>
                        <a:pt x="129" y="337"/>
                      </a:cubicBezTo>
                      <a:cubicBezTo>
                        <a:pt x="1" y="209"/>
                        <a:pt x="97" y="0"/>
                        <a:pt x="273" y="0"/>
                      </a:cubicBezTo>
                      <a:cubicBezTo>
                        <a:pt x="385" y="0"/>
                        <a:pt x="465" y="81"/>
                        <a:pt x="465" y="19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23" name="Google Shape;24823;p56"/>
                <p:cNvSpPr/>
                <p:nvPr/>
              </p:nvSpPr>
              <p:spPr>
                <a:xfrm>
                  <a:off x="5680925" y="826150"/>
                  <a:ext cx="43225" cy="4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extrusionOk="0">
                      <a:moveTo>
                        <a:pt x="865" y="1728"/>
                      </a:moveTo>
                      <a:lnTo>
                        <a:pt x="865" y="1728"/>
                      </a:lnTo>
                      <a:cubicBezTo>
                        <a:pt x="865" y="1248"/>
                        <a:pt x="481" y="864"/>
                        <a:pt x="1" y="864"/>
                      </a:cubicBezTo>
                      <a:lnTo>
                        <a:pt x="1" y="864"/>
                      </a:lnTo>
                      <a:cubicBezTo>
                        <a:pt x="481" y="864"/>
                        <a:pt x="865" y="480"/>
                        <a:pt x="865" y="0"/>
                      </a:cubicBezTo>
                      <a:lnTo>
                        <a:pt x="865" y="0"/>
                      </a:lnTo>
                      <a:cubicBezTo>
                        <a:pt x="865" y="480"/>
                        <a:pt x="1265" y="864"/>
                        <a:pt x="1729" y="864"/>
                      </a:cubicBezTo>
                      <a:lnTo>
                        <a:pt x="1729" y="864"/>
                      </a:lnTo>
                      <a:cubicBezTo>
                        <a:pt x="1265" y="864"/>
                        <a:pt x="865" y="1248"/>
                        <a:pt x="865" y="17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824" name="Google Shape;24824;p56"/>
              <p:cNvGrpSpPr/>
              <p:nvPr/>
            </p:nvGrpSpPr>
            <p:grpSpPr>
              <a:xfrm rot="7120513" flipH="1">
                <a:off x="538618" y="3725726"/>
                <a:ext cx="1133997" cy="607895"/>
                <a:chOff x="5206900" y="826150"/>
                <a:chExt cx="599275" cy="321250"/>
              </a:xfrm>
            </p:grpSpPr>
            <p:sp>
              <p:nvSpPr>
                <p:cNvPr id="24825" name="Google Shape;24825;p56"/>
                <p:cNvSpPr/>
                <p:nvPr/>
              </p:nvSpPr>
              <p:spPr>
                <a:xfrm>
                  <a:off x="5206900" y="828950"/>
                  <a:ext cx="25225" cy="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1025" extrusionOk="0">
                      <a:moveTo>
                        <a:pt x="1008" y="448"/>
                      </a:moveTo>
                      <a:cubicBezTo>
                        <a:pt x="1008" y="832"/>
                        <a:pt x="544" y="1024"/>
                        <a:pt x="272" y="752"/>
                      </a:cubicBezTo>
                      <a:cubicBezTo>
                        <a:pt x="0" y="480"/>
                        <a:pt x="192" y="0"/>
                        <a:pt x="576" y="0"/>
                      </a:cubicBezTo>
                      <a:cubicBezTo>
                        <a:pt x="816" y="0"/>
                        <a:pt x="1008" y="208"/>
                        <a:pt x="1008" y="44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26" name="Google Shape;24826;p56"/>
                <p:cNvSpPr/>
                <p:nvPr/>
              </p:nvSpPr>
              <p:spPr>
                <a:xfrm>
                  <a:off x="5468125" y="1067750"/>
                  <a:ext cx="2562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09" extrusionOk="0">
                      <a:moveTo>
                        <a:pt x="1024" y="433"/>
                      </a:moveTo>
                      <a:cubicBezTo>
                        <a:pt x="1024" y="817"/>
                        <a:pt x="560" y="1009"/>
                        <a:pt x="288" y="737"/>
                      </a:cubicBezTo>
                      <a:cubicBezTo>
                        <a:pt x="0" y="465"/>
                        <a:pt x="208" y="1"/>
                        <a:pt x="592" y="1"/>
                      </a:cubicBezTo>
                      <a:cubicBezTo>
                        <a:pt x="832" y="1"/>
                        <a:pt x="1024" y="193"/>
                        <a:pt x="1024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27" name="Google Shape;24827;p56"/>
                <p:cNvSpPr/>
                <p:nvPr/>
              </p:nvSpPr>
              <p:spPr>
                <a:xfrm>
                  <a:off x="5679325" y="1085750"/>
                  <a:ext cx="25625" cy="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26" extrusionOk="0">
                      <a:moveTo>
                        <a:pt x="1025" y="433"/>
                      </a:moveTo>
                      <a:cubicBezTo>
                        <a:pt x="1025" y="833"/>
                        <a:pt x="545" y="1025"/>
                        <a:pt x="273" y="753"/>
                      </a:cubicBezTo>
                      <a:cubicBezTo>
                        <a:pt x="1" y="481"/>
                        <a:pt x="193" y="1"/>
                        <a:pt x="577" y="1"/>
                      </a:cubicBezTo>
                      <a:cubicBezTo>
                        <a:pt x="817" y="1"/>
                        <a:pt x="1025" y="193"/>
                        <a:pt x="1025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28" name="Google Shape;24828;p56"/>
                <p:cNvSpPr/>
                <p:nvPr/>
              </p:nvSpPr>
              <p:spPr>
                <a:xfrm>
                  <a:off x="5318900" y="877350"/>
                  <a:ext cx="4425" cy="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7" extrusionOk="0">
                      <a:moveTo>
                        <a:pt x="177" y="80"/>
                      </a:moveTo>
                      <a:cubicBezTo>
                        <a:pt x="177" y="128"/>
                        <a:pt x="145" y="176"/>
                        <a:pt x="97" y="176"/>
                      </a:cubicBezTo>
                      <a:cubicBezTo>
                        <a:pt x="49" y="176"/>
                        <a:pt x="1" y="128"/>
                        <a:pt x="1" y="80"/>
                      </a:cubicBezTo>
                      <a:cubicBezTo>
                        <a:pt x="1" y="32"/>
                        <a:pt x="49" y="0"/>
                        <a:pt x="97" y="0"/>
                      </a:cubicBezTo>
                      <a:cubicBezTo>
                        <a:pt x="145" y="0"/>
                        <a:pt x="177" y="32"/>
                        <a:pt x="177" y="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29" name="Google Shape;24829;p56"/>
                <p:cNvSpPr/>
                <p:nvPr/>
              </p:nvSpPr>
              <p:spPr>
                <a:xfrm>
                  <a:off x="5749725" y="10213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1" y="97"/>
                      </a:moveTo>
                      <a:cubicBezTo>
                        <a:pt x="241" y="241"/>
                        <a:pt x="1" y="1"/>
                        <a:pt x="145" y="1"/>
                      </a:cubicBezTo>
                      <a:cubicBezTo>
                        <a:pt x="193" y="1"/>
                        <a:pt x="225" y="49"/>
                        <a:pt x="241" y="9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30" name="Google Shape;24830;p56"/>
                <p:cNvSpPr/>
                <p:nvPr/>
              </p:nvSpPr>
              <p:spPr>
                <a:xfrm>
                  <a:off x="5527725" y="8749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0" y="96"/>
                      </a:moveTo>
                      <a:cubicBezTo>
                        <a:pt x="240" y="240"/>
                        <a:pt x="0" y="0"/>
                        <a:pt x="144" y="0"/>
                      </a:cubicBezTo>
                      <a:cubicBezTo>
                        <a:pt x="192" y="0"/>
                        <a:pt x="240" y="48"/>
                        <a:pt x="240" y="9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31" name="Google Shape;24831;p56"/>
                <p:cNvSpPr/>
                <p:nvPr/>
              </p:nvSpPr>
              <p:spPr>
                <a:xfrm>
                  <a:off x="5418900" y="861350"/>
                  <a:ext cx="6025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25" extrusionOk="0">
                      <a:moveTo>
                        <a:pt x="241" y="64"/>
                      </a:moveTo>
                      <a:cubicBezTo>
                        <a:pt x="241" y="112"/>
                        <a:pt x="225" y="160"/>
                        <a:pt x="177" y="176"/>
                      </a:cubicBezTo>
                      <a:cubicBezTo>
                        <a:pt x="49" y="224"/>
                        <a:pt x="1" y="32"/>
                        <a:pt x="129" y="16"/>
                      </a:cubicBezTo>
                      <a:cubicBezTo>
                        <a:pt x="177" y="0"/>
                        <a:pt x="225" y="16"/>
                        <a:pt x="241" y="6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32" name="Google Shape;24832;p56"/>
                <p:cNvSpPr/>
                <p:nvPr/>
              </p:nvSpPr>
              <p:spPr>
                <a:xfrm>
                  <a:off x="5634925" y="98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1" y="209"/>
                      </a:moveTo>
                      <a:cubicBezTo>
                        <a:pt x="481" y="385"/>
                        <a:pt x="257" y="481"/>
                        <a:pt x="129" y="353"/>
                      </a:cubicBezTo>
                      <a:cubicBezTo>
                        <a:pt x="1" y="225"/>
                        <a:pt x="97" y="1"/>
                        <a:pt x="273" y="1"/>
                      </a:cubicBezTo>
                      <a:cubicBezTo>
                        <a:pt x="385" y="1"/>
                        <a:pt x="481" y="97"/>
                        <a:pt x="481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33" name="Google Shape;24833;p56"/>
                <p:cNvSpPr/>
                <p:nvPr/>
              </p:nvSpPr>
              <p:spPr>
                <a:xfrm>
                  <a:off x="5717725" y="1135775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2"/>
                      </a:moveTo>
                      <a:cubicBezTo>
                        <a:pt x="465" y="368"/>
                        <a:pt x="257" y="464"/>
                        <a:pt x="129" y="336"/>
                      </a:cubicBezTo>
                      <a:cubicBezTo>
                        <a:pt x="1" y="208"/>
                        <a:pt x="81" y="0"/>
                        <a:pt x="273" y="0"/>
                      </a:cubicBezTo>
                      <a:cubicBezTo>
                        <a:pt x="385" y="0"/>
                        <a:pt x="465" y="80"/>
                        <a:pt x="465" y="19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34" name="Google Shape;24834;p56"/>
                <p:cNvSpPr/>
                <p:nvPr/>
              </p:nvSpPr>
              <p:spPr>
                <a:xfrm>
                  <a:off x="5316900" y="997350"/>
                  <a:ext cx="116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81" extrusionOk="0">
                      <a:moveTo>
                        <a:pt x="465" y="209"/>
                      </a:moveTo>
                      <a:cubicBezTo>
                        <a:pt x="465" y="385"/>
                        <a:pt x="257" y="481"/>
                        <a:pt x="129" y="353"/>
                      </a:cubicBezTo>
                      <a:cubicBezTo>
                        <a:pt x="1" y="225"/>
                        <a:pt x="81" y="1"/>
                        <a:pt x="273" y="1"/>
                      </a:cubicBezTo>
                      <a:cubicBezTo>
                        <a:pt x="369" y="1"/>
                        <a:pt x="465" y="97"/>
                        <a:pt x="465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35" name="Google Shape;24835;p56"/>
                <p:cNvSpPr/>
                <p:nvPr/>
              </p:nvSpPr>
              <p:spPr>
                <a:xfrm>
                  <a:off x="5331700" y="1124575"/>
                  <a:ext cx="120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65" extrusionOk="0">
                      <a:moveTo>
                        <a:pt x="481" y="208"/>
                      </a:moveTo>
                      <a:cubicBezTo>
                        <a:pt x="481" y="384"/>
                        <a:pt x="257" y="464"/>
                        <a:pt x="129" y="352"/>
                      </a:cubicBezTo>
                      <a:cubicBezTo>
                        <a:pt x="1" y="224"/>
                        <a:pt x="97" y="0"/>
                        <a:pt x="273" y="0"/>
                      </a:cubicBezTo>
                      <a:cubicBezTo>
                        <a:pt x="385" y="0"/>
                        <a:pt x="481" y="96"/>
                        <a:pt x="481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36" name="Google Shape;24836;p56"/>
                <p:cNvSpPr/>
                <p:nvPr/>
              </p:nvSpPr>
              <p:spPr>
                <a:xfrm>
                  <a:off x="5794150" y="90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0" y="208"/>
                      </a:moveTo>
                      <a:cubicBezTo>
                        <a:pt x="480" y="384"/>
                        <a:pt x="256" y="480"/>
                        <a:pt x="128" y="352"/>
                      </a:cubicBezTo>
                      <a:cubicBezTo>
                        <a:pt x="0" y="224"/>
                        <a:pt x="96" y="0"/>
                        <a:pt x="272" y="0"/>
                      </a:cubicBezTo>
                      <a:cubicBezTo>
                        <a:pt x="384" y="0"/>
                        <a:pt x="480" y="96"/>
                        <a:pt x="480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37" name="Google Shape;24837;p56"/>
                <p:cNvSpPr/>
                <p:nvPr/>
              </p:nvSpPr>
              <p:spPr>
                <a:xfrm>
                  <a:off x="5290500" y="924950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3"/>
                      </a:moveTo>
                      <a:cubicBezTo>
                        <a:pt x="465" y="369"/>
                        <a:pt x="257" y="465"/>
                        <a:pt x="129" y="337"/>
                      </a:cubicBezTo>
                      <a:cubicBezTo>
                        <a:pt x="1" y="209"/>
                        <a:pt x="97" y="0"/>
                        <a:pt x="273" y="0"/>
                      </a:cubicBezTo>
                      <a:cubicBezTo>
                        <a:pt x="385" y="0"/>
                        <a:pt x="465" y="81"/>
                        <a:pt x="465" y="19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38" name="Google Shape;24838;p56"/>
                <p:cNvSpPr/>
                <p:nvPr/>
              </p:nvSpPr>
              <p:spPr>
                <a:xfrm>
                  <a:off x="5680925" y="826150"/>
                  <a:ext cx="43225" cy="4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extrusionOk="0">
                      <a:moveTo>
                        <a:pt x="865" y="1728"/>
                      </a:moveTo>
                      <a:lnTo>
                        <a:pt x="865" y="1728"/>
                      </a:lnTo>
                      <a:cubicBezTo>
                        <a:pt x="865" y="1248"/>
                        <a:pt x="481" y="864"/>
                        <a:pt x="1" y="864"/>
                      </a:cubicBezTo>
                      <a:lnTo>
                        <a:pt x="1" y="864"/>
                      </a:lnTo>
                      <a:cubicBezTo>
                        <a:pt x="481" y="864"/>
                        <a:pt x="865" y="480"/>
                        <a:pt x="865" y="0"/>
                      </a:cubicBezTo>
                      <a:lnTo>
                        <a:pt x="865" y="0"/>
                      </a:lnTo>
                      <a:cubicBezTo>
                        <a:pt x="865" y="480"/>
                        <a:pt x="1265" y="864"/>
                        <a:pt x="1729" y="864"/>
                      </a:cubicBezTo>
                      <a:lnTo>
                        <a:pt x="1729" y="864"/>
                      </a:lnTo>
                      <a:cubicBezTo>
                        <a:pt x="1265" y="864"/>
                        <a:pt x="865" y="1248"/>
                        <a:pt x="865" y="17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6_1_1">
    <p:spTree>
      <p:nvGrpSpPr>
        <p:cNvPr id="1" name="Shape 24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40" name="Google Shape;24840;p57"/>
          <p:cNvGrpSpPr/>
          <p:nvPr/>
        </p:nvGrpSpPr>
        <p:grpSpPr>
          <a:xfrm>
            <a:off x="176625" y="110350"/>
            <a:ext cx="8790774" cy="4922811"/>
            <a:chOff x="131600" y="118425"/>
            <a:chExt cx="8790774" cy="4922811"/>
          </a:xfrm>
        </p:grpSpPr>
        <p:sp>
          <p:nvSpPr>
            <p:cNvPr id="24841" name="Google Shape;24841;p57"/>
            <p:cNvSpPr/>
            <p:nvPr/>
          </p:nvSpPr>
          <p:spPr>
            <a:xfrm rot="5400000">
              <a:off x="856680" y="10329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842" name="Google Shape;24842;p57"/>
            <p:cNvGrpSpPr/>
            <p:nvPr/>
          </p:nvGrpSpPr>
          <p:grpSpPr>
            <a:xfrm>
              <a:off x="131600" y="1884558"/>
              <a:ext cx="2122449" cy="3112715"/>
              <a:chOff x="131600" y="1884558"/>
              <a:chExt cx="2122449" cy="3112715"/>
            </a:xfrm>
          </p:grpSpPr>
          <p:sp>
            <p:nvSpPr>
              <p:cNvPr id="24843" name="Google Shape;24843;p57"/>
              <p:cNvSpPr/>
              <p:nvPr/>
            </p:nvSpPr>
            <p:spPr>
              <a:xfrm rot="5400000" flipH="1">
                <a:off x="1356823" y="353957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4" name="Google Shape;24844;p57"/>
              <p:cNvSpPr/>
              <p:nvPr/>
            </p:nvSpPr>
            <p:spPr>
              <a:xfrm rot="5400000" flipH="1">
                <a:off x="368247" y="3804694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5" name="Google Shape;24845;p57"/>
              <p:cNvSpPr/>
              <p:nvPr/>
            </p:nvSpPr>
            <p:spPr>
              <a:xfrm rot="5400000" flipH="1">
                <a:off x="1212834" y="4945234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6" name="Google Shape;24846;p57"/>
              <p:cNvSpPr/>
              <p:nvPr/>
            </p:nvSpPr>
            <p:spPr>
              <a:xfrm rot="5400000" flipH="1">
                <a:off x="1889810" y="3456082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7" name="Google Shape;24847;p57"/>
              <p:cNvSpPr/>
              <p:nvPr/>
            </p:nvSpPr>
            <p:spPr>
              <a:xfrm rot="5400000" flipH="1">
                <a:off x="871337" y="4472741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8" name="Google Shape;24848;p57"/>
              <p:cNvSpPr/>
              <p:nvPr/>
            </p:nvSpPr>
            <p:spPr>
              <a:xfrm rot="5400000" flipH="1">
                <a:off x="1458022" y="2595443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9" name="Google Shape;24849;p57"/>
              <p:cNvSpPr/>
              <p:nvPr/>
            </p:nvSpPr>
            <p:spPr>
              <a:xfrm rot="5400000" flipH="1">
                <a:off x="373906" y="24622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0" name="Google Shape;24850;p57"/>
              <p:cNvSpPr/>
              <p:nvPr/>
            </p:nvSpPr>
            <p:spPr>
              <a:xfrm rot="5400000" flipH="1">
                <a:off x="573665" y="420799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1" name="Google Shape;24851;p57"/>
              <p:cNvSpPr/>
              <p:nvPr/>
            </p:nvSpPr>
            <p:spPr>
              <a:xfrm rot="5400000" flipH="1">
                <a:off x="368214" y="3290320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2" name="Google Shape;24852;p57"/>
              <p:cNvSpPr/>
              <p:nvPr/>
            </p:nvSpPr>
            <p:spPr>
              <a:xfrm rot="5400000" flipH="1">
                <a:off x="149520" y="294366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3" name="Google Shape;24853;p57"/>
              <p:cNvSpPr/>
              <p:nvPr/>
            </p:nvSpPr>
            <p:spPr>
              <a:xfrm rot="5400000" flipH="1">
                <a:off x="1558343" y="306837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4" name="Google Shape;24854;p57"/>
              <p:cNvSpPr/>
              <p:nvPr/>
            </p:nvSpPr>
            <p:spPr>
              <a:xfrm rot="5400000" flipH="1">
                <a:off x="130236" y="3708247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5" name="Google Shape;24855;p57"/>
              <p:cNvSpPr/>
              <p:nvPr/>
            </p:nvSpPr>
            <p:spPr>
              <a:xfrm rot="5400000" flipH="1">
                <a:off x="400364" y="4926212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6" name="Google Shape;24856;p57"/>
              <p:cNvSpPr/>
              <p:nvPr/>
            </p:nvSpPr>
            <p:spPr>
              <a:xfrm rot="5400000" flipH="1">
                <a:off x="799823" y="3303605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7" name="Google Shape;24857;p57"/>
              <p:cNvSpPr/>
              <p:nvPr/>
            </p:nvSpPr>
            <p:spPr>
              <a:xfrm rot="5400000" flipH="1">
                <a:off x="1234010" y="4104986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8" name="Google Shape;24858;p57"/>
              <p:cNvSpPr/>
              <p:nvPr/>
            </p:nvSpPr>
            <p:spPr>
              <a:xfrm rot="5400000" flipH="1">
                <a:off x="379148" y="2080743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9" name="Google Shape;24859;p57"/>
              <p:cNvSpPr/>
              <p:nvPr/>
            </p:nvSpPr>
            <p:spPr>
              <a:xfrm rot="5400000" flipH="1">
                <a:off x="891672" y="3760348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0" name="Google Shape;24860;p57"/>
              <p:cNvSpPr/>
              <p:nvPr/>
            </p:nvSpPr>
            <p:spPr>
              <a:xfrm rot="5400000">
                <a:off x="927170" y="1943554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1" name="Google Shape;24861;p57"/>
              <p:cNvSpPr/>
              <p:nvPr/>
            </p:nvSpPr>
            <p:spPr>
              <a:xfrm rot="5400000">
                <a:off x="1099652" y="232334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2" name="Google Shape;24862;p57"/>
              <p:cNvSpPr/>
              <p:nvPr/>
            </p:nvSpPr>
            <p:spPr>
              <a:xfrm rot="5400000">
                <a:off x="952606" y="295021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3" name="Google Shape;24863;p57"/>
              <p:cNvSpPr/>
              <p:nvPr/>
            </p:nvSpPr>
            <p:spPr>
              <a:xfrm rot="5400000">
                <a:off x="729827" y="227943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4" name="Google Shape;24864;p57"/>
              <p:cNvSpPr/>
              <p:nvPr/>
            </p:nvSpPr>
            <p:spPr>
              <a:xfrm rot="5400000">
                <a:off x="1976994" y="3097293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5" name="Google Shape;24865;p57"/>
              <p:cNvSpPr/>
              <p:nvPr/>
            </p:nvSpPr>
            <p:spPr>
              <a:xfrm rot="5400000">
                <a:off x="1439631" y="1886769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6" name="Google Shape;24866;p57"/>
              <p:cNvSpPr/>
              <p:nvPr/>
            </p:nvSpPr>
            <p:spPr>
              <a:xfrm rot="5400000">
                <a:off x="2225601" y="353958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7" name="Google Shape;24867;p57"/>
              <p:cNvSpPr/>
              <p:nvPr/>
            </p:nvSpPr>
            <p:spPr>
              <a:xfrm rot="5400000">
                <a:off x="771336" y="2669355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868" name="Google Shape;24868;p57"/>
            <p:cNvGrpSpPr/>
            <p:nvPr/>
          </p:nvGrpSpPr>
          <p:grpSpPr>
            <a:xfrm flipH="1">
              <a:off x="2342550" y="2567965"/>
              <a:ext cx="3964145" cy="1455821"/>
              <a:chOff x="3233388" y="140740"/>
              <a:chExt cx="3964145" cy="1455821"/>
            </a:xfrm>
          </p:grpSpPr>
          <p:sp>
            <p:nvSpPr>
              <p:cNvPr id="24869" name="Google Shape;24869;p57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0" name="Google Shape;24870;p57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1" name="Google Shape;24871;p57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2" name="Google Shape;24872;p57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3" name="Google Shape;24873;p57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4" name="Google Shape;24874;p57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5" name="Google Shape;24875;p57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6" name="Google Shape;24876;p57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7" name="Google Shape;24877;p57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8" name="Google Shape;24878;p57"/>
              <p:cNvSpPr/>
              <p:nvPr/>
            </p:nvSpPr>
            <p:spPr>
              <a:xfrm rot="10800000" flipH="1">
                <a:off x="5542101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9" name="Google Shape;24879;p57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0" name="Google Shape;24880;p57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1" name="Google Shape;24881;p57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2" name="Google Shape;24882;p57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3" name="Google Shape;24883;p57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4" name="Google Shape;24884;p57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5" name="Google Shape;24885;p57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6" name="Google Shape;24886;p57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7" name="Google Shape;24887;p57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8" name="Google Shape;24888;p57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9" name="Google Shape;24889;p57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0" name="Google Shape;24890;p57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1" name="Google Shape;24891;p57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2" name="Google Shape;24892;p57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3" name="Google Shape;24893;p57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4" name="Google Shape;24894;p57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95" name="Google Shape;24895;p57"/>
            <p:cNvSpPr/>
            <p:nvPr/>
          </p:nvSpPr>
          <p:spPr>
            <a:xfrm rot="10800000">
              <a:off x="5467181" y="2274087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6" name="Google Shape;24896;p57"/>
            <p:cNvSpPr/>
            <p:nvPr/>
          </p:nvSpPr>
          <p:spPr>
            <a:xfrm rot="10800000">
              <a:off x="1791338" y="2418078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7" name="Google Shape;24897;p57"/>
            <p:cNvSpPr/>
            <p:nvPr/>
          </p:nvSpPr>
          <p:spPr>
            <a:xfrm rot="10800000">
              <a:off x="4994538" y="1932740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8" name="Google Shape;24898;p57"/>
            <p:cNvSpPr/>
            <p:nvPr/>
          </p:nvSpPr>
          <p:spPr>
            <a:xfrm rot="10800000">
              <a:off x="2710372" y="255468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9" name="Google Shape;24899;p57"/>
            <p:cNvSpPr/>
            <p:nvPr/>
          </p:nvSpPr>
          <p:spPr>
            <a:xfrm rot="10800000">
              <a:off x="2984293" y="1435017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0" name="Google Shape;24900;p57"/>
            <p:cNvSpPr/>
            <p:nvPr/>
          </p:nvSpPr>
          <p:spPr>
            <a:xfrm rot="10800000">
              <a:off x="4625351" y="1874393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1" name="Google Shape;24901;p57"/>
            <p:cNvSpPr/>
            <p:nvPr/>
          </p:nvSpPr>
          <p:spPr>
            <a:xfrm rot="10800000">
              <a:off x="3812259" y="1429475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2" name="Google Shape;24902;p57"/>
            <p:cNvSpPr/>
            <p:nvPr/>
          </p:nvSpPr>
          <p:spPr>
            <a:xfrm rot="10800000">
              <a:off x="3473571" y="24251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3" name="Google Shape;24903;p57"/>
            <p:cNvSpPr/>
            <p:nvPr/>
          </p:nvSpPr>
          <p:spPr>
            <a:xfrm rot="10800000">
              <a:off x="3823198" y="1863430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4" name="Google Shape;24904;p57"/>
            <p:cNvSpPr/>
            <p:nvPr/>
          </p:nvSpPr>
          <p:spPr>
            <a:xfrm rot="10800000">
              <a:off x="4626925" y="2295271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5" name="Google Shape;24905;p57"/>
            <p:cNvSpPr/>
            <p:nvPr/>
          </p:nvSpPr>
          <p:spPr>
            <a:xfrm rot="10800000">
              <a:off x="2405511" y="1257842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6" name="Google Shape;24906;p57"/>
            <p:cNvSpPr/>
            <p:nvPr/>
          </p:nvSpPr>
          <p:spPr>
            <a:xfrm rot="10800000">
              <a:off x="4282295" y="1952925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7" name="Google Shape;24907;p57"/>
            <p:cNvSpPr/>
            <p:nvPr/>
          </p:nvSpPr>
          <p:spPr>
            <a:xfrm rot="10800000" flipH="1">
              <a:off x="2379646" y="1608191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8" name="Google Shape;24908;p57"/>
            <p:cNvSpPr/>
            <p:nvPr/>
          </p:nvSpPr>
          <p:spPr>
            <a:xfrm rot="10800000" flipH="1">
              <a:off x="2845296" y="2160906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9" name="Google Shape;24909;p57"/>
            <p:cNvSpPr/>
            <p:nvPr/>
          </p:nvSpPr>
          <p:spPr>
            <a:xfrm rot="10800000" flipH="1">
              <a:off x="1555075" y="19177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0" name="Google Shape;24910;p57"/>
            <p:cNvSpPr/>
            <p:nvPr/>
          </p:nvSpPr>
          <p:spPr>
            <a:xfrm rot="10800000" flipH="1">
              <a:off x="3472169" y="201385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1" name="Google Shape;24911;p57"/>
            <p:cNvSpPr/>
            <p:nvPr/>
          </p:nvSpPr>
          <p:spPr>
            <a:xfrm rot="10800000" flipH="1">
              <a:off x="2801524" y="179093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2" name="Google Shape;24912;p57"/>
            <p:cNvSpPr/>
            <p:nvPr/>
          </p:nvSpPr>
          <p:spPr>
            <a:xfrm rot="10800000" flipH="1">
              <a:off x="2007089" y="1854122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3" name="Google Shape;24913;p57"/>
            <p:cNvSpPr/>
            <p:nvPr/>
          </p:nvSpPr>
          <p:spPr>
            <a:xfrm rot="10800000" flipH="1">
              <a:off x="2379655" y="22472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4" name="Google Shape;24914;p57"/>
            <p:cNvSpPr/>
            <p:nvPr/>
          </p:nvSpPr>
          <p:spPr>
            <a:xfrm rot="10800000" flipH="1">
              <a:off x="3188821" y="1835070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5" name="Google Shape;24915;p57"/>
            <p:cNvSpPr/>
            <p:nvPr/>
          </p:nvSpPr>
          <p:spPr>
            <a:xfrm rot="-5400000">
              <a:off x="6437893" y="3297974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6" name="Google Shape;24916;p57"/>
            <p:cNvSpPr/>
            <p:nvPr/>
          </p:nvSpPr>
          <p:spPr>
            <a:xfrm rot="-5400000">
              <a:off x="7426754" y="3563094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7" name="Google Shape;24917;p57"/>
            <p:cNvSpPr/>
            <p:nvPr/>
          </p:nvSpPr>
          <p:spPr>
            <a:xfrm rot="-5400000">
              <a:off x="6614851" y="470363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8" name="Google Shape;24918;p57"/>
            <p:cNvSpPr/>
            <p:nvPr/>
          </p:nvSpPr>
          <p:spPr>
            <a:xfrm rot="-5400000">
              <a:off x="8881564" y="4140694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9" name="Google Shape;24919;p57"/>
            <p:cNvSpPr/>
            <p:nvPr/>
          </p:nvSpPr>
          <p:spPr>
            <a:xfrm rot="-5400000">
              <a:off x="7511314" y="4294041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0" name="Google Shape;24920;p57"/>
            <p:cNvSpPr/>
            <p:nvPr/>
          </p:nvSpPr>
          <p:spPr>
            <a:xfrm rot="-5400000">
              <a:off x="5855679" y="1873118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1" name="Google Shape;24921;p57"/>
            <p:cNvSpPr/>
            <p:nvPr/>
          </p:nvSpPr>
          <p:spPr>
            <a:xfrm rot="-5400000">
              <a:off x="6656524" y="28572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2" name="Google Shape;24922;p57"/>
            <p:cNvSpPr/>
            <p:nvPr/>
          </p:nvSpPr>
          <p:spPr>
            <a:xfrm rot="-5400000">
              <a:off x="7274485" y="3966392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3" name="Google Shape;24923;p57"/>
            <p:cNvSpPr/>
            <p:nvPr/>
          </p:nvSpPr>
          <p:spPr>
            <a:xfrm rot="-5400000">
              <a:off x="8443762" y="3936907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4" name="Google Shape;24924;p57"/>
            <p:cNvSpPr/>
            <p:nvPr/>
          </p:nvSpPr>
          <p:spPr>
            <a:xfrm rot="-5400000">
              <a:off x="8670718" y="359025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5" name="Google Shape;24925;p57"/>
            <p:cNvSpPr/>
            <p:nvPr/>
          </p:nvSpPr>
          <p:spPr>
            <a:xfrm rot="-5400000">
              <a:off x="6164267" y="228667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6" name="Google Shape;24926;p57"/>
            <p:cNvSpPr/>
            <p:nvPr/>
          </p:nvSpPr>
          <p:spPr>
            <a:xfrm rot="-5400000">
              <a:off x="8716418" y="435483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7" name="Google Shape;24927;p57"/>
            <p:cNvSpPr/>
            <p:nvPr/>
          </p:nvSpPr>
          <p:spPr>
            <a:xfrm rot="-5400000">
              <a:off x="7458880" y="468461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8" name="Google Shape;24928;p57"/>
            <p:cNvSpPr/>
            <p:nvPr/>
          </p:nvSpPr>
          <p:spPr>
            <a:xfrm rot="-5400000">
              <a:off x="7046617" y="3062005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9" name="Google Shape;24929;p57"/>
            <p:cNvSpPr/>
            <p:nvPr/>
          </p:nvSpPr>
          <p:spPr>
            <a:xfrm rot="-5400000">
              <a:off x="7078796" y="427188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0" name="Google Shape;24930;p57"/>
            <p:cNvSpPr/>
            <p:nvPr/>
          </p:nvSpPr>
          <p:spPr>
            <a:xfrm rot="-5400000">
              <a:off x="6943689" y="351874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1" name="Google Shape;24931;p57"/>
            <p:cNvSpPr/>
            <p:nvPr/>
          </p:nvSpPr>
          <p:spPr>
            <a:xfrm rot="-5400000" flipH="1">
              <a:off x="6867546" y="170195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2" name="Google Shape;24932;p57"/>
            <p:cNvSpPr/>
            <p:nvPr/>
          </p:nvSpPr>
          <p:spPr>
            <a:xfrm rot="-5400000" flipH="1">
              <a:off x="6728032" y="2081749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3" name="Google Shape;24933;p57"/>
            <p:cNvSpPr/>
            <p:nvPr/>
          </p:nvSpPr>
          <p:spPr>
            <a:xfrm rot="-5400000" flipH="1">
              <a:off x="6580720" y="2418065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4" name="Google Shape;24934;p57"/>
            <p:cNvSpPr/>
            <p:nvPr/>
          </p:nvSpPr>
          <p:spPr>
            <a:xfrm rot="-5400000" flipH="1">
              <a:off x="7106104" y="203783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5" name="Google Shape;24935;p57"/>
            <p:cNvSpPr/>
            <p:nvPr/>
          </p:nvSpPr>
          <p:spPr>
            <a:xfrm rot="-5400000" flipH="1">
              <a:off x="5855819" y="285569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6" name="Google Shape;24936;p57"/>
            <p:cNvSpPr/>
            <p:nvPr/>
          </p:nvSpPr>
          <p:spPr>
            <a:xfrm rot="-5400000" flipH="1">
              <a:off x="8557992" y="4224196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7" name="Google Shape;24937;p57"/>
            <p:cNvSpPr/>
            <p:nvPr/>
          </p:nvSpPr>
          <p:spPr>
            <a:xfrm rot="-5400000" flipH="1">
              <a:off x="7075119" y="2427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8" name="Google Shape;24938;p57"/>
            <p:cNvSpPr/>
            <p:nvPr/>
          </p:nvSpPr>
          <p:spPr>
            <a:xfrm rot="-5400000" flipH="1">
              <a:off x="6923371" y="255804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9" name="Google Shape;24939;p57"/>
            <p:cNvSpPr/>
            <p:nvPr/>
          </p:nvSpPr>
          <p:spPr>
            <a:xfrm rot="-5400000" flipH="1">
              <a:off x="7452482" y="411755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0" name="Google Shape;24940;p57"/>
            <p:cNvSpPr/>
            <p:nvPr/>
          </p:nvSpPr>
          <p:spPr>
            <a:xfrm rot="-5400000">
              <a:off x="8807099" y="641429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1" name="Google Shape;24941;p57"/>
            <p:cNvSpPr/>
            <p:nvPr/>
          </p:nvSpPr>
          <p:spPr>
            <a:xfrm>
              <a:off x="2963692" y="4896893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2" name="Google Shape;24942;p57"/>
            <p:cNvSpPr/>
            <p:nvPr/>
          </p:nvSpPr>
          <p:spPr>
            <a:xfrm>
              <a:off x="471112" y="4574671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3" name="Google Shape;24943;p57"/>
            <p:cNvSpPr/>
            <p:nvPr/>
          </p:nvSpPr>
          <p:spPr>
            <a:xfrm>
              <a:off x="2753463" y="4668875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4" name="Google Shape;24944;p57"/>
            <p:cNvSpPr/>
            <p:nvPr/>
          </p:nvSpPr>
          <p:spPr>
            <a:xfrm>
              <a:off x="6655795" y="4840317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5" name="Google Shape;24945;p57"/>
            <p:cNvSpPr/>
            <p:nvPr/>
          </p:nvSpPr>
          <p:spPr>
            <a:xfrm>
              <a:off x="4825185" y="4561639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6" name="Google Shape;24946;p57"/>
            <p:cNvSpPr/>
            <p:nvPr/>
          </p:nvSpPr>
          <p:spPr>
            <a:xfrm>
              <a:off x="4222013" y="4852496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7" name="Google Shape;24947;p57"/>
            <p:cNvSpPr/>
            <p:nvPr/>
          </p:nvSpPr>
          <p:spPr>
            <a:xfrm>
              <a:off x="2394971" y="4710131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8" name="Google Shape;24948;p57"/>
            <p:cNvSpPr/>
            <p:nvPr/>
          </p:nvSpPr>
          <p:spPr>
            <a:xfrm>
              <a:off x="261895" y="4144797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9" name="Google Shape;24949;p57"/>
            <p:cNvSpPr/>
            <p:nvPr/>
          </p:nvSpPr>
          <p:spPr>
            <a:xfrm>
              <a:off x="1147839" y="4589456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0" name="Google Shape;24950;p57"/>
            <p:cNvSpPr/>
            <p:nvPr/>
          </p:nvSpPr>
          <p:spPr>
            <a:xfrm>
              <a:off x="1651262" y="4079205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1" name="Google Shape;24951;p57"/>
            <p:cNvSpPr/>
            <p:nvPr/>
          </p:nvSpPr>
          <p:spPr>
            <a:xfrm>
              <a:off x="5460560" y="4603603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2" name="Google Shape;24952;p57"/>
            <p:cNvSpPr/>
            <p:nvPr/>
          </p:nvSpPr>
          <p:spPr>
            <a:xfrm>
              <a:off x="1698183" y="481064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3" name="Google Shape;24953;p57"/>
            <p:cNvSpPr/>
            <p:nvPr/>
          </p:nvSpPr>
          <p:spPr>
            <a:xfrm>
              <a:off x="201799" y="4466009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4" name="Google Shape;24954;p57"/>
            <p:cNvSpPr/>
            <p:nvPr/>
          </p:nvSpPr>
          <p:spPr>
            <a:xfrm>
              <a:off x="3465751" y="481683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5" name="Google Shape;24955;p57"/>
            <p:cNvSpPr/>
            <p:nvPr/>
          </p:nvSpPr>
          <p:spPr>
            <a:xfrm>
              <a:off x="2625602" y="5006428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6" name="Google Shape;24956;p57"/>
            <p:cNvSpPr/>
            <p:nvPr/>
          </p:nvSpPr>
          <p:spPr>
            <a:xfrm>
              <a:off x="2785939" y="4360921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7" name="Google Shape;24957;p57"/>
            <p:cNvSpPr/>
            <p:nvPr/>
          </p:nvSpPr>
          <p:spPr>
            <a:xfrm>
              <a:off x="189850" y="4847376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8" name="Google Shape;24958;p57"/>
            <p:cNvSpPr/>
            <p:nvPr/>
          </p:nvSpPr>
          <p:spPr>
            <a:xfrm flipH="1">
              <a:off x="2255392" y="3721275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9" name="Google Shape;24959;p57"/>
            <p:cNvSpPr/>
            <p:nvPr/>
          </p:nvSpPr>
          <p:spPr>
            <a:xfrm flipH="1">
              <a:off x="1929748" y="3759794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0" name="Google Shape;24960;p57"/>
            <p:cNvSpPr/>
            <p:nvPr/>
          </p:nvSpPr>
          <p:spPr>
            <a:xfrm flipH="1">
              <a:off x="3183433" y="4265621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1" name="Google Shape;24961;p57"/>
            <p:cNvSpPr/>
            <p:nvPr/>
          </p:nvSpPr>
          <p:spPr>
            <a:xfrm flipH="1">
              <a:off x="1435716" y="4350612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2" name="Google Shape;24962;p57"/>
            <p:cNvSpPr/>
            <p:nvPr/>
          </p:nvSpPr>
          <p:spPr>
            <a:xfrm flipH="1">
              <a:off x="1933866" y="4594998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3" name="Google Shape;24963;p57"/>
            <p:cNvSpPr/>
            <p:nvPr/>
          </p:nvSpPr>
          <p:spPr>
            <a:xfrm flipH="1">
              <a:off x="5826957" y="4975631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4" name="Google Shape;24964;p57"/>
            <p:cNvSpPr/>
            <p:nvPr/>
          </p:nvSpPr>
          <p:spPr>
            <a:xfrm flipH="1">
              <a:off x="5920051" y="4707077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5" name="Google Shape;24965;p57"/>
            <p:cNvSpPr/>
            <p:nvPr/>
          </p:nvSpPr>
          <p:spPr>
            <a:xfrm flipH="1">
              <a:off x="2402654" y="408859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6" name="Google Shape;24966;p57"/>
            <p:cNvSpPr/>
            <p:nvPr/>
          </p:nvSpPr>
          <p:spPr>
            <a:xfrm flipH="1">
              <a:off x="2060344" y="421051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7" name="Google Shape;24967;p57"/>
            <p:cNvSpPr/>
            <p:nvPr/>
          </p:nvSpPr>
          <p:spPr>
            <a:xfrm rot="10800000" flipH="1">
              <a:off x="4535130" y="4810639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8" name="Google Shape;24968;p57"/>
            <p:cNvSpPr/>
            <p:nvPr/>
          </p:nvSpPr>
          <p:spPr>
            <a:xfrm rot="10800000" flipH="1">
              <a:off x="7364662" y="4897030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9" name="Google Shape;24969;p57"/>
            <p:cNvSpPr/>
            <p:nvPr/>
          </p:nvSpPr>
          <p:spPr>
            <a:xfrm rot="10800000" flipH="1">
              <a:off x="3162438" y="4666650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0" name="Google Shape;24970;p57"/>
            <p:cNvSpPr/>
            <p:nvPr/>
          </p:nvSpPr>
          <p:spPr>
            <a:xfrm rot="10800000" flipH="1">
              <a:off x="7867920" y="4559015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1" name="Google Shape;24971;p57"/>
            <p:cNvSpPr/>
            <p:nvPr/>
          </p:nvSpPr>
          <p:spPr>
            <a:xfrm rot="10800000" flipH="1">
              <a:off x="3602098" y="4325302"/>
              <a:ext cx="85022" cy="84723"/>
            </a:xfrm>
            <a:custGeom>
              <a:avLst/>
              <a:gdLst/>
              <a:ahLst/>
              <a:cxnLst/>
              <a:rect l="l" t="t" r="r" b="b"/>
              <a:pathLst>
                <a:path w="5671" h="5651" extrusionOk="0">
                  <a:moveTo>
                    <a:pt x="2826" y="0"/>
                  </a:moveTo>
                  <a:lnTo>
                    <a:pt x="2485" y="2484"/>
                  </a:lnTo>
                  <a:lnTo>
                    <a:pt x="1" y="2825"/>
                  </a:lnTo>
                  <a:lnTo>
                    <a:pt x="2485" y="3186"/>
                  </a:lnTo>
                  <a:lnTo>
                    <a:pt x="2826" y="5651"/>
                  </a:lnTo>
                  <a:lnTo>
                    <a:pt x="3186" y="3186"/>
                  </a:lnTo>
                  <a:lnTo>
                    <a:pt x="5670" y="2825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2" name="Google Shape;24972;p57"/>
            <p:cNvSpPr/>
            <p:nvPr/>
          </p:nvSpPr>
          <p:spPr>
            <a:xfrm rot="10800000" flipH="1">
              <a:off x="5530138" y="4911830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3" name="Google Shape;24973;p57"/>
            <p:cNvSpPr/>
            <p:nvPr/>
          </p:nvSpPr>
          <p:spPr>
            <a:xfrm rot="10800000" flipH="1">
              <a:off x="8747946" y="4902554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4" name="Google Shape;24974;p57"/>
            <p:cNvSpPr/>
            <p:nvPr/>
          </p:nvSpPr>
          <p:spPr>
            <a:xfrm rot="10800000" flipH="1">
              <a:off x="3920145" y="4027480"/>
              <a:ext cx="31574" cy="31574"/>
            </a:xfrm>
            <a:custGeom>
              <a:avLst/>
              <a:gdLst/>
              <a:ahLst/>
              <a:cxnLst/>
              <a:rect l="l" t="t" r="r" b="b"/>
              <a:pathLst>
                <a:path w="2106" h="2106" extrusionOk="0">
                  <a:moveTo>
                    <a:pt x="1" y="1"/>
                  </a:moveTo>
                  <a:lnTo>
                    <a:pt x="797" y="1063"/>
                  </a:lnTo>
                  <a:lnTo>
                    <a:pt x="1" y="2105"/>
                  </a:lnTo>
                  <a:lnTo>
                    <a:pt x="1" y="2105"/>
                  </a:lnTo>
                  <a:lnTo>
                    <a:pt x="1063" y="1309"/>
                  </a:lnTo>
                  <a:lnTo>
                    <a:pt x="2105" y="2105"/>
                  </a:lnTo>
                  <a:lnTo>
                    <a:pt x="1328" y="1063"/>
                  </a:lnTo>
                  <a:lnTo>
                    <a:pt x="2105" y="1"/>
                  </a:lnTo>
                  <a:lnTo>
                    <a:pt x="2105" y="1"/>
                  </a:lnTo>
                  <a:lnTo>
                    <a:pt x="1063" y="79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5" name="Google Shape;24975;p57"/>
            <p:cNvSpPr/>
            <p:nvPr/>
          </p:nvSpPr>
          <p:spPr>
            <a:xfrm rot="10800000" flipH="1">
              <a:off x="7908601" y="4897013"/>
              <a:ext cx="55172" cy="55157"/>
            </a:xfrm>
            <a:custGeom>
              <a:avLst/>
              <a:gdLst/>
              <a:ahLst/>
              <a:cxnLst/>
              <a:rect l="l" t="t" r="r" b="b"/>
              <a:pathLst>
                <a:path w="3680" h="3679" extrusionOk="0">
                  <a:moveTo>
                    <a:pt x="1" y="0"/>
                  </a:moveTo>
                  <a:lnTo>
                    <a:pt x="1385" y="1839"/>
                  </a:lnTo>
                  <a:lnTo>
                    <a:pt x="1" y="3679"/>
                  </a:lnTo>
                  <a:lnTo>
                    <a:pt x="1" y="3679"/>
                  </a:lnTo>
                  <a:lnTo>
                    <a:pt x="1840" y="2295"/>
                  </a:lnTo>
                  <a:lnTo>
                    <a:pt x="3679" y="3679"/>
                  </a:lnTo>
                  <a:lnTo>
                    <a:pt x="2295" y="1839"/>
                  </a:lnTo>
                  <a:lnTo>
                    <a:pt x="3679" y="0"/>
                  </a:lnTo>
                  <a:lnTo>
                    <a:pt x="1840" y="138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6" name="Google Shape;24976;p57"/>
            <p:cNvSpPr/>
            <p:nvPr/>
          </p:nvSpPr>
          <p:spPr>
            <a:xfrm rot="10800000" flipH="1">
              <a:off x="8263362" y="4678160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7" name="Google Shape;24977;p57"/>
            <p:cNvSpPr/>
            <p:nvPr/>
          </p:nvSpPr>
          <p:spPr>
            <a:xfrm rot="10800000" flipH="1">
              <a:off x="5062260" y="501437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8" name="Google Shape;24978;p57"/>
            <p:cNvSpPr/>
            <p:nvPr/>
          </p:nvSpPr>
          <p:spPr>
            <a:xfrm rot="10800000" flipH="1">
              <a:off x="7008383" y="4595115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9" name="Google Shape;24979;p57"/>
            <p:cNvSpPr/>
            <p:nvPr/>
          </p:nvSpPr>
          <p:spPr>
            <a:xfrm rot="10800000" flipH="1">
              <a:off x="6522899" y="50118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0" name="Google Shape;24980;p57"/>
            <p:cNvSpPr/>
            <p:nvPr/>
          </p:nvSpPr>
          <p:spPr>
            <a:xfrm rot="10800000" flipH="1">
              <a:off x="4825176" y="4255993"/>
              <a:ext cx="33283" cy="28576"/>
            </a:xfrm>
            <a:custGeom>
              <a:avLst/>
              <a:gdLst/>
              <a:ahLst/>
              <a:cxnLst/>
              <a:rect l="l" t="t" r="r" b="b"/>
              <a:pathLst>
                <a:path w="2220" h="1906" extrusionOk="0">
                  <a:moveTo>
                    <a:pt x="1271" y="0"/>
                  </a:moveTo>
                  <a:cubicBezTo>
                    <a:pt x="437" y="0"/>
                    <a:pt x="1" y="1024"/>
                    <a:pt x="607" y="1631"/>
                  </a:cubicBezTo>
                  <a:cubicBezTo>
                    <a:pt x="797" y="1820"/>
                    <a:pt x="1031" y="1905"/>
                    <a:pt x="1262" y="1905"/>
                  </a:cubicBezTo>
                  <a:cubicBezTo>
                    <a:pt x="1748" y="1905"/>
                    <a:pt x="2219" y="1527"/>
                    <a:pt x="2219" y="948"/>
                  </a:cubicBezTo>
                  <a:cubicBezTo>
                    <a:pt x="2219" y="436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1" name="Google Shape;24981;p57"/>
            <p:cNvSpPr/>
            <p:nvPr/>
          </p:nvSpPr>
          <p:spPr>
            <a:xfrm rot="10800000" flipH="1">
              <a:off x="3801114" y="4644633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2" name="Google Shape;24982;p57"/>
            <p:cNvSpPr/>
            <p:nvPr/>
          </p:nvSpPr>
          <p:spPr>
            <a:xfrm rot="10800000" flipH="1">
              <a:off x="6242864" y="3650405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3" name="Google Shape;24983;p57"/>
            <p:cNvSpPr/>
            <p:nvPr/>
          </p:nvSpPr>
          <p:spPr>
            <a:xfrm rot="10800000" flipH="1">
              <a:off x="4355000" y="4345488"/>
              <a:ext cx="44363" cy="44363"/>
            </a:xfrm>
            <a:custGeom>
              <a:avLst/>
              <a:gdLst/>
              <a:ahLst/>
              <a:cxnLst/>
              <a:rect l="l" t="t" r="r" b="b"/>
              <a:pathLst>
                <a:path w="2959" h="2959" extrusionOk="0">
                  <a:moveTo>
                    <a:pt x="1" y="0"/>
                  </a:moveTo>
                  <a:lnTo>
                    <a:pt x="1100" y="1479"/>
                  </a:lnTo>
                  <a:lnTo>
                    <a:pt x="1" y="2958"/>
                  </a:lnTo>
                  <a:lnTo>
                    <a:pt x="1480" y="1840"/>
                  </a:lnTo>
                  <a:lnTo>
                    <a:pt x="2959" y="2958"/>
                  </a:lnTo>
                  <a:lnTo>
                    <a:pt x="2959" y="2958"/>
                  </a:lnTo>
                  <a:lnTo>
                    <a:pt x="1840" y="1479"/>
                  </a:lnTo>
                  <a:lnTo>
                    <a:pt x="2959" y="0"/>
                  </a:lnTo>
                  <a:lnTo>
                    <a:pt x="2959" y="0"/>
                  </a:lnTo>
                  <a:lnTo>
                    <a:pt x="1480" y="110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4" name="Google Shape;24984;p57"/>
            <p:cNvSpPr/>
            <p:nvPr/>
          </p:nvSpPr>
          <p:spPr>
            <a:xfrm rot="10800000">
              <a:off x="6131142" y="4380978"/>
              <a:ext cx="85007" cy="85022"/>
            </a:xfrm>
            <a:custGeom>
              <a:avLst/>
              <a:gdLst/>
              <a:ahLst/>
              <a:cxnLst/>
              <a:rect l="l" t="t" r="r" b="b"/>
              <a:pathLst>
                <a:path w="5670" h="5671" extrusionOk="0">
                  <a:moveTo>
                    <a:pt x="2825" y="1"/>
                  </a:moveTo>
                  <a:lnTo>
                    <a:pt x="2484" y="2485"/>
                  </a:lnTo>
                  <a:lnTo>
                    <a:pt x="0" y="2826"/>
                  </a:lnTo>
                  <a:lnTo>
                    <a:pt x="2484" y="3187"/>
                  </a:lnTo>
                  <a:lnTo>
                    <a:pt x="2825" y="5670"/>
                  </a:lnTo>
                  <a:lnTo>
                    <a:pt x="3186" y="3187"/>
                  </a:lnTo>
                  <a:lnTo>
                    <a:pt x="5670" y="2826"/>
                  </a:lnTo>
                  <a:lnTo>
                    <a:pt x="3186" y="2485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5" name="Google Shape;24985;p57"/>
            <p:cNvSpPr/>
            <p:nvPr/>
          </p:nvSpPr>
          <p:spPr>
            <a:xfrm rot="10800000">
              <a:off x="5824398" y="4244268"/>
              <a:ext cx="52039" cy="52039"/>
            </a:xfrm>
            <a:custGeom>
              <a:avLst/>
              <a:gdLst/>
              <a:ahLst/>
              <a:cxnLst/>
              <a:rect l="l" t="t" r="r" b="b"/>
              <a:pathLst>
                <a:path w="3471" h="3471" extrusionOk="0">
                  <a:moveTo>
                    <a:pt x="1726" y="0"/>
                  </a:moveTo>
                  <a:lnTo>
                    <a:pt x="1517" y="1517"/>
                  </a:lnTo>
                  <a:lnTo>
                    <a:pt x="0" y="1726"/>
                  </a:lnTo>
                  <a:lnTo>
                    <a:pt x="1517" y="1953"/>
                  </a:lnTo>
                  <a:lnTo>
                    <a:pt x="1726" y="3470"/>
                  </a:lnTo>
                  <a:lnTo>
                    <a:pt x="1953" y="1953"/>
                  </a:lnTo>
                  <a:lnTo>
                    <a:pt x="3470" y="1726"/>
                  </a:lnTo>
                  <a:lnTo>
                    <a:pt x="1953" y="1517"/>
                  </a:lnTo>
                  <a:lnTo>
                    <a:pt x="17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6" name="Google Shape;24986;p57"/>
            <p:cNvSpPr/>
            <p:nvPr/>
          </p:nvSpPr>
          <p:spPr>
            <a:xfrm rot="10800000">
              <a:off x="7867933" y="4140699"/>
              <a:ext cx="40675" cy="40945"/>
            </a:xfrm>
            <a:custGeom>
              <a:avLst/>
              <a:gdLst/>
              <a:ahLst/>
              <a:cxnLst/>
              <a:rect l="l" t="t" r="r" b="b"/>
              <a:pathLst>
                <a:path w="2713" h="2731" extrusionOk="0">
                  <a:moveTo>
                    <a:pt x="1347" y="0"/>
                  </a:moveTo>
                  <a:lnTo>
                    <a:pt x="1176" y="1195"/>
                  </a:lnTo>
                  <a:lnTo>
                    <a:pt x="1" y="1365"/>
                  </a:lnTo>
                  <a:lnTo>
                    <a:pt x="1176" y="1536"/>
                  </a:lnTo>
                  <a:lnTo>
                    <a:pt x="1347" y="2731"/>
                  </a:lnTo>
                  <a:lnTo>
                    <a:pt x="1518" y="1536"/>
                  </a:lnTo>
                  <a:lnTo>
                    <a:pt x="2712" y="1365"/>
                  </a:lnTo>
                  <a:lnTo>
                    <a:pt x="1518" y="1195"/>
                  </a:lnTo>
                  <a:lnTo>
                    <a:pt x="1347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7" name="Google Shape;24987;p57"/>
            <p:cNvSpPr/>
            <p:nvPr/>
          </p:nvSpPr>
          <p:spPr>
            <a:xfrm rot="10800000">
              <a:off x="5175366" y="4406414"/>
              <a:ext cx="34123" cy="34138"/>
            </a:xfrm>
            <a:custGeom>
              <a:avLst/>
              <a:gdLst/>
              <a:ahLst/>
              <a:cxnLst/>
              <a:rect l="l" t="t" r="r" b="b"/>
              <a:pathLst>
                <a:path w="2276" h="2277" extrusionOk="0">
                  <a:moveTo>
                    <a:pt x="0" y="1"/>
                  </a:moveTo>
                  <a:lnTo>
                    <a:pt x="854" y="1139"/>
                  </a:lnTo>
                  <a:lnTo>
                    <a:pt x="0" y="2276"/>
                  </a:lnTo>
                  <a:lnTo>
                    <a:pt x="1138" y="1423"/>
                  </a:lnTo>
                  <a:lnTo>
                    <a:pt x="2276" y="2276"/>
                  </a:lnTo>
                  <a:lnTo>
                    <a:pt x="1422" y="1139"/>
                  </a:lnTo>
                  <a:lnTo>
                    <a:pt x="2276" y="1"/>
                  </a:lnTo>
                  <a:lnTo>
                    <a:pt x="1138" y="8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8" name="Google Shape;24988;p57"/>
            <p:cNvSpPr/>
            <p:nvPr/>
          </p:nvSpPr>
          <p:spPr>
            <a:xfrm rot="10800000">
              <a:off x="5788441" y="3887275"/>
              <a:ext cx="43793" cy="44078"/>
            </a:xfrm>
            <a:custGeom>
              <a:avLst/>
              <a:gdLst/>
              <a:ahLst/>
              <a:cxnLst/>
              <a:rect l="l" t="t" r="r" b="b"/>
              <a:pathLst>
                <a:path w="2921" h="2940" extrusionOk="0">
                  <a:moveTo>
                    <a:pt x="0" y="1"/>
                  </a:moveTo>
                  <a:lnTo>
                    <a:pt x="1100" y="1480"/>
                  </a:lnTo>
                  <a:lnTo>
                    <a:pt x="0" y="2940"/>
                  </a:lnTo>
                  <a:lnTo>
                    <a:pt x="1461" y="1840"/>
                  </a:lnTo>
                  <a:lnTo>
                    <a:pt x="2921" y="2940"/>
                  </a:lnTo>
                  <a:lnTo>
                    <a:pt x="1821" y="1480"/>
                  </a:lnTo>
                  <a:lnTo>
                    <a:pt x="2921" y="1"/>
                  </a:lnTo>
                  <a:lnTo>
                    <a:pt x="2921" y="1"/>
                  </a:lnTo>
                  <a:lnTo>
                    <a:pt x="1461" y="1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9" name="Google Shape;24989;p57"/>
            <p:cNvSpPr/>
            <p:nvPr/>
          </p:nvSpPr>
          <p:spPr>
            <a:xfrm rot="10800000">
              <a:off x="6627657" y="4246684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0" name="Google Shape;24990;p57"/>
            <p:cNvSpPr/>
            <p:nvPr/>
          </p:nvSpPr>
          <p:spPr>
            <a:xfrm rot="10800000">
              <a:off x="6243864" y="4645420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1" name="Google Shape;24991;p57"/>
            <p:cNvSpPr/>
            <p:nvPr/>
          </p:nvSpPr>
          <p:spPr>
            <a:xfrm rot="10800000">
              <a:off x="6739829" y="3858824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2" name="Google Shape;24992;p57"/>
            <p:cNvSpPr/>
            <p:nvPr/>
          </p:nvSpPr>
          <p:spPr>
            <a:xfrm rot="10800000">
              <a:off x="5459569" y="4227633"/>
              <a:ext cx="33268" cy="28306"/>
            </a:xfrm>
            <a:custGeom>
              <a:avLst/>
              <a:gdLst/>
              <a:ahLst/>
              <a:cxnLst/>
              <a:rect l="l" t="t" r="r" b="b"/>
              <a:pathLst>
                <a:path w="2219" h="1888" extrusionOk="0">
                  <a:moveTo>
                    <a:pt x="1271" y="1"/>
                  </a:moveTo>
                  <a:cubicBezTo>
                    <a:pt x="418" y="1"/>
                    <a:pt x="0" y="1006"/>
                    <a:pt x="588" y="1612"/>
                  </a:cubicBezTo>
                  <a:cubicBezTo>
                    <a:pt x="784" y="1802"/>
                    <a:pt x="1024" y="1887"/>
                    <a:pt x="1258" y="1887"/>
                  </a:cubicBezTo>
                  <a:cubicBezTo>
                    <a:pt x="1750" y="1887"/>
                    <a:pt x="2219" y="1514"/>
                    <a:pt x="2219" y="949"/>
                  </a:cubicBezTo>
                  <a:cubicBezTo>
                    <a:pt x="2219" y="418"/>
                    <a:pt x="1783" y="1"/>
                    <a:pt x="1271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3" name="Google Shape;24993;p57"/>
            <p:cNvSpPr/>
            <p:nvPr/>
          </p:nvSpPr>
          <p:spPr>
            <a:xfrm rot="10800000" flipH="1">
              <a:off x="1874423" y="1457649"/>
              <a:ext cx="28456" cy="28441"/>
            </a:xfrm>
            <a:custGeom>
              <a:avLst/>
              <a:gdLst/>
              <a:ahLst/>
              <a:cxnLst/>
              <a:rect l="l" t="t" r="r" b="b"/>
              <a:pathLst>
                <a:path w="1898" h="1897" extrusionOk="0">
                  <a:moveTo>
                    <a:pt x="949" y="1"/>
                  </a:moveTo>
                  <a:cubicBezTo>
                    <a:pt x="418" y="1"/>
                    <a:pt x="1" y="437"/>
                    <a:pt x="1" y="949"/>
                  </a:cubicBezTo>
                  <a:cubicBezTo>
                    <a:pt x="1" y="1480"/>
                    <a:pt x="418" y="1897"/>
                    <a:pt x="949" y="1897"/>
                  </a:cubicBezTo>
                  <a:cubicBezTo>
                    <a:pt x="1480" y="1897"/>
                    <a:pt x="1897" y="1480"/>
                    <a:pt x="1897" y="949"/>
                  </a:cubicBezTo>
                  <a:cubicBezTo>
                    <a:pt x="1897" y="437"/>
                    <a:pt x="1480" y="1"/>
                    <a:pt x="949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4" name="Google Shape;24994;p57"/>
            <p:cNvSpPr/>
            <p:nvPr/>
          </p:nvSpPr>
          <p:spPr>
            <a:xfrm rot="-5400000">
              <a:off x="7273617" y="1644380"/>
              <a:ext cx="33283" cy="28426"/>
            </a:xfrm>
            <a:custGeom>
              <a:avLst/>
              <a:gdLst/>
              <a:ahLst/>
              <a:cxnLst/>
              <a:rect l="l" t="t" r="r" b="b"/>
              <a:pathLst>
                <a:path w="2220" h="1896" extrusionOk="0">
                  <a:moveTo>
                    <a:pt x="1271" y="0"/>
                  </a:moveTo>
                  <a:cubicBezTo>
                    <a:pt x="437" y="0"/>
                    <a:pt x="1" y="1024"/>
                    <a:pt x="607" y="1612"/>
                  </a:cubicBezTo>
                  <a:cubicBezTo>
                    <a:pt x="797" y="1808"/>
                    <a:pt x="1033" y="1895"/>
                    <a:pt x="1265" y="1895"/>
                  </a:cubicBezTo>
                  <a:cubicBezTo>
                    <a:pt x="1750" y="1895"/>
                    <a:pt x="2219" y="1513"/>
                    <a:pt x="2219" y="949"/>
                  </a:cubicBezTo>
                  <a:cubicBezTo>
                    <a:pt x="2219" y="418"/>
                    <a:pt x="1802" y="0"/>
                    <a:pt x="1271" y="0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995" name="Google Shape;24995;p57"/>
            <p:cNvGrpSpPr/>
            <p:nvPr/>
          </p:nvGrpSpPr>
          <p:grpSpPr>
            <a:xfrm rot="5400000">
              <a:off x="6199788" y="1372590"/>
              <a:ext cx="3964145" cy="1455821"/>
              <a:chOff x="3233388" y="140740"/>
              <a:chExt cx="3964145" cy="1455821"/>
            </a:xfrm>
          </p:grpSpPr>
          <p:sp>
            <p:nvSpPr>
              <p:cNvPr id="24996" name="Google Shape;24996;p57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7" name="Google Shape;24997;p57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8" name="Google Shape;24998;p57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9" name="Google Shape;24999;p57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0" name="Google Shape;25000;p57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1" name="Google Shape;25001;p57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2" name="Google Shape;25002;p57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3" name="Google Shape;25003;p57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4" name="Google Shape;25004;p57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5" name="Google Shape;25005;p57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6" name="Google Shape;25006;p57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7" name="Google Shape;25007;p57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8" name="Google Shape;25008;p57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9" name="Google Shape;25009;p57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0" name="Google Shape;25010;p57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1" name="Google Shape;25011;p57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2" name="Google Shape;25012;p57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3" name="Google Shape;25013;p57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4" name="Google Shape;25014;p57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5" name="Google Shape;25015;p57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6" name="Google Shape;25016;p57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7" name="Google Shape;25017;p57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8" name="Google Shape;25018;p57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9" name="Google Shape;25019;p57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0" name="Google Shape;25020;p57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1" name="Google Shape;25021;p57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022" name="Google Shape;25022;p57"/>
            <p:cNvSpPr/>
            <p:nvPr/>
          </p:nvSpPr>
          <p:spPr>
            <a:xfrm rot="-5400000" flipH="1">
              <a:off x="6408804" y="1645169"/>
              <a:ext cx="31289" cy="26867"/>
            </a:xfrm>
            <a:custGeom>
              <a:avLst/>
              <a:gdLst/>
              <a:ahLst/>
              <a:cxnLst/>
              <a:rect l="l" t="t" r="r" b="b"/>
              <a:pathLst>
                <a:path w="2087" h="1792" extrusionOk="0">
                  <a:moveTo>
                    <a:pt x="1196" y="1"/>
                  </a:moveTo>
                  <a:cubicBezTo>
                    <a:pt x="399" y="1"/>
                    <a:pt x="1" y="968"/>
                    <a:pt x="570" y="1537"/>
                  </a:cubicBezTo>
                  <a:cubicBezTo>
                    <a:pt x="746" y="1712"/>
                    <a:pt x="964" y="1791"/>
                    <a:pt x="1180" y="1791"/>
                  </a:cubicBezTo>
                  <a:cubicBezTo>
                    <a:pt x="1639" y="1791"/>
                    <a:pt x="2087" y="1434"/>
                    <a:pt x="2087" y="892"/>
                  </a:cubicBezTo>
                  <a:cubicBezTo>
                    <a:pt x="2087" y="399"/>
                    <a:pt x="1689" y="1"/>
                    <a:pt x="11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3" name="Google Shape;25023;p57"/>
            <p:cNvSpPr/>
            <p:nvPr/>
          </p:nvSpPr>
          <p:spPr>
            <a:xfrm rot="10800000">
              <a:off x="4228830" y="1192853"/>
              <a:ext cx="20495" cy="17766"/>
            </a:xfrm>
            <a:custGeom>
              <a:avLst/>
              <a:gdLst/>
              <a:ahLst/>
              <a:cxnLst/>
              <a:rect l="l" t="t" r="r" b="b"/>
              <a:pathLst>
                <a:path w="1367" h="1185" extrusionOk="0">
                  <a:moveTo>
                    <a:pt x="778" y="1"/>
                  </a:moveTo>
                  <a:cubicBezTo>
                    <a:pt x="266" y="1"/>
                    <a:pt x="1" y="645"/>
                    <a:pt x="361" y="1006"/>
                  </a:cubicBezTo>
                  <a:cubicBezTo>
                    <a:pt x="484" y="1129"/>
                    <a:pt x="634" y="1184"/>
                    <a:pt x="779" y="1184"/>
                  </a:cubicBezTo>
                  <a:cubicBezTo>
                    <a:pt x="1081" y="1184"/>
                    <a:pt x="1366" y="947"/>
                    <a:pt x="1366" y="589"/>
                  </a:cubicBezTo>
                  <a:cubicBezTo>
                    <a:pt x="1366" y="266"/>
                    <a:pt x="1101" y="1"/>
                    <a:pt x="778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4" name="Google Shape;25024;p57"/>
            <p:cNvSpPr/>
            <p:nvPr/>
          </p:nvSpPr>
          <p:spPr>
            <a:xfrm rot="10800000">
              <a:off x="5446704" y="1463072"/>
              <a:ext cx="20480" cy="17571"/>
            </a:xfrm>
            <a:custGeom>
              <a:avLst/>
              <a:gdLst/>
              <a:ahLst/>
              <a:cxnLst/>
              <a:rect l="l" t="t" r="r" b="b"/>
              <a:pathLst>
                <a:path w="1366" h="1172" extrusionOk="0">
                  <a:moveTo>
                    <a:pt x="796" y="1"/>
                  </a:moveTo>
                  <a:cubicBezTo>
                    <a:pt x="265" y="1"/>
                    <a:pt x="0" y="626"/>
                    <a:pt x="360" y="1006"/>
                  </a:cubicBezTo>
                  <a:cubicBezTo>
                    <a:pt x="481" y="1120"/>
                    <a:pt x="627" y="1172"/>
                    <a:pt x="770" y="1172"/>
                  </a:cubicBezTo>
                  <a:cubicBezTo>
                    <a:pt x="1075" y="1172"/>
                    <a:pt x="1365" y="937"/>
                    <a:pt x="1365" y="588"/>
                  </a:cubicBezTo>
                  <a:cubicBezTo>
                    <a:pt x="1365" y="266"/>
                    <a:pt x="1119" y="1"/>
                    <a:pt x="796" y="1"/>
                  </a:cubicBez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5" name="Google Shape;25025;p57"/>
            <p:cNvSpPr/>
            <p:nvPr/>
          </p:nvSpPr>
          <p:spPr>
            <a:xfrm rot="10800000">
              <a:off x="4326649" y="1429493"/>
              <a:ext cx="84723" cy="84738"/>
            </a:xfrm>
            <a:custGeom>
              <a:avLst/>
              <a:gdLst/>
              <a:ahLst/>
              <a:cxnLst/>
              <a:rect l="l" t="t" r="r" b="b"/>
              <a:pathLst>
                <a:path w="5651" h="5652" extrusionOk="0">
                  <a:moveTo>
                    <a:pt x="2825" y="1"/>
                  </a:moveTo>
                  <a:lnTo>
                    <a:pt x="2465" y="2466"/>
                  </a:lnTo>
                  <a:lnTo>
                    <a:pt x="0" y="2826"/>
                  </a:lnTo>
                  <a:lnTo>
                    <a:pt x="2465" y="3186"/>
                  </a:lnTo>
                  <a:lnTo>
                    <a:pt x="2825" y="5651"/>
                  </a:lnTo>
                  <a:lnTo>
                    <a:pt x="3186" y="3186"/>
                  </a:lnTo>
                  <a:lnTo>
                    <a:pt x="5651" y="2826"/>
                  </a:lnTo>
                  <a:lnTo>
                    <a:pt x="3186" y="2466"/>
                  </a:lnTo>
                  <a:lnTo>
                    <a:pt x="2825" y="1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6" name="Google Shape;25026;p57"/>
            <p:cNvSpPr/>
            <p:nvPr/>
          </p:nvSpPr>
          <p:spPr>
            <a:xfrm rot="10800000">
              <a:off x="4009721" y="2218151"/>
              <a:ext cx="85007" cy="85007"/>
            </a:xfrm>
            <a:custGeom>
              <a:avLst/>
              <a:gdLst/>
              <a:ahLst/>
              <a:cxnLst/>
              <a:rect l="l" t="t" r="r" b="b"/>
              <a:pathLst>
                <a:path w="5670" h="5670" extrusionOk="0">
                  <a:moveTo>
                    <a:pt x="2826" y="0"/>
                  </a:moveTo>
                  <a:lnTo>
                    <a:pt x="2484" y="2484"/>
                  </a:lnTo>
                  <a:lnTo>
                    <a:pt x="0" y="2844"/>
                  </a:lnTo>
                  <a:lnTo>
                    <a:pt x="2484" y="3186"/>
                  </a:lnTo>
                  <a:lnTo>
                    <a:pt x="2826" y="5670"/>
                  </a:lnTo>
                  <a:lnTo>
                    <a:pt x="3186" y="3186"/>
                  </a:lnTo>
                  <a:lnTo>
                    <a:pt x="5670" y="2844"/>
                  </a:lnTo>
                  <a:lnTo>
                    <a:pt x="3186" y="2484"/>
                  </a:lnTo>
                  <a:lnTo>
                    <a:pt x="2826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027" name="Google Shape;25027;p57"/>
            <p:cNvGrpSpPr/>
            <p:nvPr/>
          </p:nvGrpSpPr>
          <p:grpSpPr>
            <a:xfrm>
              <a:off x="234224" y="118425"/>
              <a:ext cx="3532446" cy="1609151"/>
              <a:chOff x="140599" y="118425"/>
              <a:chExt cx="3532446" cy="1609151"/>
            </a:xfrm>
          </p:grpSpPr>
          <p:sp>
            <p:nvSpPr>
              <p:cNvPr id="25028" name="Google Shape;25028;p57"/>
              <p:cNvSpPr/>
              <p:nvPr/>
            </p:nvSpPr>
            <p:spPr>
              <a:xfrm>
                <a:off x="703605" y="276605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9" name="Google Shape;25029;p57"/>
              <p:cNvSpPr/>
              <p:nvPr/>
            </p:nvSpPr>
            <p:spPr>
              <a:xfrm>
                <a:off x="438762" y="1265458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0" name="Google Shape;25030;p57"/>
              <p:cNvSpPr/>
              <p:nvPr/>
            </p:nvSpPr>
            <p:spPr>
              <a:xfrm>
                <a:off x="322613" y="11842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1" name="Google Shape;25031;p57"/>
              <p:cNvSpPr/>
              <p:nvPr/>
            </p:nvSpPr>
            <p:spPr>
              <a:xfrm>
                <a:off x="3632370" y="320667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2" name="Google Shape;25032;p57"/>
              <p:cNvSpPr/>
              <p:nvPr/>
            </p:nvSpPr>
            <p:spPr>
              <a:xfrm>
                <a:off x="568548" y="863464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3" name="Google Shape;25033;p57"/>
              <p:cNvSpPr/>
              <p:nvPr/>
            </p:nvSpPr>
            <p:spPr>
              <a:xfrm>
                <a:off x="1698613" y="226284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4" name="Google Shape;25034;p57"/>
              <p:cNvSpPr/>
              <p:nvPr/>
            </p:nvSpPr>
            <p:spPr>
              <a:xfrm>
                <a:off x="332845" y="700122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5" name="Google Shape;25035;p57"/>
              <p:cNvSpPr/>
              <p:nvPr/>
            </p:nvSpPr>
            <p:spPr>
              <a:xfrm>
                <a:off x="1722212" y="63453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6" name="Google Shape;25036;p57"/>
              <p:cNvSpPr/>
              <p:nvPr/>
            </p:nvSpPr>
            <p:spPr>
              <a:xfrm>
                <a:off x="1230735" y="13101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7" name="Google Shape;25037;p57"/>
              <p:cNvSpPr/>
              <p:nvPr/>
            </p:nvSpPr>
            <p:spPr>
              <a:xfrm>
                <a:off x="600808" y="156907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8" name="Google Shape;25038;p57"/>
              <p:cNvSpPr/>
              <p:nvPr/>
            </p:nvSpPr>
            <p:spPr>
              <a:xfrm>
                <a:off x="140599" y="1048834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9" name="Google Shape;25039;p57"/>
              <p:cNvSpPr/>
              <p:nvPr/>
            </p:nvSpPr>
            <p:spPr>
              <a:xfrm>
                <a:off x="927051" y="523633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0" name="Google Shape;25040;p57"/>
              <p:cNvSpPr/>
              <p:nvPr/>
            </p:nvSpPr>
            <p:spPr>
              <a:xfrm>
                <a:off x="194752" y="45597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1" name="Google Shape;25041;p57"/>
              <p:cNvSpPr/>
              <p:nvPr/>
            </p:nvSpPr>
            <p:spPr>
              <a:xfrm>
                <a:off x="2856889" y="916246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2" name="Google Shape;25042;p57"/>
              <p:cNvSpPr/>
              <p:nvPr/>
            </p:nvSpPr>
            <p:spPr>
              <a:xfrm>
                <a:off x="300425" y="16832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3" name="Google Shape;25043;p57"/>
              <p:cNvSpPr/>
              <p:nvPr/>
            </p:nvSpPr>
            <p:spPr>
              <a:xfrm flipH="1">
                <a:off x="2326342" y="276600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4" name="Google Shape;25044;p57"/>
              <p:cNvSpPr/>
              <p:nvPr/>
            </p:nvSpPr>
            <p:spPr>
              <a:xfrm flipH="1">
                <a:off x="2000698" y="315119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5" name="Google Shape;25045;p57"/>
              <p:cNvSpPr/>
              <p:nvPr/>
            </p:nvSpPr>
            <p:spPr>
              <a:xfrm flipH="1">
                <a:off x="3254383" y="82094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6" name="Google Shape;25046;p57"/>
              <p:cNvSpPr/>
              <p:nvPr/>
            </p:nvSpPr>
            <p:spPr>
              <a:xfrm flipH="1">
                <a:off x="1343841" y="73169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7" name="Google Shape;25047;p57"/>
              <p:cNvSpPr/>
              <p:nvPr/>
            </p:nvSpPr>
            <p:spPr>
              <a:xfrm flipH="1">
                <a:off x="2803532" y="455981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8" name="Google Shape;25048;p57"/>
              <p:cNvSpPr/>
              <p:nvPr/>
            </p:nvSpPr>
            <p:spPr>
              <a:xfrm flipH="1">
                <a:off x="2896626" y="187427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9" name="Google Shape;25049;p57"/>
              <p:cNvSpPr/>
              <p:nvPr/>
            </p:nvSpPr>
            <p:spPr>
              <a:xfrm flipH="1">
                <a:off x="2473604" y="64392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0" name="Google Shape;25050;p57"/>
              <p:cNvSpPr/>
              <p:nvPr/>
            </p:nvSpPr>
            <p:spPr>
              <a:xfrm flipH="1">
                <a:off x="2131294" y="76583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1" name="Google Shape;25051;p57"/>
              <p:cNvSpPr/>
              <p:nvPr/>
            </p:nvSpPr>
            <p:spPr>
              <a:xfrm flipH="1">
                <a:off x="2004816" y="1150323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2" name="Google Shape;25052;p57"/>
              <p:cNvSpPr/>
              <p:nvPr/>
            </p:nvSpPr>
            <p:spPr>
              <a:xfrm>
                <a:off x="1218789" y="1144781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3" name="Google Shape;25053;p57"/>
              <p:cNvSpPr/>
              <p:nvPr/>
            </p:nvSpPr>
            <p:spPr>
              <a:xfrm>
                <a:off x="2465921" y="1265456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054" name="Google Shape;25054;p57"/>
            <p:cNvSpPr/>
            <p:nvPr/>
          </p:nvSpPr>
          <p:spPr>
            <a:xfrm rot="10800000">
              <a:off x="3465760" y="1210623"/>
              <a:ext cx="46912" cy="47211"/>
            </a:xfrm>
            <a:custGeom>
              <a:avLst/>
              <a:gdLst/>
              <a:ahLst/>
              <a:cxnLst/>
              <a:rect l="l" t="t" r="r" b="b"/>
              <a:pathLst>
                <a:path w="3129" h="3149" extrusionOk="0">
                  <a:moveTo>
                    <a:pt x="0" y="3148"/>
                  </a:moveTo>
                  <a:lnTo>
                    <a:pt x="0" y="3148"/>
                  </a:lnTo>
                  <a:lnTo>
                    <a:pt x="0" y="3148"/>
                  </a:lnTo>
                  <a:close/>
                  <a:moveTo>
                    <a:pt x="0" y="0"/>
                  </a:moveTo>
                  <a:lnTo>
                    <a:pt x="1176" y="1574"/>
                  </a:lnTo>
                  <a:lnTo>
                    <a:pt x="0" y="3148"/>
                  </a:lnTo>
                  <a:lnTo>
                    <a:pt x="1555" y="1972"/>
                  </a:lnTo>
                  <a:lnTo>
                    <a:pt x="3129" y="3148"/>
                  </a:lnTo>
                  <a:lnTo>
                    <a:pt x="1953" y="1574"/>
                  </a:lnTo>
                  <a:lnTo>
                    <a:pt x="3129" y="0"/>
                  </a:lnTo>
                  <a:lnTo>
                    <a:pt x="1555" y="1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5789">
                <a:alpha val="515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055" name="Google Shape;25055;p57"/>
            <p:cNvGrpSpPr/>
            <p:nvPr/>
          </p:nvGrpSpPr>
          <p:grpSpPr>
            <a:xfrm>
              <a:off x="3327013" y="140740"/>
              <a:ext cx="3964145" cy="1455821"/>
              <a:chOff x="3233388" y="140740"/>
              <a:chExt cx="3964145" cy="1455821"/>
            </a:xfrm>
          </p:grpSpPr>
          <p:sp>
            <p:nvSpPr>
              <p:cNvPr id="25056" name="Google Shape;25056;p57"/>
              <p:cNvSpPr/>
              <p:nvPr/>
            </p:nvSpPr>
            <p:spPr>
              <a:xfrm rot="10800000" flipH="1">
                <a:off x="4341237" y="377380"/>
                <a:ext cx="84723" cy="84738"/>
              </a:xfrm>
              <a:custGeom>
                <a:avLst/>
                <a:gdLst/>
                <a:ahLst/>
                <a:cxnLst/>
                <a:rect l="l" t="t" r="r" b="b"/>
                <a:pathLst>
                  <a:path w="5651" h="5652" extrusionOk="0">
                    <a:moveTo>
                      <a:pt x="2825" y="1"/>
                    </a:moveTo>
                    <a:lnTo>
                      <a:pt x="2465" y="2466"/>
                    </a:lnTo>
                    <a:lnTo>
                      <a:pt x="0" y="2826"/>
                    </a:lnTo>
                    <a:lnTo>
                      <a:pt x="2465" y="3186"/>
                    </a:lnTo>
                    <a:lnTo>
                      <a:pt x="2825" y="5651"/>
                    </a:lnTo>
                    <a:lnTo>
                      <a:pt x="3186" y="3186"/>
                    </a:lnTo>
                    <a:lnTo>
                      <a:pt x="5651" y="2826"/>
                    </a:lnTo>
                    <a:lnTo>
                      <a:pt x="3186" y="2466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7" name="Google Shape;25057;p57"/>
              <p:cNvSpPr/>
              <p:nvPr/>
            </p:nvSpPr>
            <p:spPr>
              <a:xfrm rot="10800000" flipH="1">
                <a:off x="3673048" y="880627"/>
                <a:ext cx="85022" cy="84723"/>
              </a:xfrm>
              <a:custGeom>
                <a:avLst/>
                <a:gdLst/>
                <a:ahLst/>
                <a:cxnLst/>
                <a:rect l="l" t="t" r="r" b="b"/>
                <a:pathLst>
                  <a:path w="5671" h="5651" extrusionOk="0">
                    <a:moveTo>
                      <a:pt x="2826" y="0"/>
                    </a:moveTo>
                    <a:lnTo>
                      <a:pt x="2485" y="2484"/>
                    </a:lnTo>
                    <a:lnTo>
                      <a:pt x="1" y="2825"/>
                    </a:lnTo>
                    <a:lnTo>
                      <a:pt x="2485" y="3186"/>
                    </a:lnTo>
                    <a:lnTo>
                      <a:pt x="2826" y="5651"/>
                    </a:lnTo>
                    <a:lnTo>
                      <a:pt x="3186" y="3186"/>
                    </a:lnTo>
                    <a:lnTo>
                      <a:pt x="5670" y="2825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8" name="Google Shape;25058;p57"/>
              <p:cNvSpPr/>
              <p:nvPr/>
            </p:nvSpPr>
            <p:spPr>
              <a:xfrm rot="10800000" flipH="1">
                <a:off x="5601088" y="1467155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9" name="Google Shape;25059;p57"/>
              <p:cNvSpPr/>
              <p:nvPr/>
            </p:nvSpPr>
            <p:spPr>
              <a:xfrm rot="10800000" flipH="1">
                <a:off x="5724521" y="382904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0" name="Google Shape;25060;p57"/>
              <p:cNvSpPr/>
              <p:nvPr/>
            </p:nvSpPr>
            <p:spPr>
              <a:xfrm rot="10800000" flipH="1">
                <a:off x="3991095" y="582805"/>
                <a:ext cx="31574" cy="31574"/>
              </a:xfrm>
              <a:custGeom>
                <a:avLst/>
                <a:gdLst/>
                <a:ahLst/>
                <a:cxnLst/>
                <a:rect l="l" t="t" r="r" b="b"/>
                <a:pathLst>
                  <a:path w="2106" h="2106" extrusionOk="0">
                    <a:moveTo>
                      <a:pt x="1" y="1"/>
                    </a:moveTo>
                    <a:lnTo>
                      <a:pt x="797" y="1063"/>
                    </a:lnTo>
                    <a:lnTo>
                      <a:pt x="1" y="2105"/>
                    </a:lnTo>
                    <a:lnTo>
                      <a:pt x="1" y="2105"/>
                    </a:lnTo>
                    <a:lnTo>
                      <a:pt x="1063" y="1309"/>
                    </a:lnTo>
                    <a:lnTo>
                      <a:pt x="2105" y="2105"/>
                    </a:lnTo>
                    <a:lnTo>
                      <a:pt x="1328" y="1063"/>
                    </a:lnTo>
                    <a:lnTo>
                      <a:pt x="2105" y="1"/>
                    </a:lnTo>
                    <a:lnTo>
                      <a:pt x="2105" y="1"/>
                    </a:lnTo>
                    <a:lnTo>
                      <a:pt x="1063" y="79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1" name="Google Shape;25061;p57"/>
              <p:cNvSpPr/>
              <p:nvPr/>
            </p:nvSpPr>
            <p:spPr>
              <a:xfrm rot="10800000" flipH="1">
                <a:off x="4885176" y="377363"/>
                <a:ext cx="55172" cy="55157"/>
              </a:xfrm>
              <a:custGeom>
                <a:avLst/>
                <a:gdLst/>
                <a:ahLst/>
                <a:cxnLst/>
                <a:rect l="l" t="t" r="r" b="b"/>
                <a:pathLst>
                  <a:path w="3680" h="3679" extrusionOk="0">
                    <a:moveTo>
                      <a:pt x="1" y="0"/>
                    </a:moveTo>
                    <a:lnTo>
                      <a:pt x="1385" y="1839"/>
                    </a:lnTo>
                    <a:lnTo>
                      <a:pt x="1" y="3679"/>
                    </a:lnTo>
                    <a:lnTo>
                      <a:pt x="1" y="3679"/>
                    </a:lnTo>
                    <a:lnTo>
                      <a:pt x="1840" y="2295"/>
                    </a:lnTo>
                    <a:lnTo>
                      <a:pt x="3679" y="3679"/>
                    </a:lnTo>
                    <a:lnTo>
                      <a:pt x="2295" y="1839"/>
                    </a:lnTo>
                    <a:lnTo>
                      <a:pt x="3679" y="0"/>
                    </a:lnTo>
                    <a:lnTo>
                      <a:pt x="1840" y="138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2" name="Google Shape;25062;p57"/>
              <p:cNvSpPr/>
              <p:nvPr/>
            </p:nvSpPr>
            <p:spPr>
              <a:xfrm rot="10800000" flipH="1">
                <a:off x="5239937" y="158510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3" name="Google Shape;25063;p57"/>
              <p:cNvSpPr/>
              <p:nvPr/>
            </p:nvSpPr>
            <p:spPr>
              <a:xfrm rot="10800000" flipH="1">
                <a:off x="5133210" y="1569695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4" name="Google Shape;25064;p57"/>
              <p:cNvSpPr/>
              <p:nvPr/>
            </p:nvSpPr>
            <p:spPr>
              <a:xfrm rot="10800000" flipH="1">
                <a:off x="4503283" y="140740"/>
                <a:ext cx="20495" cy="17766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1185" extrusionOk="0">
                    <a:moveTo>
                      <a:pt x="778" y="1"/>
                    </a:moveTo>
                    <a:cubicBezTo>
                      <a:pt x="266" y="1"/>
                      <a:pt x="1" y="645"/>
                      <a:pt x="361" y="1006"/>
                    </a:cubicBezTo>
                    <a:cubicBezTo>
                      <a:pt x="484" y="1129"/>
                      <a:pt x="634" y="1184"/>
                      <a:pt x="779" y="1184"/>
                    </a:cubicBezTo>
                    <a:cubicBezTo>
                      <a:pt x="1081" y="1184"/>
                      <a:pt x="1366" y="947"/>
                      <a:pt x="1366" y="589"/>
                    </a:cubicBezTo>
                    <a:cubicBezTo>
                      <a:pt x="1366" y="266"/>
                      <a:pt x="1101" y="1"/>
                      <a:pt x="778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5" name="Google Shape;25065;p57"/>
              <p:cNvSpPr/>
              <p:nvPr/>
            </p:nvSpPr>
            <p:spPr>
              <a:xfrm rot="10800000" flipH="1">
                <a:off x="3285424" y="410959"/>
                <a:ext cx="20480" cy="17571"/>
              </a:xfrm>
              <a:custGeom>
                <a:avLst/>
                <a:gdLst/>
                <a:ahLst/>
                <a:cxnLst/>
                <a:rect l="l" t="t" r="r" b="b"/>
                <a:pathLst>
                  <a:path w="1366" h="1172" extrusionOk="0">
                    <a:moveTo>
                      <a:pt x="796" y="1"/>
                    </a:moveTo>
                    <a:cubicBezTo>
                      <a:pt x="265" y="1"/>
                      <a:pt x="0" y="626"/>
                      <a:pt x="360" y="1006"/>
                    </a:cubicBezTo>
                    <a:cubicBezTo>
                      <a:pt x="481" y="1120"/>
                      <a:pt x="627" y="1172"/>
                      <a:pt x="770" y="1172"/>
                    </a:cubicBezTo>
                    <a:cubicBezTo>
                      <a:pt x="1075" y="1172"/>
                      <a:pt x="1365" y="937"/>
                      <a:pt x="1365" y="588"/>
                    </a:cubicBezTo>
                    <a:cubicBezTo>
                      <a:pt x="1365" y="266"/>
                      <a:pt x="1119" y="1"/>
                      <a:pt x="7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6" name="Google Shape;25066;p57"/>
              <p:cNvSpPr/>
              <p:nvPr/>
            </p:nvSpPr>
            <p:spPr>
              <a:xfrm rot="10800000" flipH="1">
                <a:off x="4896126" y="811318"/>
                <a:ext cx="33283" cy="2857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90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31"/>
                    </a:cubicBezTo>
                    <a:cubicBezTo>
                      <a:pt x="797" y="1820"/>
                      <a:pt x="1031" y="1905"/>
                      <a:pt x="1262" y="1905"/>
                    </a:cubicBezTo>
                    <a:cubicBezTo>
                      <a:pt x="1748" y="1905"/>
                      <a:pt x="2219" y="1527"/>
                      <a:pt x="2219" y="948"/>
                    </a:cubicBezTo>
                    <a:cubicBezTo>
                      <a:pt x="2219" y="436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7" name="Google Shape;25067;p57"/>
              <p:cNvSpPr/>
              <p:nvPr/>
            </p:nvSpPr>
            <p:spPr>
              <a:xfrm rot="10800000" flipH="1">
                <a:off x="6313814" y="205730"/>
                <a:ext cx="33283" cy="28426"/>
              </a:xfrm>
              <a:custGeom>
                <a:avLst/>
                <a:gdLst/>
                <a:ahLst/>
                <a:cxnLst/>
                <a:rect l="l" t="t" r="r" b="b"/>
                <a:pathLst>
                  <a:path w="2220" h="1896" extrusionOk="0">
                    <a:moveTo>
                      <a:pt x="1271" y="0"/>
                    </a:moveTo>
                    <a:cubicBezTo>
                      <a:pt x="437" y="0"/>
                      <a:pt x="1" y="1024"/>
                      <a:pt x="607" y="1612"/>
                    </a:cubicBezTo>
                    <a:cubicBezTo>
                      <a:pt x="797" y="1808"/>
                      <a:pt x="1033" y="1895"/>
                      <a:pt x="1265" y="1895"/>
                    </a:cubicBezTo>
                    <a:cubicBezTo>
                      <a:pt x="1750" y="1895"/>
                      <a:pt x="2219" y="1513"/>
                      <a:pt x="2219" y="949"/>
                    </a:cubicBezTo>
                    <a:cubicBezTo>
                      <a:pt x="2219" y="418"/>
                      <a:pt x="1802" y="0"/>
                      <a:pt x="1271" y="0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8" name="Google Shape;25068;p57"/>
              <p:cNvSpPr/>
              <p:nvPr/>
            </p:nvSpPr>
            <p:spPr>
              <a:xfrm rot="10800000" flipH="1">
                <a:off x="4425950" y="900813"/>
                <a:ext cx="44363" cy="44363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2959" extrusionOk="0">
                    <a:moveTo>
                      <a:pt x="1" y="0"/>
                    </a:moveTo>
                    <a:lnTo>
                      <a:pt x="1100" y="1479"/>
                    </a:lnTo>
                    <a:lnTo>
                      <a:pt x="1" y="2958"/>
                    </a:lnTo>
                    <a:lnTo>
                      <a:pt x="1480" y="1840"/>
                    </a:lnTo>
                    <a:lnTo>
                      <a:pt x="2959" y="2958"/>
                    </a:lnTo>
                    <a:lnTo>
                      <a:pt x="2959" y="2958"/>
                    </a:lnTo>
                    <a:lnTo>
                      <a:pt x="1840" y="1479"/>
                    </a:lnTo>
                    <a:lnTo>
                      <a:pt x="2959" y="0"/>
                    </a:lnTo>
                    <a:lnTo>
                      <a:pt x="2959" y="0"/>
                    </a:lnTo>
                    <a:lnTo>
                      <a:pt x="1480" y="110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9" name="Google Shape;25069;p57"/>
              <p:cNvSpPr/>
              <p:nvPr/>
            </p:nvSpPr>
            <p:spPr>
              <a:xfrm rot="10800000">
                <a:off x="6202092" y="936303"/>
                <a:ext cx="85007" cy="85022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1" extrusionOk="0">
                    <a:moveTo>
                      <a:pt x="2825" y="1"/>
                    </a:moveTo>
                    <a:lnTo>
                      <a:pt x="2484" y="2485"/>
                    </a:lnTo>
                    <a:lnTo>
                      <a:pt x="0" y="2826"/>
                    </a:lnTo>
                    <a:lnTo>
                      <a:pt x="2484" y="3187"/>
                    </a:lnTo>
                    <a:lnTo>
                      <a:pt x="2825" y="5670"/>
                    </a:lnTo>
                    <a:lnTo>
                      <a:pt x="3186" y="3187"/>
                    </a:lnTo>
                    <a:lnTo>
                      <a:pt x="5670" y="2826"/>
                    </a:lnTo>
                    <a:lnTo>
                      <a:pt x="3186" y="2485"/>
                    </a:lnTo>
                    <a:lnTo>
                      <a:pt x="2825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0" name="Google Shape;25070;p57"/>
              <p:cNvSpPr/>
              <p:nvPr/>
            </p:nvSpPr>
            <p:spPr>
              <a:xfrm rot="10800000">
                <a:off x="7156858" y="865686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1" name="Google Shape;25071;p57"/>
              <p:cNvSpPr/>
              <p:nvPr/>
            </p:nvSpPr>
            <p:spPr>
              <a:xfrm rot="10800000">
                <a:off x="5246316" y="961739"/>
                <a:ext cx="34123" cy="34138"/>
              </a:xfrm>
              <a:custGeom>
                <a:avLst/>
                <a:gdLst/>
                <a:ahLst/>
                <a:cxnLst/>
                <a:rect l="l" t="t" r="r" b="b"/>
                <a:pathLst>
                  <a:path w="2276" h="2277" extrusionOk="0">
                    <a:moveTo>
                      <a:pt x="0" y="1"/>
                    </a:moveTo>
                    <a:lnTo>
                      <a:pt x="854" y="1139"/>
                    </a:lnTo>
                    <a:lnTo>
                      <a:pt x="0" y="2276"/>
                    </a:lnTo>
                    <a:lnTo>
                      <a:pt x="1138" y="1423"/>
                    </a:lnTo>
                    <a:lnTo>
                      <a:pt x="2276" y="2276"/>
                    </a:lnTo>
                    <a:lnTo>
                      <a:pt x="1422" y="1139"/>
                    </a:lnTo>
                    <a:lnTo>
                      <a:pt x="2276" y="1"/>
                    </a:lnTo>
                    <a:lnTo>
                      <a:pt x="1138" y="8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2" name="Google Shape;25072;p57"/>
              <p:cNvSpPr/>
              <p:nvPr/>
            </p:nvSpPr>
            <p:spPr>
              <a:xfrm rot="10800000">
                <a:off x="5907291" y="738825"/>
                <a:ext cx="43793" cy="44078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940" extrusionOk="0">
                    <a:moveTo>
                      <a:pt x="0" y="1"/>
                    </a:moveTo>
                    <a:lnTo>
                      <a:pt x="1100" y="1480"/>
                    </a:lnTo>
                    <a:lnTo>
                      <a:pt x="0" y="2940"/>
                    </a:lnTo>
                    <a:lnTo>
                      <a:pt x="1461" y="1840"/>
                    </a:lnTo>
                    <a:lnTo>
                      <a:pt x="2921" y="2940"/>
                    </a:lnTo>
                    <a:lnTo>
                      <a:pt x="1821" y="1480"/>
                    </a:lnTo>
                    <a:lnTo>
                      <a:pt x="2921" y="1"/>
                    </a:lnTo>
                    <a:lnTo>
                      <a:pt x="2921" y="1"/>
                    </a:lnTo>
                    <a:lnTo>
                      <a:pt x="1461" y="11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3" name="Google Shape;25073;p57"/>
              <p:cNvSpPr/>
              <p:nvPr/>
            </p:nvSpPr>
            <p:spPr>
              <a:xfrm rot="10800000">
                <a:off x="6698607" y="802009"/>
                <a:ext cx="46912" cy="47211"/>
              </a:xfrm>
              <a:custGeom>
                <a:avLst/>
                <a:gdLst/>
                <a:ahLst/>
                <a:cxnLst/>
                <a:rect l="l" t="t" r="r" b="b"/>
                <a:pathLst>
                  <a:path w="3129" h="3149" extrusionOk="0">
                    <a:moveTo>
                      <a:pt x="0" y="3148"/>
                    </a:moveTo>
                    <a:lnTo>
                      <a:pt x="0" y="3148"/>
                    </a:lnTo>
                    <a:lnTo>
                      <a:pt x="0" y="3148"/>
                    </a:lnTo>
                    <a:close/>
                    <a:moveTo>
                      <a:pt x="0" y="0"/>
                    </a:moveTo>
                    <a:lnTo>
                      <a:pt x="1176" y="1574"/>
                    </a:lnTo>
                    <a:lnTo>
                      <a:pt x="0" y="3148"/>
                    </a:lnTo>
                    <a:lnTo>
                      <a:pt x="1555" y="1972"/>
                    </a:lnTo>
                    <a:lnTo>
                      <a:pt x="3129" y="3148"/>
                    </a:lnTo>
                    <a:lnTo>
                      <a:pt x="1953" y="1574"/>
                    </a:lnTo>
                    <a:lnTo>
                      <a:pt x="3129" y="0"/>
                    </a:lnTo>
                    <a:lnTo>
                      <a:pt x="1555" y="1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4" name="Google Shape;25074;p57"/>
              <p:cNvSpPr/>
              <p:nvPr/>
            </p:nvSpPr>
            <p:spPr>
              <a:xfrm rot="10800000">
                <a:off x="6405679" y="584374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5" name="Google Shape;25075;p57"/>
              <p:cNvSpPr/>
              <p:nvPr/>
            </p:nvSpPr>
            <p:spPr>
              <a:xfrm rot="10800000">
                <a:off x="5530519" y="782958"/>
                <a:ext cx="33268" cy="28306"/>
              </a:xfrm>
              <a:custGeom>
                <a:avLst/>
                <a:gdLst/>
                <a:ahLst/>
                <a:cxnLst/>
                <a:rect l="l" t="t" r="r" b="b"/>
                <a:pathLst>
                  <a:path w="2219" h="1888" extrusionOk="0">
                    <a:moveTo>
                      <a:pt x="1271" y="1"/>
                    </a:moveTo>
                    <a:cubicBezTo>
                      <a:pt x="418" y="1"/>
                      <a:pt x="0" y="1006"/>
                      <a:pt x="588" y="1612"/>
                    </a:cubicBezTo>
                    <a:cubicBezTo>
                      <a:pt x="784" y="1802"/>
                      <a:pt x="1024" y="1887"/>
                      <a:pt x="1258" y="1887"/>
                    </a:cubicBezTo>
                    <a:cubicBezTo>
                      <a:pt x="1750" y="1887"/>
                      <a:pt x="2219" y="1514"/>
                      <a:pt x="2219" y="949"/>
                    </a:cubicBezTo>
                    <a:cubicBezTo>
                      <a:pt x="2219" y="418"/>
                      <a:pt x="1783" y="1"/>
                      <a:pt x="1271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6" name="Google Shape;25076;p57"/>
              <p:cNvSpPr/>
              <p:nvPr/>
            </p:nvSpPr>
            <p:spPr>
              <a:xfrm rot="10800000">
                <a:off x="6314814" y="1450983"/>
                <a:ext cx="31289" cy="26867"/>
              </a:xfrm>
              <a:custGeom>
                <a:avLst/>
                <a:gdLst/>
                <a:ahLst/>
                <a:cxnLst/>
                <a:rect l="l" t="t" r="r" b="b"/>
                <a:pathLst>
                  <a:path w="2087" h="1792" extrusionOk="0">
                    <a:moveTo>
                      <a:pt x="1196" y="1"/>
                    </a:moveTo>
                    <a:cubicBezTo>
                      <a:pt x="399" y="1"/>
                      <a:pt x="1" y="968"/>
                      <a:pt x="570" y="1537"/>
                    </a:cubicBezTo>
                    <a:cubicBezTo>
                      <a:pt x="746" y="1712"/>
                      <a:pt x="964" y="1791"/>
                      <a:pt x="1180" y="1791"/>
                    </a:cubicBezTo>
                    <a:cubicBezTo>
                      <a:pt x="1639" y="1791"/>
                      <a:pt x="2087" y="1434"/>
                      <a:pt x="2087" y="892"/>
                    </a:cubicBezTo>
                    <a:cubicBezTo>
                      <a:pt x="2087" y="399"/>
                      <a:pt x="1689" y="1"/>
                      <a:pt x="1196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7" name="Google Shape;25077;p57"/>
              <p:cNvSpPr/>
              <p:nvPr/>
            </p:nvSpPr>
            <p:spPr>
              <a:xfrm rot="10800000" flipH="1">
                <a:off x="6920595" y="1365965"/>
                <a:ext cx="40675" cy="40945"/>
              </a:xfrm>
              <a:custGeom>
                <a:avLst/>
                <a:gdLst/>
                <a:ahLst/>
                <a:cxnLst/>
                <a:rect l="l" t="t" r="r" b="b"/>
                <a:pathLst>
                  <a:path w="2713" h="2731" extrusionOk="0">
                    <a:moveTo>
                      <a:pt x="1347" y="0"/>
                    </a:moveTo>
                    <a:lnTo>
                      <a:pt x="1176" y="1195"/>
                    </a:lnTo>
                    <a:lnTo>
                      <a:pt x="1" y="1365"/>
                    </a:lnTo>
                    <a:lnTo>
                      <a:pt x="1176" y="1536"/>
                    </a:lnTo>
                    <a:lnTo>
                      <a:pt x="1347" y="2731"/>
                    </a:lnTo>
                    <a:lnTo>
                      <a:pt x="1518" y="1536"/>
                    </a:lnTo>
                    <a:lnTo>
                      <a:pt x="2712" y="1365"/>
                    </a:lnTo>
                    <a:lnTo>
                      <a:pt x="1518" y="1195"/>
                    </a:lnTo>
                    <a:lnTo>
                      <a:pt x="1347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8" name="Google Shape;25078;p57"/>
              <p:cNvSpPr/>
              <p:nvPr/>
            </p:nvSpPr>
            <p:spPr>
              <a:xfrm rot="10800000">
                <a:off x="5855273" y="1108793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9" name="Google Shape;25079;p57"/>
              <p:cNvSpPr/>
              <p:nvPr/>
            </p:nvSpPr>
            <p:spPr>
              <a:xfrm rot="10800000" flipH="1">
                <a:off x="4606080" y="1365964"/>
                <a:ext cx="85007" cy="85007"/>
              </a:xfrm>
              <a:custGeom>
                <a:avLst/>
                <a:gdLst/>
                <a:ahLst/>
                <a:cxnLst/>
                <a:rect l="l" t="t" r="r" b="b"/>
                <a:pathLst>
                  <a:path w="5670" h="5670" extrusionOk="0">
                    <a:moveTo>
                      <a:pt x="2826" y="0"/>
                    </a:moveTo>
                    <a:lnTo>
                      <a:pt x="2484" y="2484"/>
                    </a:lnTo>
                    <a:lnTo>
                      <a:pt x="0" y="2844"/>
                    </a:lnTo>
                    <a:lnTo>
                      <a:pt x="2484" y="3186"/>
                    </a:lnTo>
                    <a:lnTo>
                      <a:pt x="2826" y="5670"/>
                    </a:lnTo>
                    <a:lnTo>
                      <a:pt x="3186" y="3186"/>
                    </a:lnTo>
                    <a:lnTo>
                      <a:pt x="5670" y="2844"/>
                    </a:lnTo>
                    <a:lnTo>
                      <a:pt x="3186" y="2484"/>
                    </a:lnTo>
                    <a:lnTo>
                      <a:pt x="28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0" name="Google Shape;25080;p57"/>
              <p:cNvSpPr/>
              <p:nvPr/>
            </p:nvSpPr>
            <p:spPr>
              <a:xfrm rot="10800000" flipH="1">
                <a:off x="4097227" y="1243158"/>
                <a:ext cx="28456" cy="28441"/>
              </a:xfrm>
              <a:custGeom>
                <a:avLst/>
                <a:gdLst/>
                <a:ahLst/>
                <a:cxnLst/>
                <a:rect l="l" t="t" r="r" b="b"/>
                <a:pathLst>
                  <a:path w="1898" h="1897" extrusionOk="0">
                    <a:moveTo>
                      <a:pt x="949" y="1"/>
                    </a:moveTo>
                    <a:cubicBezTo>
                      <a:pt x="418" y="1"/>
                      <a:pt x="1" y="437"/>
                      <a:pt x="1" y="949"/>
                    </a:cubicBezTo>
                    <a:cubicBezTo>
                      <a:pt x="1" y="1480"/>
                      <a:pt x="418" y="1897"/>
                      <a:pt x="949" y="1897"/>
                    </a:cubicBezTo>
                    <a:cubicBezTo>
                      <a:pt x="1480" y="1897"/>
                      <a:pt x="1897" y="1480"/>
                      <a:pt x="1897" y="949"/>
                    </a:cubicBezTo>
                    <a:cubicBezTo>
                      <a:pt x="1897" y="437"/>
                      <a:pt x="1480" y="1"/>
                      <a:pt x="949" y="1"/>
                    </a:cubicBez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1" name="Google Shape;25081;p57"/>
              <p:cNvSpPr/>
              <p:nvPr/>
            </p:nvSpPr>
            <p:spPr>
              <a:xfrm rot="10800000" flipH="1">
                <a:off x="3233388" y="1221975"/>
                <a:ext cx="52039" cy="52039"/>
              </a:xfrm>
              <a:custGeom>
                <a:avLst/>
                <a:gdLst/>
                <a:ahLst/>
                <a:cxnLst/>
                <a:rect l="l" t="t" r="r" b="b"/>
                <a:pathLst>
                  <a:path w="3471" h="3471" extrusionOk="0">
                    <a:moveTo>
                      <a:pt x="1726" y="0"/>
                    </a:moveTo>
                    <a:lnTo>
                      <a:pt x="1517" y="1517"/>
                    </a:lnTo>
                    <a:lnTo>
                      <a:pt x="0" y="1726"/>
                    </a:lnTo>
                    <a:lnTo>
                      <a:pt x="1517" y="1953"/>
                    </a:lnTo>
                    <a:lnTo>
                      <a:pt x="1726" y="3470"/>
                    </a:lnTo>
                    <a:lnTo>
                      <a:pt x="1953" y="1953"/>
                    </a:lnTo>
                    <a:lnTo>
                      <a:pt x="3470" y="1726"/>
                    </a:lnTo>
                    <a:lnTo>
                      <a:pt x="1953" y="1517"/>
                    </a:lnTo>
                    <a:lnTo>
                      <a:pt x="1726" y="0"/>
                    </a:lnTo>
                    <a:close/>
                  </a:path>
                </a:pathLst>
              </a:custGeom>
              <a:solidFill>
                <a:srgbClr val="2E5789">
                  <a:alpha val="515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082" name="Google Shape;25082;p57"/>
          <p:cNvGrpSpPr/>
          <p:nvPr/>
        </p:nvGrpSpPr>
        <p:grpSpPr>
          <a:xfrm rot="2871252" flipH="1">
            <a:off x="-245518" y="3148519"/>
            <a:ext cx="1240758" cy="665148"/>
            <a:chOff x="5206900" y="826150"/>
            <a:chExt cx="599275" cy="321250"/>
          </a:xfrm>
        </p:grpSpPr>
        <p:sp>
          <p:nvSpPr>
            <p:cNvPr id="25083" name="Google Shape;25083;p57"/>
            <p:cNvSpPr/>
            <p:nvPr/>
          </p:nvSpPr>
          <p:spPr>
            <a:xfrm>
              <a:off x="5206900" y="828950"/>
              <a:ext cx="25225" cy="25625"/>
            </a:xfrm>
            <a:custGeom>
              <a:avLst/>
              <a:gdLst/>
              <a:ahLst/>
              <a:cxnLst/>
              <a:rect l="l" t="t" r="r" b="b"/>
              <a:pathLst>
                <a:path w="1009" h="1025" extrusionOk="0">
                  <a:moveTo>
                    <a:pt x="1008" y="448"/>
                  </a:moveTo>
                  <a:cubicBezTo>
                    <a:pt x="1008" y="832"/>
                    <a:pt x="544" y="1024"/>
                    <a:pt x="272" y="752"/>
                  </a:cubicBezTo>
                  <a:cubicBezTo>
                    <a:pt x="0" y="480"/>
                    <a:pt x="192" y="0"/>
                    <a:pt x="576" y="0"/>
                  </a:cubicBezTo>
                  <a:cubicBezTo>
                    <a:pt x="816" y="0"/>
                    <a:pt x="1008" y="208"/>
                    <a:pt x="1008" y="44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4" name="Google Shape;25084;p57"/>
            <p:cNvSpPr/>
            <p:nvPr/>
          </p:nvSpPr>
          <p:spPr>
            <a:xfrm>
              <a:off x="5468125" y="1067750"/>
              <a:ext cx="25625" cy="25225"/>
            </a:xfrm>
            <a:custGeom>
              <a:avLst/>
              <a:gdLst/>
              <a:ahLst/>
              <a:cxnLst/>
              <a:rect l="l" t="t" r="r" b="b"/>
              <a:pathLst>
                <a:path w="1025" h="1009" extrusionOk="0">
                  <a:moveTo>
                    <a:pt x="1024" y="433"/>
                  </a:moveTo>
                  <a:cubicBezTo>
                    <a:pt x="1024" y="817"/>
                    <a:pt x="560" y="1009"/>
                    <a:pt x="288" y="737"/>
                  </a:cubicBezTo>
                  <a:cubicBezTo>
                    <a:pt x="0" y="465"/>
                    <a:pt x="208" y="1"/>
                    <a:pt x="592" y="1"/>
                  </a:cubicBezTo>
                  <a:cubicBezTo>
                    <a:pt x="832" y="1"/>
                    <a:pt x="1024" y="193"/>
                    <a:pt x="1024" y="4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5" name="Google Shape;25085;p57"/>
            <p:cNvSpPr/>
            <p:nvPr/>
          </p:nvSpPr>
          <p:spPr>
            <a:xfrm>
              <a:off x="5679325" y="1085750"/>
              <a:ext cx="25625" cy="25650"/>
            </a:xfrm>
            <a:custGeom>
              <a:avLst/>
              <a:gdLst/>
              <a:ahLst/>
              <a:cxnLst/>
              <a:rect l="l" t="t" r="r" b="b"/>
              <a:pathLst>
                <a:path w="1025" h="1026" extrusionOk="0">
                  <a:moveTo>
                    <a:pt x="1025" y="433"/>
                  </a:moveTo>
                  <a:cubicBezTo>
                    <a:pt x="1025" y="833"/>
                    <a:pt x="545" y="1025"/>
                    <a:pt x="273" y="753"/>
                  </a:cubicBezTo>
                  <a:cubicBezTo>
                    <a:pt x="1" y="481"/>
                    <a:pt x="193" y="1"/>
                    <a:pt x="577" y="1"/>
                  </a:cubicBezTo>
                  <a:cubicBezTo>
                    <a:pt x="817" y="1"/>
                    <a:pt x="1025" y="193"/>
                    <a:pt x="1025" y="4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6" name="Google Shape;25086;p57"/>
            <p:cNvSpPr/>
            <p:nvPr/>
          </p:nvSpPr>
          <p:spPr>
            <a:xfrm>
              <a:off x="5318900" y="877350"/>
              <a:ext cx="4425" cy="4425"/>
            </a:xfrm>
            <a:custGeom>
              <a:avLst/>
              <a:gdLst/>
              <a:ahLst/>
              <a:cxnLst/>
              <a:rect l="l" t="t" r="r" b="b"/>
              <a:pathLst>
                <a:path w="177" h="177" extrusionOk="0">
                  <a:moveTo>
                    <a:pt x="177" y="80"/>
                  </a:moveTo>
                  <a:cubicBezTo>
                    <a:pt x="177" y="128"/>
                    <a:pt x="145" y="176"/>
                    <a:pt x="97" y="176"/>
                  </a:cubicBezTo>
                  <a:cubicBezTo>
                    <a:pt x="49" y="176"/>
                    <a:pt x="1" y="128"/>
                    <a:pt x="1" y="80"/>
                  </a:cubicBezTo>
                  <a:cubicBezTo>
                    <a:pt x="1" y="32"/>
                    <a:pt x="49" y="0"/>
                    <a:pt x="97" y="0"/>
                  </a:cubicBezTo>
                  <a:cubicBezTo>
                    <a:pt x="145" y="0"/>
                    <a:pt x="177" y="32"/>
                    <a:pt x="177" y="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7" name="Google Shape;25087;p57"/>
            <p:cNvSpPr/>
            <p:nvPr/>
          </p:nvSpPr>
          <p:spPr>
            <a:xfrm>
              <a:off x="5749725" y="1021350"/>
              <a:ext cx="6025" cy="6025"/>
            </a:xfrm>
            <a:custGeom>
              <a:avLst/>
              <a:gdLst/>
              <a:ahLst/>
              <a:cxnLst/>
              <a:rect l="l" t="t" r="r" b="b"/>
              <a:pathLst>
                <a:path w="241" h="241" extrusionOk="0">
                  <a:moveTo>
                    <a:pt x="241" y="97"/>
                  </a:moveTo>
                  <a:cubicBezTo>
                    <a:pt x="241" y="241"/>
                    <a:pt x="1" y="1"/>
                    <a:pt x="145" y="1"/>
                  </a:cubicBezTo>
                  <a:cubicBezTo>
                    <a:pt x="193" y="1"/>
                    <a:pt x="225" y="49"/>
                    <a:pt x="241" y="9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8" name="Google Shape;25088;p57"/>
            <p:cNvSpPr/>
            <p:nvPr/>
          </p:nvSpPr>
          <p:spPr>
            <a:xfrm>
              <a:off x="5527725" y="874950"/>
              <a:ext cx="6025" cy="6025"/>
            </a:xfrm>
            <a:custGeom>
              <a:avLst/>
              <a:gdLst/>
              <a:ahLst/>
              <a:cxnLst/>
              <a:rect l="l" t="t" r="r" b="b"/>
              <a:pathLst>
                <a:path w="241" h="241" extrusionOk="0">
                  <a:moveTo>
                    <a:pt x="240" y="96"/>
                  </a:moveTo>
                  <a:cubicBezTo>
                    <a:pt x="240" y="240"/>
                    <a:pt x="0" y="0"/>
                    <a:pt x="144" y="0"/>
                  </a:cubicBezTo>
                  <a:cubicBezTo>
                    <a:pt x="192" y="0"/>
                    <a:pt x="240" y="48"/>
                    <a:pt x="240" y="9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9" name="Google Shape;25089;p57"/>
            <p:cNvSpPr/>
            <p:nvPr/>
          </p:nvSpPr>
          <p:spPr>
            <a:xfrm>
              <a:off x="5418900" y="861350"/>
              <a:ext cx="6025" cy="5625"/>
            </a:xfrm>
            <a:custGeom>
              <a:avLst/>
              <a:gdLst/>
              <a:ahLst/>
              <a:cxnLst/>
              <a:rect l="l" t="t" r="r" b="b"/>
              <a:pathLst>
                <a:path w="241" h="225" extrusionOk="0">
                  <a:moveTo>
                    <a:pt x="241" y="64"/>
                  </a:moveTo>
                  <a:cubicBezTo>
                    <a:pt x="241" y="112"/>
                    <a:pt x="225" y="160"/>
                    <a:pt x="177" y="176"/>
                  </a:cubicBezTo>
                  <a:cubicBezTo>
                    <a:pt x="49" y="224"/>
                    <a:pt x="1" y="32"/>
                    <a:pt x="129" y="16"/>
                  </a:cubicBezTo>
                  <a:cubicBezTo>
                    <a:pt x="177" y="0"/>
                    <a:pt x="225" y="16"/>
                    <a:pt x="241" y="6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0" name="Google Shape;25090;p57"/>
            <p:cNvSpPr/>
            <p:nvPr/>
          </p:nvSpPr>
          <p:spPr>
            <a:xfrm>
              <a:off x="5634925" y="986150"/>
              <a:ext cx="12025" cy="12025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481" y="209"/>
                  </a:moveTo>
                  <a:cubicBezTo>
                    <a:pt x="481" y="385"/>
                    <a:pt x="257" y="481"/>
                    <a:pt x="129" y="353"/>
                  </a:cubicBezTo>
                  <a:cubicBezTo>
                    <a:pt x="1" y="225"/>
                    <a:pt x="97" y="1"/>
                    <a:pt x="273" y="1"/>
                  </a:cubicBezTo>
                  <a:cubicBezTo>
                    <a:pt x="385" y="1"/>
                    <a:pt x="481" y="97"/>
                    <a:pt x="481" y="2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1" name="Google Shape;25091;p57"/>
            <p:cNvSpPr/>
            <p:nvPr/>
          </p:nvSpPr>
          <p:spPr>
            <a:xfrm>
              <a:off x="5717725" y="1135775"/>
              <a:ext cx="11625" cy="11625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465" y="192"/>
                  </a:moveTo>
                  <a:cubicBezTo>
                    <a:pt x="465" y="368"/>
                    <a:pt x="257" y="464"/>
                    <a:pt x="129" y="336"/>
                  </a:cubicBezTo>
                  <a:cubicBezTo>
                    <a:pt x="1" y="208"/>
                    <a:pt x="81" y="0"/>
                    <a:pt x="273" y="0"/>
                  </a:cubicBezTo>
                  <a:cubicBezTo>
                    <a:pt x="385" y="0"/>
                    <a:pt x="465" y="80"/>
                    <a:pt x="465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2" name="Google Shape;25092;p57"/>
            <p:cNvSpPr/>
            <p:nvPr/>
          </p:nvSpPr>
          <p:spPr>
            <a:xfrm>
              <a:off x="5316900" y="997350"/>
              <a:ext cx="11625" cy="12025"/>
            </a:xfrm>
            <a:custGeom>
              <a:avLst/>
              <a:gdLst/>
              <a:ahLst/>
              <a:cxnLst/>
              <a:rect l="l" t="t" r="r" b="b"/>
              <a:pathLst>
                <a:path w="465" h="481" extrusionOk="0">
                  <a:moveTo>
                    <a:pt x="465" y="209"/>
                  </a:moveTo>
                  <a:cubicBezTo>
                    <a:pt x="465" y="385"/>
                    <a:pt x="257" y="481"/>
                    <a:pt x="129" y="353"/>
                  </a:cubicBezTo>
                  <a:cubicBezTo>
                    <a:pt x="1" y="225"/>
                    <a:pt x="81" y="1"/>
                    <a:pt x="273" y="1"/>
                  </a:cubicBezTo>
                  <a:cubicBezTo>
                    <a:pt x="369" y="1"/>
                    <a:pt x="465" y="97"/>
                    <a:pt x="465" y="2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3" name="Google Shape;25093;p57"/>
            <p:cNvSpPr/>
            <p:nvPr/>
          </p:nvSpPr>
          <p:spPr>
            <a:xfrm>
              <a:off x="5331700" y="1124575"/>
              <a:ext cx="12025" cy="11625"/>
            </a:xfrm>
            <a:custGeom>
              <a:avLst/>
              <a:gdLst/>
              <a:ahLst/>
              <a:cxnLst/>
              <a:rect l="l" t="t" r="r" b="b"/>
              <a:pathLst>
                <a:path w="481" h="465" extrusionOk="0">
                  <a:moveTo>
                    <a:pt x="481" y="208"/>
                  </a:moveTo>
                  <a:cubicBezTo>
                    <a:pt x="481" y="384"/>
                    <a:pt x="257" y="464"/>
                    <a:pt x="129" y="352"/>
                  </a:cubicBezTo>
                  <a:cubicBezTo>
                    <a:pt x="1" y="224"/>
                    <a:pt x="97" y="0"/>
                    <a:pt x="273" y="0"/>
                  </a:cubicBezTo>
                  <a:cubicBezTo>
                    <a:pt x="385" y="0"/>
                    <a:pt x="481" y="96"/>
                    <a:pt x="481" y="2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4" name="Google Shape;25094;p57"/>
            <p:cNvSpPr/>
            <p:nvPr/>
          </p:nvSpPr>
          <p:spPr>
            <a:xfrm>
              <a:off x="5794150" y="906150"/>
              <a:ext cx="12025" cy="12025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480" y="208"/>
                  </a:moveTo>
                  <a:cubicBezTo>
                    <a:pt x="480" y="384"/>
                    <a:pt x="256" y="480"/>
                    <a:pt x="128" y="352"/>
                  </a:cubicBezTo>
                  <a:cubicBezTo>
                    <a:pt x="0" y="224"/>
                    <a:pt x="96" y="0"/>
                    <a:pt x="272" y="0"/>
                  </a:cubicBezTo>
                  <a:cubicBezTo>
                    <a:pt x="384" y="0"/>
                    <a:pt x="480" y="96"/>
                    <a:pt x="480" y="2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5" name="Google Shape;25095;p57"/>
            <p:cNvSpPr/>
            <p:nvPr/>
          </p:nvSpPr>
          <p:spPr>
            <a:xfrm>
              <a:off x="5290500" y="924950"/>
              <a:ext cx="11625" cy="11625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465" y="193"/>
                  </a:moveTo>
                  <a:cubicBezTo>
                    <a:pt x="465" y="369"/>
                    <a:pt x="257" y="465"/>
                    <a:pt x="129" y="337"/>
                  </a:cubicBezTo>
                  <a:cubicBezTo>
                    <a:pt x="1" y="209"/>
                    <a:pt x="97" y="0"/>
                    <a:pt x="273" y="0"/>
                  </a:cubicBezTo>
                  <a:cubicBezTo>
                    <a:pt x="385" y="0"/>
                    <a:pt x="465" y="81"/>
                    <a:pt x="465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6" name="Google Shape;25096;p57"/>
            <p:cNvSpPr/>
            <p:nvPr/>
          </p:nvSpPr>
          <p:spPr>
            <a:xfrm>
              <a:off x="5680925" y="826150"/>
              <a:ext cx="43225" cy="43225"/>
            </a:xfrm>
            <a:custGeom>
              <a:avLst/>
              <a:gdLst/>
              <a:ahLst/>
              <a:cxnLst/>
              <a:rect l="l" t="t" r="r" b="b"/>
              <a:pathLst>
                <a:path w="1729" h="1729" extrusionOk="0">
                  <a:moveTo>
                    <a:pt x="865" y="1728"/>
                  </a:moveTo>
                  <a:lnTo>
                    <a:pt x="865" y="1728"/>
                  </a:lnTo>
                  <a:cubicBezTo>
                    <a:pt x="865" y="1248"/>
                    <a:pt x="481" y="864"/>
                    <a:pt x="1" y="864"/>
                  </a:cubicBezTo>
                  <a:lnTo>
                    <a:pt x="1" y="864"/>
                  </a:lnTo>
                  <a:cubicBezTo>
                    <a:pt x="481" y="864"/>
                    <a:pt x="865" y="480"/>
                    <a:pt x="865" y="0"/>
                  </a:cubicBezTo>
                  <a:lnTo>
                    <a:pt x="865" y="0"/>
                  </a:lnTo>
                  <a:cubicBezTo>
                    <a:pt x="865" y="480"/>
                    <a:pt x="1265" y="864"/>
                    <a:pt x="1729" y="864"/>
                  </a:cubicBezTo>
                  <a:lnTo>
                    <a:pt x="1729" y="864"/>
                  </a:lnTo>
                  <a:cubicBezTo>
                    <a:pt x="1265" y="864"/>
                    <a:pt x="865" y="1248"/>
                    <a:pt x="865" y="17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097" name="Google Shape;25097;p57"/>
          <p:cNvGrpSpPr/>
          <p:nvPr/>
        </p:nvGrpSpPr>
        <p:grpSpPr>
          <a:xfrm rot="6433525" flipH="1">
            <a:off x="1366373" y="4081001"/>
            <a:ext cx="1240716" cy="665175"/>
            <a:chOff x="5206900" y="826150"/>
            <a:chExt cx="599275" cy="321250"/>
          </a:xfrm>
        </p:grpSpPr>
        <p:sp>
          <p:nvSpPr>
            <p:cNvPr id="25098" name="Google Shape;25098;p57"/>
            <p:cNvSpPr/>
            <p:nvPr/>
          </p:nvSpPr>
          <p:spPr>
            <a:xfrm>
              <a:off x="5206900" y="828950"/>
              <a:ext cx="25225" cy="25625"/>
            </a:xfrm>
            <a:custGeom>
              <a:avLst/>
              <a:gdLst/>
              <a:ahLst/>
              <a:cxnLst/>
              <a:rect l="l" t="t" r="r" b="b"/>
              <a:pathLst>
                <a:path w="1009" h="1025" extrusionOk="0">
                  <a:moveTo>
                    <a:pt x="1008" y="448"/>
                  </a:moveTo>
                  <a:cubicBezTo>
                    <a:pt x="1008" y="832"/>
                    <a:pt x="544" y="1024"/>
                    <a:pt x="272" y="752"/>
                  </a:cubicBezTo>
                  <a:cubicBezTo>
                    <a:pt x="0" y="480"/>
                    <a:pt x="192" y="0"/>
                    <a:pt x="576" y="0"/>
                  </a:cubicBezTo>
                  <a:cubicBezTo>
                    <a:pt x="816" y="0"/>
                    <a:pt x="1008" y="208"/>
                    <a:pt x="1008" y="44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9" name="Google Shape;25099;p57"/>
            <p:cNvSpPr/>
            <p:nvPr/>
          </p:nvSpPr>
          <p:spPr>
            <a:xfrm>
              <a:off x="5468125" y="1067750"/>
              <a:ext cx="25625" cy="25225"/>
            </a:xfrm>
            <a:custGeom>
              <a:avLst/>
              <a:gdLst/>
              <a:ahLst/>
              <a:cxnLst/>
              <a:rect l="l" t="t" r="r" b="b"/>
              <a:pathLst>
                <a:path w="1025" h="1009" extrusionOk="0">
                  <a:moveTo>
                    <a:pt x="1024" y="433"/>
                  </a:moveTo>
                  <a:cubicBezTo>
                    <a:pt x="1024" y="817"/>
                    <a:pt x="560" y="1009"/>
                    <a:pt x="288" y="737"/>
                  </a:cubicBezTo>
                  <a:cubicBezTo>
                    <a:pt x="0" y="465"/>
                    <a:pt x="208" y="1"/>
                    <a:pt x="592" y="1"/>
                  </a:cubicBezTo>
                  <a:cubicBezTo>
                    <a:pt x="832" y="1"/>
                    <a:pt x="1024" y="193"/>
                    <a:pt x="1024" y="4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0" name="Google Shape;25100;p57"/>
            <p:cNvSpPr/>
            <p:nvPr/>
          </p:nvSpPr>
          <p:spPr>
            <a:xfrm>
              <a:off x="5679325" y="1085750"/>
              <a:ext cx="25625" cy="25650"/>
            </a:xfrm>
            <a:custGeom>
              <a:avLst/>
              <a:gdLst/>
              <a:ahLst/>
              <a:cxnLst/>
              <a:rect l="l" t="t" r="r" b="b"/>
              <a:pathLst>
                <a:path w="1025" h="1026" extrusionOk="0">
                  <a:moveTo>
                    <a:pt x="1025" y="433"/>
                  </a:moveTo>
                  <a:cubicBezTo>
                    <a:pt x="1025" y="833"/>
                    <a:pt x="545" y="1025"/>
                    <a:pt x="273" y="753"/>
                  </a:cubicBezTo>
                  <a:cubicBezTo>
                    <a:pt x="1" y="481"/>
                    <a:pt x="193" y="1"/>
                    <a:pt x="577" y="1"/>
                  </a:cubicBezTo>
                  <a:cubicBezTo>
                    <a:pt x="817" y="1"/>
                    <a:pt x="1025" y="193"/>
                    <a:pt x="1025" y="4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1" name="Google Shape;25101;p57"/>
            <p:cNvSpPr/>
            <p:nvPr/>
          </p:nvSpPr>
          <p:spPr>
            <a:xfrm>
              <a:off x="5318900" y="877350"/>
              <a:ext cx="4425" cy="4425"/>
            </a:xfrm>
            <a:custGeom>
              <a:avLst/>
              <a:gdLst/>
              <a:ahLst/>
              <a:cxnLst/>
              <a:rect l="l" t="t" r="r" b="b"/>
              <a:pathLst>
                <a:path w="177" h="177" extrusionOk="0">
                  <a:moveTo>
                    <a:pt x="177" y="80"/>
                  </a:moveTo>
                  <a:cubicBezTo>
                    <a:pt x="177" y="128"/>
                    <a:pt x="145" y="176"/>
                    <a:pt x="97" y="176"/>
                  </a:cubicBezTo>
                  <a:cubicBezTo>
                    <a:pt x="49" y="176"/>
                    <a:pt x="1" y="128"/>
                    <a:pt x="1" y="80"/>
                  </a:cubicBezTo>
                  <a:cubicBezTo>
                    <a:pt x="1" y="32"/>
                    <a:pt x="49" y="0"/>
                    <a:pt x="97" y="0"/>
                  </a:cubicBezTo>
                  <a:cubicBezTo>
                    <a:pt x="145" y="0"/>
                    <a:pt x="177" y="32"/>
                    <a:pt x="177" y="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2" name="Google Shape;25102;p57"/>
            <p:cNvSpPr/>
            <p:nvPr/>
          </p:nvSpPr>
          <p:spPr>
            <a:xfrm>
              <a:off x="5749725" y="1021350"/>
              <a:ext cx="6025" cy="6025"/>
            </a:xfrm>
            <a:custGeom>
              <a:avLst/>
              <a:gdLst/>
              <a:ahLst/>
              <a:cxnLst/>
              <a:rect l="l" t="t" r="r" b="b"/>
              <a:pathLst>
                <a:path w="241" h="241" extrusionOk="0">
                  <a:moveTo>
                    <a:pt x="241" y="97"/>
                  </a:moveTo>
                  <a:cubicBezTo>
                    <a:pt x="241" y="241"/>
                    <a:pt x="1" y="1"/>
                    <a:pt x="145" y="1"/>
                  </a:cubicBezTo>
                  <a:cubicBezTo>
                    <a:pt x="193" y="1"/>
                    <a:pt x="225" y="49"/>
                    <a:pt x="241" y="9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3" name="Google Shape;25103;p57"/>
            <p:cNvSpPr/>
            <p:nvPr/>
          </p:nvSpPr>
          <p:spPr>
            <a:xfrm>
              <a:off x="5527725" y="874950"/>
              <a:ext cx="6025" cy="6025"/>
            </a:xfrm>
            <a:custGeom>
              <a:avLst/>
              <a:gdLst/>
              <a:ahLst/>
              <a:cxnLst/>
              <a:rect l="l" t="t" r="r" b="b"/>
              <a:pathLst>
                <a:path w="241" h="241" extrusionOk="0">
                  <a:moveTo>
                    <a:pt x="240" y="96"/>
                  </a:moveTo>
                  <a:cubicBezTo>
                    <a:pt x="240" y="240"/>
                    <a:pt x="0" y="0"/>
                    <a:pt x="144" y="0"/>
                  </a:cubicBezTo>
                  <a:cubicBezTo>
                    <a:pt x="192" y="0"/>
                    <a:pt x="240" y="48"/>
                    <a:pt x="240" y="9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4" name="Google Shape;25104;p57"/>
            <p:cNvSpPr/>
            <p:nvPr/>
          </p:nvSpPr>
          <p:spPr>
            <a:xfrm>
              <a:off x="5418900" y="861350"/>
              <a:ext cx="6025" cy="5625"/>
            </a:xfrm>
            <a:custGeom>
              <a:avLst/>
              <a:gdLst/>
              <a:ahLst/>
              <a:cxnLst/>
              <a:rect l="l" t="t" r="r" b="b"/>
              <a:pathLst>
                <a:path w="241" h="225" extrusionOk="0">
                  <a:moveTo>
                    <a:pt x="241" y="64"/>
                  </a:moveTo>
                  <a:cubicBezTo>
                    <a:pt x="241" y="112"/>
                    <a:pt x="225" y="160"/>
                    <a:pt x="177" y="176"/>
                  </a:cubicBezTo>
                  <a:cubicBezTo>
                    <a:pt x="49" y="224"/>
                    <a:pt x="1" y="32"/>
                    <a:pt x="129" y="16"/>
                  </a:cubicBezTo>
                  <a:cubicBezTo>
                    <a:pt x="177" y="0"/>
                    <a:pt x="225" y="16"/>
                    <a:pt x="241" y="6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5" name="Google Shape;25105;p57"/>
            <p:cNvSpPr/>
            <p:nvPr/>
          </p:nvSpPr>
          <p:spPr>
            <a:xfrm>
              <a:off x="5634925" y="986150"/>
              <a:ext cx="12025" cy="12025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481" y="209"/>
                  </a:moveTo>
                  <a:cubicBezTo>
                    <a:pt x="481" y="385"/>
                    <a:pt x="257" y="481"/>
                    <a:pt x="129" y="353"/>
                  </a:cubicBezTo>
                  <a:cubicBezTo>
                    <a:pt x="1" y="225"/>
                    <a:pt x="97" y="1"/>
                    <a:pt x="273" y="1"/>
                  </a:cubicBezTo>
                  <a:cubicBezTo>
                    <a:pt x="385" y="1"/>
                    <a:pt x="481" y="97"/>
                    <a:pt x="481" y="2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6" name="Google Shape;25106;p57"/>
            <p:cNvSpPr/>
            <p:nvPr/>
          </p:nvSpPr>
          <p:spPr>
            <a:xfrm>
              <a:off x="5717725" y="1135775"/>
              <a:ext cx="11625" cy="11625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465" y="192"/>
                  </a:moveTo>
                  <a:cubicBezTo>
                    <a:pt x="465" y="368"/>
                    <a:pt x="257" y="464"/>
                    <a:pt x="129" y="336"/>
                  </a:cubicBezTo>
                  <a:cubicBezTo>
                    <a:pt x="1" y="208"/>
                    <a:pt x="81" y="0"/>
                    <a:pt x="273" y="0"/>
                  </a:cubicBezTo>
                  <a:cubicBezTo>
                    <a:pt x="385" y="0"/>
                    <a:pt x="465" y="80"/>
                    <a:pt x="465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7" name="Google Shape;25107;p57"/>
            <p:cNvSpPr/>
            <p:nvPr/>
          </p:nvSpPr>
          <p:spPr>
            <a:xfrm>
              <a:off x="5316900" y="997350"/>
              <a:ext cx="11625" cy="12025"/>
            </a:xfrm>
            <a:custGeom>
              <a:avLst/>
              <a:gdLst/>
              <a:ahLst/>
              <a:cxnLst/>
              <a:rect l="l" t="t" r="r" b="b"/>
              <a:pathLst>
                <a:path w="465" h="481" extrusionOk="0">
                  <a:moveTo>
                    <a:pt x="465" y="209"/>
                  </a:moveTo>
                  <a:cubicBezTo>
                    <a:pt x="465" y="385"/>
                    <a:pt x="257" y="481"/>
                    <a:pt x="129" y="353"/>
                  </a:cubicBezTo>
                  <a:cubicBezTo>
                    <a:pt x="1" y="225"/>
                    <a:pt x="81" y="1"/>
                    <a:pt x="273" y="1"/>
                  </a:cubicBezTo>
                  <a:cubicBezTo>
                    <a:pt x="369" y="1"/>
                    <a:pt x="465" y="97"/>
                    <a:pt x="465" y="2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8" name="Google Shape;25108;p57"/>
            <p:cNvSpPr/>
            <p:nvPr/>
          </p:nvSpPr>
          <p:spPr>
            <a:xfrm>
              <a:off x="5331700" y="1124575"/>
              <a:ext cx="12025" cy="11625"/>
            </a:xfrm>
            <a:custGeom>
              <a:avLst/>
              <a:gdLst/>
              <a:ahLst/>
              <a:cxnLst/>
              <a:rect l="l" t="t" r="r" b="b"/>
              <a:pathLst>
                <a:path w="481" h="465" extrusionOk="0">
                  <a:moveTo>
                    <a:pt x="481" y="208"/>
                  </a:moveTo>
                  <a:cubicBezTo>
                    <a:pt x="481" y="384"/>
                    <a:pt x="257" y="464"/>
                    <a:pt x="129" y="352"/>
                  </a:cubicBezTo>
                  <a:cubicBezTo>
                    <a:pt x="1" y="224"/>
                    <a:pt x="97" y="0"/>
                    <a:pt x="273" y="0"/>
                  </a:cubicBezTo>
                  <a:cubicBezTo>
                    <a:pt x="385" y="0"/>
                    <a:pt x="481" y="96"/>
                    <a:pt x="481" y="2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9" name="Google Shape;25109;p57"/>
            <p:cNvSpPr/>
            <p:nvPr/>
          </p:nvSpPr>
          <p:spPr>
            <a:xfrm>
              <a:off x="5794150" y="906150"/>
              <a:ext cx="12025" cy="12025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480" y="208"/>
                  </a:moveTo>
                  <a:cubicBezTo>
                    <a:pt x="480" y="384"/>
                    <a:pt x="256" y="480"/>
                    <a:pt x="128" y="352"/>
                  </a:cubicBezTo>
                  <a:cubicBezTo>
                    <a:pt x="0" y="224"/>
                    <a:pt x="96" y="0"/>
                    <a:pt x="272" y="0"/>
                  </a:cubicBezTo>
                  <a:cubicBezTo>
                    <a:pt x="384" y="0"/>
                    <a:pt x="480" y="96"/>
                    <a:pt x="480" y="2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0" name="Google Shape;25110;p57"/>
            <p:cNvSpPr/>
            <p:nvPr/>
          </p:nvSpPr>
          <p:spPr>
            <a:xfrm>
              <a:off x="5290500" y="924950"/>
              <a:ext cx="11625" cy="11625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465" y="193"/>
                  </a:moveTo>
                  <a:cubicBezTo>
                    <a:pt x="465" y="369"/>
                    <a:pt x="257" y="465"/>
                    <a:pt x="129" y="337"/>
                  </a:cubicBezTo>
                  <a:cubicBezTo>
                    <a:pt x="1" y="209"/>
                    <a:pt x="97" y="0"/>
                    <a:pt x="273" y="0"/>
                  </a:cubicBezTo>
                  <a:cubicBezTo>
                    <a:pt x="385" y="0"/>
                    <a:pt x="465" y="81"/>
                    <a:pt x="465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1" name="Google Shape;25111;p57"/>
            <p:cNvSpPr/>
            <p:nvPr/>
          </p:nvSpPr>
          <p:spPr>
            <a:xfrm>
              <a:off x="5680925" y="826150"/>
              <a:ext cx="43225" cy="43225"/>
            </a:xfrm>
            <a:custGeom>
              <a:avLst/>
              <a:gdLst/>
              <a:ahLst/>
              <a:cxnLst/>
              <a:rect l="l" t="t" r="r" b="b"/>
              <a:pathLst>
                <a:path w="1729" h="1729" extrusionOk="0">
                  <a:moveTo>
                    <a:pt x="865" y="1728"/>
                  </a:moveTo>
                  <a:lnTo>
                    <a:pt x="865" y="1728"/>
                  </a:lnTo>
                  <a:cubicBezTo>
                    <a:pt x="865" y="1248"/>
                    <a:pt x="481" y="864"/>
                    <a:pt x="1" y="864"/>
                  </a:cubicBezTo>
                  <a:lnTo>
                    <a:pt x="1" y="864"/>
                  </a:lnTo>
                  <a:cubicBezTo>
                    <a:pt x="481" y="864"/>
                    <a:pt x="865" y="480"/>
                    <a:pt x="865" y="0"/>
                  </a:cubicBezTo>
                  <a:lnTo>
                    <a:pt x="865" y="0"/>
                  </a:lnTo>
                  <a:cubicBezTo>
                    <a:pt x="865" y="480"/>
                    <a:pt x="1265" y="864"/>
                    <a:pt x="1729" y="864"/>
                  </a:cubicBezTo>
                  <a:lnTo>
                    <a:pt x="1729" y="864"/>
                  </a:lnTo>
                  <a:cubicBezTo>
                    <a:pt x="1265" y="864"/>
                    <a:pt x="865" y="1248"/>
                    <a:pt x="865" y="17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12" name="Google Shape;25112;p57"/>
          <p:cNvGrpSpPr/>
          <p:nvPr/>
        </p:nvGrpSpPr>
        <p:grpSpPr>
          <a:xfrm rot="-9943409">
            <a:off x="1263956" y="3737276"/>
            <a:ext cx="1240826" cy="665092"/>
            <a:chOff x="5206900" y="826150"/>
            <a:chExt cx="599275" cy="321250"/>
          </a:xfrm>
        </p:grpSpPr>
        <p:sp>
          <p:nvSpPr>
            <p:cNvPr id="25113" name="Google Shape;25113;p57"/>
            <p:cNvSpPr/>
            <p:nvPr/>
          </p:nvSpPr>
          <p:spPr>
            <a:xfrm>
              <a:off x="5206900" y="828950"/>
              <a:ext cx="25225" cy="25625"/>
            </a:xfrm>
            <a:custGeom>
              <a:avLst/>
              <a:gdLst/>
              <a:ahLst/>
              <a:cxnLst/>
              <a:rect l="l" t="t" r="r" b="b"/>
              <a:pathLst>
                <a:path w="1009" h="1025" extrusionOk="0">
                  <a:moveTo>
                    <a:pt x="1008" y="448"/>
                  </a:moveTo>
                  <a:cubicBezTo>
                    <a:pt x="1008" y="832"/>
                    <a:pt x="544" y="1024"/>
                    <a:pt x="272" y="752"/>
                  </a:cubicBezTo>
                  <a:cubicBezTo>
                    <a:pt x="0" y="480"/>
                    <a:pt x="192" y="0"/>
                    <a:pt x="576" y="0"/>
                  </a:cubicBezTo>
                  <a:cubicBezTo>
                    <a:pt x="816" y="0"/>
                    <a:pt x="1008" y="208"/>
                    <a:pt x="1008" y="44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4" name="Google Shape;25114;p57"/>
            <p:cNvSpPr/>
            <p:nvPr/>
          </p:nvSpPr>
          <p:spPr>
            <a:xfrm>
              <a:off x="5468125" y="1067750"/>
              <a:ext cx="25625" cy="25225"/>
            </a:xfrm>
            <a:custGeom>
              <a:avLst/>
              <a:gdLst/>
              <a:ahLst/>
              <a:cxnLst/>
              <a:rect l="l" t="t" r="r" b="b"/>
              <a:pathLst>
                <a:path w="1025" h="1009" extrusionOk="0">
                  <a:moveTo>
                    <a:pt x="1024" y="433"/>
                  </a:moveTo>
                  <a:cubicBezTo>
                    <a:pt x="1024" y="817"/>
                    <a:pt x="560" y="1009"/>
                    <a:pt x="288" y="737"/>
                  </a:cubicBezTo>
                  <a:cubicBezTo>
                    <a:pt x="0" y="465"/>
                    <a:pt x="208" y="1"/>
                    <a:pt x="592" y="1"/>
                  </a:cubicBezTo>
                  <a:cubicBezTo>
                    <a:pt x="832" y="1"/>
                    <a:pt x="1024" y="193"/>
                    <a:pt x="1024" y="4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5" name="Google Shape;25115;p57"/>
            <p:cNvSpPr/>
            <p:nvPr/>
          </p:nvSpPr>
          <p:spPr>
            <a:xfrm>
              <a:off x="5679325" y="1085750"/>
              <a:ext cx="25625" cy="25650"/>
            </a:xfrm>
            <a:custGeom>
              <a:avLst/>
              <a:gdLst/>
              <a:ahLst/>
              <a:cxnLst/>
              <a:rect l="l" t="t" r="r" b="b"/>
              <a:pathLst>
                <a:path w="1025" h="1026" extrusionOk="0">
                  <a:moveTo>
                    <a:pt x="1025" y="433"/>
                  </a:moveTo>
                  <a:cubicBezTo>
                    <a:pt x="1025" y="833"/>
                    <a:pt x="545" y="1025"/>
                    <a:pt x="273" y="753"/>
                  </a:cubicBezTo>
                  <a:cubicBezTo>
                    <a:pt x="1" y="481"/>
                    <a:pt x="193" y="1"/>
                    <a:pt x="577" y="1"/>
                  </a:cubicBezTo>
                  <a:cubicBezTo>
                    <a:pt x="817" y="1"/>
                    <a:pt x="1025" y="193"/>
                    <a:pt x="1025" y="4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6" name="Google Shape;25116;p57"/>
            <p:cNvSpPr/>
            <p:nvPr/>
          </p:nvSpPr>
          <p:spPr>
            <a:xfrm>
              <a:off x="5318900" y="877350"/>
              <a:ext cx="4425" cy="4425"/>
            </a:xfrm>
            <a:custGeom>
              <a:avLst/>
              <a:gdLst/>
              <a:ahLst/>
              <a:cxnLst/>
              <a:rect l="l" t="t" r="r" b="b"/>
              <a:pathLst>
                <a:path w="177" h="177" extrusionOk="0">
                  <a:moveTo>
                    <a:pt x="177" y="80"/>
                  </a:moveTo>
                  <a:cubicBezTo>
                    <a:pt x="177" y="128"/>
                    <a:pt x="145" y="176"/>
                    <a:pt x="97" y="176"/>
                  </a:cubicBezTo>
                  <a:cubicBezTo>
                    <a:pt x="49" y="176"/>
                    <a:pt x="1" y="128"/>
                    <a:pt x="1" y="80"/>
                  </a:cubicBezTo>
                  <a:cubicBezTo>
                    <a:pt x="1" y="32"/>
                    <a:pt x="49" y="0"/>
                    <a:pt x="97" y="0"/>
                  </a:cubicBezTo>
                  <a:cubicBezTo>
                    <a:pt x="145" y="0"/>
                    <a:pt x="177" y="32"/>
                    <a:pt x="177" y="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7" name="Google Shape;25117;p57"/>
            <p:cNvSpPr/>
            <p:nvPr/>
          </p:nvSpPr>
          <p:spPr>
            <a:xfrm>
              <a:off x="5749725" y="1021350"/>
              <a:ext cx="6025" cy="6025"/>
            </a:xfrm>
            <a:custGeom>
              <a:avLst/>
              <a:gdLst/>
              <a:ahLst/>
              <a:cxnLst/>
              <a:rect l="l" t="t" r="r" b="b"/>
              <a:pathLst>
                <a:path w="241" h="241" extrusionOk="0">
                  <a:moveTo>
                    <a:pt x="241" y="97"/>
                  </a:moveTo>
                  <a:cubicBezTo>
                    <a:pt x="241" y="241"/>
                    <a:pt x="1" y="1"/>
                    <a:pt x="145" y="1"/>
                  </a:cubicBezTo>
                  <a:cubicBezTo>
                    <a:pt x="193" y="1"/>
                    <a:pt x="225" y="49"/>
                    <a:pt x="241" y="9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8" name="Google Shape;25118;p57"/>
            <p:cNvSpPr/>
            <p:nvPr/>
          </p:nvSpPr>
          <p:spPr>
            <a:xfrm>
              <a:off x="5527725" y="874950"/>
              <a:ext cx="6025" cy="6025"/>
            </a:xfrm>
            <a:custGeom>
              <a:avLst/>
              <a:gdLst/>
              <a:ahLst/>
              <a:cxnLst/>
              <a:rect l="l" t="t" r="r" b="b"/>
              <a:pathLst>
                <a:path w="241" h="241" extrusionOk="0">
                  <a:moveTo>
                    <a:pt x="240" y="96"/>
                  </a:moveTo>
                  <a:cubicBezTo>
                    <a:pt x="240" y="240"/>
                    <a:pt x="0" y="0"/>
                    <a:pt x="144" y="0"/>
                  </a:cubicBezTo>
                  <a:cubicBezTo>
                    <a:pt x="192" y="0"/>
                    <a:pt x="240" y="48"/>
                    <a:pt x="240" y="9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9" name="Google Shape;25119;p57"/>
            <p:cNvSpPr/>
            <p:nvPr/>
          </p:nvSpPr>
          <p:spPr>
            <a:xfrm>
              <a:off x="5418900" y="861350"/>
              <a:ext cx="6025" cy="5625"/>
            </a:xfrm>
            <a:custGeom>
              <a:avLst/>
              <a:gdLst/>
              <a:ahLst/>
              <a:cxnLst/>
              <a:rect l="l" t="t" r="r" b="b"/>
              <a:pathLst>
                <a:path w="241" h="225" extrusionOk="0">
                  <a:moveTo>
                    <a:pt x="241" y="64"/>
                  </a:moveTo>
                  <a:cubicBezTo>
                    <a:pt x="241" y="112"/>
                    <a:pt x="225" y="160"/>
                    <a:pt x="177" y="176"/>
                  </a:cubicBezTo>
                  <a:cubicBezTo>
                    <a:pt x="49" y="224"/>
                    <a:pt x="1" y="32"/>
                    <a:pt x="129" y="16"/>
                  </a:cubicBezTo>
                  <a:cubicBezTo>
                    <a:pt x="177" y="0"/>
                    <a:pt x="225" y="16"/>
                    <a:pt x="241" y="6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0" name="Google Shape;25120;p57"/>
            <p:cNvSpPr/>
            <p:nvPr/>
          </p:nvSpPr>
          <p:spPr>
            <a:xfrm>
              <a:off x="5634925" y="986150"/>
              <a:ext cx="12025" cy="12025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481" y="209"/>
                  </a:moveTo>
                  <a:cubicBezTo>
                    <a:pt x="481" y="385"/>
                    <a:pt x="257" y="481"/>
                    <a:pt x="129" y="353"/>
                  </a:cubicBezTo>
                  <a:cubicBezTo>
                    <a:pt x="1" y="225"/>
                    <a:pt x="97" y="1"/>
                    <a:pt x="273" y="1"/>
                  </a:cubicBezTo>
                  <a:cubicBezTo>
                    <a:pt x="385" y="1"/>
                    <a:pt x="481" y="97"/>
                    <a:pt x="481" y="2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1" name="Google Shape;25121;p57"/>
            <p:cNvSpPr/>
            <p:nvPr/>
          </p:nvSpPr>
          <p:spPr>
            <a:xfrm>
              <a:off x="5717725" y="1135775"/>
              <a:ext cx="11625" cy="11625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465" y="192"/>
                  </a:moveTo>
                  <a:cubicBezTo>
                    <a:pt x="465" y="368"/>
                    <a:pt x="257" y="464"/>
                    <a:pt x="129" y="336"/>
                  </a:cubicBezTo>
                  <a:cubicBezTo>
                    <a:pt x="1" y="208"/>
                    <a:pt x="81" y="0"/>
                    <a:pt x="273" y="0"/>
                  </a:cubicBezTo>
                  <a:cubicBezTo>
                    <a:pt x="385" y="0"/>
                    <a:pt x="465" y="80"/>
                    <a:pt x="465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2" name="Google Shape;25122;p57"/>
            <p:cNvSpPr/>
            <p:nvPr/>
          </p:nvSpPr>
          <p:spPr>
            <a:xfrm>
              <a:off x="5316900" y="997350"/>
              <a:ext cx="11625" cy="12025"/>
            </a:xfrm>
            <a:custGeom>
              <a:avLst/>
              <a:gdLst/>
              <a:ahLst/>
              <a:cxnLst/>
              <a:rect l="l" t="t" r="r" b="b"/>
              <a:pathLst>
                <a:path w="465" h="481" extrusionOk="0">
                  <a:moveTo>
                    <a:pt x="465" y="209"/>
                  </a:moveTo>
                  <a:cubicBezTo>
                    <a:pt x="465" y="385"/>
                    <a:pt x="257" y="481"/>
                    <a:pt x="129" y="353"/>
                  </a:cubicBezTo>
                  <a:cubicBezTo>
                    <a:pt x="1" y="225"/>
                    <a:pt x="81" y="1"/>
                    <a:pt x="273" y="1"/>
                  </a:cubicBezTo>
                  <a:cubicBezTo>
                    <a:pt x="369" y="1"/>
                    <a:pt x="465" y="97"/>
                    <a:pt x="465" y="2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3" name="Google Shape;25123;p57"/>
            <p:cNvSpPr/>
            <p:nvPr/>
          </p:nvSpPr>
          <p:spPr>
            <a:xfrm>
              <a:off x="5331700" y="1124575"/>
              <a:ext cx="12025" cy="11625"/>
            </a:xfrm>
            <a:custGeom>
              <a:avLst/>
              <a:gdLst/>
              <a:ahLst/>
              <a:cxnLst/>
              <a:rect l="l" t="t" r="r" b="b"/>
              <a:pathLst>
                <a:path w="481" h="465" extrusionOk="0">
                  <a:moveTo>
                    <a:pt x="481" y="208"/>
                  </a:moveTo>
                  <a:cubicBezTo>
                    <a:pt x="481" y="384"/>
                    <a:pt x="257" y="464"/>
                    <a:pt x="129" y="352"/>
                  </a:cubicBezTo>
                  <a:cubicBezTo>
                    <a:pt x="1" y="224"/>
                    <a:pt x="97" y="0"/>
                    <a:pt x="273" y="0"/>
                  </a:cubicBezTo>
                  <a:cubicBezTo>
                    <a:pt x="385" y="0"/>
                    <a:pt x="481" y="96"/>
                    <a:pt x="481" y="2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4" name="Google Shape;25124;p57"/>
            <p:cNvSpPr/>
            <p:nvPr/>
          </p:nvSpPr>
          <p:spPr>
            <a:xfrm>
              <a:off x="5794150" y="906150"/>
              <a:ext cx="12025" cy="12025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480" y="208"/>
                  </a:moveTo>
                  <a:cubicBezTo>
                    <a:pt x="480" y="384"/>
                    <a:pt x="256" y="480"/>
                    <a:pt x="128" y="352"/>
                  </a:cubicBezTo>
                  <a:cubicBezTo>
                    <a:pt x="0" y="224"/>
                    <a:pt x="96" y="0"/>
                    <a:pt x="272" y="0"/>
                  </a:cubicBezTo>
                  <a:cubicBezTo>
                    <a:pt x="384" y="0"/>
                    <a:pt x="480" y="96"/>
                    <a:pt x="480" y="2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5" name="Google Shape;25125;p57"/>
            <p:cNvSpPr/>
            <p:nvPr/>
          </p:nvSpPr>
          <p:spPr>
            <a:xfrm>
              <a:off x="5290500" y="924950"/>
              <a:ext cx="11625" cy="11625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465" y="193"/>
                  </a:moveTo>
                  <a:cubicBezTo>
                    <a:pt x="465" y="369"/>
                    <a:pt x="257" y="465"/>
                    <a:pt x="129" y="337"/>
                  </a:cubicBezTo>
                  <a:cubicBezTo>
                    <a:pt x="1" y="209"/>
                    <a:pt x="97" y="0"/>
                    <a:pt x="273" y="0"/>
                  </a:cubicBezTo>
                  <a:cubicBezTo>
                    <a:pt x="385" y="0"/>
                    <a:pt x="465" y="81"/>
                    <a:pt x="465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6" name="Google Shape;25126;p57"/>
            <p:cNvSpPr/>
            <p:nvPr/>
          </p:nvSpPr>
          <p:spPr>
            <a:xfrm>
              <a:off x="5680925" y="826150"/>
              <a:ext cx="43225" cy="43225"/>
            </a:xfrm>
            <a:custGeom>
              <a:avLst/>
              <a:gdLst/>
              <a:ahLst/>
              <a:cxnLst/>
              <a:rect l="l" t="t" r="r" b="b"/>
              <a:pathLst>
                <a:path w="1729" h="1729" extrusionOk="0">
                  <a:moveTo>
                    <a:pt x="865" y="1728"/>
                  </a:moveTo>
                  <a:lnTo>
                    <a:pt x="865" y="1728"/>
                  </a:lnTo>
                  <a:cubicBezTo>
                    <a:pt x="865" y="1248"/>
                    <a:pt x="481" y="864"/>
                    <a:pt x="1" y="864"/>
                  </a:cubicBezTo>
                  <a:lnTo>
                    <a:pt x="1" y="864"/>
                  </a:lnTo>
                  <a:cubicBezTo>
                    <a:pt x="481" y="864"/>
                    <a:pt x="865" y="480"/>
                    <a:pt x="865" y="0"/>
                  </a:cubicBezTo>
                  <a:lnTo>
                    <a:pt x="865" y="0"/>
                  </a:lnTo>
                  <a:cubicBezTo>
                    <a:pt x="865" y="480"/>
                    <a:pt x="1265" y="864"/>
                    <a:pt x="1729" y="864"/>
                  </a:cubicBezTo>
                  <a:lnTo>
                    <a:pt x="1729" y="864"/>
                  </a:lnTo>
                  <a:cubicBezTo>
                    <a:pt x="1265" y="864"/>
                    <a:pt x="865" y="1248"/>
                    <a:pt x="865" y="17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27" name="Google Shape;25127;p57"/>
          <p:cNvGrpSpPr/>
          <p:nvPr/>
        </p:nvGrpSpPr>
        <p:grpSpPr>
          <a:xfrm rot="5400000" flipH="1">
            <a:off x="57271" y="1922377"/>
            <a:ext cx="1699100" cy="2145071"/>
            <a:chOff x="146217" y="2712579"/>
            <a:chExt cx="1552966" cy="1960401"/>
          </a:xfrm>
        </p:grpSpPr>
        <p:grpSp>
          <p:nvGrpSpPr>
            <p:cNvPr id="25128" name="Google Shape;25128;p57"/>
            <p:cNvGrpSpPr/>
            <p:nvPr/>
          </p:nvGrpSpPr>
          <p:grpSpPr>
            <a:xfrm>
              <a:off x="146217" y="2712579"/>
              <a:ext cx="1134008" cy="607901"/>
              <a:chOff x="5206900" y="826150"/>
              <a:chExt cx="599275" cy="321250"/>
            </a:xfrm>
          </p:grpSpPr>
          <p:sp>
            <p:nvSpPr>
              <p:cNvPr id="25129" name="Google Shape;25129;p57"/>
              <p:cNvSpPr/>
              <p:nvPr/>
            </p:nvSpPr>
            <p:spPr>
              <a:xfrm>
                <a:off x="5206900" y="828950"/>
                <a:ext cx="252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025" extrusionOk="0">
                    <a:moveTo>
                      <a:pt x="1008" y="448"/>
                    </a:moveTo>
                    <a:cubicBezTo>
                      <a:pt x="1008" y="832"/>
                      <a:pt x="544" y="1024"/>
                      <a:pt x="272" y="752"/>
                    </a:cubicBezTo>
                    <a:cubicBezTo>
                      <a:pt x="0" y="480"/>
                      <a:pt x="192" y="0"/>
                      <a:pt x="576" y="0"/>
                    </a:cubicBezTo>
                    <a:cubicBezTo>
                      <a:pt x="816" y="0"/>
                      <a:pt x="1008" y="208"/>
                      <a:pt x="1008" y="44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0" name="Google Shape;25130;p57"/>
              <p:cNvSpPr/>
              <p:nvPr/>
            </p:nvSpPr>
            <p:spPr>
              <a:xfrm>
                <a:off x="5468125" y="1067750"/>
                <a:ext cx="25625" cy="25225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009" extrusionOk="0">
                    <a:moveTo>
                      <a:pt x="1024" y="433"/>
                    </a:moveTo>
                    <a:cubicBezTo>
                      <a:pt x="1024" y="817"/>
                      <a:pt x="560" y="1009"/>
                      <a:pt x="288" y="737"/>
                    </a:cubicBezTo>
                    <a:cubicBezTo>
                      <a:pt x="0" y="465"/>
                      <a:pt x="208" y="1"/>
                      <a:pt x="592" y="1"/>
                    </a:cubicBezTo>
                    <a:cubicBezTo>
                      <a:pt x="832" y="1"/>
                      <a:pt x="1024" y="193"/>
                      <a:pt x="1024" y="43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1" name="Google Shape;25131;p57"/>
              <p:cNvSpPr/>
              <p:nvPr/>
            </p:nvSpPr>
            <p:spPr>
              <a:xfrm>
                <a:off x="5679325" y="1085750"/>
                <a:ext cx="2562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026" extrusionOk="0">
                    <a:moveTo>
                      <a:pt x="1025" y="433"/>
                    </a:moveTo>
                    <a:cubicBezTo>
                      <a:pt x="1025" y="833"/>
                      <a:pt x="545" y="1025"/>
                      <a:pt x="273" y="753"/>
                    </a:cubicBezTo>
                    <a:cubicBezTo>
                      <a:pt x="1" y="481"/>
                      <a:pt x="193" y="1"/>
                      <a:pt x="577" y="1"/>
                    </a:cubicBezTo>
                    <a:cubicBezTo>
                      <a:pt x="817" y="1"/>
                      <a:pt x="1025" y="193"/>
                      <a:pt x="1025" y="43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2" name="Google Shape;25132;p57"/>
              <p:cNvSpPr/>
              <p:nvPr/>
            </p:nvSpPr>
            <p:spPr>
              <a:xfrm>
                <a:off x="5318900" y="877350"/>
                <a:ext cx="4425" cy="4425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77" extrusionOk="0">
                    <a:moveTo>
                      <a:pt x="177" y="80"/>
                    </a:moveTo>
                    <a:cubicBezTo>
                      <a:pt x="177" y="128"/>
                      <a:pt x="145" y="176"/>
                      <a:pt x="97" y="176"/>
                    </a:cubicBezTo>
                    <a:cubicBezTo>
                      <a:pt x="49" y="176"/>
                      <a:pt x="1" y="128"/>
                      <a:pt x="1" y="80"/>
                    </a:cubicBezTo>
                    <a:cubicBezTo>
                      <a:pt x="1" y="32"/>
                      <a:pt x="49" y="0"/>
                      <a:pt x="97" y="0"/>
                    </a:cubicBezTo>
                    <a:cubicBezTo>
                      <a:pt x="145" y="0"/>
                      <a:pt x="177" y="32"/>
                      <a:pt x="177" y="8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3" name="Google Shape;25133;p57"/>
              <p:cNvSpPr/>
              <p:nvPr/>
            </p:nvSpPr>
            <p:spPr>
              <a:xfrm>
                <a:off x="5749725" y="1021350"/>
                <a:ext cx="602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241" extrusionOk="0">
                    <a:moveTo>
                      <a:pt x="241" y="97"/>
                    </a:moveTo>
                    <a:cubicBezTo>
                      <a:pt x="241" y="241"/>
                      <a:pt x="1" y="1"/>
                      <a:pt x="145" y="1"/>
                    </a:cubicBezTo>
                    <a:cubicBezTo>
                      <a:pt x="193" y="1"/>
                      <a:pt x="225" y="49"/>
                      <a:pt x="241" y="9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4" name="Google Shape;25134;p57"/>
              <p:cNvSpPr/>
              <p:nvPr/>
            </p:nvSpPr>
            <p:spPr>
              <a:xfrm>
                <a:off x="5527725" y="874950"/>
                <a:ext cx="602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241" extrusionOk="0">
                    <a:moveTo>
                      <a:pt x="240" y="96"/>
                    </a:moveTo>
                    <a:cubicBezTo>
                      <a:pt x="240" y="240"/>
                      <a:pt x="0" y="0"/>
                      <a:pt x="144" y="0"/>
                    </a:cubicBezTo>
                    <a:cubicBezTo>
                      <a:pt x="192" y="0"/>
                      <a:pt x="240" y="48"/>
                      <a:pt x="240" y="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5" name="Google Shape;25135;p57"/>
              <p:cNvSpPr/>
              <p:nvPr/>
            </p:nvSpPr>
            <p:spPr>
              <a:xfrm>
                <a:off x="5418900" y="861350"/>
                <a:ext cx="6025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225" extrusionOk="0">
                    <a:moveTo>
                      <a:pt x="241" y="64"/>
                    </a:moveTo>
                    <a:cubicBezTo>
                      <a:pt x="241" y="112"/>
                      <a:pt x="225" y="160"/>
                      <a:pt x="177" y="176"/>
                    </a:cubicBezTo>
                    <a:cubicBezTo>
                      <a:pt x="49" y="224"/>
                      <a:pt x="1" y="32"/>
                      <a:pt x="129" y="16"/>
                    </a:cubicBezTo>
                    <a:cubicBezTo>
                      <a:pt x="177" y="0"/>
                      <a:pt x="225" y="16"/>
                      <a:pt x="241" y="6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6" name="Google Shape;25136;p57"/>
              <p:cNvSpPr/>
              <p:nvPr/>
            </p:nvSpPr>
            <p:spPr>
              <a:xfrm>
                <a:off x="5634925" y="986150"/>
                <a:ext cx="12025" cy="1202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481" extrusionOk="0">
                    <a:moveTo>
                      <a:pt x="481" y="209"/>
                    </a:moveTo>
                    <a:cubicBezTo>
                      <a:pt x="481" y="385"/>
                      <a:pt x="257" y="481"/>
                      <a:pt x="129" y="353"/>
                    </a:cubicBezTo>
                    <a:cubicBezTo>
                      <a:pt x="1" y="225"/>
                      <a:pt x="97" y="1"/>
                      <a:pt x="273" y="1"/>
                    </a:cubicBezTo>
                    <a:cubicBezTo>
                      <a:pt x="385" y="1"/>
                      <a:pt x="481" y="97"/>
                      <a:pt x="481" y="20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7" name="Google Shape;25137;p57"/>
              <p:cNvSpPr/>
              <p:nvPr/>
            </p:nvSpPr>
            <p:spPr>
              <a:xfrm>
                <a:off x="5717725" y="1135775"/>
                <a:ext cx="11625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65" extrusionOk="0">
                    <a:moveTo>
                      <a:pt x="465" y="192"/>
                    </a:moveTo>
                    <a:cubicBezTo>
                      <a:pt x="465" y="368"/>
                      <a:pt x="257" y="464"/>
                      <a:pt x="129" y="336"/>
                    </a:cubicBezTo>
                    <a:cubicBezTo>
                      <a:pt x="1" y="208"/>
                      <a:pt x="81" y="0"/>
                      <a:pt x="273" y="0"/>
                    </a:cubicBezTo>
                    <a:cubicBezTo>
                      <a:pt x="385" y="0"/>
                      <a:pt x="465" y="80"/>
                      <a:pt x="465" y="19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8" name="Google Shape;25138;p57"/>
              <p:cNvSpPr/>
              <p:nvPr/>
            </p:nvSpPr>
            <p:spPr>
              <a:xfrm>
                <a:off x="5316900" y="997350"/>
                <a:ext cx="11625" cy="1202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81" extrusionOk="0">
                    <a:moveTo>
                      <a:pt x="465" y="209"/>
                    </a:moveTo>
                    <a:cubicBezTo>
                      <a:pt x="465" y="385"/>
                      <a:pt x="257" y="481"/>
                      <a:pt x="129" y="353"/>
                    </a:cubicBezTo>
                    <a:cubicBezTo>
                      <a:pt x="1" y="225"/>
                      <a:pt x="81" y="1"/>
                      <a:pt x="273" y="1"/>
                    </a:cubicBezTo>
                    <a:cubicBezTo>
                      <a:pt x="369" y="1"/>
                      <a:pt x="465" y="97"/>
                      <a:pt x="465" y="20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9" name="Google Shape;25139;p57"/>
              <p:cNvSpPr/>
              <p:nvPr/>
            </p:nvSpPr>
            <p:spPr>
              <a:xfrm>
                <a:off x="5331700" y="1124575"/>
                <a:ext cx="12025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465" extrusionOk="0">
                    <a:moveTo>
                      <a:pt x="481" y="208"/>
                    </a:moveTo>
                    <a:cubicBezTo>
                      <a:pt x="481" y="384"/>
                      <a:pt x="257" y="464"/>
                      <a:pt x="129" y="352"/>
                    </a:cubicBezTo>
                    <a:cubicBezTo>
                      <a:pt x="1" y="224"/>
                      <a:pt x="97" y="0"/>
                      <a:pt x="273" y="0"/>
                    </a:cubicBezTo>
                    <a:cubicBezTo>
                      <a:pt x="385" y="0"/>
                      <a:pt x="481" y="96"/>
                      <a:pt x="481" y="20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0" name="Google Shape;25140;p57"/>
              <p:cNvSpPr/>
              <p:nvPr/>
            </p:nvSpPr>
            <p:spPr>
              <a:xfrm>
                <a:off x="5794150" y="906150"/>
                <a:ext cx="12025" cy="1202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481" extrusionOk="0">
                    <a:moveTo>
                      <a:pt x="480" y="208"/>
                    </a:moveTo>
                    <a:cubicBezTo>
                      <a:pt x="480" y="384"/>
                      <a:pt x="256" y="480"/>
                      <a:pt x="128" y="352"/>
                    </a:cubicBezTo>
                    <a:cubicBezTo>
                      <a:pt x="0" y="224"/>
                      <a:pt x="96" y="0"/>
                      <a:pt x="272" y="0"/>
                    </a:cubicBezTo>
                    <a:cubicBezTo>
                      <a:pt x="384" y="0"/>
                      <a:pt x="480" y="96"/>
                      <a:pt x="480" y="20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1" name="Google Shape;25141;p57"/>
              <p:cNvSpPr/>
              <p:nvPr/>
            </p:nvSpPr>
            <p:spPr>
              <a:xfrm>
                <a:off x="5290500" y="924950"/>
                <a:ext cx="11625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65" extrusionOk="0">
                    <a:moveTo>
                      <a:pt x="465" y="193"/>
                    </a:moveTo>
                    <a:cubicBezTo>
                      <a:pt x="465" y="369"/>
                      <a:pt x="257" y="465"/>
                      <a:pt x="129" y="337"/>
                    </a:cubicBezTo>
                    <a:cubicBezTo>
                      <a:pt x="1" y="209"/>
                      <a:pt x="97" y="0"/>
                      <a:pt x="273" y="0"/>
                    </a:cubicBezTo>
                    <a:cubicBezTo>
                      <a:pt x="385" y="0"/>
                      <a:pt x="465" y="81"/>
                      <a:pt x="465" y="19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2" name="Google Shape;25142;p57"/>
              <p:cNvSpPr/>
              <p:nvPr/>
            </p:nvSpPr>
            <p:spPr>
              <a:xfrm>
                <a:off x="5680925" y="826150"/>
                <a:ext cx="43225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1729" extrusionOk="0">
                    <a:moveTo>
                      <a:pt x="865" y="1728"/>
                    </a:moveTo>
                    <a:lnTo>
                      <a:pt x="865" y="1728"/>
                    </a:lnTo>
                    <a:cubicBezTo>
                      <a:pt x="865" y="1248"/>
                      <a:pt x="481" y="864"/>
                      <a:pt x="1" y="864"/>
                    </a:cubicBezTo>
                    <a:lnTo>
                      <a:pt x="1" y="864"/>
                    </a:lnTo>
                    <a:cubicBezTo>
                      <a:pt x="481" y="864"/>
                      <a:pt x="865" y="480"/>
                      <a:pt x="865" y="0"/>
                    </a:cubicBezTo>
                    <a:lnTo>
                      <a:pt x="865" y="0"/>
                    </a:lnTo>
                    <a:cubicBezTo>
                      <a:pt x="865" y="480"/>
                      <a:pt x="1265" y="864"/>
                      <a:pt x="1729" y="864"/>
                    </a:cubicBezTo>
                    <a:lnTo>
                      <a:pt x="1729" y="864"/>
                    </a:lnTo>
                    <a:cubicBezTo>
                      <a:pt x="1265" y="864"/>
                      <a:pt x="865" y="1248"/>
                      <a:pt x="865" y="17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43" name="Google Shape;25143;p57"/>
            <p:cNvGrpSpPr/>
            <p:nvPr/>
          </p:nvGrpSpPr>
          <p:grpSpPr>
            <a:xfrm rot="-9256633">
              <a:off x="489429" y="3110262"/>
              <a:ext cx="1134020" cy="607908"/>
              <a:chOff x="5206900" y="826150"/>
              <a:chExt cx="599275" cy="321250"/>
            </a:xfrm>
          </p:grpSpPr>
          <p:sp>
            <p:nvSpPr>
              <p:cNvPr id="25144" name="Google Shape;25144;p57"/>
              <p:cNvSpPr/>
              <p:nvPr/>
            </p:nvSpPr>
            <p:spPr>
              <a:xfrm>
                <a:off x="5206900" y="828950"/>
                <a:ext cx="252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025" extrusionOk="0">
                    <a:moveTo>
                      <a:pt x="1008" y="448"/>
                    </a:moveTo>
                    <a:cubicBezTo>
                      <a:pt x="1008" y="832"/>
                      <a:pt x="544" y="1024"/>
                      <a:pt x="272" y="752"/>
                    </a:cubicBezTo>
                    <a:cubicBezTo>
                      <a:pt x="0" y="480"/>
                      <a:pt x="192" y="0"/>
                      <a:pt x="576" y="0"/>
                    </a:cubicBezTo>
                    <a:cubicBezTo>
                      <a:pt x="816" y="0"/>
                      <a:pt x="1008" y="208"/>
                      <a:pt x="1008" y="44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5" name="Google Shape;25145;p57"/>
              <p:cNvSpPr/>
              <p:nvPr/>
            </p:nvSpPr>
            <p:spPr>
              <a:xfrm>
                <a:off x="5468125" y="1067750"/>
                <a:ext cx="25625" cy="25225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009" extrusionOk="0">
                    <a:moveTo>
                      <a:pt x="1024" y="433"/>
                    </a:moveTo>
                    <a:cubicBezTo>
                      <a:pt x="1024" y="817"/>
                      <a:pt x="560" y="1009"/>
                      <a:pt x="288" y="737"/>
                    </a:cubicBezTo>
                    <a:cubicBezTo>
                      <a:pt x="0" y="465"/>
                      <a:pt x="208" y="1"/>
                      <a:pt x="592" y="1"/>
                    </a:cubicBezTo>
                    <a:cubicBezTo>
                      <a:pt x="832" y="1"/>
                      <a:pt x="1024" y="193"/>
                      <a:pt x="1024" y="43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6" name="Google Shape;25146;p57"/>
              <p:cNvSpPr/>
              <p:nvPr/>
            </p:nvSpPr>
            <p:spPr>
              <a:xfrm>
                <a:off x="5679325" y="1085750"/>
                <a:ext cx="2562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026" extrusionOk="0">
                    <a:moveTo>
                      <a:pt x="1025" y="433"/>
                    </a:moveTo>
                    <a:cubicBezTo>
                      <a:pt x="1025" y="833"/>
                      <a:pt x="545" y="1025"/>
                      <a:pt x="273" y="753"/>
                    </a:cubicBezTo>
                    <a:cubicBezTo>
                      <a:pt x="1" y="481"/>
                      <a:pt x="193" y="1"/>
                      <a:pt x="577" y="1"/>
                    </a:cubicBezTo>
                    <a:cubicBezTo>
                      <a:pt x="817" y="1"/>
                      <a:pt x="1025" y="193"/>
                      <a:pt x="1025" y="43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7" name="Google Shape;25147;p57"/>
              <p:cNvSpPr/>
              <p:nvPr/>
            </p:nvSpPr>
            <p:spPr>
              <a:xfrm>
                <a:off x="5318900" y="877350"/>
                <a:ext cx="4425" cy="4425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77" extrusionOk="0">
                    <a:moveTo>
                      <a:pt x="177" y="80"/>
                    </a:moveTo>
                    <a:cubicBezTo>
                      <a:pt x="177" y="128"/>
                      <a:pt x="145" y="176"/>
                      <a:pt x="97" y="176"/>
                    </a:cubicBezTo>
                    <a:cubicBezTo>
                      <a:pt x="49" y="176"/>
                      <a:pt x="1" y="128"/>
                      <a:pt x="1" y="80"/>
                    </a:cubicBezTo>
                    <a:cubicBezTo>
                      <a:pt x="1" y="32"/>
                      <a:pt x="49" y="0"/>
                      <a:pt x="97" y="0"/>
                    </a:cubicBezTo>
                    <a:cubicBezTo>
                      <a:pt x="145" y="0"/>
                      <a:pt x="177" y="32"/>
                      <a:pt x="177" y="8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8" name="Google Shape;25148;p57"/>
              <p:cNvSpPr/>
              <p:nvPr/>
            </p:nvSpPr>
            <p:spPr>
              <a:xfrm>
                <a:off x="5749725" y="1021350"/>
                <a:ext cx="602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241" extrusionOk="0">
                    <a:moveTo>
                      <a:pt x="241" y="97"/>
                    </a:moveTo>
                    <a:cubicBezTo>
                      <a:pt x="241" y="241"/>
                      <a:pt x="1" y="1"/>
                      <a:pt x="145" y="1"/>
                    </a:cubicBezTo>
                    <a:cubicBezTo>
                      <a:pt x="193" y="1"/>
                      <a:pt x="225" y="49"/>
                      <a:pt x="241" y="9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9" name="Google Shape;25149;p57"/>
              <p:cNvSpPr/>
              <p:nvPr/>
            </p:nvSpPr>
            <p:spPr>
              <a:xfrm>
                <a:off x="5527725" y="874950"/>
                <a:ext cx="602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241" extrusionOk="0">
                    <a:moveTo>
                      <a:pt x="240" y="96"/>
                    </a:moveTo>
                    <a:cubicBezTo>
                      <a:pt x="240" y="240"/>
                      <a:pt x="0" y="0"/>
                      <a:pt x="144" y="0"/>
                    </a:cubicBezTo>
                    <a:cubicBezTo>
                      <a:pt x="192" y="0"/>
                      <a:pt x="240" y="48"/>
                      <a:pt x="240" y="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0" name="Google Shape;25150;p57"/>
              <p:cNvSpPr/>
              <p:nvPr/>
            </p:nvSpPr>
            <p:spPr>
              <a:xfrm>
                <a:off x="5418900" y="861350"/>
                <a:ext cx="6025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225" extrusionOk="0">
                    <a:moveTo>
                      <a:pt x="241" y="64"/>
                    </a:moveTo>
                    <a:cubicBezTo>
                      <a:pt x="241" y="112"/>
                      <a:pt x="225" y="160"/>
                      <a:pt x="177" y="176"/>
                    </a:cubicBezTo>
                    <a:cubicBezTo>
                      <a:pt x="49" y="224"/>
                      <a:pt x="1" y="32"/>
                      <a:pt x="129" y="16"/>
                    </a:cubicBezTo>
                    <a:cubicBezTo>
                      <a:pt x="177" y="0"/>
                      <a:pt x="225" y="16"/>
                      <a:pt x="241" y="6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1" name="Google Shape;25151;p57"/>
              <p:cNvSpPr/>
              <p:nvPr/>
            </p:nvSpPr>
            <p:spPr>
              <a:xfrm>
                <a:off x="5634925" y="986150"/>
                <a:ext cx="12025" cy="1202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481" extrusionOk="0">
                    <a:moveTo>
                      <a:pt x="481" y="209"/>
                    </a:moveTo>
                    <a:cubicBezTo>
                      <a:pt x="481" y="385"/>
                      <a:pt x="257" y="481"/>
                      <a:pt x="129" y="353"/>
                    </a:cubicBezTo>
                    <a:cubicBezTo>
                      <a:pt x="1" y="225"/>
                      <a:pt x="97" y="1"/>
                      <a:pt x="273" y="1"/>
                    </a:cubicBezTo>
                    <a:cubicBezTo>
                      <a:pt x="385" y="1"/>
                      <a:pt x="481" y="97"/>
                      <a:pt x="481" y="20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2" name="Google Shape;25152;p57"/>
              <p:cNvSpPr/>
              <p:nvPr/>
            </p:nvSpPr>
            <p:spPr>
              <a:xfrm>
                <a:off x="5717725" y="1135775"/>
                <a:ext cx="11625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65" extrusionOk="0">
                    <a:moveTo>
                      <a:pt x="465" y="192"/>
                    </a:moveTo>
                    <a:cubicBezTo>
                      <a:pt x="465" y="368"/>
                      <a:pt x="257" y="464"/>
                      <a:pt x="129" y="336"/>
                    </a:cubicBezTo>
                    <a:cubicBezTo>
                      <a:pt x="1" y="208"/>
                      <a:pt x="81" y="0"/>
                      <a:pt x="273" y="0"/>
                    </a:cubicBezTo>
                    <a:cubicBezTo>
                      <a:pt x="385" y="0"/>
                      <a:pt x="465" y="80"/>
                      <a:pt x="465" y="19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3" name="Google Shape;25153;p57"/>
              <p:cNvSpPr/>
              <p:nvPr/>
            </p:nvSpPr>
            <p:spPr>
              <a:xfrm>
                <a:off x="5316900" y="997350"/>
                <a:ext cx="11625" cy="1202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81" extrusionOk="0">
                    <a:moveTo>
                      <a:pt x="465" y="209"/>
                    </a:moveTo>
                    <a:cubicBezTo>
                      <a:pt x="465" y="385"/>
                      <a:pt x="257" y="481"/>
                      <a:pt x="129" y="353"/>
                    </a:cubicBezTo>
                    <a:cubicBezTo>
                      <a:pt x="1" y="225"/>
                      <a:pt x="81" y="1"/>
                      <a:pt x="273" y="1"/>
                    </a:cubicBezTo>
                    <a:cubicBezTo>
                      <a:pt x="369" y="1"/>
                      <a:pt x="465" y="97"/>
                      <a:pt x="465" y="20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4" name="Google Shape;25154;p57"/>
              <p:cNvSpPr/>
              <p:nvPr/>
            </p:nvSpPr>
            <p:spPr>
              <a:xfrm>
                <a:off x="5331700" y="1124575"/>
                <a:ext cx="12025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465" extrusionOk="0">
                    <a:moveTo>
                      <a:pt x="481" y="208"/>
                    </a:moveTo>
                    <a:cubicBezTo>
                      <a:pt x="481" y="384"/>
                      <a:pt x="257" y="464"/>
                      <a:pt x="129" y="352"/>
                    </a:cubicBezTo>
                    <a:cubicBezTo>
                      <a:pt x="1" y="224"/>
                      <a:pt x="97" y="0"/>
                      <a:pt x="273" y="0"/>
                    </a:cubicBezTo>
                    <a:cubicBezTo>
                      <a:pt x="385" y="0"/>
                      <a:pt x="481" y="96"/>
                      <a:pt x="481" y="20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5" name="Google Shape;25155;p57"/>
              <p:cNvSpPr/>
              <p:nvPr/>
            </p:nvSpPr>
            <p:spPr>
              <a:xfrm>
                <a:off x="5794150" y="906150"/>
                <a:ext cx="12025" cy="1202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481" extrusionOk="0">
                    <a:moveTo>
                      <a:pt x="480" y="208"/>
                    </a:moveTo>
                    <a:cubicBezTo>
                      <a:pt x="480" y="384"/>
                      <a:pt x="256" y="480"/>
                      <a:pt x="128" y="352"/>
                    </a:cubicBezTo>
                    <a:cubicBezTo>
                      <a:pt x="0" y="224"/>
                      <a:pt x="96" y="0"/>
                      <a:pt x="272" y="0"/>
                    </a:cubicBezTo>
                    <a:cubicBezTo>
                      <a:pt x="384" y="0"/>
                      <a:pt x="480" y="96"/>
                      <a:pt x="480" y="20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6" name="Google Shape;25156;p57"/>
              <p:cNvSpPr/>
              <p:nvPr/>
            </p:nvSpPr>
            <p:spPr>
              <a:xfrm>
                <a:off x="5290500" y="924950"/>
                <a:ext cx="11625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65" extrusionOk="0">
                    <a:moveTo>
                      <a:pt x="465" y="193"/>
                    </a:moveTo>
                    <a:cubicBezTo>
                      <a:pt x="465" y="369"/>
                      <a:pt x="257" y="465"/>
                      <a:pt x="129" y="337"/>
                    </a:cubicBezTo>
                    <a:cubicBezTo>
                      <a:pt x="1" y="209"/>
                      <a:pt x="97" y="0"/>
                      <a:pt x="273" y="0"/>
                    </a:cubicBezTo>
                    <a:cubicBezTo>
                      <a:pt x="385" y="0"/>
                      <a:pt x="465" y="81"/>
                      <a:pt x="465" y="19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7" name="Google Shape;25157;p57"/>
              <p:cNvSpPr/>
              <p:nvPr/>
            </p:nvSpPr>
            <p:spPr>
              <a:xfrm>
                <a:off x="5680925" y="826150"/>
                <a:ext cx="43225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1729" extrusionOk="0">
                    <a:moveTo>
                      <a:pt x="865" y="1728"/>
                    </a:moveTo>
                    <a:lnTo>
                      <a:pt x="865" y="1728"/>
                    </a:lnTo>
                    <a:cubicBezTo>
                      <a:pt x="865" y="1248"/>
                      <a:pt x="481" y="864"/>
                      <a:pt x="1" y="864"/>
                    </a:cubicBezTo>
                    <a:lnTo>
                      <a:pt x="1" y="864"/>
                    </a:lnTo>
                    <a:cubicBezTo>
                      <a:pt x="481" y="864"/>
                      <a:pt x="865" y="480"/>
                      <a:pt x="865" y="0"/>
                    </a:cubicBezTo>
                    <a:lnTo>
                      <a:pt x="865" y="0"/>
                    </a:lnTo>
                    <a:cubicBezTo>
                      <a:pt x="865" y="480"/>
                      <a:pt x="1265" y="864"/>
                      <a:pt x="1729" y="864"/>
                    </a:cubicBezTo>
                    <a:lnTo>
                      <a:pt x="1729" y="864"/>
                    </a:lnTo>
                    <a:cubicBezTo>
                      <a:pt x="1265" y="864"/>
                      <a:pt x="865" y="1248"/>
                      <a:pt x="865" y="17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58" name="Google Shape;25158;p57"/>
            <p:cNvGrpSpPr/>
            <p:nvPr/>
          </p:nvGrpSpPr>
          <p:grpSpPr>
            <a:xfrm rot="7120513" flipH="1">
              <a:off x="538618" y="3725726"/>
              <a:ext cx="1133997" cy="607895"/>
              <a:chOff x="5206900" y="826150"/>
              <a:chExt cx="599275" cy="321250"/>
            </a:xfrm>
          </p:grpSpPr>
          <p:sp>
            <p:nvSpPr>
              <p:cNvPr id="25159" name="Google Shape;25159;p57"/>
              <p:cNvSpPr/>
              <p:nvPr/>
            </p:nvSpPr>
            <p:spPr>
              <a:xfrm>
                <a:off x="5206900" y="828950"/>
                <a:ext cx="25225" cy="25625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1025" extrusionOk="0">
                    <a:moveTo>
                      <a:pt x="1008" y="448"/>
                    </a:moveTo>
                    <a:cubicBezTo>
                      <a:pt x="1008" y="832"/>
                      <a:pt x="544" y="1024"/>
                      <a:pt x="272" y="752"/>
                    </a:cubicBezTo>
                    <a:cubicBezTo>
                      <a:pt x="0" y="480"/>
                      <a:pt x="192" y="0"/>
                      <a:pt x="576" y="0"/>
                    </a:cubicBezTo>
                    <a:cubicBezTo>
                      <a:pt x="816" y="0"/>
                      <a:pt x="1008" y="208"/>
                      <a:pt x="1008" y="44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0" name="Google Shape;25160;p57"/>
              <p:cNvSpPr/>
              <p:nvPr/>
            </p:nvSpPr>
            <p:spPr>
              <a:xfrm>
                <a:off x="5468125" y="1067750"/>
                <a:ext cx="25625" cy="25225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009" extrusionOk="0">
                    <a:moveTo>
                      <a:pt x="1024" y="433"/>
                    </a:moveTo>
                    <a:cubicBezTo>
                      <a:pt x="1024" y="817"/>
                      <a:pt x="560" y="1009"/>
                      <a:pt x="288" y="737"/>
                    </a:cubicBezTo>
                    <a:cubicBezTo>
                      <a:pt x="0" y="465"/>
                      <a:pt x="208" y="1"/>
                      <a:pt x="592" y="1"/>
                    </a:cubicBezTo>
                    <a:cubicBezTo>
                      <a:pt x="832" y="1"/>
                      <a:pt x="1024" y="193"/>
                      <a:pt x="1024" y="43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1" name="Google Shape;25161;p57"/>
              <p:cNvSpPr/>
              <p:nvPr/>
            </p:nvSpPr>
            <p:spPr>
              <a:xfrm>
                <a:off x="5679325" y="1085750"/>
                <a:ext cx="25625" cy="25650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026" extrusionOk="0">
                    <a:moveTo>
                      <a:pt x="1025" y="433"/>
                    </a:moveTo>
                    <a:cubicBezTo>
                      <a:pt x="1025" y="833"/>
                      <a:pt x="545" y="1025"/>
                      <a:pt x="273" y="753"/>
                    </a:cubicBezTo>
                    <a:cubicBezTo>
                      <a:pt x="1" y="481"/>
                      <a:pt x="193" y="1"/>
                      <a:pt x="577" y="1"/>
                    </a:cubicBezTo>
                    <a:cubicBezTo>
                      <a:pt x="817" y="1"/>
                      <a:pt x="1025" y="193"/>
                      <a:pt x="1025" y="43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2" name="Google Shape;25162;p57"/>
              <p:cNvSpPr/>
              <p:nvPr/>
            </p:nvSpPr>
            <p:spPr>
              <a:xfrm>
                <a:off x="5318900" y="877350"/>
                <a:ext cx="4425" cy="4425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77" extrusionOk="0">
                    <a:moveTo>
                      <a:pt x="177" y="80"/>
                    </a:moveTo>
                    <a:cubicBezTo>
                      <a:pt x="177" y="128"/>
                      <a:pt x="145" y="176"/>
                      <a:pt x="97" y="176"/>
                    </a:cubicBezTo>
                    <a:cubicBezTo>
                      <a:pt x="49" y="176"/>
                      <a:pt x="1" y="128"/>
                      <a:pt x="1" y="80"/>
                    </a:cubicBezTo>
                    <a:cubicBezTo>
                      <a:pt x="1" y="32"/>
                      <a:pt x="49" y="0"/>
                      <a:pt x="97" y="0"/>
                    </a:cubicBezTo>
                    <a:cubicBezTo>
                      <a:pt x="145" y="0"/>
                      <a:pt x="177" y="32"/>
                      <a:pt x="177" y="8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3" name="Google Shape;25163;p57"/>
              <p:cNvSpPr/>
              <p:nvPr/>
            </p:nvSpPr>
            <p:spPr>
              <a:xfrm>
                <a:off x="5749725" y="1021350"/>
                <a:ext cx="602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241" extrusionOk="0">
                    <a:moveTo>
                      <a:pt x="241" y="97"/>
                    </a:moveTo>
                    <a:cubicBezTo>
                      <a:pt x="241" y="241"/>
                      <a:pt x="1" y="1"/>
                      <a:pt x="145" y="1"/>
                    </a:cubicBezTo>
                    <a:cubicBezTo>
                      <a:pt x="193" y="1"/>
                      <a:pt x="225" y="49"/>
                      <a:pt x="241" y="9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4" name="Google Shape;25164;p57"/>
              <p:cNvSpPr/>
              <p:nvPr/>
            </p:nvSpPr>
            <p:spPr>
              <a:xfrm>
                <a:off x="5527725" y="874950"/>
                <a:ext cx="6025" cy="60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241" extrusionOk="0">
                    <a:moveTo>
                      <a:pt x="240" y="96"/>
                    </a:moveTo>
                    <a:cubicBezTo>
                      <a:pt x="240" y="240"/>
                      <a:pt x="0" y="0"/>
                      <a:pt x="144" y="0"/>
                    </a:cubicBezTo>
                    <a:cubicBezTo>
                      <a:pt x="192" y="0"/>
                      <a:pt x="240" y="48"/>
                      <a:pt x="240" y="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5" name="Google Shape;25165;p57"/>
              <p:cNvSpPr/>
              <p:nvPr/>
            </p:nvSpPr>
            <p:spPr>
              <a:xfrm>
                <a:off x="5418900" y="861350"/>
                <a:ext cx="6025" cy="56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225" extrusionOk="0">
                    <a:moveTo>
                      <a:pt x="241" y="64"/>
                    </a:moveTo>
                    <a:cubicBezTo>
                      <a:pt x="241" y="112"/>
                      <a:pt x="225" y="160"/>
                      <a:pt x="177" y="176"/>
                    </a:cubicBezTo>
                    <a:cubicBezTo>
                      <a:pt x="49" y="224"/>
                      <a:pt x="1" y="32"/>
                      <a:pt x="129" y="16"/>
                    </a:cubicBezTo>
                    <a:cubicBezTo>
                      <a:pt x="177" y="0"/>
                      <a:pt x="225" y="16"/>
                      <a:pt x="241" y="6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6" name="Google Shape;25166;p57"/>
              <p:cNvSpPr/>
              <p:nvPr/>
            </p:nvSpPr>
            <p:spPr>
              <a:xfrm>
                <a:off x="5634925" y="986150"/>
                <a:ext cx="12025" cy="1202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481" extrusionOk="0">
                    <a:moveTo>
                      <a:pt x="481" y="209"/>
                    </a:moveTo>
                    <a:cubicBezTo>
                      <a:pt x="481" y="385"/>
                      <a:pt x="257" y="481"/>
                      <a:pt x="129" y="353"/>
                    </a:cubicBezTo>
                    <a:cubicBezTo>
                      <a:pt x="1" y="225"/>
                      <a:pt x="97" y="1"/>
                      <a:pt x="273" y="1"/>
                    </a:cubicBezTo>
                    <a:cubicBezTo>
                      <a:pt x="385" y="1"/>
                      <a:pt x="481" y="97"/>
                      <a:pt x="481" y="20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7" name="Google Shape;25167;p57"/>
              <p:cNvSpPr/>
              <p:nvPr/>
            </p:nvSpPr>
            <p:spPr>
              <a:xfrm>
                <a:off x="5717725" y="1135775"/>
                <a:ext cx="11625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65" extrusionOk="0">
                    <a:moveTo>
                      <a:pt x="465" y="192"/>
                    </a:moveTo>
                    <a:cubicBezTo>
                      <a:pt x="465" y="368"/>
                      <a:pt x="257" y="464"/>
                      <a:pt x="129" y="336"/>
                    </a:cubicBezTo>
                    <a:cubicBezTo>
                      <a:pt x="1" y="208"/>
                      <a:pt x="81" y="0"/>
                      <a:pt x="273" y="0"/>
                    </a:cubicBezTo>
                    <a:cubicBezTo>
                      <a:pt x="385" y="0"/>
                      <a:pt x="465" y="80"/>
                      <a:pt x="465" y="19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8" name="Google Shape;25168;p57"/>
              <p:cNvSpPr/>
              <p:nvPr/>
            </p:nvSpPr>
            <p:spPr>
              <a:xfrm>
                <a:off x="5316900" y="997350"/>
                <a:ext cx="11625" cy="1202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81" extrusionOk="0">
                    <a:moveTo>
                      <a:pt x="465" y="209"/>
                    </a:moveTo>
                    <a:cubicBezTo>
                      <a:pt x="465" y="385"/>
                      <a:pt x="257" y="481"/>
                      <a:pt x="129" y="353"/>
                    </a:cubicBezTo>
                    <a:cubicBezTo>
                      <a:pt x="1" y="225"/>
                      <a:pt x="81" y="1"/>
                      <a:pt x="273" y="1"/>
                    </a:cubicBezTo>
                    <a:cubicBezTo>
                      <a:pt x="369" y="1"/>
                      <a:pt x="465" y="97"/>
                      <a:pt x="465" y="20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9" name="Google Shape;25169;p57"/>
              <p:cNvSpPr/>
              <p:nvPr/>
            </p:nvSpPr>
            <p:spPr>
              <a:xfrm>
                <a:off x="5331700" y="1124575"/>
                <a:ext cx="12025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465" extrusionOk="0">
                    <a:moveTo>
                      <a:pt x="481" y="208"/>
                    </a:moveTo>
                    <a:cubicBezTo>
                      <a:pt x="481" y="384"/>
                      <a:pt x="257" y="464"/>
                      <a:pt x="129" y="352"/>
                    </a:cubicBezTo>
                    <a:cubicBezTo>
                      <a:pt x="1" y="224"/>
                      <a:pt x="97" y="0"/>
                      <a:pt x="273" y="0"/>
                    </a:cubicBezTo>
                    <a:cubicBezTo>
                      <a:pt x="385" y="0"/>
                      <a:pt x="481" y="96"/>
                      <a:pt x="481" y="20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0" name="Google Shape;25170;p57"/>
              <p:cNvSpPr/>
              <p:nvPr/>
            </p:nvSpPr>
            <p:spPr>
              <a:xfrm>
                <a:off x="5794150" y="906150"/>
                <a:ext cx="12025" cy="12025"/>
              </a:xfrm>
              <a:custGeom>
                <a:avLst/>
                <a:gdLst/>
                <a:ahLst/>
                <a:cxnLst/>
                <a:rect l="l" t="t" r="r" b="b"/>
                <a:pathLst>
                  <a:path w="481" h="481" extrusionOk="0">
                    <a:moveTo>
                      <a:pt x="480" y="208"/>
                    </a:moveTo>
                    <a:cubicBezTo>
                      <a:pt x="480" y="384"/>
                      <a:pt x="256" y="480"/>
                      <a:pt x="128" y="352"/>
                    </a:cubicBezTo>
                    <a:cubicBezTo>
                      <a:pt x="0" y="224"/>
                      <a:pt x="96" y="0"/>
                      <a:pt x="272" y="0"/>
                    </a:cubicBezTo>
                    <a:cubicBezTo>
                      <a:pt x="384" y="0"/>
                      <a:pt x="480" y="96"/>
                      <a:pt x="480" y="20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1" name="Google Shape;25171;p57"/>
              <p:cNvSpPr/>
              <p:nvPr/>
            </p:nvSpPr>
            <p:spPr>
              <a:xfrm>
                <a:off x="5290500" y="924950"/>
                <a:ext cx="11625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465" h="465" extrusionOk="0">
                    <a:moveTo>
                      <a:pt x="465" y="193"/>
                    </a:moveTo>
                    <a:cubicBezTo>
                      <a:pt x="465" y="369"/>
                      <a:pt x="257" y="465"/>
                      <a:pt x="129" y="337"/>
                    </a:cubicBezTo>
                    <a:cubicBezTo>
                      <a:pt x="1" y="209"/>
                      <a:pt x="97" y="0"/>
                      <a:pt x="273" y="0"/>
                    </a:cubicBezTo>
                    <a:cubicBezTo>
                      <a:pt x="385" y="0"/>
                      <a:pt x="465" y="81"/>
                      <a:pt x="465" y="19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2" name="Google Shape;25172;p57"/>
              <p:cNvSpPr/>
              <p:nvPr/>
            </p:nvSpPr>
            <p:spPr>
              <a:xfrm>
                <a:off x="5680925" y="826150"/>
                <a:ext cx="43225" cy="43225"/>
              </a:xfrm>
              <a:custGeom>
                <a:avLst/>
                <a:gdLst/>
                <a:ahLst/>
                <a:cxnLst/>
                <a:rect l="l" t="t" r="r" b="b"/>
                <a:pathLst>
                  <a:path w="1729" h="1729" extrusionOk="0">
                    <a:moveTo>
                      <a:pt x="865" y="1728"/>
                    </a:moveTo>
                    <a:lnTo>
                      <a:pt x="865" y="1728"/>
                    </a:lnTo>
                    <a:cubicBezTo>
                      <a:pt x="865" y="1248"/>
                      <a:pt x="481" y="864"/>
                      <a:pt x="1" y="864"/>
                    </a:cubicBezTo>
                    <a:lnTo>
                      <a:pt x="1" y="864"/>
                    </a:lnTo>
                    <a:cubicBezTo>
                      <a:pt x="481" y="864"/>
                      <a:pt x="865" y="480"/>
                      <a:pt x="865" y="0"/>
                    </a:cubicBezTo>
                    <a:lnTo>
                      <a:pt x="865" y="0"/>
                    </a:lnTo>
                    <a:cubicBezTo>
                      <a:pt x="865" y="480"/>
                      <a:pt x="1265" y="864"/>
                      <a:pt x="1729" y="864"/>
                    </a:cubicBezTo>
                    <a:lnTo>
                      <a:pt x="1729" y="864"/>
                    </a:lnTo>
                    <a:cubicBezTo>
                      <a:pt x="1265" y="864"/>
                      <a:pt x="865" y="1248"/>
                      <a:pt x="865" y="172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173" name="Google Shape;25173;p57"/>
          <p:cNvGrpSpPr/>
          <p:nvPr/>
        </p:nvGrpSpPr>
        <p:grpSpPr>
          <a:xfrm rot="5846386">
            <a:off x="454872" y="4197233"/>
            <a:ext cx="1240817" cy="665090"/>
            <a:chOff x="5206900" y="826150"/>
            <a:chExt cx="599275" cy="321250"/>
          </a:xfrm>
        </p:grpSpPr>
        <p:sp>
          <p:nvSpPr>
            <p:cNvPr id="25174" name="Google Shape;25174;p57"/>
            <p:cNvSpPr/>
            <p:nvPr/>
          </p:nvSpPr>
          <p:spPr>
            <a:xfrm>
              <a:off x="5206900" y="828950"/>
              <a:ext cx="25225" cy="25625"/>
            </a:xfrm>
            <a:custGeom>
              <a:avLst/>
              <a:gdLst/>
              <a:ahLst/>
              <a:cxnLst/>
              <a:rect l="l" t="t" r="r" b="b"/>
              <a:pathLst>
                <a:path w="1009" h="1025" extrusionOk="0">
                  <a:moveTo>
                    <a:pt x="1008" y="448"/>
                  </a:moveTo>
                  <a:cubicBezTo>
                    <a:pt x="1008" y="832"/>
                    <a:pt x="544" y="1024"/>
                    <a:pt x="272" y="752"/>
                  </a:cubicBezTo>
                  <a:cubicBezTo>
                    <a:pt x="0" y="480"/>
                    <a:pt x="192" y="0"/>
                    <a:pt x="576" y="0"/>
                  </a:cubicBezTo>
                  <a:cubicBezTo>
                    <a:pt x="816" y="0"/>
                    <a:pt x="1008" y="208"/>
                    <a:pt x="1008" y="44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5" name="Google Shape;25175;p57"/>
            <p:cNvSpPr/>
            <p:nvPr/>
          </p:nvSpPr>
          <p:spPr>
            <a:xfrm>
              <a:off x="5468125" y="1067750"/>
              <a:ext cx="25625" cy="25225"/>
            </a:xfrm>
            <a:custGeom>
              <a:avLst/>
              <a:gdLst/>
              <a:ahLst/>
              <a:cxnLst/>
              <a:rect l="l" t="t" r="r" b="b"/>
              <a:pathLst>
                <a:path w="1025" h="1009" extrusionOk="0">
                  <a:moveTo>
                    <a:pt x="1024" y="433"/>
                  </a:moveTo>
                  <a:cubicBezTo>
                    <a:pt x="1024" y="817"/>
                    <a:pt x="560" y="1009"/>
                    <a:pt x="288" y="737"/>
                  </a:cubicBezTo>
                  <a:cubicBezTo>
                    <a:pt x="0" y="465"/>
                    <a:pt x="208" y="1"/>
                    <a:pt x="592" y="1"/>
                  </a:cubicBezTo>
                  <a:cubicBezTo>
                    <a:pt x="832" y="1"/>
                    <a:pt x="1024" y="193"/>
                    <a:pt x="1024" y="4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6" name="Google Shape;25176;p57"/>
            <p:cNvSpPr/>
            <p:nvPr/>
          </p:nvSpPr>
          <p:spPr>
            <a:xfrm>
              <a:off x="5679325" y="1085750"/>
              <a:ext cx="25625" cy="25650"/>
            </a:xfrm>
            <a:custGeom>
              <a:avLst/>
              <a:gdLst/>
              <a:ahLst/>
              <a:cxnLst/>
              <a:rect l="l" t="t" r="r" b="b"/>
              <a:pathLst>
                <a:path w="1025" h="1026" extrusionOk="0">
                  <a:moveTo>
                    <a:pt x="1025" y="433"/>
                  </a:moveTo>
                  <a:cubicBezTo>
                    <a:pt x="1025" y="833"/>
                    <a:pt x="545" y="1025"/>
                    <a:pt x="273" y="753"/>
                  </a:cubicBezTo>
                  <a:cubicBezTo>
                    <a:pt x="1" y="481"/>
                    <a:pt x="193" y="1"/>
                    <a:pt x="577" y="1"/>
                  </a:cubicBezTo>
                  <a:cubicBezTo>
                    <a:pt x="817" y="1"/>
                    <a:pt x="1025" y="193"/>
                    <a:pt x="1025" y="4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7" name="Google Shape;25177;p57"/>
            <p:cNvSpPr/>
            <p:nvPr/>
          </p:nvSpPr>
          <p:spPr>
            <a:xfrm>
              <a:off x="5318900" y="877350"/>
              <a:ext cx="4425" cy="4425"/>
            </a:xfrm>
            <a:custGeom>
              <a:avLst/>
              <a:gdLst/>
              <a:ahLst/>
              <a:cxnLst/>
              <a:rect l="l" t="t" r="r" b="b"/>
              <a:pathLst>
                <a:path w="177" h="177" extrusionOk="0">
                  <a:moveTo>
                    <a:pt x="177" y="80"/>
                  </a:moveTo>
                  <a:cubicBezTo>
                    <a:pt x="177" y="128"/>
                    <a:pt x="145" y="176"/>
                    <a:pt x="97" y="176"/>
                  </a:cubicBezTo>
                  <a:cubicBezTo>
                    <a:pt x="49" y="176"/>
                    <a:pt x="1" y="128"/>
                    <a:pt x="1" y="80"/>
                  </a:cubicBezTo>
                  <a:cubicBezTo>
                    <a:pt x="1" y="32"/>
                    <a:pt x="49" y="0"/>
                    <a:pt x="97" y="0"/>
                  </a:cubicBezTo>
                  <a:cubicBezTo>
                    <a:pt x="145" y="0"/>
                    <a:pt x="177" y="32"/>
                    <a:pt x="177" y="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8" name="Google Shape;25178;p57"/>
            <p:cNvSpPr/>
            <p:nvPr/>
          </p:nvSpPr>
          <p:spPr>
            <a:xfrm>
              <a:off x="5749725" y="1021350"/>
              <a:ext cx="6025" cy="6025"/>
            </a:xfrm>
            <a:custGeom>
              <a:avLst/>
              <a:gdLst/>
              <a:ahLst/>
              <a:cxnLst/>
              <a:rect l="l" t="t" r="r" b="b"/>
              <a:pathLst>
                <a:path w="241" h="241" extrusionOk="0">
                  <a:moveTo>
                    <a:pt x="241" y="97"/>
                  </a:moveTo>
                  <a:cubicBezTo>
                    <a:pt x="241" y="241"/>
                    <a:pt x="1" y="1"/>
                    <a:pt x="145" y="1"/>
                  </a:cubicBezTo>
                  <a:cubicBezTo>
                    <a:pt x="193" y="1"/>
                    <a:pt x="225" y="49"/>
                    <a:pt x="241" y="9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9" name="Google Shape;25179;p57"/>
            <p:cNvSpPr/>
            <p:nvPr/>
          </p:nvSpPr>
          <p:spPr>
            <a:xfrm>
              <a:off x="5527725" y="874950"/>
              <a:ext cx="6025" cy="6025"/>
            </a:xfrm>
            <a:custGeom>
              <a:avLst/>
              <a:gdLst/>
              <a:ahLst/>
              <a:cxnLst/>
              <a:rect l="l" t="t" r="r" b="b"/>
              <a:pathLst>
                <a:path w="241" h="241" extrusionOk="0">
                  <a:moveTo>
                    <a:pt x="240" y="96"/>
                  </a:moveTo>
                  <a:cubicBezTo>
                    <a:pt x="240" y="240"/>
                    <a:pt x="0" y="0"/>
                    <a:pt x="144" y="0"/>
                  </a:cubicBezTo>
                  <a:cubicBezTo>
                    <a:pt x="192" y="0"/>
                    <a:pt x="240" y="48"/>
                    <a:pt x="240" y="9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0" name="Google Shape;25180;p57"/>
            <p:cNvSpPr/>
            <p:nvPr/>
          </p:nvSpPr>
          <p:spPr>
            <a:xfrm>
              <a:off x="5418900" y="861350"/>
              <a:ext cx="6025" cy="5625"/>
            </a:xfrm>
            <a:custGeom>
              <a:avLst/>
              <a:gdLst/>
              <a:ahLst/>
              <a:cxnLst/>
              <a:rect l="l" t="t" r="r" b="b"/>
              <a:pathLst>
                <a:path w="241" h="225" extrusionOk="0">
                  <a:moveTo>
                    <a:pt x="241" y="64"/>
                  </a:moveTo>
                  <a:cubicBezTo>
                    <a:pt x="241" y="112"/>
                    <a:pt x="225" y="160"/>
                    <a:pt x="177" y="176"/>
                  </a:cubicBezTo>
                  <a:cubicBezTo>
                    <a:pt x="49" y="224"/>
                    <a:pt x="1" y="32"/>
                    <a:pt x="129" y="16"/>
                  </a:cubicBezTo>
                  <a:cubicBezTo>
                    <a:pt x="177" y="0"/>
                    <a:pt x="225" y="16"/>
                    <a:pt x="241" y="6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1" name="Google Shape;25181;p57"/>
            <p:cNvSpPr/>
            <p:nvPr/>
          </p:nvSpPr>
          <p:spPr>
            <a:xfrm>
              <a:off x="5634925" y="986150"/>
              <a:ext cx="12025" cy="12025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481" y="209"/>
                  </a:moveTo>
                  <a:cubicBezTo>
                    <a:pt x="481" y="385"/>
                    <a:pt x="257" y="481"/>
                    <a:pt x="129" y="353"/>
                  </a:cubicBezTo>
                  <a:cubicBezTo>
                    <a:pt x="1" y="225"/>
                    <a:pt x="97" y="1"/>
                    <a:pt x="273" y="1"/>
                  </a:cubicBezTo>
                  <a:cubicBezTo>
                    <a:pt x="385" y="1"/>
                    <a:pt x="481" y="97"/>
                    <a:pt x="481" y="2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2" name="Google Shape;25182;p57"/>
            <p:cNvSpPr/>
            <p:nvPr/>
          </p:nvSpPr>
          <p:spPr>
            <a:xfrm>
              <a:off x="5717725" y="1135775"/>
              <a:ext cx="11625" cy="11625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465" y="192"/>
                  </a:moveTo>
                  <a:cubicBezTo>
                    <a:pt x="465" y="368"/>
                    <a:pt x="257" y="464"/>
                    <a:pt x="129" y="336"/>
                  </a:cubicBezTo>
                  <a:cubicBezTo>
                    <a:pt x="1" y="208"/>
                    <a:pt x="81" y="0"/>
                    <a:pt x="273" y="0"/>
                  </a:cubicBezTo>
                  <a:cubicBezTo>
                    <a:pt x="385" y="0"/>
                    <a:pt x="465" y="80"/>
                    <a:pt x="465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3" name="Google Shape;25183;p57"/>
            <p:cNvSpPr/>
            <p:nvPr/>
          </p:nvSpPr>
          <p:spPr>
            <a:xfrm>
              <a:off x="5316900" y="997350"/>
              <a:ext cx="11625" cy="12025"/>
            </a:xfrm>
            <a:custGeom>
              <a:avLst/>
              <a:gdLst/>
              <a:ahLst/>
              <a:cxnLst/>
              <a:rect l="l" t="t" r="r" b="b"/>
              <a:pathLst>
                <a:path w="465" h="481" extrusionOk="0">
                  <a:moveTo>
                    <a:pt x="465" y="209"/>
                  </a:moveTo>
                  <a:cubicBezTo>
                    <a:pt x="465" y="385"/>
                    <a:pt x="257" y="481"/>
                    <a:pt x="129" y="353"/>
                  </a:cubicBezTo>
                  <a:cubicBezTo>
                    <a:pt x="1" y="225"/>
                    <a:pt x="81" y="1"/>
                    <a:pt x="273" y="1"/>
                  </a:cubicBezTo>
                  <a:cubicBezTo>
                    <a:pt x="369" y="1"/>
                    <a:pt x="465" y="97"/>
                    <a:pt x="465" y="2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4" name="Google Shape;25184;p57"/>
            <p:cNvSpPr/>
            <p:nvPr/>
          </p:nvSpPr>
          <p:spPr>
            <a:xfrm>
              <a:off x="5331700" y="1124575"/>
              <a:ext cx="12025" cy="11625"/>
            </a:xfrm>
            <a:custGeom>
              <a:avLst/>
              <a:gdLst/>
              <a:ahLst/>
              <a:cxnLst/>
              <a:rect l="l" t="t" r="r" b="b"/>
              <a:pathLst>
                <a:path w="481" h="465" extrusionOk="0">
                  <a:moveTo>
                    <a:pt x="481" y="208"/>
                  </a:moveTo>
                  <a:cubicBezTo>
                    <a:pt x="481" y="384"/>
                    <a:pt x="257" y="464"/>
                    <a:pt x="129" y="352"/>
                  </a:cubicBezTo>
                  <a:cubicBezTo>
                    <a:pt x="1" y="224"/>
                    <a:pt x="97" y="0"/>
                    <a:pt x="273" y="0"/>
                  </a:cubicBezTo>
                  <a:cubicBezTo>
                    <a:pt x="385" y="0"/>
                    <a:pt x="481" y="96"/>
                    <a:pt x="481" y="2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5" name="Google Shape;25185;p57"/>
            <p:cNvSpPr/>
            <p:nvPr/>
          </p:nvSpPr>
          <p:spPr>
            <a:xfrm>
              <a:off x="5794150" y="906150"/>
              <a:ext cx="12025" cy="12025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480" y="208"/>
                  </a:moveTo>
                  <a:cubicBezTo>
                    <a:pt x="480" y="384"/>
                    <a:pt x="256" y="480"/>
                    <a:pt x="128" y="352"/>
                  </a:cubicBezTo>
                  <a:cubicBezTo>
                    <a:pt x="0" y="224"/>
                    <a:pt x="96" y="0"/>
                    <a:pt x="272" y="0"/>
                  </a:cubicBezTo>
                  <a:cubicBezTo>
                    <a:pt x="384" y="0"/>
                    <a:pt x="480" y="96"/>
                    <a:pt x="480" y="2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6" name="Google Shape;25186;p57"/>
            <p:cNvSpPr/>
            <p:nvPr/>
          </p:nvSpPr>
          <p:spPr>
            <a:xfrm>
              <a:off x="5290500" y="924950"/>
              <a:ext cx="11625" cy="11625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465" y="193"/>
                  </a:moveTo>
                  <a:cubicBezTo>
                    <a:pt x="465" y="369"/>
                    <a:pt x="257" y="465"/>
                    <a:pt x="129" y="337"/>
                  </a:cubicBezTo>
                  <a:cubicBezTo>
                    <a:pt x="1" y="209"/>
                    <a:pt x="97" y="0"/>
                    <a:pt x="273" y="0"/>
                  </a:cubicBezTo>
                  <a:cubicBezTo>
                    <a:pt x="385" y="0"/>
                    <a:pt x="465" y="81"/>
                    <a:pt x="465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7" name="Google Shape;25187;p57"/>
            <p:cNvSpPr/>
            <p:nvPr/>
          </p:nvSpPr>
          <p:spPr>
            <a:xfrm>
              <a:off x="5680925" y="826150"/>
              <a:ext cx="43225" cy="43225"/>
            </a:xfrm>
            <a:custGeom>
              <a:avLst/>
              <a:gdLst/>
              <a:ahLst/>
              <a:cxnLst/>
              <a:rect l="l" t="t" r="r" b="b"/>
              <a:pathLst>
                <a:path w="1729" h="1729" extrusionOk="0">
                  <a:moveTo>
                    <a:pt x="865" y="1728"/>
                  </a:moveTo>
                  <a:lnTo>
                    <a:pt x="865" y="1728"/>
                  </a:lnTo>
                  <a:cubicBezTo>
                    <a:pt x="865" y="1248"/>
                    <a:pt x="481" y="864"/>
                    <a:pt x="1" y="864"/>
                  </a:cubicBezTo>
                  <a:lnTo>
                    <a:pt x="1" y="864"/>
                  </a:lnTo>
                  <a:cubicBezTo>
                    <a:pt x="481" y="864"/>
                    <a:pt x="865" y="480"/>
                    <a:pt x="865" y="0"/>
                  </a:cubicBezTo>
                  <a:lnTo>
                    <a:pt x="865" y="0"/>
                  </a:lnTo>
                  <a:cubicBezTo>
                    <a:pt x="865" y="480"/>
                    <a:pt x="1265" y="864"/>
                    <a:pt x="1729" y="864"/>
                  </a:cubicBezTo>
                  <a:lnTo>
                    <a:pt x="1729" y="864"/>
                  </a:lnTo>
                  <a:cubicBezTo>
                    <a:pt x="1265" y="864"/>
                    <a:pt x="865" y="1248"/>
                    <a:pt x="865" y="17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88" name="Google Shape;25188;p57"/>
          <p:cNvGrpSpPr/>
          <p:nvPr/>
        </p:nvGrpSpPr>
        <p:grpSpPr>
          <a:xfrm rot="6300046" flipH="1">
            <a:off x="-304291" y="4197212"/>
            <a:ext cx="1240773" cy="665134"/>
            <a:chOff x="5206900" y="826150"/>
            <a:chExt cx="599275" cy="321250"/>
          </a:xfrm>
        </p:grpSpPr>
        <p:sp>
          <p:nvSpPr>
            <p:cNvPr id="25189" name="Google Shape;25189;p57"/>
            <p:cNvSpPr/>
            <p:nvPr/>
          </p:nvSpPr>
          <p:spPr>
            <a:xfrm>
              <a:off x="5206900" y="828950"/>
              <a:ext cx="25225" cy="25625"/>
            </a:xfrm>
            <a:custGeom>
              <a:avLst/>
              <a:gdLst/>
              <a:ahLst/>
              <a:cxnLst/>
              <a:rect l="l" t="t" r="r" b="b"/>
              <a:pathLst>
                <a:path w="1009" h="1025" extrusionOk="0">
                  <a:moveTo>
                    <a:pt x="1008" y="448"/>
                  </a:moveTo>
                  <a:cubicBezTo>
                    <a:pt x="1008" y="832"/>
                    <a:pt x="544" y="1024"/>
                    <a:pt x="272" y="752"/>
                  </a:cubicBezTo>
                  <a:cubicBezTo>
                    <a:pt x="0" y="480"/>
                    <a:pt x="192" y="0"/>
                    <a:pt x="576" y="0"/>
                  </a:cubicBezTo>
                  <a:cubicBezTo>
                    <a:pt x="816" y="0"/>
                    <a:pt x="1008" y="208"/>
                    <a:pt x="1008" y="44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0" name="Google Shape;25190;p57"/>
            <p:cNvSpPr/>
            <p:nvPr/>
          </p:nvSpPr>
          <p:spPr>
            <a:xfrm>
              <a:off x="5468125" y="1067750"/>
              <a:ext cx="25625" cy="25225"/>
            </a:xfrm>
            <a:custGeom>
              <a:avLst/>
              <a:gdLst/>
              <a:ahLst/>
              <a:cxnLst/>
              <a:rect l="l" t="t" r="r" b="b"/>
              <a:pathLst>
                <a:path w="1025" h="1009" extrusionOk="0">
                  <a:moveTo>
                    <a:pt x="1024" y="433"/>
                  </a:moveTo>
                  <a:cubicBezTo>
                    <a:pt x="1024" y="817"/>
                    <a:pt x="560" y="1009"/>
                    <a:pt x="288" y="737"/>
                  </a:cubicBezTo>
                  <a:cubicBezTo>
                    <a:pt x="0" y="465"/>
                    <a:pt x="208" y="1"/>
                    <a:pt x="592" y="1"/>
                  </a:cubicBezTo>
                  <a:cubicBezTo>
                    <a:pt x="832" y="1"/>
                    <a:pt x="1024" y="193"/>
                    <a:pt x="1024" y="4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1" name="Google Shape;25191;p57"/>
            <p:cNvSpPr/>
            <p:nvPr/>
          </p:nvSpPr>
          <p:spPr>
            <a:xfrm>
              <a:off x="5679325" y="1085750"/>
              <a:ext cx="25625" cy="25650"/>
            </a:xfrm>
            <a:custGeom>
              <a:avLst/>
              <a:gdLst/>
              <a:ahLst/>
              <a:cxnLst/>
              <a:rect l="l" t="t" r="r" b="b"/>
              <a:pathLst>
                <a:path w="1025" h="1026" extrusionOk="0">
                  <a:moveTo>
                    <a:pt x="1025" y="433"/>
                  </a:moveTo>
                  <a:cubicBezTo>
                    <a:pt x="1025" y="833"/>
                    <a:pt x="545" y="1025"/>
                    <a:pt x="273" y="753"/>
                  </a:cubicBezTo>
                  <a:cubicBezTo>
                    <a:pt x="1" y="481"/>
                    <a:pt x="193" y="1"/>
                    <a:pt x="577" y="1"/>
                  </a:cubicBezTo>
                  <a:cubicBezTo>
                    <a:pt x="817" y="1"/>
                    <a:pt x="1025" y="193"/>
                    <a:pt x="1025" y="43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2" name="Google Shape;25192;p57"/>
            <p:cNvSpPr/>
            <p:nvPr/>
          </p:nvSpPr>
          <p:spPr>
            <a:xfrm>
              <a:off x="5318900" y="877350"/>
              <a:ext cx="4425" cy="4425"/>
            </a:xfrm>
            <a:custGeom>
              <a:avLst/>
              <a:gdLst/>
              <a:ahLst/>
              <a:cxnLst/>
              <a:rect l="l" t="t" r="r" b="b"/>
              <a:pathLst>
                <a:path w="177" h="177" extrusionOk="0">
                  <a:moveTo>
                    <a:pt x="177" y="80"/>
                  </a:moveTo>
                  <a:cubicBezTo>
                    <a:pt x="177" y="128"/>
                    <a:pt x="145" y="176"/>
                    <a:pt x="97" y="176"/>
                  </a:cubicBezTo>
                  <a:cubicBezTo>
                    <a:pt x="49" y="176"/>
                    <a:pt x="1" y="128"/>
                    <a:pt x="1" y="80"/>
                  </a:cubicBezTo>
                  <a:cubicBezTo>
                    <a:pt x="1" y="32"/>
                    <a:pt x="49" y="0"/>
                    <a:pt x="97" y="0"/>
                  </a:cubicBezTo>
                  <a:cubicBezTo>
                    <a:pt x="145" y="0"/>
                    <a:pt x="177" y="32"/>
                    <a:pt x="177" y="8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3" name="Google Shape;25193;p57"/>
            <p:cNvSpPr/>
            <p:nvPr/>
          </p:nvSpPr>
          <p:spPr>
            <a:xfrm>
              <a:off x="5749725" y="1021350"/>
              <a:ext cx="6025" cy="6025"/>
            </a:xfrm>
            <a:custGeom>
              <a:avLst/>
              <a:gdLst/>
              <a:ahLst/>
              <a:cxnLst/>
              <a:rect l="l" t="t" r="r" b="b"/>
              <a:pathLst>
                <a:path w="241" h="241" extrusionOk="0">
                  <a:moveTo>
                    <a:pt x="241" y="97"/>
                  </a:moveTo>
                  <a:cubicBezTo>
                    <a:pt x="241" y="241"/>
                    <a:pt x="1" y="1"/>
                    <a:pt x="145" y="1"/>
                  </a:cubicBezTo>
                  <a:cubicBezTo>
                    <a:pt x="193" y="1"/>
                    <a:pt x="225" y="49"/>
                    <a:pt x="241" y="9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4" name="Google Shape;25194;p57"/>
            <p:cNvSpPr/>
            <p:nvPr/>
          </p:nvSpPr>
          <p:spPr>
            <a:xfrm>
              <a:off x="5527725" y="874950"/>
              <a:ext cx="6025" cy="6025"/>
            </a:xfrm>
            <a:custGeom>
              <a:avLst/>
              <a:gdLst/>
              <a:ahLst/>
              <a:cxnLst/>
              <a:rect l="l" t="t" r="r" b="b"/>
              <a:pathLst>
                <a:path w="241" h="241" extrusionOk="0">
                  <a:moveTo>
                    <a:pt x="240" y="96"/>
                  </a:moveTo>
                  <a:cubicBezTo>
                    <a:pt x="240" y="240"/>
                    <a:pt x="0" y="0"/>
                    <a:pt x="144" y="0"/>
                  </a:cubicBezTo>
                  <a:cubicBezTo>
                    <a:pt x="192" y="0"/>
                    <a:pt x="240" y="48"/>
                    <a:pt x="240" y="9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5" name="Google Shape;25195;p57"/>
            <p:cNvSpPr/>
            <p:nvPr/>
          </p:nvSpPr>
          <p:spPr>
            <a:xfrm>
              <a:off x="5418900" y="861350"/>
              <a:ext cx="6025" cy="5625"/>
            </a:xfrm>
            <a:custGeom>
              <a:avLst/>
              <a:gdLst/>
              <a:ahLst/>
              <a:cxnLst/>
              <a:rect l="l" t="t" r="r" b="b"/>
              <a:pathLst>
                <a:path w="241" h="225" extrusionOk="0">
                  <a:moveTo>
                    <a:pt x="241" y="64"/>
                  </a:moveTo>
                  <a:cubicBezTo>
                    <a:pt x="241" y="112"/>
                    <a:pt x="225" y="160"/>
                    <a:pt x="177" y="176"/>
                  </a:cubicBezTo>
                  <a:cubicBezTo>
                    <a:pt x="49" y="224"/>
                    <a:pt x="1" y="32"/>
                    <a:pt x="129" y="16"/>
                  </a:cubicBezTo>
                  <a:cubicBezTo>
                    <a:pt x="177" y="0"/>
                    <a:pt x="225" y="16"/>
                    <a:pt x="241" y="6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6" name="Google Shape;25196;p57"/>
            <p:cNvSpPr/>
            <p:nvPr/>
          </p:nvSpPr>
          <p:spPr>
            <a:xfrm>
              <a:off x="5634925" y="986150"/>
              <a:ext cx="12025" cy="12025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481" y="209"/>
                  </a:moveTo>
                  <a:cubicBezTo>
                    <a:pt x="481" y="385"/>
                    <a:pt x="257" y="481"/>
                    <a:pt x="129" y="353"/>
                  </a:cubicBezTo>
                  <a:cubicBezTo>
                    <a:pt x="1" y="225"/>
                    <a:pt x="97" y="1"/>
                    <a:pt x="273" y="1"/>
                  </a:cubicBezTo>
                  <a:cubicBezTo>
                    <a:pt x="385" y="1"/>
                    <a:pt x="481" y="97"/>
                    <a:pt x="481" y="2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7" name="Google Shape;25197;p57"/>
            <p:cNvSpPr/>
            <p:nvPr/>
          </p:nvSpPr>
          <p:spPr>
            <a:xfrm>
              <a:off x="5717725" y="1135775"/>
              <a:ext cx="11625" cy="11625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465" y="192"/>
                  </a:moveTo>
                  <a:cubicBezTo>
                    <a:pt x="465" y="368"/>
                    <a:pt x="257" y="464"/>
                    <a:pt x="129" y="336"/>
                  </a:cubicBezTo>
                  <a:cubicBezTo>
                    <a:pt x="1" y="208"/>
                    <a:pt x="81" y="0"/>
                    <a:pt x="273" y="0"/>
                  </a:cubicBezTo>
                  <a:cubicBezTo>
                    <a:pt x="385" y="0"/>
                    <a:pt x="465" y="80"/>
                    <a:pt x="465" y="1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8" name="Google Shape;25198;p57"/>
            <p:cNvSpPr/>
            <p:nvPr/>
          </p:nvSpPr>
          <p:spPr>
            <a:xfrm>
              <a:off x="5316900" y="997350"/>
              <a:ext cx="11625" cy="12025"/>
            </a:xfrm>
            <a:custGeom>
              <a:avLst/>
              <a:gdLst/>
              <a:ahLst/>
              <a:cxnLst/>
              <a:rect l="l" t="t" r="r" b="b"/>
              <a:pathLst>
                <a:path w="465" h="481" extrusionOk="0">
                  <a:moveTo>
                    <a:pt x="465" y="209"/>
                  </a:moveTo>
                  <a:cubicBezTo>
                    <a:pt x="465" y="385"/>
                    <a:pt x="257" y="481"/>
                    <a:pt x="129" y="353"/>
                  </a:cubicBezTo>
                  <a:cubicBezTo>
                    <a:pt x="1" y="225"/>
                    <a:pt x="81" y="1"/>
                    <a:pt x="273" y="1"/>
                  </a:cubicBezTo>
                  <a:cubicBezTo>
                    <a:pt x="369" y="1"/>
                    <a:pt x="465" y="97"/>
                    <a:pt x="465" y="2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9" name="Google Shape;25199;p57"/>
            <p:cNvSpPr/>
            <p:nvPr/>
          </p:nvSpPr>
          <p:spPr>
            <a:xfrm>
              <a:off x="5331700" y="1124575"/>
              <a:ext cx="12025" cy="11625"/>
            </a:xfrm>
            <a:custGeom>
              <a:avLst/>
              <a:gdLst/>
              <a:ahLst/>
              <a:cxnLst/>
              <a:rect l="l" t="t" r="r" b="b"/>
              <a:pathLst>
                <a:path w="481" h="465" extrusionOk="0">
                  <a:moveTo>
                    <a:pt x="481" y="208"/>
                  </a:moveTo>
                  <a:cubicBezTo>
                    <a:pt x="481" y="384"/>
                    <a:pt x="257" y="464"/>
                    <a:pt x="129" y="352"/>
                  </a:cubicBezTo>
                  <a:cubicBezTo>
                    <a:pt x="1" y="224"/>
                    <a:pt x="97" y="0"/>
                    <a:pt x="273" y="0"/>
                  </a:cubicBezTo>
                  <a:cubicBezTo>
                    <a:pt x="385" y="0"/>
                    <a:pt x="481" y="96"/>
                    <a:pt x="481" y="2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0" name="Google Shape;25200;p57"/>
            <p:cNvSpPr/>
            <p:nvPr/>
          </p:nvSpPr>
          <p:spPr>
            <a:xfrm>
              <a:off x="5794150" y="906150"/>
              <a:ext cx="12025" cy="12025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480" y="208"/>
                  </a:moveTo>
                  <a:cubicBezTo>
                    <a:pt x="480" y="384"/>
                    <a:pt x="256" y="480"/>
                    <a:pt x="128" y="352"/>
                  </a:cubicBezTo>
                  <a:cubicBezTo>
                    <a:pt x="0" y="224"/>
                    <a:pt x="96" y="0"/>
                    <a:pt x="272" y="0"/>
                  </a:cubicBezTo>
                  <a:cubicBezTo>
                    <a:pt x="384" y="0"/>
                    <a:pt x="480" y="96"/>
                    <a:pt x="480" y="2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1" name="Google Shape;25201;p57"/>
            <p:cNvSpPr/>
            <p:nvPr/>
          </p:nvSpPr>
          <p:spPr>
            <a:xfrm>
              <a:off x="5290500" y="924950"/>
              <a:ext cx="11625" cy="11625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465" y="193"/>
                  </a:moveTo>
                  <a:cubicBezTo>
                    <a:pt x="465" y="369"/>
                    <a:pt x="257" y="465"/>
                    <a:pt x="129" y="337"/>
                  </a:cubicBezTo>
                  <a:cubicBezTo>
                    <a:pt x="1" y="209"/>
                    <a:pt x="97" y="0"/>
                    <a:pt x="273" y="0"/>
                  </a:cubicBezTo>
                  <a:cubicBezTo>
                    <a:pt x="385" y="0"/>
                    <a:pt x="465" y="81"/>
                    <a:pt x="465" y="1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2" name="Google Shape;25202;p57"/>
            <p:cNvSpPr/>
            <p:nvPr/>
          </p:nvSpPr>
          <p:spPr>
            <a:xfrm>
              <a:off x="5680925" y="826150"/>
              <a:ext cx="43225" cy="43225"/>
            </a:xfrm>
            <a:custGeom>
              <a:avLst/>
              <a:gdLst/>
              <a:ahLst/>
              <a:cxnLst/>
              <a:rect l="l" t="t" r="r" b="b"/>
              <a:pathLst>
                <a:path w="1729" h="1729" extrusionOk="0">
                  <a:moveTo>
                    <a:pt x="865" y="1728"/>
                  </a:moveTo>
                  <a:lnTo>
                    <a:pt x="865" y="1728"/>
                  </a:lnTo>
                  <a:cubicBezTo>
                    <a:pt x="865" y="1248"/>
                    <a:pt x="481" y="864"/>
                    <a:pt x="1" y="864"/>
                  </a:cubicBezTo>
                  <a:lnTo>
                    <a:pt x="1" y="864"/>
                  </a:lnTo>
                  <a:cubicBezTo>
                    <a:pt x="481" y="864"/>
                    <a:pt x="865" y="480"/>
                    <a:pt x="865" y="0"/>
                  </a:cubicBezTo>
                  <a:lnTo>
                    <a:pt x="865" y="0"/>
                  </a:lnTo>
                  <a:cubicBezTo>
                    <a:pt x="865" y="480"/>
                    <a:pt x="1265" y="864"/>
                    <a:pt x="1729" y="864"/>
                  </a:cubicBezTo>
                  <a:lnTo>
                    <a:pt x="1729" y="864"/>
                  </a:lnTo>
                  <a:cubicBezTo>
                    <a:pt x="1265" y="864"/>
                    <a:pt x="865" y="1248"/>
                    <a:pt x="865" y="17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03" name="Google Shape;25203;p57"/>
          <p:cNvGrpSpPr/>
          <p:nvPr/>
        </p:nvGrpSpPr>
        <p:grpSpPr>
          <a:xfrm rot="-8939904">
            <a:off x="828401" y="3356468"/>
            <a:ext cx="494025" cy="594555"/>
            <a:chOff x="4815275" y="840950"/>
            <a:chExt cx="432450" cy="520450"/>
          </a:xfrm>
        </p:grpSpPr>
        <p:sp>
          <p:nvSpPr>
            <p:cNvPr id="25204" name="Google Shape;25204;p57"/>
            <p:cNvSpPr/>
            <p:nvPr/>
          </p:nvSpPr>
          <p:spPr>
            <a:xfrm>
              <a:off x="4884475" y="840950"/>
              <a:ext cx="306850" cy="277250"/>
            </a:xfrm>
            <a:custGeom>
              <a:avLst/>
              <a:gdLst/>
              <a:ahLst/>
              <a:cxnLst/>
              <a:rect l="l" t="t" r="r" b="b"/>
              <a:pathLst>
                <a:path w="12274" h="11090" extrusionOk="0">
                  <a:moveTo>
                    <a:pt x="624" y="7825"/>
                  </a:moveTo>
                  <a:cubicBezTo>
                    <a:pt x="960" y="8417"/>
                    <a:pt x="1520" y="8817"/>
                    <a:pt x="2016" y="9297"/>
                  </a:cubicBezTo>
                  <a:cubicBezTo>
                    <a:pt x="2465" y="9729"/>
                    <a:pt x="2865" y="10241"/>
                    <a:pt x="3425" y="10529"/>
                  </a:cubicBezTo>
                  <a:cubicBezTo>
                    <a:pt x="3825" y="10689"/>
                    <a:pt x="4241" y="10801"/>
                    <a:pt x="4657" y="10833"/>
                  </a:cubicBezTo>
                  <a:cubicBezTo>
                    <a:pt x="5521" y="10961"/>
                    <a:pt x="6417" y="11089"/>
                    <a:pt x="7265" y="10881"/>
                  </a:cubicBezTo>
                  <a:cubicBezTo>
                    <a:pt x="8193" y="10641"/>
                    <a:pt x="8961" y="10017"/>
                    <a:pt x="9681" y="9393"/>
                  </a:cubicBezTo>
                  <a:cubicBezTo>
                    <a:pt x="10753" y="8481"/>
                    <a:pt x="11873" y="7425"/>
                    <a:pt x="12081" y="6033"/>
                  </a:cubicBezTo>
                  <a:cubicBezTo>
                    <a:pt x="12273" y="4849"/>
                    <a:pt x="11761" y="3665"/>
                    <a:pt x="10993" y="2752"/>
                  </a:cubicBezTo>
                  <a:cubicBezTo>
                    <a:pt x="10225" y="1840"/>
                    <a:pt x="9233" y="1184"/>
                    <a:pt x="8241" y="528"/>
                  </a:cubicBezTo>
                  <a:cubicBezTo>
                    <a:pt x="7841" y="272"/>
                    <a:pt x="7393" y="0"/>
                    <a:pt x="6913" y="32"/>
                  </a:cubicBezTo>
                  <a:cubicBezTo>
                    <a:pt x="6257" y="64"/>
                    <a:pt x="5793" y="656"/>
                    <a:pt x="5345" y="1136"/>
                  </a:cubicBezTo>
                  <a:cubicBezTo>
                    <a:pt x="4209" y="2352"/>
                    <a:pt x="2561" y="2544"/>
                    <a:pt x="1424" y="3553"/>
                  </a:cubicBezTo>
                  <a:cubicBezTo>
                    <a:pt x="448" y="4449"/>
                    <a:pt x="0" y="6673"/>
                    <a:pt x="624" y="782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5" name="Google Shape;25205;p57"/>
            <p:cNvSpPr/>
            <p:nvPr/>
          </p:nvSpPr>
          <p:spPr>
            <a:xfrm>
              <a:off x="4815275" y="1152575"/>
              <a:ext cx="144425" cy="123625"/>
            </a:xfrm>
            <a:custGeom>
              <a:avLst/>
              <a:gdLst/>
              <a:ahLst/>
              <a:cxnLst/>
              <a:rect l="l" t="t" r="r" b="b"/>
              <a:pathLst>
                <a:path w="5777" h="4945" extrusionOk="0">
                  <a:moveTo>
                    <a:pt x="512" y="2352"/>
                  </a:moveTo>
                  <a:cubicBezTo>
                    <a:pt x="976" y="3104"/>
                    <a:pt x="1536" y="3792"/>
                    <a:pt x="2160" y="4400"/>
                  </a:cubicBezTo>
                  <a:cubicBezTo>
                    <a:pt x="2320" y="4576"/>
                    <a:pt x="2512" y="4704"/>
                    <a:pt x="2736" y="4800"/>
                  </a:cubicBezTo>
                  <a:cubicBezTo>
                    <a:pt x="3152" y="4944"/>
                    <a:pt x="3616" y="4752"/>
                    <a:pt x="4032" y="4560"/>
                  </a:cubicBezTo>
                  <a:lnTo>
                    <a:pt x="5008" y="4096"/>
                  </a:lnTo>
                  <a:cubicBezTo>
                    <a:pt x="5185" y="4016"/>
                    <a:pt x="5345" y="3920"/>
                    <a:pt x="5473" y="3792"/>
                  </a:cubicBezTo>
                  <a:cubicBezTo>
                    <a:pt x="5729" y="3536"/>
                    <a:pt x="5761" y="3136"/>
                    <a:pt x="5761" y="2784"/>
                  </a:cubicBezTo>
                  <a:cubicBezTo>
                    <a:pt x="5777" y="2288"/>
                    <a:pt x="5777" y="1728"/>
                    <a:pt x="5457" y="1360"/>
                  </a:cubicBezTo>
                  <a:cubicBezTo>
                    <a:pt x="5249" y="1136"/>
                    <a:pt x="4992" y="976"/>
                    <a:pt x="4704" y="880"/>
                  </a:cubicBezTo>
                  <a:cubicBezTo>
                    <a:pt x="3680" y="416"/>
                    <a:pt x="2528" y="0"/>
                    <a:pt x="1408" y="432"/>
                  </a:cubicBezTo>
                  <a:cubicBezTo>
                    <a:pt x="592" y="752"/>
                    <a:pt x="0" y="1520"/>
                    <a:pt x="512" y="235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6" name="Google Shape;25206;p57"/>
            <p:cNvSpPr/>
            <p:nvPr/>
          </p:nvSpPr>
          <p:spPr>
            <a:xfrm>
              <a:off x="5105275" y="1188975"/>
              <a:ext cx="142450" cy="172425"/>
            </a:xfrm>
            <a:custGeom>
              <a:avLst/>
              <a:gdLst/>
              <a:ahLst/>
              <a:cxnLst/>
              <a:rect l="l" t="t" r="r" b="b"/>
              <a:pathLst>
                <a:path w="5698" h="6897" extrusionOk="0">
                  <a:moveTo>
                    <a:pt x="337" y="3040"/>
                  </a:moveTo>
                  <a:cubicBezTo>
                    <a:pt x="513" y="3264"/>
                    <a:pt x="721" y="3472"/>
                    <a:pt x="961" y="3649"/>
                  </a:cubicBezTo>
                  <a:cubicBezTo>
                    <a:pt x="1505" y="4161"/>
                    <a:pt x="1713" y="4913"/>
                    <a:pt x="2049" y="5585"/>
                  </a:cubicBezTo>
                  <a:cubicBezTo>
                    <a:pt x="2385" y="6257"/>
                    <a:pt x="2993" y="6897"/>
                    <a:pt x="3745" y="6833"/>
                  </a:cubicBezTo>
                  <a:cubicBezTo>
                    <a:pt x="4193" y="6753"/>
                    <a:pt x="4593" y="6481"/>
                    <a:pt x="4833" y="6065"/>
                  </a:cubicBezTo>
                  <a:cubicBezTo>
                    <a:pt x="5041" y="5665"/>
                    <a:pt x="5201" y="5233"/>
                    <a:pt x="5297" y="4785"/>
                  </a:cubicBezTo>
                  <a:cubicBezTo>
                    <a:pt x="5521" y="3937"/>
                    <a:pt x="5697" y="2928"/>
                    <a:pt x="5121" y="2272"/>
                  </a:cubicBezTo>
                  <a:cubicBezTo>
                    <a:pt x="4897" y="2032"/>
                    <a:pt x="4593" y="1872"/>
                    <a:pt x="4417" y="1584"/>
                  </a:cubicBezTo>
                  <a:cubicBezTo>
                    <a:pt x="4241" y="1280"/>
                    <a:pt x="4289" y="864"/>
                    <a:pt x="4097" y="544"/>
                  </a:cubicBezTo>
                  <a:cubicBezTo>
                    <a:pt x="3873" y="128"/>
                    <a:pt x="3329" y="0"/>
                    <a:pt x="2865" y="0"/>
                  </a:cubicBezTo>
                  <a:cubicBezTo>
                    <a:pt x="2129" y="0"/>
                    <a:pt x="993" y="256"/>
                    <a:pt x="561" y="912"/>
                  </a:cubicBezTo>
                  <a:cubicBezTo>
                    <a:pt x="225" y="1408"/>
                    <a:pt x="1" y="2544"/>
                    <a:pt x="337" y="3040"/>
                  </a:cubicBezTo>
                  <a:close/>
                </a:path>
              </a:pathLst>
            </a:custGeom>
            <a:solidFill>
              <a:srgbClr val="EAD1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7" name="Google Shape;25207;p57"/>
            <p:cNvSpPr/>
            <p:nvPr/>
          </p:nvSpPr>
          <p:spPr>
            <a:xfrm>
              <a:off x="5024075" y="1286975"/>
              <a:ext cx="71225" cy="58025"/>
            </a:xfrm>
            <a:custGeom>
              <a:avLst/>
              <a:gdLst/>
              <a:ahLst/>
              <a:cxnLst/>
              <a:rect l="l" t="t" r="r" b="b"/>
              <a:pathLst>
                <a:path w="2849" h="2321" extrusionOk="0">
                  <a:moveTo>
                    <a:pt x="561" y="1521"/>
                  </a:moveTo>
                  <a:cubicBezTo>
                    <a:pt x="833" y="1969"/>
                    <a:pt x="1345" y="2177"/>
                    <a:pt x="1841" y="2273"/>
                  </a:cubicBezTo>
                  <a:cubicBezTo>
                    <a:pt x="2033" y="2321"/>
                    <a:pt x="2225" y="2321"/>
                    <a:pt x="2401" y="2241"/>
                  </a:cubicBezTo>
                  <a:cubicBezTo>
                    <a:pt x="2545" y="2129"/>
                    <a:pt x="2641" y="2001"/>
                    <a:pt x="2689" y="1841"/>
                  </a:cubicBezTo>
                  <a:cubicBezTo>
                    <a:pt x="2769" y="1585"/>
                    <a:pt x="2817" y="1329"/>
                    <a:pt x="2833" y="1073"/>
                  </a:cubicBezTo>
                  <a:cubicBezTo>
                    <a:pt x="2849" y="865"/>
                    <a:pt x="2801" y="641"/>
                    <a:pt x="2689" y="449"/>
                  </a:cubicBezTo>
                  <a:cubicBezTo>
                    <a:pt x="2497" y="177"/>
                    <a:pt x="2177" y="17"/>
                    <a:pt x="1841" y="17"/>
                  </a:cubicBezTo>
                  <a:cubicBezTo>
                    <a:pt x="1041" y="1"/>
                    <a:pt x="1" y="609"/>
                    <a:pt x="561" y="152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8" name="Google Shape;25208;p57"/>
            <p:cNvSpPr/>
            <p:nvPr/>
          </p:nvSpPr>
          <p:spPr>
            <a:xfrm>
              <a:off x="5176500" y="1064150"/>
              <a:ext cx="69625" cy="71250"/>
            </a:xfrm>
            <a:custGeom>
              <a:avLst/>
              <a:gdLst/>
              <a:ahLst/>
              <a:cxnLst/>
              <a:rect l="l" t="t" r="r" b="b"/>
              <a:pathLst>
                <a:path w="2785" h="2850" extrusionOk="0">
                  <a:moveTo>
                    <a:pt x="80" y="1409"/>
                  </a:moveTo>
                  <a:cubicBezTo>
                    <a:pt x="32" y="1457"/>
                    <a:pt x="0" y="1521"/>
                    <a:pt x="0" y="1601"/>
                  </a:cubicBezTo>
                  <a:cubicBezTo>
                    <a:pt x="16" y="1681"/>
                    <a:pt x="64" y="1745"/>
                    <a:pt x="128" y="1809"/>
                  </a:cubicBezTo>
                  <a:lnTo>
                    <a:pt x="1040" y="2705"/>
                  </a:lnTo>
                  <a:cubicBezTo>
                    <a:pt x="1088" y="2769"/>
                    <a:pt x="1168" y="2817"/>
                    <a:pt x="1248" y="2849"/>
                  </a:cubicBezTo>
                  <a:cubicBezTo>
                    <a:pt x="1360" y="2849"/>
                    <a:pt x="1472" y="2817"/>
                    <a:pt x="1552" y="2753"/>
                  </a:cubicBezTo>
                  <a:cubicBezTo>
                    <a:pt x="2048" y="2385"/>
                    <a:pt x="2320" y="1809"/>
                    <a:pt x="2560" y="1249"/>
                  </a:cubicBezTo>
                  <a:cubicBezTo>
                    <a:pt x="2672" y="993"/>
                    <a:pt x="2784" y="689"/>
                    <a:pt x="2640" y="449"/>
                  </a:cubicBezTo>
                  <a:cubicBezTo>
                    <a:pt x="2400" y="49"/>
                    <a:pt x="1520" y="1"/>
                    <a:pt x="1136" y="161"/>
                  </a:cubicBezTo>
                  <a:cubicBezTo>
                    <a:pt x="704" y="369"/>
                    <a:pt x="336" y="1025"/>
                    <a:pt x="80" y="14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09" name="Google Shape;25209;p57"/>
          <p:cNvGrpSpPr/>
          <p:nvPr/>
        </p:nvGrpSpPr>
        <p:grpSpPr>
          <a:xfrm>
            <a:off x="7825729" y="-3"/>
            <a:ext cx="1866180" cy="2274870"/>
            <a:chOff x="7825729" y="-3"/>
            <a:chExt cx="1866180" cy="2274870"/>
          </a:xfrm>
        </p:grpSpPr>
        <p:grpSp>
          <p:nvGrpSpPr>
            <p:cNvPr id="25210" name="Google Shape;25210;p57"/>
            <p:cNvGrpSpPr/>
            <p:nvPr/>
          </p:nvGrpSpPr>
          <p:grpSpPr>
            <a:xfrm rot="-276790" flipH="1">
              <a:off x="7909234" y="64853"/>
              <a:ext cx="1699169" cy="2145157"/>
              <a:chOff x="146217" y="2712579"/>
              <a:chExt cx="1552966" cy="1960401"/>
            </a:xfrm>
          </p:grpSpPr>
          <p:grpSp>
            <p:nvGrpSpPr>
              <p:cNvPr id="25211" name="Google Shape;25211;p57"/>
              <p:cNvGrpSpPr/>
              <p:nvPr/>
            </p:nvGrpSpPr>
            <p:grpSpPr>
              <a:xfrm>
                <a:off x="146217" y="2712579"/>
                <a:ext cx="1134008" cy="607901"/>
                <a:chOff x="5206900" y="826150"/>
                <a:chExt cx="599275" cy="321250"/>
              </a:xfrm>
            </p:grpSpPr>
            <p:sp>
              <p:nvSpPr>
                <p:cNvPr id="25212" name="Google Shape;25212;p57"/>
                <p:cNvSpPr/>
                <p:nvPr/>
              </p:nvSpPr>
              <p:spPr>
                <a:xfrm>
                  <a:off x="5206900" y="828950"/>
                  <a:ext cx="25225" cy="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1025" extrusionOk="0">
                      <a:moveTo>
                        <a:pt x="1008" y="448"/>
                      </a:moveTo>
                      <a:cubicBezTo>
                        <a:pt x="1008" y="832"/>
                        <a:pt x="544" y="1024"/>
                        <a:pt x="272" y="752"/>
                      </a:cubicBezTo>
                      <a:cubicBezTo>
                        <a:pt x="0" y="480"/>
                        <a:pt x="192" y="0"/>
                        <a:pt x="576" y="0"/>
                      </a:cubicBezTo>
                      <a:cubicBezTo>
                        <a:pt x="816" y="0"/>
                        <a:pt x="1008" y="208"/>
                        <a:pt x="1008" y="44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13" name="Google Shape;25213;p57"/>
                <p:cNvSpPr/>
                <p:nvPr/>
              </p:nvSpPr>
              <p:spPr>
                <a:xfrm>
                  <a:off x="5468125" y="1067750"/>
                  <a:ext cx="2562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09" extrusionOk="0">
                      <a:moveTo>
                        <a:pt x="1024" y="433"/>
                      </a:moveTo>
                      <a:cubicBezTo>
                        <a:pt x="1024" y="817"/>
                        <a:pt x="560" y="1009"/>
                        <a:pt x="288" y="737"/>
                      </a:cubicBezTo>
                      <a:cubicBezTo>
                        <a:pt x="0" y="465"/>
                        <a:pt x="208" y="1"/>
                        <a:pt x="592" y="1"/>
                      </a:cubicBezTo>
                      <a:cubicBezTo>
                        <a:pt x="832" y="1"/>
                        <a:pt x="1024" y="193"/>
                        <a:pt x="1024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14" name="Google Shape;25214;p57"/>
                <p:cNvSpPr/>
                <p:nvPr/>
              </p:nvSpPr>
              <p:spPr>
                <a:xfrm>
                  <a:off x="5679325" y="1085750"/>
                  <a:ext cx="25625" cy="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26" extrusionOk="0">
                      <a:moveTo>
                        <a:pt x="1025" y="433"/>
                      </a:moveTo>
                      <a:cubicBezTo>
                        <a:pt x="1025" y="833"/>
                        <a:pt x="545" y="1025"/>
                        <a:pt x="273" y="753"/>
                      </a:cubicBezTo>
                      <a:cubicBezTo>
                        <a:pt x="1" y="481"/>
                        <a:pt x="193" y="1"/>
                        <a:pt x="577" y="1"/>
                      </a:cubicBezTo>
                      <a:cubicBezTo>
                        <a:pt x="817" y="1"/>
                        <a:pt x="1025" y="193"/>
                        <a:pt x="1025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15" name="Google Shape;25215;p57"/>
                <p:cNvSpPr/>
                <p:nvPr/>
              </p:nvSpPr>
              <p:spPr>
                <a:xfrm>
                  <a:off x="5318900" y="877350"/>
                  <a:ext cx="4425" cy="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7" extrusionOk="0">
                      <a:moveTo>
                        <a:pt x="177" y="80"/>
                      </a:moveTo>
                      <a:cubicBezTo>
                        <a:pt x="177" y="128"/>
                        <a:pt x="145" y="176"/>
                        <a:pt x="97" y="176"/>
                      </a:cubicBezTo>
                      <a:cubicBezTo>
                        <a:pt x="49" y="176"/>
                        <a:pt x="1" y="128"/>
                        <a:pt x="1" y="80"/>
                      </a:cubicBezTo>
                      <a:cubicBezTo>
                        <a:pt x="1" y="32"/>
                        <a:pt x="49" y="0"/>
                        <a:pt x="97" y="0"/>
                      </a:cubicBezTo>
                      <a:cubicBezTo>
                        <a:pt x="145" y="0"/>
                        <a:pt x="177" y="32"/>
                        <a:pt x="177" y="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16" name="Google Shape;25216;p57"/>
                <p:cNvSpPr/>
                <p:nvPr/>
              </p:nvSpPr>
              <p:spPr>
                <a:xfrm>
                  <a:off x="5749725" y="10213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1" y="97"/>
                      </a:moveTo>
                      <a:cubicBezTo>
                        <a:pt x="241" y="241"/>
                        <a:pt x="1" y="1"/>
                        <a:pt x="145" y="1"/>
                      </a:cubicBezTo>
                      <a:cubicBezTo>
                        <a:pt x="193" y="1"/>
                        <a:pt x="225" y="49"/>
                        <a:pt x="241" y="9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17" name="Google Shape;25217;p57"/>
                <p:cNvSpPr/>
                <p:nvPr/>
              </p:nvSpPr>
              <p:spPr>
                <a:xfrm>
                  <a:off x="5527725" y="8749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0" y="96"/>
                      </a:moveTo>
                      <a:cubicBezTo>
                        <a:pt x="240" y="240"/>
                        <a:pt x="0" y="0"/>
                        <a:pt x="144" y="0"/>
                      </a:cubicBezTo>
                      <a:cubicBezTo>
                        <a:pt x="192" y="0"/>
                        <a:pt x="240" y="48"/>
                        <a:pt x="240" y="9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18" name="Google Shape;25218;p57"/>
                <p:cNvSpPr/>
                <p:nvPr/>
              </p:nvSpPr>
              <p:spPr>
                <a:xfrm>
                  <a:off x="5418900" y="861350"/>
                  <a:ext cx="6025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25" extrusionOk="0">
                      <a:moveTo>
                        <a:pt x="241" y="64"/>
                      </a:moveTo>
                      <a:cubicBezTo>
                        <a:pt x="241" y="112"/>
                        <a:pt x="225" y="160"/>
                        <a:pt x="177" y="176"/>
                      </a:cubicBezTo>
                      <a:cubicBezTo>
                        <a:pt x="49" y="224"/>
                        <a:pt x="1" y="32"/>
                        <a:pt x="129" y="16"/>
                      </a:cubicBezTo>
                      <a:cubicBezTo>
                        <a:pt x="177" y="0"/>
                        <a:pt x="225" y="16"/>
                        <a:pt x="241" y="6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19" name="Google Shape;25219;p57"/>
                <p:cNvSpPr/>
                <p:nvPr/>
              </p:nvSpPr>
              <p:spPr>
                <a:xfrm>
                  <a:off x="5634925" y="98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1" y="209"/>
                      </a:moveTo>
                      <a:cubicBezTo>
                        <a:pt x="481" y="385"/>
                        <a:pt x="257" y="481"/>
                        <a:pt x="129" y="353"/>
                      </a:cubicBezTo>
                      <a:cubicBezTo>
                        <a:pt x="1" y="225"/>
                        <a:pt x="97" y="1"/>
                        <a:pt x="273" y="1"/>
                      </a:cubicBezTo>
                      <a:cubicBezTo>
                        <a:pt x="385" y="1"/>
                        <a:pt x="481" y="97"/>
                        <a:pt x="481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20" name="Google Shape;25220;p57"/>
                <p:cNvSpPr/>
                <p:nvPr/>
              </p:nvSpPr>
              <p:spPr>
                <a:xfrm>
                  <a:off x="5717725" y="1135775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2"/>
                      </a:moveTo>
                      <a:cubicBezTo>
                        <a:pt x="465" y="368"/>
                        <a:pt x="257" y="464"/>
                        <a:pt x="129" y="336"/>
                      </a:cubicBezTo>
                      <a:cubicBezTo>
                        <a:pt x="1" y="208"/>
                        <a:pt x="81" y="0"/>
                        <a:pt x="273" y="0"/>
                      </a:cubicBezTo>
                      <a:cubicBezTo>
                        <a:pt x="385" y="0"/>
                        <a:pt x="465" y="80"/>
                        <a:pt x="465" y="19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21" name="Google Shape;25221;p57"/>
                <p:cNvSpPr/>
                <p:nvPr/>
              </p:nvSpPr>
              <p:spPr>
                <a:xfrm>
                  <a:off x="5316900" y="997350"/>
                  <a:ext cx="116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81" extrusionOk="0">
                      <a:moveTo>
                        <a:pt x="465" y="209"/>
                      </a:moveTo>
                      <a:cubicBezTo>
                        <a:pt x="465" y="385"/>
                        <a:pt x="257" y="481"/>
                        <a:pt x="129" y="353"/>
                      </a:cubicBezTo>
                      <a:cubicBezTo>
                        <a:pt x="1" y="225"/>
                        <a:pt x="81" y="1"/>
                        <a:pt x="273" y="1"/>
                      </a:cubicBezTo>
                      <a:cubicBezTo>
                        <a:pt x="369" y="1"/>
                        <a:pt x="465" y="97"/>
                        <a:pt x="465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22" name="Google Shape;25222;p57"/>
                <p:cNvSpPr/>
                <p:nvPr/>
              </p:nvSpPr>
              <p:spPr>
                <a:xfrm>
                  <a:off x="5331700" y="1124575"/>
                  <a:ext cx="120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65" extrusionOk="0">
                      <a:moveTo>
                        <a:pt x="481" y="208"/>
                      </a:moveTo>
                      <a:cubicBezTo>
                        <a:pt x="481" y="384"/>
                        <a:pt x="257" y="464"/>
                        <a:pt x="129" y="352"/>
                      </a:cubicBezTo>
                      <a:cubicBezTo>
                        <a:pt x="1" y="224"/>
                        <a:pt x="97" y="0"/>
                        <a:pt x="273" y="0"/>
                      </a:cubicBezTo>
                      <a:cubicBezTo>
                        <a:pt x="385" y="0"/>
                        <a:pt x="481" y="96"/>
                        <a:pt x="481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23" name="Google Shape;25223;p57"/>
                <p:cNvSpPr/>
                <p:nvPr/>
              </p:nvSpPr>
              <p:spPr>
                <a:xfrm>
                  <a:off x="5794150" y="90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0" y="208"/>
                      </a:moveTo>
                      <a:cubicBezTo>
                        <a:pt x="480" y="384"/>
                        <a:pt x="256" y="480"/>
                        <a:pt x="128" y="352"/>
                      </a:cubicBezTo>
                      <a:cubicBezTo>
                        <a:pt x="0" y="224"/>
                        <a:pt x="96" y="0"/>
                        <a:pt x="272" y="0"/>
                      </a:cubicBezTo>
                      <a:cubicBezTo>
                        <a:pt x="384" y="0"/>
                        <a:pt x="480" y="96"/>
                        <a:pt x="480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24" name="Google Shape;25224;p57"/>
                <p:cNvSpPr/>
                <p:nvPr/>
              </p:nvSpPr>
              <p:spPr>
                <a:xfrm>
                  <a:off x="5290500" y="924950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3"/>
                      </a:moveTo>
                      <a:cubicBezTo>
                        <a:pt x="465" y="369"/>
                        <a:pt x="257" y="465"/>
                        <a:pt x="129" y="337"/>
                      </a:cubicBezTo>
                      <a:cubicBezTo>
                        <a:pt x="1" y="209"/>
                        <a:pt x="97" y="0"/>
                        <a:pt x="273" y="0"/>
                      </a:cubicBezTo>
                      <a:cubicBezTo>
                        <a:pt x="385" y="0"/>
                        <a:pt x="465" y="81"/>
                        <a:pt x="465" y="19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25" name="Google Shape;25225;p57"/>
                <p:cNvSpPr/>
                <p:nvPr/>
              </p:nvSpPr>
              <p:spPr>
                <a:xfrm>
                  <a:off x="5680925" y="826150"/>
                  <a:ext cx="43225" cy="4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extrusionOk="0">
                      <a:moveTo>
                        <a:pt x="865" y="1728"/>
                      </a:moveTo>
                      <a:lnTo>
                        <a:pt x="865" y="1728"/>
                      </a:lnTo>
                      <a:cubicBezTo>
                        <a:pt x="865" y="1248"/>
                        <a:pt x="481" y="864"/>
                        <a:pt x="1" y="864"/>
                      </a:cubicBezTo>
                      <a:lnTo>
                        <a:pt x="1" y="864"/>
                      </a:lnTo>
                      <a:cubicBezTo>
                        <a:pt x="481" y="864"/>
                        <a:pt x="865" y="480"/>
                        <a:pt x="865" y="0"/>
                      </a:cubicBezTo>
                      <a:lnTo>
                        <a:pt x="865" y="0"/>
                      </a:lnTo>
                      <a:cubicBezTo>
                        <a:pt x="865" y="480"/>
                        <a:pt x="1265" y="864"/>
                        <a:pt x="1729" y="864"/>
                      </a:cubicBezTo>
                      <a:lnTo>
                        <a:pt x="1729" y="864"/>
                      </a:lnTo>
                      <a:cubicBezTo>
                        <a:pt x="1265" y="864"/>
                        <a:pt x="865" y="1248"/>
                        <a:pt x="865" y="17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226" name="Google Shape;25226;p57"/>
              <p:cNvGrpSpPr/>
              <p:nvPr/>
            </p:nvGrpSpPr>
            <p:grpSpPr>
              <a:xfrm rot="-9256633">
                <a:off x="489429" y="3110262"/>
                <a:ext cx="1134020" cy="607908"/>
                <a:chOff x="5206900" y="826150"/>
                <a:chExt cx="599275" cy="321250"/>
              </a:xfrm>
            </p:grpSpPr>
            <p:sp>
              <p:nvSpPr>
                <p:cNvPr id="25227" name="Google Shape;25227;p57"/>
                <p:cNvSpPr/>
                <p:nvPr/>
              </p:nvSpPr>
              <p:spPr>
                <a:xfrm>
                  <a:off x="5206900" y="828950"/>
                  <a:ext cx="25225" cy="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1025" extrusionOk="0">
                      <a:moveTo>
                        <a:pt x="1008" y="448"/>
                      </a:moveTo>
                      <a:cubicBezTo>
                        <a:pt x="1008" y="832"/>
                        <a:pt x="544" y="1024"/>
                        <a:pt x="272" y="752"/>
                      </a:cubicBezTo>
                      <a:cubicBezTo>
                        <a:pt x="0" y="480"/>
                        <a:pt x="192" y="0"/>
                        <a:pt x="576" y="0"/>
                      </a:cubicBezTo>
                      <a:cubicBezTo>
                        <a:pt x="816" y="0"/>
                        <a:pt x="1008" y="208"/>
                        <a:pt x="1008" y="44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28" name="Google Shape;25228;p57"/>
                <p:cNvSpPr/>
                <p:nvPr/>
              </p:nvSpPr>
              <p:spPr>
                <a:xfrm>
                  <a:off x="5468125" y="1067750"/>
                  <a:ext cx="2562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09" extrusionOk="0">
                      <a:moveTo>
                        <a:pt x="1024" y="433"/>
                      </a:moveTo>
                      <a:cubicBezTo>
                        <a:pt x="1024" y="817"/>
                        <a:pt x="560" y="1009"/>
                        <a:pt x="288" y="737"/>
                      </a:cubicBezTo>
                      <a:cubicBezTo>
                        <a:pt x="0" y="465"/>
                        <a:pt x="208" y="1"/>
                        <a:pt x="592" y="1"/>
                      </a:cubicBezTo>
                      <a:cubicBezTo>
                        <a:pt x="832" y="1"/>
                        <a:pt x="1024" y="193"/>
                        <a:pt x="1024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29" name="Google Shape;25229;p57"/>
                <p:cNvSpPr/>
                <p:nvPr/>
              </p:nvSpPr>
              <p:spPr>
                <a:xfrm>
                  <a:off x="5679325" y="1085750"/>
                  <a:ext cx="25625" cy="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26" extrusionOk="0">
                      <a:moveTo>
                        <a:pt x="1025" y="433"/>
                      </a:moveTo>
                      <a:cubicBezTo>
                        <a:pt x="1025" y="833"/>
                        <a:pt x="545" y="1025"/>
                        <a:pt x="273" y="753"/>
                      </a:cubicBezTo>
                      <a:cubicBezTo>
                        <a:pt x="1" y="481"/>
                        <a:pt x="193" y="1"/>
                        <a:pt x="577" y="1"/>
                      </a:cubicBezTo>
                      <a:cubicBezTo>
                        <a:pt x="817" y="1"/>
                        <a:pt x="1025" y="193"/>
                        <a:pt x="1025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0" name="Google Shape;25230;p57"/>
                <p:cNvSpPr/>
                <p:nvPr/>
              </p:nvSpPr>
              <p:spPr>
                <a:xfrm>
                  <a:off x="5318900" y="877350"/>
                  <a:ext cx="4425" cy="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7" extrusionOk="0">
                      <a:moveTo>
                        <a:pt x="177" y="80"/>
                      </a:moveTo>
                      <a:cubicBezTo>
                        <a:pt x="177" y="128"/>
                        <a:pt x="145" y="176"/>
                        <a:pt x="97" y="176"/>
                      </a:cubicBezTo>
                      <a:cubicBezTo>
                        <a:pt x="49" y="176"/>
                        <a:pt x="1" y="128"/>
                        <a:pt x="1" y="80"/>
                      </a:cubicBezTo>
                      <a:cubicBezTo>
                        <a:pt x="1" y="32"/>
                        <a:pt x="49" y="0"/>
                        <a:pt x="97" y="0"/>
                      </a:cubicBezTo>
                      <a:cubicBezTo>
                        <a:pt x="145" y="0"/>
                        <a:pt x="177" y="32"/>
                        <a:pt x="177" y="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1" name="Google Shape;25231;p57"/>
                <p:cNvSpPr/>
                <p:nvPr/>
              </p:nvSpPr>
              <p:spPr>
                <a:xfrm>
                  <a:off x="5749725" y="10213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1" y="97"/>
                      </a:moveTo>
                      <a:cubicBezTo>
                        <a:pt x="241" y="241"/>
                        <a:pt x="1" y="1"/>
                        <a:pt x="145" y="1"/>
                      </a:cubicBezTo>
                      <a:cubicBezTo>
                        <a:pt x="193" y="1"/>
                        <a:pt x="225" y="49"/>
                        <a:pt x="241" y="9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2" name="Google Shape;25232;p57"/>
                <p:cNvSpPr/>
                <p:nvPr/>
              </p:nvSpPr>
              <p:spPr>
                <a:xfrm>
                  <a:off x="5527725" y="8749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0" y="96"/>
                      </a:moveTo>
                      <a:cubicBezTo>
                        <a:pt x="240" y="240"/>
                        <a:pt x="0" y="0"/>
                        <a:pt x="144" y="0"/>
                      </a:cubicBezTo>
                      <a:cubicBezTo>
                        <a:pt x="192" y="0"/>
                        <a:pt x="240" y="48"/>
                        <a:pt x="240" y="9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3" name="Google Shape;25233;p57"/>
                <p:cNvSpPr/>
                <p:nvPr/>
              </p:nvSpPr>
              <p:spPr>
                <a:xfrm>
                  <a:off x="5418900" y="861350"/>
                  <a:ext cx="6025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25" extrusionOk="0">
                      <a:moveTo>
                        <a:pt x="241" y="64"/>
                      </a:moveTo>
                      <a:cubicBezTo>
                        <a:pt x="241" y="112"/>
                        <a:pt x="225" y="160"/>
                        <a:pt x="177" y="176"/>
                      </a:cubicBezTo>
                      <a:cubicBezTo>
                        <a:pt x="49" y="224"/>
                        <a:pt x="1" y="32"/>
                        <a:pt x="129" y="16"/>
                      </a:cubicBezTo>
                      <a:cubicBezTo>
                        <a:pt x="177" y="0"/>
                        <a:pt x="225" y="16"/>
                        <a:pt x="241" y="6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4" name="Google Shape;25234;p57"/>
                <p:cNvSpPr/>
                <p:nvPr/>
              </p:nvSpPr>
              <p:spPr>
                <a:xfrm>
                  <a:off x="5634925" y="98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1" y="209"/>
                      </a:moveTo>
                      <a:cubicBezTo>
                        <a:pt x="481" y="385"/>
                        <a:pt x="257" y="481"/>
                        <a:pt x="129" y="353"/>
                      </a:cubicBezTo>
                      <a:cubicBezTo>
                        <a:pt x="1" y="225"/>
                        <a:pt x="97" y="1"/>
                        <a:pt x="273" y="1"/>
                      </a:cubicBezTo>
                      <a:cubicBezTo>
                        <a:pt x="385" y="1"/>
                        <a:pt x="481" y="97"/>
                        <a:pt x="481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5" name="Google Shape;25235;p57"/>
                <p:cNvSpPr/>
                <p:nvPr/>
              </p:nvSpPr>
              <p:spPr>
                <a:xfrm>
                  <a:off x="5717725" y="1135775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2"/>
                      </a:moveTo>
                      <a:cubicBezTo>
                        <a:pt x="465" y="368"/>
                        <a:pt x="257" y="464"/>
                        <a:pt x="129" y="336"/>
                      </a:cubicBezTo>
                      <a:cubicBezTo>
                        <a:pt x="1" y="208"/>
                        <a:pt x="81" y="0"/>
                        <a:pt x="273" y="0"/>
                      </a:cubicBezTo>
                      <a:cubicBezTo>
                        <a:pt x="385" y="0"/>
                        <a:pt x="465" y="80"/>
                        <a:pt x="465" y="19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6" name="Google Shape;25236;p57"/>
                <p:cNvSpPr/>
                <p:nvPr/>
              </p:nvSpPr>
              <p:spPr>
                <a:xfrm>
                  <a:off x="5316900" y="997350"/>
                  <a:ext cx="116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81" extrusionOk="0">
                      <a:moveTo>
                        <a:pt x="465" y="209"/>
                      </a:moveTo>
                      <a:cubicBezTo>
                        <a:pt x="465" y="385"/>
                        <a:pt x="257" y="481"/>
                        <a:pt x="129" y="353"/>
                      </a:cubicBezTo>
                      <a:cubicBezTo>
                        <a:pt x="1" y="225"/>
                        <a:pt x="81" y="1"/>
                        <a:pt x="273" y="1"/>
                      </a:cubicBezTo>
                      <a:cubicBezTo>
                        <a:pt x="369" y="1"/>
                        <a:pt x="465" y="97"/>
                        <a:pt x="465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7" name="Google Shape;25237;p57"/>
                <p:cNvSpPr/>
                <p:nvPr/>
              </p:nvSpPr>
              <p:spPr>
                <a:xfrm>
                  <a:off x="5331700" y="1124575"/>
                  <a:ext cx="120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65" extrusionOk="0">
                      <a:moveTo>
                        <a:pt x="481" y="208"/>
                      </a:moveTo>
                      <a:cubicBezTo>
                        <a:pt x="481" y="384"/>
                        <a:pt x="257" y="464"/>
                        <a:pt x="129" y="352"/>
                      </a:cubicBezTo>
                      <a:cubicBezTo>
                        <a:pt x="1" y="224"/>
                        <a:pt x="97" y="0"/>
                        <a:pt x="273" y="0"/>
                      </a:cubicBezTo>
                      <a:cubicBezTo>
                        <a:pt x="385" y="0"/>
                        <a:pt x="481" y="96"/>
                        <a:pt x="481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8" name="Google Shape;25238;p57"/>
                <p:cNvSpPr/>
                <p:nvPr/>
              </p:nvSpPr>
              <p:spPr>
                <a:xfrm>
                  <a:off x="5794150" y="90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0" y="208"/>
                      </a:moveTo>
                      <a:cubicBezTo>
                        <a:pt x="480" y="384"/>
                        <a:pt x="256" y="480"/>
                        <a:pt x="128" y="352"/>
                      </a:cubicBezTo>
                      <a:cubicBezTo>
                        <a:pt x="0" y="224"/>
                        <a:pt x="96" y="0"/>
                        <a:pt x="272" y="0"/>
                      </a:cubicBezTo>
                      <a:cubicBezTo>
                        <a:pt x="384" y="0"/>
                        <a:pt x="480" y="96"/>
                        <a:pt x="480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39" name="Google Shape;25239;p57"/>
                <p:cNvSpPr/>
                <p:nvPr/>
              </p:nvSpPr>
              <p:spPr>
                <a:xfrm>
                  <a:off x="5290500" y="924950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3"/>
                      </a:moveTo>
                      <a:cubicBezTo>
                        <a:pt x="465" y="369"/>
                        <a:pt x="257" y="465"/>
                        <a:pt x="129" y="337"/>
                      </a:cubicBezTo>
                      <a:cubicBezTo>
                        <a:pt x="1" y="209"/>
                        <a:pt x="97" y="0"/>
                        <a:pt x="273" y="0"/>
                      </a:cubicBezTo>
                      <a:cubicBezTo>
                        <a:pt x="385" y="0"/>
                        <a:pt x="465" y="81"/>
                        <a:pt x="465" y="19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40" name="Google Shape;25240;p57"/>
                <p:cNvSpPr/>
                <p:nvPr/>
              </p:nvSpPr>
              <p:spPr>
                <a:xfrm>
                  <a:off x="5680925" y="826150"/>
                  <a:ext cx="43225" cy="4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extrusionOk="0">
                      <a:moveTo>
                        <a:pt x="865" y="1728"/>
                      </a:moveTo>
                      <a:lnTo>
                        <a:pt x="865" y="1728"/>
                      </a:lnTo>
                      <a:cubicBezTo>
                        <a:pt x="865" y="1248"/>
                        <a:pt x="481" y="864"/>
                        <a:pt x="1" y="864"/>
                      </a:cubicBezTo>
                      <a:lnTo>
                        <a:pt x="1" y="864"/>
                      </a:lnTo>
                      <a:cubicBezTo>
                        <a:pt x="481" y="864"/>
                        <a:pt x="865" y="480"/>
                        <a:pt x="865" y="0"/>
                      </a:cubicBezTo>
                      <a:lnTo>
                        <a:pt x="865" y="0"/>
                      </a:lnTo>
                      <a:cubicBezTo>
                        <a:pt x="865" y="480"/>
                        <a:pt x="1265" y="864"/>
                        <a:pt x="1729" y="864"/>
                      </a:cubicBezTo>
                      <a:lnTo>
                        <a:pt x="1729" y="864"/>
                      </a:lnTo>
                      <a:cubicBezTo>
                        <a:pt x="1265" y="864"/>
                        <a:pt x="865" y="1248"/>
                        <a:pt x="865" y="17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241" name="Google Shape;25241;p57"/>
              <p:cNvGrpSpPr/>
              <p:nvPr/>
            </p:nvGrpSpPr>
            <p:grpSpPr>
              <a:xfrm rot="7120513" flipH="1">
                <a:off x="538618" y="3725726"/>
                <a:ext cx="1133997" cy="607895"/>
                <a:chOff x="5206900" y="826150"/>
                <a:chExt cx="599275" cy="321250"/>
              </a:xfrm>
            </p:grpSpPr>
            <p:sp>
              <p:nvSpPr>
                <p:cNvPr id="25242" name="Google Shape;25242;p57"/>
                <p:cNvSpPr/>
                <p:nvPr/>
              </p:nvSpPr>
              <p:spPr>
                <a:xfrm>
                  <a:off x="5206900" y="828950"/>
                  <a:ext cx="25225" cy="2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9" h="1025" extrusionOk="0">
                      <a:moveTo>
                        <a:pt x="1008" y="448"/>
                      </a:moveTo>
                      <a:cubicBezTo>
                        <a:pt x="1008" y="832"/>
                        <a:pt x="544" y="1024"/>
                        <a:pt x="272" y="752"/>
                      </a:cubicBezTo>
                      <a:cubicBezTo>
                        <a:pt x="0" y="480"/>
                        <a:pt x="192" y="0"/>
                        <a:pt x="576" y="0"/>
                      </a:cubicBezTo>
                      <a:cubicBezTo>
                        <a:pt x="816" y="0"/>
                        <a:pt x="1008" y="208"/>
                        <a:pt x="1008" y="44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43" name="Google Shape;25243;p57"/>
                <p:cNvSpPr/>
                <p:nvPr/>
              </p:nvSpPr>
              <p:spPr>
                <a:xfrm>
                  <a:off x="5468125" y="1067750"/>
                  <a:ext cx="2562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09" extrusionOk="0">
                      <a:moveTo>
                        <a:pt x="1024" y="433"/>
                      </a:moveTo>
                      <a:cubicBezTo>
                        <a:pt x="1024" y="817"/>
                        <a:pt x="560" y="1009"/>
                        <a:pt x="288" y="737"/>
                      </a:cubicBezTo>
                      <a:cubicBezTo>
                        <a:pt x="0" y="465"/>
                        <a:pt x="208" y="1"/>
                        <a:pt x="592" y="1"/>
                      </a:cubicBezTo>
                      <a:cubicBezTo>
                        <a:pt x="832" y="1"/>
                        <a:pt x="1024" y="193"/>
                        <a:pt x="1024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44" name="Google Shape;25244;p57"/>
                <p:cNvSpPr/>
                <p:nvPr/>
              </p:nvSpPr>
              <p:spPr>
                <a:xfrm>
                  <a:off x="5679325" y="1085750"/>
                  <a:ext cx="25625" cy="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5" h="1026" extrusionOk="0">
                      <a:moveTo>
                        <a:pt x="1025" y="433"/>
                      </a:moveTo>
                      <a:cubicBezTo>
                        <a:pt x="1025" y="833"/>
                        <a:pt x="545" y="1025"/>
                        <a:pt x="273" y="753"/>
                      </a:cubicBezTo>
                      <a:cubicBezTo>
                        <a:pt x="1" y="481"/>
                        <a:pt x="193" y="1"/>
                        <a:pt x="577" y="1"/>
                      </a:cubicBezTo>
                      <a:cubicBezTo>
                        <a:pt x="817" y="1"/>
                        <a:pt x="1025" y="193"/>
                        <a:pt x="1025" y="43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45" name="Google Shape;25245;p57"/>
                <p:cNvSpPr/>
                <p:nvPr/>
              </p:nvSpPr>
              <p:spPr>
                <a:xfrm>
                  <a:off x="5318900" y="877350"/>
                  <a:ext cx="4425" cy="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" h="177" extrusionOk="0">
                      <a:moveTo>
                        <a:pt x="177" y="80"/>
                      </a:moveTo>
                      <a:cubicBezTo>
                        <a:pt x="177" y="128"/>
                        <a:pt x="145" y="176"/>
                        <a:pt x="97" y="176"/>
                      </a:cubicBezTo>
                      <a:cubicBezTo>
                        <a:pt x="49" y="176"/>
                        <a:pt x="1" y="128"/>
                        <a:pt x="1" y="80"/>
                      </a:cubicBezTo>
                      <a:cubicBezTo>
                        <a:pt x="1" y="32"/>
                        <a:pt x="49" y="0"/>
                        <a:pt x="97" y="0"/>
                      </a:cubicBezTo>
                      <a:cubicBezTo>
                        <a:pt x="145" y="0"/>
                        <a:pt x="177" y="32"/>
                        <a:pt x="177" y="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46" name="Google Shape;25246;p57"/>
                <p:cNvSpPr/>
                <p:nvPr/>
              </p:nvSpPr>
              <p:spPr>
                <a:xfrm>
                  <a:off x="5749725" y="10213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1" y="97"/>
                      </a:moveTo>
                      <a:cubicBezTo>
                        <a:pt x="241" y="241"/>
                        <a:pt x="1" y="1"/>
                        <a:pt x="145" y="1"/>
                      </a:cubicBezTo>
                      <a:cubicBezTo>
                        <a:pt x="193" y="1"/>
                        <a:pt x="225" y="49"/>
                        <a:pt x="241" y="9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47" name="Google Shape;25247;p57"/>
                <p:cNvSpPr/>
                <p:nvPr/>
              </p:nvSpPr>
              <p:spPr>
                <a:xfrm>
                  <a:off x="5527725" y="874950"/>
                  <a:ext cx="6025" cy="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41" extrusionOk="0">
                      <a:moveTo>
                        <a:pt x="240" y="96"/>
                      </a:moveTo>
                      <a:cubicBezTo>
                        <a:pt x="240" y="240"/>
                        <a:pt x="0" y="0"/>
                        <a:pt x="144" y="0"/>
                      </a:cubicBezTo>
                      <a:cubicBezTo>
                        <a:pt x="192" y="0"/>
                        <a:pt x="240" y="48"/>
                        <a:pt x="240" y="9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48" name="Google Shape;25248;p57"/>
                <p:cNvSpPr/>
                <p:nvPr/>
              </p:nvSpPr>
              <p:spPr>
                <a:xfrm>
                  <a:off x="5418900" y="861350"/>
                  <a:ext cx="6025" cy="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" h="225" extrusionOk="0">
                      <a:moveTo>
                        <a:pt x="241" y="64"/>
                      </a:moveTo>
                      <a:cubicBezTo>
                        <a:pt x="241" y="112"/>
                        <a:pt x="225" y="160"/>
                        <a:pt x="177" y="176"/>
                      </a:cubicBezTo>
                      <a:cubicBezTo>
                        <a:pt x="49" y="224"/>
                        <a:pt x="1" y="32"/>
                        <a:pt x="129" y="16"/>
                      </a:cubicBezTo>
                      <a:cubicBezTo>
                        <a:pt x="177" y="0"/>
                        <a:pt x="225" y="16"/>
                        <a:pt x="241" y="64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49" name="Google Shape;25249;p57"/>
                <p:cNvSpPr/>
                <p:nvPr/>
              </p:nvSpPr>
              <p:spPr>
                <a:xfrm>
                  <a:off x="5634925" y="98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1" y="209"/>
                      </a:moveTo>
                      <a:cubicBezTo>
                        <a:pt x="481" y="385"/>
                        <a:pt x="257" y="481"/>
                        <a:pt x="129" y="353"/>
                      </a:cubicBezTo>
                      <a:cubicBezTo>
                        <a:pt x="1" y="225"/>
                        <a:pt x="97" y="1"/>
                        <a:pt x="273" y="1"/>
                      </a:cubicBezTo>
                      <a:cubicBezTo>
                        <a:pt x="385" y="1"/>
                        <a:pt x="481" y="97"/>
                        <a:pt x="481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50" name="Google Shape;25250;p57"/>
                <p:cNvSpPr/>
                <p:nvPr/>
              </p:nvSpPr>
              <p:spPr>
                <a:xfrm>
                  <a:off x="5717725" y="1135775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2"/>
                      </a:moveTo>
                      <a:cubicBezTo>
                        <a:pt x="465" y="368"/>
                        <a:pt x="257" y="464"/>
                        <a:pt x="129" y="336"/>
                      </a:cubicBezTo>
                      <a:cubicBezTo>
                        <a:pt x="1" y="208"/>
                        <a:pt x="81" y="0"/>
                        <a:pt x="273" y="0"/>
                      </a:cubicBezTo>
                      <a:cubicBezTo>
                        <a:pt x="385" y="0"/>
                        <a:pt x="465" y="80"/>
                        <a:pt x="465" y="19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51" name="Google Shape;25251;p57"/>
                <p:cNvSpPr/>
                <p:nvPr/>
              </p:nvSpPr>
              <p:spPr>
                <a:xfrm>
                  <a:off x="5316900" y="997350"/>
                  <a:ext cx="116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81" extrusionOk="0">
                      <a:moveTo>
                        <a:pt x="465" y="209"/>
                      </a:moveTo>
                      <a:cubicBezTo>
                        <a:pt x="465" y="385"/>
                        <a:pt x="257" y="481"/>
                        <a:pt x="129" y="353"/>
                      </a:cubicBezTo>
                      <a:cubicBezTo>
                        <a:pt x="1" y="225"/>
                        <a:pt x="81" y="1"/>
                        <a:pt x="273" y="1"/>
                      </a:cubicBezTo>
                      <a:cubicBezTo>
                        <a:pt x="369" y="1"/>
                        <a:pt x="465" y="97"/>
                        <a:pt x="465" y="20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52" name="Google Shape;25252;p57"/>
                <p:cNvSpPr/>
                <p:nvPr/>
              </p:nvSpPr>
              <p:spPr>
                <a:xfrm>
                  <a:off x="5331700" y="1124575"/>
                  <a:ext cx="120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65" extrusionOk="0">
                      <a:moveTo>
                        <a:pt x="481" y="208"/>
                      </a:moveTo>
                      <a:cubicBezTo>
                        <a:pt x="481" y="384"/>
                        <a:pt x="257" y="464"/>
                        <a:pt x="129" y="352"/>
                      </a:cubicBezTo>
                      <a:cubicBezTo>
                        <a:pt x="1" y="224"/>
                        <a:pt x="97" y="0"/>
                        <a:pt x="273" y="0"/>
                      </a:cubicBezTo>
                      <a:cubicBezTo>
                        <a:pt x="385" y="0"/>
                        <a:pt x="481" y="96"/>
                        <a:pt x="481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53" name="Google Shape;25253;p57"/>
                <p:cNvSpPr/>
                <p:nvPr/>
              </p:nvSpPr>
              <p:spPr>
                <a:xfrm>
                  <a:off x="5794150" y="906150"/>
                  <a:ext cx="12025" cy="1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" h="481" extrusionOk="0">
                      <a:moveTo>
                        <a:pt x="480" y="208"/>
                      </a:moveTo>
                      <a:cubicBezTo>
                        <a:pt x="480" y="384"/>
                        <a:pt x="256" y="480"/>
                        <a:pt x="128" y="352"/>
                      </a:cubicBezTo>
                      <a:cubicBezTo>
                        <a:pt x="0" y="224"/>
                        <a:pt x="96" y="0"/>
                        <a:pt x="272" y="0"/>
                      </a:cubicBezTo>
                      <a:cubicBezTo>
                        <a:pt x="384" y="0"/>
                        <a:pt x="480" y="96"/>
                        <a:pt x="480" y="20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54" name="Google Shape;25254;p57"/>
                <p:cNvSpPr/>
                <p:nvPr/>
              </p:nvSpPr>
              <p:spPr>
                <a:xfrm>
                  <a:off x="5290500" y="924950"/>
                  <a:ext cx="11625" cy="1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" h="465" extrusionOk="0">
                      <a:moveTo>
                        <a:pt x="465" y="193"/>
                      </a:moveTo>
                      <a:cubicBezTo>
                        <a:pt x="465" y="369"/>
                        <a:pt x="257" y="465"/>
                        <a:pt x="129" y="337"/>
                      </a:cubicBezTo>
                      <a:cubicBezTo>
                        <a:pt x="1" y="209"/>
                        <a:pt x="97" y="0"/>
                        <a:pt x="273" y="0"/>
                      </a:cubicBezTo>
                      <a:cubicBezTo>
                        <a:pt x="385" y="0"/>
                        <a:pt x="465" y="81"/>
                        <a:pt x="465" y="193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55" name="Google Shape;25255;p57"/>
                <p:cNvSpPr/>
                <p:nvPr/>
              </p:nvSpPr>
              <p:spPr>
                <a:xfrm>
                  <a:off x="5680925" y="826150"/>
                  <a:ext cx="43225" cy="4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9" h="1729" extrusionOk="0">
                      <a:moveTo>
                        <a:pt x="865" y="1728"/>
                      </a:moveTo>
                      <a:lnTo>
                        <a:pt x="865" y="1728"/>
                      </a:lnTo>
                      <a:cubicBezTo>
                        <a:pt x="865" y="1248"/>
                        <a:pt x="481" y="864"/>
                        <a:pt x="1" y="864"/>
                      </a:cubicBezTo>
                      <a:lnTo>
                        <a:pt x="1" y="864"/>
                      </a:lnTo>
                      <a:cubicBezTo>
                        <a:pt x="481" y="864"/>
                        <a:pt x="865" y="480"/>
                        <a:pt x="865" y="0"/>
                      </a:cubicBezTo>
                      <a:lnTo>
                        <a:pt x="865" y="0"/>
                      </a:lnTo>
                      <a:cubicBezTo>
                        <a:pt x="865" y="480"/>
                        <a:pt x="1265" y="864"/>
                        <a:pt x="1729" y="864"/>
                      </a:cubicBezTo>
                      <a:lnTo>
                        <a:pt x="1729" y="864"/>
                      </a:lnTo>
                      <a:cubicBezTo>
                        <a:pt x="1265" y="864"/>
                        <a:pt x="865" y="1248"/>
                        <a:pt x="865" y="172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256" name="Google Shape;25256;p57"/>
            <p:cNvGrpSpPr/>
            <p:nvPr/>
          </p:nvGrpSpPr>
          <p:grpSpPr>
            <a:xfrm>
              <a:off x="8189095" y="1182633"/>
              <a:ext cx="723331" cy="725642"/>
              <a:chOff x="6065295" y="2472383"/>
              <a:chExt cx="723331" cy="725642"/>
            </a:xfrm>
          </p:grpSpPr>
          <p:sp>
            <p:nvSpPr>
              <p:cNvPr id="25257" name="Google Shape;25257;p57"/>
              <p:cNvSpPr/>
              <p:nvPr/>
            </p:nvSpPr>
            <p:spPr>
              <a:xfrm>
                <a:off x="6065295" y="2472383"/>
                <a:ext cx="723331" cy="723551"/>
              </a:xfrm>
              <a:custGeom>
                <a:avLst/>
                <a:gdLst/>
                <a:ahLst/>
                <a:cxnLst/>
                <a:rect l="l" t="t" r="r" b="b"/>
                <a:pathLst>
                  <a:path w="6572" h="6574" extrusionOk="0">
                    <a:moveTo>
                      <a:pt x="3296" y="0"/>
                    </a:moveTo>
                    <a:cubicBezTo>
                      <a:pt x="2433" y="0"/>
                      <a:pt x="1563" y="335"/>
                      <a:pt x="901" y="1013"/>
                    </a:cubicBezTo>
                    <a:cubicBezTo>
                      <a:pt x="668" y="1246"/>
                      <a:pt x="501" y="1513"/>
                      <a:pt x="367" y="1813"/>
                    </a:cubicBezTo>
                    <a:cubicBezTo>
                      <a:pt x="134" y="2280"/>
                      <a:pt x="0" y="2780"/>
                      <a:pt x="0" y="3281"/>
                    </a:cubicBezTo>
                    <a:lnTo>
                      <a:pt x="0" y="3581"/>
                    </a:lnTo>
                    <a:cubicBezTo>
                      <a:pt x="151" y="5360"/>
                      <a:pt x="1674" y="6574"/>
                      <a:pt x="3300" y="6574"/>
                    </a:cubicBezTo>
                    <a:cubicBezTo>
                      <a:pt x="3839" y="6574"/>
                      <a:pt x="4389" y="6440"/>
                      <a:pt x="4904" y="6150"/>
                    </a:cubicBezTo>
                    <a:cubicBezTo>
                      <a:pt x="5471" y="5816"/>
                      <a:pt x="5938" y="5316"/>
                      <a:pt x="6238" y="4715"/>
                    </a:cubicBezTo>
                    <a:cubicBezTo>
                      <a:pt x="6372" y="4448"/>
                      <a:pt x="6472" y="4148"/>
                      <a:pt x="6505" y="3881"/>
                    </a:cubicBezTo>
                    <a:cubicBezTo>
                      <a:pt x="6538" y="3681"/>
                      <a:pt x="6572" y="3481"/>
                      <a:pt x="6572" y="3314"/>
                    </a:cubicBezTo>
                    <a:cubicBezTo>
                      <a:pt x="6572" y="3047"/>
                      <a:pt x="6538" y="2814"/>
                      <a:pt x="6505" y="2580"/>
                    </a:cubicBezTo>
                    <a:cubicBezTo>
                      <a:pt x="6372" y="2080"/>
                      <a:pt x="6171" y="1646"/>
                      <a:pt x="5871" y="1246"/>
                    </a:cubicBezTo>
                    <a:cubicBezTo>
                      <a:pt x="5220" y="419"/>
                      <a:pt x="4262" y="0"/>
                      <a:pt x="329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258" name="Google Shape;25258;p57"/>
              <p:cNvGrpSpPr/>
              <p:nvPr/>
            </p:nvGrpSpPr>
            <p:grpSpPr>
              <a:xfrm>
                <a:off x="6065295" y="2587398"/>
                <a:ext cx="716067" cy="610627"/>
                <a:chOff x="6065295" y="2587398"/>
                <a:chExt cx="716067" cy="610627"/>
              </a:xfrm>
            </p:grpSpPr>
            <p:sp>
              <p:nvSpPr>
                <p:cNvPr id="25259" name="Google Shape;25259;p57"/>
                <p:cNvSpPr/>
                <p:nvPr/>
              </p:nvSpPr>
              <p:spPr>
                <a:xfrm>
                  <a:off x="6101946" y="2587398"/>
                  <a:ext cx="675674" cy="210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39" h="1913" extrusionOk="0">
                      <a:moveTo>
                        <a:pt x="568" y="1"/>
                      </a:moveTo>
                      <a:cubicBezTo>
                        <a:pt x="335" y="234"/>
                        <a:pt x="168" y="501"/>
                        <a:pt x="1" y="768"/>
                      </a:cubicBezTo>
                      <a:cubicBezTo>
                        <a:pt x="134" y="801"/>
                        <a:pt x="268" y="868"/>
                        <a:pt x="401" y="935"/>
                      </a:cubicBezTo>
                      <a:cubicBezTo>
                        <a:pt x="501" y="1002"/>
                        <a:pt x="601" y="1102"/>
                        <a:pt x="701" y="1235"/>
                      </a:cubicBezTo>
                      <a:cubicBezTo>
                        <a:pt x="868" y="1435"/>
                        <a:pt x="1035" y="1602"/>
                        <a:pt x="1235" y="1769"/>
                      </a:cubicBezTo>
                      <a:cubicBezTo>
                        <a:pt x="1382" y="1876"/>
                        <a:pt x="1465" y="1913"/>
                        <a:pt x="1535" y="1913"/>
                      </a:cubicBezTo>
                      <a:cubicBezTo>
                        <a:pt x="1640" y="1913"/>
                        <a:pt x="1716" y="1829"/>
                        <a:pt x="1936" y="1769"/>
                      </a:cubicBezTo>
                      <a:cubicBezTo>
                        <a:pt x="2025" y="1745"/>
                        <a:pt x="2094" y="1736"/>
                        <a:pt x="2154" y="1736"/>
                      </a:cubicBezTo>
                      <a:cubicBezTo>
                        <a:pt x="2299" y="1736"/>
                        <a:pt x="2390" y="1785"/>
                        <a:pt x="2574" y="1785"/>
                      </a:cubicBezTo>
                      <a:cubicBezTo>
                        <a:pt x="2629" y="1785"/>
                        <a:pt x="2693" y="1781"/>
                        <a:pt x="2770" y="1769"/>
                      </a:cubicBezTo>
                      <a:cubicBezTo>
                        <a:pt x="3203" y="1702"/>
                        <a:pt x="3203" y="1735"/>
                        <a:pt x="3337" y="1635"/>
                      </a:cubicBezTo>
                      <a:cubicBezTo>
                        <a:pt x="3437" y="1569"/>
                        <a:pt x="3537" y="1469"/>
                        <a:pt x="3604" y="1369"/>
                      </a:cubicBezTo>
                      <a:cubicBezTo>
                        <a:pt x="3604" y="1369"/>
                        <a:pt x="3904" y="1202"/>
                        <a:pt x="4037" y="1135"/>
                      </a:cubicBezTo>
                      <a:cubicBezTo>
                        <a:pt x="4088" y="1110"/>
                        <a:pt x="4139" y="1099"/>
                        <a:pt x="4188" y="1099"/>
                      </a:cubicBezTo>
                      <a:cubicBezTo>
                        <a:pt x="4268" y="1099"/>
                        <a:pt x="4342" y="1127"/>
                        <a:pt x="4404" y="1168"/>
                      </a:cubicBezTo>
                      <a:cubicBezTo>
                        <a:pt x="4471" y="1235"/>
                        <a:pt x="4904" y="1535"/>
                        <a:pt x="4904" y="1535"/>
                      </a:cubicBezTo>
                      <a:lnTo>
                        <a:pt x="5338" y="1769"/>
                      </a:lnTo>
                      <a:lnTo>
                        <a:pt x="5872" y="1669"/>
                      </a:lnTo>
                      <a:cubicBezTo>
                        <a:pt x="5972" y="1635"/>
                        <a:pt x="6039" y="1602"/>
                        <a:pt x="6139" y="1535"/>
                      </a:cubicBezTo>
                      <a:cubicBezTo>
                        <a:pt x="6039" y="1068"/>
                        <a:pt x="5838" y="601"/>
                        <a:pt x="5538" y="234"/>
                      </a:cubicBezTo>
                      <a:lnTo>
                        <a:pt x="5038" y="201"/>
                      </a:lnTo>
                      <a:cubicBezTo>
                        <a:pt x="4989" y="191"/>
                        <a:pt x="4943" y="187"/>
                        <a:pt x="4899" y="187"/>
                      </a:cubicBezTo>
                      <a:cubicBezTo>
                        <a:pt x="4793" y="187"/>
                        <a:pt x="4699" y="211"/>
                        <a:pt x="4604" y="234"/>
                      </a:cubicBezTo>
                      <a:lnTo>
                        <a:pt x="3904" y="368"/>
                      </a:lnTo>
                      <a:cubicBezTo>
                        <a:pt x="3570" y="435"/>
                        <a:pt x="3537" y="501"/>
                        <a:pt x="3337" y="535"/>
                      </a:cubicBezTo>
                      <a:cubicBezTo>
                        <a:pt x="3137" y="535"/>
                        <a:pt x="2936" y="535"/>
                        <a:pt x="2770" y="501"/>
                      </a:cubicBezTo>
                      <a:cubicBezTo>
                        <a:pt x="2770" y="501"/>
                        <a:pt x="2236" y="401"/>
                        <a:pt x="1969" y="368"/>
                      </a:cubicBezTo>
                      <a:cubicBezTo>
                        <a:pt x="1919" y="351"/>
                        <a:pt x="1861" y="343"/>
                        <a:pt x="1798" y="343"/>
                      </a:cubicBezTo>
                      <a:cubicBezTo>
                        <a:pt x="1736" y="343"/>
                        <a:pt x="1669" y="351"/>
                        <a:pt x="1602" y="368"/>
                      </a:cubicBezTo>
                      <a:cubicBezTo>
                        <a:pt x="1602" y="368"/>
                        <a:pt x="1302" y="334"/>
                        <a:pt x="1068" y="268"/>
                      </a:cubicBezTo>
                      <a:cubicBezTo>
                        <a:pt x="802" y="234"/>
                        <a:pt x="735" y="234"/>
                        <a:pt x="56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60" name="Google Shape;25260;p57"/>
                <p:cNvSpPr/>
                <p:nvPr/>
              </p:nvSpPr>
              <p:spPr>
                <a:xfrm>
                  <a:off x="6065295" y="2862775"/>
                  <a:ext cx="716067" cy="33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06" h="3046" extrusionOk="0">
                      <a:moveTo>
                        <a:pt x="201" y="1"/>
                      </a:moveTo>
                      <a:cubicBezTo>
                        <a:pt x="134" y="1"/>
                        <a:pt x="67" y="34"/>
                        <a:pt x="0" y="34"/>
                      </a:cubicBezTo>
                      <a:cubicBezTo>
                        <a:pt x="150" y="1828"/>
                        <a:pt x="1640" y="3046"/>
                        <a:pt x="3261" y="3046"/>
                      </a:cubicBezTo>
                      <a:cubicBezTo>
                        <a:pt x="3809" y="3046"/>
                        <a:pt x="4373" y="2906"/>
                        <a:pt x="4904" y="2603"/>
                      </a:cubicBezTo>
                      <a:cubicBezTo>
                        <a:pt x="4737" y="2536"/>
                        <a:pt x="4537" y="2469"/>
                        <a:pt x="4370" y="2436"/>
                      </a:cubicBezTo>
                      <a:cubicBezTo>
                        <a:pt x="4259" y="2410"/>
                        <a:pt x="4185" y="2400"/>
                        <a:pt x="4133" y="2400"/>
                      </a:cubicBezTo>
                      <a:cubicBezTo>
                        <a:pt x="3981" y="2400"/>
                        <a:pt x="4010" y="2486"/>
                        <a:pt x="3836" y="2536"/>
                      </a:cubicBezTo>
                      <a:cubicBezTo>
                        <a:pt x="3774" y="2551"/>
                        <a:pt x="3705" y="2558"/>
                        <a:pt x="3636" y="2558"/>
                      </a:cubicBezTo>
                      <a:cubicBezTo>
                        <a:pt x="3407" y="2558"/>
                        <a:pt x="3177" y="2487"/>
                        <a:pt x="3203" y="2436"/>
                      </a:cubicBezTo>
                      <a:cubicBezTo>
                        <a:pt x="3303" y="2369"/>
                        <a:pt x="3369" y="2302"/>
                        <a:pt x="3470" y="2236"/>
                      </a:cubicBezTo>
                      <a:cubicBezTo>
                        <a:pt x="3603" y="2252"/>
                        <a:pt x="3736" y="2261"/>
                        <a:pt x="3870" y="2261"/>
                      </a:cubicBezTo>
                      <a:cubicBezTo>
                        <a:pt x="4003" y="2261"/>
                        <a:pt x="4137" y="2252"/>
                        <a:pt x="4270" y="2236"/>
                      </a:cubicBezTo>
                      <a:cubicBezTo>
                        <a:pt x="4537" y="2169"/>
                        <a:pt x="4804" y="2036"/>
                        <a:pt x="5037" y="1902"/>
                      </a:cubicBezTo>
                      <a:cubicBezTo>
                        <a:pt x="5338" y="1702"/>
                        <a:pt x="5271" y="1769"/>
                        <a:pt x="6005" y="1302"/>
                      </a:cubicBezTo>
                      <a:cubicBezTo>
                        <a:pt x="6071" y="1235"/>
                        <a:pt x="6171" y="1202"/>
                        <a:pt x="6238" y="1168"/>
                      </a:cubicBezTo>
                      <a:cubicBezTo>
                        <a:pt x="6372" y="901"/>
                        <a:pt x="6472" y="601"/>
                        <a:pt x="6505" y="334"/>
                      </a:cubicBezTo>
                      <a:lnTo>
                        <a:pt x="6505" y="334"/>
                      </a:lnTo>
                      <a:lnTo>
                        <a:pt x="5905" y="401"/>
                      </a:lnTo>
                      <a:cubicBezTo>
                        <a:pt x="5004" y="501"/>
                        <a:pt x="5371" y="501"/>
                        <a:pt x="5204" y="601"/>
                      </a:cubicBezTo>
                      <a:cubicBezTo>
                        <a:pt x="5037" y="701"/>
                        <a:pt x="5004" y="735"/>
                        <a:pt x="4937" y="901"/>
                      </a:cubicBezTo>
                      <a:cubicBezTo>
                        <a:pt x="4871" y="1068"/>
                        <a:pt x="4770" y="1168"/>
                        <a:pt x="4637" y="1268"/>
                      </a:cubicBezTo>
                      <a:cubicBezTo>
                        <a:pt x="4337" y="1402"/>
                        <a:pt x="4037" y="1502"/>
                        <a:pt x="3736" y="1569"/>
                      </a:cubicBezTo>
                      <a:cubicBezTo>
                        <a:pt x="3596" y="1594"/>
                        <a:pt x="3461" y="1605"/>
                        <a:pt x="3329" y="1605"/>
                      </a:cubicBezTo>
                      <a:cubicBezTo>
                        <a:pt x="3115" y="1605"/>
                        <a:pt x="2909" y="1576"/>
                        <a:pt x="2702" y="1535"/>
                      </a:cubicBezTo>
                      <a:cubicBezTo>
                        <a:pt x="2069" y="1468"/>
                        <a:pt x="2302" y="1368"/>
                        <a:pt x="1968" y="1135"/>
                      </a:cubicBezTo>
                      <a:cubicBezTo>
                        <a:pt x="1768" y="935"/>
                        <a:pt x="1568" y="735"/>
                        <a:pt x="1435" y="468"/>
                      </a:cubicBezTo>
                      <a:cubicBezTo>
                        <a:pt x="1235" y="301"/>
                        <a:pt x="1034" y="168"/>
                        <a:pt x="801" y="67"/>
                      </a:cubicBezTo>
                      <a:cubicBezTo>
                        <a:pt x="601" y="34"/>
                        <a:pt x="401" y="1"/>
                        <a:pt x="201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261" name="Google Shape;25261;p57"/>
          <p:cNvGrpSpPr/>
          <p:nvPr/>
        </p:nvGrpSpPr>
        <p:grpSpPr>
          <a:xfrm rot="1592248">
            <a:off x="-228183" y="2401745"/>
            <a:ext cx="1926500" cy="2239678"/>
            <a:chOff x="-1470741" y="4281315"/>
            <a:chExt cx="2074541" cy="2411785"/>
          </a:xfrm>
        </p:grpSpPr>
        <p:sp>
          <p:nvSpPr>
            <p:cNvPr id="25262" name="Google Shape;25262;p57"/>
            <p:cNvSpPr/>
            <p:nvPr/>
          </p:nvSpPr>
          <p:spPr>
            <a:xfrm flipH="1">
              <a:off x="-1470741" y="4504609"/>
              <a:ext cx="582076" cy="321512"/>
            </a:xfrm>
            <a:custGeom>
              <a:avLst/>
              <a:gdLst/>
              <a:ahLst/>
              <a:cxnLst/>
              <a:rect l="l" t="t" r="r" b="b"/>
              <a:pathLst>
                <a:path w="35776" h="19758" extrusionOk="0">
                  <a:moveTo>
                    <a:pt x="9180" y="13709"/>
                  </a:moveTo>
                  <a:cubicBezTo>
                    <a:pt x="8298" y="14013"/>
                    <a:pt x="7447" y="14469"/>
                    <a:pt x="6535" y="14469"/>
                  </a:cubicBezTo>
                  <a:cubicBezTo>
                    <a:pt x="6292" y="14439"/>
                    <a:pt x="6049" y="14499"/>
                    <a:pt x="5836" y="14591"/>
                  </a:cubicBezTo>
                  <a:cubicBezTo>
                    <a:pt x="5623" y="14743"/>
                    <a:pt x="5441" y="14986"/>
                    <a:pt x="5350" y="15229"/>
                  </a:cubicBezTo>
                  <a:cubicBezTo>
                    <a:pt x="4924" y="15958"/>
                    <a:pt x="4043" y="16232"/>
                    <a:pt x="3222" y="16414"/>
                  </a:cubicBezTo>
                  <a:cubicBezTo>
                    <a:pt x="2401" y="16597"/>
                    <a:pt x="1550" y="16718"/>
                    <a:pt x="882" y="17235"/>
                  </a:cubicBezTo>
                  <a:cubicBezTo>
                    <a:pt x="243" y="17752"/>
                    <a:pt x="0" y="18876"/>
                    <a:pt x="608" y="19393"/>
                  </a:cubicBezTo>
                  <a:cubicBezTo>
                    <a:pt x="1094" y="19728"/>
                    <a:pt x="1702" y="19758"/>
                    <a:pt x="2189" y="19484"/>
                  </a:cubicBezTo>
                  <a:cubicBezTo>
                    <a:pt x="2675" y="19180"/>
                    <a:pt x="3101" y="18846"/>
                    <a:pt x="3465" y="18421"/>
                  </a:cubicBezTo>
                  <a:cubicBezTo>
                    <a:pt x="4590" y="17296"/>
                    <a:pt x="5867" y="16384"/>
                    <a:pt x="7295" y="15685"/>
                  </a:cubicBezTo>
                  <a:cubicBezTo>
                    <a:pt x="8937" y="14864"/>
                    <a:pt x="31277" y="2645"/>
                    <a:pt x="35776" y="1"/>
                  </a:cubicBezTo>
                  <a:cubicBezTo>
                    <a:pt x="25928" y="5502"/>
                    <a:pt x="13648" y="12007"/>
                    <a:pt x="9180" y="137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3" name="Google Shape;25263;p57"/>
            <p:cNvSpPr/>
            <p:nvPr/>
          </p:nvSpPr>
          <p:spPr>
            <a:xfrm flipH="1">
              <a:off x="202303" y="4281315"/>
              <a:ext cx="401496" cy="221734"/>
            </a:xfrm>
            <a:custGeom>
              <a:avLst/>
              <a:gdLst/>
              <a:ahLst/>
              <a:cxnLst/>
              <a:rect l="l" t="t" r="r" b="b"/>
              <a:pathLst>
                <a:path w="35776" h="19758" extrusionOk="0">
                  <a:moveTo>
                    <a:pt x="9180" y="13709"/>
                  </a:moveTo>
                  <a:cubicBezTo>
                    <a:pt x="8298" y="14013"/>
                    <a:pt x="7447" y="14469"/>
                    <a:pt x="6535" y="14469"/>
                  </a:cubicBezTo>
                  <a:cubicBezTo>
                    <a:pt x="6292" y="14439"/>
                    <a:pt x="6049" y="14499"/>
                    <a:pt x="5836" y="14591"/>
                  </a:cubicBezTo>
                  <a:cubicBezTo>
                    <a:pt x="5623" y="14743"/>
                    <a:pt x="5441" y="14986"/>
                    <a:pt x="5350" y="15229"/>
                  </a:cubicBezTo>
                  <a:cubicBezTo>
                    <a:pt x="4924" y="15958"/>
                    <a:pt x="4043" y="16232"/>
                    <a:pt x="3222" y="16414"/>
                  </a:cubicBezTo>
                  <a:cubicBezTo>
                    <a:pt x="2401" y="16597"/>
                    <a:pt x="1550" y="16718"/>
                    <a:pt x="882" y="17235"/>
                  </a:cubicBezTo>
                  <a:cubicBezTo>
                    <a:pt x="243" y="17752"/>
                    <a:pt x="0" y="18876"/>
                    <a:pt x="608" y="19393"/>
                  </a:cubicBezTo>
                  <a:cubicBezTo>
                    <a:pt x="1094" y="19728"/>
                    <a:pt x="1702" y="19758"/>
                    <a:pt x="2189" y="19484"/>
                  </a:cubicBezTo>
                  <a:cubicBezTo>
                    <a:pt x="2675" y="19180"/>
                    <a:pt x="3101" y="18846"/>
                    <a:pt x="3465" y="18421"/>
                  </a:cubicBezTo>
                  <a:cubicBezTo>
                    <a:pt x="4590" y="17296"/>
                    <a:pt x="5867" y="16384"/>
                    <a:pt x="7295" y="15685"/>
                  </a:cubicBezTo>
                  <a:cubicBezTo>
                    <a:pt x="8937" y="14864"/>
                    <a:pt x="31277" y="2645"/>
                    <a:pt x="35776" y="1"/>
                  </a:cubicBezTo>
                  <a:cubicBezTo>
                    <a:pt x="25928" y="5502"/>
                    <a:pt x="13648" y="12007"/>
                    <a:pt x="9180" y="137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4" name="Google Shape;25264;p57"/>
            <p:cNvSpPr/>
            <p:nvPr/>
          </p:nvSpPr>
          <p:spPr>
            <a:xfrm flipH="1">
              <a:off x="-393420" y="6434369"/>
              <a:ext cx="468487" cy="258731"/>
            </a:xfrm>
            <a:custGeom>
              <a:avLst/>
              <a:gdLst/>
              <a:ahLst/>
              <a:cxnLst/>
              <a:rect l="l" t="t" r="r" b="b"/>
              <a:pathLst>
                <a:path w="35776" h="19758" extrusionOk="0">
                  <a:moveTo>
                    <a:pt x="9180" y="13709"/>
                  </a:moveTo>
                  <a:cubicBezTo>
                    <a:pt x="8298" y="14013"/>
                    <a:pt x="7447" y="14469"/>
                    <a:pt x="6535" y="14469"/>
                  </a:cubicBezTo>
                  <a:cubicBezTo>
                    <a:pt x="6292" y="14439"/>
                    <a:pt x="6049" y="14499"/>
                    <a:pt x="5836" y="14591"/>
                  </a:cubicBezTo>
                  <a:cubicBezTo>
                    <a:pt x="5623" y="14743"/>
                    <a:pt x="5441" y="14986"/>
                    <a:pt x="5350" y="15229"/>
                  </a:cubicBezTo>
                  <a:cubicBezTo>
                    <a:pt x="4924" y="15958"/>
                    <a:pt x="4043" y="16232"/>
                    <a:pt x="3222" y="16414"/>
                  </a:cubicBezTo>
                  <a:cubicBezTo>
                    <a:pt x="2401" y="16597"/>
                    <a:pt x="1550" y="16718"/>
                    <a:pt x="882" y="17235"/>
                  </a:cubicBezTo>
                  <a:cubicBezTo>
                    <a:pt x="243" y="17752"/>
                    <a:pt x="0" y="18876"/>
                    <a:pt x="608" y="19393"/>
                  </a:cubicBezTo>
                  <a:cubicBezTo>
                    <a:pt x="1094" y="19728"/>
                    <a:pt x="1702" y="19758"/>
                    <a:pt x="2189" y="19484"/>
                  </a:cubicBezTo>
                  <a:cubicBezTo>
                    <a:pt x="2675" y="19180"/>
                    <a:pt x="3101" y="18846"/>
                    <a:pt x="3465" y="18421"/>
                  </a:cubicBezTo>
                  <a:cubicBezTo>
                    <a:pt x="4590" y="17296"/>
                    <a:pt x="5867" y="16384"/>
                    <a:pt x="7295" y="15685"/>
                  </a:cubicBezTo>
                  <a:cubicBezTo>
                    <a:pt x="8937" y="14864"/>
                    <a:pt x="31277" y="2645"/>
                    <a:pt x="35776" y="1"/>
                  </a:cubicBezTo>
                  <a:cubicBezTo>
                    <a:pt x="25928" y="5502"/>
                    <a:pt x="13648" y="12007"/>
                    <a:pt x="9180" y="137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Big Shoulders Text"/>
              <a:buNone/>
              <a:defRPr sz="30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Big Shoulders Text"/>
              <a:buNone/>
              <a:defRPr sz="28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Big Shoulders Text"/>
              <a:buNone/>
              <a:defRPr sz="28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Big Shoulders Text"/>
              <a:buNone/>
              <a:defRPr sz="28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Big Shoulders Text"/>
              <a:buNone/>
              <a:defRPr sz="28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Big Shoulders Text"/>
              <a:buNone/>
              <a:defRPr sz="28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Big Shoulders Text"/>
              <a:buNone/>
              <a:defRPr sz="28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Big Shoulders Text"/>
              <a:buNone/>
              <a:defRPr sz="28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Big Shoulders Text"/>
              <a:buNone/>
              <a:defRPr sz="2800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54100" cy="3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●"/>
              <a:defRPr sz="18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●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●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Char char="○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Roboto"/>
              <a:buChar char="■"/>
              <a:defRPr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7" r:id="rId3"/>
    <p:sldLayoutId id="2147483658" r:id="rId4"/>
    <p:sldLayoutId id="2147483659" r:id="rId5"/>
    <p:sldLayoutId id="2147483661" r:id="rId6"/>
    <p:sldLayoutId id="2147483662" r:id="rId7"/>
    <p:sldLayoutId id="2147483666" r:id="rId8"/>
    <p:sldLayoutId id="2147483701" r:id="rId9"/>
    <p:sldLayoutId id="2147483702" r:id="rId10"/>
    <p:sldLayoutId id="214748370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slide" Target="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157_1191076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8/10/relationships/comments" Target="../comments/modernComment_162_198E0C0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65_15BE0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67_6F90D51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.png"/><Relationship Id="rId3" Type="http://schemas.microsoft.com/office/2018/10/relationships/comments" Target="../comments/modernComment_10D_0.xml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slide" Target="slide2.xml"/><Relationship Id="rId9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64_59E57DEF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.png"/><Relationship Id="rId5" Type="http://schemas.openxmlformats.org/officeDocument/2006/relationships/image" Target="../media/image19.png"/><Relationship Id="rId4" Type="http://schemas.openxmlformats.org/officeDocument/2006/relationships/image" Target="../media/image11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.png"/><Relationship Id="rId5" Type="http://schemas.openxmlformats.org/officeDocument/2006/relationships/image" Target="../media/image19.png"/><Relationship Id="rId4" Type="http://schemas.openxmlformats.org/officeDocument/2006/relationships/image" Target="../media/image11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.png"/><Relationship Id="rId4" Type="http://schemas.openxmlformats.org/officeDocument/2006/relationships/image" Target="../media/image13.svg"/><Relationship Id="rId9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microsoft.com/office/2018/10/relationships/comments" Target="../comments/modernComment_15E_BB24B0C4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nl.gov/main/publications/external/technical_reports/PNNL-18284.pdf" TargetMode="External"/><Relationship Id="rId2" Type="http://schemas.openxmlformats.org/officeDocument/2006/relationships/hyperlink" Target="https://doi.org/10.1007/978-94-009-1559-6_1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2" name="Google Shape;25282;p64"/>
          <p:cNvSpPr txBox="1">
            <a:spLocks noGrp="1"/>
          </p:cNvSpPr>
          <p:nvPr>
            <p:ph type="ctrTitle"/>
          </p:nvPr>
        </p:nvSpPr>
        <p:spPr>
          <a:xfrm>
            <a:off x="713250" y="539500"/>
            <a:ext cx="7717500" cy="111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rade Gothic Inline" panose="020F0502020204030204" pitchFamily="34" charset="0"/>
              </a:rPr>
              <a:t>StarBound</a:t>
            </a:r>
          </a:p>
        </p:txBody>
      </p:sp>
      <p:sp>
        <p:nvSpPr>
          <p:cNvPr id="25283" name="Google Shape;25283;p64"/>
          <p:cNvSpPr txBox="1">
            <a:spLocks noGrp="1"/>
          </p:cNvSpPr>
          <p:nvPr>
            <p:ph type="subTitle" idx="1"/>
          </p:nvPr>
        </p:nvSpPr>
        <p:spPr>
          <a:xfrm>
            <a:off x="2856900" y="1772617"/>
            <a:ext cx="3430200" cy="3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From Biomass to Beyond</a:t>
            </a:r>
          </a:p>
        </p:txBody>
      </p:sp>
      <p:cxnSp>
        <p:nvCxnSpPr>
          <p:cNvPr id="25284" name="Google Shape;25284;p64"/>
          <p:cNvCxnSpPr/>
          <p:nvPr/>
        </p:nvCxnSpPr>
        <p:spPr>
          <a:xfrm>
            <a:off x="1424748" y="1658500"/>
            <a:ext cx="61692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5285" name="Google Shape;25285;p64"/>
          <p:cNvGrpSpPr/>
          <p:nvPr/>
        </p:nvGrpSpPr>
        <p:grpSpPr>
          <a:xfrm rot="727086">
            <a:off x="440215" y="2268807"/>
            <a:ext cx="10233532" cy="5739700"/>
            <a:chOff x="631945" y="2033412"/>
            <a:chExt cx="10469287" cy="5871929"/>
          </a:xfrm>
        </p:grpSpPr>
        <p:grpSp>
          <p:nvGrpSpPr>
            <p:cNvPr id="25286" name="Google Shape;25286;p64"/>
            <p:cNvGrpSpPr/>
            <p:nvPr/>
          </p:nvGrpSpPr>
          <p:grpSpPr>
            <a:xfrm rot="-369367">
              <a:off x="862079" y="2556147"/>
              <a:ext cx="10009019" cy="4826460"/>
              <a:chOff x="-1565187" y="1087515"/>
              <a:chExt cx="11286493" cy="6271018"/>
            </a:xfrm>
          </p:grpSpPr>
          <p:sp>
            <p:nvSpPr>
              <p:cNvPr id="25287" name="Google Shape;25287;p64"/>
              <p:cNvSpPr/>
              <p:nvPr/>
            </p:nvSpPr>
            <p:spPr>
              <a:xfrm>
                <a:off x="-1565187" y="1087515"/>
                <a:ext cx="11286493" cy="6271018"/>
              </a:xfrm>
              <a:custGeom>
                <a:avLst/>
                <a:gdLst/>
                <a:ahLst/>
                <a:cxnLst/>
                <a:rect l="l" t="t" r="r" b="b"/>
                <a:pathLst>
                  <a:path w="344810" h="206114" extrusionOk="0">
                    <a:moveTo>
                      <a:pt x="91917" y="34621"/>
                    </a:moveTo>
                    <a:cubicBezTo>
                      <a:pt x="82282" y="48603"/>
                      <a:pt x="78482" y="64470"/>
                      <a:pt x="79029" y="80093"/>
                    </a:cubicBezTo>
                    <a:cubicBezTo>
                      <a:pt x="79273" y="87084"/>
                      <a:pt x="80397" y="94105"/>
                      <a:pt x="83832" y="100610"/>
                    </a:cubicBezTo>
                    <a:cubicBezTo>
                      <a:pt x="89790" y="111948"/>
                      <a:pt x="102920" y="122161"/>
                      <a:pt x="117602" y="127936"/>
                    </a:cubicBezTo>
                    <a:cubicBezTo>
                      <a:pt x="132283" y="133680"/>
                      <a:pt x="147116" y="138392"/>
                      <a:pt x="163681" y="139972"/>
                    </a:cubicBezTo>
                    <a:cubicBezTo>
                      <a:pt x="189791" y="142434"/>
                      <a:pt x="220065" y="138240"/>
                      <a:pt x="240431" y="126021"/>
                    </a:cubicBezTo>
                    <a:cubicBezTo>
                      <a:pt x="248698" y="121066"/>
                      <a:pt x="255081" y="114440"/>
                      <a:pt x="258668" y="107115"/>
                    </a:cubicBezTo>
                    <a:cubicBezTo>
                      <a:pt x="262468" y="99303"/>
                      <a:pt x="263045" y="90428"/>
                      <a:pt x="258273" y="82920"/>
                    </a:cubicBezTo>
                    <a:cubicBezTo>
                      <a:pt x="253501" y="75443"/>
                      <a:pt x="242832" y="69759"/>
                      <a:pt x="231464" y="70032"/>
                    </a:cubicBezTo>
                    <a:cubicBezTo>
                      <a:pt x="220065" y="70306"/>
                      <a:pt x="209275" y="77540"/>
                      <a:pt x="209579" y="85807"/>
                    </a:cubicBezTo>
                    <a:cubicBezTo>
                      <a:pt x="204868" y="80093"/>
                      <a:pt x="208941" y="71613"/>
                      <a:pt x="217512" y="69242"/>
                    </a:cubicBezTo>
                    <a:cubicBezTo>
                      <a:pt x="220765" y="68360"/>
                      <a:pt x="224412" y="68239"/>
                      <a:pt x="227482" y="67023"/>
                    </a:cubicBezTo>
                    <a:cubicBezTo>
                      <a:pt x="229944" y="66050"/>
                      <a:pt x="231798" y="64439"/>
                      <a:pt x="234139" y="63284"/>
                    </a:cubicBezTo>
                    <a:cubicBezTo>
                      <a:pt x="242498" y="59272"/>
                      <a:pt x="255720" y="64075"/>
                      <a:pt x="256236" y="71339"/>
                    </a:cubicBezTo>
                    <a:cubicBezTo>
                      <a:pt x="256328" y="72433"/>
                      <a:pt x="256176" y="73619"/>
                      <a:pt x="256905" y="74591"/>
                    </a:cubicBezTo>
                    <a:cubicBezTo>
                      <a:pt x="259367" y="77965"/>
                      <a:pt x="266480" y="74774"/>
                      <a:pt x="271708" y="75351"/>
                    </a:cubicBezTo>
                    <a:cubicBezTo>
                      <a:pt x="277118" y="75929"/>
                      <a:pt x="279519" y="80549"/>
                      <a:pt x="280279" y="84470"/>
                    </a:cubicBezTo>
                    <a:cubicBezTo>
                      <a:pt x="281860" y="92677"/>
                      <a:pt x="280918" y="101157"/>
                      <a:pt x="277574" y="108817"/>
                    </a:cubicBezTo>
                    <a:cubicBezTo>
                      <a:pt x="283927" y="105899"/>
                      <a:pt x="288547" y="100185"/>
                      <a:pt x="290097" y="93346"/>
                    </a:cubicBezTo>
                    <a:cubicBezTo>
                      <a:pt x="291435" y="87266"/>
                      <a:pt x="290432" y="81066"/>
                      <a:pt x="289428" y="74956"/>
                    </a:cubicBezTo>
                    <a:cubicBezTo>
                      <a:pt x="296085" y="81370"/>
                      <a:pt x="298942" y="89789"/>
                      <a:pt x="297058" y="97722"/>
                    </a:cubicBezTo>
                    <a:cubicBezTo>
                      <a:pt x="306298" y="76719"/>
                      <a:pt x="302347" y="53983"/>
                      <a:pt x="296176" y="32463"/>
                    </a:cubicBezTo>
                    <a:cubicBezTo>
                      <a:pt x="295021" y="28542"/>
                      <a:pt x="293866" y="24560"/>
                      <a:pt x="294565" y="20579"/>
                    </a:cubicBezTo>
                    <a:cubicBezTo>
                      <a:pt x="295264" y="16627"/>
                      <a:pt x="298274" y="12615"/>
                      <a:pt x="303380" y="11095"/>
                    </a:cubicBezTo>
                    <a:cubicBezTo>
                      <a:pt x="313168" y="8177"/>
                      <a:pt x="322833" y="15533"/>
                      <a:pt x="327180" y="22493"/>
                    </a:cubicBezTo>
                    <a:cubicBezTo>
                      <a:pt x="332925" y="31642"/>
                      <a:pt x="335782" y="41582"/>
                      <a:pt x="338031" y="51521"/>
                    </a:cubicBezTo>
                    <a:cubicBezTo>
                      <a:pt x="342013" y="69151"/>
                      <a:pt x="344202" y="87175"/>
                      <a:pt x="344536" y="105261"/>
                    </a:cubicBezTo>
                    <a:cubicBezTo>
                      <a:pt x="344809" y="119182"/>
                      <a:pt x="343928" y="133316"/>
                      <a:pt x="338426" y="146659"/>
                    </a:cubicBezTo>
                    <a:cubicBezTo>
                      <a:pt x="332894" y="160003"/>
                      <a:pt x="322347" y="172648"/>
                      <a:pt x="306450" y="180459"/>
                    </a:cubicBezTo>
                    <a:cubicBezTo>
                      <a:pt x="294140" y="186508"/>
                      <a:pt x="279459" y="189365"/>
                      <a:pt x="265142" y="192101"/>
                    </a:cubicBezTo>
                    <a:cubicBezTo>
                      <a:pt x="239184" y="197025"/>
                      <a:pt x="213105" y="202040"/>
                      <a:pt x="186448" y="204077"/>
                    </a:cubicBezTo>
                    <a:cubicBezTo>
                      <a:pt x="159791" y="206113"/>
                      <a:pt x="132283" y="205110"/>
                      <a:pt x="107145" y="198393"/>
                    </a:cubicBezTo>
                    <a:cubicBezTo>
                      <a:pt x="96385" y="195505"/>
                      <a:pt x="83224" y="191888"/>
                      <a:pt x="74531" y="197359"/>
                    </a:cubicBezTo>
                    <a:cubicBezTo>
                      <a:pt x="72008" y="198970"/>
                      <a:pt x="70123" y="201250"/>
                      <a:pt x="66962" y="202010"/>
                    </a:cubicBezTo>
                    <a:cubicBezTo>
                      <a:pt x="63528" y="202830"/>
                      <a:pt x="59941" y="201584"/>
                      <a:pt x="56780" y="200368"/>
                    </a:cubicBezTo>
                    <a:lnTo>
                      <a:pt x="27813" y="189183"/>
                    </a:lnTo>
                    <a:cubicBezTo>
                      <a:pt x="23010" y="187359"/>
                      <a:pt x="17995" y="185353"/>
                      <a:pt x="15198" y="181949"/>
                    </a:cubicBezTo>
                    <a:cubicBezTo>
                      <a:pt x="10548" y="176234"/>
                      <a:pt x="13071" y="167693"/>
                      <a:pt x="5867" y="163650"/>
                    </a:cubicBezTo>
                    <a:cubicBezTo>
                      <a:pt x="7934" y="160672"/>
                      <a:pt x="1" y="161036"/>
                      <a:pt x="4560" y="160884"/>
                    </a:cubicBezTo>
                    <a:cubicBezTo>
                      <a:pt x="7204" y="132495"/>
                      <a:pt x="3131" y="107267"/>
                      <a:pt x="18816" y="73649"/>
                    </a:cubicBezTo>
                    <a:cubicBezTo>
                      <a:pt x="24530" y="61369"/>
                      <a:pt x="34925" y="50488"/>
                      <a:pt x="46688" y="40700"/>
                    </a:cubicBezTo>
                    <a:cubicBezTo>
                      <a:pt x="71370" y="20183"/>
                      <a:pt x="104531" y="2524"/>
                      <a:pt x="142860" y="1"/>
                    </a:cubicBezTo>
                    <a:cubicBezTo>
                      <a:pt x="120854" y="5259"/>
                      <a:pt x="102069" y="19910"/>
                      <a:pt x="91917" y="3462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8" name="Google Shape;25288;p64"/>
              <p:cNvSpPr/>
              <p:nvPr/>
            </p:nvSpPr>
            <p:spPr>
              <a:xfrm>
                <a:off x="-158454" y="1585956"/>
                <a:ext cx="5860132" cy="5066006"/>
              </a:xfrm>
              <a:custGeom>
                <a:avLst/>
                <a:gdLst/>
                <a:ahLst/>
                <a:cxnLst/>
                <a:rect l="l" t="t" r="r" b="b"/>
                <a:pathLst>
                  <a:path w="179031" h="166508" extrusionOk="0">
                    <a:moveTo>
                      <a:pt x="26505" y="22767"/>
                    </a:moveTo>
                    <a:cubicBezTo>
                      <a:pt x="28420" y="20670"/>
                      <a:pt x="30913" y="18907"/>
                      <a:pt x="33405" y="17174"/>
                    </a:cubicBezTo>
                    <a:cubicBezTo>
                      <a:pt x="43648" y="10031"/>
                      <a:pt x="51308" y="7144"/>
                      <a:pt x="61551" y="1"/>
                    </a:cubicBezTo>
                    <a:cubicBezTo>
                      <a:pt x="50579" y="9059"/>
                      <a:pt x="43800" y="14925"/>
                      <a:pt x="36749" y="25928"/>
                    </a:cubicBezTo>
                    <a:cubicBezTo>
                      <a:pt x="26505" y="41856"/>
                      <a:pt x="18481" y="60093"/>
                      <a:pt x="22432" y="77479"/>
                    </a:cubicBezTo>
                    <a:cubicBezTo>
                      <a:pt x="22706" y="78634"/>
                      <a:pt x="23040" y="79820"/>
                      <a:pt x="23891" y="80792"/>
                    </a:cubicBezTo>
                    <a:cubicBezTo>
                      <a:pt x="25077" y="82160"/>
                      <a:pt x="27174" y="82981"/>
                      <a:pt x="28207" y="84409"/>
                    </a:cubicBezTo>
                    <a:cubicBezTo>
                      <a:pt x="29180" y="85716"/>
                      <a:pt x="29089" y="87297"/>
                      <a:pt x="29150" y="88786"/>
                    </a:cubicBezTo>
                    <a:cubicBezTo>
                      <a:pt x="29666" y="101097"/>
                      <a:pt x="41855" y="111340"/>
                      <a:pt x="54560" y="119212"/>
                    </a:cubicBezTo>
                    <a:cubicBezTo>
                      <a:pt x="64287" y="125231"/>
                      <a:pt x="74470" y="130459"/>
                      <a:pt x="85017" y="134927"/>
                    </a:cubicBezTo>
                    <a:cubicBezTo>
                      <a:pt x="70792" y="127571"/>
                      <a:pt x="56232" y="119972"/>
                      <a:pt x="46445" y="109334"/>
                    </a:cubicBezTo>
                    <a:cubicBezTo>
                      <a:pt x="58664" y="118088"/>
                      <a:pt x="74318" y="124197"/>
                      <a:pt x="90944" y="126720"/>
                    </a:cubicBezTo>
                    <a:cubicBezTo>
                      <a:pt x="97266" y="127693"/>
                      <a:pt x="104622" y="128574"/>
                      <a:pt x="107966" y="132708"/>
                    </a:cubicBezTo>
                    <a:cubicBezTo>
                      <a:pt x="109030" y="134015"/>
                      <a:pt x="109546" y="135535"/>
                      <a:pt x="110640" y="136842"/>
                    </a:cubicBezTo>
                    <a:cubicBezTo>
                      <a:pt x="114014" y="140763"/>
                      <a:pt x="121522" y="141219"/>
                      <a:pt x="127662" y="140428"/>
                    </a:cubicBezTo>
                    <a:cubicBezTo>
                      <a:pt x="133832" y="139638"/>
                      <a:pt x="140185" y="137997"/>
                      <a:pt x="146203" y="139273"/>
                    </a:cubicBezTo>
                    <a:cubicBezTo>
                      <a:pt x="149395" y="139973"/>
                      <a:pt x="152191" y="141432"/>
                      <a:pt x="155109" y="142678"/>
                    </a:cubicBezTo>
                    <a:cubicBezTo>
                      <a:pt x="162678" y="145778"/>
                      <a:pt x="170824" y="147267"/>
                      <a:pt x="179031" y="147085"/>
                    </a:cubicBezTo>
                    <a:cubicBezTo>
                      <a:pt x="157055" y="150307"/>
                      <a:pt x="136538" y="157632"/>
                      <a:pt x="114683" y="161341"/>
                    </a:cubicBezTo>
                    <a:cubicBezTo>
                      <a:pt x="99364" y="163955"/>
                      <a:pt x="83558" y="164715"/>
                      <a:pt x="67874" y="165505"/>
                    </a:cubicBezTo>
                    <a:cubicBezTo>
                      <a:pt x="57600" y="165991"/>
                      <a:pt x="47235" y="166508"/>
                      <a:pt x="37052" y="165322"/>
                    </a:cubicBezTo>
                    <a:cubicBezTo>
                      <a:pt x="46779" y="163134"/>
                      <a:pt x="55837" y="159304"/>
                      <a:pt x="63375" y="154258"/>
                    </a:cubicBezTo>
                    <a:cubicBezTo>
                      <a:pt x="53649" y="148149"/>
                      <a:pt x="44378" y="141371"/>
                      <a:pt x="35624" y="133924"/>
                    </a:cubicBezTo>
                    <a:cubicBezTo>
                      <a:pt x="21125" y="121522"/>
                      <a:pt x="8389" y="106781"/>
                      <a:pt x="7265" y="90367"/>
                    </a:cubicBezTo>
                    <a:cubicBezTo>
                      <a:pt x="6231" y="88634"/>
                      <a:pt x="6414" y="86446"/>
                      <a:pt x="7751" y="84957"/>
                    </a:cubicBezTo>
                    <a:cubicBezTo>
                      <a:pt x="8481" y="90823"/>
                      <a:pt x="10517" y="96476"/>
                      <a:pt x="13709" y="101461"/>
                    </a:cubicBezTo>
                    <a:cubicBezTo>
                      <a:pt x="16687" y="98209"/>
                      <a:pt x="14377" y="93893"/>
                      <a:pt x="13283" y="90063"/>
                    </a:cubicBezTo>
                    <a:cubicBezTo>
                      <a:pt x="12432" y="87084"/>
                      <a:pt x="12341" y="84014"/>
                      <a:pt x="12280" y="80975"/>
                    </a:cubicBezTo>
                    <a:lnTo>
                      <a:pt x="11733" y="53406"/>
                    </a:lnTo>
                    <a:cubicBezTo>
                      <a:pt x="5836" y="62859"/>
                      <a:pt x="4407" y="73832"/>
                      <a:pt x="7751" y="83923"/>
                    </a:cubicBezTo>
                    <a:cubicBezTo>
                      <a:pt x="3921" y="77753"/>
                      <a:pt x="0" y="70792"/>
                      <a:pt x="2857" y="64318"/>
                    </a:cubicBezTo>
                    <a:cubicBezTo>
                      <a:pt x="3982" y="61734"/>
                      <a:pt x="6201" y="59363"/>
                      <a:pt x="6687" y="56689"/>
                    </a:cubicBezTo>
                    <a:cubicBezTo>
                      <a:pt x="7082" y="54379"/>
                      <a:pt x="6201" y="52038"/>
                      <a:pt x="6383" y="49698"/>
                    </a:cubicBezTo>
                    <a:cubicBezTo>
                      <a:pt x="6687" y="44804"/>
                      <a:pt x="10791" y="37843"/>
                      <a:pt x="14651" y="33801"/>
                    </a:cubicBezTo>
                    <a:cubicBezTo>
                      <a:pt x="16019" y="32403"/>
                      <a:pt x="17873" y="31308"/>
                      <a:pt x="19514" y="30062"/>
                    </a:cubicBezTo>
                    <a:cubicBezTo>
                      <a:pt x="21216" y="28755"/>
                      <a:pt x="26748" y="24713"/>
                      <a:pt x="26505" y="2276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9" name="Google Shape;25289;p64"/>
              <p:cNvSpPr/>
              <p:nvPr/>
            </p:nvSpPr>
            <p:spPr>
              <a:xfrm>
                <a:off x="-1473674" y="3228350"/>
                <a:ext cx="2139134" cy="3539188"/>
              </a:xfrm>
              <a:custGeom>
                <a:avLst/>
                <a:gdLst/>
                <a:ahLst/>
                <a:cxnLst/>
                <a:rect l="l" t="t" r="r" b="b"/>
                <a:pathLst>
                  <a:path w="65352" h="116325" extrusionOk="0">
                    <a:moveTo>
                      <a:pt x="11369" y="33223"/>
                    </a:moveTo>
                    <a:cubicBezTo>
                      <a:pt x="11460" y="29180"/>
                      <a:pt x="12676" y="25229"/>
                      <a:pt x="13861" y="21277"/>
                    </a:cubicBezTo>
                    <a:cubicBezTo>
                      <a:pt x="14895" y="17903"/>
                      <a:pt x="15928" y="14499"/>
                      <a:pt x="17479" y="11216"/>
                    </a:cubicBezTo>
                    <a:cubicBezTo>
                      <a:pt x="19424" y="6839"/>
                      <a:pt x="22403" y="3010"/>
                      <a:pt x="26141" y="0"/>
                    </a:cubicBezTo>
                    <a:cubicBezTo>
                      <a:pt x="19697" y="17721"/>
                      <a:pt x="21035" y="36445"/>
                      <a:pt x="22433" y="54773"/>
                    </a:cubicBezTo>
                    <a:cubicBezTo>
                      <a:pt x="22950" y="61703"/>
                      <a:pt x="23558" y="68816"/>
                      <a:pt x="27631" y="75078"/>
                    </a:cubicBezTo>
                    <a:cubicBezTo>
                      <a:pt x="28299" y="76081"/>
                      <a:pt x="29059" y="77084"/>
                      <a:pt x="29333" y="78208"/>
                    </a:cubicBezTo>
                    <a:cubicBezTo>
                      <a:pt x="29758" y="79910"/>
                      <a:pt x="28968" y="81643"/>
                      <a:pt x="28147" y="83284"/>
                    </a:cubicBezTo>
                    <a:cubicBezTo>
                      <a:pt x="27205" y="85230"/>
                      <a:pt x="26263" y="87175"/>
                      <a:pt x="25321" y="89090"/>
                    </a:cubicBezTo>
                    <a:cubicBezTo>
                      <a:pt x="24804" y="90154"/>
                      <a:pt x="24287" y="91278"/>
                      <a:pt x="24622" y="92373"/>
                    </a:cubicBezTo>
                    <a:cubicBezTo>
                      <a:pt x="25077" y="93862"/>
                      <a:pt x="26962" y="94804"/>
                      <a:pt x="28391" y="95868"/>
                    </a:cubicBezTo>
                    <a:cubicBezTo>
                      <a:pt x="31765" y="98300"/>
                      <a:pt x="33345" y="101917"/>
                      <a:pt x="36901" y="104196"/>
                    </a:cubicBezTo>
                    <a:cubicBezTo>
                      <a:pt x="42768" y="107905"/>
                      <a:pt x="51583" y="106811"/>
                      <a:pt x="58969" y="105230"/>
                    </a:cubicBezTo>
                    <a:cubicBezTo>
                      <a:pt x="54865" y="102342"/>
                      <a:pt x="50184" y="100306"/>
                      <a:pt x="45230" y="99303"/>
                    </a:cubicBezTo>
                    <a:cubicBezTo>
                      <a:pt x="42585" y="98756"/>
                      <a:pt x="39728" y="98391"/>
                      <a:pt x="37692" y="97023"/>
                    </a:cubicBezTo>
                    <a:lnTo>
                      <a:pt x="43254" y="93406"/>
                    </a:lnTo>
                    <a:cubicBezTo>
                      <a:pt x="43862" y="93011"/>
                      <a:pt x="44531" y="92555"/>
                      <a:pt x="44683" y="91917"/>
                    </a:cubicBezTo>
                    <a:cubicBezTo>
                      <a:pt x="44956" y="90944"/>
                      <a:pt x="43832" y="90123"/>
                      <a:pt x="42889" y="89424"/>
                    </a:cubicBezTo>
                    <a:cubicBezTo>
                      <a:pt x="36871" y="85017"/>
                      <a:pt x="33983" y="78786"/>
                      <a:pt x="32008" y="72676"/>
                    </a:cubicBezTo>
                    <a:cubicBezTo>
                      <a:pt x="28786" y="62889"/>
                      <a:pt x="27418" y="52615"/>
                      <a:pt x="27935" y="42372"/>
                    </a:cubicBezTo>
                    <a:cubicBezTo>
                      <a:pt x="27661" y="49606"/>
                      <a:pt x="30154" y="56749"/>
                      <a:pt x="32889" y="63710"/>
                    </a:cubicBezTo>
                    <a:cubicBezTo>
                      <a:pt x="37935" y="76628"/>
                      <a:pt x="44926" y="90306"/>
                      <a:pt x="60215" y="97509"/>
                    </a:cubicBezTo>
                    <a:cubicBezTo>
                      <a:pt x="61340" y="98026"/>
                      <a:pt x="62525" y="98573"/>
                      <a:pt x="63254" y="99424"/>
                    </a:cubicBezTo>
                    <a:cubicBezTo>
                      <a:pt x="64561" y="101005"/>
                      <a:pt x="63619" y="103072"/>
                      <a:pt x="63832" y="104926"/>
                    </a:cubicBezTo>
                    <a:cubicBezTo>
                      <a:pt x="64014" y="106719"/>
                      <a:pt x="65352" y="108452"/>
                      <a:pt x="64926" y="110184"/>
                    </a:cubicBezTo>
                    <a:cubicBezTo>
                      <a:pt x="64470" y="112039"/>
                      <a:pt x="62251" y="113376"/>
                      <a:pt x="59941" y="114136"/>
                    </a:cubicBezTo>
                    <a:cubicBezTo>
                      <a:pt x="53406" y="116324"/>
                      <a:pt x="45868" y="115412"/>
                      <a:pt x="38847" y="114470"/>
                    </a:cubicBezTo>
                    <a:cubicBezTo>
                      <a:pt x="33254" y="113710"/>
                      <a:pt x="27540" y="112950"/>
                      <a:pt x="22494" y="110975"/>
                    </a:cubicBezTo>
                    <a:cubicBezTo>
                      <a:pt x="15746" y="108391"/>
                      <a:pt x="10731" y="103923"/>
                      <a:pt x="5837" y="99576"/>
                    </a:cubicBezTo>
                    <a:cubicBezTo>
                      <a:pt x="4621" y="98513"/>
                      <a:pt x="3375" y="97418"/>
                      <a:pt x="3071" y="96050"/>
                    </a:cubicBezTo>
                    <a:cubicBezTo>
                      <a:pt x="2828" y="94956"/>
                      <a:pt x="3193" y="93862"/>
                      <a:pt x="3405" y="92768"/>
                    </a:cubicBezTo>
                    <a:cubicBezTo>
                      <a:pt x="3922" y="90154"/>
                      <a:pt x="3497" y="87449"/>
                      <a:pt x="3193" y="84835"/>
                    </a:cubicBezTo>
                    <a:cubicBezTo>
                      <a:pt x="2038" y="75442"/>
                      <a:pt x="1" y="62707"/>
                      <a:pt x="4834" y="53740"/>
                    </a:cubicBezTo>
                    <a:cubicBezTo>
                      <a:pt x="6323" y="51035"/>
                      <a:pt x="9758" y="49424"/>
                      <a:pt x="11247" y="46779"/>
                    </a:cubicBezTo>
                    <a:cubicBezTo>
                      <a:pt x="13466" y="42767"/>
                      <a:pt x="11247" y="37417"/>
                      <a:pt x="11369" y="3322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290" name="Google Shape;25290;p64"/>
              <p:cNvGrpSpPr/>
              <p:nvPr/>
            </p:nvGrpSpPr>
            <p:grpSpPr>
              <a:xfrm>
                <a:off x="77300" y="1193696"/>
                <a:ext cx="2052449" cy="1692547"/>
                <a:chOff x="77300" y="1193696"/>
                <a:chExt cx="2052449" cy="1692547"/>
              </a:xfrm>
            </p:grpSpPr>
            <p:sp>
              <p:nvSpPr>
                <p:cNvPr id="25291" name="Google Shape;25291;p64"/>
                <p:cNvSpPr/>
                <p:nvPr/>
              </p:nvSpPr>
              <p:spPr>
                <a:xfrm>
                  <a:off x="1879967" y="1193696"/>
                  <a:ext cx="249782" cy="399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31" h="13122" extrusionOk="0">
                      <a:moveTo>
                        <a:pt x="4463" y="1"/>
                      </a:moveTo>
                      <a:cubicBezTo>
                        <a:pt x="4142" y="1"/>
                        <a:pt x="3817" y="214"/>
                        <a:pt x="3861" y="523"/>
                      </a:cubicBezTo>
                      <a:cubicBezTo>
                        <a:pt x="3478" y="276"/>
                        <a:pt x="3045" y="154"/>
                        <a:pt x="2614" y="154"/>
                      </a:cubicBezTo>
                      <a:cubicBezTo>
                        <a:pt x="1986" y="154"/>
                        <a:pt x="1364" y="413"/>
                        <a:pt x="913" y="918"/>
                      </a:cubicBezTo>
                      <a:cubicBezTo>
                        <a:pt x="457" y="1465"/>
                        <a:pt x="1" y="3562"/>
                        <a:pt x="1034" y="3866"/>
                      </a:cubicBezTo>
                      <a:cubicBezTo>
                        <a:pt x="1137" y="3900"/>
                        <a:pt x="1229" y="3915"/>
                        <a:pt x="1311" y="3915"/>
                      </a:cubicBezTo>
                      <a:cubicBezTo>
                        <a:pt x="2208" y="3915"/>
                        <a:pt x="2002" y="2095"/>
                        <a:pt x="2281" y="1678"/>
                      </a:cubicBezTo>
                      <a:cubicBezTo>
                        <a:pt x="2474" y="1372"/>
                        <a:pt x="2864" y="1194"/>
                        <a:pt x="3219" y="1194"/>
                      </a:cubicBezTo>
                      <a:cubicBezTo>
                        <a:pt x="3534" y="1194"/>
                        <a:pt x="3822" y="1333"/>
                        <a:pt x="3922" y="1648"/>
                      </a:cubicBezTo>
                      <a:cubicBezTo>
                        <a:pt x="4067" y="1586"/>
                        <a:pt x="4218" y="1555"/>
                        <a:pt x="4368" y="1555"/>
                      </a:cubicBezTo>
                      <a:cubicBezTo>
                        <a:pt x="4660" y="1555"/>
                        <a:pt x="4947" y="1670"/>
                        <a:pt x="5168" y="1891"/>
                      </a:cubicBezTo>
                      <a:cubicBezTo>
                        <a:pt x="5472" y="2225"/>
                        <a:pt x="5715" y="2620"/>
                        <a:pt x="5837" y="3076"/>
                      </a:cubicBezTo>
                      <a:cubicBezTo>
                        <a:pt x="6840" y="6025"/>
                        <a:pt x="6749" y="9246"/>
                        <a:pt x="5563" y="12134"/>
                      </a:cubicBezTo>
                      <a:cubicBezTo>
                        <a:pt x="5492" y="12101"/>
                        <a:pt x="5419" y="12086"/>
                        <a:pt x="5349" y="12086"/>
                      </a:cubicBezTo>
                      <a:cubicBezTo>
                        <a:pt x="5030" y="12086"/>
                        <a:pt x="4754" y="12394"/>
                        <a:pt x="4803" y="12742"/>
                      </a:cubicBezTo>
                      <a:cubicBezTo>
                        <a:pt x="4873" y="12987"/>
                        <a:pt x="5135" y="13121"/>
                        <a:pt x="5403" y="13121"/>
                      </a:cubicBezTo>
                      <a:cubicBezTo>
                        <a:pt x="5599" y="13121"/>
                        <a:pt x="5799" y="13049"/>
                        <a:pt x="5928" y="12894"/>
                      </a:cubicBezTo>
                      <a:cubicBezTo>
                        <a:pt x="6202" y="12529"/>
                        <a:pt x="6232" y="12012"/>
                        <a:pt x="5958" y="11617"/>
                      </a:cubicBezTo>
                      <a:cubicBezTo>
                        <a:pt x="6749" y="11496"/>
                        <a:pt x="7114" y="10553"/>
                        <a:pt x="7235" y="9763"/>
                      </a:cubicBezTo>
                      <a:cubicBezTo>
                        <a:pt x="7630" y="7028"/>
                        <a:pt x="7326" y="4231"/>
                        <a:pt x="6354" y="1648"/>
                      </a:cubicBezTo>
                      <a:cubicBezTo>
                        <a:pt x="6171" y="1222"/>
                        <a:pt x="5898" y="766"/>
                        <a:pt x="5442" y="766"/>
                      </a:cubicBezTo>
                      <a:cubicBezTo>
                        <a:pt x="5442" y="918"/>
                        <a:pt x="5442" y="1070"/>
                        <a:pt x="5442" y="1222"/>
                      </a:cubicBezTo>
                      <a:cubicBezTo>
                        <a:pt x="5381" y="796"/>
                        <a:pt x="5168" y="371"/>
                        <a:pt x="4803" y="97"/>
                      </a:cubicBezTo>
                      <a:cubicBezTo>
                        <a:pt x="4704" y="31"/>
                        <a:pt x="4584" y="1"/>
                        <a:pt x="446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92" name="Google Shape;25292;p64"/>
                <p:cNvSpPr/>
                <p:nvPr/>
              </p:nvSpPr>
              <p:spPr>
                <a:xfrm>
                  <a:off x="77300" y="1957224"/>
                  <a:ext cx="845742" cy="2696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38" h="8863" extrusionOk="0">
                      <a:moveTo>
                        <a:pt x="4465" y="0"/>
                      </a:moveTo>
                      <a:cubicBezTo>
                        <a:pt x="4017" y="0"/>
                        <a:pt x="3570" y="40"/>
                        <a:pt x="3132" y="139"/>
                      </a:cubicBezTo>
                      <a:cubicBezTo>
                        <a:pt x="1885" y="412"/>
                        <a:pt x="730" y="1354"/>
                        <a:pt x="791" y="2418"/>
                      </a:cubicBezTo>
                      <a:cubicBezTo>
                        <a:pt x="822" y="2965"/>
                        <a:pt x="1186" y="3452"/>
                        <a:pt x="1156" y="4029"/>
                      </a:cubicBezTo>
                      <a:cubicBezTo>
                        <a:pt x="1095" y="4394"/>
                        <a:pt x="974" y="4759"/>
                        <a:pt x="791" y="5123"/>
                      </a:cubicBezTo>
                      <a:cubicBezTo>
                        <a:pt x="244" y="6461"/>
                        <a:pt x="1" y="7555"/>
                        <a:pt x="548" y="8862"/>
                      </a:cubicBezTo>
                      <a:cubicBezTo>
                        <a:pt x="1642" y="7981"/>
                        <a:pt x="3436" y="6613"/>
                        <a:pt x="3436" y="6613"/>
                      </a:cubicBezTo>
                      <a:cubicBezTo>
                        <a:pt x="3436" y="6613"/>
                        <a:pt x="2615" y="4090"/>
                        <a:pt x="3952" y="3178"/>
                      </a:cubicBezTo>
                      <a:cubicBezTo>
                        <a:pt x="4408" y="2844"/>
                        <a:pt x="4925" y="2661"/>
                        <a:pt x="5472" y="2570"/>
                      </a:cubicBezTo>
                      <a:cubicBezTo>
                        <a:pt x="6213" y="2389"/>
                        <a:pt x="6966" y="2305"/>
                        <a:pt x="7716" y="2305"/>
                      </a:cubicBezTo>
                      <a:cubicBezTo>
                        <a:pt x="8226" y="2305"/>
                        <a:pt x="8736" y="2344"/>
                        <a:pt x="9241" y="2418"/>
                      </a:cubicBezTo>
                      <a:cubicBezTo>
                        <a:pt x="9819" y="2540"/>
                        <a:pt x="10427" y="2631"/>
                        <a:pt x="11004" y="2661"/>
                      </a:cubicBezTo>
                      <a:cubicBezTo>
                        <a:pt x="11794" y="2631"/>
                        <a:pt x="12554" y="2540"/>
                        <a:pt x="13314" y="2418"/>
                      </a:cubicBezTo>
                      <a:cubicBezTo>
                        <a:pt x="13535" y="2404"/>
                        <a:pt x="13756" y="2398"/>
                        <a:pt x="13977" y="2398"/>
                      </a:cubicBezTo>
                      <a:cubicBezTo>
                        <a:pt x="15221" y="2398"/>
                        <a:pt x="16469" y="2613"/>
                        <a:pt x="17630" y="3026"/>
                      </a:cubicBezTo>
                      <a:cubicBezTo>
                        <a:pt x="20609" y="3938"/>
                        <a:pt x="23406" y="5427"/>
                        <a:pt x="25837" y="7373"/>
                      </a:cubicBezTo>
                      <a:cubicBezTo>
                        <a:pt x="24044" y="5579"/>
                        <a:pt x="22159" y="3756"/>
                        <a:pt x="19637" y="2753"/>
                      </a:cubicBezTo>
                      <a:cubicBezTo>
                        <a:pt x="18056" y="2084"/>
                        <a:pt x="16293" y="1810"/>
                        <a:pt x="14560" y="1506"/>
                      </a:cubicBezTo>
                      <a:lnTo>
                        <a:pt x="6840" y="260"/>
                      </a:lnTo>
                      <a:cubicBezTo>
                        <a:pt x="6063" y="124"/>
                        <a:pt x="5261" y="0"/>
                        <a:pt x="44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93" name="Google Shape;25293;p64"/>
                <p:cNvSpPr/>
                <p:nvPr/>
              </p:nvSpPr>
              <p:spPr>
                <a:xfrm>
                  <a:off x="1088066" y="2303574"/>
                  <a:ext cx="322415" cy="582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50" h="19151" extrusionOk="0">
                      <a:moveTo>
                        <a:pt x="366" y="1"/>
                      </a:moveTo>
                      <a:lnTo>
                        <a:pt x="366" y="1"/>
                      </a:lnTo>
                      <a:cubicBezTo>
                        <a:pt x="383" y="13"/>
                        <a:pt x="401" y="25"/>
                        <a:pt x="419" y="37"/>
                      </a:cubicBezTo>
                      <a:lnTo>
                        <a:pt x="419" y="37"/>
                      </a:lnTo>
                      <a:cubicBezTo>
                        <a:pt x="401" y="25"/>
                        <a:pt x="384" y="13"/>
                        <a:pt x="366" y="1"/>
                      </a:cubicBezTo>
                      <a:close/>
                      <a:moveTo>
                        <a:pt x="419" y="37"/>
                      </a:moveTo>
                      <a:lnTo>
                        <a:pt x="419" y="37"/>
                      </a:lnTo>
                      <a:cubicBezTo>
                        <a:pt x="1850" y="1020"/>
                        <a:pt x="2874" y="2872"/>
                        <a:pt x="4196" y="3983"/>
                      </a:cubicBezTo>
                      <a:cubicBezTo>
                        <a:pt x="5563" y="5107"/>
                        <a:pt x="6566" y="6597"/>
                        <a:pt x="7114" y="8268"/>
                      </a:cubicBezTo>
                      <a:cubicBezTo>
                        <a:pt x="7296" y="8633"/>
                        <a:pt x="7326" y="9028"/>
                        <a:pt x="7205" y="9424"/>
                      </a:cubicBezTo>
                      <a:cubicBezTo>
                        <a:pt x="7048" y="9714"/>
                        <a:pt x="6760" y="9890"/>
                        <a:pt x="6450" y="9890"/>
                      </a:cubicBezTo>
                      <a:cubicBezTo>
                        <a:pt x="6338" y="9890"/>
                        <a:pt x="6223" y="9867"/>
                        <a:pt x="6110" y="9819"/>
                      </a:cubicBezTo>
                      <a:lnTo>
                        <a:pt x="6110" y="9819"/>
                      </a:lnTo>
                      <a:cubicBezTo>
                        <a:pt x="7965" y="10943"/>
                        <a:pt x="7873" y="13740"/>
                        <a:pt x="5958" y="14925"/>
                      </a:cubicBezTo>
                      <a:cubicBezTo>
                        <a:pt x="5209" y="15396"/>
                        <a:pt x="4199" y="15537"/>
                        <a:pt x="3182" y="15537"/>
                      </a:cubicBezTo>
                      <a:cubicBezTo>
                        <a:pt x="2425" y="15537"/>
                        <a:pt x="1665" y="15459"/>
                        <a:pt x="1004" y="15381"/>
                      </a:cubicBezTo>
                      <a:cubicBezTo>
                        <a:pt x="518" y="16901"/>
                        <a:pt x="274" y="17965"/>
                        <a:pt x="1" y="19150"/>
                      </a:cubicBezTo>
                      <a:cubicBezTo>
                        <a:pt x="2767" y="18998"/>
                        <a:pt x="5381" y="17843"/>
                        <a:pt x="7326" y="15867"/>
                      </a:cubicBezTo>
                      <a:cubicBezTo>
                        <a:pt x="7630" y="15442"/>
                        <a:pt x="8025" y="15138"/>
                        <a:pt x="8481" y="14895"/>
                      </a:cubicBezTo>
                      <a:cubicBezTo>
                        <a:pt x="8755" y="14834"/>
                        <a:pt x="9028" y="14743"/>
                        <a:pt x="9302" y="14621"/>
                      </a:cubicBezTo>
                      <a:cubicBezTo>
                        <a:pt x="9667" y="14378"/>
                        <a:pt x="9849" y="13952"/>
                        <a:pt x="9849" y="13527"/>
                      </a:cubicBezTo>
                      <a:cubicBezTo>
                        <a:pt x="9819" y="12311"/>
                        <a:pt x="9120" y="11247"/>
                        <a:pt x="8025" y="10791"/>
                      </a:cubicBezTo>
                      <a:cubicBezTo>
                        <a:pt x="8664" y="9971"/>
                        <a:pt x="8481" y="8876"/>
                        <a:pt x="8117" y="7995"/>
                      </a:cubicBezTo>
                      <a:cubicBezTo>
                        <a:pt x="6817" y="4640"/>
                        <a:pt x="3593" y="2186"/>
                        <a:pt x="419" y="3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94" name="Google Shape;25294;p64"/>
                <p:cNvSpPr/>
                <p:nvPr/>
              </p:nvSpPr>
              <p:spPr>
                <a:xfrm>
                  <a:off x="1057235" y="2223132"/>
                  <a:ext cx="149293" cy="966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1" h="3178" extrusionOk="0">
                      <a:moveTo>
                        <a:pt x="1" y="0"/>
                      </a:moveTo>
                      <a:lnTo>
                        <a:pt x="1" y="0"/>
                      </a:lnTo>
                      <a:cubicBezTo>
                        <a:pt x="365" y="639"/>
                        <a:pt x="821" y="1186"/>
                        <a:pt x="1368" y="1703"/>
                      </a:cubicBezTo>
                      <a:cubicBezTo>
                        <a:pt x="1460" y="1794"/>
                        <a:pt x="1551" y="1885"/>
                        <a:pt x="1703" y="1946"/>
                      </a:cubicBezTo>
                      <a:cubicBezTo>
                        <a:pt x="1794" y="1976"/>
                        <a:pt x="1916" y="1976"/>
                        <a:pt x="2007" y="2007"/>
                      </a:cubicBezTo>
                      <a:cubicBezTo>
                        <a:pt x="2098" y="2037"/>
                        <a:pt x="2220" y="2098"/>
                        <a:pt x="2311" y="2159"/>
                      </a:cubicBezTo>
                      <a:cubicBezTo>
                        <a:pt x="2537" y="2300"/>
                        <a:pt x="3736" y="3177"/>
                        <a:pt x="4147" y="3177"/>
                      </a:cubicBezTo>
                      <a:cubicBezTo>
                        <a:pt x="4178" y="3177"/>
                        <a:pt x="4204" y="3172"/>
                        <a:pt x="4226" y="3162"/>
                      </a:cubicBezTo>
                      <a:cubicBezTo>
                        <a:pt x="4560" y="3040"/>
                        <a:pt x="4165" y="2584"/>
                        <a:pt x="4074" y="2402"/>
                      </a:cubicBezTo>
                      <a:cubicBezTo>
                        <a:pt x="3314" y="1307"/>
                        <a:pt x="2189" y="517"/>
                        <a:pt x="882" y="244"/>
                      </a:cubicBez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295" name="Google Shape;25295;p64"/>
              <p:cNvSpPr/>
              <p:nvPr/>
            </p:nvSpPr>
            <p:spPr>
              <a:xfrm>
                <a:off x="4510375" y="3618603"/>
                <a:ext cx="3459367" cy="1960557"/>
              </a:xfrm>
              <a:custGeom>
                <a:avLst/>
                <a:gdLst/>
                <a:ahLst/>
                <a:cxnLst/>
                <a:rect l="l" t="t" r="r" b="b"/>
                <a:pathLst>
                  <a:path w="105686" h="64439" extrusionOk="0">
                    <a:moveTo>
                      <a:pt x="78026" y="15988"/>
                    </a:moveTo>
                    <a:cubicBezTo>
                      <a:pt x="79303" y="10608"/>
                      <a:pt x="79485" y="4742"/>
                      <a:pt x="75837" y="0"/>
                    </a:cubicBezTo>
                    <a:cubicBezTo>
                      <a:pt x="78907" y="912"/>
                      <a:pt x="81886" y="2098"/>
                      <a:pt x="84743" y="3587"/>
                    </a:cubicBezTo>
                    <a:cubicBezTo>
                      <a:pt x="86142" y="4317"/>
                      <a:pt x="87570" y="5168"/>
                      <a:pt x="88208" y="6383"/>
                    </a:cubicBezTo>
                    <a:cubicBezTo>
                      <a:pt x="89151" y="8177"/>
                      <a:pt x="88117" y="10183"/>
                      <a:pt x="86689" y="11794"/>
                    </a:cubicBezTo>
                    <a:cubicBezTo>
                      <a:pt x="85291" y="13405"/>
                      <a:pt x="83497" y="14864"/>
                      <a:pt x="82676" y="16688"/>
                    </a:cubicBezTo>
                    <a:cubicBezTo>
                      <a:pt x="82190" y="17751"/>
                      <a:pt x="82129" y="18998"/>
                      <a:pt x="82889" y="20001"/>
                    </a:cubicBezTo>
                    <a:cubicBezTo>
                      <a:pt x="83558" y="20913"/>
                      <a:pt x="84865" y="21520"/>
                      <a:pt x="85442" y="22463"/>
                    </a:cubicBezTo>
                    <a:cubicBezTo>
                      <a:pt x="86446" y="24134"/>
                      <a:pt x="84804" y="26019"/>
                      <a:pt x="82889" y="27174"/>
                    </a:cubicBezTo>
                    <a:cubicBezTo>
                      <a:pt x="81005" y="28299"/>
                      <a:pt x="78664" y="29150"/>
                      <a:pt x="77479" y="30730"/>
                    </a:cubicBezTo>
                    <a:cubicBezTo>
                      <a:pt x="77205" y="31095"/>
                      <a:pt x="77023" y="31551"/>
                      <a:pt x="77357" y="31885"/>
                    </a:cubicBezTo>
                    <a:cubicBezTo>
                      <a:pt x="77692" y="32220"/>
                      <a:pt x="78178" y="32159"/>
                      <a:pt x="78603" y="32159"/>
                    </a:cubicBezTo>
                    <a:cubicBezTo>
                      <a:pt x="80427" y="32098"/>
                      <a:pt x="82190" y="31855"/>
                      <a:pt x="83923" y="31399"/>
                    </a:cubicBezTo>
                    <a:lnTo>
                      <a:pt x="81765" y="33588"/>
                    </a:lnTo>
                    <a:cubicBezTo>
                      <a:pt x="90063" y="31460"/>
                      <a:pt x="98087" y="28420"/>
                      <a:pt x="105686" y="24469"/>
                    </a:cubicBezTo>
                    <a:cubicBezTo>
                      <a:pt x="98209" y="31338"/>
                      <a:pt x="90519" y="38086"/>
                      <a:pt x="82676" y="44712"/>
                    </a:cubicBezTo>
                    <a:cubicBezTo>
                      <a:pt x="81886" y="45472"/>
                      <a:pt x="80974" y="46050"/>
                      <a:pt x="79971" y="46445"/>
                    </a:cubicBezTo>
                    <a:cubicBezTo>
                      <a:pt x="78543" y="46931"/>
                      <a:pt x="76871" y="46840"/>
                      <a:pt x="75321" y="46870"/>
                    </a:cubicBezTo>
                    <a:cubicBezTo>
                      <a:pt x="70123" y="46992"/>
                      <a:pt x="65077" y="49150"/>
                      <a:pt x="62281" y="52372"/>
                    </a:cubicBezTo>
                    <a:cubicBezTo>
                      <a:pt x="61278" y="53557"/>
                      <a:pt x="60488" y="54895"/>
                      <a:pt x="58998" y="55776"/>
                    </a:cubicBezTo>
                    <a:cubicBezTo>
                      <a:pt x="57874" y="56445"/>
                      <a:pt x="56445" y="56749"/>
                      <a:pt x="55047" y="57053"/>
                    </a:cubicBezTo>
                    <a:lnTo>
                      <a:pt x="19788" y="64439"/>
                    </a:lnTo>
                    <a:cubicBezTo>
                      <a:pt x="31916" y="61825"/>
                      <a:pt x="43709" y="57904"/>
                      <a:pt x="55016" y="52767"/>
                    </a:cubicBezTo>
                    <a:lnTo>
                      <a:pt x="40670" y="54196"/>
                    </a:lnTo>
                    <a:cubicBezTo>
                      <a:pt x="38390" y="54348"/>
                      <a:pt x="36110" y="54712"/>
                      <a:pt x="33891" y="55229"/>
                    </a:cubicBezTo>
                    <a:cubicBezTo>
                      <a:pt x="31976" y="55746"/>
                      <a:pt x="30213" y="56536"/>
                      <a:pt x="28390" y="57174"/>
                    </a:cubicBezTo>
                    <a:cubicBezTo>
                      <a:pt x="19666" y="60336"/>
                      <a:pt x="9696" y="60761"/>
                      <a:pt x="0" y="61096"/>
                    </a:cubicBezTo>
                    <a:cubicBezTo>
                      <a:pt x="7356" y="60822"/>
                      <a:pt x="15928" y="58026"/>
                      <a:pt x="22858" y="56323"/>
                    </a:cubicBezTo>
                    <a:cubicBezTo>
                      <a:pt x="30183" y="54500"/>
                      <a:pt x="37265" y="52311"/>
                      <a:pt x="44499" y="50335"/>
                    </a:cubicBezTo>
                    <a:cubicBezTo>
                      <a:pt x="56171" y="47174"/>
                      <a:pt x="65229" y="39454"/>
                      <a:pt x="70913" y="31429"/>
                    </a:cubicBezTo>
                    <a:cubicBezTo>
                      <a:pt x="74257" y="26779"/>
                      <a:pt x="76658" y="21551"/>
                      <a:pt x="78026" y="1598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296" name="Google Shape;25296;p64"/>
            <p:cNvGrpSpPr/>
            <p:nvPr/>
          </p:nvGrpSpPr>
          <p:grpSpPr>
            <a:xfrm rot="-254958">
              <a:off x="4001620" y="2473396"/>
              <a:ext cx="980024" cy="535772"/>
              <a:chOff x="2447046" y="857325"/>
              <a:chExt cx="979976" cy="535745"/>
            </a:xfrm>
          </p:grpSpPr>
          <p:sp>
            <p:nvSpPr>
              <p:cNvPr id="25297" name="Google Shape;25297;p64"/>
              <p:cNvSpPr/>
              <p:nvPr/>
            </p:nvSpPr>
            <p:spPr>
              <a:xfrm>
                <a:off x="2447046" y="952979"/>
                <a:ext cx="357210" cy="197458"/>
              </a:xfrm>
              <a:custGeom>
                <a:avLst/>
                <a:gdLst/>
                <a:ahLst/>
                <a:cxnLst/>
                <a:rect l="l" t="t" r="r" b="b"/>
                <a:pathLst>
                  <a:path w="10913" h="6490" extrusionOk="0">
                    <a:moveTo>
                      <a:pt x="7615" y="0"/>
                    </a:moveTo>
                    <a:cubicBezTo>
                      <a:pt x="7539" y="0"/>
                      <a:pt x="7463" y="15"/>
                      <a:pt x="7387" y="46"/>
                    </a:cubicBezTo>
                    <a:cubicBezTo>
                      <a:pt x="4438" y="593"/>
                      <a:pt x="1915" y="2569"/>
                      <a:pt x="152" y="5000"/>
                    </a:cubicBezTo>
                    <a:cubicBezTo>
                      <a:pt x="92" y="5091"/>
                      <a:pt x="31" y="5183"/>
                      <a:pt x="0" y="5304"/>
                    </a:cubicBezTo>
                    <a:cubicBezTo>
                      <a:pt x="0" y="5426"/>
                      <a:pt x="0" y="5547"/>
                      <a:pt x="61" y="5669"/>
                    </a:cubicBezTo>
                    <a:cubicBezTo>
                      <a:pt x="183" y="5942"/>
                      <a:pt x="335" y="6216"/>
                      <a:pt x="517" y="6490"/>
                    </a:cubicBezTo>
                    <a:cubicBezTo>
                      <a:pt x="1216" y="5395"/>
                      <a:pt x="2250" y="4575"/>
                      <a:pt x="3496" y="4210"/>
                    </a:cubicBezTo>
                    <a:cubicBezTo>
                      <a:pt x="3946" y="4048"/>
                      <a:pt x="4418" y="3960"/>
                      <a:pt x="4892" y="3960"/>
                    </a:cubicBezTo>
                    <a:cubicBezTo>
                      <a:pt x="5218" y="3960"/>
                      <a:pt x="5545" y="4002"/>
                      <a:pt x="5867" y="4088"/>
                    </a:cubicBezTo>
                    <a:cubicBezTo>
                      <a:pt x="6657" y="4271"/>
                      <a:pt x="7326" y="4848"/>
                      <a:pt x="7630" y="5608"/>
                    </a:cubicBezTo>
                    <a:cubicBezTo>
                      <a:pt x="8207" y="5061"/>
                      <a:pt x="8785" y="4514"/>
                      <a:pt x="9302" y="3967"/>
                    </a:cubicBezTo>
                    <a:cubicBezTo>
                      <a:pt x="9545" y="3693"/>
                      <a:pt x="9788" y="3420"/>
                      <a:pt x="10061" y="3146"/>
                    </a:cubicBezTo>
                    <a:cubicBezTo>
                      <a:pt x="10305" y="2903"/>
                      <a:pt x="10761" y="2569"/>
                      <a:pt x="10821" y="2295"/>
                    </a:cubicBezTo>
                    <a:cubicBezTo>
                      <a:pt x="10913" y="1869"/>
                      <a:pt x="9879" y="1717"/>
                      <a:pt x="9545" y="1535"/>
                    </a:cubicBezTo>
                    <a:cubicBezTo>
                      <a:pt x="9028" y="1201"/>
                      <a:pt x="8542" y="806"/>
                      <a:pt x="8177" y="319"/>
                    </a:cubicBezTo>
                    <a:cubicBezTo>
                      <a:pt x="8086" y="198"/>
                      <a:pt x="7964" y="107"/>
                      <a:pt x="7843" y="46"/>
                    </a:cubicBezTo>
                    <a:cubicBezTo>
                      <a:pt x="7767" y="15"/>
                      <a:pt x="7691" y="0"/>
                      <a:pt x="7615" y="0"/>
                    </a:cubicBezTo>
                    <a:close/>
                  </a:path>
                </a:pathLst>
              </a:custGeom>
              <a:solidFill>
                <a:srgbClr val="2E57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8" name="Google Shape;25298;p64"/>
              <p:cNvSpPr/>
              <p:nvPr/>
            </p:nvSpPr>
            <p:spPr>
              <a:xfrm>
                <a:off x="2552502" y="1212377"/>
                <a:ext cx="346277" cy="180694"/>
              </a:xfrm>
              <a:custGeom>
                <a:avLst/>
                <a:gdLst/>
                <a:ahLst/>
                <a:cxnLst/>
                <a:rect l="l" t="t" r="r" b="b"/>
                <a:pathLst>
                  <a:path w="10579" h="5939" extrusionOk="0">
                    <a:moveTo>
                      <a:pt x="7964" y="0"/>
                    </a:moveTo>
                    <a:cubicBezTo>
                      <a:pt x="7204" y="0"/>
                      <a:pt x="6414" y="0"/>
                      <a:pt x="5624" y="30"/>
                    </a:cubicBezTo>
                    <a:cubicBezTo>
                      <a:pt x="5958" y="790"/>
                      <a:pt x="5897" y="1641"/>
                      <a:pt x="5472" y="2341"/>
                    </a:cubicBezTo>
                    <a:cubicBezTo>
                      <a:pt x="5046" y="3040"/>
                      <a:pt x="4438" y="3587"/>
                      <a:pt x="3709" y="3952"/>
                    </a:cubicBezTo>
                    <a:cubicBezTo>
                      <a:pt x="2922" y="4366"/>
                      <a:pt x="2065" y="4582"/>
                      <a:pt x="1204" y="4582"/>
                    </a:cubicBezTo>
                    <a:cubicBezTo>
                      <a:pt x="801" y="4582"/>
                      <a:pt x="398" y="4535"/>
                      <a:pt x="0" y="4438"/>
                    </a:cubicBezTo>
                    <a:lnTo>
                      <a:pt x="0" y="4438"/>
                    </a:lnTo>
                    <a:cubicBezTo>
                      <a:pt x="31" y="4772"/>
                      <a:pt x="122" y="5076"/>
                      <a:pt x="274" y="5350"/>
                    </a:cubicBezTo>
                    <a:cubicBezTo>
                      <a:pt x="304" y="5471"/>
                      <a:pt x="365" y="5562"/>
                      <a:pt x="456" y="5654"/>
                    </a:cubicBezTo>
                    <a:cubicBezTo>
                      <a:pt x="578" y="5684"/>
                      <a:pt x="669" y="5745"/>
                      <a:pt x="791" y="5745"/>
                    </a:cubicBezTo>
                    <a:cubicBezTo>
                      <a:pt x="1559" y="5872"/>
                      <a:pt x="2344" y="5938"/>
                      <a:pt x="3128" y="5938"/>
                    </a:cubicBezTo>
                    <a:cubicBezTo>
                      <a:pt x="5353" y="5938"/>
                      <a:pt x="7572" y="5400"/>
                      <a:pt x="9393" y="4164"/>
                    </a:cubicBezTo>
                    <a:cubicBezTo>
                      <a:pt x="9545" y="4073"/>
                      <a:pt x="9636" y="3952"/>
                      <a:pt x="9727" y="3830"/>
                    </a:cubicBezTo>
                    <a:cubicBezTo>
                      <a:pt x="9757" y="3678"/>
                      <a:pt x="9788" y="3526"/>
                      <a:pt x="9757" y="3404"/>
                    </a:cubicBezTo>
                    <a:cubicBezTo>
                      <a:pt x="9666" y="2766"/>
                      <a:pt x="9697" y="2158"/>
                      <a:pt x="9849" y="1550"/>
                    </a:cubicBezTo>
                    <a:cubicBezTo>
                      <a:pt x="9940" y="1186"/>
                      <a:pt x="10578" y="334"/>
                      <a:pt x="10213" y="122"/>
                    </a:cubicBezTo>
                    <a:cubicBezTo>
                      <a:pt x="10078" y="37"/>
                      <a:pt x="9821" y="18"/>
                      <a:pt x="9573" y="18"/>
                    </a:cubicBezTo>
                    <a:cubicBezTo>
                      <a:pt x="9374" y="18"/>
                      <a:pt x="9180" y="30"/>
                      <a:pt x="9058" y="30"/>
                    </a:cubicBezTo>
                    <a:cubicBezTo>
                      <a:pt x="8694" y="30"/>
                      <a:pt x="8329" y="0"/>
                      <a:pt x="7964" y="0"/>
                    </a:cubicBezTo>
                    <a:close/>
                  </a:path>
                </a:pathLst>
              </a:custGeom>
              <a:solidFill>
                <a:srgbClr val="2E57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9" name="Google Shape;25299;p64"/>
              <p:cNvSpPr/>
              <p:nvPr/>
            </p:nvSpPr>
            <p:spPr>
              <a:xfrm>
                <a:off x="2631087" y="857325"/>
                <a:ext cx="794974" cy="389288"/>
              </a:xfrm>
              <a:custGeom>
                <a:avLst/>
                <a:gdLst/>
                <a:ahLst/>
                <a:cxnLst/>
                <a:rect l="l" t="t" r="r" b="b"/>
                <a:pathLst>
                  <a:path w="24287" h="12795" extrusionOk="0">
                    <a:moveTo>
                      <a:pt x="16571" y="0"/>
                    </a:moveTo>
                    <a:cubicBezTo>
                      <a:pt x="14872" y="0"/>
                      <a:pt x="13096" y="183"/>
                      <a:pt x="11490" y="697"/>
                    </a:cubicBezTo>
                    <a:cubicBezTo>
                      <a:pt x="7812" y="1913"/>
                      <a:pt x="4195" y="5196"/>
                      <a:pt x="1247" y="7992"/>
                    </a:cubicBezTo>
                    <a:lnTo>
                      <a:pt x="1" y="9178"/>
                    </a:lnTo>
                    <a:lnTo>
                      <a:pt x="761" y="11001"/>
                    </a:lnTo>
                    <a:lnTo>
                      <a:pt x="1520" y="12795"/>
                    </a:lnTo>
                    <a:lnTo>
                      <a:pt x="3223" y="12764"/>
                    </a:lnTo>
                    <a:cubicBezTo>
                      <a:pt x="7296" y="12643"/>
                      <a:pt x="12189" y="12430"/>
                      <a:pt x="15624" y="10606"/>
                    </a:cubicBezTo>
                    <a:cubicBezTo>
                      <a:pt x="18451" y="9147"/>
                      <a:pt x="20883" y="6412"/>
                      <a:pt x="22433" y="4284"/>
                    </a:cubicBezTo>
                    <a:cubicBezTo>
                      <a:pt x="23618" y="2643"/>
                      <a:pt x="24287" y="1336"/>
                      <a:pt x="24165" y="1244"/>
                    </a:cubicBezTo>
                    <a:cubicBezTo>
                      <a:pt x="24104" y="1092"/>
                      <a:pt x="22737" y="637"/>
                      <a:pt x="20761" y="333"/>
                    </a:cubicBezTo>
                    <a:cubicBezTo>
                      <a:pt x="19542" y="146"/>
                      <a:pt x="18087" y="0"/>
                      <a:pt x="1657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0" name="Google Shape;25300;p64"/>
              <p:cNvSpPr/>
              <p:nvPr/>
            </p:nvSpPr>
            <p:spPr>
              <a:xfrm>
                <a:off x="2631087" y="1100476"/>
                <a:ext cx="105497" cy="146131"/>
              </a:xfrm>
              <a:custGeom>
                <a:avLst/>
                <a:gdLst/>
                <a:ahLst/>
                <a:cxnLst/>
                <a:rect l="l" t="t" r="r" b="b"/>
                <a:pathLst>
                  <a:path w="3223" h="4803" extrusionOk="0">
                    <a:moveTo>
                      <a:pt x="1247" y="0"/>
                    </a:moveTo>
                    <a:lnTo>
                      <a:pt x="1" y="1186"/>
                    </a:lnTo>
                    <a:lnTo>
                      <a:pt x="761" y="3009"/>
                    </a:lnTo>
                    <a:lnTo>
                      <a:pt x="1520" y="4803"/>
                    </a:lnTo>
                    <a:lnTo>
                      <a:pt x="3223" y="4772"/>
                    </a:lnTo>
                    <a:lnTo>
                      <a:pt x="124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1" name="Google Shape;25301;p64"/>
              <p:cNvSpPr/>
              <p:nvPr/>
            </p:nvSpPr>
            <p:spPr>
              <a:xfrm>
                <a:off x="3311575" y="867462"/>
                <a:ext cx="115448" cy="121183"/>
              </a:xfrm>
              <a:custGeom>
                <a:avLst/>
                <a:gdLst/>
                <a:ahLst/>
                <a:cxnLst/>
                <a:rect l="l" t="t" r="r" b="b"/>
                <a:pathLst>
                  <a:path w="3527" h="3983" extrusionOk="0">
                    <a:moveTo>
                      <a:pt x="0" y="1"/>
                    </a:moveTo>
                    <a:lnTo>
                      <a:pt x="1672" y="3983"/>
                    </a:lnTo>
                    <a:cubicBezTo>
                      <a:pt x="2858" y="2311"/>
                      <a:pt x="3526" y="1034"/>
                      <a:pt x="3405" y="913"/>
                    </a:cubicBezTo>
                    <a:cubicBezTo>
                      <a:pt x="3344" y="761"/>
                      <a:pt x="1976" y="305"/>
                      <a:pt x="0" y="1"/>
                    </a:cubicBezTo>
                    <a:close/>
                  </a:path>
                </a:pathLst>
              </a:custGeom>
              <a:solidFill>
                <a:srgbClr val="2E578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2" name="Google Shape;25302;p64"/>
              <p:cNvSpPr/>
              <p:nvPr/>
            </p:nvSpPr>
            <p:spPr>
              <a:xfrm>
                <a:off x="3045055" y="912059"/>
                <a:ext cx="218817" cy="174061"/>
              </a:xfrm>
              <a:custGeom>
                <a:avLst/>
                <a:gdLst/>
                <a:ahLst/>
                <a:cxnLst/>
                <a:rect l="l" t="t" r="r" b="b"/>
                <a:pathLst>
                  <a:path w="6685" h="5721" extrusionOk="0">
                    <a:moveTo>
                      <a:pt x="3447" y="0"/>
                    </a:moveTo>
                    <a:cubicBezTo>
                      <a:pt x="2376" y="0"/>
                      <a:pt x="1304" y="585"/>
                      <a:pt x="818" y="1755"/>
                    </a:cubicBezTo>
                    <a:cubicBezTo>
                      <a:pt x="0" y="3748"/>
                      <a:pt x="1524" y="5720"/>
                      <a:pt x="3439" y="5720"/>
                    </a:cubicBezTo>
                    <a:cubicBezTo>
                      <a:pt x="3802" y="5720"/>
                      <a:pt x="4179" y="5649"/>
                      <a:pt x="4557" y="5494"/>
                    </a:cubicBezTo>
                    <a:cubicBezTo>
                      <a:pt x="5985" y="4886"/>
                      <a:pt x="6684" y="3214"/>
                      <a:pt x="6076" y="1755"/>
                    </a:cubicBezTo>
                    <a:cubicBezTo>
                      <a:pt x="5590" y="585"/>
                      <a:pt x="4519" y="0"/>
                      <a:pt x="34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3" name="Google Shape;25303;p64"/>
              <p:cNvSpPr/>
              <p:nvPr/>
            </p:nvSpPr>
            <p:spPr>
              <a:xfrm>
                <a:off x="3090714" y="936794"/>
                <a:ext cx="134334" cy="124864"/>
              </a:xfrm>
              <a:custGeom>
                <a:avLst/>
                <a:gdLst/>
                <a:ahLst/>
                <a:cxnLst/>
                <a:rect l="l" t="t" r="r" b="b"/>
                <a:pathLst>
                  <a:path w="4104" h="4104" extrusionOk="0">
                    <a:moveTo>
                      <a:pt x="2067" y="0"/>
                    </a:moveTo>
                    <a:cubicBezTo>
                      <a:pt x="912" y="0"/>
                      <a:pt x="0" y="912"/>
                      <a:pt x="0" y="2037"/>
                    </a:cubicBezTo>
                    <a:cubicBezTo>
                      <a:pt x="0" y="3192"/>
                      <a:pt x="912" y="4104"/>
                      <a:pt x="2067" y="4104"/>
                    </a:cubicBezTo>
                    <a:cubicBezTo>
                      <a:pt x="3192" y="4104"/>
                      <a:pt x="4104" y="3192"/>
                      <a:pt x="4104" y="2037"/>
                    </a:cubicBezTo>
                    <a:cubicBezTo>
                      <a:pt x="4104" y="912"/>
                      <a:pt x="3192" y="0"/>
                      <a:pt x="20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4" name="Google Shape;25304;p64"/>
              <p:cNvSpPr/>
              <p:nvPr/>
            </p:nvSpPr>
            <p:spPr>
              <a:xfrm>
                <a:off x="2845043" y="1015623"/>
                <a:ext cx="176068" cy="139134"/>
              </a:xfrm>
              <a:custGeom>
                <a:avLst/>
                <a:gdLst/>
                <a:ahLst/>
                <a:cxnLst/>
                <a:rect l="l" t="t" r="r" b="b"/>
                <a:pathLst>
                  <a:path w="5379" h="4573" extrusionOk="0">
                    <a:moveTo>
                      <a:pt x="2780" y="0"/>
                    </a:moveTo>
                    <a:cubicBezTo>
                      <a:pt x="1921" y="0"/>
                      <a:pt x="1063" y="464"/>
                      <a:pt x="667" y="1391"/>
                    </a:cubicBezTo>
                    <a:cubicBezTo>
                      <a:pt x="0" y="2982"/>
                      <a:pt x="1218" y="4573"/>
                      <a:pt x="2747" y="4573"/>
                    </a:cubicBezTo>
                    <a:cubicBezTo>
                      <a:pt x="3029" y="4573"/>
                      <a:pt x="3322" y="4519"/>
                      <a:pt x="3616" y="4400"/>
                    </a:cubicBezTo>
                    <a:cubicBezTo>
                      <a:pt x="4801" y="3914"/>
                      <a:pt x="5379" y="2576"/>
                      <a:pt x="4892" y="1391"/>
                    </a:cubicBezTo>
                    <a:cubicBezTo>
                      <a:pt x="4497" y="464"/>
                      <a:pt x="3639" y="0"/>
                      <a:pt x="27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5" name="Google Shape;25305;p64"/>
              <p:cNvSpPr/>
              <p:nvPr/>
            </p:nvSpPr>
            <p:spPr>
              <a:xfrm>
                <a:off x="2869754" y="1034821"/>
                <a:ext cx="126478" cy="100342"/>
              </a:xfrm>
              <a:custGeom>
                <a:avLst/>
                <a:gdLst/>
                <a:ahLst/>
                <a:cxnLst/>
                <a:rect l="l" t="t" r="r" b="b"/>
                <a:pathLst>
                  <a:path w="3864" h="3298" extrusionOk="0">
                    <a:moveTo>
                      <a:pt x="1995" y="0"/>
                    </a:moveTo>
                    <a:cubicBezTo>
                      <a:pt x="1371" y="0"/>
                      <a:pt x="748" y="335"/>
                      <a:pt x="460" y="1003"/>
                    </a:cubicBezTo>
                    <a:cubicBezTo>
                      <a:pt x="1" y="2150"/>
                      <a:pt x="888" y="3297"/>
                      <a:pt x="1976" y="3297"/>
                    </a:cubicBezTo>
                    <a:cubicBezTo>
                      <a:pt x="2185" y="3297"/>
                      <a:pt x="2402" y="3255"/>
                      <a:pt x="2618" y="3161"/>
                    </a:cubicBezTo>
                    <a:cubicBezTo>
                      <a:pt x="3469" y="2827"/>
                      <a:pt x="3864" y="1854"/>
                      <a:pt x="3530" y="1003"/>
                    </a:cubicBezTo>
                    <a:cubicBezTo>
                      <a:pt x="3241" y="335"/>
                      <a:pt x="2618" y="0"/>
                      <a:pt x="199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AAE3140-7327-6D03-4E70-D4342ECAFEF4}"/>
              </a:ext>
            </a:extLst>
          </p:cNvPr>
          <p:cNvSpPr txBox="1"/>
          <p:nvPr/>
        </p:nvSpPr>
        <p:spPr>
          <a:xfrm>
            <a:off x="2078373" y="3334890"/>
            <a:ext cx="1585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Hussein Rezk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4C6EC2-41AD-46FE-866E-FD16B4A6DE11}"/>
              </a:ext>
            </a:extLst>
          </p:cNvPr>
          <p:cNvSpPr txBox="1"/>
          <p:nvPr/>
        </p:nvSpPr>
        <p:spPr>
          <a:xfrm>
            <a:off x="1701438" y="3574480"/>
            <a:ext cx="1585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Aaron Casas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A64CE-2C9C-88ED-1C79-7FFA44DE3A00}"/>
              </a:ext>
            </a:extLst>
          </p:cNvPr>
          <p:cNvSpPr txBox="1"/>
          <p:nvPr/>
        </p:nvSpPr>
        <p:spPr>
          <a:xfrm>
            <a:off x="1453039" y="3846532"/>
            <a:ext cx="1648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Adil Feratovic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5F4257-522A-A73B-081B-8918A7D618AD}"/>
              </a:ext>
            </a:extLst>
          </p:cNvPr>
          <p:cNvSpPr txBox="1"/>
          <p:nvPr/>
        </p:nvSpPr>
        <p:spPr>
          <a:xfrm>
            <a:off x="1191529" y="4145519"/>
            <a:ext cx="1716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Christian Rojas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E7164-8CBC-AF09-63C0-869A6CB926D0}"/>
              </a:ext>
            </a:extLst>
          </p:cNvPr>
          <p:cNvSpPr txBox="1"/>
          <p:nvPr/>
        </p:nvSpPr>
        <p:spPr>
          <a:xfrm>
            <a:off x="1041394" y="4409378"/>
            <a:ext cx="18023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Joshua Laforest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F7A9EE-2AC4-D979-AFD0-CE76B8CE3576}"/>
              </a:ext>
            </a:extLst>
          </p:cNvPr>
          <p:cNvSpPr txBox="1"/>
          <p:nvPr/>
        </p:nvSpPr>
        <p:spPr>
          <a:xfrm>
            <a:off x="-14091" y="4835723"/>
            <a:ext cx="271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</a:t>
            </a:r>
          </a:p>
        </p:txBody>
      </p:sp>
      <p:pic>
        <p:nvPicPr>
          <p:cNvPr id="1028" name="Picture 4" descr="Black logo">
            <a:extLst>
              <a:ext uri="{FF2B5EF4-FFF2-40B4-BE49-F238E27FC236}">
                <a16:creationId xmlns:a16="http://schemas.microsoft.com/office/drawing/2014/main" id="{FEA81371-F1B9-04FE-A7F8-E630CFD76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5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25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400"/>
                                        <p:tgtEl>
                                          <p:spTgt spid="2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4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800"/>
                                        <p:tgtEl>
                                          <p:spTgt spid="2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3" name="Google Shape;25333;p66"/>
          <p:cNvSpPr txBox="1">
            <a:spLocks noGrp="1"/>
          </p:cNvSpPr>
          <p:nvPr>
            <p:ph type="subTitle" idx="9"/>
          </p:nvPr>
        </p:nvSpPr>
        <p:spPr>
          <a:xfrm>
            <a:off x="3469968" y="1529041"/>
            <a:ext cx="3592009" cy="309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Competing Processes</a:t>
            </a:r>
          </a:p>
        </p:txBody>
      </p:sp>
      <p:sp>
        <p:nvSpPr>
          <p:cNvPr id="25335" name="Google Shape;25335;p66"/>
          <p:cNvSpPr txBox="1">
            <a:spLocks noGrp="1"/>
          </p:cNvSpPr>
          <p:nvPr>
            <p:ph type="title"/>
          </p:nvPr>
        </p:nvSpPr>
        <p:spPr>
          <a:xfrm>
            <a:off x="260973" y="1525494"/>
            <a:ext cx="386236" cy="309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haroni" panose="02010803020104030203" pitchFamily="2" charset="-79"/>
                <a:cs typeface="Aharoni" panose="02010803020104030203" pitchFamily="2" charset="-79"/>
              </a:rPr>
              <a:t>01</a:t>
            </a:r>
          </a:p>
        </p:txBody>
      </p:sp>
      <p:sp>
        <p:nvSpPr>
          <p:cNvPr id="25337" name="Google Shape;25337;p66"/>
          <p:cNvSpPr txBox="1">
            <a:spLocks noGrp="1"/>
          </p:cNvSpPr>
          <p:nvPr>
            <p:ph type="title" idx="21"/>
          </p:nvPr>
        </p:nvSpPr>
        <p:spPr>
          <a:xfrm>
            <a:off x="-1083684" y="439686"/>
            <a:ext cx="11355332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rade Gothic Inline" panose="020B0504030203020204" pitchFamily="34" charset="0"/>
                <a:cs typeface="Aharoni" panose="02010803020104030203" pitchFamily="2" charset="-79"/>
              </a:rPr>
              <a:t>Overview</a:t>
            </a:r>
          </a:p>
        </p:txBody>
      </p:sp>
      <p:sp>
        <p:nvSpPr>
          <p:cNvPr id="25338" name="Google Shape;25338;p66"/>
          <p:cNvSpPr txBox="1">
            <a:spLocks noGrp="1"/>
          </p:cNvSpPr>
          <p:nvPr>
            <p:ph type="subTitle" idx="1"/>
          </p:nvPr>
        </p:nvSpPr>
        <p:spPr>
          <a:xfrm>
            <a:off x="531950" y="1533825"/>
            <a:ext cx="2261614" cy="309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Introduction</a:t>
            </a:r>
          </a:p>
        </p:txBody>
      </p:sp>
      <p:sp>
        <p:nvSpPr>
          <p:cNvPr id="25339" name="Google Shape;25339;p66"/>
          <p:cNvSpPr txBox="1">
            <a:spLocks noGrp="1"/>
          </p:cNvSpPr>
          <p:nvPr>
            <p:ph type="subTitle" idx="2"/>
          </p:nvPr>
        </p:nvSpPr>
        <p:spPr>
          <a:xfrm>
            <a:off x="199477" y="1807964"/>
            <a:ext cx="3945826" cy="10593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</a:pPr>
            <a:r>
              <a:rPr lang="en">
                <a:latin typeface="Aharoni" panose="02010803020104030203" pitchFamily="2" charset="-79"/>
                <a:cs typeface="Aharoni" panose="02010803020104030203" pitchFamily="2" charset="-79"/>
              </a:rPr>
              <a:t>Problem and Significance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Aharoni" panose="02010803020104030203" pitchFamily="2" charset="-79"/>
                <a:cs typeface="Aharoni" panose="02010803020104030203" pitchFamily="2" charset="-79"/>
              </a:rPr>
              <a:t>Market Analysis and Pricing</a:t>
            </a:r>
          </a:p>
        </p:txBody>
      </p:sp>
      <p:sp>
        <p:nvSpPr>
          <p:cNvPr id="25342" name="Google Shape;25342;p66"/>
          <p:cNvSpPr txBox="1">
            <a:spLocks noGrp="1"/>
          </p:cNvSpPr>
          <p:nvPr>
            <p:ph type="subTitle" idx="5"/>
          </p:nvPr>
        </p:nvSpPr>
        <p:spPr>
          <a:xfrm>
            <a:off x="6846564" y="1538745"/>
            <a:ext cx="2464236" cy="309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Plant Location</a:t>
            </a:r>
          </a:p>
        </p:txBody>
      </p:sp>
      <p:sp>
        <p:nvSpPr>
          <p:cNvPr id="25345" name="Google Shape;25345;p66"/>
          <p:cNvSpPr txBox="1">
            <a:spLocks noGrp="1"/>
          </p:cNvSpPr>
          <p:nvPr>
            <p:ph type="subTitle" idx="8"/>
          </p:nvPr>
        </p:nvSpPr>
        <p:spPr>
          <a:xfrm>
            <a:off x="3165268" y="1816247"/>
            <a:ext cx="4724129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Competition of the chosen process 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BFDs of competing processes</a:t>
            </a:r>
          </a:p>
        </p:txBody>
      </p:sp>
      <p:sp>
        <p:nvSpPr>
          <p:cNvPr id="25347" name="Google Shape;25347;p66"/>
          <p:cNvSpPr txBox="1">
            <a:spLocks noGrp="1"/>
          </p:cNvSpPr>
          <p:nvPr>
            <p:ph type="subTitle" idx="15"/>
          </p:nvPr>
        </p:nvSpPr>
        <p:spPr>
          <a:xfrm>
            <a:off x="7016294" y="1790792"/>
            <a:ext cx="1943358" cy="11442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Location</a:t>
            </a: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Incentives</a:t>
            </a:r>
          </a:p>
        </p:txBody>
      </p:sp>
      <p:cxnSp>
        <p:nvCxnSpPr>
          <p:cNvPr id="25348" name="Google Shape;25348;p66"/>
          <p:cNvCxnSpPr>
            <a:cxnSpLocks/>
          </p:cNvCxnSpPr>
          <p:nvPr/>
        </p:nvCxnSpPr>
        <p:spPr>
          <a:xfrm>
            <a:off x="306031" y="1868964"/>
            <a:ext cx="3189257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49" name="Google Shape;25349;p66"/>
          <p:cNvCxnSpPr>
            <a:cxnSpLocks/>
          </p:cNvCxnSpPr>
          <p:nvPr/>
        </p:nvCxnSpPr>
        <p:spPr>
          <a:xfrm>
            <a:off x="3264957" y="1863367"/>
            <a:ext cx="3618266" cy="17057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354" name="Google Shape;25354;p66"/>
          <p:cNvSpPr txBox="1">
            <a:spLocks noGrp="1"/>
          </p:cNvSpPr>
          <p:nvPr>
            <p:ph type="title" idx="16"/>
          </p:nvPr>
        </p:nvSpPr>
        <p:spPr>
          <a:xfrm>
            <a:off x="3216446" y="1540304"/>
            <a:ext cx="409189" cy="309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haroni" panose="02010803020104030203" pitchFamily="2" charset="-79"/>
                <a:cs typeface="Aharoni" panose="02010803020104030203" pitchFamily="2" charset="-79"/>
              </a:rPr>
              <a:t>02</a:t>
            </a:r>
          </a:p>
        </p:txBody>
      </p:sp>
      <p:sp>
        <p:nvSpPr>
          <p:cNvPr id="25355" name="Google Shape;25355;p66"/>
          <p:cNvSpPr txBox="1">
            <a:spLocks noGrp="1"/>
          </p:cNvSpPr>
          <p:nvPr>
            <p:ph type="title" idx="17"/>
          </p:nvPr>
        </p:nvSpPr>
        <p:spPr>
          <a:xfrm>
            <a:off x="6567865" y="1540304"/>
            <a:ext cx="410072" cy="3093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haroni" panose="02010803020104030203" pitchFamily="2" charset="-79"/>
                <a:cs typeface="Aharoni" panose="02010803020104030203" pitchFamily="2" charset="-79"/>
              </a:rPr>
              <a:t>03</a:t>
            </a:r>
          </a:p>
        </p:txBody>
      </p:sp>
      <p:grpSp>
        <p:nvGrpSpPr>
          <p:cNvPr id="25358" name="Google Shape;25358;p66"/>
          <p:cNvGrpSpPr/>
          <p:nvPr/>
        </p:nvGrpSpPr>
        <p:grpSpPr>
          <a:xfrm>
            <a:off x="3950489" y="4792679"/>
            <a:ext cx="363110" cy="151607"/>
            <a:chOff x="3708023" y="4792679"/>
            <a:chExt cx="363110" cy="151607"/>
          </a:xfrm>
        </p:grpSpPr>
        <p:cxnSp>
          <p:nvCxnSpPr>
            <p:cNvPr id="25359" name="Google Shape;25359;p66"/>
            <p:cNvCxnSpPr/>
            <p:nvPr/>
          </p:nvCxnSpPr>
          <p:spPr>
            <a:xfrm>
              <a:off x="3802033" y="4868578"/>
              <a:ext cx="2691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5360" name="Google Shape;25360;p66"/>
            <p:cNvSpPr/>
            <p:nvPr/>
          </p:nvSpPr>
          <p:spPr>
            <a:xfrm flipH="1">
              <a:off x="3708023" y="4792679"/>
              <a:ext cx="147735" cy="151607"/>
            </a:xfrm>
            <a:custGeom>
              <a:avLst/>
              <a:gdLst/>
              <a:ahLst/>
              <a:cxnLst/>
              <a:rect l="l" t="t" r="r" b="b"/>
              <a:pathLst>
                <a:path w="184669" h="189509" extrusionOk="0">
                  <a:moveTo>
                    <a:pt x="87478" y="1"/>
                  </a:moveTo>
                  <a:cubicBezTo>
                    <a:pt x="78837" y="23328"/>
                    <a:pt x="71468" y="44299"/>
                    <a:pt x="64707" y="65101"/>
                  </a:cubicBezTo>
                  <a:lnTo>
                    <a:pt x="64707" y="65101"/>
                  </a:lnTo>
                  <a:cubicBezTo>
                    <a:pt x="43655" y="66738"/>
                    <a:pt x="22433" y="69244"/>
                    <a:pt x="1" y="72894"/>
                  </a:cubicBezTo>
                  <a:cubicBezTo>
                    <a:pt x="16370" y="85988"/>
                    <a:pt x="33199" y="99081"/>
                    <a:pt x="50395" y="111990"/>
                  </a:cubicBezTo>
                  <a:lnTo>
                    <a:pt x="50395" y="111990"/>
                  </a:lnTo>
                  <a:cubicBezTo>
                    <a:pt x="43729" y="135273"/>
                    <a:pt x="37193" y="160220"/>
                    <a:pt x="29972" y="189509"/>
                  </a:cubicBezTo>
                  <a:lnTo>
                    <a:pt x="29972" y="189509"/>
                  </a:lnTo>
                  <a:cubicBezTo>
                    <a:pt x="50954" y="174251"/>
                    <a:pt x="72393" y="159068"/>
                    <a:pt x="93407" y="143284"/>
                  </a:cubicBezTo>
                  <a:lnTo>
                    <a:pt x="93407" y="143284"/>
                  </a:lnTo>
                  <a:cubicBezTo>
                    <a:pt x="113771" y="157614"/>
                    <a:pt x="134515" y="171499"/>
                    <a:pt x="155498" y="184658"/>
                  </a:cubicBezTo>
                  <a:cubicBezTo>
                    <a:pt x="151697" y="159934"/>
                    <a:pt x="144464" y="134766"/>
                    <a:pt x="135498" y="109966"/>
                  </a:cubicBezTo>
                  <a:lnTo>
                    <a:pt x="135498" y="109966"/>
                  </a:lnTo>
                  <a:cubicBezTo>
                    <a:pt x="152847" y="95311"/>
                    <a:pt x="169428" y="79859"/>
                    <a:pt x="184668" y="63171"/>
                  </a:cubicBezTo>
                  <a:cubicBezTo>
                    <a:pt x="168464" y="62746"/>
                    <a:pt x="153055" y="62490"/>
                    <a:pt x="138118" y="62490"/>
                  </a:cubicBezTo>
                  <a:cubicBezTo>
                    <a:pt x="130796" y="62490"/>
                    <a:pt x="123586" y="62552"/>
                    <a:pt x="116452" y="62685"/>
                  </a:cubicBezTo>
                  <a:lnTo>
                    <a:pt x="116452" y="62685"/>
                  </a:lnTo>
                  <a:cubicBezTo>
                    <a:pt x="106897" y="40846"/>
                    <a:pt x="96812" y="19748"/>
                    <a:pt x="874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61" name="Google Shape;25361;p66"/>
          <p:cNvGrpSpPr/>
          <p:nvPr/>
        </p:nvGrpSpPr>
        <p:grpSpPr>
          <a:xfrm>
            <a:off x="4831532" y="4792679"/>
            <a:ext cx="363110" cy="151607"/>
            <a:chOff x="5075473" y="4792679"/>
            <a:chExt cx="363110" cy="151607"/>
          </a:xfrm>
        </p:grpSpPr>
        <p:cxnSp>
          <p:nvCxnSpPr>
            <p:cNvPr id="25362" name="Google Shape;25362;p66"/>
            <p:cNvCxnSpPr/>
            <p:nvPr/>
          </p:nvCxnSpPr>
          <p:spPr>
            <a:xfrm rot="10800000">
              <a:off x="5075473" y="4868578"/>
              <a:ext cx="2691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5363" name="Google Shape;25363;p66"/>
            <p:cNvSpPr/>
            <p:nvPr/>
          </p:nvSpPr>
          <p:spPr>
            <a:xfrm>
              <a:off x="5290848" y="4792679"/>
              <a:ext cx="147735" cy="151607"/>
            </a:xfrm>
            <a:custGeom>
              <a:avLst/>
              <a:gdLst/>
              <a:ahLst/>
              <a:cxnLst/>
              <a:rect l="l" t="t" r="r" b="b"/>
              <a:pathLst>
                <a:path w="184669" h="189509" extrusionOk="0">
                  <a:moveTo>
                    <a:pt x="87478" y="1"/>
                  </a:moveTo>
                  <a:cubicBezTo>
                    <a:pt x="78837" y="23328"/>
                    <a:pt x="71468" y="44299"/>
                    <a:pt x="64707" y="65101"/>
                  </a:cubicBezTo>
                  <a:lnTo>
                    <a:pt x="64707" y="65101"/>
                  </a:lnTo>
                  <a:cubicBezTo>
                    <a:pt x="43655" y="66738"/>
                    <a:pt x="22433" y="69244"/>
                    <a:pt x="1" y="72894"/>
                  </a:cubicBezTo>
                  <a:cubicBezTo>
                    <a:pt x="16370" y="85988"/>
                    <a:pt x="33199" y="99081"/>
                    <a:pt x="50395" y="111990"/>
                  </a:cubicBezTo>
                  <a:lnTo>
                    <a:pt x="50395" y="111990"/>
                  </a:lnTo>
                  <a:cubicBezTo>
                    <a:pt x="43729" y="135273"/>
                    <a:pt x="37193" y="160220"/>
                    <a:pt x="29972" y="189509"/>
                  </a:cubicBezTo>
                  <a:lnTo>
                    <a:pt x="29972" y="189509"/>
                  </a:lnTo>
                  <a:cubicBezTo>
                    <a:pt x="50954" y="174251"/>
                    <a:pt x="72393" y="159068"/>
                    <a:pt x="93407" y="143284"/>
                  </a:cubicBezTo>
                  <a:lnTo>
                    <a:pt x="93407" y="143284"/>
                  </a:lnTo>
                  <a:cubicBezTo>
                    <a:pt x="113771" y="157614"/>
                    <a:pt x="134515" y="171499"/>
                    <a:pt x="155498" y="184658"/>
                  </a:cubicBezTo>
                  <a:cubicBezTo>
                    <a:pt x="151697" y="159934"/>
                    <a:pt x="144464" y="134766"/>
                    <a:pt x="135498" y="109966"/>
                  </a:cubicBezTo>
                  <a:lnTo>
                    <a:pt x="135498" y="109966"/>
                  </a:lnTo>
                  <a:cubicBezTo>
                    <a:pt x="152847" y="95311"/>
                    <a:pt x="169428" y="79859"/>
                    <a:pt x="184668" y="63171"/>
                  </a:cubicBezTo>
                  <a:cubicBezTo>
                    <a:pt x="168464" y="62746"/>
                    <a:pt x="153055" y="62490"/>
                    <a:pt x="138118" y="62490"/>
                  </a:cubicBezTo>
                  <a:cubicBezTo>
                    <a:pt x="130796" y="62490"/>
                    <a:pt x="123586" y="62552"/>
                    <a:pt x="116452" y="62685"/>
                  </a:cubicBezTo>
                  <a:lnTo>
                    <a:pt x="116452" y="62685"/>
                  </a:lnTo>
                  <a:cubicBezTo>
                    <a:pt x="106897" y="40846"/>
                    <a:pt x="96812" y="19748"/>
                    <a:pt x="874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64" name="Google Shape;25364;p66">
            <a:hlinkClick r:id="" action="ppaction://hlinkshowjump?jump=previousslide"/>
          </p:cNvPr>
          <p:cNvSpPr/>
          <p:nvPr/>
        </p:nvSpPr>
        <p:spPr>
          <a:xfrm>
            <a:off x="3898116" y="4756025"/>
            <a:ext cx="4155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65" name="Google Shape;25365;p66">
            <a:hlinkClick r:id="" action="ppaction://hlinkshowjump?jump=nextslide"/>
          </p:cNvPr>
          <p:cNvSpPr/>
          <p:nvPr/>
        </p:nvSpPr>
        <p:spPr>
          <a:xfrm>
            <a:off x="4830384" y="4756025"/>
            <a:ext cx="4155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66" name="Google Shape;25366;p66"/>
          <p:cNvGrpSpPr/>
          <p:nvPr/>
        </p:nvGrpSpPr>
        <p:grpSpPr>
          <a:xfrm>
            <a:off x="4406700" y="4764377"/>
            <a:ext cx="330600" cy="210673"/>
            <a:chOff x="4181350" y="4786752"/>
            <a:chExt cx="330600" cy="210673"/>
          </a:xfrm>
        </p:grpSpPr>
        <p:grpSp>
          <p:nvGrpSpPr>
            <p:cNvPr id="25367" name="Google Shape;25367;p66"/>
            <p:cNvGrpSpPr/>
            <p:nvPr/>
          </p:nvGrpSpPr>
          <p:grpSpPr>
            <a:xfrm>
              <a:off x="4257160" y="4786752"/>
              <a:ext cx="178983" cy="164217"/>
              <a:chOff x="3605095" y="3530536"/>
              <a:chExt cx="1280277" cy="1174657"/>
            </a:xfrm>
          </p:grpSpPr>
          <p:sp>
            <p:nvSpPr>
              <p:cNvPr id="25368" name="Google Shape;25368;p66"/>
              <p:cNvSpPr/>
              <p:nvPr/>
            </p:nvSpPr>
            <p:spPr>
              <a:xfrm>
                <a:off x="3804143" y="3696932"/>
                <a:ext cx="165409" cy="226565"/>
              </a:xfrm>
              <a:custGeom>
                <a:avLst/>
                <a:gdLst/>
                <a:ahLst/>
                <a:cxnLst/>
                <a:rect l="l" t="t" r="r" b="b"/>
                <a:pathLst>
                  <a:path w="1839" h="2519" extrusionOk="0">
                    <a:moveTo>
                      <a:pt x="0" y="1"/>
                    </a:moveTo>
                    <a:lnTo>
                      <a:pt x="0" y="2519"/>
                    </a:lnTo>
                    <a:lnTo>
                      <a:pt x="1838" y="923"/>
                    </a:lnTo>
                    <a:lnTo>
                      <a:pt x="183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9" name="Google Shape;25369;p66"/>
              <p:cNvSpPr/>
              <p:nvPr/>
            </p:nvSpPr>
            <p:spPr>
              <a:xfrm>
                <a:off x="3762948" y="3667790"/>
                <a:ext cx="963941" cy="1037397"/>
              </a:xfrm>
              <a:custGeom>
                <a:avLst/>
                <a:gdLst/>
                <a:ahLst/>
                <a:cxnLst/>
                <a:rect l="l" t="t" r="r" b="b"/>
                <a:pathLst>
                  <a:path w="10717" h="11534" extrusionOk="0">
                    <a:moveTo>
                      <a:pt x="5359" y="1"/>
                    </a:moveTo>
                    <a:cubicBezTo>
                      <a:pt x="5333" y="1"/>
                      <a:pt x="5307" y="9"/>
                      <a:pt x="5286" y="27"/>
                    </a:cubicBezTo>
                    <a:lnTo>
                      <a:pt x="0" y="4625"/>
                    </a:lnTo>
                    <a:lnTo>
                      <a:pt x="0" y="11222"/>
                    </a:lnTo>
                    <a:cubicBezTo>
                      <a:pt x="0" y="11395"/>
                      <a:pt x="146" y="11534"/>
                      <a:pt x="319" y="11534"/>
                    </a:cubicBezTo>
                    <a:lnTo>
                      <a:pt x="10405" y="11534"/>
                    </a:lnTo>
                    <a:cubicBezTo>
                      <a:pt x="10578" y="11534"/>
                      <a:pt x="10717" y="11395"/>
                      <a:pt x="10717" y="11222"/>
                    </a:cubicBezTo>
                    <a:lnTo>
                      <a:pt x="10717" y="4625"/>
                    </a:lnTo>
                    <a:lnTo>
                      <a:pt x="5431" y="27"/>
                    </a:lnTo>
                    <a:cubicBezTo>
                      <a:pt x="5411" y="9"/>
                      <a:pt x="5385" y="1"/>
                      <a:pt x="53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0" name="Google Shape;25370;p66"/>
              <p:cNvSpPr/>
              <p:nvPr/>
            </p:nvSpPr>
            <p:spPr>
              <a:xfrm>
                <a:off x="3763578" y="3633341"/>
                <a:ext cx="240243" cy="75552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840" extrusionOk="0">
                    <a:moveTo>
                      <a:pt x="118" y="0"/>
                    </a:moveTo>
                    <a:cubicBezTo>
                      <a:pt x="49" y="0"/>
                      <a:pt x="0" y="49"/>
                      <a:pt x="0" y="118"/>
                    </a:cubicBezTo>
                    <a:lnTo>
                      <a:pt x="0" y="722"/>
                    </a:lnTo>
                    <a:cubicBezTo>
                      <a:pt x="0" y="791"/>
                      <a:pt x="49" y="840"/>
                      <a:pt x="118" y="840"/>
                    </a:cubicBezTo>
                    <a:lnTo>
                      <a:pt x="2553" y="840"/>
                    </a:lnTo>
                    <a:cubicBezTo>
                      <a:pt x="2615" y="840"/>
                      <a:pt x="2671" y="791"/>
                      <a:pt x="2671" y="722"/>
                    </a:cubicBezTo>
                    <a:lnTo>
                      <a:pt x="2671" y="118"/>
                    </a:lnTo>
                    <a:cubicBezTo>
                      <a:pt x="2671" y="49"/>
                      <a:pt x="2615" y="0"/>
                      <a:pt x="25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1" name="Google Shape;25371;p66"/>
              <p:cNvSpPr/>
              <p:nvPr/>
            </p:nvSpPr>
            <p:spPr>
              <a:xfrm>
                <a:off x="4111035" y="4189822"/>
                <a:ext cx="291422" cy="515371"/>
              </a:xfrm>
              <a:custGeom>
                <a:avLst/>
                <a:gdLst/>
                <a:ahLst/>
                <a:cxnLst/>
                <a:rect l="l" t="t" r="r" b="b"/>
                <a:pathLst>
                  <a:path w="3240" h="5730" extrusionOk="0">
                    <a:moveTo>
                      <a:pt x="292" y="0"/>
                    </a:moveTo>
                    <a:cubicBezTo>
                      <a:pt x="133" y="0"/>
                      <a:pt x="1" y="132"/>
                      <a:pt x="1" y="292"/>
                    </a:cubicBezTo>
                    <a:lnTo>
                      <a:pt x="1" y="5730"/>
                    </a:lnTo>
                    <a:lnTo>
                      <a:pt x="3240" y="5730"/>
                    </a:lnTo>
                    <a:lnTo>
                      <a:pt x="3240" y="292"/>
                    </a:lnTo>
                    <a:cubicBezTo>
                      <a:pt x="3240" y="132"/>
                      <a:pt x="3108" y="0"/>
                      <a:pt x="29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2" name="Google Shape;25372;p66"/>
              <p:cNvSpPr/>
              <p:nvPr/>
            </p:nvSpPr>
            <p:spPr>
              <a:xfrm>
                <a:off x="3605095" y="3530536"/>
                <a:ext cx="1280277" cy="565199"/>
              </a:xfrm>
              <a:custGeom>
                <a:avLst/>
                <a:gdLst/>
                <a:ahLst/>
                <a:cxnLst/>
                <a:rect l="l" t="t" r="r" b="b"/>
                <a:pathLst>
                  <a:path w="14234" h="6284" extrusionOk="0">
                    <a:moveTo>
                      <a:pt x="7114" y="1"/>
                    </a:moveTo>
                    <a:cubicBezTo>
                      <a:pt x="7088" y="1"/>
                      <a:pt x="7062" y="9"/>
                      <a:pt x="7041" y="27"/>
                    </a:cubicBezTo>
                    <a:lnTo>
                      <a:pt x="77" y="6089"/>
                    </a:lnTo>
                    <a:cubicBezTo>
                      <a:pt x="1" y="6158"/>
                      <a:pt x="49" y="6283"/>
                      <a:pt x="153" y="6283"/>
                    </a:cubicBezTo>
                    <a:lnTo>
                      <a:pt x="1762" y="6283"/>
                    </a:lnTo>
                    <a:lnTo>
                      <a:pt x="7041" y="1691"/>
                    </a:lnTo>
                    <a:cubicBezTo>
                      <a:pt x="7062" y="1674"/>
                      <a:pt x="7088" y="1665"/>
                      <a:pt x="7114" y="1665"/>
                    </a:cubicBezTo>
                    <a:cubicBezTo>
                      <a:pt x="7140" y="1665"/>
                      <a:pt x="7166" y="1674"/>
                      <a:pt x="7186" y="1691"/>
                    </a:cubicBezTo>
                    <a:lnTo>
                      <a:pt x="12472" y="6283"/>
                    </a:lnTo>
                    <a:lnTo>
                      <a:pt x="14081" y="6283"/>
                    </a:lnTo>
                    <a:cubicBezTo>
                      <a:pt x="14185" y="6283"/>
                      <a:pt x="14234" y="6158"/>
                      <a:pt x="14150" y="6089"/>
                    </a:cubicBezTo>
                    <a:lnTo>
                      <a:pt x="7186" y="27"/>
                    </a:lnTo>
                    <a:cubicBezTo>
                      <a:pt x="7166" y="9"/>
                      <a:pt x="7140" y="1"/>
                      <a:pt x="711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5373" name="Google Shape;25373;p66"/>
            <p:cNvCxnSpPr/>
            <p:nvPr/>
          </p:nvCxnSpPr>
          <p:spPr>
            <a:xfrm>
              <a:off x="4181350" y="4997425"/>
              <a:ext cx="330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374" name="Google Shape;25374;p66">
            <a:hlinkClick r:id="rId4" action="ppaction://hlinksldjump"/>
          </p:cNvPr>
          <p:cNvSpPr/>
          <p:nvPr/>
        </p:nvSpPr>
        <p:spPr>
          <a:xfrm>
            <a:off x="4390500" y="4759600"/>
            <a:ext cx="3630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25393;p67">
            <a:extLst>
              <a:ext uri="{FF2B5EF4-FFF2-40B4-BE49-F238E27FC236}">
                <a16:creationId xmlns:a16="http://schemas.microsoft.com/office/drawing/2014/main" id="{71E43EAE-4BA6-4963-AAEB-3A2DEF5C25F0}"/>
              </a:ext>
            </a:extLst>
          </p:cNvPr>
          <p:cNvGrpSpPr/>
          <p:nvPr/>
        </p:nvGrpSpPr>
        <p:grpSpPr>
          <a:xfrm rot="18231100">
            <a:off x="7543903" y="-426042"/>
            <a:ext cx="1158886" cy="2283656"/>
            <a:chOff x="3687200" y="1398599"/>
            <a:chExt cx="1767266" cy="3209969"/>
          </a:xfrm>
        </p:grpSpPr>
        <p:sp>
          <p:nvSpPr>
            <p:cNvPr id="13" name="Google Shape;25394;p67">
              <a:extLst>
                <a:ext uri="{FF2B5EF4-FFF2-40B4-BE49-F238E27FC236}">
                  <a16:creationId xmlns:a16="http://schemas.microsoft.com/office/drawing/2014/main" id="{F61DAE9E-55FE-6C10-6DEA-A330046B6E22}"/>
                </a:ext>
              </a:extLst>
            </p:cNvPr>
            <p:cNvSpPr/>
            <p:nvPr/>
          </p:nvSpPr>
          <p:spPr>
            <a:xfrm>
              <a:off x="4898622" y="2492157"/>
              <a:ext cx="517344" cy="1403789"/>
            </a:xfrm>
            <a:custGeom>
              <a:avLst/>
              <a:gdLst/>
              <a:ahLst/>
              <a:cxnLst/>
              <a:rect l="l" t="t" r="r" b="b"/>
              <a:pathLst>
                <a:path w="29831" h="80945" extrusionOk="0">
                  <a:moveTo>
                    <a:pt x="1" y="0"/>
                  </a:moveTo>
                  <a:lnTo>
                    <a:pt x="1480" y="45362"/>
                  </a:lnTo>
                  <a:lnTo>
                    <a:pt x="8876" y="47827"/>
                  </a:lnTo>
                  <a:lnTo>
                    <a:pt x="12492" y="49060"/>
                  </a:lnTo>
                  <a:lnTo>
                    <a:pt x="22024" y="66563"/>
                  </a:lnTo>
                  <a:lnTo>
                    <a:pt x="27941" y="77493"/>
                  </a:lnTo>
                  <a:lnTo>
                    <a:pt x="29831" y="80944"/>
                  </a:lnTo>
                  <a:lnTo>
                    <a:pt x="29831" y="35829"/>
                  </a:lnTo>
                  <a:lnTo>
                    <a:pt x="22024" y="26379"/>
                  </a:lnTo>
                  <a:lnTo>
                    <a:pt x="5178" y="61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5395;p67">
              <a:extLst>
                <a:ext uri="{FF2B5EF4-FFF2-40B4-BE49-F238E27FC236}">
                  <a16:creationId xmlns:a16="http://schemas.microsoft.com/office/drawing/2014/main" id="{A577359F-0BEE-6B80-7CA5-088FA30AC504}"/>
                </a:ext>
              </a:extLst>
            </p:cNvPr>
            <p:cNvSpPr/>
            <p:nvPr/>
          </p:nvSpPr>
          <p:spPr>
            <a:xfrm>
              <a:off x="4150402" y="3804760"/>
              <a:ext cx="836568" cy="803808"/>
            </a:xfrm>
            <a:custGeom>
              <a:avLst/>
              <a:gdLst/>
              <a:ahLst/>
              <a:cxnLst/>
              <a:rect l="l" t="t" r="r" b="b"/>
              <a:pathLst>
                <a:path w="48238" h="46349" extrusionOk="0">
                  <a:moveTo>
                    <a:pt x="8382" y="1"/>
                  </a:moveTo>
                  <a:cubicBezTo>
                    <a:pt x="6163" y="4521"/>
                    <a:pt x="0" y="20052"/>
                    <a:pt x="7642" y="33282"/>
                  </a:cubicBezTo>
                  <a:cubicBezTo>
                    <a:pt x="7642" y="33282"/>
                    <a:pt x="13066" y="29667"/>
                    <a:pt x="16435" y="21038"/>
                  </a:cubicBezTo>
                  <a:cubicBezTo>
                    <a:pt x="16682" y="30324"/>
                    <a:pt x="18408" y="40185"/>
                    <a:pt x="24078" y="46348"/>
                  </a:cubicBezTo>
                  <a:cubicBezTo>
                    <a:pt x="24078" y="46348"/>
                    <a:pt x="31885" y="38624"/>
                    <a:pt x="31802" y="21613"/>
                  </a:cubicBezTo>
                  <a:lnTo>
                    <a:pt x="31802" y="21613"/>
                  </a:lnTo>
                  <a:cubicBezTo>
                    <a:pt x="34925" y="28845"/>
                    <a:pt x="39856" y="31639"/>
                    <a:pt x="39856" y="31639"/>
                  </a:cubicBezTo>
                  <a:cubicBezTo>
                    <a:pt x="48238" y="18573"/>
                    <a:pt x="42239" y="4110"/>
                    <a:pt x="40184" y="83"/>
                  </a:cubicBezTo>
                  <a:lnTo>
                    <a:pt x="8382" y="83"/>
                  </a:lnTo>
                  <a:lnTo>
                    <a:pt x="838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5396;p67">
              <a:extLst>
                <a:ext uri="{FF2B5EF4-FFF2-40B4-BE49-F238E27FC236}">
                  <a16:creationId xmlns:a16="http://schemas.microsoft.com/office/drawing/2014/main" id="{8984426A-A036-098A-C2A1-E59EBE90DF65}"/>
                </a:ext>
              </a:extLst>
            </p:cNvPr>
            <p:cNvSpPr/>
            <p:nvPr/>
          </p:nvSpPr>
          <p:spPr>
            <a:xfrm>
              <a:off x="4291489" y="3804760"/>
              <a:ext cx="558671" cy="436112"/>
            </a:xfrm>
            <a:custGeom>
              <a:avLst/>
              <a:gdLst/>
              <a:ahLst/>
              <a:cxnLst/>
              <a:rect l="l" t="t" r="r" b="b"/>
              <a:pathLst>
                <a:path w="32214" h="25147" extrusionOk="0">
                  <a:moveTo>
                    <a:pt x="3205" y="1"/>
                  </a:moveTo>
                  <a:cubicBezTo>
                    <a:pt x="2055" y="2713"/>
                    <a:pt x="1" y="9369"/>
                    <a:pt x="2877" y="17587"/>
                  </a:cubicBezTo>
                  <a:cubicBezTo>
                    <a:pt x="2877" y="17587"/>
                    <a:pt x="7807" y="17094"/>
                    <a:pt x="9533" y="11917"/>
                  </a:cubicBezTo>
                  <a:cubicBezTo>
                    <a:pt x="9697" y="11506"/>
                    <a:pt x="9780" y="11177"/>
                    <a:pt x="9862" y="10766"/>
                  </a:cubicBezTo>
                  <a:lnTo>
                    <a:pt x="11341" y="6082"/>
                  </a:lnTo>
                  <a:lnTo>
                    <a:pt x="11341" y="6082"/>
                  </a:lnTo>
                  <a:cubicBezTo>
                    <a:pt x="11012" y="8958"/>
                    <a:pt x="11012" y="12410"/>
                    <a:pt x="11670" y="15861"/>
                  </a:cubicBezTo>
                  <a:cubicBezTo>
                    <a:pt x="12327" y="19230"/>
                    <a:pt x="13724" y="22517"/>
                    <a:pt x="16107" y="25147"/>
                  </a:cubicBezTo>
                  <a:cubicBezTo>
                    <a:pt x="16107" y="25147"/>
                    <a:pt x="22270" y="20052"/>
                    <a:pt x="21366" y="6164"/>
                  </a:cubicBezTo>
                  <a:lnTo>
                    <a:pt x="21366" y="6164"/>
                  </a:lnTo>
                  <a:lnTo>
                    <a:pt x="22517" y="10684"/>
                  </a:lnTo>
                  <a:cubicBezTo>
                    <a:pt x="22517" y="10766"/>
                    <a:pt x="22599" y="11013"/>
                    <a:pt x="22599" y="11177"/>
                  </a:cubicBezTo>
                  <a:cubicBezTo>
                    <a:pt x="23421" y="14217"/>
                    <a:pt x="24818" y="16354"/>
                    <a:pt x="26215" y="17751"/>
                  </a:cubicBezTo>
                  <a:cubicBezTo>
                    <a:pt x="27530" y="19230"/>
                    <a:pt x="28516" y="19970"/>
                    <a:pt x="28516" y="19970"/>
                  </a:cubicBezTo>
                  <a:cubicBezTo>
                    <a:pt x="32214" y="11177"/>
                    <a:pt x="30159" y="2959"/>
                    <a:pt x="29173" y="83"/>
                  </a:cubicBezTo>
                  <a:lnTo>
                    <a:pt x="3205" y="83"/>
                  </a:lnTo>
                  <a:lnTo>
                    <a:pt x="32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5397;p67">
              <a:extLst>
                <a:ext uri="{FF2B5EF4-FFF2-40B4-BE49-F238E27FC236}">
                  <a16:creationId xmlns:a16="http://schemas.microsoft.com/office/drawing/2014/main" id="{21DF7D3F-BBDB-50A6-54F1-7F225DB608F0}"/>
                </a:ext>
              </a:extLst>
            </p:cNvPr>
            <p:cNvSpPr/>
            <p:nvPr/>
          </p:nvSpPr>
          <p:spPr>
            <a:xfrm>
              <a:off x="3727107" y="2492157"/>
              <a:ext cx="515922" cy="1403789"/>
            </a:xfrm>
            <a:custGeom>
              <a:avLst/>
              <a:gdLst/>
              <a:ahLst/>
              <a:cxnLst/>
              <a:rect l="l" t="t" r="r" b="b"/>
              <a:pathLst>
                <a:path w="29749" h="80945" extrusionOk="0">
                  <a:moveTo>
                    <a:pt x="29749" y="0"/>
                  </a:moveTo>
                  <a:lnTo>
                    <a:pt x="24736" y="6164"/>
                  </a:lnTo>
                  <a:lnTo>
                    <a:pt x="7890" y="26379"/>
                  </a:lnTo>
                  <a:lnTo>
                    <a:pt x="1" y="35829"/>
                  </a:lnTo>
                  <a:lnTo>
                    <a:pt x="1" y="80944"/>
                  </a:lnTo>
                  <a:lnTo>
                    <a:pt x="1809" y="77493"/>
                  </a:lnTo>
                  <a:lnTo>
                    <a:pt x="7890" y="66563"/>
                  </a:lnTo>
                  <a:lnTo>
                    <a:pt x="15696" y="52265"/>
                  </a:lnTo>
                  <a:lnTo>
                    <a:pt x="17422" y="49060"/>
                  </a:lnTo>
                  <a:lnTo>
                    <a:pt x="18901" y="48649"/>
                  </a:lnTo>
                  <a:lnTo>
                    <a:pt x="21038" y="47827"/>
                  </a:lnTo>
                  <a:lnTo>
                    <a:pt x="28352" y="45362"/>
                  </a:lnTo>
                  <a:lnTo>
                    <a:pt x="297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5398;p67">
              <a:extLst>
                <a:ext uri="{FF2B5EF4-FFF2-40B4-BE49-F238E27FC236}">
                  <a16:creationId xmlns:a16="http://schemas.microsoft.com/office/drawing/2014/main" id="{9A65C2E0-FFF0-A961-ED64-ACB4C87CB2F1}"/>
                </a:ext>
              </a:extLst>
            </p:cNvPr>
            <p:cNvSpPr/>
            <p:nvPr/>
          </p:nvSpPr>
          <p:spPr>
            <a:xfrm>
              <a:off x="4136146" y="1398599"/>
              <a:ext cx="872206" cy="2465947"/>
            </a:xfrm>
            <a:custGeom>
              <a:avLst/>
              <a:gdLst/>
              <a:ahLst/>
              <a:cxnLst/>
              <a:rect l="l" t="t" r="r" b="b"/>
              <a:pathLst>
                <a:path w="50293" h="142191" extrusionOk="0">
                  <a:moveTo>
                    <a:pt x="24991" y="1"/>
                  </a:moveTo>
                  <a:cubicBezTo>
                    <a:pt x="23705" y="1"/>
                    <a:pt x="22383" y="803"/>
                    <a:pt x="21613" y="2408"/>
                  </a:cubicBezTo>
                  <a:lnTo>
                    <a:pt x="14299" y="16378"/>
                  </a:lnTo>
                  <a:cubicBezTo>
                    <a:pt x="13477" y="17940"/>
                    <a:pt x="12738" y="19583"/>
                    <a:pt x="12080" y="21309"/>
                  </a:cubicBezTo>
                  <a:cubicBezTo>
                    <a:pt x="11505" y="22706"/>
                    <a:pt x="11012" y="24103"/>
                    <a:pt x="10601" y="25500"/>
                  </a:cubicBezTo>
                  <a:cubicBezTo>
                    <a:pt x="10437" y="26322"/>
                    <a:pt x="10190" y="27061"/>
                    <a:pt x="10026" y="27883"/>
                  </a:cubicBezTo>
                  <a:cubicBezTo>
                    <a:pt x="9779" y="29033"/>
                    <a:pt x="9451" y="30266"/>
                    <a:pt x="9286" y="31416"/>
                  </a:cubicBezTo>
                  <a:cubicBezTo>
                    <a:pt x="8875" y="33389"/>
                    <a:pt x="8629" y="35279"/>
                    <a:pt x="8464" y="37251"/>
                  </a:cubicBezTo>
                  <a:lnTo>
                    <a:pt x="740" y="128138"/>
                  </a:lnTo>
                  <a:lnTo>
                    <a:pt x="0" y="136767"/>
                  </a:lnTo>
                  <a:cubicBezTo>
                    <a:pt x="7150" y="139972"/>
                    <a:pt x="14628" y="141779"/>
                    <a:pt x="22188" y="142108"/>
                  </a:cubicBezTo>
                  <a:cubicBezTo>
                    <a:pt x="23216" y="142163"/>
                    <a:pt x="24246" y="142190"/>
                    <a:pt x="25279" y="142190"/>
                  </a:cubicBezTo>
                  <a:cubicBezTo>
                    <a:pt x="33581" y="142190"/>
                    <a:pt x="42034" y="140421"/>
                    <a:pt x="50292" y="136767"/>
                  </a:cubicBezTo>
                  <a:lnTo>
                    <a:pt x="49306" y="127974"/>
                  </a:lnTo>
                  <a:lnTo>
                    <a:pt x="41664" y="37333"/>
                  </a:lnTo>
                  <a:cubicBezTo>
                    <a:pt x="41417" y="35443"/>
                    <a:pt x="41089" y="33471"/>
                    <a:pt x="40842" y="31581"/>
                  </a:cubicBezTo>
                  <a:cubicBezTo>
                    <a:pt x="40595" y="30348"/>
                    <a:pt x="40431" y="29198"/>
                    <a:pt x="40102" y="28129"/>
                  </a:cubicBezTo>
                  <a:cubicBezTo>
                    <a:pt x="39856" y="27143"/>
                    <a:pt x="39692" y="26239"/>
                    <a:pt x="39363" y="25335"/>
                  </a:cubicBezTo>
                  <a:cubicBezTo>
                    <a:pt x="38952" y="23856"/>
                    <a:pt x="38459" y="22459"/>
                    <a:pt x="37966" y="21144"/>
                  </a:cubicBezTo>
                  <a:cubicBezTo>
                    <a:pt x="37308" y="19501"/>
                    <a:pt x="36569" y="17940"/>
                    <a:pt x="35747" y="16378"/>
                  </a:cubicBezTo>
                  <a:lnTo>
                    <a:pt x="28516" y="2408"/>
                  </a:lnTo>
                  <a:cubicBezTo>
                    <a:pt x="27858" y="1176"/>
                    <a:pt x="26954" y="436"/>
                    <a:pt x="26050" y="189"/>
                  </a:cubicBezTo>
                  <a:cubicBezTo>
                    <a:pt x="25709" y="64"/>
                    <a:pt x="25351" y="1"/>
                    <a:pt x="249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5399;p67">
              <a:extLst>
                <a:ext uri="{FF2B5EF4-FFF2-40B4-BE49-F238E27FC236}">
                  <a16:creationId xmlns:a16="http://schemas.microsoft.com/office/drawing/2014/main" id="{1D8D5DFC-CA28-9590-833D-8DA0A57AC85E}"/>
                </a:ext>
              </a:extLst>
            </p:cNvPr>
            <p:cNvSpPr/>
            <p:nvPr/>
          </p:nvSpPr>
          <p:spPr>
            <a:xfrm>
              <a:off x="4298617" y="1882162"/>
              <a:ext cx="550121" cy="92661"/>
            </a:xfrm>
            <a:custGeom>
              <a:avLst/>
              <a:gdLst/>
              <a:ahLst/>
              <a:cxnLst/>
              <a:rect l="l" t="t" r="r" b="b"/>
              <a:pathLst>
                <a:path w="31721" h="5343" extrusionOk="0">
                  <a:moveTo>
                    <a:pt x="740" y="1"/>
                  </a:moveTo>
                  <a:cubicBezTo>
                    <a:pt x="493" y="1151"/>
                    <a:pt x="247" y="2384"/>
                    <a:pt x="0" y="3534"/>
                  </a:cubicBezTo>
                  <a:cubicBezTo>
                    <a:pt x="5013" y="4521"/>
                    <a:pt x="10601" y="5342"/>
                    <a:pt x="15860" y="5342"/>
                  </a:cubicBezTo>
                  <a:cubicBezTo>
                    <a:pt x="21202" y="5342"/>
                    <a:pt x="26790" y="4521"/>
                    <a:pt x="31721" y="3617"/>
                  </a:cubicBezTo>
                  <a:cubicBezTo>
                    <a:pt x="31474" y="2384"/>
                    <a:pt x="31227" y="1234"/>
                    <a:pt x="30899" y="1"/>
                  </a:cubicBezTo>
                  <a:cubicBezTo>
                    <a:pt x="26215" y="1069"/>
                    <a:pt x="20791" y="1809"/>
                    <a:pt x="15696" y="1809"/>
                  </a:cubicBezTo>
                  <a:cubicBezTo>
                    <a:pt x="10766" y="1809"/>
                    <a:pt x="5588" y="1069"/>
                    <a:pt x="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5400;p67">
              <a:extLst>
                <a:ext uri="{FF2B5EF4-FFF2-40B4-BE49-F238E27FC236}">
                  <a16:creationId xmlns:a16="http://schemas.microsoft.com/office/drawing/2014/main" id="{0DBAD702-E9CE-BC71-2A91-98B5CD97A6A4}"/>
                </a:ext>
              </a:extLst>
            </p:cNvPr>
            <p:cNvSpPr/>
            <p:nvPr/>
          </p:nvSpPr>
          <p:spPr>
            <a:xfrm>
              <a:off x="4138990" y="3618061"/>
              <a:ext cx="869362" cy="247113"/>
            </a:xfrm>
            <a:custGeom>
              <a:avLst/>
              <a:gdLst/>
              <a:ahLst/>
              <a:cxnLst/>
              <a:rect l="l" t="t" r="r" b="b"/>
              <a:pathLst>
                <a:path w="50129" h="14249" extrusionOk="0">
                  <a:moveTo>
                    <a:pt x="49389" y="1"/>
                  </a:moveTo>
                  <a:cubicBezTo>
                    <a:pt x="44212" y="2220"/>
                    <a:pt x="34104" y="5918"/>
                    <a:pt x="25064" y="5918"/>
                  </a:cubicBezTo>
                  <a:cubicBezTo>
                    <a:pt x="14792" y="5918"/>
                    <a:pt x="4192" y="1809"/>
                    <a:pt x="658" y="247"/>
                  </a:cubicBezTo>
                  <a:lnTo>
                    <a:pt x="412" y="3863"/>
                  </a:lnTo>
                  <a:lnTo>
                    <a:pt x="1" y="8794"/>
                  </a:lnTo>
                  <a:cubicBezTo>
                    <a:pt x="7874" y="12399"/>
                    <a:pt x="16227" y="14249"/>
                    <a:pt x="24756" y="14249"/>
                  </a:cubicBezTo>
                  <a:cubicBezTo>
                    <a:pt x="33141" y="14249"/>
                    <a:pt x="41695" y="12460"/>
                    <a:pt x="50128" y="8794"/>
                  </a:cubicBezTo>
                  <a:lnTo>
                    <a:pt x="49717" y="4192"/>
                  </a:lnTo>
                  <a:lnTo>
                    <a:pt x="49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5401;p67">
              <a:extLst>
                <a:ext uri="{FF2B5EF4-FFF2-40B4-BE49-F238E27FC236}">
                  <a16:creationId xmlns:a16="http://schemas.microsoft.com/office/drawing/2014/main" id="{7DDF43A1-810B-A2E7-7FCC-EB013268C88A}"/>
                </a:ext>
              </a:extLst>
            </p:cNvPr>
            <p:cNvSpPr/>
            <p:nvPr/>
          </p:nvSpPr>
          <p:spPr>
            <a:xfrm>
              <a:off x="4138990" y="3685058"/>
              <a:ext cx="869362" cy="180119"/>
            </a:xfrm>
            <a:custGeom>
              <a:avLst/>
              <a:gdLst/>
              <a:ahLst/>
              <a:cxnLst/>
              <a:rect l="l" t="t" r="r" b="b"/>
              <a:pathLst>
                <a:path w="50129" h="10386" extrusionOk="0">
                  <a:moveTo>
                    <a:pt x="412" y="0"/>
                  </a:moveTo>
                  <a:lnTo>
                    <a:pt x="1" y="4931"/>
                  </a:lnTo>
                  <a:cubicBezTo>
                    <a:pt x="7874" y="8536"/>
                    <a:pt x="16227" y="10386"/>
                    <a:pt x="24756" y="10386"/>
                  </a:cubicBezTo>
                  <a:cubicBezTo>
                    <a:pt x="33141" y="10386"/>
                    <a:pt x="41695" y="8597"/>
                    <a:pt x="50128" y="4931"/>
                  </a:cubicBezTo>
                  <a:lnTo>
                    <a:pt x="49717" y="247"/>
                  </a:lnTo>
                  <a:cubicBezTo>
                    <a:pt x="43823" y="2477"/>
                    <a:pt x="35689" y="6175"/>
                    <a:pt x="25989" y="6175"/>
                  </a:cubicBezTo>
                  <a:cubicBezTo>
                    <a:pt x="25682" y="6175"/>
                    <a:pt x="25374" y="6171"/>
                    <a:pt x="25064" y="6163"/>
                  </a:cubicBezTo>
                  <a:cubicBezTo>
                    <a:pt x="12738" y="5835"/>
                    <a:pt x="3699" y="1479"/>
                    <a:pt x="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5402;p67">
              <a:extLst>
                <a:ext uri="{FF2B5EF4-FFF2-40B4-BE49-F238E27FC236}">
                  <a16:creationId xmlns:a16="http://schemas.microsoft.com/office/drawing/2014/main" id="{7A139E88-E5A9-9EE7-1181-220036D87446}"/>
                </a:ext>
              </a:extLst>
            </p:cNvPr>
            <p:cNvSpPr/>
            <p:nvPr/>
          </p:nvSpPr>
          <p:spPr>
            <a:xfrm>
              <a:off x="4321423" y="1399171"/>
              <a:ext cx="501666" cy="468750"/>
            </a:xfrm>
            <a:custGeom>
              <a:avLst/>
              <a:gdLst/>
              <a:ahLst/>
              <a:cxnLst/>
              <a:rect l="l" t="t" r="r" b="b"/>
              <a:pathLst>
                <a:path w="28927" h="27029" extrusionOk="0">
                  <a:moveTo>
                    <a:pt x="14444" y="0"/>
                  </a:moveTo>
                  <a:cubicBezTo>
                    <a:pt x="13163" y="0"/>
                    <a:pt x="11856" y="751"/>
                    <a:pt x="11012" y="2375"/>
                  </a:cubicBezTo>
                  <a:lnTo>
                    <a:pt x="3698" y="16345"/>
                  </a:lnTo>
                  <a:cubicBezTo>
                    <a:pt x="2876" y="17907"/>
                    <a:pt x="2219" y="19550"/>
                    <a:pt x="1479" y="21276"/>
                  </a:cubicBezTo>
                  <a:cubicBezTo>
                    <a:pt x="986" y="22673"/>
                    <a:pt x="411" y="24070"/>
                    <a:pt x="0" y="25549"/>
                  </a:cubicBezTo>
                  <a:cubicBezTo>
                    <a:pt x="3452" y="26371"/>
                    <a:pt x="10026" y="27028"/>
                    <a:pt x="14956" y="27028"/>
                  </a:cubicBezTo>
                  <a:cubicBezTo>
                    <a:pt x="19887" y="27028"/>
                    <a:pt x="22845" y="26864"/>
                    <a:pt x="26872" y="25795"/>
                  </a:cubicBezTo>
                  <a:cubicBezTo>
                    <a:pt x="27447" y="25713"/>
                    <a:pt x="28187" y="25385"/>
                    <a:pt x="28926" y="25220"/>
                  </a:cubicBezTo>
                  <a:cubicBezTo>
                    <a:pt x="28433" y="23741"/>
                    <a:pt x="27940" y="22426"/>
                    <a:pt x="27365" y="21111"/>
                  </a:cubicBezTo>
                  <a:cubicBezTo>
                    <a:pt x="26708" y="19468"/>
                    <a:pt x="26050" y="17907"/>
                    <a:pt x="25228" y="16345"/>
                  </a:cubicBezTo>
                  <a:lnTo>
                    <a:pt x="17915" y="2375"/>
                  </a:lnTo>
                  <a:cubicBezTo>
                    <a:pt x="17257" y="1143"/>
                    <a:pt x="16353" y="485"/>
                    <a:pt x="15449" y="156"/>
                  </a:cubicBezTo>
                  <a:cubicBezTo>
                    <a:pt x="15122" y="53"/>
                    <a:pt x="14784" y="0"/>
                    <a:pt x="144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5403;p67">
              <a:extLst>
                <a:ext uri="{FF2B5EF4-FFF2-40B4-BE49-F238E27FC236}">
                  <a16:creationId xmlns:a16="http://schemas.microsoft.com/office/drawing/2014/main" id="{B8A90F6B-3ECE-1137-55FD-17B5E956D24D}"/>
                </a:ext>
              </a:extLst>
            </p:cNvPr>
            <p:cNvSpPr/>
            <p:nvPr/>
          </p:nvSpPr>
          <p:spPr>
            <a:xfrm>
              <a:off x="4321423" y="2373512"/>
              <a:ext cx="501666" cy="456767"/>
            </a:xfrm>
            <a:custGeom>
              <a:avLst/>
              <a:gdLst/>
              <a:ahLst/>
              <a:cxnLst/>
              <a:rect l="l" t="t" r="r" b="b"/>
              <a:pathLst>
                <a:path w="28927" h="26338" extrusionOk="0">
                  <a:moveTo>
                    <a:pt x="14463" y="0"/>
                  </a:moveTo>
                  <a:cubicBezTo>
                    <a:pt x="11094" y="0"/>
                    <a:pt x="7725" y="1295"/>
                    <a:pt x="5177" y="3883"/>
                  </a:cubicBezTo>
                  <a:cubicBezTo>
                    <a:pt x="0" y="8978"/>
                    <a:pt x="0" y="17360"/>
                    <a:pt x="5177" y="22455"/>
                  </a:cubicBezTo>
                  <a:cubicBezTo>
                    <a:pt x="7725" y="25044"/>
                    <a:pt x="11094" y="26338"/>
                    <a:pt x="14463" y="26338"/>
                  </a:cubicBezTo>
                  <a:cubicBezTo>
                    <a:pt x="17833" y="26338"/>
                    <a:pt x="21202" y="25044"/>
                    <a:pt x="23749" y="22455"/>
                  </a:cubicBezTo>
                  <a:cubicBezTo>
                    <a:pt x="28926" y="17360"/>
                    <a:pt x="28926" y="8978"/>
                    <a:pt x="23749" y="3883"/>
                  </a:cubicBezTo>
                  <a:cubicBezTo>
                    <a:pt x="21202" y="1295"/>
                    <a:pt x="17833" y="0"/>
                    <a:pt x="144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5404;p67">
              <a:extLst>
                <a:ext uri="{FF2B5EF4-FFF2-40B4-BE49-F238E27FC236}">
                  <a16:creationId xmlns:a16="http://schemas.microsoft.com/office/drawing/2014/main" id="{8917CE3A-23BB-9E64-8B5E-87F57A7F4E4F}"/>
                </a:ext>
              </a:extLst>
            </p:cNvPr>
            <p:cNvSpPr/>
            <p:nvPr/>
          </p:nvSpPr>
          <p:spPr>
            <a:xfrm>
              <a:off x="4391247" y="2420894"/>
              <a:ext cx="362007" cy="362007"/>
            </a:xfrm>
            <a:custGeom>
              <a:avLst/>
              <a:gdLst/>
              <a:ahLst/>
              <a:cxnLst/>
              <a:rect l="l" t="t" r="r" b="b"/>
              <a:pathLst>
                <a:path w="20874" h="20874" extrusionOk="0">
                  <a:moveTo>
                    <a:pt x="10355" y="1"/>
                  </a:moveTo>
                  <a:cubicBezTo>
                    <a:pt x="4603" y="1"/>
                    <a:pt x="1" y="4602"/>
                    <a:pt x="1" y="10355"/>
                  </a:cubicBezTo>
                  <a:cubicBezTo>
                    <a:pt x="1" y="11752"/>
                    <a:pt x="330" y="13231"/>
                    <a:pt x="823" y="14464"/>
                  </a:cubicBezTo>
                  <a:cubicBezTo>
                    <a:pt x="1480" y="15778"/>
                    <a:pt x="2302" y="17011"/>
                    <a:pt x="3288" y="17915"/>
                  </a:cubicBezTo>
                  <a:cubicBezTo>
                    <a:pt x="4521" y="19066"/>
                    <a:pt x="6000" y="19887"/>
                    <a:pt x="7643" y="20463"/>
                  </a:cubicBezTo>
                  <a:cubicBezTo>
                    <a:pt x="8547" y="20709"/>
                    <a:pt x="9451" y="20873"/>
                    <a:pt x="10519" y="20873"/>
                  </a:cubicBezTo>
                  <a:lnTo>
                    <a:pt x="10602" y="20873"/>
                  </a:lnTo>
                  <a:cubicBezTo>
                    <a:pt x="16190" y="20709"/>
                    <a:pt x="20792" y="16189"/>
                    <a:pt x="20874" y="10601"/>
                  </a:cubicBezTo>
                  <a:lnTo>
                    <a:pt x="20874" y="10437"/>
                  </a:lnTo>
                  <a:cubicBezTo>
                    <a:pt x="20874" y="9533"/>
                    <a:pt x="20792" y="8547"/>
                    <a:pt x="20463" y="7561"/>
                  </a:cubicBezTo>
                  <a:cubicBezTo>
                    <a:pt x="19970" y="5917"/>
                    <a:pt x="19148" y="4520"/>
                    <a:pt x="17998" y="3288"/>
                  </a:cubicBezTo>
                  <a:cubicBezTo>
                    <a:pt x="16929" y="2219"/>
                    <a:pt x="15861" y="1398"/>
                    <a:pt x="14464" y="822"/>
                  </a:cubicBezTo>
                  <a:cubicBezTo>
                    <a:pt x="13231" y="247"/>
                    <a:pt x="11834" y="1"/>
                    <a:pt x="103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5405;p67">
              <a:extLst>
                <a:ext uri="{FF2B5EF4-FFF2-40B4-BE49-F238E27FC236}">
                  <a16:creationId xmlns:a16="http://schemas.microsoft.com/office/drawing/2014/main" id="{E89BBDD3-E39C-712B-02C1-DDC2F2E35A98}"/>
                </a:ext>
              </a:extLst>
            </p:cNvPr>
            <p:cNvSpPr/>
            <p:nvPr/>
          </p:nvSpPr>
          <p:spPr>
            <a:xfrm>
              <a:off x="4405503" y="2436572"/>
              <a:ext cx="297875" cy="297875"/>
            </a:xfrm>
            <a:custGeom>
              <a:avLst/>
              <a:gdLst/>
              <a:ahLst/>
              <a:cxnLst/>
              <a:rect l="l" t="t" r="r" b="b"/>
              <a:pathLst>
                <a:path w="17176" h="17176" extrusionOk="0">
                  <a:moveTo>
                    <a:pt x="13806" y="1"/>
                  </a:moveTo>
                  <a:lnTo>
                    <a:pt x="1" y="13642"/>
                  </a:lnTo>
                  <a:cubicBezTo>
                    <a:pt x="658" y="15039"/>
                    <a:pt x="1480" y="16271"/>
                    <a:pt x="2466" y="17175"/>
                  </a:cubicBezTo>
                  <a:lnTo>
                    <a:pt x="17176" y="2466"/>
                  </a:lnTo>
                  <a:cubicBezTo>
                    <a:pt x="16272" y="1480"/>
                    <a:pt x="15039" y="658"/>
                    <a:pt x="138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406;p67">
              <a:extLst>
                <a:ext uri="{FF2B5EF4-FFF2-40B4-BE49-F238E27FC236}">
                  <a16:creationId xmlns:a16="http://schemas.microsoft.com/office/drawing/2014/main" id="{EFE5DB12-AEFA-7E48-7744-E24EBF25A30C}"/>
                </a:ext>
              </a:extLst>
            </p:cNvPr>
            <p:cNvSpPr/>
            <p:nvPr/>
          </p:nvSpPr>
          <p:spPr>
            <a:xfrm>
              <a:off x="4523801" y="2552009"/>
              <a:ext cx="229459" cy="230898"/>
            </a:xfrm>
            <a:custGeom>
              <a:avLst/>
              <a:gdLst/>
              <a:ahLst/>
              <a:cxnLst/>
              <a:rect l="l" t="t" r="r" b="b"/>
              <a:pathLst>
                <a:path w="13231" h="13314" extrusionOk="0">
                  <a:moveTo>
                    <a:pt x="12820" y="1"/>
                  </a:moveTo>
                  <a:lnTo>
                    <a:pt x="0" y="12903"/>
                  </a:lnTo>
                  <a:cubicBezTo>
                    <a:pt x="904" y="13149"/>
                    <a:pt x="1808" y="13313"/>
                    <a:pt x="2876" y="13313"/>
                  </a:cubicBezTo>
                  <a:lnTo>
                    <a:pt x="2959" y="13313"/>
                  </a:lnTo>
                  <a:lnTo>
                    <a:pt x="13231" y="3041"/>
                  </a:lnTo>
                  <a:lnTo>
                    <a:pt x="13231" y="2877"/>
                  </a:lnTo>
                  <a:cubicBezTo>
                    <a:pt x="13231" y="1973"/>
                    <a:pt x="13149" y="987"/>
                    <a:pt x="12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5407;p67">
              <a:extLst>
                <a:ext uri="{FF2B5EF4-FFF2-40B4-BE49-F238E27FC236}">
                  <a16:creationId xmlns:a16="http://schemas.microsoft.com/office/drawing/2014/main" id="{2C8A913D-CB2E-F9DA-499E-4B6D17FB6A9E}"/>
                </a:ext>
              </a:extLst>
            </p:cNvPr>
            <p:cNvSpPr/>
            <p:nvPr/>
          </p:nvSpPr>
          <p:spPr>
            <a:xfrm>
              <a:off x="4434015" y="3060806"/>
              <a:ext cx="277914" cy="1058898"/>
            </a:xfrm>
            <a:custGeom>
              <a:avLst/>
              <a:gdLst/>
              <a:ahLst/>
              <a:cxnLst/>
              <a:rect l="l" t="t" r="r" b="b"/>
              <a:pathLst>
                <a:path w="16025" h="61058" extrusionOk="0">
                  <a:moveTo>
                    <a:pt x="8053" y="1"/>
                  </a:moveTo>
                  <a:cubicBezTo>
                    <a:pt x="7478" y="1"/>
                    <a:pt x="6985" y="247"/>
                    <a:pt x="6903" y="905"/>
                  </a:cubicBezTo>
                  <a:cubicBezTo>
                    <a:pt x="4602" y="12820"/>
                    <a:pt x="0" y="42404"/>
                    <a:pt x="6985" y="60401"/>
                  </a:cubicBezTo>
                  <a:cubicBezTo>
                    <a:pt x="7232" y="60894"/>
                    <a:pt x="7560" y="61058"/>
                    <a:pt x="8053" y="61058"/>
                  </a:cubicBezTo>
                  <a:cubicBezTo>
                    <a:pt x="8464" y="61058"/>
                    <a:pt x="8875" y="60894"/>
                    <a:pt x="9040" y="60401"/>
                  </a:cubicBezTo>
                  <a:cubicBezTo>
                    <a:pt x="16025" y="42404"/>
                    <a:pt x="11423" y="12820"/>
                    <a:pt x="9122" y="905"/>
                  </a:cubicBezTo>
                  <a:cubicBezTo>
                    <a:pt x="9040" y="247"/>
                    <a:pt x="8547" y="1"/>
                    <a:pt x="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408;p67">
              <a:extLst>
                <a:ext uri="{FF2B5EF4-FFF2-40B4-BE49-F238E27FC236}">
                  <a16:creationId xmlns:a16="http://schemas.microsoft.com/office/drawing/2014/main" id="{7C0144A8-D40F-331B-1C30-739DED2E9158}"/>
                </a:ext>
              </a:extLst>
            </p:cNvPr>
            <p:cNvSpPr/>
            <p:nvPr/>
          </p:nvSpPr>
          <p:spPr>
            <a:xfrm>
              <a:off x="5300534" y="3943021"/>
              <a:ext cx="153932" cy="260814"/>
            </a:xfrm>
            <a:custGeom>
              <a:avLst/>
              <a:gdLst/>
              <a:ahLst/>
              <a:cxnLst/>
              <a:rect l="l" t="t" r="r" b="b"/>
              <a:pathLst>
                <a:path w="8876" h="15039" extrusionOk="0">
                  <a:moveTo>
                    <a:pt x="4356" y="0"/>
                  </a:moveTo>
                  <a:lnTo>
                    <a:pt x="1069" y="247"/>
                  </a:lnTo>
                  <a:cubicBezTo>
                    <a:pt x="1069" y="247"/>
                    <a:pt x="0" y="3205"/>
                    <a:pt x="1069" y="5670"/>
                  </a:cubicBezTo>
                  <a:cubicBezTo>
                    <a:pt x="2219" y="8136"/>
                    <a:pt x="3370" y="9615"/>
                    <a:pt x="4356" y="15038"/>
                  </a:cubicBezTo>
                  <a:cubicBezTo>
                    <a:pt x="5506" y="9450"/>
                    <a:pt x="6575" y="8053"/>
                    <a:pt x="7643" y="5670"/>
                  </a:cubicBezTo>
                  <a:cubicBezTo>
                    <a:pt x="8876" y="3205"/>
                    <a:pt x="7643" y="247"/>
                    <a:pt x="7643" y="247"/>
                  </a:cubicBezTo>
                  <a:lnTo>
                    <a:pt x="43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409;p67">
              <a:extLst>
                <a:ext uri="{FF2B5EF4-FFF2-40B4-BE49-F238E27FC236}">
                  <a16:creationId xmlns:a16="http://schemas.microsoft.com/office/drawing/2014/main" id="{70079BD5-AFD9-5012-7670-05DC582ADB9D}"/>
                </a:ext>
              </a:extLst>
            </p:cNvPr>
            <p:cNvSpPr/>
            <p:nvPr/>
          </p:nvSpPr>
          <p:spPr>
            <a:xfrm>
              <a:off x="5331890" y="3952993"/>
              <a:ext cx="92644" cy="152510"/>
            </a:xfrm>
            <a:custGeom>
              <a:avLst/>
              <a:gdLst/>
              <a:ahLst/>
              <a:cxnLst/>
              <a:rect l="l" t="t" r="r" b="b"/>
              <a:pathLst>
                <a:path w="5342" h="8794" extrusionOk="0">
                  <a:moveTo>
                    <a:pt x="658" y="0"/>
                  </a:moveTo>
                  <a:cubicBezTo>
                    <a:pt x="411" y="822"/>
                    <a:pt x="0" y="3041"/>
                    <a:pt x="658" y="4273"/>
                  </a:cubicBezTo>
                  <a:cubicBezTo>
                    <a:pt x="822" y="4684"/>
                    <a:pt x="904" y="5013"/>
                    <a:pt x="1151" y="5342"/>
                  </a:cubicBezTo>
                  <a:cubicBezTo>
                    <a:pt x="1644" y="6328"/>
                    <a:pt x="2137" y="7314"/>
                    <a:pt x="2712" y="8793"/>
                  </a:cubicBezTo>
                  <a:cubicBezTo>
                    <a:pt x="3205" y="7396"/>
                    <a:pt x="3698" y="6328"/>
                    <a:pt x="4191" y="5342"/>
                  </a:cubicBezTo>
                  <a:cubicBezTo>
                    <a:pt x="4438" y="5013"/>
                    <a:pt x="4520" y="4602"/>
                    <a:pt x="4767" y="4273"/>
                  </a:cubicBezTo>
                  <a:cubicBezTo>
                    <a:pt x="5342" y="3041"/>
                    <a:pt x="5013" y="822"/>
                    <a:pt x="48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410;p67">
              <a:extLst>
                <a:ext uri="{FF2B5EF4-FFF2-40B4-BE49-F238E27FC236}">
                  <a16:creationId xmlns:a16="http://schemas.microsoft.com/office/drawing/2014/main" id="{999416D4-43D2-565A-1C7B-9CFA039650A8}"/>
                </a:ext>
              </a:extLst>
            </p:cNvPr>
            <p:cNvSpPr/>
            <p:nvPr/>
          </p:nvSpPr>
          <p:spPr>
            <a:xfrm>
              <a:off x="5337596" y="2865557"/>
              <a:ext cx="78388" cy="1093098"/>
            </a:xfrm>
            <a:custGeom>
              <a:avLst/>
              <a:gdLst/>
              <a:ahLst/>
              <a:cxnLst/>
              <a:rect l="l" t="t" r="r" b="b"/>
              <a:pathLst>
                <a:path w="4520" h="63030" extrusionOk="0">
                  <a:moveTo>
                    <a:pt x="2219" y="1"/>
                  </a:moveTo>
                  <a:cubicBezTo>
                    <a:pt x="1561" y="1"/>
                    <a:pt x="986" y="329"/>
                    <a:pt x="575" y="822"/>
                  </a:cubicBezTo>
                  <a:cubicBezTo>
                    <a:pt x="164" y="1398"/>
                    <a:pt x="0" y="1973"/>
                    <a:pt x="0" y="2712"/>
                  </a:cubicBezTo>
                  <a:lnTo>
                    <a:pt x="0" y="63030"/>
                  </a:lnTo>
                  <a:lnTo>
                    <a:pt x="4520" y="63030"/>
                  </a:lnTo>
                  <a:lnTo>
                    <a:pt x="4520" y="2712"/>
                  </a:lnTo>
                  <a:cubicBezTo>
                    <a:pt x="4520" y="1233"/>
                    <a:pt x="345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411;p67">
              <a:extLst>
                <a:ext uri="{FF2B5EF4-FFF2-40B4-BE49-F238E27FC236}">
                  <a16:creationId xmlns:a16="http://schemas.microsoft.com/office/drawing/2014/main" id="{04BE25AA-CA6D-A976-94F0-985CA3A207CD}"/>
                </a:ext>
              </a:extLst>
            </p:cNvPr>
            <p:cNvSpPr/>
            <p:nvPr/>
          </p:nvSpPr>
          <p:spPr>
            <a:xfrm>
              <a:off x="5314790" y="3836117"/>
              <a:ext cx="122577" cy="132237"/>
            </a:xfrm>
            <a:custGeom>
              <a:avLst/>
              <a:gdLst/>
              <a:ahLst/>
              <a:cxnLst/>
              <a:rect l="l" t="t" r="r" b="b"/>
              <a:pathLst>
                <a:path w="7068" h="7625" extrusionOk="0">
                  <a:moveTo>
                    <a:pt x="1315" y="1"/>
                  </a:moveTo>
                  <a:lnTo>
                    <a:pt x="0" y="7068"/>
                  </a:lnTo>
                  <a:cubicBezTo>
                    <a:pt x="1282" y="7456"/>
                    <a:pt x="2471" y="7624"/>
                    <a:pt x="3586" y="7624"/>
                  </a:cubicBezTo>
                  <a:cubicBezTo>
                    <a:pt x="4831" y="7624"/>
                    <a:pt x="5984" y="7415"/>
                    <a:pt x="7067" y="7068"/>
                  </a:cubicBezTo>
                  <a:lnTo>
                    <a:pt x="57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12;p67">
              <a:extLst>
                <a:ext uri="{FF2B5EF4-FFF2-40B4-BE49-F238E27FC236}">
                  <a16:creationId xmlns:a16="http://schemas.microsoft.com/office/drawing/2014/main" id="{AFE0BF44-73AA-CE41-3907-9FBB0A50223A}"/>
                </a:ext>
              </a:extLst>
            </p:cNvPr>
            <p:cNvSpPr/>
            <p:nvPr/>
          </p:nvSpPr>
          <p:spPr>
            <a:xfrm>
              <a:off x="5337596" y="2865557"/>
              <a:ext cx="78388" cy="135410"/>
            </a:xfrm>
            <a:custGeom>
              <a:avLst/>
              <a:gdLst/>
              <a:ahLst/>
              <a:cxnLst/>
              <a:rect l="l" t="t" r="r" b="b"/>
              <a:pathLst>
                <a:path w="4520" h="7808" extrusionOk="0">
                  <a:moveTo>
                    <a:pt x="2219" y="1"/>
                  </a:moveTo>
                  <a:cubicBezTo>
                    <a:pt x="1644" y="1"/>
                    <a:pt x="986" y="329"/>
                    <a:pt x="575" y="822"/>
                  </a:cubicBezTo>
                  <a:cubicBezTo>
                    <a:pt x="329" y="1233"/>
                    <a:pt x="0" y="1973"/>
                    <a:pt x="0" y="2712"/>
                  </a:cubicBezTo>
                  <a:lnTo>
                    <a:pt x="0" y="7397"/>
                  </a:lnTo>
                  <a:cubicBezTo>
                    <a:pt x="740" y="7725"/>
                    <a:pt x="1561" y="7807"/>
                    <a:pt x="2219" y="7807"/>
                  </a:cubicBezTo>
                  <a:cubicBezTo>
                    <a:pt x="2958" y="7807"/>
                    <a:pt x="3780" y="7643"/>
                    <a:pt x="4520" y="7397"/>
                  </a:cubicBezTo>
                  <a:lnTo>
                    <a:pt x="4520" y="2712"/>
                  </a:lnTo>
                  <a:cubicBezTo>
                    <a:pt x="4520" y="1233"/>
                    <a:pt x="3451" y="1"/>
                    <a:pt x="22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2" name="Google Shape;25413;p67">
              <a:extLst>
                <a:ext uri="{FF2B5EF4-FFF2-40B4-BE49-F238E27FC236}">
                  <a16:creationId xmlns:a16="http://schemas.microsoft.com/office/drawing/2014/main" id="{8E208228-081A-3592-429F-145BEBDF41E0}"/>
                </a:ext>
              </a:extLst>
            </p:cNvPr>
            <p:cNvSpPr/>
            <p:nvPr/>
          </p:nvSpPr>
          <p:spPr>
            <a:xfrm>
              <a:off x="3687200" y="3943021"/>
              <a:ext cx="156794" cy="260814"/>
            </a:xfrm>
            <a:custGeom>
              <a:avLst/>
              <a:gdLst/>
              <a:ahLst/>
              <a:cxnLst/>
              <a:rect l="l" t="t" r="r" b="b"/>
              <a:pathLst>
                <a:path w="9041" h="15039" extrusionOk="0">
                  <a:moveTo>
                    <a:pt x="4520" y="0"/>
                  </a:moveTo>
                  <a:lnTo>
                    <a:pt x="1233" y="247"/>
                  </a:lnTo>
                  <a:cubicBezTo>
                    <a:pt x="1233" y="247"/>
                    <a:pt x="1" y="3205"/>
                    <a:pt x="1233" y="5670"/>
                  </a:cubicBezTo>
                  <a:cubicBezTo>
                    <a:pt x="2384" y="8053"/>
                    <a:pt x="3370" y="9450"/>
                    <a:pt x="4520" y="15038"/>
                  </a:cubicBezTo>
                  <a:cubicBezTo>
                    <a:pt x="5589" y="9615"/>
                    <a:pt x="6657" y="8136"/>
                    <a:pt x="7807" y="5670"/>
                  </a:cubicBezTo>
                  <a:cubicBezTo>
                    <a:pt x="9040" y="3205"/>
                    <a:pt x="7807" y="247"/>
                    <a:pt x="7807" y="247"/>
                  </a:cubicBezTo>
                  <a:lnTo>
                    <a:pt x="45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3" name="Google Shape;25414;p67">
              <a:extLst>
                <a:ext uri="{FF2B5EF4-FFF2-40B4-BE49-F238E27FC236}">
                  <a16:creationId xmlns:a16="http://schemas.microsoft.com/office/drawing/2014/main" id="{B2C85B60-5F76-61AD-D90C-8A31E8908A87}"/>
                </a:ext>
              </a:extLst>
            </p:cNvPr>
            <p:cNvSpPr/>
            <p:nvPr/>
          </p:nvSpPr>
          <p:spPr>
            <a:xfrm>
              <a:off x="3719978" y="3952993"/>
              <a:ext cx="92661" cy="152510"/>
            </a:xfrm>
            <a:custGeom>
              <a:avLst/>
              <a:gdLst/>
              <a:ahLst/>
              <a:cxnLst/>
              <a:rect l="l" t="t" r="r" b="b"/>
              <a:pathLst>
                <a:path w="5343" h="8794" extrusionOk="0">
                  <a:moveTo>
                    <a:pt x="494" y="0"/>
                  </a:moveTo>
                  <a:cubicBezTo>
                    <a:pt x="247" y="822"/>
                    <a:pt x="1" y="3041"/>
                    <a:pt x="576" y="4273"/>
                  </a:cubicBezTo>
                  <a:cubicBezTo>
                    <a:pt x="823" y="4602"/>
                    <a:pt x="905" y="5013"/>
                    <a:pt x="1151" y="5342"/>
                  </a:cubicBezTo>
                  <a:cubicBezTo>
                    <a:pt x="1644" y="6328"/>
                    <a:pt x="2137" y="7396"/>
                    <a:pt x="2630" y="8793"/>
                  </a:cubicBezTo>
                  <a:cubicBezTo>
                    <a:pt x="3206" y="7314"/>
                    <a:pt x="3699" y="6328"/>
                    <a:pt x="4192" y="5342"/>
                  </a:cubicBezTo>
                  <a:cubicBezTo>
                    <a:pt x="4438" y="5013"/>
                    <a:pt x="4520" y="4684"/>
                    <a:pt x="4685" y="4273"/>
                  </a:cubicBezTo>
                  <a:cubicBezTo>
                    <a:pt x="5342" y="3041"/>
                    <a:pt x="4931" y="822"/>
                    <a:pt x="46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4" name="Google Shape;25415;p67">
              <a:extLst>
                <a:ext uri="{FF2B5EF4-FFF2-40B4-BE49-F238E27FC236}">
                  <a16:creationId xmlns:a16="http://schemas.microsoft.com/office/drawing/2014/main" id="{15656E8A-F136-ACAF-E09E-2F81CA5B3080}"/>
                </a:ext>
              </a:extLst>
            </p:cNvPr>
            <p:cNvSpPr/>
            <p:nvPr/>
          </p:nvSpPr>
          <p:spPr>
            <a:xfrm>
              <a:off x="3727107" y="2865557"/>
              <a:ext cx="78405" cy="1093098"/>
            </a:xfrm>
            <a:custGeom>
              <a:avLst/>
              <a:gdLst/>
              <a:ahLst/>
              <a:cxnLst/>
              <a:rect l="l" t="t" r="r" b="b"/>
              <a:pathLst>
                <a:path w="4521" h="63030" extrusionOk="0">
                  <a:moveTo>
                    <a:pt x="2219" y="1"/>
                  </a:moveTo>
                  <a:cubicBezTo>
                    <a:pt x="987" y="1"/>
                    <a:pt x="1" y="1233"/>
                    <a:pt x="1" y="2712"/>
                  </a:cubicBezTo>
                  <a:lnTo>
                    <a:pt x="1" y="63030"/>
                  </a:lnTo>
                  <a:lnTo>
                    <a:pt x="4520" y="63030"/>
                  </a:lnTo>
                  <a:lnTo>
                    <a:pt x="4520" y="2712"/>
                  </a:lnTo>
                  <a:cubicBezTo>
                    <a:pt x="4520" y="1973"/>
                    <a:pt x="4274" y="1233"/>
                    <a:pt x="3863" y="822"/>
                  </a:cubicBezTo>
                  <a:cubicBezTo>
                    <a:pt x="3452" y="329"/>
                    <a:pt x="2877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5" name="Google Shape;25416;p67">
              <a:extLst>
                <a:ext uri="{FF2B5EF4-FFF2-40B4-BE49-F238E27FC236}">
                  <a16:creationId xmlns:a16="http://schemas.microsoft.com/office/drawing/2014/main" id="{198136CB-2C25-33C9-72EB-1B129DE7BE58}"/>
                </a:ext>
              </a:extLst>
            </p:cNvPr>
            <p:cNvSpPr/>
            <p:nvPr/>
          </p:nvSpPr>
          <p:spPr>
            <a:xfrm>
              <a:off x="3705740" y="3836117"/>
              <a:ext cx="122577" cy="132237"/>
            </a:xfrm>
            <a:custGeom>
              <a:avLst/>
              <a:gdLst/>
              <a:ahLst/>
              <a:cxnLst/>
              <a:rect l="l" t="t" r="r" b="b"/>
              <a:pathLst>
                <a:path w="7068" h="7625" extrusionOk="0">
                  <a:moveTo>
                    <a:pt x="1315" y="1"/>
                  </a:moveTo>
                  <a:lnTo>
                    <a:pt x="0" y="7068"/>
                  </a:lnTo>
                  <a:cubicBezTo>
                    <a:pt x="1084" y="7415"/>
                    <a:pt x="2213" y="7624"/>
                    <a:pt x="3449" y="7624"/>
                  </a:cubicBezTo>
                  <a:cubicBezTo>
                    <a:pt x="4555" y="7624"/>
                    <a:pt x="5747" y="7456"/>
                    <a:pt x="7067" y="7068"/>
                  </a:cubicBezTo>
                  <a:lnTo>
                    <a:pt x="5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6" name="Google Shape;25417;p67">
              <a:extLst>
                <a:ext uri="{FF2B5EF4-FFF2-40B4-BE49-F238E27FC236}">
                  <a16:creationId xmlns:a16="http://schemas.microsoft.com/office/drawing/2014/main" id="{FF1E9C9A-68D6-41FA-9A7E-CEB06024148D}"/>
                </a:ext>
              </a:extLst>
            </p:cNvPr>
            <p:cNvSpPr/>
            <p:nvPr/>
          </p:nvSpPr>
          <p:spPr>
            <a:xfrm>
              <a:off x="3727107" y="2865557"/>
              <a:ext cx="78405" cy="135410"/>
            </a:xfrm>
            <a:custGeom>
              <a:avLst/>
              <a:gdLst/>
              <a:ahLst/>
              <a:cxnLst/>
              <a:rect l="l" t="t" r="r" b="b"/>
              <a:pathLst>
                <a:path w="4521" h="7808" extrusionOk="0">
                  <a:moveTo>
                    <a:pt x="2219" y="1"/>
                  </a:moveTo>
                  <a:cubicBezTo>
                    <a:pt x="987" y="1"/>
                    <a:pt x="1" y="1233"/>
                    <a:pt x="1" y="2712"/>
                  </a:cubicBezTo>
                  <a:lnTo>
                    <a:pt x="1" y="7397"/>
                  </a:lnTo>
                  <a:cubicBezTo>
                    <a:pt x="740" y="7643"/>
                    <a:pt x="1562" y="7807"/>
                    <a:pt x="2219" y="7807"/>
                  </a:cubicBezTo>
                  <a:cubicBezTo>
                    <a:pt x="2959" y="7807"/>
                    <a:pt x="3781" y="7725"/>
                    <a:pt x="4520" y="7397"/>
                  </a:cubicBezTo>
                  <a:lnTo>
                    <a:pt x="4520" y="2712"/>
                  </a:lnTo>
                  <a:cubicBezTo>
                    <a:pt x="4520" y="1973"/>
                    <a:pt x="4274" y="1233"/>
                    <a:pt x="3863" y="822"/>
                  </a:cubicBezTo>
                  <a:cubicBezTo>
                    <a:pt x="3452" y="329"/>
                    <a:pt x="2877" y="1"/>
                    <a:pt x="22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402" name="Google Shape;25336;p66">
            <a:extLst>
              <a:ext uri="{FF2B5EF4-FFF2-40B4-BE49-F238E27FC236}">
                <a16:creationId xmlns:a16="http://schemas.microsoft.com/office/drawing/2014/main" id="{B2A0EE23-D2FF-4A64-9E48-9E725AE5AA64}"/>
              </a:ext>
            </a:extLst>
          </p:cNvPr>
          <p:cNvSpPr txBox="1">
            <a:spLocks/>
          </p:cNvSpPr>
          <p:nvPr/>
        </p:nvSpPr>
        <p:spPr>
          <a:xfrm>
            <a:off x="3784882" y="2920148"/>
            <a:ext cx="386236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r>
              <a:rPr lang="en">
                <a:latin typeface="Aharoni" panose="02010803020104030203" pitchFamily="2" charset="-79"/>
                <a:cs typeface="Aharoni" panose="02010803020104030203" pitchFamily="2" charset="-79"/>
              </a:rPr>
              <a:t>05</a:t>
            </a:r>
          </a:p>
        </p:txBody>
      </p:sp>
      <p:sp>
        <p:nvSpPr>
          <p:cNvPr id="25403" name="Google Shape;25340;p66">
            <a:extLst>
              <a:ext uri="{FF2B5EF4-FFF2-40B4-BE49-F238E27FC236}">
                <a16:creationId xmlns:a16="http://schemas.microsoft.com/office/drawing/2014/main" id="{DEC411B8-742B-6154-C6F6-62E920E979E9}"/>
              </a:ext>
            </a:extLst>
          </p:cNvPr>
          <p:cNvSpPr txBox="1">
            <a:spLocks/>
          </p:cNvSpPr>
          <p:nvPr/>
        </p:nvSpPr>
        <p:spPr>
          <a:xfrm>
            <a:off x="4112943" y="2935534"/>
            <a:ext cx="739134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BFD</a:t>
            </a:r>
          </a:p>
        </p:txBody>
      </p:sp>
      <p:sp>
        <p:nvSpPr>
          <p:cNvPr id="25404" name="Google Shape;25346;p66">
            <a:extLst>
              <a:ext uri="{FF2B5EF4-FFF2-40B4-BE49-F238E27FC236}">
                <a16:creationId xmlns:a16="http://schemas.microsoft.com/office/drawing/2014/main" id="{CF95B1A4-B1E7-2A3F-DCAF-CD70392FC9B0}"/>
              </a:ext>
            </a:extLst>
          </p:cNvPr>
          <p:cNvSpPr txBox="1">
            <a:spLocks/>
          </p:cNvSpPr>
          <p:nvPr/>
        </p:nvSpPr>
        <p:spPr>
          <a:xfrm>
            <a:off x="3450988" y="3129010"/>
            <a:ext cx="3024488" cy="1059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Light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General description of the process</a:t>
            </a:r>
          </a:p>
          <a:p>
            <a:pPr marL="0" indent="0">
              <a:spcAft>
                <a:spcPts val="1600"/>
              </a:spcAft>
            </a:pP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Material Balance</a:t>
            </a:r>
          </a:p>
        </p:txBody>
      </p:sp>
      <p:sp>
        <p:nvSpPr>
          <p:cNvPr id="25416" name="Google Shape;25343;p66">
            <a:extLst>
              <a:ext uri="{FF2B5EF4-FFF2-40B4-BE49-F238E27FC236}">
                <a16:creationId xmlns:a16="http://schemas.microsoft.com/office/drawing/2014/main" id="{44EE0645-5EAF-707B-F2C9-689A010B5AC1}"/>
              </a:ext>
            </a:extLst>
          </p:cNvPr>
          <p:cNvSpPr txBox="1">
            <a:spLocks/>
          </p:cNvSpPr>
          <p:nvPr/>
        </p:nvSpPr>
        <p:spPr>
          <a:xfrm>
            <a:off x="6745362" y="3185069"/>
            <a:ext cx="2573875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Light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 sz="2000">
                <a:latin typeface="Aharoni" panose="02010803020104030203" pitchFamily="2" charset="-79"/>
                <a:cs typeface="Aharoni" panose="02010803020104030203" pitchFamily="2" charset="-79"/>
              </a:rPr>
              <a:t>3</a:t>
            </a: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 Stage Process</a:t>
            </a:r>
          </a:p>
        </p:txBody>
      </p:sp>
      <p:sp>
        <p:nvSpPr>
          <p:cNvPr id="25417" name="Google Shape;25344;p66">
            <a:extLst>
              <a:ext uri="{FF2B5EF4-FFF2-40B4-BE49-F238E27FC236}">
                <a16:creationId xmlns:a16="http://schemas.microsoft.com/office/drawing/2014/main" id="{DF0A3817-110E-D883-8674-924DF4035DDB}"/>
              </a:ext>
            </a:extLst>
          </p:cNvPr>
          <p:cNvSpPr txBox="1">
            <a:spLocks/>
          </p:cNvSpPr>
          <p:nvPr/>
        </p:nvSpPr>
        <p:spPr>
          <a:xfrm>
            <a:off x="7247964" y="2928566"/>
            <a:ext cx="710129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PFD</a:t>
            </a:r>
          </a:p>
        </p:txBody>
      </p:sp>
      <p:sp>
        <p:nvSpPr>
          <p:cNvPr id="25419" name="Google Shape;25356;p66">
            <a:extLst>
              <a:ext uri="{FF2B5EF4-FFF2-40B4-BE49-F238E27FC236}">
                <a16:creationId xmlns:a16="http://schemas.microsoft.com/office/drawing/2014/main" id="{BB51AF49-9602-B4AC-F08D-300B9B4C2064}"/>
              </a:ext>
            </a:extLst>
          </p:cNvPr>
          <p:cNvSpPr txBox="1">
            <a:spLocks/>
          </p:cNvSpPr>
          <p:nvPr/>
        </p:nvSpPr>
        <p:spPr>
          <a:xfrm>
            <a:off x="6933998" y="2909268"/>
            <a:ext cx="409189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r>
              <a:rPr lang="en">
                <a:latin typeface="Aharoni" panose="02010803020104030203" pitchFamily="2" charset="-79"/>
                <a:cs typeface="Aharoni" panose="02010803020104030203" pitchFamily="2" charset="-79"/>
              </a:rPr>
              <a:t>06</a:t>
            </a:r>
          </a:p>
        </p:txBody>
      </p:sp>
      <p:sp>
        <p:nvSpPr>
          <p:cNvPr id="25424" name="Google Shape;25334;p66">
            <a:extLst>
              <a:ext uri="{FF2B5EF4-FFF2-40B4-BE49-F238E27FC236}">
                <a16:creationId xmlns:a16="http://schemas.microsoft.com/office/drawing/2014/main" id="{5A7D85B4-0DC1-6105-EAAA-180802431007}"/>
              </a:ext>
            </a:extLst>
          </p:cNvPr>
          <p:cNvSpPr txBox="1">
            <a:spLocks/>
          </p:cNvSpPr>
          <p:nvPr/>
        </p:nvSpPr>
        <p:spPr>
          <a:xfrm>
            <a:off x="745720" y="2875769"/>
            <a:ext cx="1860631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3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Chemistry</a:t>
            </a:r>
          </a:p>
        </p:txBody>
      </p:sp>
      <p:sp>
        <p:nvSpPr>
          <p:cNvPr id="25425" name="Google Shape;25341;p66">
            <a:extLst>
              <a:ext uri="{FF2B5EF4-FFF2-40B4-BE49-F238E27FC236}">
                <a16:creationId xmlns:a16="http://schemas.microsoft.com/office/drawing/2014/main" id="{22C4C62D-776A-414A-C783-214E44F9864B}"/>
              </a:ext>
            </a:extLst>
          </p:cNvPr>
          <p:cNvSpPr txBox="1">
            <a:spLocks/>
          </p:cNvSpPr>
          <p:nvPr/>
        </p:nvSpPr>
        <p:spPr>
          <a:xfrm>
            <a:off x="425837" y="3149817"/>
            <a:ext cx="2573875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 Light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Roboto"/>
              <a:buNone/>
              <a:defRPr sz="1400" b="0" i="0" u="none" strike="noStrike" cap="non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Reactions and Bio-Oil</a:t>
            </a:r>
          </a:p>
        </p:txBody>
      </p:sp>
      <p:sp>
        <p:nvSpPr>
          <p:cNvPr id="25427" name="Google Shape;25357;p66">
            <a:extLst>
              <a:ext uri="{FF2B5EF4-FFF2-40B4-BE49-F238E27FC236}">
                <a16:creationId xmlns:a16="http://schemas.microsoft.com/office/drawing/2014/main" id="{29B3C95D-DA1D-0AC7-C0EE-22294729572B}"/>
              </a:ext>
            </a:extLst>
          </p:cNvPr>
          <p:cNvSpPr txBox="1">
            <a:spLocks/>
          </p:cNvSpPr>
          <p:nvPr/>
        </p:nvSpPr>
        <p:spPr>
          <a:xfrm>
            <a:off x="411692" y="2875769"/>
            <a:ext cx="410072" cy="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ig Shoulders Text"/>
              <a:buNone/>
              <a:defRPr sz="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Font typeface="Big Shoulders Text"/>
              <a:buNone/>
              <a:defRPr sz="12000" b="0" i="0" u="none" strike="noStrike" cap="none">
                <a:solidFill>
                  <a:schemeClr val="accent2"/>
                </a:solidFill>
                <a:latin typeface="Big Shoulders Text"/>
                <a:ea typeface="Big Shoulders Text"/>
                <a:cs typeface="Big Shoulders Text"/>
                <a:sym typeface="Big Shoulders Text"/>
              </a:defRPr>
            </a:lvl9pPr>
          </a:lstStyle>
          <a:p>
            <a:r>
              <a:rPr lang="en">
                <a:latin typeface="Aharoni" panose="02010803020104030203" pitchFamily="2" charset="-79"/>
                <a:cs typeface="Aharoni" panose="02010803020104030203" pitchFamily="2" charset="-79"/>
              </a:rPr>
              <a:t>04</a:t>
            </a:r>
          </a:p>
        </p:txBody>
      </p:sp>
      <p:cxnSp>
        <p:nvCxnSpPr>
          <p:cNvPr id="25439" name="Google Shape;25348;p66">
            <a:extLst>
              <a:ext uri="{FF2B5EF4-FFF2-40B4-BE49-F238E27FC236}">
                <a16:creationId xmlns:a16="http://schemas.microsoft.com/office/drawing/2014/main" id="{FD219146-B7B8-65FC-1836-5A4C2FA0CBF3}"/>
              </a:ext>
            </a:extLst>
          </p:cNvPr>
          <p:cNvCxnSpPr>
            <a:cxnSpLocks/>
          </p:cNvCxnSpPr>
          <p:nvPr/>
        </p:nvCxnSpPr>
        <p:spPr>
          <a:xfrm>
            <a:off x="306031" y="3199161"/>
            <a:ext cx="3189257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40" name="Google Shape;25348;p66">
            <a:extLst>
              <a:ext uri="{FF2B5EF4-FFF2-40B4-BE49-F238E27FC236}">
                <a16:creationId xmlns:a16="http://schemas.microsoft.com/office/drawing/2014/main" id="{B7ED4AA7-1269-51E3-7C2D-E108A56DEA65}"/>
              </a:ext>
            </a:extLst>
          </p:cNvPr>
          <p:cNvCxnSpPr>
            <a:cxnSpLocks/>
          </p:cNvCxnSpPr>
          <p:nvPr/>
        </p:nvCxnSpPr>
        <p:spPr>
          <a:xfrm>
            <a:off x="3229831" y="3199161"/>
            <a:ext cx="3655736" cy="1989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41" name="Google Shape;25348;p66">
            <a:extLst>
              <a:ext uri="{FF2B5EF4-FFF2-40B4-BE49-F238E27FC236}">
                <a16:creationId xmlns:a16="http://schemas.microsoft.com/office/drawing/2014/main" id="{C2D06172-69D9-EE41-0CC0-545F5E924735}"/>
              </a:ext>
            </a:extLst>
          </p:cNvPr>
          <p:cNvCxnSpPr>
            <a:cxnSpLocks/>
          </p:cNvCxnSpPr>
          <p:nvPr/>
        </p:nvCxnSpPr>
        <p:spPr>
          <a:xfrm>
            <a:off x="6396087" y="3214137"/>
            <a:ext cx="2438234" cy="23729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42" name="Google Shape;25348;p66">
            <a:extLst>
              <a:ext uri="{FF2B5EF4-FFF2-40B4-BE49-F238E27FC236}">
                <a16:creationId xmlns:a16="http://schemas.microsoft.com/office/drawing/2014/main" id="{39C12DC9-5263-5B7B-24E8-AE862F57CD27}"/>
              </a:ext>
            </a:extLst>
          </p:cNvPr>
          <p:cNvCxnSpPr>
            <a:cxnSpLocks/>
          </p:cNvCxnSpPr>
          <p:nvPr/>
        </p:nvCxnSpPr>
        <p:spPr>
          <a:xfrm>
            <a:off x="6471982" y="1886033"/>
            <a:ext cx="2415001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0FD5425-7E16-1D81-69E7-5E848C9D050A}"/>
              </a:ext>
            </a:extLst>
          </p:cNvPr>
          <p:cNvSpPr txBox="1"/>
          <p:nvPr/>
        </p:nvSpPr>
        <p:spPr>
          <a:xfrm>
            <a:off x="-14091" y="4835723"/>
            <a:ext cx="271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2</a:t>
            </a:r>
          </a:p>
        </p:txBody>
      </p:sp>
      <p:pic>
        <p:nvPicPr>
          <p:cNvPr id="3" name="Picture 4" descr="Black logo">
            <a:extLst>
              <a:ext uri="{FF2B5EF4-FFF2-40B4-BE49-F238E27FC236}">
                <a16:creationId xmlns:a16="http://schemas.microsoft.com/office/drawing/2014/main" id="{800D3786-3D2B-4BE6-2D26-57811D913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42" name="Google Shape;25442;p68"/>
          <p:cNvSpPr/>
          <p:nvPr/>
        </p:nvSpPr>
        <p:spPr>
          <a:xfrm>
            <a:off x="998421" y="-259985"/>
            <a:ext cx="52957" cy="40778"/>
          </a:xfrm>
          <a:custGeom>
            <a:avLst/>
            <a:gdLst/>
            <a:ahLst/>
            <a:cxnLst/>
            <a:rect l="l" t="t" r="r" b="b"/>
            <a:pathLst>
              <a:path w="787" h="606" extrusionOk="0">
                <a:moveTo>
                  <a:pt x="399" y="1"/>
                </a:moveTo>
                <a:cubicBezTo>
                  <a:pt x="0" y="1"/>
                  <a:pt x="0" y="606"/>
                  <a:pt x="399" y="606"/>
                </a:cubicBezTo>
                <a:cubicBezTo>
                  <a:pt x="508" y="593"/>
                  <a:pt x="605" y="557"/>
                  <a:pt x="690" y="485"/>
                </a:cubicBezTo>
                <a:cubicBezTo>
                  <a:pt x="787" y="388"/>
                  <a:pt x="787" y="218"/>
                  <a:pt x="690" y="122"/>
                </a:cubicBezTo>
                <a:cubicBezTo>
                  <a:pt x="605" y="49"/>
                  <a:pt x="508" y="13"/>
                  <a:pt x="39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43" name="Google Shape;25443;p68"/>
          <p:cNvSpPr/>
          <p:nvPr/>
        </p:nvSpPr>
        <p:spPr>
          <a:xfrm>
            <a:off x="623144" y="-211133"/>
            <a:ext cx="42393" cy="32636"/>
          </a:xfrm>
          <a:custGeom>
            <a:avLst/>
            <a:gdLst/>
            <a:ahLst/>
            <a:cxnLst/>
            <a:rect l="l" t="t" r="r" b="b"/>
            <a:pathLst>
              <a:path w="630" h="485" extrusionOk="0">
                <a:moveTo>
                  <a:pt x="315" y="0"/>
                </a:moveTo>
                <a:cubicBezTo>
                  <a:pt x="1" y="0"/>
                  <a:pt x="1" y="484"/>
                  <a:pt x="315" y="484"/>
                </a:cubicBezTo>
                <a:cubicBezTo>
                  <a:pt x="630" y="484"/>
                  <a:pt x="630" y="0"/>
                  <a:pt x="31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44" name="Google Shape;25444;p68"/>
          <p:cNvSpPr/>
          <p:nvPr/>
        </p:nvSpPr>
        <p:spPr>
          <a:xfrm>
            <a:off x="759070" y="-327544"/>
            <a:ext cx="127851" cy="128659"/>
          </a:xfrm>
          <a:custGeom>
            <a:avLst/>
            <a:gdLst/>
            <a:ahLst/>
            <a:cxnLst/>
            <a:rect l="l" t="t" r="r" b="b"/>
            <a:pathLst>
              <a:path w="1900" h="1912" extrusionOk="0">
                <a:moveTo>
                  <a:pt x="956" y="1"/>
                </a:moveTo>
                <a:cubicBezTo>
                  <a:pt x="932" y="908"/>
                  <a:pt x="908" y="932"/>
                  <a:pt x="1" y="956"/>
                </a:cubicBezTo>
                <a:cubicBezTo>
                  <a:pt x="908" y="980"/>
                  <a:pt x="932" y="1005"/>
                  <a:pt x="956" y="1912"/>
                </a:cubicBezTo>
                <a:cubicBezTo>
                  <a:pt x="981" y="1005"/>
                  <a:pt x="993" y="980"/>
                  <a:pt x="1900" y="956"/>
                </a:cubicBezTo>
                <a:cubicBezTo>
                  <a:pt x="993" y="932"/>
                  <a:pt x="981" y="920"/>
                  <a:pt x="956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45" name="Google Shape;25445;p68"/>
          <p:cNvSpPr txBox="1">
            <a:spLocks noGrp="1"/>
          </p:cNvSpPr>
          <p:nvPr>
            <p:ph type="title"/>
          </p:nvPr>
        </p:nvSpPr>
        <p:spPr>
          <a:xfrm>
            <a:off x="1178528" y="1955570"/>
            <a:ext cx="6864460" cy="15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latin typeface="Trade Gothic Inline" panose="020B0504030203020204" pitchFamily="34" charset="0"/>
              </a:rPr>
              <a:t>Introduction</a:t>
            </a:r>
          </a:p>
        </p:txBody>
      </p:sp>
      <p:grpSp>
        <p:nvGrpSpPr>
          <p:cNvPr id="25447" name="Google Shape;25447;p68"/>
          <p:cNvGrpSpPr/>
          <p:nvPr/>
        </p:nvGrpSpPr>
        <p:grpSpPr>
          <a:xfrm>
            <a:off x="3950489" y="4792679"/>
            <a:ext cx="363110" cy="151607"/>
            <a:chOff x="3708023" y="4792679"/>
            <a:chExt cx="363110" cy="151607"/>
          </a:xfrm>
        </p:grpSpPr>
        <p:cxnSp>
          <p:nvCxnSpPr>
            <p:cNvPr id="25448" name="Google Shape;25448;p68"/>
            <p:cNvCxnSpPr/>
            <p:nvPr/>
          </p:nvCxnSpPr>
          <p:spPr>
            <a:xfrm>
              <a:off x="3802033" y="4868578"/>
              <a:ext cx="2691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5449" name="Google Shape;25449;p68"/>
            <p:cNvSpPr/>
            <p:nvPr/>
          </p:nvSpPr>
          <p:spPr>
            <a:xfrm flipH="1">
              <a:off x="3708023" y="4792679"/>
              <a:ext cx="147735" cy="151607"/>
            </a:xfrm>
            <a:custGeom>
              <a:avLst/>
              <a:gdLst/>
              <a:ahLst/>
              <a:cxnLst/>
              <a:rect l="l" t="t" r="r" b="b"/>
              <a:pathLst>
                <a:path w="184669" h="189509" extrusionOk="0">
                  <a:moveTo>
                    <a:pt x="87478" y="1"/>
                  </a:moveTo>
                  <a:cubicBezTo>
                    <a:pt x="78837" y="23328"/>
                    <a:pt x="71468" y="44299"/>
                    <a:pt x="64707" y="65101"/>
                  </a:cubicBezTo>
                  <a:lnTo>
                    <a:pt x="64707" y="65101"/>
                  </a:lnTo>
                  <a:cubicBezTo>
                    <a:pt x="43655" y="66738"/>
                    <a:pt x="22433" y="69244"/>
                    <a:pt x="1" y="72894"/>
                  </a:cubicBezTo>
                  <a:cubicBezTo>
                    <a:pt x="16370" y="85988"/>
                    <a:pt x="33199" y="99081"/>
                    <a:pt x="50395" y="111990"/>
                  </a:cubicBezTo>
                  <a:lnTo>
                    <a:pt x="50395" y="111990"/>
                  </a:lnTo>
                  <a:cubicBezTo>
                    <a:pt x="43729" y="135273"/>
                    <a:pt x="37193" y="160220"/>
                    <a:pt x="29972" y="189509"/>
                  </a:cubicBezTo>
                  <a:lnTo>
                    <a:pt x="29972" y="189509"/>
                  </a:lnTo>
                  <a:cubicBezTo>
                    <a:pt x="50954" y="174251"/>
                    <a:pt x="72393" y="159068"/>
                    <a:pt x="93407" y="143284"/>
                  </a:cubicBezTo>
                  <a:lnTo>
                    <a:pt x="93407" y="143284"/>
                  </a:lnTo>
                  <a:cubicBezTo>
                    <a:pt x="113771" y="157614"/>
                    <a:pt x="134515" y="171499"/>
                    <a:pt x="155498" y="184658"/>
                  </a:cubicBezTo>
                  <a:cubicBezTo>
                    <a:pt x="151697" y="159934"/>
                    <a:pt x="144464" y="134766"/>
                    <a:pt x="135498" y="109966"/>
                  </a:cubicBezTo>
                  <a:lnTo>
                    <a:pt x="135498" y="109966"/>
                  </a:lnTo>
                  <a:cubicBezTo>
                    <a:pt x="152847" y="95311"/>
                    <a:pt x="169428" y="79859"/>
                    <a:pt x="184668" y="63171"/>
                  </a:cubicBezTo>
                  <a:cubicBezTo>
                    <a:pt x="168464" y="62746"/>
                    <a:pt x="153055" y="62490"/>
                    <a:pt x="138118" y="62490"/>
                  </a:cubicBezTo>
                  <a:cubicBezTo>
                    <a:pt x="130796" y="62490"/>
                    <a:pt x="123586" y="62552"/>
                    <a:pt x="116452" y="62685"/>
                  </a:cubicBezTo>
                  <a:lnTo>
                    <a:pt x="116452" y="62685"/>
                  </a:lnTo>
                  <a:cubicBezTo>
                    <a:pt x="106897" y="40846"/>
                    <a:pt x="96812" y="19748"/>
                    <a:pt x="874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50" name="Google Shape;25450;p68"/>
          <p:cNvGrpSpPr/>
          <p:nvPr/>
        </p:nvGrpSpPr>
        <p:grpSpPr>
          <a:xfrm>
            <a:off x="4831532" y="4792679"/>
            <a:ext cx="363110" cy="151607"/>
            <a:chOff x="5075473" y="4792679"/>
            <a:chExt cx="363110" cy="151607"/>
          </a:xfrm>
        </p:grpSpPr>
        <p:cxnSp>
          <p:nvCxnSpPr>
            <p:cNvPr id="25451" name="Google Shape;25451;p68"/>
            <p:cNvCxnSpPr/>
            <p:nvPr/>
          </p:nvCxnSpPr>
          <p:spPr>
            <a:xfrm rot="10800000">
              <a:off x="5075473" y="4868578"/>
              <a:ext cx="2691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5452" name="Google Shape;25452;p68"/>
            <p:cNvSpPr/>
            <p:nvPr/>
          </p:nvSpPr>
          <p:spPr>
            <a:xfrm>
              <a:off x="5290848" y="4792679"/>
              <a:ext cx="147735" cy="151607"/>
            </a:xfrm>
            <a:custGeom>
              <a:avLst/>
              <a:gdLst/>
              <a:ahLst/>
              <a:cxnLst/>
              <a:rect l="l" t="t" r="r" b="b"/>
              <a:pathLst>
                <a:path w="184669" h="189509" extrusionOk="0">
                  <a:moveTo>
                    <a:pt x="87478" y="1"/>
                  </a:moveTo>
                  <a:cubicBezTo>
                    <a:pt x="78837" y="23328"/>
                    <a:pt x="71468" y="44299"/>
                    <a:pt x="64707" y="65101"/>
                  </a:cubicBezTo>
                  <a:lnTo>
                    <a:pt x="64707" y="65101"/>
                  </a:lnTo>
                  <a:cubicBezTo>
                    <a:pt x="43655" y="66738"/>
                    <a:pt x="22433" y="69244"/>
                    <a:pt x="1" y="72894"/>
                  </a:cubicBezTo>
                  <a:cubicBezTo>
                    <a:pt x="16370" y="85988"/>
                    <a:pt x="33199" y="99081"/>
                    <a:pt x="50395" y="111990"/>
                  </a:cubicBezTo>
                  <a:lnTo>
                    <a:pt x="50395" y="111990"/>
                  </a:lnTo>
                  <a:cubicBezTo>
                    <a:pt x="43729" y="135273"/>
                    <a:pt x="37193" y="160220"/>
                    <a:pt x="29972" y="189509"/>
                  </a:cubicBezTo>
                  <a:lnTo>
                    <a:pt x="29972" y="189509"/>
                  </a:lnTo>
                  <a:cubicBezTo>
                    <a:pt x="50954" y="174251"/>
                    <a:pt x="72393" y="159068"/>
                    <a:pt x="93407" y="143284"/>
                  </a:cubicBezTo>
                  <a:lnTo>
                    <a:pt x="93407" y="143284"/>
                  </a:lnTo>
                  <a:cubicBezTo>
                    <a:pt x="113771" y="157614"/>
                    <a:pt x="134515" y="171499"/>
                    <a:pt x="155498" y="184658"/>
                  </a:cubicBezTo>
                  <a:cubicBezTo>
                    <a:pt x="151697" y="159934"/>
                    <a:pt x="144464" y="134766"/>
                    <a:pt x="135498" y="109966"/>
                  </a:cubicBezTo>
                  <a:lnTo>
                    <a:pt x="135498" y="109966"/>
                  </a:lnTo>
                  <a:cubicBezTo>
                    <a:pt x="152847" y="95311"/>
                    <a:pt x="169428" y="79859"/>
                    <a:pt x="184668" y="63171"/>
                  </a:cubicBezTo>
                  <a:cubicBezTo>
                    <a:pt x="168464" y="62746"/>
                    <a:pt x="153055" y="62490"/>
                    <a:pt x="138118" y="62490"/>
                  </a:cubicBezTo>
                  <a:cubicBezTo>
                    <a:pt x="130796" y="62490"/>
                    <a:pt x="123586" y="62552"/>
                    <a:pt x="116452" y="62685"/>
                  </a:cubicBezTo>
                  <a:lnTo>
                    <a:pt x="116452" y="62685"/>
                  </a:lnTo>
                  <a:cubicBezTo>
                    <a:pt x="106897" y="40846"/>
                    <a:pt x="96812" y="19748"/>
                    <a:pt x="874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453" name="Google Shape;25453;p68">
            <a:hlinkClick r:id="" action="ppaction://hlinkshowjump?jump=previousslide"/>
          </p:cNvPr>
          <p:cNvSpPr/>
          <p:nvPr/>
        </p:nvSpPr>
        <p:spPr>
          <a:xfrm>
            <a:off x="3898116" y="4756025"/>
            <a:ext cx="4155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455" name="Google Shape;25455;p68"/>
          <p:cNvGrpSpPr/>
          <p:nvPr/>
        </p:nvGrpSpPr>
        <p:grpSpPr>
          <a:xfrm>
            <a:off x="4406700" y="4764377"/>
            <a:ext cx="330600" cy="210673"/>
            <a:chOff x="4181350" y="4786752"/>
            <a:chExt cx="330600" cy="210673"/>
          </a:xfrm>
        </p:grpSpPr>
        <p:grpSp>
          <p:nvGrpSpPr>
            <p:cNvPr id="25456" name="Google Shape;25456;p68"/>
            <p:cNvGrpSpPr/>
            <p:nvPr/>
          </p:nvGrpSpPr>
          <p:grpSpPr>
            <a:xfrm>
              <a:off x="4257160" y="4786752"/>
              <a:ext cx="178983" cy="164217"/>
              <a:chOff x="3605095" y="3530536"/>
              <a:chExt cx="1280277" cy="1174657"/>
            </a:xfrm>
          </p:grpSpPr>
          <p:sp>
            <p:nvSpPr>
              <p:cNvPr id="25457" name="Google Shape;25457;p68"/>
              <p:cNvSpPr/>
              <p:nvPr/>
            </p:nvSpPr>
            <p:spPr>
              <a:xfrm>
                <a:off x="3804143" y="3696932"/>
                <a:ext cx="165409" cy="226565"/>
              </a:xfrm>
              <a:custGeom>
                <a:avLst/>
                <a:gdLst/>
                <a:ahLst/>
                <a:cxnLst/>
                <a:rect l="l" t="t" r="r" b="b"/>
                <a:pathLst>
                  <a:path w="1839" h="2519" extrusionOk="0">
                    <a:moveTo>
                      <a:pt x="0" y="1"/>
                    </a:moveTo>
                    <a:lnTo>
                      <a:pt x="0" y="2519"/>
                    </a:lnTo>
                    <a:lnTo>
                      <a:pt x="1838" y="923"/>
                    </a:lnTo>
                    <a:lnTo>
                      <a:pt x="183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8" name="Google Shape;25458;p68"/>
              <p:cNvSpPr/>
              <p:nvPr/>
            </p:nvSpPr>
            <p:spPr>
              <a:xfrm>
                <a:off x="3762948" y="3667790"/>
                <a:ext cx="963941" cy="1037397"/>
              </a:xfrm>
              <a:custGeom>
                <a:avLst/>
                <a:gdLst/>
                <a:ahLst/>
                <a:cxnLst/>
                <a:rect l="l" t="t" r="r" b="b"/>
                <a:pathLst>
                  <a:path w="10717" h="11534" extrusionOk="0">
                    <a:moveTo>
                      <a:pt x="5359" y="1"/>
                    </a:moveTo>
                    <a:cubicBezTo>
                      <a:pt x="5333" y="1"/>
                      <a:pt x="5307" y="9"/>
                      <a:pt x="5286" y="27"/>
                    </a:cubicBezTo>
                    <a:lnTo>
                      <a:pt x="0" y="4625"/>
                    </a:lnTo>
                    <a:lnTo>
                      <a:pt x="0" y="11222"/>
                    </a:lnTo>
                    <a:cubicBezTo>
                      <a:pt x="0" y="11395"/>
                      <a:pt x="146" y="11534"/>
                      <a:pt x="319" y="11534"/>
                    </a:cubicBezTo>
                    <a:lnTo>
                      <a:pt x="10405" y="11534"/>
                    </a:lnTo>
                    <a:cubicBezTo>
                      <a:pt x="10578" y="11534"/>
                      <a:pt x="10717" y="11395"/>
                      <a:pt x="10717" y="11222"/>
                    </a:cubicBezTo>
                    <a:lnTo>
                      <a:pt x="10717" y="4625"/>
                    </a:lnTo>
                    <a:lnTo>
                      <a:pt x="5431" y="27"/>
                    </a:lnTo>
                    <a:cubicBezTo>
                      <a:pt x="5411" y="9"/>
                      <a:pt x="5385" y="1"/>
                      <a:pt x="53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9" name="Google Shape;25459;p68"/>
              <p:cNvSpPr/>
              <p:nvPr/>
            </p:nvSpPr>
            <p:spPr>
              <a:xfrm>
                <a:off x="3763578" y="3633341"/>
                <a:ext cx="240243" cy="75552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840" extrusionOk="0">
                    <a:moveTo>
                      <a:pt x="118" y="0"/>
                    </a:moveTo>
                    <a:cubicBezTo>
                      <a:pt x="49" y="0"/>
                      <a:pt x="0" y="49"/>
                      <a:pt x="0" y="118"/>
                    </a:cubicBezTo>
                    <a:lnTo>
                      <a:pt x="0" y="722"/>
                    </a:lnTo>
                    <a:cubicBezTo>
                      <a:pt x="0" y="791"/>
                      <a:pt x="49" y="840"/>
                      <a:pt x="118" y="840"/>
                    </a:cubicBezTo>
                    <a:lnTo>
                      <a:pt x="2553" y="840"/>
                    </a:lnTo>
                    <a:cubicBezTo>
                      <a:pt x="2615" y="840"/>
                      <a:pt x="2671" y="791"/>
                      <a:pt x="2671" y="722"/>
                    </a:cubicBezTo>
                    <a:lnTo>
                      <a:pt x="2671" y="118"/>
                    </a:lnTo>
                    <a:cubicBezTo>
                      <a:pt x="2671" y="49"/>
                      <a:pt x="2615" y="0"/>
                      <a:pt x="25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0" name="Google Shape;25460;p68"/>
              <p:cNvSpPr/>
              <p:nvPr/>
            </p:nvSpPr>
            <p:spPr>
              <a:xfrm>
                <a:off x="4111035" y="4189822"/>
                <a:ext cx="291422" cy="515371"/>
              </a:xfrm>
              <a:custGeom>
                <a:avLst/>
                <a:gdLst/>
                <a:ahLst/>
                <a:cxnLst/>
                <a:rect l="l" t="t" r="r" b="b"/>
                <a:pathLst>
                  <a:path w="3240" h="5730" extrusionOk="0">
                    <a:moveTo>
                      <a:pt x="292" y="0"/>
                    </a:moveTo>
                    <a:cubicBezTo>
                      <a:pt x="133" y="0"/>
                      <a:pt x="1" y="132"/>
                      <a:pt x="1" y="292"/>
                    </a:cubicBezTo>
                    <a:lnTo>
                      <a:pt x="1" y="5730"/>
                    </a:lnTo>
                    <a:lnTo>
                      <a:pt x="3240" y="5730"/>
                    </a:lnTo>
                    <a:lnTo>
                      <a:pt x="3240" y="292"/>
                    </a:lnTo>
                    <a:cubicBezTo>
                      <a:pt x="3240" y="132"/>
                      <a:pt x="3108" y="0"/>
                      <a:pt x="29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1" name="Google Shape;25461;p68"/>
              <p:cNvSpPr/>
              <p:nvPr/>
            </p:nvSpPr>
            <p:spPr>
              <a:xfrm>
                <a:off x="3605095" y="3530536"/>
                <a:ext cx="1280277" cy="565199"/>
              </a:xfrm>
              <a:custGeom>
                <a:avLst/>
                <a:gdLst/>
                <a:ahLst/>
                <a:cxnLst/>
                <a:rect l="l" t="t" r="r" b="b"/>
                <a:pathLst>
                  <a:path w="14234" h="6284" extrusionOk="0">
                    <a:moveTo>
                      <a:pt x="7114" y="1"/>
                    </a:moveTo>
                    <a:cubicBezTo>
                      <a:pt x="7088" y="1"/>
                      <a:pt x="7062" y="9"/>
                      <a:pt x="7041" y="27"/>
                    </a:cubicBezTo>
                    <a:lnTo>
                      <a:pt x="77" y="6089"/>
                    </a:lnTo>
                    <a:cubicBezTo>
                      <a:pt x="1" y="6158"/>
                      <a:pt x="49" y="6283"/>
                      <a:pt x="153" y="6283"/>
                    </a:cubicBezTo>
                    <a:lnTo>
                      <a:pt x="1762" y="6283"/>
                    </a:lnTo>
                    <a:lnTo>
                      <a:pt x="7041" y="1691"/>
                    </a:lnTo>
                    <a:cubicBezTo>
                      <a:pt x="7062" y="1674"/>
                      <a:pt x="7088" y="1665"/>
                      <a:pt x="7114" y="1665"/>
                    </a:cubicBezTo>
                    <a:cubicBezTo>
                      <a:pt x="7140" y="1665"/>
                      <a:pt x="7166" y="1674"/>
                      <a:pt x="7186" y="1691"/>
                    </a:cubicBezTo>
                    <a:lnTo>
                      <a:pt x="12472" y="6283"/>
                    </a:lnTo>
                    <a:lnTo>
                      <a:pt x="14081" y="6283"/>
                    </a:lnTo>
                    <a:cubicBezTo>
                      <a:pt x="14185" y="6283"/>
                      <a:pt x="14234" y="6158"/>
                      <a:pt x="14150" y="6089"/>
                    </a:cubicBezTo>
                    <a:lnTo>
                      <a:pt x="7186" y="27"/>
                    </a:lnTo>
                    <a:cubicBezTo>
                      <a:pt x="7166" y="9"/>
                      <a:pt x="7140" y="1"/>
                      <a:pt x="711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5462" name="Google Shape;25462;p68"/>
            <p:cNvCxnSpPr/>
            <p:nvPr/>
          </p:nvCxnSpPr>
          <p:spPr>
            <a:xfrm>
              <a:off x="4181350" y="4997425"/>
              <a:ext cx="330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463" name="Google Shape;25463;p68">
            <a:hlinkClick r:id="rId3" action="ppaction://hlinksldjump"/>
          </p:cNvPr>
          <p:cNvSpPr/>
          <p:nvPr/>
        </p:nvSpPr>
        <p:spPr>
          <a:xfrm>
            <a:off x="4390500" y="4759600"/>
            <a:ext cx="3630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0FDD47-9DB5-5C27-E9CC-C65907EBB90C}"/>
              </a:ext>
            </a:extLst>
          </p:cNvPr>
          <p:cNvSpPr txBox="1"/>
          <p:nvPr/>
        </p:nvSpPr>
        <p:spPr>
          <a:xfrm>
            <a:off x="-14091" y="4835723"/>
            <a:ext cx="271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3</a:t>
            </a:r>
          </a:p>
        </p:txBody>
      </p:sp>
      <p:pic>
        <p:nvPicPr>
          <p:cNvPr id="3" name="Picture 4" descr="Black logo">
            <a:extLst>
              <a:ext uri="{FF2B5EF4-FFF2-40B4-BE49-F238E27FC236}">
                <a16:creationId xmlns:a16="http://schemas.microsoft.com/office/drawing/2014/main" id="{0BC5DBEC-007F-FF28-A2BC-0F8995BC6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54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254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4C60DA-5F5F-7085-6EE8-09CF43433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rade Gothic Inline" panose="020B0504030203020204" pitchFamily="34" charset="0"/>
              </a:rPr>
              <a:t>Problem and Significance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60C8F6-0045-70F0-D3EC-46086A6803DC}"/>
              </a:ext>
            </a:extLst>
          </p:cNvPr>
          <p:cNvSpPr txBox="1"/>
          <p:nvPr/>
        </p:nvSpPr>
        <p:spPr>
          <a:xfrm>
            <a:off x="483233" y="1240602"/>
            <a:ext cx="817748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Space industry is expected to hit 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$1.8 </a:t>
            </a:r>
            <a:r>
              <a:rPr lang="en-US" sz="18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trillion by 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2035</a:t>
            </a:r>
          </a:p>
          <a:p>
            <a:endParaRPr lang="en-US" sz="1800" dirty="0">
              <a:solidFill>
                <a:schemeClr val="bg1"/>
              </a:solidFill>
              <a:latin typeface="Aharoni" panose="02010803020104030203" pitchFamily="2" charset="-79"/>
              <a:ea typeface="Roboto" panose="02000000000000000000" pitchFamily="2" charset="0"/>
              <a:cs typeface="Aharoni" panose="02010803020104030203" pitchFamily="2" charset="-79"/>
            </a:endParaRPr>
          </a:p>
          <a:p>
            <a:r>
              <a:rPr lang="en-US" sz="18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Current RP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-1</a:t>
            </a:r>
            <a:r>
              <a:rPr lang="en-US" sz="18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 is made using fossil fuels, high scope 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1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emissions</a:t>
            </a:r>
          </a:p>
          <a:p>
            <a:endParaRPr lang="en-US" sz="1800" dirty="0">
              <a:solidFill>
                <a:schemeClr val="bg1"/>
              </a:solidFill>
              <a:latin typeface="Aharoni" panose="02010803020104030203" pitchFamily="2" charset="-79"/>
              <a:ea typeface="Roboto" panose="02000000000000000000" pitchFamily="2" charset="0"/>
              <a:cs typeface="Aharoni" panose="02010803020104030203" pitchFamily="2" charset="-79"/>
            </a:endParaRPr>
          </a:p>
          <a:p>
            <a:r>
              <a:rPr lang="en-US" sz="18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Amazon adopting net-zero policies in their efforts to launch space satellites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1800" dirty="0">
              <a:solidFill>
                <a:schemeClr val="bg1"/>
              </a:solidFill>
              <a:latin typeface="Aharoni" panose="02010803020104030203" pitchFamily="2" charset="-79"/>
              <a:ea typeface="Roboto" panose="02000000000000000000" pitchFamily="2" charset="0"/>
              <a:cs typeface="Aharoni" panose="02010803020104030203" pitchFamily="2" charset="-79"/>
            </a:endParaRPr>
          </a:p>
        </p:txBody>
      </p:sp>
      <p:pic>
        <p:nvPicPr>
          <p:cNvPr id="1028" name="Picture 4" descr="Space Shuttle Discovery's Final Launch - The Atlantic">
            <a:extLst>
              <a:ext uri="{FF2B5EF4-FFF2-40B4-BE49-F238E27FC236}">
                <a16:creationId xmlns:a16="http://schemas.microsoft.com/office/drawing/2014/main" id="{0695E420-C62A-D147-4928-72EE939E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597" y="3047184"/>
            <a:ext cx="2832804" cy="1819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F61CF0-C0EC-07D2-2746-9F401BA73180}"/>
              </a:ext>
            </a:extLst>
          </p:cNvPr>
          <p:cNvSpPr txBox="1"/>
          <p:nvPr/>
        </p:nvSpPr>
        <p:spPr>
          <a:xfrm>
            <a:off x="2825880" y="4866467"/>
            <a:ext cx="271260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>
                <a:solidFill>
                  <a:schemeClr val="bg1"/>
                </a:solidFill>
              </a:rPr>
              <a:t>Taylor, A. (2011, February 24). </a:t>
            </a:r>
            <a:r>
              <a:rPr lang="en-US" sz="500" i="1">
                <a:solidFill>
                  <a:schemeClr val="bg1"/>
                </a:solidFill>
              </a:rPr>
              <a:t>Space shuttle discovery’s final launch</a:t>
            </a:r>
            <a:r>
              <a:rPr lang="en-US" sz="500">
                <a:solidFill>
                  <a:schemeClr val="bg1"/>
                </a:solidFill>
              </a:rPr>
              <a:t>. The Atlantic. </a:t>
            </a:r>
          </a:p>
          <a:p>
            <a:r>
              <a:rPr lang="en-US" sz="500">
                <a:solidFill>
                  <a:schemeClr val="bg1"/>
                </a:solidFill>
              </a:rPr>
              <a:t>https://www.theatlantic.com/photo/2011/02/space-shuttle-discoverys-final-launch/100015/ </a:t>
            </a:r>
          </a:p>
          <a:p>
            <a:endParaRPr lang="en-US" sz="5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663E3-1173-CEDA-3A3B-A4201677596A}"/>
              </a:ext>
            </a:extLst>
          </p:cNvPr>
          <p:cNvSpPr txBox="1"/>
          <p:nvPr/>
        </p:nvSpPr>
        <p:spPr>
          <a:xfrm>
            <a:off x="-14091" y="4835723"/>
            <a:ext cx="271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6" name="Picture 4" descr="Black logo">
            <a:extLst>
              <a:ext uri="{FF2B5EF4-FFF2-40B4-BE49-F238E27FC236}">
                <a16:creationId xmlns:a16="http://schemas.microsoft.com/office/drawing/2014/main" id="{BE8BBFF1-A30D-6378-D409-B51349E5F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172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114A2-01AE-D052-0F40-26E5BD63B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7E766A-B29E-9B17-1562-263A0972B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0"/>
            <a:ext cx="7717500" cy="572700"/>
          </a:xfrm>
        </p:spPr>
        <p:txBody>
          <a:bodyPr/>
          <a:lstStyle/>
          <a:p>
            <a:r>
              <a:rPr lang="en-US" dirty="0">
                <a:latin typeface="Trade Gothic Inline" panose="020B0504030203020204" pitchFamily="34" charset="0"/>
              </a:rPr>
              <a:t>Supply-Demand Analysis</a:t>
            </a:r>
          </a:p>
        </p:txBody>
      </p:sp>
      <p:pic>
        <p:nvPicPr>
          <p:cNvPr id="5" name="Picture 4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EBA6EF57-7714-85AA-81EA-071CCE8B2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786" y="674543"/>
            <a:ext cx="4416786" cy="16783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738BBC-B5DE-9381-2B6D-D3FCD5700807}"/>
              </a:ext>
            </a:extLst>
          </p:cNvPr>
          <p:cNvSpPr txBox="1"/>
          <p:nvPr/>
        </p:nvSpPr>
        <p:spPr>
          <a:xfrm>
            <a:off x="110506" y="2790579"/>
            <a:ext cx="6697667" cy="17620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95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Space industry is expected to hit </a:t>
            </a:r>
            <a:r>
              <a:rPr lang="en-US" sz="25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$1.8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 </a:t>
            </a:r>
            <a:r>
              <a:rPr lang="en-US" sz="195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trillion by </a:t>
            </a:r>
            <a:r>
              <a:rPr lang="en-US" sz="25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2035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1950" dirty="0">
              <a:solidFill>
                <a:schemeClr val="bg1"/>
              </a:solidFill>
              <a:latin typeface="Aharoni" panose="02010803020104030203" pitchFamily="2" charset="-79"/>
              <a:ea typeface="Roboto" panose="02000000000000000000" pitchFamily="2" charset="0"/>
              <a:cs typeface="Aharoni" panose="02010803020104030203" pitchFamily="2" charset="-79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95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Average growth rate of </a:t>
            </a:r>
            <a:r>
              <a:rPr lang="en-US" sz="25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9%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 </a:t>
            </a:r>
            <a:r>
              <a:rPr lang="en-US" sz="195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per year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1950" dirty="0">
              <a:solidFill>
                <a:schemeClr val="bg1"/>
              </a:solidFill>
              <a:latin typeface="Aharoni" panose="02010803020104030203" pitchFamily="2" charset="-79"/>
              <a:ea typeface="Roboto" panose="02000000000000000000" pitchFamily="2" charset="0"/>
              <a:cs typeface="Aharoni" panose="02010803020104030203" pitchFamily="2" charset="-79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195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Limited supply since there are limited suppliers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5BC4D4-2962-E2BD-36D3-EC3A42807A1B}"/>
              </a:ext>
            </a:extLst>
          </p:cNvPr>
          <p:cNvSpPr txBox="1"/>
          <p:nvPr/>
        </p:nvSpPr>
        <p:spPr>
          <a:xfrm>
            <a:off x="2919422" y="2352921"/>
            <a:ext cx="3946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" i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Global Growth Insights. (2025, June 18). Rocket Fuel Market Size, share &amp; report [2033]. Rocket Fuel Market Size, Share &amp; Report [2033]. </a:t>
            </a:r>
          </a:p>
          <a:p>
            <a:r>
              <a:rPr lang="en-US" sz="500" i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https://www.globalgrowthinsights.com/market-reports/rocket-fuel-market-115202</a:t>
            </a:r>
          </a:p>
          <a:p>
            <a:endParaRPr lang="en-US" sz="80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4912EC-7DA4-7D46-F2CC-2A708595FCFA}"/>
              </a:ext>
            </a:extLst>
          </p:cNvPr>
          <p:cNvSpPr txBox="1"/>
          <p:nvPr/>
        </p:nvSpPr>
        <p:spPr>
          <a:xfrm>
            <a:off x="-14091" y="4835723"/>
            <a:ext cx="271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5</a:t>
            </a:r>
          </a:p>
        </p:txBody>
      </p:sp>
      <p:pic>
        <p:nvPicPr>
          <p:cNvPr id="3" name="Picture 4" descr="Black logo">
            <a:extLst>
              <a:ext uri="{FF2B5EF4-FFF2-40B4-BE49-F238E27FC236}">
                <a16:creationId xmlns:a16="http://schemas.microsoft.com/office/drawing/2014/main" id="{FD2766A5-6D5F-2D79-2130-57041A7F3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395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D12C7-A902-57B6-98C0-542EF3E5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F4A032-EF63-87A6-B155-E175CF76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0"/>
            <a:ext cx="7717500" cy="572700"/>
          </a:xfrm>
        </p:spPr>
        <p:txBody>
          <a:bodyPr/>
          <a:lstStyle/>
          <a:p>
            <a:r>
              <a:rPr lang="en-US" dirty="0">
                <a:latin typeface="Trade Gothic Inline" panose="020B0504030203020204" pitchFamily="34" charset="0"/>
              </a:rPr>
              <a:t>Global Share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3C42D4-EDDD-2649-CE44-478157C66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142186"/>
              </p:ext>
            </p:extLst>
          </p:nvPr>
        </p:nvGraphicFramePr>
        <p:xfrm>
          <a:off x="1523975" y="1044414"/>
          <a:ext cx="6096000" cy="2296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32022">
                  <a:extLst>
                    <a:ext uri="{9D8B030D-6E8A-4147-A177-3AD203B41FA5}">
                      <a16:colId xmlns:a16="http://schemas.microsoft.com/office/drawing/2014/main" val="709894047"/>
                    </a:ext>
                  </a:extLst>
                </a:gridCol>
                <a:gridCol w="2031989">
                  <a:extLst>
                    <a:ext uri="{9D8B030D-6E8A-4147-A177-3AD203B41FA5}">
                      <a16:colId xmlns:a16="http://schemas.microsoft.com/office/drawing/2014/main" val="857765590"/>
                    </a:ext>
                  </a:extLst>
                </a:gridCol>
                <a:gridCol w="2031989">
                  <a:extLst>
                    <a:ext uri="{9D8B030D-6E8A-4147-A177-3AD203B41FA5}">
                      <a16:colId xmlns:a16="http://schemas.microsoft.com/office/drawing/2014/main" val="36656030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Global Rocket Fuel 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Rocket Fuel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941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35-40%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LOX/RP-1, LOX/methane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644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Asia-Pacific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30-35%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LOX/LH2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727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20-25%</a:t>
                      </a:r>
                    </a:p>
                    <a:p>
                      <a:endParaRPr lang="en-US" dirty="0">
                        <a:latin typeface="Roboto" panose="02000000000000000000" pitchFamily="2" charset="0"/>
                        <a:ea typeface="Roboto" panose="02000000000000000000" pitchFamily="2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LOX/LH2</a:t>
                      </a:r>
                    </a:p>
                    <a:p>
                      <a:endParaRPr lang="en-US">
                        <a:latin typeface="Roboto" panose="02000000000000000000" pitchFamily="2" charset="0"/>
                        <a:ea typeface="Roboto" panose="02000000000000000000" pitchFamily="2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7610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Middle East &amp; Africa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5-10%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LOX/RP-1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5318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6239416-5653-F2AE-A356-73AEFDE8D89A}"/>
              </a:ext>
            </a:extLst>
          </p:cNvPr>
          <p:cNvSpPr txBox="1"/>
          <p:nvPr/>
        </p:nvSpPr>
        <p:spPr>
          <a:xfrm>
            <a:off x="1523975" y="3489686"/>
            <a:ext cx="63353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In 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2024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, the US averaged 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60-70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 launches weekly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China launched over 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60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 missions in 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ea typeface="Roboto" panose="02000000000000000000" pitchFamily="2" charset="0"/>
                <a:cs typeface="Aharoni" panose="02010803020104030203" pitchFamily="2" charset="-79"/>
              </a:rPr>
              <a:t>2023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000" dirty="0">
              <a:solidFill>
                <a:schemeClr val="bg1"/>
              </a:solidFill>
              <a:latin typeface="Aharoni" panose="02010803020104030203" pitchFamily="2" charset="-79"/>
              <a:ea typeface="Roboto" panose="02000000000000000000" pitchFamily="2" charset="0"/>
              <a:cs typeface="Aharoni" panose="02010803020104030203" pitchFamily="2" charset="-79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000" dirty="0">
              <a:solidFill>
                <a:schemeClr val="bg1"/>
              </a:solidFill>
              <a:latin typeface="Aharoni" panose="02010803020104030203" pitchFamily="2" charset="-79"/>
              <a:ea typeface="Roboto" panose="02000000000000000000" pitchFamily="2" charset="0"/>
              <a:cs typeface="Aharoni" panose="02010803020104030203" pitchFamily="2" charset="-79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64AD76-F0C9-88AA-CDA5-B3C0CD3A8B69}"/>
              </a:ext>
            </a:extLst>
          </p:cNvPr>
          <p:cNvSpPr txBox="1"/>
          <p:nvPr/>
        </p:nvSpPr>
        <p:spPr>
          <a:xfrm>
            <a:off x="-14091" y="4835723"/>
            <a:ext cx="271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6" name="Picture 4" descr="Black logo">
            <a:extLst>
              <a:ext uri="{FF2B5EF4-FFF2-40B4-BE49-F238E27FC236}">
                <a16:creationId xmlns:a16="http://schemas.microsoft.com/office/drawing/2014/main" id="{FBE3DA9A-69D6-BD6C-DC3E-1F676E205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2388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5BE87-3E54-CEA1-8BBC-24678B081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8ACE23-FE16-919F-BB48-B24A4380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Trade Gothic Inline" panose="020B0504030203020204" pitchFamily="34" charset="0"/>
              </a:rPr>
              <a:t>Material Prices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09C706-ADE7-B036-67F3-525D861FD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964581"/>
              </p:ext>
            </p:extLst>
          </p:nvPr>
        </p:nvGraphicFramePr>
        <p:xfrm>
          <a:off x="2125974" y="1409413"/>
          <a:ext cx="4892052" cy="20651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30684">
                  <a:extLst>
                    <a:ext uri="{9D8B030D-6E8A-4147-A177-3AD203B41FA5}">
                      <a16:colId xmlns:a16="http://schemas.microsoft.com/office/drawing/2014/main" val="2227594528"/>
                    </a:ext>
                  </a:extLst>
                </a:gridCol>
                <a:gridCol w="1630684">
                  <a:extLst>
                    <a:ext uri="{9D8B030D-6E8A-4147-A177-3AD203B41FA5}">
                      <a16:colId xmlns:a16="http://schemas.microsoft.com/office/drawing/2014/main" val="3996108310"/>
                    </a:ext>
                  </a:extLst>
                </a:gridCol>
                <a:gridCol w="1630684">
                  <a:extLst>
                    <a:ext uri="{9D8B030D-6E8A-4147-A177-3AD203B41FA5}">
                      <a16:colId xmlns:a16="http://schemas.microsoft.com/office/drawing/2014/main" val="2980484850"/>
                    </a:ext>
                  </a:extLst>
                </a:gridCol>
              </a:tblGrid>
              <a:tr h="60530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Continuous Feedstock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1</a:t>
                      </a:r>
                      <a:r>
                        <a:rPr lang="en-US" baseline="3000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st</a:t>
                      </a:r>
                      <a:r>
                        <a:rPr lang="en-US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 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Continuous Product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8757569"/>
                  </a:ext>
                </a:extLst>
              </a:tr>
              <a:tr h="60530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Hybrid poplar wood chips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RP-1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408000"/>
                  </a:ext>
                </a:extLst>
              </a:tr>
              <a:tr h="85455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$0.03/bone dry pound delivered</a:t>
                      </a:r>
                      <a:endParaRPr lang="en-US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$3/pound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$4.60/pound</a:t>
                      </a:r>
                      <a:endParaRPr lang="en-US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Aharoni" panose="02010803020104030203" pitchFamily="2" charset="-79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08012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BFB118A-49DB-9494-0EB2-227B0EE9761A}"/>
              </a:ext>
            </a:extLst>
          </p:cNvPr>
          <p:cNvSpPr txBox="1"/>
          <p:nvPr/>
        </p:nvSpPr>
        <p:spPr>
          <a:xfrm>
            <a:off x="-14091" y="4835723"/>
            <a:ext cx="271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5" name="Picture 4" descr="Black logo">
            <a:extLst>
              <a:ext uri="{FF2B5EF4-FFF2-40B4-BE49-F238E27FC236}">
                <a16:creationId xmlns:a16="http://schemas.microsoft.com/office/drawing/2014/main" id="{DE15E7F5-BA80-F5AE-7A58-E5F3A3C674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7769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E9786-60DE-49C8-AD47-7A02E6467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DD00C1-7B5F-16CC-E707-6014FE92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rade Gothic Inline" panose="020B0504030203020204" pitchFamily="34" charset="0"/>
              </a:rPr>
              <a:t>Sustainable RP-1 Price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91A546-25B9-A7F8-90E3-0219E460FCD4}"/>
              </a:ext>
            </a:extLst>
          </p:cNvPr>
          <p:cNvSpPr txBox="1"/>
          <p:nvPr/>
        </p:nvSpPr>
        <p:spPr>
          <a:xfrm>
            <a:off x="145015" y="1112200"/>
            <a:ext cx="847651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RP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-1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from petroleum: 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$1.04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</a:t>
            </a:r>
            <a:r>
              <a:rPr lang="en-US" sz="20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lb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– 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$1.57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</a:t>
            </a:r>
            <a:r>
              <a:rPr lang="en-US" sz="20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lb</a:t>
            </a:r>
            <a:endParaRPr lang="en-US" sz="2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Sustainable aviation fuel (SAF) is around 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2-5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times more </a:t>
            </a:r>
          </a:p>
          <a:p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   expensive than fossil jet fuel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Average RP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-1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price: 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$1.31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</a:t>
            </a:r>
            <a:r>
              <a:rPr lang="en-US" sz="20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lb</a:t>
            </a:r>
            <a:endParaRPr lang="en-US" sz="2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Average of the multiplier: 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3.5</a:t>
            </a:r>
          </a:p>
          <a:p>
            <a:endParaRPr lang="en-US" sz="2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Sustainable RP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-1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price: </a:t>
            </a:r>
            <a:r>
              <a:rPr lang="en-US" sz="25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$4.60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</a:t>
            </a:r>
            <a:r>
              <a:rPr lang="en-US" sz="20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lb</a:t>
            </a:r>
            <a:endParaRPr lang="en-US" sz="200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sz="250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2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sz="2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b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n-US" sz="20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D11BE8-F3C1-0133-0958-8FED174B359B}"/>
              </a:ext>
            </a:extLst>
          </p:cNvPr>
          <p:cNvSpPr txBox="1"/>
          <p:nvPr/>
        </p:nvSpPr>
        <p:spPr>
          <a:xfrm>
            <a:off x="-14091" y="4835723"/>
            <a:ext cx="271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8</a:t>
            </a:r>
          </a:p>
        </p:txBody>
      </p:sp>
      <p:pic>
        <p:nvPicPr>
          <p:cNvPr id="5" name="Picture 4" descr="Black logo">
            <a:extLst>
              <a:ext uri="{FF2B5EF4-FFF2-40B4-BE49-F238E27FC236}">
                <a16:creationId xmlns:a16="http://schemas.microsoft.com/office/drawing/2014/main" id="{60BD02A6-E735-A359-9542-C76866BAD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7627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99D78-FDDB-B233-55E9-0996049D9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222F5-E74A-CDEB-0311-C30D09CDB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399" y="1289225"/>
            <a:ext cx="6021137" cy="1590300"/>
          </a:xfrm>
        </p:spPr>
        <p:txBody>
          <a:bodyPr/>
          <a:lstStyle/>
          <a:p>
            <a:r>
              <a:rPr lang="en-US" sz="7200" dirty="0">
                <a:latin typeface="Trade Gothic Inline" panose="020B0504030203020204" pitchFamily="34" charset="0"/>
                <a:cs typeface="Aharoni" panose="02010803020104030203" pitchFamily="2" charset="-79"/>
              </a:rPr>
              <a:t>Competing Processes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C17913-6C28-1BF2-5F68-263B9593EF4B}"/>
              </a:ext>
            </a:extLst>
          </p:cNvPr>
          <p:cNvSpPr txBox="1"/>
          <p:nvPr/>
        </p:nvSpPr>
        <p:spPr>
          <a:xfrm>
            <a:off x="-14091" y="4835723"/>
            <a:ext cx="271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9</a:t>
            </a:r>
          </a:p>
        </p:txBody>
      </p:sp>
      <p:pic>
        <p:nvPicPr>
          <p:cNvPr id="4" name="Picture 4" descr="Black logo">
            <a:extLst>
              <a:ext uri="{FF2B5EF4-FFF2-40B4-BE49-F238E27FC236}">
                <a16:creationId xmlns:a16="http://schemas.microsoft.com/office/drawing/2014/main" id="{D94E9215-086A-EB62-2F3F-F1601656A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701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933EA-766D-73C6-B263-58464F0ED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D9C0-97E8-FFFC-23EC-F2E1F2F28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Standard Crude Oil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B0428-37A9-B7CB-0417-156261353B8D}"/>
              </a:ext>
            </a:extLst>
          </p:cNvPr>
          <p:cNvSpPr txBox="1"/>
          <p:nvPr/>
        </p:nvSpPr>
        <p:spPr>
          <a:xfrm>
            <a:off x="463351" y="1229864"/>
            <a:ext cx="842642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Companies: Space X, Northrop Grumman, United Launch Alliance (ULA) </a:t>
            </a:r>
          </a:p>
          <a:p>
            <a:endParaRPr lang="en-US" sz="180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Standard global scale refinery exists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Low production cost, cheaper than most bio derived fuels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need for pyrolysis, gasification, or hydrotreating during the process</a:t>
            </a:r>
          </a:p>
          <a:p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 </a:t>
            </a:r>
          </a:p>
          <a:p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High carbon emissions, crude-derived fuels have some of the highest carbon dioxide cycle emissions out of most fuel choices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Fossil crude is a finite resource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Deep desulfurization and purification needed. Crude oil contains many impurities such as sulfur, nickel, vanadium, etc.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A20D36-973F-9A1B-B349-65FBE1B4E07D}"/>
              </a:ext>
            </a:extLst>
          </p:cNvPr>
          <p:cNvSpPr txBox="1"/>
          <p:nvPr/>
        </p:nvSpPr>
        <p:spPr>
          <a:xfrm>
            <a:off x="-14091" y="4835723"/>
            <a:ext cx="392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10</a:t>
            </a:r>
          </a:p>
        </p:txBody>
      </p:sp>
      <p:pic>
        <p:nvPicPr>
          <p:cNvPr id="5" name="Picture 4" descr="Black logo">
            <a:extLst>
              <a:ext uri="{FF2B5EF4-FFF2-40B4-BE49-F238E27FC236}">
                <a16:creationId xmlns:a16="http://schemas.microsoft.com/office/drawing/2014/main" id="{F6BAC8CA-AA58-3937-C927-61BF60339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1037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A4A416FA-67F7-7289-F53C-6C49C4025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" y="0"/>
            <a:ext cx="9135874" cy="5143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AB8908-343B-4985-D0F2-F6C691ECD9A3}"/>
              </a:ext>
            </a:extLst>
          </p:cNvPr>
          <p:cNvSpPr txBox="1"/>
          <p:nvPr/>
        </p:nvSpPr>
        <p:spPr>
          <a:xfrm>
            <a:off x="-14092" y="4835723"/>
            <a:ext cx="4018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11</a:t>
            </a:r>
          </a:p>
        </p:txBody>
      </p:sp>
      <p:pic>
        <p:nvPicPr>
          <p:cNvPr id="3" name="Picture 4" descr="Black logo">
            <a:extLst>
              <a:ext uri="{FF2B5EF4-FFF2-40B4-BE49-F238E27FC236}">
                <a16:creationId xmlns:a16="http://schemas.microsoft.com/office/drawing/2014/main" id="{48314688-1678-F0F7-5395-53B945056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121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36125-66E8-D8BD-4BF0-7F2B53E98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Bio-Propane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FDAB7-33E5-1A51-BFC6-F64F42247CC6}"/>
              </a:ext>
            </a:extLst>
          </p:cNvPr>
          <p:cNvSpPr txBox="1"/>
          <p:nvPr/>
        </p:nvSpPr>
        <p:spPr>
          <a:xfrm>
            <a:off x="463351" y="1443358"/>
            <a:ext cx="842642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Companies: </a:t>
            </a:r>
            <a:r>
              <a:rPr lang="en-US" sz="200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Orbex</a:t>
            </a:r>
            <a:r>
              <a:rPr lang="en-US" sz="20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US" sz="200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BluShift</a:t>
            </a:r>
            <a:r>
              <a:rPr lang="en-US" sz="20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Aerospace</a:t>
            </a:r>
          </a:p>
          <a:p>
            <a:endParaRPr lang="en-US" sz="200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20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High energy density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Clean combustion, reduced soot and sulfur oxides emitted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Storable at moderate pressures</a:t>
            </a:r>
          </a:p>
          <a:p>
            <a:r>
              <a:rPr lang="en-US" sz="20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High production costs due to limited propane supply and hydrogen inputs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Risking of coking (carbon deposits)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4954FF-900C-0056-E62D-91EBD6314A09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12</a:t>
            </a:r>
          </a:p>
        </p:txBody>
      </p:sp>
      <p:pic>
        <p:nvPicPr>
          <p:cNvPr id="5" name="Picture 4" descr="Black logo">
            <a:extLst>
              <a:ext uri="{FF2B5EF4-FFF2-40B4-BE49-F238E27FC236}">
                <a16:creationId xmlns:a16="http://schemas.microsoft.com/office/drawing/2014/main" id="{B20C9FE7-8394-28E7-358B-D6B5CB463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852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flowchart&#10;&#10;AI-generated content may be incorrect.">
            <a:extLst>
              <a:ext uri="{FF2B5EF4-FFF2-40B4-BE49-F238E27FC236}">
                <a16:creationId xmlns:a16="http://schemas.microsoft.com/office/drawing/2014/main" id="{1DDFD571-D58C-A3E8-CE10-FCDD07E32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43F12F-E0B2-4F15-5E98-9ED4683F86CD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13</a:t>
            </a:r>
          </a:p>
        </p:txBody>
      </p:sp>
      <p:pic>
        <p:nvPicPr>
          <p:cNvPr id="2" name="Picture 4" descr="Black logo">
            <a:extLst>
              <a:ext uri="{FF2B5EF4-FFF2-40B4-BE49-F238E27FC236}">
                <a16:creationId xmlns:a16="http://schemas.microsoft.com/office/drawing/2014/main" id="{5E3AFA7E-1FF3-6638-99EC-8687DE58D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33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FFF24-E705-0D31-5220-166CEA3C6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9B37E-AA63-D570-BBB8-336DBDE8F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Bio–Liquid Hydrogen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3A6A4-CA78-E98D-4C26-36658B84BA33}"/>
              </a:ext>
            </a:extLst>
          </p:cNvPr>
          <p:cNvSpPr txBox="1"/>
          <p:nvPr/>
        </p:nvSpPr>
        <p:spPr>
          <a:xfrm>
            <a:off x="463351" y="1200778"/>
            <a:ext cx="84264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Companies: Air Water Inc, Interstellar Technologies</a:t>
            </a:r>
          </a:p>
          <a:p>
            <a:endParaRPr lang="en-US" sz="180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Highest specific efficiency of the chemical propellants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Zero carbon dioxide emissions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Produced from biomass gasification biomass gasification → syngas → H₂ purification</a:t>
            </a:r>
          </a:p>
          <a:p>
            <a:endParaRPr lang="en-US" sz="180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Complex infrastructure and handling compared to methane or kerosene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Hydrogen embrittlement and leakage issues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Requires deep cryogenic storage with active boiloff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E15C8B-B623-E2CC-2FB6-0FB473D89EA2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14</a:t>
            </a:r>
          </a:p>
        </p:txBody>
      </p:sp>
      <p:pic>
        <p:nvPicPr>
          <p:cNvPr id="5" name="Picture 4" descr="Black logo">
            <a:extLst>
              <a:ext uri="{FF2B5EF4-FFF2-40B4-BE49-F238E27FC236}">
                <a16:creationId xmlns:a16="http://schemas.microsoft.com/office/drawing/2014/main" id="{620F7622-08BA-9745-1632-66469DA69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6606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&#10;&#10;AI-generated content may be incorrect.">
            <a:extLst>
              <a:ext uri="{FF2B5EF4-FFF2-40B4-BE49-F238E27FC236}">
                <a16:creationId xmlns:a16="http://schemas.microsoft.com/office/drawing/2014/main" id="{28151921-A0ED-3BA5-1829-FF1C5B3F0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653623-2EF2-3C7A-28BF-BF6DE4C823BD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15</a:t>
            </a:r>
          </a:p>
        </p:txBody>
      </p:sp>
      <p:pic>
        <p:nvPicPr>
          <p:cNvPr id="4" name="Picture 3" descr="Black logo">
            <a:extLst>
              <a:ext uri="{FF2B5EF4-FFF2-40B4-BE49-F238E27FC236}">
                <a16:creationId xmlns:a16="http://schemas.microsoft.com/office/drawing/2014/main" id="{1EED2266-6384-B6C2-B5BE-3580B1207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5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F2303-FB7C-8218-6210-218E77EB6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E2B32-367C-4656-3E44-BFAAD3781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448" y="873090"/>
            <a:ext cx="6021137" cy="3067622"/>
          </a:xfrm>
        </p:spPr>
        <p:txBody>
          <a:bodyPr/>
          <a:lstStyle/>
          <a:p>
            <a:r>
              <a:rPr lang="en-US" sz="9000" dirty="0">
                <a:latin typeface="Trade Gothic Inline" panose="020B0504030203020204" pitchFamily="34" charset="0"/>
                <a:cs typeface="Aharoni" panose="02010803020104030203" pitchFamily="2" charset="-79"/>
              </a:rPr>
              <a:t>Plant Location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64B52F-B8C2-E5BA-9563-E413C5B704D8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16</a:t>
            </a:r>
          </a:p>
        </p:txBody>
      </p:sp>
      <p:pic>
        <p:nvPicPr>
          <p:cNvPr id="4" name="Picture 3" descr="Black logo">
            <a:extLst>
              <a:ext uri="{FF2B5EF4-FFF2-40B4-BE49-F238E27FC236}">
                <a16:creationId xmlns:a16="http://schemas.microsoft.com/office/drawing/2014/main" id="{8CE4A32C-461A-3A8A-7943-19BA9A452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338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EA21F-0718-8432-8492-5B0DA4067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EBB72C-FFFF-49E0-73C6-D405466BB4F9}"/>
              </a:ext>
            </a:extLst>
          </p:cNvPr>
          <p:cNvSpPr txBox="1"/>
          <p:nvPr/>
        </p:nvSpPr>
        <p:spPr>
          <a:xfrm>
            <a:off x="884919" y="1000934"/>
            <a:ext cx="470960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2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Large Feedstock Availability</a:t>
            </a:r>
          </a:p>
          <a:p>
            <a:endParaRPr lang="en-US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F00BA9-4D14-2B66-3389-6DCA176BBC26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17</a:t>
            </a:r>
          </a:p>
        </p:txBody>
      </p:sp>
      <p:pic>
        <p:nvPicPr>
          <p:cNvPr id="6" name="Picture 5" descr="Black logo">
            <a:extLst>
              <a:ext uri="{FF2B5EF4-FFF2-40B4-BE49-F238E27FC236}">
                <a16:creationId xmlns:a16="http://schemas.microsoft.com/office/drawing/2014/main" id="{B335FABD-7148-0E69-929D-F15D53151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350752-E3BC-19A4-7A3E-56F411CB9F7D}"/>
              </a:ext>
            </a:extLst>
          </p:cNvPr>
          <p:cNvSpPr txBox="1"/>
          <p:nvPr/>
        </p:nvSpPr>
        <p:spPr>
          <a:xfrm>
            <a:off x="411719" y="289289"/>
            <a:ext cx="6296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Plant Location- California </a:t>
            </a:r>
          </a:p>
        </p:txBody>
      </p:sp>
    </p:spTree>
    <p:extLst>
      <p:ext uri="{BB962C8B-B14F-4D97-AF65-F5344CB8AC3E}">
        <p14:creationId xmlns:p14="http://schemas.microsoft.com/office/powerpoint/2010/main" val="30032407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2BB20-E12F-D965-93B8-C989DD2D7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290A46-C0D9-CE8F-A3B9-F7889C96A685}"/>
              </a:ext>
            </a:extLst>
          </p:cNvPr>
          <p:cNvSpPr txBox="1"/>
          <p:nvPr/>
        </p:nvSpPr>
        <p:spPr>
          <a:xfrm>
            <a:off x="893660" y="1437790"/>
            <a:ext cx="6400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sz="28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2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Strong Financial Incentives</a:t>
            </a:r>
          </a:p>
          <a:p>
            <a:endParaRPr lang="en-US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A2864-8BA9-92A5-2A40-33DA4792664A}"/>
              </a:ext>
            </a:extLst>
          </p:cNvPr>
          <p:cNvSpPr txBox="1"/>
          <p:nvPr/>
        </p:nvSpPr>
        <p:spPr>
          <a:xfrm>
            <a:off x="893660" y="991514"/>
            <a:ext cx="470960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2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Large Feedstock Availability</a:t>
            </a:r>
          </a:p>
          <a:p>
            <a:endParaRPr lang="en-US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71702D-1715-046C-79DA-00E118D8C446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18</a:t>
            </a:r>
          </a:p>
        </p:txBody>
      </p:sp>
      <p:pic>
        <p:nvPicPr>
          <p:cNvPr id="8" name="Picture 7" descr="Black logo">
            <a:extLst>
              <a:ext uri="{FF2B5EF4-FFF2-40B4-BE49-F238E27FC236}">
                <a16:creationId xmlns:a16="http://schemas.microsoft.com/office/drawing/2014/main" id="{C59CD1F9-ECF9-C966-9C36-BB4FAFB8B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29C52B-1B09-72AB-4F2E-2BB8A304375B}"/>
              </a:ext>
            </a:extLst>
          </p:cNvPr>
          <p:cNvSpPr txBox="1"/>
          <p:nvPr/>
        </p:nvSpPr>
        <p:spPr>
          <a:xfrm>
            <a:off x="411719" y="289289"/>
            <a:ext cx="6296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Plant Location- California </a:t>
            </a:r>
          </a:p>
        </p:txBody>
      </p:sp>
    </p:spTree>
    <p:extLst>
      <p:ext uri="{BB962C8B-B14F-4D97-AF65-F5344CB8AC3E}">
        <p14:creationId xmlns:p14="http://schemas.microsoft.com/office/powerpoint/2010/main" val="27142266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8449A-58B9-7048-8AF8-C6DDE03AD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F4A28C-B359-5011-3E9C-81A6B42ACCF3}"/>
              </a:ext>
            </a:extLst>
          </p:cNvPr>
          <p:cNvSpPr txBox="1"/>
          <p:nvPr/>
        </p:nvSpPr>
        <p:spPr>
          <a:xfrm>
            <a:off x="857951" y="1418740"/>
            <a:ext cx="6400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sz="28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2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Strong Financial Incentives</a:t>
            </a:r>
          </a:p>
          <a:p>
            <a:endParaRPr lang="en-US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AA96DE-2AD4-AE87-BB5C-742708E3ECE6}"/>
              </a:ext>
            </a:extLst>
          </p:cNvPr>
          <p:cNvSpPr txBox="1"/>
          <p:nvPr/>
        </p:nvSpPr>
        <p:spPr>
          <a:xfrm>
            <a:off x="891556" y="1003689"/>
            <a:ext cx="54850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2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Large Feedstock Availability</a:t>
            </a:r>
          </a:p>
          <a:p>
            <a:endParaRPr lang="en-US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7125B8-8DEE-5DCE-810E-05654D587ED2}"/>
              </a:ext>
            </a:extLst>
          </p:cNvPr>
          <p:cNvSpPr txBox="1"/>
          <p:nvPr/>
        </p:nvSpPr>
        <p:spPr>
          <a:xfrm>
            <a:off x="857951" y="2217119"/>
            <a:ext cx="59012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sz="2800" dirty="0"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US" sz="2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Proximity to Aerospace Industry</a:t>
            </a:r>
          </a:p>
          <a:p>
            <a:r>
              <a:rPr lang="en-US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  <a:p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US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C2ED3F-53EC-3B1D-FA65-7B59D4E54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312" y="3805414"/>
            <a:ext cx="1416539" cy="9009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C7D997-294B-9EFE-891E-0ABB55E1292E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19</a:t>
            </a:r>
          </a:p>
        </p:txBody>
      </p:sp>
      <p:pic>
        <p:nvPicPr>
          <p:cNvPr id="11" name="Picture 10" descr="Black logo">
            <a:extLst>
              <a:ext uri="{FF2B5EF4-FFF2-40B4-BE49-F238E27FC236}">
                <a16:creationId xmlns:a16="http://schemas.microsoft.com/office/drawing/2014/main" id="{FBE6835E-94AD-4165-3CD2-9C73B5207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544041-F0EF-E377-954D-4AEA11238D94}"/>
              </a:ext>
            </a:extLst>
          </p:cNvPr>
          <p:cNvSpPr txBox="1"/>
          <p:nvPr/>
        </p:nvSpPr>
        <p:spPr>
          <a:xfrm>
            <a:off x="411719" y="289289"/>
            <a:ext cx="6296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Plant Location- California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00130-4B2F-CCDB-9DBE-1059F3CC7108}"/>
              </a:ext>
            </a:extLst>
          </p:cNvPr>
          <p:cNvSpPr txBox="1"/>
          <p:nvPr/>
        </p:nvSpPr>
        <p:spPr>
          <a:xfrm>
            <a:off x="4689566" y="4024061"/>
            <a:ext cx="3272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Plant size- </a:t>
            </a:r>
            <a:r>
              <a:rPr lang="en-US" sz="28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300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 </a:t>
            </a:r>
            <a:r>
              <a:rPr lang="en-US" sz="2000" dirty="0" err="1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lbs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/ Yr </a:t>
            </a:r>
          </a:p>
        </p:txBody>
      </p:sp>
    </p:spTree>
    <p:extLst>
      <p:ext uri="{BB962C8B-B14F-4D97-AF65-F5344CB8AC3E}">
        <p14:creationId xmlns:p14="http://schemas.microsoft.com/office/powerpoint/2010/main" val="26228206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7A8B6-8056-F331-99CF-3BF95EB09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9000" dirty="0">
                <a:latin typeface="Trade Gothic Inline" panose="020B0504030203020204" pitchFamily="34" charset="0"/>
                <a:cs typeface="Aharoni" panose="02010803020104030203" pitchFamily="2" charset="-79"/>
              </a:rPr>
              <a:t>Chemistry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88635D-2B28-C499-67EF-051F7E8475A7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20</a:t>
            </a:r>
          </a:p>
        </p:txBody>
      </p:sp>
      <p:pic>
        <p:nvPicPr>
          <p:cNvPr id="4" name="Picture 3" descr="Black logo">
            <a:extLst>
              <a:ext uri="{FF2B5EF4-FFF2-40B4-BE49-F238E27FC236}">
                <a16:creationId xmlns:a16="http://schemas.microsoft.com/office/drawing/2014/main" id="{B8A1D36B-955A-D076-75B2-1C315E9C4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540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9F894-70C2-5CC8-535C-45EB17B2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59" y="1382870"/>
            <a:ext cx="5501981" cy="2785718"/>
          </a:xfrm>
        </p:spPr>
        <p:txBody>
          <a:bodyPr/>
          <a:lstStyle/>
          <a:p>
            <a:pPr algn="l"/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Untreated bio-oil is a dark brown liquid with </a:t>
            </a:r>
            <a:r>
              <a:rPr lang="en-US" sz="25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~25% </a:t>
            </a: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water that can’t be easily separated</a:t>
            </a:r>
            <a:b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Unstable in long term storage, and not miscible with any conventional hydrocarbon based fuels</a:t>
            </a:r>
            <a:b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br>
              <a:rPr lang="en-US" sz="2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endParaRPr lang="en-US" sz="1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E8C956-2C03-E0F3-3E09-1F99EFD4C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5514" y="100274"/>
            <a:ext cx="6012971" cy="448200"/>
          </a:xfrm>
        </p:spPr>
        <p:txBody>
          <a:bodyPr/>
          <a:lstStyle/>
          <a:p>
            <a:pPr marL="114300" indent="0">
              <a:buNone/>
            </a:pP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Bio-Oil Upgrading</a:t>
            </a:r>
          </a:p>
        </p:txBody>
      </p:sp>
      <p:pic>
        <p:nvPicPr>
          <p:cNvPr id="1026" name="Picture 2" descr="Biobased Chemicals - BTG Bioliquids">
            <a:extLst>
              <a:ext uri="{FF2B5EF4-FFF2-40B4-BE49-F238E27FC236}">
                <a16:creationId xmlns:a16="http://schemas.microsoft.com/office/drawing/2014/main" id="{1FD897E6-0951-47AC-9289-864889B1B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482" y="1243621"/>
            <a:ext cx="3186954" cy="2677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A8FFA5-FB54-BAAB-8E87-7F94B57F9E15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21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077E94-C924-764B-51A8-874DE2BD3773}"/>
              </a:ext>
            </a:extLst>
          </p:cNvPr>
          <p:cNvSpPr txBox="1"/>
          <p:nvPr/>
        </p:nvSpPr>
        <p:spPr>
          <a:xfrm>
            <a:off x="5626432" y="3891589"/>
            <a:ext cx="37108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0" i="1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Biobased Chemicals - BTG Bioliquids</a:t>
            </a:r>
            <a:r>
              <a:rPr lang="en-US" sz="600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. BTG Bioliquids. https://www.btg-bioliquids.com/market/biobased-chemicals/ (accessed 2025-12-10).</a:t>
            </a:r>
            <a:endParaRPr lang="en-US" sz="600">
              <a:solidFill>
                <a:schemeClr val="bg1"/>
              </a:solidFill>
            </a:endParaRPr>
          </a:p>
        </p:txBody>
      </p:sp>
      <p:pic>
        <p:nvPicPr>
          <p:cNvPr id="7" name="Picture 6" descr="Black logo">
            <a:extLst>
              <a:ext uri="{FF2B5EF4-FFF2-40B4-BE49-F238E27FC236}">
                <a16:creationId xmlns:a16="http://schemas.microsoft.com/office/drawing/2014/main" id="{7359EF71-2676-0911-E04B-C3495D136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132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7B989C-77FC-DECE-15B4-D0E7D66DC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143" y="279524"/>
            <a:ext cx="7717500" cy="572700"/>
          </a:xfrm>
        </p:spPr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Chemistry of Bio-Oil Upgrading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583744-8BEA-90D6-E06C-F13DBBB1B227}"/>
                  </a:ext>
                </a:extLst>
              </p:cNvPr>
              <p:cNvSpPr txBox="1"/>
              <p:nvPr/>
            </p:nvSpPr>
            <p:spPr>
              <a:xfrm>
                <a:off x="775447" y="1289023"/>
                <a:ext cx="8005482" cy="3247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dirty="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𝐶𝑂𝑂𝐻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[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𝐻𝑦𝑑𝑟𝑜𝑑𝑒𝑜𝑥𝑦𝑔𝑒𝑛𝑎𝑡𝑖𝑜𝑛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r>
                  <a:rPr lang="en-US" sz="200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𝐶𝑂𝑂𝐻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𝐶𝑂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[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𝐷𝑒𝑐𝑎𝑟𝑏𝑜𝑥𝑦𝑙𝑎𝑡𝑖𝑜𝑛</m:t>
                    </m:r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endParaRPr lang="en-US" sz="200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r>
                  <a:rPr lang="en-US" sz="200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Dual Stage Hydrotreating: mild to severe hydrotreating to ensure reactivity of bio-oil</a:t>
                </a:r>
              </a:p>
              <a:p>
                <a:endParaRPr lang="en-US" sz="200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r>
                  <a:rPr lang="en-US" sz="200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Almost completely deoxygenated by combination of hydrodeoxygenation and decarboxylation</a:t>
                </a:r>
              </a:p>
              <a:p>
                <a:endParaRPr lang="en-US" sz="2000">
                  <a:solidFill>
                    <a:schemeClr val="bg1"/>
                  </a:solidFill>
                  <a:latin typeface="Aharoni" panose="02010803020104030203" pitchFamily="2" charset="-79"/>
                  <a:cs typeface="Aharoni" panose="02010803020104030203" pitchFamily="2" charset="-79"/>
                </a:endParaRPr>
              </a:p>
              <a:p>
                <a:r>
                  <a:rPr lang="en-US" sz="200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Less than </a:t>
                </a:r>
                <a:r>
                  <a:rPr lang="en-US" sz="250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2% </a:t>
                </a:r>
                <a:r>
                  <a:rPr lang="en-US" sz="2000">
                    <a:solidFill>
                      <a:schemeClr val="bg1"/>
                    </a:solidFill>
                    <a:latin typeface="Aharoni" panose="02010803020104030203" pitchFamily="2" charset="-79"/>
                    <a:cs typeface="Aharoni" panose="02010803020104030203" pitchFamily="2" charset="-79"/>
                  </a:rPr>
                  <a:t>oxygen remains in treated stable oil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583744-8BEA-90D6-E06C-F13DBBB1B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47" y="1289023"/>
                <a:ext cx="8005482" cy="3247043"/>
              </a:xfrm>
              <a:prstGeom prst="rect">
                <a:avLst/>
              </a:prstGeom>
              <a:blipFill>
                <a:blip r:embed="rId2"/>
                <a:stretch>
                  <a:fillRect l="-762" b="-3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558B56A-ED56-ACF2-7D4C-99B23960EEB7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22</a:t>
            </a:r>
          </a:p>
        </p:txBody>
      </p:sp>
      <p:pic>
        <p:nvPicPr>
          <p:cNvPr id="3" name="Picture 2" descr="Black logo">
            <a:extLst>
              <a:ext uri="{FF2B5EF4-FFF2-40B4-BE49-F238E27FC236}">
                <a16:creationId xmlns:a16="http://schemas.microsoft.com/office/drawing/2014/main" id="{2E36680B-0A3B-A20F-A801-B1CC3054E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0209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689B1-DE74-111B-BBC5-17C353637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rade Gothic Inline" panose="020B0504030203020204" pitchFamily="34" charset="0"/>
                <a:cs typeface="Aharoni" panose="02010803020104030203" pitchFamily="2" charset="-79"/>
              </a:rPr>
              <a:t>BFD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A69B48-A5A4-7807-55FB-6BA70B39872A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23</a:t>
            </a:r>
          </a:p>
        </p:txBody>
      </p:sp>
      <p:pic>
        <p:nvPicPr>
          <p:cNvPr id="4" name="Picture 3" descr="Black logo">
            <a:extLst>
              <a:ext uri="{FF2B5EF4-FFF2-40B4-BE49-F238E27FC236}">
                <a16:creationId xmlns:a16="http://schemas.microsoft.com/office/drawing/2014/main" id="{3680A4F1-D165-BE94-EA02-2DF3F6032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8435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1" name="Google Shape;26541;p77"/>
          <p:cNvSpPr txBox="1">
            <a:spLocks noGrp="1"/>
          </p:cNvSpPr>
          <p:nvPr>
            <p:ph type="title" idx="6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haroni" panose="02010803020104030203" pitchFamily="2" charset="-79"/>
                <a:cs typeface="Aharoni" panose="02010803020104030203" pitchFamily="2" charset="-79"/>
              </a:rPr>
              <a:t>Process Overview</a:t>
            </a:r>
            <a:endParaRPr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6542" name="Google Shape;26542;p77"/>
          <p:cNvSpPr txBox="1">
            <a:spLocks noGrp="1"/>
          </p:cNvSpPr>
          <p:nvPr>
            <p:ph type="subTitle" idx="1"/>
          </p:nvPr>
        </p:nvSpPr>
        <p:spPr>
          <a:xfrm>
            <a:off x="993061" y="3224161"/>
            <a:ext cx="17493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Aharoni" panose="02010803020104030203" pitchFamily="2" charset="-79"/>
                <a:cs typeface="Aharoni" panose="02010803020104030203" pitchFamily="2" charset="-79"/>
              </a:rPr>
              <a:t>Biomass to Bio-Oil</a:t>
            </a:r>
            <a:endParaRPr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6543" name="Google Shape;26543;p77"/>
          <p:cNvSpPr txBox="1">
            <a:spLocks noGrp="1"/>
          </p:cNvSpPr>
          <p:nvPr>
            <p:ph type="subTitle" idx="2"/>
          </p:nvPr>
        </p:nvSpPr>
        <p:spPr>
          <a:xfrm>
            <a:off x="3719332" y="3362381"/>
            <a:ext cx="17493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Aharoni" panose="02010803020104030203" pitchFamily="2" charset="-79"/>
                <a:cs typeface="Aharoni" panose="02010803020104030203" pitchFamily="2" charset="-79"/>
              </a:rPr>
              <a:t>Bio-Oil to Stable Oil</a:t>
            </a:r>
            <a:endParaRPr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6544" name="Google Shape;26544;p77"/>
          <p:cNvSpPr txBox="1">
            <a:spLocks noGrp="1"/>
          </p:cNvSpPr>
          <p:nvPr>
            <p:ph type="subTitle" idx="3"/>
          </p:nvPr>
        </p:nvSpPr>
        <p:spPr>
          <a:xfrm>
            <a:off x="6513682" y="3349733"/>
            <a:ext cx="1749300" cy="7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>
                <a:latin typeface="Aharoni" panose="02010803020104030203" pitchFamily="2" charset="-79"/>
                <a:cs typeface="Aharoni" panose="02010803020104030203" pitchFamily="2" charset="-79"/>
              </a:rPr>
              <a:t>Stable Oil to RP-</a:t>
            </a:r>
            <a:r>
              <a:rPr lang="en-US" sz="2000">
                <a:latin typeface="Aharoni" panose="02010803020104030203" pitchFamily="2" charset="-79"/>
                <a:cs typeface="Aharoni" panose="02010803020104030203" pitchFamily="2" charset="-79"/>
              </a:rPr>
              <a:t>1</a:t>
            </a:r>
            <a:endParaRPr sz="200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6545" name="Google Shape;26545;p77"/>
          <p:cNvSpPr txBox="1">
            <a:spLocks noGrp="1"/>
          </p:cNvSpPr>
          <p:nvPr>
            <p:ph type="title"/>
          </p:nvPr>
        </p:nvSpPr>
        <p:spPr>
          <a:xfrm>
            <a:off x="761528" y="2832700"/>
            <a:ext cx="2138604" cy="3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haroni" panose="02010803020104030203" pitchFamily="2" charset="-79"/>
                <a:cs typeface="Aharoni" panose="02010803020104030203" pitchFamily="2" charset="-79"/>
              </a:rPr>
              <a:t>01 Fast Pyrolysis</a:t>
            </a:r>
            <a:endParaRPr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6546" name="Google Shape;26546;p77"/>
          <p:cNvSpPr txBox="1">
            <a:spLocks noGrp="1"/>
          </p:cNvSpPr>
          <p:nvPr>
            <p:ph type="title" idx="4"/>
          </p:nvPr>
        </p:nvSpPr>
        <p:spPr>
          <a:xfrm>
            <a:off x="3045574" y="2890042"/>
            <a:ext cx="3015334" cy="3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haroni" panose="02010803020104030203" pitchFamily="2" charset="-79"/>
                <a:cs typeface="Aharoni" panose="02010803020104030203" pitchFamily="2" charset="-79"/>
              </a:rPr>
              <a:t>02</a:t>
            </a:r>
            <a:r>
              <a:rPr lang="en" sz="1800">
                <a:latin typeface="Aharoni" panose="02010803020104030203" pitchFamily="2" charset="-79"/>
                <a:cs typeface="Aharoni" panose="02010803020104030203" pitchFamily="2" charset="-79"/>
              </a:rPr>
              <a:t> Bio-Oil Stabilization</a:t>
            </a:r>
            <a:br>
              <a:rPr lang="en" sz="180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" sz="1800">
                <a:latin typeface="Aharoni" panose="02010803020104030203" pitchFamily="2" charset="-79"/>
                <a:cs typeface="Aharoni" panose="02010803020104030203" pitchFamily="2" charset="-79"/>
              </a:rPr>
              <a:t>Upgrading</a:t>
            </a:r>
            <a:endParaRPr sz="180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6547" name="Google Shape;26547;p77"/>
          <p:cNvSpPr txBox="1">
            <a:spLocks noGrp="1"/>
          </p:cNvSpPr>
          <p:nvPr>
            <p:ph type="title" idx="5"/>
          </p:nvPr>
        </p:nvSpPr>
        <p:spPr>
          <a:xfrm>
            <a:off x="6243870" y="2902147"/>
            <a:ext cx="2275700" cy="30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haroni" panose="02010803020104030203" pitchFamily="2" charset="-79"/>
                <a:cs typeface="Aharoni" panose="02010803020104030203" pitchFamily="2" charset="-79"/>
              </a:rPr>
              <a:t>03 Distillation of Stable Oil</a:t>
            </a:r>
            <a:endParaRPr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cxnSp>
        <p:nvCxnSpPr>
          <p:cNvPr id="26609" name="Google Shape;26609;p77"/>
          <p:cNvCxnSpPr>
            <a:cxnSpLocks/>
          </p:cNvCxnSpPr>
          <p:nvPr/>
        </p:nvCxnSpPr>
        <p:spPr>
          <a:xfrm>
            <a:off x="1011677" y="3236125"/>
            <a:ext cx="1712068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10" name="Google Shape;26610;p77"/>
          <p:cNvCxnSpPr/>
          <p:nvPr/>
        </p:nvCxnSpPr>
        <p:spPr>
          <a:xfrm>
            <a:off x="3802806" y="3362381"/>
            <a:ext cx="1357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611" name="Google Shape;26611;p77"/>
          <p:cNvCxnSpPr>
            <a:cxnSpLocks/>
          </p:cNvCxnSpPr>
          <p:nvPr/>
        </p:nvCxnSpPr>
        <p:spPr>
          <a:xfrm>
            <a:off x="6458408" y="3355715"/>
            <a:ext cx="1972317" cy="6666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12" name="Google Shape;26612;p77"/>
          <p:cNvSpPr/>
          <p:nvPr/>
        </p:nvSpPr>
        <p:spPr>
          <a:xfrm rot="-1543556" flipH="1">
            <a:off x="6639373" y="2665199"/>
            <a:ext cx="12474" cy="12475"/>
          </a:xfrm>
          <a:custGeom>
            <a:avLst/>
            <a:gdLst/>
            <a:ahLst/>
            <a:cxnLst/>
            <a:rect l="l" t="t" r="r" b="b"/>
            <a:pathLst>
              <a:path w="241" h="241" extrusionOk="0">
                <a:moveTo>
                  <a:pt x="241" y="97"/>
                </a:moveTo>
                <a:cubicBezTo>
                  <a:pt x="241" y="241"/>
                  <a:pt x="1" y="1"/>
                  <a:pt x="145" y="1"/>
                </a:cubicBezTo>
                <a:cubicBezTo>
                  <a:pt x="193" y="1"/>
                  <a:pt x="225" y="49"/>
                  <a:pt x="241" y="9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26630" name="Google Shape;26630;p77"/>
          <p:cNvGrpSpPr/>
          <p:nvPr/>
        </p:nvGrpSpPr>
        <p:grpSpPr>
          <a:xfrm>
            <a:off x="3950489" y="4792679"/>
            <a:ext cx="363110" cy="151607"/>
            <a:chOff x="3708023" y="4792679"/>
            <a:chExt cx="363110" cy="151607"/>
          </a:xfrm>
        </p:grpSpPr>
        <p:cxnSp>
          <p:nvCxnSpPr>
            <p:cNvPr id="26631" name="Google Shape;26631;p77"/>
            <p:cNvCxnSpPr/>
            <p:nvPr/>
          </p:nvCxnSpPr>
          <p:spPr>
            <a:xfrm>
              <a:off x="3802033" y="4868578"/>
              <a:ext cx="2691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6632" name="Google Shape;26632;p77"/>
            <p:cNvSpPr/>
            <p:nvPr/>
          </p:nvSpPr>
          <p:spPr>
            <a:xfrm flipH="1">
              <a:off x="3708023" y="4792679"/>
              <a:ext cx="147735" cy="151607"/>
            </a:xfrm>
            <a:custGeom>
              <a:avLst/>
              <a:gdLst/>
              <a:ahLst/>
              <a:cxnLst/>
              <a:rect l="l" t="t" r="r" b="b"/>
              <a:pathLst>
                <a:path w="184669" h="189509" extrusionOk="0">
                  <a:moveTo>
                    <a:pt x="87478" y="1"/>
                  </a:moveTo>
                  <a:cubicBezTo>
                    <a:pt x="78837" y="23328"/>
                    <a:pt x="71468" y="44299"/>
                    <a:pt x="64707" y="65101"/>
                  </a:cubicBezTo>
                  <a:lnTo>
                    <a:pt x="64707" y="65101"/>
                  </a:lnTo>
                  <a:cubicBezTo>
                    <a:pt x="43655" y="66738"/>
                    <a:pt x="22433" y="69244"/>
                    <a:pt x="1" y="72894"/>
                  </a:cubicBezTo>
                  <a:cubicBezTo>
                    <a:pt x="16370" y="85988"/>
                    <a:pt x="33199" y="99081"/>
                    <a:pt x="50395" y="111990"/>
                  </a:cubicBezTo>
                  <a:lnTo>
                    <a:pt x="50395" y="111990"/>
                  </a:lnTo>
                  <a:cubicBezTo>
                    <a:pt x="43729" y="135273"/>
                    <a:pt x="37193" y="160220"/>
                    <a:pt x="29972" y="189509"/>
                  </a:cubicBezTo>
                  <a:lnTo>
                    <a:pt x="29972" y="189509"/>
                  </a:lnTo>
                  <a:cubicBezTo>
                    <a:pt x="50954" y="174251"/>
                    <a:pt x="72393" y="159068"/>
                    <a:pt x="93407" y="143284"/>
                  </a:cubicBezTo>
                  <a:lnTo>
                    <a:pt x="93407" y="143284"/>
                  </a:lnTo>
                  <a:cubicBezTo>
                    <a:pt x="113771" y="157614"/>
                    <a:pt x="134515" y="171499"/>
                    <a:pt x="155498" y="184658"/>
                  </a:cubicBezTo>
                  <a:cubicBezTo>
                    <a:pt x="151697" y="159934"/>
                    <a:pt x="144464" y="134766"/>
                    <a:pt x="135498" y="109966"/>
                  </a:cubicBezTo>
                  <a:lnTo>
                    <a:pt x="135498" y="109966"/>
                  </a:lnTo>
                  <a:cubicBezTo>
                    <a:pt x="152847" y="95311"/>
                    <a:pt x="169428" y="79859"/>
                    <a:pt x="184668" y="63171"/>
                  </a:cubicBezTo>
                  <a:cubicBezTo>
                    <a:pt x="168464" y="62746"/>
                    <a:pt x="153055" y="62490"/>
                    <a:pt x="138118" y="62490"/>
                  </a:cubicBezTo>
                  <a:cubicBezTo>
                    <a:pt x="130796" y="62490"/>
                    <a:pt x="123586" y="62552"/>
                    <a:pt x="116452" y="62685"/>
                  </a:cubicBezTo>
                  <a:lnTo>
                    <a:pt x="116452" y="62685"/>
                  </a:lnTo>
                  <a:cubicBezTo>
                    <a:pt x="106897" y="40846"/>
                    <a:pt x="96812" y="19748"/>
                    <a:pt x="874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33" name="Google Shape;26633;p77"/>
          <p:cNvGrpSpPr/>
          <p:nvPr/>
        </p:nvGrpSpPr>
        <p:grpSpPr>
          <a:xfrm>
            <a:off x="4831532" y="4792679"/>
            <a:ext cx="363110" cy="151607"/>
            <a:chOff x="5075473" y="4792679"/>
            <a:chExt cx="363110" cy="151607"/>
          </a:xfrm>
        </p:grpSpPr>
        <p:cxnSp>
          <p:nvCxnSpPr>
            <p:cNvPr id="26634" name="Google Shape;26634;p77"/>
            <p:cNvCxnSpPr/>
            <p:nvPr/>
          </p:nvCxnSpPr>
          <p:spPr>
            <a:xfrm rot="10800000">
              <a:off x="5075473" y="4868578"/>
              <a:ext cx="2691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26635" name="Google Shape;26635;p77"/>
            <p:cNvSpPr/>
            <p:nvPr/>
          </p:nvSpPr>
          <p:spPr>
            <a:xfrm>
              <a:off x="5290848" y="4792679"/>
              <a:ext cx="147735" cy="151607"/>
            </a:xfrm>
            <a:custGeom>
              <a:avLst/>
              <a:gdLst/>
              <a:ahLst/>
              <a:cxnLst/>
              <a:rect l="l" t="t" r="r" b="b"/>
              <a:pathLst>
                <a:path w="184669" h="189509" extrusionOk="0">
                  <a:moveTo>
                    <a:pt x="87478" y="1"/>
                  </a:moveTo>
                  <a:cubicBezTo>
                    <a:pt x="78837" y="23328"/>
                    <a:pt x="71468" y="44299"/>
                    <a:pt x="64707" y="65101"/>
                  </a:cubicBezTo>
                  <a:lnTo>
                    <a:pt x="64707" y="65101"/>
                  </a:lnTo>
                  <a:cubicBezTo>
                    <a:pt x="43655" y="66738"/>
                    <a:pt x="22433" y="69244"/>
                    <a:pt x="1" y="72894"/>
                  </a:cubicBezTo>
                  <a:cubicBezTo>
                    <a:pt x="16370" y="85988"/>
                    <a:pt x="33199" y="99081"/>
                    <a:pt x="50395" y="111990"/>
                  </a:cubicBezTo>
                  <a:lnTo>
                    <a:pt x="50395" y="111990"/>
                  </a:lnTo>
                  <a:cubicBezTo>
                    <a:pt x="43729" y="135273"/>
                    <a:pt x="37193" y="160220"/>
                    <a:pt x="29972" y="189509"/>
                  </a:cubicBezTo>
                  <a:lnTo>
                    <a:pt x="29972" y="189509"/>
                  </a:lnTo>
                  <a:cubicBezTo>
                    <a:pt x="50954" y="174251"/>
                    <a:pt x="72393" y="159068"/>
                    <a:pt x="93407" y="143284"/>
                  </a:cubicBezTo>
                  <a:lnTo>
                    <a:pt x="93407" y="143284"/>
                  </a:lnTo>
                  <a:cubicBezTo>
                    <a:pt x="113771" y="157614"/>
                    <a:pt x="134515" y="171499"/>
                    <a:pt x="155498" y="184658"/>
                  </a:cubicBezTo>
                  <a:cubicBezTo>
                    <a:pt x="151697" y="159934"/>
                    <a:pt x="144464" y="134766"/>
                    <a:pt x="135498" y="109966"/>
                  </a:cubicBezTo>
                  <a:lnTo>
                    <a:pt x="135498" y="109966"/>
                  </a:lnTo>
                  <a:cubicBezTo>
                    <a:pt x="152847" y="95311"/>
                    <a:pt x="169428" y="79859"/>
                    <a:pt x="184668" y="63171"/>
                  </a:cubicBezTo>
                  <a:cubicBezTo>
                    <a:pt x="168464" y="62746"/>
                    <a:pt x="153055" y="62490"/>
                    <a:pt x="138118" y="62490"/>
                  </a:cubicBezTo>
                  <a:cubicBezTo>
                    <a:pt x="130796" y="62490"/>
                    <a:pt x="123586" y="62552"/>
                    <a:pt x="116452" y="62685"/>
                  </a:cubicBezTo>
                  <a:lnTo>
                    <a:pt x="116452" y="62685"/>
                  </a:lnTo>
                  <a:cubicBezTo>
                    <a:pt x="106897" y="40846"/>
                    <a:pt x="96812" y="19748"/>
                    <a:pt x="874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36" name="Google Shape;26636;p77">
            <a:hlinkClick r:id="" action="ppaction://hlinkshowjump?jump=previousslide"/>
          </p:cNvPr>
          <p:cNvSpPr/>
          <p:nvPr/>
        </p:nvSpPr>
        <p:spPr>
          <a:xfrm>
            <a:off x="3898116" y="4756025"/>
            <a:ext cx="4155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37" name="Google Shape;26637;p77">
            <a:hlinkClick r:id="" action="ppaction://hlinkshowjump?jump=nextslide"/>
          </p:cNvPr>
          <p:cNvSpPr/>
          <p:nvPr/>
        </p:nvSpPr>
        <p:spPr>
          <a:xfrm>
            <a:off x="4830384" y="4756025"/>
            <a:ext cx="415500" cy="2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638" name="Google Shape;26638;p77"/>
          <p:cNvGrpSpPr/>
          <p:nvPr/>
        </p:nvGrpSpPr>
        <p:grpSpPr>
          <a:xfrm>
            <a:off x="4406700" y="4764377"/>
            <a:ext cx="330600" cy="210673"/>
            <a:chOff x="4181350" y="4786752"/>
            <a:chExt cx="330600" cy="210673"/>
          </a:xfrm>
        </p:grpSpPr>
        <p:grpSp>
          <p:nvGrpSpPr>
            <p:cNvPr id="26639" name="Google Shape;26639;p77"/>
            <p:cNvGrpSpPr/>
            <p:nvPr/>
          </p:nvGrpSpPr>
          <p:grpSpPr>
            <a:xfrm>
              <a:off x="4257160" y="4786752"/>
              <a:ext cx="178983" cy="164217"/>
              <a:chOff x="3605095" y="3530536"/>
              <a:chExt cx="1280277" cy="1174657"/>
            </a:xfrm>
          </p:grpSpPr>
          <p:sp>
            <p:nvSpPr>
              <p:cNvPr id="26640" name="Google Shape;26640;p77"/>
              <p:cNvSpPr/>
              <p:nvPr/>
            </p:nvSpPr>
            <p:spPr>
              <a:xfrm>
                <a:off x="3804143" y="3696932"/>
                <a:ext cx="165409" cy="226565"/>
              </a:xfrm>
              <a:custGeom>
                <a:avLst/>
                <a:gdLst/>
                <a:ahLst/>
                <a:cxnLst/>
                <a:rect l="l" t="t" r="r" b="b"/>
                <a:pathLst>
                  <a:path w="1839" h="2519" extrusionOk="0">
                    <a:moveTo>
                      <a:pt x="0" y="1"/>
                    </a:moveTo>
                    <a:lnTo>
                      <a:pt x="0" y="2519"/>
                    </a:lnTo>
                    <a:lnTo>
                      <a:pt x="1838" y="923"/>
                    </a:lnTo>
                    <a:lnTo>
                      <a:pt x="183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1" name="Google Shape;26641;p77"/>
              <p:cNvSpPr/>
              <p:nvPr/>
            </p:nvSpPr>
            <p:spPr>
              <a:xfrm>
                <a:off x="3762948" y="3667790"/>
                <a:ext cx="963941" cy="1037397"/>
              </a:xfrm>
              <a:custGeom>
                <a:avLst/>
                <a:gdLst/>
                <a:ahLst/>
                <a:cxnLst/>
                <a:rect l="l" t="t" r="r" b="b"/>
                <a:pathLst>
                  <a:path w="10717" h="11534" extrusionOk="0">
                    <a:moveTo>
                      <a:pt x="5359" y="1"/>
                    </a:moveTo>
                    <a:cubicBezTo>
                      <a:pt x="5333" y="1"/>
                      <a:pt x="5307" y="9"/>
                      <a:pt x="5286" y="27"/>
                    </a:cubicBezTo>
                    <a:lnTo>
                      <a:pt x="0" y="4625"/>
                    </a:lnTo>
                    <a:lnTo>
                      <a:pt x="0" y="11222"/>
                    </a:lnTo>
                    <a:cubicBezTo>
                      <a:pt x="0" y="11395"/>
                      <a:pt x="146" y="11534"/>
                      <a:pt x="319" y="11534"/>
                    </a:cubicBezTo>
                    <a:lnTo>
                      <a:pt x="10405" y="11534"/>
                    </a:lnTo>
                    <a:cubicBezTo>
                      <a:pt x="10578" y="11534"/>
                      <a:pt x="10717" y="11395"/>
                      <a:pt x="10717" y="11222"/>
                    </a:cubicBezTo>
                    <a:lnTo>
                      <a:pt x="10717" y="4625"/>
                    </a:lnTo>
                    <a:lnTo>
                      <a:pt x="5431" y="27"/>
                    </a:lnTo>
                    <a:cubicBezTo>
                      <a:pt x="5411" y="9"/>
                      <a:pt x="5385" y="1"/>
                      <a:pt x="53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2" name="Google Shape;26642;p77"/>
              <p:cNvSpPr/>
              <p:nvPr/>
            </p:nvSpPr>
            <p:spPr>
              <a:xfrm>
                <a:off x="3763578" y="3633341"/>
                <a:ext cx="240243" cy="75552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840" extrusionOk="0">
                    <a:moveTo>
                      <a:pt x="118" y="0"/>
                    </a:moveTo>
                    <a:cubicBezTo>
                      <a:pt x="49" y="0"/>
                      <a:pt x="0" y="49"/>
                      <a:pt x="0" y="118"/>
                    </a:cubicBezTo>
                    <a:lnTo>
                      <a:pt x="0" y="722"/>
                    </a:lnTo>
                    <a:cubicBezTo>
                      <a:pt x="0" y="791"/>
                      <a:pt x="49" y="840"/>
                      <a:pt x="118" y="840"/>
                    </a:cubicBezTo>
                    <a:lnTo>
                      <a:pt x="2553" y="840"/>
                    </a:lnTo>
                    <a:cubicBezTo>
                      <a:pt x="2615" y="840"/>
                      <a:pt x="2671" y="791"/>
                      <a:pt x="2671" y="722"/>
                    </a:cubicBezTo>
                    <a:lnTo>
                      <a:pt x="2671" y="118"/>
                    </a:lnTo>
                    <a:cubicBezTo>
                      <a:pt x="2671" y="49"/>
                      <a:pt x="2615" y="0"/>
                      <a:pt x="25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3" name="Google Shape;26643;p77"/>
              <p:cNvSpPr/>
              <p:nvPr/>
            </p:nvSpPr>
            <p:spPr>
              <a:xfrm>
                <a:off x="4111035" y="4189822"/>
                <a:ext cx="291422" cy="515371"/>
              </a:xfrm>
              <a:custGeom>
                <a:avLst/>
                <a:gdLst/>
                <a:ahLst/>
                <a:cxnLst/>
                <a:rect l="l" t="t" r="r" b="b"/>
                <a:pathLst>
                  <a:path w="3240" h="5730" extrusionOk="0">
                    <a:moveTo>
                      <a:pt x="292" y="0"/>
                    </a:moveTo>
                    <a:cubicBezTo>
                      <a:pt x="133" y="0"/>
                      <a:pt x="1" y="132"/>
                      <a:pt x="1" y="292"/>
                    </a:cubicBezTo>
                    <a:lnTo>
                      <a:pt x="1" y="5730"/>
                    </a:lnTo>
                    <a:lnTo>
                      <a:pt x="3240" y="5730"/>
                    </a:lnTo>
                    <a:lnTo>
                      <a:pt x="3240" y="292"/>
                    </a:lnTo>
                    <a:cubicBezTo>
                      <a:pt x="3240" y="132"/>
                      <a:pt x="3108" y="0"/>
                      <a:pt x="294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4" name="Google Shape;26644;p77"/>
              <p:cNvSpPr/>
              <p:nvPr/>
            </p:nvSpPr>
            <p:spPr>
              <a:xfrm>
                <a:off x="3605095" y="3530536"/>
                <a:ext cx="1280277" cy="565199"/>
              </a:xfrm>
              <a:custGeom>
                <a:avLst/>
                <a:gdLst/>
                <a:ahLst/>
                <a:cxnLst/>
                <a:rect l="l" t="t" r="r" b="b"/>
                <a:pathLst>
                  <a:path w="14234" h="6284" extrusionOk="0">
                    <a:moveTo>
                      <a:pt x="7114" y="1"/>
                    </a:moveTo>
                    <a:cubicBezTo>
                      <a:pt x="7088" y="1"/>
                      <a:pt x="7062" y="9"/>
                      <a:pt x="7041" y="27"/>
                    </a:cubicBezTo>
                    <a:lnTo>
                      <a:pt x="77" y="6089"/>
                    </a:lnTo>
                    <a:cubicBezTo>
                      <a:pt x="1" y="6158"/>
                      <a:pt x="49" y="6283"/>
                      <a:pt x="153" y="6283"/>
                    </a:cubicBezTo>
                    <a:lnTo>
                      <a:pt x="1762" y="6283"/>
                    </a:lnTo>
                    <a:lnTo>
                      <a:pt x="7041" y="1691"/>
                    </a:lnTo>
                    <a:cubicBezTo>
                      <a:pt x="7062" y="1674"/>
                      <a:pt x="7088" y="1665"/>
                      <a:pt x="7114" y="1665"/>
                    </a:cubicBezTo>
                    <a:cubicBezTo>
                      <a:pt x="7140" y="1665"/>
                      <a:pt x="7166" y="1674"/>
                      <a:pt x="7186" y="1691"/>
                    </a:cubicBezTo>
                    <a:lnTo>
                      <a:pt x="12472" y="6283"/>
                    </a:lnTo>
                    <a:lnTo>
                      <a:pt x="14081" y="6283"/>
                    </a:lnTo>
                    <a:cubicBezTo>
                      <a:pt x="14185" y="6283"/>
                      <a:pt x="14234" y="6158"/>
                      <a:pt x="14150" y="6089"/>
                    </a:cubicBezTo>
                    <a:lnTo>
                      <a:pt x="7186" y="27"/>
                    </a:lnTo>
                    <a:cubicBezTo>
                      <a:pt x="7166" y="9"/>
                      <a:pt x="7140" y="1"/>
                      <a:pt x="711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645" name="Google Shape;26645;p77"/>
            <p:cNvCxnSpPr/>
            <p:nvPr/>
          </p:nvCxnSpPr>
          <p:spPr>
            <a:xfrm>
              <a:off x="4181350" y="4997425"/>
              <a:ext cx="3306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646" name="Google Shape;26646;p77">
            <a:hlinkClick r:id="rId4" action="ppaction://hlinksldjump"/>
          </p:cNvPr>
          <p:cNvSpPr/>
          <p:nvPr/>
        </p:nvSpPr>
        <p:spPr>
          <a:xfrm>
            <a:off x="4390500" y="4759600"/>
            <a:ext cx="363000" cy="2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AA73EB4-6340-9963-3497-0DC84F92A87D}"/>
              </a:ext>
            </a:extLst>
          </p:cNvPr>
          <p:cNvCxnSpPr/>
          <p:nvPr/>
        </p:nvCxnSpPr>
        <p:spPr>
          <a:xfrm>
            <a:off x="48638" y="-34047"/>
            <a:ext cx="9144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 descr="Plant with solid fill">
            <a:extLst>
              <a:ext uri="{FF2B5EF4-FFF2-40B4-BE49-F238E27FC236}">
                <a16:creationId xmlns:a16="http://schemas.microsoft.com/office/drawing/2014/main" id="{88722227-B50F-8029-32F3-513BC0FAA4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91477" y="1877220"/>
            <a:ext cx="914400" cy="914400"/>
          </a:xfrm>
          <a:prstGeom prst="rect">
            <a:avLst/>
          </a:prstGeom>
        </p:spPr>
      </p:pic>
      <p:pic>
        <p:nvPicPr>
          <p:cNvPr id="15" name="Graphic 14" descr="Caret Up with solid fill">
            <a:extLst>
              <a:ext uri="{FF2B5EF4-FFF2-40B4-BE49-F238E27FC236}">
                <a16:creationId xmlns:a16="http://schemas.microsoft.com/office/drawing/2014/main" id="{B2E5B10C-06FD-E693-1A74-E5B0B0D5FA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10070" y="1944529"/>
            <a:ext cx="914400" cy="914400"/>
          </a:xfrm>
          <a:prstGeom prst="rect">
            <a:avLst/>
          </a:prstGeom>
        </p:spPr>
      </p:pic>
      <p:pic>
        <p:nvPicPr>
          <p:cNvPr id="16" name="Graphic 15" descr="Caret Up with solid fill">
            <a:extLst>
              <a:ext uri="{FF2B5EF4-FFF2-40B4-BE49-F238E27FC236}">
                <a16:creationId xmlns:a16="http://schemas.microsoft.com/office/drawing/2014/main" id="{1B704224-7031-56A8-F8C7-778D983588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16572" y="1829196"/>
            <a:ext cx="914400" cy="914400"/>
          </a:xfrm>
          <a:prstGeom prst="rect">
            <a:avLst/>
          </a:prstGeom>
        </p:spPr>
      </p:pic>
      <p:pic>
        <p:nvPicPr>
          <p:cNvPr id="17" name="Graphic 16" descr="Caret Up with solid fill">
            <a:extLst>
              <a:ext uri="{FF2B5EF4-FFF2-40B4-BE49-F238E27FC236}">
                <a16:creationId xmlns:a16="http://schemas.microsoft.com/office/drawing/2014/main" id="{80C3D84C-3B84-F3FE-CE85-89BC69867F0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16572" y="1719150"/>
            <a:ext cx="914400" cy="914400"/>
          </a:xfrm>
          <a:prstGeom prst="rect">
            <a:avLst/>
          </a:prstGeom>
        </p:spPr>
      </p:pic>
      <p:grpSp>
        <p:nvGrpSpPr>
          <p:cNvPr id="19" name="Google Shape;25393;p67">
            <a:extLst>
              <a:ext uri="{FF2B5EF4-FFF2-40B4-BE49-F238E27FC236}">
                <a16:creationId xmlns:a16="http://schemas.microsoft.com/office/drawing/2014/main" id="{3D91C2A8-7240-24D0-85A7-C736F884D1EF}"/>
              </a:ext>
            </a:extLst>
          </p:cNvPr>
          <p:cNvGrpSpPr/>
          <p:nvPr/>
        </p:nvGrpSpPr>
        <p:grpSpPr>
          <a:xfrm>
            <a:off x="7021868" y="1631090"/>
            <a:ext cx="732937" cy="1032019"/>
            <a:chOff x="3687200" y="1398599"/>
            <a:chExt cx="1767266" cy="3209969"/>
          </a:xfrm>
        </p:grpSpPr>
        <p:sp>
          <p:nvSpPr>
            <p:cNvPr id="20" name="Google Shape;25394;p67">
              <a:extLst>
                <a:ext uri="{FF2B5EF4-FFF2-40B4-BE49-F238E27FC236}">
                  <a16:creationId xmlns:a16="http://schemas.microsoft.com/office/drawing/2014/main" id="{E96D6EDD-9408-CA11-431D-2CBA25D36CE7}"/>
                </a:ext>
              </a:extLst>
            </p:cNvPr>
            <p:cNvSpPr/>
            <p:nvPr/>
          </p:nvSpPr>
          <p:spPr>
            <a:xfrm>
              <a:off x="4898622" y="2492157"/>
              <a:ext cx="517344" cy="1403789"/>
            </a:xfrm>
            <a:custGeom>
              <a:avLst/>
              <a:gdLst/>
              <a:ahLst/>
              <a:cxnLst/>
              <a:rect l="l" t="t" r="r" b="b"/>
              <a:pathLst>
                <a:path w="29831" h="80945" extrusionOk="0">
                  <a:moveTo>
                    <a:pt x="1" y="0"/>
                  </a:moveTo>
                  <a:lnTo>
                    <a:pt x="1480" y="45362"/>
                  </a:lnTo>
                  <a:lnTo>
                    <a:pt x="8876" y="47827"/>
                  </a:lnTo>
                  <a:lnTo>
                    <a:pt x="12492" y="49060"/>
                  </a:lnTo>
                  <a:lnTo>
                    <a:pt x="22024" y="66563"/>
                  </a:lnTo>
                  <a:lnTo>
                    <a:pt x="27941" y="77493"/>
                  </a:lnTo>
                  <a:lnTo>
                    <a:pt x="29831" y="80944"/>
                  </a:lnTo>
                  <a:lnTo>
                    <a:pt x="29831" y="35829"/>
                  </a:lnTo>
                  <a:lnTo>
                    <a:pt x="22024" y="26379"/>
                  </a:lnTo>
                  <a:lnTo>
                    <a:pt x="5178" y="61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1" name="Google Shape;25395;p67">
              <a:extLst>
                <a:ext uri="{FF2B5EF4-FFF2-40B4-BE49-F238E27FC236}">
                  <a16:creationId xmlns:a16="http://schemas.microsoft.com/office/drawing/2014/main" id="{5A3B2E0F-4970-2039-A84E-92476947F13A}"/>
                </a:ext>
              </a:extLst>
            </p:cNvPr>
            <p:cNvSpPr/>
            <p:nvPr/>
          </p:nvSpPr>
          <p:spPr>
            <a:xfrm>
              <a:off x="4150402" y="3804760"/>
              <a:ext cx="836568" cy="803808"/>
            </a:xfrm>
            <a:custGeom>
              <a:avLst/>
              <a:gdLst/>
              <a:ahLst/>
              <a:cxnLst/>
              <a:rect l="l" t="t" r="r" b="b"/>
              <a:pathLst>
                <a:path w="48238" h="46349" extrusionOk="0">
                  <a:moveTo>
                    <a:pt x="8382" y="1"/>
                  </a:moveTo>
                  <a:cubicBezTo>
                    <a:pt x="6163" y="4521"/>
                    <a:pt x="0" y="20052"/>
                    <a:pt x="7642" y="33282"/>
                  </a:cubicBezTo>
                  <a:cubicBezTo>
                    <a:pt x="7642" y="33282"/>
                    <a:pt x="13066" y="29667"/>
                    <a:pt x="16435" y="21038"/>
                  </a:cubicBezTo>
                  <a:cubicBezTo>
                    <a:pt x="16682" y="30324"/>
                    <a:pt x="18408" y="40185"/>
                    <a:pt x="24078" y="46348"/>
                  </a:cubicBezTo>
                  <a:cubicBezTo>
                    <a:pt x="24078" y="46348"/>
                    <a:pt x="31885" y="38624"/>
                    <a:pt x="31802" y="21613"/>
                  </a:cubicBezTo>
                  <a:lnTo>
                    <a:pt x="31802" y="21613"/>
                  </a:lnTo>
                  <a:cubicBezTo>
                    <a:pt x="34925" y="28845"/>
                    <a:pt x="39856" y="31639"/>
                    <a:pt x="39856" y="31639"/>
                  </a:cubicBezTo>
                  <a:cubicBezTo>
                    <a:pt x="48238" y="18573"/>
                    <a:pt x="42239" y="4110"/>
                    <a:pt x="40184" y="83"/>
                  </a:cubicBezTo>
                  <a:lnTo>
                    <a:pt x="8382" y="83"/>
                  </a:lnTo>
                  <a:lnTo>
                    <a:pt x="838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2" name="Google Shape;25396;p67">
              <a:extLst>
                <a:ext uri="{FF2B5EF4-FFF2-40B4-BE49-F238E27FC236}">
                  <a16:creationId xmlns:a16="http://schemas.microsoft.com/office/drawing/2014/main" id="{398C7A75-6F6F-3B05-6B5E-445B24F55036}"/>
                </a:ext>
              </a:extLst>
            </p:cNvPr>
            <p:cNvSpPr/>
            <p:nvPr/>
          </p:nvSpPr>
          <p:spPr>
            <a:xfrm>
              <a:off x="4291489" y="3804760"/>
              <a:ext cx="558671" cy="436112"/>
            </a:xfrm>
            <a:custGeom>
              <a:avLst/>
              <a:gdLst/>
              <a:ahLst/>
              <a:cxnLst/>
              <a:rect l="l" t="t" r="r" b="b"/>
              <a:pathLst>
                <a:path w="32214" h="25147" extrusionOk="0">
                  <a:moveTo>
                    <a:pt x="3205" y="1"/>
                  </a:moveTo>
                  <a:cubicBezTo>
                    <a:pt x="2055" y="2713"/>
                    <a:pt x="1" y="9369"/>
                    <a:pt x="2877" y="17587"/>
                  </a:cubicBezTo>
                  <a:cubicBezTo>
                    <a:pt x="2877" y="17587"/>
                    <a:pt x="7807" y="17094"/>
                    <a:pt x="9533" y="11917"/>
                  </a:cubicBezTo>
                  <a:cubicBezTo>
                    <a:pt x="9697" y="11506"/>
                    <a:pt x="9780" y="11177"/>
                    <a:pt x="9862" y="10766"/>
                  </a:cubicBezTo>
                  <a:lnTo>
                    <a:pt x="11341" y="6082"/>
                  </a:lnTo>
                  <a:lnTo>
                    <a:pt x="11341" y="6082"/>
                  </a:lnTo>
                  <a:cubicBezTo>
                    <a:pt x="11012" y="8958"/>
                    <a:pt x="11012" y="12410"/>
                    <a:pt x="11670" y="15861"/>
                  </a:cubicBezTo>
                  <a:cubicBezTo>
                    <a:pt x="12327" y="19230"/>
                    <a:pt x="13724" y="22517"/>
                    <a:pt x="16107" y="25147"/>
                  </a:cubicBezTo>
                  <a:cubicBezTo>
                    <a:pt x="16107" y="25147"/>
                    <a:pt x="22270" y="20052"/>
                    <a:pt x="21366" y="6164"/>
                  </a:cubicBezTo>
                  <a:lnTo>
                    <a:pt x="21366" y="6164"/>
                  </a:lnTo>
                  <a:lnTo>
                    <a:pt x="22517" y="10684"/>
                  </a:lnTo>
                  <a:cubicBezTo>
                    <a:pt x="22517" y="10766"/>
                    <a:pt x="22599" y="11013"/>
                    <a:pt x="22599" y="11177"/>
                  </a:cubicBezTo>
                  <a:cubicBezTo>
                    <a:pt x="23421" y="14217"/>
                    <a:pt x="24818" y="16354"/>
                    <a:pt x="26215" y="17751"/>
                  </a:cubicBezTo>
                  <a:cubicBezTo>
                    <a:pt x="27530" y="19230"/>
                    <a:pt x="28516" y="19970"/>
                    <a:pt x="28516" y="19970"/>
                  </a:cubicBezTo>
                  <a:cubicBezTo>
                    <a:pt x="32214" y="11177"/>
                    <a:pt x="30159" y="2959"/>
                    <a:pt x="29173" y="83"/>
                  </a:cubicBezTo>
                  <a:lnTo>
                    <a:pt x="3205" y="83"/>
                  </a:lnTo>
                  <a:lnTo>
                    <a:pt x="32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3" name="Google Shape;25397;p67">
              <a:extLst>
                <a:ext uri="{FF2B5EF4-FFF2-40B4-BE49-F238E27FC236}">
                  <a16:creationId xmlns:a16="http://schemas.microsoft.com/office/drawing/2014/main" id="{0C87D545-8C17-3E68-AFBB-AD3B875B0920}"/>
                </a:ext>
              </a:extLst>
            </p:cNvPr>
            <p:cNvSpPr/>
            <p:nvPr/>
          </p:nvSpPr>
          <p:spPr>
            <a:xfrm>
              <a:off x="3727107" y="2492157"/>
              <a:ext cx="515922" cy="1403789"/>
            </a:xfrm>
            <a:custGeom>
              <a:avLst/>
              <a:gdLst/>
              <a:ahLst/>
              <a:cxnLst/>
              <a:rect l="l" t="t" r="r" b="b"/>
              <a:pathLst>
                <a:path w="29749" h="80945" extrusionOk="0">
                  <a:moveTo>
                    <a:pt x="29749" y="0"/>
                  </a:moveTo>
                  <a:lnTo>
                    <a:pt x="24736" y="6164"/>
                  </a:lnTo>
                  <a:lnTo>
                    <a:pt x="7890" y="26379"/>
                  </a:lnTo>
                  <a:lnTo>
                    <a:pt x="1" y="35829"/>
                  </a:lnTo>
                  <a:lnTo>
                    <a:pt x="1" y="80944"/>
                  </a:lnTo>
                  <a:lnTo>
                    <a:pt x="1809" y="77493"/>
                  </a:lnTo>
                  <a:lnTo>
                    <a:pt x="7890" y="66563"/>
                  </a:lnTo>
                  <a:lnTo>
                    <a:pt x="15696" y="52265"/>
                  </a:lnTo>
                  <a:lnTo>
                    <a:pt x="17422" y="49060"/>
                  </a:lnTo>
                  <a:lnTo>
                    <a:pt x="18901" y="48649"/>
                  </a:lnTo>
                  <a:lnTo>
                    <a:pt x="21038" y="47827"/>
                  </a:lnTo>
                  <a:lnTo>
                    <a:pt x="28352" y="45362"/>
                  </a:lnTo>
                  <a:lnTo>
                    <a:pt x="297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4" name="Google Shape;25398;p67">
              <a:extLst>
                <a:ext uri="{FF2B5EF4-FFF2-40B4-BE49-F238E27FC236}">
                  <a16:creationId xmlns:a16="http://schemas.microsoft.com/office/drawing/2014/main" id="{4395011F-A725-20F0-F955-7D09F4445610}"/>
                </a:ext>
              </a:extLst>
            </p:cNvPr>
            <p:cNvSpPr/>
            <p:nvPr/>
          </p:nvSpPr>
          <p:spPr>
            <a:xfrm>
              <a:off x="4136146" y="1398599"/>
              <a:ext cx="872206" cy="2465947"/>
            </a:xfrm>
            <a:custGeom>
              <a:avLst/>
              <a:gdLst/>
              <a:ahLst/>
              <a:cxnLst/>
              <a:rect l="l" t="t" r="r" b="b"/>
              <a:pathLst>
                <a:path w="50293" h="142191" extrusionOk="0">
                  <a:moveTo>
                    <a:pt x="24991" y="1"/>
                  </a:moveTo>
                  <a:cubicBezTo>
                    <a:pt x="23705" y="1"/>
                    <a:pt x="22383" y="803"/>
                    <a:pt x="21613" y="2408"/>
                  </a:cubicBezTo>
                  <a:lnTo>
                    <a:pt x="14299" y="16378"/>
                  </a:lnTo>
                  <a:cubicBezTo>
                    <a:pt x="13477" y="17940"/>
                    <a:pt x="12738" y="19583"/>
                    <a:pt x="12080" y="21309"/>
                  </a:cubicBezTo>
                  <a:cubicBezTo>
                    <a:pt x="11505" y="22706"/>
                    <a:pt x="11012" y="24103"/>
                    <a:pt x="10601" y="25500"/>
                  </a:cubicBezTo>
                  <a:cubicBezTo>
                    <a:pt x="10437" y="26322"/>
                    <a:pt x="10190" y="27061"/>
                    <a:pt x="10026" y="27883"/>
                  </a:cubicBezTo>
                  <a:cubicBezTo>
                    <a:pt x="9779" y="29033"/>
                    <a:pt x="9451" y="30266"/>
                    <a:pt x="9286" y="31416"/>
                  </a:cubicBezTo>
                  <a:cubicBezTo>
                    <a:pt x="8875" y="33389"/>
                    <a:pt x="8629" y="35279"/>
                    <a:pt x="8464" y="37251"/>
                  </a:cubicBezTo>
                  <a:lnTo>
                    <a:pt x="740" y="128138"/>
                  </a:lnTo>
                  <a:lnTo>
                    <a:pt x="0" y="136767"/>
                  </a:lnTo>
                  <a:cubicBezTo>
                    <a:pt x="7150" y="139972"/>
                    <a:pt x="14628" y="141779"/>
                    <a:pt x="22188" y="142108"/>
                  </a:cubicBezTo>
                  <a:cubicBezTo>
                    <a:pt x="23216" y="142163"/>
                    <a:pt x="24246" y="142190"/>
                    <a:pt x="25279" y="142190"/>
                  </a:cubicBezTo>
                  <a:cubicBezTo>
                    <a:pt x="33581" y="142190"/>
                    <a:pt x="42034" y="140421"/>
                    <a:pt x="50292" y="136767"/>
                  </a:cubicBezTo>
                  <a:lnTo>
                    <a:pt x="49306" y="127974"/>
                  </a:lnTo>
                  <a:lnTo>
                    <a:pt x="41664" y="37333"/>
                  </a:lnTo>
                  <a:cubicBezTo>
                    <a:pt x="41417" y="35443"/>
                    <a:pt x="41089" y="33471"/>
                    <a:pt x="40842" y="31581"/>
                  </a:cubicBezTo>
                  <a:cubicBezTo>
                    <a:pt x="40595" y="30348"/>
                    <a:pt x="40431" y="29198"/>
                    <a:pt x="40102" y="28129"/>
                  </a:cubicBezTo>
                  <a:cubicBezTo>
                    <a:pt x="39856" y="27143"/>
                    <a:pt x="39692" y="26239"/>
                    <a:pt x="39363" y="25335"/>
                  </a:cubicBezTo>
                  <a:cubicBezTo>
                    <a:pt x="38952" y="23856"/>
                    <a:pt x="38459" y="22459"/>
                    <a:pt x="37966" y="21144"/>
                  </a:cubicBezTo>
                  <a:cubicBezTo>
                    <a:pt x="37308" y="19501"/>
                    <a:pt x="36569" y="17940"/>
                    <a:pt x="35747" y="16378"/>
                  </a:cubicBezTo>
                  <a:lnTo>
                    <a:pt x="28516" y="2408"/>
                  </a:lnTo>
                  <a:cubicBezTo>
                    <a:pt x="27858" y="1176"/>
                    <a:pt x="26954" y="436"/>
                    <a:pt x="26050" y="189"/>
                  </a:cubicBezTo>
                  <a:cubicBezTo>
                    <a:pt x="25709" y="64"/>
                    <a:pt x="25351" y="1"/>
                    <a:pt x="249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5" name="Google Shape;25399;p67">
              <a:extLst>
                <a:ext uri="{FF2B5EF4-FFF2-40B4-BE49-F238E27FC236}">
                  <a16:creationId xmlns:a16="http://schemas.microsoft.com/office/drawing/2014/main" id="{C45554F0-D3BB-434F-18D2-2D7BC9B2D354}"/>
                </a:ext>
              </a:extLst>
            </p:cNvPr>
            <p:cNvSpPr/>
            <p:nvPr/>
          </p:nvSpPr>
          <p:spPr>
            <a:xfrm>
              <a:off x="4298617" y="1882162"/>
              <a:ext cx="550121" cy="92661"/>
            </a:xfrm>
            <a:custGeom>
              <a:avLst/>
              <a:gdLst/>
              <a:ahLst/>
              <a:cxnLst/>
              <a:rect l="l" t="t" r="r" b="b"/>
              <a:pathLst>
                <a:path w="31721" h="5343" extrusionOk="0">
                  <a:moveTo>
                    <a:pt x="740" y="1"/>
                  </a:moveTo>
                  <a:cubicBezTo>
                    <a:pt x="493" y="1151"/>
                    <a:pt x="247" y="2384"/>
                    <a:pt x="0" y="3534"/>
                  </a:cubicBezTo>
                  <a:cubicBezTo>
                    <a:pt x="5013" y="4521"/>
                    <a:pt x="10601" y="5342"/>
                    <a:pt x="15860" y="5342"/>
                  </a:cubicBezTo>
                  <a:cubicBezTo>
                    <a:pt x="21202" y="5342"/>
                    <a:pt x="26790" y="4521"/>
                    <a:pt x="31721" y="3617"/>
                  </a:cubicBezTo>
                  <a:cubicBezTo>
                    <a:pt x="31474" y="2384"/>
                    <a:pt x="31227" y="1234"/>
                    <a:pt x="30899" y="1"/>
                  </a:cubicBezTo>
                  <a:cubicBezTo>
                    <a:pt x="26215" y="1069"/>
                    <a:pt x="20791" y="1809"/>
                    <a:pt x="15696" y="1809"/>
                  </a:cubicBezTo>
                  <a:cubicBezTo>
                    <a:pt x="10766" y="1809"/>
                    <a:pt x="5588" y="1069"/>
                    <a:pt x="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6" name="Google Shape;25400;p67">
              <a:extLst>
                <a:ext uri="{FF2B5EF4-FFF2-40B4-BE49-F238E27FC236}">
                  <a16:creationId xmlns:a16="http://schemas.microsoft.com/office/drawing/2014/main" id="{2840CF03-3F3C-1CA9-4D27-EC424CA1B711}"/>
                </a:ext>
              </a:extLst>
            </p:cNvPr>
            <p:cNvSpPr/>
            <p:nvPr/>
          </p:nvSpPr>
          <p:spPr>
            <a:xfrm>
              <a:off x="4138990" y="3618061"/>
              <a:ext cx="869362" cy="247113"/>
            </a:xfrm>
            <a:custGeom>
              <a:avLst/>
              <a:gdLst/>
              <a:ahLst/>
              <a:cxnLst/>
              <a:rect l="l" t="t" r="r" b="b"/>
              <a:pathLst>
                <a:path w="50129" h="14249" extrusionOk="0">
                  <a:moveTo>
                    <a:pt x="49389" y="1"/>
                  </a:moveTo>
                  <a:cubicBezTo>
                    <a:pt x="44212" y="2220"/>
                    <a:pt x="34104" y="5918"/>
                    <a:pt x="25064" y="5918"/>
                  </a:cubicBezTo>
                  <a:cubicBezTo>
                    <a:pt x="14792" y="5918"/>
                    <a:pt x="4192" y="1809"/>
                    <a:pt x="658" y="247"/>
                  </a:cubicBezTo>
                  <a:lnTo>
                    <a:pt x="412" y="3863"/>
                  </a:lnTo>
                  <a:lnTo>
                    <a:pt x="1" y="8794"/>
                  </a:lnTo>
                  <a:cubicBezTo>
                    <a:pt x="7874" y="12399"/>
                    <a:pt x="16227" y="14249"/>
                    <a:pt x="24756" y="14249"/>
                  </a:cubicBezTo>
                  <a:cubicBezTo>
                    <a:pt x="33141" y="14249"/>
                    <a:pt x="41695" y="12460"/>
                    <a:pt x="50128" y="8794"/>
                  </a:cubicBezTo>
                  <a:lnTo>
                    <a:pt x="49717" y="4192"/>
                  </a:lnTo>
                  <a:lnTo>
                    <a:pt x="49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7" name="Google Shape;25401;p67">
              <a:extLst>
                <a:ext uri="{FF2B5EF4-FFF2-40B4-BE49-F238E27FC236}">
                  <a16:creationId xmlns:a16="http://schemas.microsoft.com/office/drawing/2014/main" id="{7BF1F4C3-3F4C-CB46-C2BE-2078ED1FDD96}"/>
                </a:ext>
              </a:extLst>
            </p:cNvPr>
            <p:cNvSpPr/>
            <p:nvPr/>
          </p:nvSpPr>
          <p:spPr>
            <a:xfrm>
              <a:off x="4138990" y="3685058"/>
              <a:ext cx="869362" cy="180119"/>
            </a:xfrm>
            <a:custGeom>
              <a:avLst/>
              <a:gdLst/>
              <a:ahLst/>
              <a:cxnLst/>
              <a:rect l="l" t="t" r="r" b="b"/>
              <a:pathLst>
                <a:path w="50129" h="10386" extrusionOk="0">
                  <a:moveTo>
                    <a:pt x="412" y="0"/>
                  </a:moveTo>
                  <a:lnTo>
                    <a:pt x="1" y="4931"/>
                  </a:lnTo>
                  <a:cubicBezTo>
                    <a:pt x="7874" y="8536"/>
                    <a:pt x="16227" y="10386"/>
                    <a:pt x="24756" y="10386"/>
                  </a:cubicBezTo>
                  <a:cubicBezTo>
                    <a:pt x="33141" y="10386"/>
                    <a:pt x="41695" y="8597"/>
                    <a:pt x="50128" y="4931"/>
                  </a:cubicBezTo>
                  <a:lnTo>
                    <a:pt x="49717" y="247"/>
                  </a:lnTo>
                  <a:cubicBezTo>
                    <a:pt x="43823" y="2477"/>
                    <a:pt x="35689" y="6175"/>
                    <a:pt x="25989" y="6175"/>
                  </a:cubicBezTo>
                  <a:cubicBezTo>
                    <a:pt x="25682" y="6175"/>
                    <a:pt x="25374" y="6171"/>
                    <a:pt x="25064" y="6163"/>
                  </a:cubicBezTo>
                  <a:cubicBezTo>
                    <a:pt x="12738" y="5835"/>
                    <a:pt x="3699" y="1479"/>
                    <a:pt x="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8" name="Google Shape;25402;p67">
              <a:extLst>
                <a:ext uri="{FF2B5EF4-FFF2-40B4-BE49-F238E27FC236}">
                  <a16:creationId xmlns:a16="http://schemas.microsoft.com/office/drawing/2014/main" id="{06E8C836-33D1-B0B6-03A8-255AD5B0BA18}"/>
                </a:ext>
              </a:extLst>
            </p:cNvPr>
            <p:cNvSpPr/>
            <p:nvPr/>
          </p:nvSpPr>
          <p:spPr>
            <a:xfrm>
              <a:off x="4321423" y="1399171"/>
              <a:ext cx="501666" cy="468750"/>
            </a:xfrm>
            <a:custGeom>
              <a:avLst/>
              <a:gdLst/>
              <a:ahLst/>
              <a:cxnLst/>
              <a:rect l="l" t="t" r="r" b="b"/>
              <a:pathLst>
                <a:path w="28927" h="27029" extrusionOk="0">
                  <a:moveTo>
                    <a:pt x="14444" y="0"/>
                  </a:moveTo>
                  <a:cubicBezTo>
                    <a:pt x="13163" y="0"/>
                    <a:pt x="11856" y="751"/>
                    <a:pt x="11012" y="2375"/>
                  </a:cubicBezTo>
                  <a:lnTo>
                    <a:pt x="3698" y="16345"/>
                  </a:lnTo>
                  <a:cubicBezTo>
                    <a:pt x="2876" y="17907"/>
                    <a:pt x="2219" y="19550"/>
                    <a:pt x="1479" y="21276"/>
                  </a:cubicBezTo>
                  <a:cubicBezTo>
                    <a:pt x="986" y="22673"/>
                    <a:pt x="411" y="24070"/>
                    <a:pt x="0" y="25549"/>
                  </a:cubicBezTo>
                  <a:cubicBezTo>
                    <a:pt x="3452" y="26371"/>
                    <a:pt x="10026" y="27028"/>
                    <a:pt x="14956" y="27028"/>
                  </a:cubicBezTo>
                  <a:cubicBezTo>
                    <a:pt x="19887" y="27028"/>
                    <a:pt x="22845" y="26864"/>
                    <a:pt x="26872" y="25795"/>
                  </a:cubicBezTo>
                  <a:cubicBezTo>
                    <a:pt x="27447" y="25713"/>
                    <a:pt x="28187" y="25385"/>
                    <a:pt x="28926" y="25220"/>
                  </a:cubicBezTo>
                  <a:cubicBezTo>
                    <a:pt x="28433" y="23741"/>
                    <a:pt x="27940" y="22426"/>
                    <a:pt x="27365" y="21111"/>
                  </a:cubicBezTo>
                  <a:cubicBezTo>
                    <a:pt x="26708" y="19468"/>
                    <a:pt x="26050" y="17907"/>
                    <a:pt x="25228" y="16345"/>
                  </a:cubicBezTo>
                  <a:lnTo>
                    <a:pt x="17915" y="2375"/>
                  </a:lnTo>
                  <a:cubicBezTo>
                    <a:pt x="17257" y="1143"/>
                    <a:pt x="16353" y="485"/>
                    <a:pt x="15449" y="156"/>
                  </a:cubicBezTo>
                  <a:cubicBezTo>
                    <a:pt x="15122" y="53"/>
                    <a:pt x="14784" y="0"/>
                    <a:pt x="144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9" name="Google Shape;25403;p67">
              <a:extLst>
                <a:ext uri="{FF2B5EF4-FFF2-40B4-BE49-F238E27FC236}">
                  <a16:creationId xmlns:a16="http://schemas.microsoft.com/office/drawing/2014/main" id="{BDA1EF3C-ACE3-099F-9E86-704D397A96B8}"/>
                </a:ext>
              </a:extLst>
            </p:cNvPr>
            <p:cNvSpPr/>
            <p:nvPr/>
          </p:nvSpPr>
          <p:spPr>
            <a:xfrm>
              <a:off x="4321423" y="2373512"/>
              <a:ext cx="501666" cy="456767"/>
            </a:xfrm>
            <a:custGeom>
              <a:avLst/>
              <a:gdLst/>
              <a:ahLst/>
              <a:cxnLst/>
              <a:rect l="l" t="t" r="r" b="b"/>
              <a:pathLst>
                <a:path w="28927" h="26338" extrusionOk="0">
                  <a:moveTo>
                    <a:pt x="14463" y="0"/>
                  </a:moveTo>
                  <a:cubicBezTo>
                    <a:pt x="11094" y="0"/>
                    <a:pt x="7725" y="1295"/>
                    <a:pt x="5177" y="3883"/>
                  </a:cubicBezTo>
                  <a:cubicBezTo>
                    <a:pt x="0" y="8978"/>
                    <a:pt x="0" y="17360"/>
                    <a:pt x="5177" y="22455"/>
                  </a:cubicBezTo>
                  <a:cubicBezTo>
                    <a:pt x="7725" y="25044"/>
                    <a:pt x="11094" y="26338"/>
                    <a:pt x="14463" y="26338"/>
                  </a:cubicBezTo>
                  <a:cubicBezTo>
                    <a:pt x="17833" y="26338"/>
                    <a:pt x="21202" y="25044"/>
                    <a:pt x="23749" y="22455"/>
                  </a:cubicBezTo>
                  <a:cubicBezTo>
                    <a:pt x="28926" y="17360"/>
                    <a:pt x="28926" y="8978"/>
                    <a:pt x="23749" y="3883"/>
                  </a:cubicBezTo>
                  <a:cubicBezTo>
                    <a:pt x="21202" y="1295"/>
                    <a:pt x="17833" y="0"/>
                    <a:pt x="144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30" name="Google Shape;25404;p67">
              <a:extLst>
                <a:ext uri="{FF2B5EF4-FFF2-40B4-BE49-F238E27FC236}">
                  <a16:creationId xmlns:a16="http://schemas.microsoft.com/office/drawing/2014/main" id="{98160712-99B6-3B14-AF46-E96F87BDD3DB}"/>
                </a:ext>
              </a:extLst>
            </p:cNvPr>
            <p:cNvSpPr/>
            <p:nvPr/>
          </p:nvSpPr>
          <p:spPr>
            <a:xfrm>
              <a:off x="4391247" y="2420894"/>
              <a:ext cx="362007" cy="362007"/>
            </a:xfrm>
            <a:custGeom>
              <a:avLst/>
              <a:gdLst/>
              <a:ahLst/>
              <a:cxnLst/>
              <a:rect l="l" t="t" r="r" b="b"/>
              <a:pathLst>
                <a:path w="20874" h="20874" extrusionOk="0">
                  <a:moveTo>
                    <a:pt x="10355" y="1"/>
                  </a:moveTo>
                  <a:cubicBezTo>
                    <a:pt x="4603" y="1"/>
                    <a:pt x="1" y="4602"/>
                    <a:pt x="1" y="10355"/>
                  </a:cubicBezTo>
                  <a:cubicBezTo>
                    <a:pt x="1" y="11752"/>
                    <a:pt x="330" y="13231"/>
                    <a:pt x="823" y="14464"/>
                  </a:cubicBezTo>
                  <a:cubicBezTo>
                    <a:pt x="1480" y="15778"/>
                    <a:pt x="2302" y="17011"/>
                    <a:pt x="3288" y="17915"/>
                  </a:cubicBezTo>
                  <a:cubicBezTo>
                    <a:pt x="4521" y="19066"/>
                    <a:pt x="6000" y="19887"/>
                    <a:pt x="7643" y="20463"/>
                  </a:cubicBezTo>
                  <a:cubicBezTo>
                    <a:pt x="8547" y="20709"/>
                    <a:pt x="9451" y="20873"/>
                    <a:pt x="10519" y="20873"/>
                  </a:cubicBezTo>
                  <a:lnTo>
                    <a:pt x="10602" y="20873"/>
                  </a:lnTo>
                  <a:cubicBezTo>
                    <a:pt x="16190" y="20709"/>
                    <a:pt x="20792" y="16189"/>
                    <a:pt x="20874" y="10601"/>
                  </a:cubicBezTo>
                  <a:lnTo>
                    <a:pt x="20874" y="10437"/>
                  </a:lnTo>
                  <a:cubicBezTo>
                    <a:pt x="20874" y="9533"/>
                    <a:pt x="20792" y="8547"/>
                    <a:pt x="20463" y="7561"/>
                  </a:cubicBezTo>
                  <a:cubicBezTo>
                    <a:pt x="19970" y="5917"/>
                    <a:pt x="19148" y="4520"/>
                    <a:pt x="17998" y="3288"/>
                  </a:cubicBezTo>
                  <a:cubicBezTo>
                    <a:pt x="16929" y="2219"/>
                    <a:pt x="15861" y="1398"/>
                    <a:pt x="14464" y="822"/>
                  </a:cubicBezTo>
                  <a:cubicBezTo>
                    <a:pt x="13231" y="247"/>
                    <a:pt x="11834" y="1"/>
                    <a:pt x="103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31" name="Google Shape;25405;p67">
              <a:extLst>
                <a:ext uri="{FF2B5EF4-FFF2-40B4-BE49-F238E27FC236}">
                  <a16:creationId xmlns:a16="http://schemas.microsoft.com/office/drawing/2014/main" id="{0113AFE8-7B40-5225-EF9A-5B3C411D4437}"/>
                </a:ext>
              </a:extLst>
            </p:cNvPr>
            <p:cNvSpPr/>
            <p:nvPr/>
          </p:nvSpPr>
          <p:spPr>
            <a:xfrm>
              <a:off x="4405503" y="2436572"/>
              <a:ext cx="297875" cy="297875"/>
            </a:xfrm>
            <a:custGeom>
              <a:avLst/>
              <a:gdLst/>
              <a:ahLst/>
              <a:cxnLst/>
              <a:rect l="l" t="t" r="r" b="b"/>
              <a:pathLst>
                <a:path w="17176" h="17176" extrusionOk="0">
                  <a:moveTo>
                    <a:pt x="13806" y="1"/>
                  </a:moveTo>
                  <a:lnTo>
                    <a:pt x="1" y="13642"/>
                  </a:lnTo>
                  <a:cubicBezTo>
                    <a:pt x="658" y="15039"/>
                    <a:pt x="1480" y="16271"/>
                    <a:pt x="2466" y="17175"/>
                  </a:cubicBezTo>
                  <a:lnTo>
                    <a:pt x="17176" y="2466"/>
                  </a:lnTo>
                  <a:cubicBezTo>
                    <a:pt x="16272" y="1480"/>
                    <a:pt x="15039" y="658"/>
                    <a:pt x="138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6528" name="Google Shape;25406;p67">
              <a:extLst>
                <a:ext uri="{FF2B5EF4-FFF2-40B4-BE49-F238E27FC236}">
                  <a16:creationId xmlns:a16="http://schemas.microsoft.com/office/drawing/2014/main" id="{713EDC15-843E-F31C-EECC-7097CA9656EF}"/>
                </a:ext>
              </a:extLst>
            </p:cNvPr>
            <p:cNvSpPr/>
            <p:nvPr/>
          </p:nvSpPr>
          <p:spPr>
            <a:xfrm>
              <a:off x="4523801" y="2552009"/>
              <a:ext cx="229459" cy="230898"/>
            </a:xfrm>
            <a:custGeom>
              <a:avLst/>
              <a:gdLst/>
              <a:ahLst/>
              <a:cxnLst/>
              <a:rect l="l" t="t" r="r" b="b"/>
              <a:pathLst>
                <a:path w="13231" h="13314" extrusionOk="0">
                  <a:moveTo>
                    <a:pt x="12820" y="1"/>
                  </a:moveTo>
                  <a:lnTo>
                    <a:pt x="0" y="12903"/>
                  </a:lnTo>
                  <a:cubicBezTo>
                    <a:pt x="904" y="13149"/>
                    <a:pt x="1808" y="13313"/>
                    <a:pt x="2876" y="13313"/>
                  </a:cubicBezTo>
                  <a:lnTo>
                    <a:pt x="2959" y="13313"/>
                  </a:lnTo>
                  <a:lnTo>
                    <a:pt x="13231" y="3041"/>
                  </a:lnTo>
                  <a:lnTo>
                    <a:pt x="13231" y="2877"/>
                  </a:lnTo>
                  <a:cubicBezTo>
                    <a:pt x="13231" y="1973"/>
                    <a:pt x="13149" y="987"/>
                    <a:pt x="12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6529" name="Google Shape;25407;p67">
              <a:extLst>
                <a:ext uri="{FF2B5EF4-FFF2-40B4-BE49-F238E27FC236}">
                  <a16:creationId xmlns:a16="http://schemas.microsoft.com/office/drawing/2014/main" id="{D6BE63D0-14BB-5DCD-C27F-DD18D6687D25}"/>
                </a:ext>
              </a:extLst>
            </p:cNvPr>
            <p:cNvSpPr/>
            <p:nvPr/>
          </p:nvSpPr>
          <p:spPr>
            <a:xfrm>
              <a:off x="4434015" y="3060806"/>
              <a:ext cx="277914" cy="1058898"/>
            </a:xfrm>
            <a:custGeom>
              <a:avLst/>
              <a:gdLst/>
              <a:ahLst/>
              <a:cxnLst/>
              <a:rect l="l" t="t" r="r" b="b"/>
              <a:pathLst>
                <a:path w="16025" h="61058" extrusionOk="0">
                  <a:moveTo>
                    <a:pt x="8053" y="1"/>
                  </a:moveTo>
                  <a:cubicBezTo>
                    <a:pt x="7478" y="1"/>
                    <a:pt x="6985" y="247"/>
                    <a:pt x="6903" y="905"/>
                  </a:cubicBezTo>
                  <a:cubicBezTo>
                    <a:pt x="4602" y="12820"/>
                    <a:pt x="0" y="42404"/>
                    <a:pt x="6985" y="60401"/>
                  </a:cubicBezTo>
                  <a:cubicBezTo>
                    <a:pt x="7232" y="60894"/>
                    <a:pt x="7560" y="61058"/>
                    <a:pt x="8053" y="61058"/>
                  </a:cubicBezTo>
                  <a:cubicBezTo>
                    <a:pt x="8464" y="61058"/>
                    <a:pt x="8875" y="60894"/>
                    <a:pt x="9040" y="60401"/>
                  </a:cubicBezTo>
                  <a:cubicBezTo>
                    <a:pt x="16025" y="42404"/>
                    <a:pt x="11423" y="12820"/>
                    <a:pt x="9122" y="905"/>
                  </a:cubicBezTo>
                  <a:cubicBezTo>
                    <a:pt x="9040" y="247"/>
                    <a:pt x="8547" y="1"/>
                    <a:pt x="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6530" name="Google Shape;25408;p67">
              <a:extLst>
                <a:ext uri="{FF2B5EF4-FFF2-40B4-BE49-F238E27FC236}">
                  <a16:creationId xmlns:a16="http://schemas.microsoft.com/office/drawing/2014/main" id="{2B3FF816-748E-640A-9CE2-2E67D048CCF2}"/>
                </a:ext>
              </a:extLst>
            </p:cNvPr>
            <p:cNvSpPr/>
            <p:nvPr/>
          </p:nvSpPr>
          <p:spPr>
            <a:xfrm>
              <a:off x="5300534" y="3943021"/>
              <a:ext cx="153932" cy="260814"/>
            </a:xfrm>
            <a:custGeom>
              <a:avLst/>
              <a:gdLst/>
              <a:ahLst/>
              <a:cxnLst/>
              <a:rect l="l" t="t" r="r" b="b"/>
              <a:pathLst>
                <a:path w="8876" h="15039" extrusionOk="0">
                  <a:moveTo>
                    <a:pt x="4356" y="0"/>
                  </a:moveTo>
                  <a:lnTo>
                    <a:pt x="1069" y="247"/>
                  </a:lnTo>
                  <a:cubicBezTo>
                    <a:pt x="1069" y="247"/>
                    <a:pt x="0" y="3205"/>
                    <a:pt x="1069" y="5670"/>
                  </a:cubicBezTo>
                  <a:cubicBezTo>
                    <a:pt x="2219" y="8136"/>
                    <a:pt x="3370" y="9615"/>
                    <a:pt x="4356" y="15038"/>
                  </a:cubicBezTo>
                  <a:cubicBezTo>
                    <a:pt x="5506" y="9450"/>
                    <a:pt x="6575" y="8053"/>
                    <a:pt x="7643" y="5670"/>
                  </a:cubicBezTo>
                  <a:cubicBezTo>
                    <a:pt x="8876" y="3205"/>
                    <a:pt x="7643" y="247"/>
                    <a:pt x="7643" y="247"/>
                  </a:cubicBezTo>
                  <a:lnTo>
                    <a:pt x="43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6531" name="Google Shape;25409;p67">
              <a:extLst>
                <a:ext uri="{FF2B5EF4-FFF2-40B4-BE49-F238E27FC236}">
                  <a16:creationId xmlns:a16="http://schemas.microsoft.com/office/drawing/2014/main" id="{8D44F46D-5A95-4BDB-7440-E4C488B5B8B1}"/>
                </a:ext>
              </a:extLst>
            </p:cNvPr>
            <p:cNvSpPr/>
            <p:nvPr/>
          </p:nvSpPr>
          <p:spPr>
            <a:xfrm>
              <a:off x="5331890" y="3952993"/>
              <a:ext cx="92644" cy="152510"/>
            </a:xfrm>
            <a:custGeom>
              <a:avLst/>
              <a:gdLst/>
              <a:ahLst/>
              <a:cxnLst/>
              <a:rect l="l" t="t" r="r" b="b"/>
              <a:pathLst>
                <a:path w="5342" h="8794" extrusionOk="0">
                  <a:moveTo>
                    <a:pt x="658" y="0"/>
                  </a:moveTo>
                  <a:cubicBezTo>
                    <a:pt x="411" y="822"/>
                    <a:pt x="0" y="3041"/>
                    <a:pt x="658" y="4273"/>
                  </a:cubicBezTo>
                  <a:cubicBezTo>
                    <a:pt x="822" y="4684"/>
                    <a:pt x="904" y="5013"/>
                    <a:pt x="1151" y="5342"/>
                  </a:cubicBezTo>
                  <a:cubicBezTo>
                    <a:pt x="1644" y="6328"/>
                    <a:pt x="2137" y="7314"/>
                    <a:pt x="2712" y="8793"/>
                  </a:cubicBezTo>
                  <a:cubicBezTo>
                    <a:pt x="3205" y="7396"/>
                    <a:pt x="3698" y="6328"/>
                    <a:pt x="4191" y="5342"/>
                  </a:cubicBezTo>
                  <a:cubicBezTo>
                    <a:pt x="4438" y="5013"/>
                    <a:pt x="4520" y="4602"/>
                    <a:pt x="4767" y="4273"/>
                  </a:cubicBezTo>
                  <a:cubicBezTo>
                    <a:pt x="5342" y="3041"/>
                    <a:pt x="5013" y="822"/>
                    <a:pt x="48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6532" name="Google Shape;25410;p67">
              <a:extLst>
                <a:ext uri="{FF2B5EF4-FFF2-40B4-BE49-F238E27FC236}">
                  <a16:creationId xmlns:a16="http://schemas.microsoft.com/office/drawing/2014/main" id="{3996C000-78CE-9974-29EF-1769E2D7E8AA}"/>
                </a:ext>
              </a:extLst>
            </p:cNvPr>
            <p:cNvSpPr/>
            <p:nvPr/>
          </p:nvSpPr>
          <p:spPr>
            <a:xfrm>
              <a:off x="5337596" y="2865557"/>
              <a:ext cx="78388" cy="1093098"/>
            </a:xfrm>
            <a:custGeom>
              <a:avLst/>
              <a:gdLst/>
              <a:ahLst/>
              <a:cxnLst/>
              <a:rect l="l" t="t" r="r" b="b"/>
              <a:pathLst>
                <a:path w="4520" h="63030" extrusionOk="0">
                  <a:moveTo>
                    <a:pt x="2219" y="1"/>
                  </a:moveTo>
                  <a:cubicBezTo>
                    <a:pt x="1561" y="1"/>
                    <a:pt x="986" y="329"/>
                    <a:pt x="575" y="822"/>
                  </a:cubicBezTo>
                  <a:cubicBezTo>
                    <a:pt x="164" y="1398"/>
                    <a:pt x="0" y="1973"/>
                    <a:pt x="0" y="2712"/>
                  </a:cubicBezTo>
                  <a:lnTo>
                    <a:pt x="0" y="63030"/>
                  </a:lnTo>
                  <a:lnTo>
                    <a:pt x="4520" y="63030"/>
                  </a:lnTo>
                  <a:lnTo>
                    <a:pt x="4520" y="2712"/>
                  </a:lnTo>
                  <a:cubicBezTo>
                    <a:pt x="4520" y="1233"/>
                    <a:pt x="345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6533" name="Google Shape;25411;p67">
              <a:extLst>
                <a:ext uri="{FF2B5EF4-FFF2-40B4-BE49-F238E27FC236}">
                  <a16:creationId xmlns:a16="http://schemas.microsoft.com/office/drawing/2014/main" id="{15A5AB20-4437-E686-A94D-850C5DBB8ECA}"/>
                </a:ext>
              </a:extLst>
            </p:cNvPr>
            <p:cNvSpPr/>
            <p:nvPr/>
          </p:nvSpPr>
          <p:spPr>
            <a:xfrm>
              <a:off x="5314790" y="3836117"/>
              <a:ext cx="122577" cy="132237"/>
            </a:xfrm>
            <a:custGeom>
              <a:avLst/>
              <a:gdLst/>
              <a:ahLst/>
              <a:cxnLst/>
              <a:rect l="l" t="t" r="r" b="b"/>
              <a:pathLst>
                <a:path w="7068" h="7625" extrusionOk="0">
                  <a:moveTo>
                    <a:pt x="1315" y="1"/>
                  </a:moveTo>
                  <a:lnTo>
                    <a:pt x="0" y="7068"/>
                  </a:lnTo>
                  <a:cubicBezTo>
                    <a:pt x="1282" y="7456"/>
                    <a:pt x="2471" y="7624"/>
                    <a:pt x="3586" y="7624"/>
                  </a:cubicBezTo>
                  <a:cubicBezTo>
                    <a:pt x="4831" y="7624"/>
                    <a:pt x="5984" y="7415"/>
                    <a:pt x="7067" y="7068"/>
                  </a:cubicBezTo>
                  <a:lnTo>
                    <a:pt x="57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6534" name="Google Shape;25412;p67">
              <a:extLst>
                <a:ext uri="{FF2B5EF4-FFF2-40B4-BE49-F238E27FC236}">
                  <a16:creationId xmlns:a16="http://schemas.microsoft.com/office/drawing/2014/main" id="{92713E40-150B-98F5-DC2D-AA27757B0DED}"/>
                </a:ext>
              </a:extLst>
            </p:cNvPr>
            <p:cNvSpPr/>
            <p:nvPr/>
          </p:nvSpPr>
          <p:spPr>
            <a:xfrm>
              <a:off x="5337596" y="2865557"/>
              <a:ext cx="78388" cy="135410"/>
            </a:xfrm>
            <a:custGeom>
              <a:avLst/>
              <a:gdLst/>
              <a:ahLst/>
              <a:cxnLst/>
              <a:rect l="l" t="t" r="r" b="b"/>
              <a:pathLst>
                <a:path w="4520" h="7808" extrusionOk="0">
                  <a:moveTo>
                    <a:pt x="2219" y="1"/>
                  </a:moveTo>
                  <a:cubicBezTo>
                    <a:pt x="1644" y="1"/>
                    <a:pt x="986" y="329"/>
                    <a:pt x="575" y="822"/>
                  </a:cubicBezTo>
                  <a:cubicBezTo>
                    <a:pt x="329" y="1233"/>
                    <a:pt x="0" y="1973"/>
                    <a:pt x="0" y="2712"/>
                  </a:cubicBezTo>
                  <a:lnTo>
                    <a:pt x="0" y="7397"/>
                  </a:lnTo>
                  <a:cubicBezTo>
                    <a:pt x="740" y="7725"/>
                    <a:pt x="1561" y="7807"/>
                    <a:pt x="2219" y="7807"/>
                  </a:cubicBezTo>
                  <a:cubicBezTo>
                    <a:pt x="2958" y="7807"/>
                    <a:pt x="3780" y="7643"/>
                    <a:pt x="4520" y="7397"/>
                  </a:cubicBezTo>
                  <a:lnTo>
                    <a:pt x="4520" y="2712"/>
                  </a:lnTo>
                  <a:cubicBezTo>
                    <a:pt x="4520" y="1233"/>
                    <a:pt x="3451" y="1"/>
                    <a:pt x="22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6535" name="Google Shape;25413;p67">
              <a:extLst>
                <a:ext uri="{FF2B5EF4-FFF2-40B4-BE49-F238E27FC236}">
                  <a16:creationId xmlns:a16="http://schemas.microsoft.com/office/drawing/2014/main" id="{264DAFF1-7DC8-BD82-C711-36A89FE490AF}"/>
                </a:ext>
              </a:extLst>
            </p:cNvPr>
            <p:cNvSpPr/>
            <p:nvPr/>
          </p:nvSpPr>
          <p:spPr>
            <a:xfrm>
              <a:off x="3687200" y="3943021"/>
              <a:ext cx="156794" cy="260814"/>
            </a:xfrm>
            <a:custGeom>
              <a:avLst/>
              <a:gdLst/>
              <a:ahLst/>
              <a:cxnLst/>
              <a:rect l="l" t="t" r="r" b="b"/>
              <a:pathLst>
                <a:path w="9041" h="15039" extrusionOk="0">
                  <a:moveTo>
                    <a:pt x="4520" y="0"/>
                  </a:moveTo>
                  <a:lnTo>
                    <a:pt x="1233" y="247"/>
                  </a:lnTo>
                  <a:cubicBezTo>
                    <a:pt x="1233" y="247"/>
                    <a:pt x="1" y="3205"/>
                    <a:pt x="1233" y="5670"/>
                  </a:cubicBezTo>
                  <a:cubicBezTo>
                    <a:pt x="2384" y="8053"/>
                    <a:pt x="3370" y="9450"/>
                    <a:pt x="4520" y="15038"/>
                  </a:cubicBezTo>
                  <a:cubicBezTo>
                    <a:pt x="5589" y="9615"/>
                    <a:pt x="6657" y="8136"/>
                    <a:pt x="7807" y="5670"/>
                  </a:cubicBezTo>
                  <a:cubicBezTo>
                    <a:pt x="9040" y="3205"/>
                    <a:pt x="7807" y="247"/>
                    <a:pt x="7807" y="247"/>
                  </a:cubicBezTo>
                  <a:lnTo>
                    <a:pt x="45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6536" name="Google Shape;25414;p67">
              <a:extLst>
                <a:ext uri="{FF2B5EF4-FFF2-40B4-BE49-F238E27FC236}">
                  <a16:creationId xmlns:a16="http://schemas.microsoft.com/office/drawing/2014/main" id="{7EFD012D-6436-D8DB-ACCB-9B1FBF0DC8E4}"/>
                </a:ext>
              </a:extLst>
            </p:cNvPr>
            <p:cNvSpPr/>
            <p:nvPr/>
          </p:nvSpPr>
          <p:spPr>
            <a:xfrm>
              <a:off x="3719978" y="3952993"/>
              <a:ext cx="92661" cy="152510"/>
            </a:xfrm>
            <a:custGeom>
              <a:avLst/>
              <a:gdLst/>
              <a:ahLst/>
              <a:cxnLst/>
              <a:rect l="l" t="t" r="r" b="b"/>
              <a:pathLst>
                <a:path w="5343" h="8794" extrusionOk="0">
                  <a:moveTo>
                    <a:pt x="494" y="0"/>
                  </a:moveTo>
                  <a:cubicBezTo>
                    <a:pt x="247" y="822"/>
                    <a:pt x="1" y="3041"/>
                    <a:pt x="576" y="4273"/>
                  </a:cubicBezTo>
                  <a:cubicBezTo>
                    <a:pt x="823" y="4602"/>
                    <a:pt x="905" y="5013"/>
                    <a:pt x="1151" y="5342"/>
                  </a:cubicBezTo>
                  <a:cubicBezTo>
                    <a:pt x="1644" y="6328"/>
                    <a:pt x="2137" y="7396"/>
                    <a:pt x="2630" y="8793"/>
                  </a:cubicBezTo>
                  <a:cubicBezTo>
                    <a:pt x="3206" y="7314"/>
                    <a:pt x="3699" y="6328"/>
                    <a:pt x="4192" y="5342"/>
                  </a:cubicBezTo>
                  <a:cubicBezTo>
                    <a:pt x="4438" y="5013"/>
                    <a:pt x="4520" y="4684"/>
                    <a:pt x="4685" y="4273"/>
                  </a:cubicBezTo>
                  <a:cubicBezTo>
                    <a:pt x="5342" y="3041"/>
                    <a:pt x="4931" y="822"/>
                    <a:pt x="46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6537" name="Google Shape;25415;p67">
              <a:extLst>
                <a:ext uri="{FF2B5EF4-FFF2-40B4-BE49-F238E27FC236}">
                  <a16:creationId xmlns:a16="http://schemas.microsoft.com/office/drawing/2014/main" id="{76FE1C67-F406-B166-D855-83FF71D33F70}"/>
                </a:ext>
              </a:extLst>
            </p:cNvPr>
            <p:cNvSpPr/>
            <p:nvPr/>
          </p:nvSpPr>
          <p:spPr>
            <a:xfrm>
              <a:off x="3727107" y="2865557"/>
              <a:ext cx="78405" cy="1093098"/>
            </a:xfrm>
            <a:custGeom>
              <a:avLst/>
              <a:gdLst/>
              <a:ahLst/>
              <a:cxnLst/>
              <a:rect l="l" t="t" r="r" b="b"/>
              <a:pathLst>
                <a:path w="4521" h="63030" extrusionOk="0">
                  <a:moveTo>
                    <a:pt x="2219" y="1"/>
                  </a:moveTo>
                  <a:cubicBezTo>
                    <a:pt x="987" y="1"/>
                    <a:pt x="1" y="1233"/>
                    <a:pt x="1" y="2712"/>
                  </a:cubicBezTo>
                  <a:lnTo>
                    <a:pt x="1" y="63030"/>
                  </a:lnTo>
                  <a:lnTo>
                    <a:pt x="4520" y="63030"/>
                  </a:lnTo>
                  <a:lnTo>
                    <a:pt x="4520" y="2712"/>
                  </a:lnTo>
                  <a:cubicBezTo>
                    <a:pt x="4520" y="1973"/>
                    <a:pt x="4274" y="1233"/>
                    <a:pt x="3863" y="822"/>
                  </a:cubicBezTo>
                  <a:cubicBezTo>
                    <a:pt x="3452" y="329"/>
                    <a:pt x="2877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6538" name="Google Shape;25416;p67">
              <a:extLst>
                <a:ext uri="{FF2B5EF4-FFF2-40B4-BE49-F238E27FC236}">
                  <a16:creationId xmlns:a16="http://schemas.microsoft.com/office/drawing/2014/main" id="{F4B8FC6B-ACA9-47ED-C36D-584608191E3F}"/>
                </a:ext>
              </a:extLst>
            </p:cNvPr>
            <p:cNvSpPr/>
            <p:nvPr/>
          </p:nvSpPr>
          <p:spPr>
            <a:xfrm>
              <a:off x="3705740" y="3836117"/>
              <a:ext cx="122577" cy="132237"/>
            </a:xfrm>
            <a:custGeom>
              <a:avLst/>
              <a:gdLst/>
              <a:ahLst/>
              <a:cxnLst/>
              <a:rect l="l" t="t" r="r" b="b"/>
              <a:pathLst>
                <a:path w="7068" h="7625" extrusionOk="0">
                  <a:moveTo>
                    <a:pt x="1315" y="1"/>
                  </a:moveTo>
                  <a:lnTo>
                    <a:pt x="0" y="7068"/>
                  </a:lnTo>
                  <a:cubicBezTo>
                    <a:pt x="1084" y="7415"/>
                    <a:pt x="2213" y="7624"/>
                    <a:pt x="3449" y="7624"/>
                  </a:cubicBezTo>
                  <a:cubicBezTo>
                    <a:pt x="4555" y="7624"/>
                    <a:pt x="5747" y="7456"/>
                    <a:pt x="7067" y="7068"/>
                  </a:cubicBezTo>
                  <a:lnTo>
                    <a:pt x="5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  <p:sp>
          <p:nvSpPr>
            <p:cNvPr id="26539" name="Google Shape;25417;p67">
              <a:extLst>
                <a:ext uri="{FF2B5EF4-FFF2-40B4-BE49-F238E27FC236}">
                  <a16:creationId xmlns:a16="http://schemas.microsoft.com/office/drawing/2014/main" id="{8A4C80F0-7BE2-7497-BCB7-9BE23B60B0ED}"/>
                </a:ext>
              </a:extLst>
            </p:cNvPr>
            <p:cNvSpPr/>
            <p:nvPr/>
          </p:nvSpPr>
          <p:spPr>
            <a:xfrm>
              <a:off x="3727107" y="2865557"/>
              <a:ext cx="78405" cy="135410"/>
            </a:xfrm>
            <a:custGeom>
              <a:avLst/>
              <a:gdLst/>
              <a:ahLst/>
              <a:cxnLst/>
              <a:rect l="l" t="t" r="r" b="b"/>
              <a:pathLst>
                <a:path w="4521" h="7808" extrusionOk="0">
                  <a:moveTo>
                    <a:pt x="2219" y="1"/>
                  </a:moveTo>
                  <a:cubicBezTo>
                    <a:pt x="987" y="1"/>
                    <a:pt x="1" y="1233"/>
                    <a:pt x="1" y="2712"/>
                  </a:cubicBezTo>
                  <a:lnTo>
                    <a:pt x="1" y="7397"/>
                  </a:lnTo>
                  <a:cubicBezTo>
                    <a:pt x="740" y="7643"/>
                    <a:pt x="1562" y="7807"/>
                    <a:pt x="2219" y="7807"/>
                  </a:cubicBezTo>
                  <a:cubicBezTo>
                    <a:pt x="2959" y="7807"/>
                    <a:pt x="3781" y="7725"/>
                    <a:pt x="4520" y="7397"/>
                  </a:cubicBezTo>
                  <a:lnTo>
                    <a:pt x="4520" y="2712"/>
                  </a:lnTo>
                  <a:cubicBezTo>
                    <a:pt x="4520" y="1973"/>
                    <a:pt x="4274" y="1233"/>
                    <a:pt x="3863" y="822"/>
                  </a:cubicBezTo>
                  <a:cubicBezTo>
                    <a:pt x="3452" y="329"/>
                    <a:pt x="2877" y="1"/>
                    <a:pt x="22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FD4ADF4-EE7C-2F88-2497-98CEE2DC7FF1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24</a:t>
            </a:r>
          </a:p>
        </p:txBody>
      </p:sp>
      <p:pic>
        <p:nvPicPr>
          <p:cNvPr id="3" name="Picture 2" descr="Black logo">
            <a:extLst>
              <a:ext uri="{FF2B5EF4-FFF2-40B4-BE49-F238E27FC236}">
                <a16:creationId xmlns:a16="http://schemas.microsoft.com/office/drawing/2014/main" id="{50A42100-CA05-4693-A663-C6BD9721C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50B94F-3674-C499-D96A-574940F0A8B4}"/>
              </a:ext>
            </a:extLst>
          </p:cNvPr>
          <p:cNvSpPr txBox="1"/>
          <p:nvPr/>
        </p:nvSpPr>
        <p:spPr>
          <a:xfrm>
            <a:off x="3113506" y="62681"/>
            <a:ext cx="4847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Overall BFD</a:t>
            </a:r>
          </a:p>
        </p:txBody>
      </p:sp>
      <p:pic>
        <p:nvPicPr>
          <p:cNvPr id="3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92295AFB-5087-1294-40BC-4CBD13713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9012"/>
            <a:ext cx="9144000" cy="32553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AFB1C4-C322-3D9B-089A-0392476DF53E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25</a:t>
            </a:r>
          </a:p>
        </p:txBody>
      </p:sp>
      <p:pic>
        <p:nvPicPr>
          <p:cNvPr id="4" name="Picture 3" descr="Black logo">
            <a:extLst>
              <a:ext uri="{FF2B5EF4-FFF2-40B4-BE49-F238E27FC236}">
                <a16:creationId xmlns:a16="http://schemas.microsoft.com/office/drawing/2014/main" id="{333A8400-4B95-35D1-4E9E-4C1DAB912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1500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8D595-6590-5673-C628-7C9EF7407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C7A483-E358-654E-1C3D-C5C08124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0"/>
            <a:ext cx="7717500" cy="572700"/>
          </a:xfrm>
        </p:spPr>
        <p:txBody>
          <a:bodyPr/>
          <a:lstStyle/>
          <a:p>
            <a:r>
              <a:rPr lang="en-US"/>
              <a:t>Value Chain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D6FEF9-62E6-35ED-6837-1549BB17B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850280"/>
              </p:ext>
            </p:extLst>
          </p:nvPr>
        </p:nvGraphicFramePr>
        <p:xfrm>
          <a:off x="1577662" y="599712"/>
          <a:ext cx="5892084" cy="19720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73021">
                  <a:extLst>
                    <a:ext uri="{9D8B030D-6E8A-4147-A177-3AD203B41FA5}">
                      <a16:colId xmlns:a16="http://schemas.microsoft.com/office/drawing/2014/main" val="3382803170"/>
                    </a:ext>
                  </a:extLst>
                </a:gridCol>
                <a:gridCol w="1473021">
                  <a:extLst>
                    <a:ext uri="{9D8B030D-6E8A-4147-A177-3AD203B41FA5}">
                      <a16:colId xmlns:a16="http://schemas.microsoft.com/office/drawing/2014/main" val="1037982532"/>
                    </a:ext>
                  </a:extLst>
                </a:gridCol>
                <a:gridCol w="1473021">
                  <a:extLst>
                    <a:ext uri="{9D8B030D-6E8A-4147-A177-3AD203B41FA5}">
                      <a16:colId xmlns:a16="http://schemas.microsoft.com/office/drawing/2014/main" val="582233196"/>
                    </a:ext>
                  </a:extLst>
                </a:gridCol>
                <a:gridCol w="1473021">
                  <a:extLst>
                    <a:ext uri="{9D8B030D-6E8A-4147-A177-3AD203B41FA5}">
                      <a16:colId xmlns:a16="http://schemas.microsoft.com/office/drawing/2014/main" val="4035430984"/>
                    </a:ext>
                  </a:extLst>
                </a:gridCol>
              </a:tblGrid>
              <a:tr h="319293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Value Added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Major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453430"/>
                  </a:ext>
                </a:extLst>
              </a:tr>
              <a:tr h="607131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Pyrolysis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Conversion of biomass into bio-oil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Reactor heat, sand recycle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Tar 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439974"/>
                  </a:ext>
                </a:extLst>
              </a:tr>
              <a:tr h="438483">
                <a:tc>
                  <a:txBody>
                    <a:bodyPr/>
                    <a:lstStyle/>
                    <a:p>
                      <a:r>
                        <a:rPr lang="en-US" sz="100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Hydrotreating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Converts bio-oil to hydrocarbons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H2, catalysts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Catalyst poisoning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141682"/>
                  </a:ext>
                </a:extLst>
              </a:tr>
              <a:tr h="607131">
                <a:tc>
                  <a:txBody>
                    <a:bodyPr/>
                    <a:lstStyle/>
                    <a:p>
                      <a:r>
                        <a:rPr lang="en-US" sz="100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Hydrocracking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Produces fuel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H2, pressure, furnaces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Over-cracking,</a:t>
                      </a:r>
                    </a:p>
                    <a:p>
                      <a:r>
                        <a:rPr lang="en-US" sz="1000">
                          <a:latin typeface="Roboto" panose="02000000000000000000" pitchFamily="2" charset="0"/>
                          <a:ea typeface="Roboto" panose="02000000000000000000" pitchFamily="2" charset="0"/>
                          <a:cs typeface="Aharoni" panose="02010803020104030203" pitchFamily="2" charset="-79"/>
                        </a:rPr>
                        <a:t>fossil fuel competition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568463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3D886E3-36D6-C6CE-5745-FBCE6676C435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26</a:t>
            </a:r>
          </a:p>
        </p:txBody>
      </p:sp>
      <p:pic>
        <p:nvPicPr>
          <p:cNvPr id="5" name="Picture 4" descr="Black logo">
            <a:extLst>
              <a:ext uri="{FF2B5EF4-FFF2-40B4-BE49-F238E27FC236}">
                <a16:creationId xmlns:a16="http://schemas.microsoft.com/office/drawing/2014/main" id="{516106DC-6C96-1566-0B8F-A790153F1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82122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832D0A-793A-83E5-416B-E0C099ACC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rade Gothic Inline" panose="020B0504030203020204" pitchFamily="34" charset="0"/>
              </a:rPr>
              <a:t>PFD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8DF766-4548-20B0-81BB-233E81F7151B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27</a:t>
            </a:r>
          </a:p>
        </p:txBody>
      </p:sp>
      <p:pic>
        <p:nvPicPr>
          <p:cNvPr id="3" name="Picture 2" descr="Black logo">
            <a:extLst>
              <a:ext uri="{FF2B5EF4-FFF2-40B4-BE49-F238E27FC236}">
                <a16:creationId xmlns:a16="http://schemas.microsoft.com/office/drawing/2014/main" id="{3450973E-97B5-5416-7D98-0B379D45C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3760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Plant with solid fill">
            <a:extLst>
              <a:ext uri="{FF2B5EF4-FFF2-40B4-BE49-F238E27FC236}">
                <a16:creationId xmlns:a16="http://schemas.microsoft.com/office/drawing/2014/main" id="{11D9671B-C48C-166B-9286-E90CF9155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9407" y="4064529"/>
            <a:ext cx="914400" cy="914400"/>
          </a:xfrm>
          <a:prstGeom prst="rect">
            <a:avLst/>
          </a:prstGeom>
        </p:spPr>
      </p:pic>
      <p:pic>
        <p:nvPicPr>
          <p:cNvPr id="7" name="Picture 6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05F60D6E-6ABB-74C8-5E92-2225A8341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843838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F9C7EE-25C8-3431-40FB-F87753B8F9E0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28</a:t>
            </a:r>
          </a:p>
        </p:txBody>
      </p:sp>
      <p:pic>
        <p:nvPicPr>
          <p:cNvPr id="2" name="Picture 1" descr="Black logo">
            <a:extLst>
              <a:ext uri="{FF2B5EF4-FFF2-40B4-BE49-F238E27FC236}">
                <a16:creationId xmlns:a16="http://schemas.microsoft.com/office/drawing/2014/main" id="{20BDCA5E-70FF-341A-C48C-A656F4A66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7319" y="4741151"/>
            <a:ext cx="1578381" cy="57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4268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E90CD-D20A-7B14-5230-1BF08C90F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Plant with solid fill">
            <a:extLst>
              <a:ext uri="{FF2B5EF4-FFF2-40B4-BE49-F238E27FC236}">
                <a16:creationId xmlns:a16="http://schemas.microsoft.com/office/drawing/2014/main" id="{C4203F4D-39BD-6BC6-D39A-19CECF47C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6900" y="410957"/>
            <a:ext cx="914400" cy="914400"/>
          </a:xfrm>
          <a:prstGeom prst="rect">
            <a:avLst/>
          </a:prstGeom>
        </p:spPr>
      </p:pic>
      <p:pic>
        <p:nvPicPr>
          <p:cNvPr id="7" name="Picture 6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AC6F9B79-DCC0-66A7-A8A9-C359B0276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7843838" cy="5143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0CB25B-DB65-142C-6257-282BB377186E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29</a:t>
            </a:r>
          </a:p>
        </p:txBody>
      </p:sp>
      <p:pic>
        <p:nvPicPr>
          <p:cNvPr id="3" name="Picture 2" descr="Black logo">
            <a:extLst>
              <a:ext uri="{FF2B5EF4-FFF2-40B4-BE49-F238E27FC236}">
                <a16:creationId xmlns:a16="http://schemas.microsoft.com/office/drawing/2014/main" id="{B5625C30-BEAC-44CB-57A2-311EBAE5B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4613" y="4739074"/>
            <a:ext cx="1378973" cy="501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3367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Caret Up with solid fill">
            <a:extLst>
              <a:ext uri="{FF2B5EF4-FFF2-40B4-BE49-F238E27FC236}">
                <a16:creationId xmlns:a16="http://schemas.microsoft.com/office/drawing/2014/main" id="{10B2D20B-8BA0-834D-761C-E581DE547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2629" y="4385615"/>
            <a:ext cx="914400" cy="914400"/>
          </a:xfrm>
          <a:prstGeom prst="rect">
            <a:avLst/>
          </a:prstGeom>
        </p:spPr>
      </p:pic>
      <p:pic>
        <p:nvPicPr>
          <p:cNvPr id="5" name="Graphic 4" descr="Caret Up with solid fill">
            <a:extLst>
              <a:ext uri="{FF2B5EF4-FFF2-40B4-BE49-F238E27FC236}">
                <a16:creationId xmlns:a16="http://schemas.microsoft.com/office/drawing/2014/main" id="{87547E99-95D3-8042-36A6-B7F264A7FE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2867" y="4035797"/>
            <a:ext cx="914400" cy="914400"/>
          </a:xfrm>
          <a:prstGeom prst="rect">
            <a:avLst/>
          </a:prstGeom>
        </p:spPr>
      </p:pic>
      <p:pic>
        <p:nvPicPr>
          <p:cNvPr id="6" name="Graphic 5" descr="Caret Up with solid fill">
            <a:extLst>
              <a:ext uri="{FF2B5EF4-FFF2-40B4-BE49-F238E27FC236}">
                <a16:creationId xmlns:a16="http://schemas.microsoft.com/office/drawing/2014/main" id="{9139417A-91E2-DA4E-AC5C-817F559D19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2867" y="3628514"/>
            <a:ext cx="914400" cy="914400"/>
          </a:xfrm>
          <a:prstGeom prst="rect">
            <a:avLst/>
          </a:prstGeom>
        </p:spPr>
      </p:pic>
      <p:pic>
        <p:nvPicPr>
          <p:cNvPr id="8" name="Picture 7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3589AB01-F371-3288-E58B-1B57B51E5D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" y="168458"/>
            <a:ext cx="8176774" cy="47817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954AF5-C532-1EC1-DE0A-766C7CB3CCCA}"/>
              </a:ext>
            </a:extLst>
          </p:cNvPr>
          <p:cNvSpPr txBox="1"/>
          <p:nvPr/>
        </p:nvSpPr>
        <p:spPr>
          <a:xfrm>
            <a:off x="-73163" y="4845534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30</a:t>
            </a:r>
          </a:p>
        </p:txBody>
      </p:sp>
      <p:pic>
        <p:nvPicPr>
          <p:cNvPr id="10" name="Picture 9" descr="Black logo">
            <a:extLst>
              <a:ext uri="{FF2B5EF4-FFF2-40B4-BE49-F238E27FC236}">
                <a16:creationId xmlns:a16="http://schemas.microsoft.com/office/drawing/2014/main" id="{FB038C57-5D19-F9AA-94A4-658558E53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396" y="4820926"/>
            <a:ext cx="1262721" cy="458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510933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80F1-A06C-43A6-C9F9-7D4303C4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Caret Up with solid fill">
            <a:extLst>
              <a:ext uri="{FF2B5EF4-FFF2-40B4-BE49-F238E27FC236}">
                <a16:creationId xmlns:a16="http://schemas.microsoft.com/office/drawing/2014/main" id="{662A8CB6-0C0A-607B-2F07-41754AD39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7748" y="4381587"/>
            <a:ext cx="914400" cy="914400"/>
          </a:xfrm>
          <a:prstGeom prst="rect">
            <a:avLst/>
          </a:prstGeom>
        </p:spPr>
      </p:pic>
      <p:pic>
        <p:nvPicPr>
          <p:cNvPr id="5" name="Graphic 4" descr="Caret Up with solid fill">
            <a:extLst>
              <a:ext uri="{FF2B5EF4-FFF2-40B4-BE49-F238E27FC236}">
                <a16:creationId xmlns:a16="http://schemas.microsoft.com/office/drawing/2014/main" id="{1AE8E6C2-02AD-5C5A-B3F7-29A616775B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82585" y="410423"/>
            <a:ext cx="914400" cy="914400"/>
          </a:xfrm>
          <a:prstGeom prst="rect">
            <a:avLst/>
          </a:prstGeom>
        </p:spPr>
      </p:pic>
      <p:pic>
        <p:nvPicPr>
          <p:cNvPr id="6" name="Graphic 5" descr="Caret Up with solid fill">
            <a:extLst>
              <a:ext uri="{FF2B5EF4-FFF2-40B4-BE49-F238E27FC236}">
                <a16:creationId xmlns:a16="http://schemas.microsoft.com/office/drawing/2014/main" id="{E8C0AE74-066C-0EDC-ED28-8B2A222E7E7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2867" y="3628514"/>
            <a:ext cx="914400" cy="914400"/>
          </a:xfrm>
          <a:prstGeom prst="rect">
            <a:avLst/>
          </a:prstGeom>
        </p:spPr>
      </p:pic>
      <p:pic>
        <p:nvPicPr>
          <p:cNvPr id="7" name="Picture 6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52BB35BA-8011-DA8F-C33A-F9B266BE78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80880"/>
            <a:ext cx="8176774" cy="47817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6AD683-F910-9359-2EFC-86E44D289318}"/>
              </a:ext>
            </a:extLst>
          </p:cNvPr>
          <p:cNvSpPr txBox="1"/>
          <p:nvPr/>
        </p:nvSpPr>
        <p:spPr>
          <a:xfrm>
            <a:off x="0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31</a:t>
            </a:r>
          </a:p>
        </p:txBody>
      </p:sp>
      <p:pic>
        <p:nvPicPr>
          <p:cNvPr id="9" name="Picture 8" descr="Black logo">
            <a:extLst>
              <a:ext uri="{FF2B5EF4-FFF2-40B4-BE49-F238E27FC236}">
                <a16:creationId xmlns:a16="http://schemas.microsoft.com/office/drawing/2014/main" id="{657C6275-CCB7-D8D6-2393-BB965DF628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497" y="4822928"/>
            <a:ext cx="1266661" cy="460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6365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89B73-C7FC-C727-F57C-D6458ABD8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Caret Up with solid fill">
            <a:extLst>
              <a:ext uri="{FF2B5EF4-FFF2-40B4-BE49-F238E27FC236}">
                <a16:creationId xmlns:a16="http://schemas.microsoft.com/office/drawing/2014/main" id="{571E4EDB-57C7-43AA-022A-CB7AADA95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84164" y="690599"/>
            <a:ext cx="914400" cy="914400"/>
          </a:xfrm>
          <a:prstGeom prst="rect">
            <a:avLst/>
          </a:prstGeom>
        </p:spPr>
      </p:pic>
      <p:pic>
        <p:nvPicPr>
          <p:cNvPr id="5" name="Graphic 4" descr="Caret Up with solid fill">
            <a:extLst>
              <a:ext uri="{FF2B5EF4-FFF2-40B4-BE49-F238E27FC236}">
                <a16:creationId xmlns:a16="http://schemas.microsoft.com/office/drawing/2014/main" id="{2DC97B89-2063-617E-F08E-9B03C6954C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206" y="486957"/>
            <a:ext cx="914400" cy="914400"/>
          </a:xfrm>
          <a:prstGeom prst="rect">
            <a:avLst/>
          </a:prstGeom>
        </p:spPr>
      </p:pic>
      <p:pic>
        <p:nvPicPr>
          <p:cNvPr id="6" name="Graphic 5" descr="Caret Up with solid fill">
            <a:extLst>
              <a:ext uri="{FF2B5EF4-FFF2-40B4-BE49-F238E27FC236}">
                <a16:creationId xmlns:a16="http://schemas.microsoft.com/office/drawing/2014/main" id="{C55FBA47-2202-F329-68F2-5BDFA732A6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2867" y="3628514"/>
            <a:ext cx="914400" cy="914400"/>
          </a:xfrm>
          <a:prstGeom prst="rect">
            <a:avLst/>
          </a:prstGeom>
        </p:spPr>
      </p:pic>
      <p:pic>
        <p:nvPicPr>
          <p:cNvPr id="7" name="Picture 6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E1B4A6B2-9E03-8ED8-4258-ED2880E481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80880"/>
            <a:ext cx="8176774" cy="47817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BC6FBD-843D-A268-A851-D3E936A4A0FD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32</a:t>
            </a:r>
          </a:p>
        </p:txBody>
      </p:sp>
      <p:pic>
        <p:nvPicPr>
          <p:cNvPr id="9" name="Picture 8" descr="Black logo">
            <a:extLst>
              <a:ext uri="{FF2B5EF4-FFF2-40B4-BE49-F238E27FC236}">
                <a16:creationId xmlns:a16="http://schemas.microsoft.com/office/drawing/2014/main" id="{9A7987B9-EA08-C3D1-6919-CD44A4697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4103" y="4826069"/>
            <a:ext cx="1218124" cy="442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1838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14F2B-D2F3-E700-3153-E9FD4883E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Caret Up with solid fill">
            <a:extLst>
              <a:ext uri="{FF2B5EF4-FFF2-40B4-BE49-F238E27FC236}">
                <a16:creationId xmlns:a16="http://schemas.microsoft.com/office/drawing/2014/main" id="{0C2A5338-2F44-4120-C3E6-11072C0C8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2206" y="647451"/>
            <a:ext cx="914400" cy="914400"/>
          </a:xfrm>
          <a:prstGeom prst="rect">
            <a:avLst/>
          </a:prstGeom>
        </p:spPr>
      </p:pic>
      <p:pic>
        <p:nvPicPr>
          <p:cNvPr id="5" name="Graphic 4" descr="Caret Up with solid fill">
            <a:extLst>
              <a:ext uri="{FF2B5EF4-FFF2-40B4-BE49-F238E27FC236}">
                <a16:creationId xmlns:a16="http://schemas.microsoft.com/office/drawing/2014/main" id="{E45DD3C3-DB05-9D7E-D58E-E89C810638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2206" y="519183"/>
            <a:ext cx="914400" cy="914400"/>
          </a:xfrm>
          <a:prstGeom prst="rect">
            <a:avLst/>
          </a:prstGeom>
        </p:spPr>
      </p:pic>
      <p:pic>
        <p:nvPicPr>
          <p:cNvPr id="6" name="Graphic 5" descr="Caret Up with solid fill">
            <a:extLst>
              <a:ext uri="{FF2B5EF4-FFF2-40B4-BE49-F238E27FC236}">
                <a16:creationId xmlns:a16="http://schemas.microsoft.com/office/drawing/2014/main" id="{8483F424-C813-0F88-EBEB-B84083DC44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2206" y="390915"/>
            <a:ext cx="914400" cy="914400"/>
          </a:xfrm>
          <a:prstGeom prst="rect">
            <a:avLst/>
          </a:prstGeom>
        </p:spPr>
      </p:pic>
      <p:pic>
        <p:nvPicPr>
          <p:cNvPr id="7" name="Picture 6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0698C923-2014-A524-52CE-466AD4C803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80880"/>
            <a:ext cx="8176774" cy="47817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9AF673-955A-509A-0A01-05D5153004BA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33</a:t>
            </a:r>
          </a:p>
        </p:txBody>
      </p:sp>
      <p:pic>
        <p:nvPicPr>
          <p:cNvPr id="9" name="Picture 8" descr="Black logo">
            <a:extLst>
              <a:ext uri="{FF2B5EF4-FFF2-40B4-BE49-F238E27FC236}">
                <a16:creationId xmlns:a16="http://schemas.microsoft.com/office/drawing/2014/main" id="{105898AC-DB57-3864-1F4D-73D10122C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507" y="4835723"/>
            <a:ext cx="1262720" cy="458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8995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25393;p67">
            <a:extLst>
              <a:ext uri="{FF2B5EF4-FFF2-40B4-BE49-F238E27FC236}">
                <a16:creationId xmlns:a16="http://schemas.microsoft.com/office/drawing/2014/main" id="{E631DDE0-4D18-3277-9E76-F957FAEB4C2D}"/>
              </a:ext>
            </a:extLst>
          </p:cNvPr>
          <p:cNvGrpSpPr/>
          <p:nvPr/>
        </p:nvGrpSpPr>
        <p:grpSpPr>
          <a:xfrm>
            <a:off x="8161847" y="148715"/>
            <a:ext cx="732937" cy="1032019"/>
            <a:chOff x="3687200" y="1398599"/>
            <a:chExt cx="1767266" cy="3209969"/>
          </a:xfrm>
        </p:grpSpPr>
        <p:sp>
          <p:nvSpPr>
            <p:cNvPr id="11" name="Google Shape;25394;p67">
              <a:extLst>
                <a:ext uri="{FF2B5EF4-FFF2-40B4-BE49-F238E27FC236}">
                  <a16:creationId xmlns:a16="http://schemas.microsoft.com/office/drawing/2014/main" id="{E1925C7C-481B-4D93-10C4-F90E1BB4172B}"/>
                </a:ext>
              </a:extLst>
            </p:cNvPr>
            <p:cNvSpPr/>
            <p:nvPr/>
          </p:nvSpPr>
          <p:spPr>
            <a:xfrm>
              <a:off x="4898622" y="2492157"/>
              <a:ext cx="517344" cy="1403789"/>
            </a:xfrm>
            <a:custGeom>
              <a:avLst/>
              <a:gdLst/>
              <a:ahLst/>
              <a:cxnLst/>
              <a:rect l="l" t="t" r="r" b="b"/>
              <a:pathLst>
                <a:path w="29831" h="80945" extrusionOk="0">
                  <a:moveTo>
                    <a:pt x="1" y="0"/>
                  </a:moveTo>
                  <a:lnTo>
                    <a:pt x="1480" y="45362"/>
                  </a:lnTo>
                  <a:lnTo>
                    <a:pt x="8876" y="47827"/>
                  </a:lnTo>
                  <a:lnTo>
                    <a:pt x="12492" y="49060"/>
                  </a:lnTo>
                  <a:lnTo>
                    <a:pt x="22024" y="66563"/>
                  </a:lnTo>
                  <a:lnTo>
                    <a:pt x="27941" y="77493"/>
                  </a:lnTo>
                  <a:lnTo>
                    <a:pt x="29831" y="80944"/>
                  </a:lnTo>
                  <a:lnTo>
                    <a:pt x="29831" y="35829"/>
                  </a:lnTo>
                  <a:lnTo>
                    <a:pt x="22024" y="26379"/>
                  </a:lnTo>
                  <a:lnTo>
                    <a:pt x="5178" y="616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5395;p67">
              <a:extLst>
                <a:ext uri="{FF2B5EF4-FFF2-40B4-BE49-F238E27FC236}">
                  <a16:creationId xmlns:a16="http://schemas.microsoft.com/office/drawing/2014/main" id="{BB300A74-55C7-7AA2-BD53-2F5C3B92665B}"/>
                </a:ext>
              </a:extLst>
            </p:cNvPr>
            <p:cNvSpPr/>
            <p:nvPr/>
          </p:nvSpPr>
          <p:spPr>
            <a:xfrm>
              <a:off x="4150402" y="3804760"/>
              <a:ext cx="836568" cy="803808"/>
            </a:xfrm>
            <a:custGeom>
              <a:avLst/>
              <a:gdLst/>
              <a:ahLst/>
              <a:cxnLst/>
              <a:rect l="l" t="t" r="r" b="b"/>
              <a:pathLst>
                <a:path w="48238" h="46349" extrusionOk="0">
                  <a:moveTo>
                    <a:pt x="8382" y="1"/>
                  </a:moveTo>
                  <a:cubicBezTo>
                    <a:pt x="6163" y="4521"/>
                    <a:pt x="0" y="20052"/>
                    <a:pt x="7642" y="33282"/>
                  </a:cubicBezTo>
                  <a:cubicBezTo>
                    <a:pt x="7642" y="33282"/>
                    <a:pt x="13066" y="29667"/>
                    <a:pt x="16435" y="21038"/>
                  </a:cubicBezTo>
                  <a:cubicBezTo>
                    <a:pt x="16682" y="30324"/>
                    <a:pt x="18408" y="40185"/>
                    <a:pt x="24078" y="46348"/>
                  </a:cubicBezTo>
                  <a:cubicBezTo>
                    <a:pt x="24078" y="46348"/>
                    <a:pt x="31885" y="38624"/>
                    <a:pt x="31802" y="21613"/>
                  </a:cubicBezTo>
                  <a:lnTo>
                    <a:pt x="31802" y="21613"/>
                  </a:lnTo>
                  <a:cubicBezTo>
                    <a:pt x="34925" y="28845"/>
                    <a:pt x="39856" y="31639"/>
                    <a:pt x="39856" y="31639"/>
                  </a:cubicBezTo>
                  <a:cubicBezTo>
                    <a:pt x="48238" y="18573"/>
                    <a:pt x="42239" y="4110"/>
                    <a:pt x="40184" y="83"/>
                  </a:cubicBezTo>
                  <a:lnTo>
                    <a:pt x="8382" y="83"/>
                  </a:lnTo>
                  <a:lnTo>
                    <a:pt x="838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5396;p67">
              <a:extLst>
                <a:ext uri="{FF2B5EF4-FFF2-40B4-BE49-F238E27FC236}">
                  <a16:creationId xmlns:a16="http://schemas.microsoft.com/office/drawing/2014/main" id="{3C17CBD0-9B5F-7523-F5B1-1C20B6C3E47D}"/>
                </a:ext>
              </a:extLst>
            </p:cNvPr>
            <p:cNvSpPr/>
            <p:nvPr/>
          </p:nvSpPr>
          <p:spPr>
            <a:xfrm>
              <a:off x="4291489" y="3804760"/>
              <a:ext cx="558671" cy="436112"/>
            </a:xfrm>
            <a:custGeom>
              <a:avLst/>
              <a:gdLst/>
              <a:ahLst/>
              <a:cxnLst/>
              <a:rect l="l" t="t" r="r" b="b"/>
              <a:pathLst>
                <a:path w="32214" h="25147" extrusionOk="0">
                  <a:moveTo>
                    <a:pt x="3205" y="1"/>
                  </a:moveTo>
                  <a:cubicBezTo>
                    <a:pt x="2055" y="2713"/>
                    <a:pt x="1" y="9369"/>
                    <a:pt x="2877" y="17587"/>
                  </a:cubicBezTo>
                  <a:cubicBezTo>
                    <a:pt x="2877" y="17587"/>
                    <a:pt x="7807" y="17094"/>
                    <a:pt x="9533" y="11917"/>
                  </a:cubicBezTo>
                  <a:cubicBezTo>
                    <a:pt x="9697" y="11506"/>
                    <a:pt x="9780" y="11177"/>
                    <a:pt x="9862" y="10766"/>
                  </a:cubicBezTo>
                  <a:lnTo>
                    <a:pt x="11341" y="6082"/>
                  </a:lnTo>
                  <a:lnTo>
                    <a:pt x="11341" y="6082"/>
                  </a:lnTo>
                  <a:cubicBezTo>
                    <a:pt x="11012" y="8958"/>
                    <a:pt x="11012" y="12410"/>
                    <a:pt x="11670" y="15861"/>
                  </a:cubicBezTo>
                  <a:cubicBezTo>
                    <a:pt x="12327" y="19230"/>
                    <a:pt x="13724" y="22517"/>
                    <a:pt x="16107" y="25147"/>
                  </a:cubicBezTo>
                  <a:cubicBezTo>
                    <a:pt x="16107" y="25147"/>
                    <a:pt x="22270" y="20052"/>
                    <a:pt x="21366" y="6164"/>
                  </a:cubicBezTo>
                  <a:lnTo>
                    <a:pt x="21366" y="6164"/>
                  </a:lnTo>
                  <a:lnTo>
                    <a:pt x="22517" y="10684"/>
                  </a:lnTo>
                  <a:cubicBezTo>
                    <a:pt x="22517" y="10766"/>
                    <a:pt x="22599" y="11013"/>
                    <a:pt x="22599" y="11177"/>
                  </a:cubicBezTo>
                  <a:cubicBezTo>
                    <a:pt x="23421" y="14217"/>
                    <a:pt x="24818" y="16354"/>
                    <a:pt x="26215" y="17751"/>
                  </a:cubicBezTo>
                  <a:cubicBezTo>
                    <a:pt x="27530" y="19230"/>
                    <a:pt x="28516" y="19970"/>
                    <a:pt x="28516" y="19970"/>
                  </a:cubicBezTo>
                  <a:cubicBezTo>
                    <a:pt x="32214" y="11177"/>
                    <a:pt x="30159" y="2959"/>
                    <a:pt x="29173" y="83"/>
                  </a:cubicBezTo>
                  <a:lnTo>
                    <a:pt x="3205" y="83"/>
                  </a:lnTo>
                  <a:lnTo>
                    <a:pt x="320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5397;p67">
              <a:extLst>
                <a:ext uri="{FF2B5EF4-FFF2-40B4-BE49-F238E27FC236}">
                  <a16:creationId xmlns:a16="http://schemas.microsoft.com/office/drawing/2014/main" id="{6BEAB566-57EA-FABA-12D5-F66B75BAFD13}"/>
                </a:ext>
              </a:extLst>
            </p:cNvPr>
            <p:cNvSpPr/>
            <p:nvPr/>
          </p:nvSpPr>
          <p:spPr>
            <a:xfrm>
              <a:off x="3727107" y="2492157"/>
              <a:ext cx="515922" cy="1403789"/>
            </a:xfrm>
            <a:custGeom>
              <a:avLst/>
              <a:gdLst/>
              <a:ahLst/>
              <a:cxnLst/>
              <a:rect l="l" t="t" r="r" b="b"/>
              <a:pathLst>
                <a:path w="29749" h="80945" extrusionOk="0">
                  <a:moveTo>
                    <a:pt x="29749" y="0"/>
                  </a:moveTo>
                  <a:lnTo>
                    <a:pt x="24736" y="6164"/>
                  </a:lnTo>
                  <a:lnTo>
                    <a:pt x="7890" y="26379"/>
                  </a:lnTo>
                  <a:lnTo>
                    <a:pt x="1" y="35829"/>
                  </a:lnTo>
                  <a:lnTo>
                    <a:pt x="1" y="80944"/>
                  </a:lnTo>
                  <a:lnTo>
                    <a:pt x="1809" y="77493"/>
                  </a:lnTo>
                  <a:lnTo>
                    <a:pt x="7890" y="66563"/>
                  </a:lnTo>
                  <a:lnTo>
                    <a:pt x="15696" y="52265"/>
                  </a:lnTo>
                  <a:lnTo>
                    <a:pt x="17422" y="49060"/>
                  </a:lnTo>
                  <a:lnTo>
                    <a:pt x="18901" y="48649"/>
                  </a:lnTo>
                  <a:lnTo>
                    <a:pt x="21038" y="47827"/>
                  </a:lnTo>
                  <a:lnTo>
                    <a:pt x="28352" y="45362"/>
                  </a:lnTo>
                  <a:lnTo>
                    <a:pt x="2974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5398;p67">
              <a:extLst>
                <a:ext uri="{FF2B5EF4-FFF2-40B4-BE49-F238E27FC236}">
                  <a16:creationId xmlns:a16="http://schemas.microsoft.com/office/drawing/2014/main" id="{9079F487-C884-068B-ED46-ADE29E19CD35}"/>
                </a:ext>
              </a:extLst>
            </p:cNvPr>
            <p:cNvSpPr/>
            <p:nvPr/>
          </p:nvSpPr>
          <p:spPr>
            <a:xfrm>
              <a:off x="4136146" y="1398599"/>
              <a:ext cx="872206" cy="2465947"/>
            </a:xfrm>
            <a:custGeom>
              <a:avLst/>
              <a:gdLst/>
              <a:ahLst/>
              <a:cxnLst/>
              <a:rect l="l" t="t" r="r" b="b"/>
              <a:pathLst>
                <a:path w="50293" h="142191" extrusionOk="0">
                  <a:moveTo>
                    <a:pt x="24991" y="1"/>
                  </a:moveTo>
                  <a:cubicBezTo>
                    <a:pt x="23705" y="1"/>
                    <a:pt x="22383" y="803"/>
                    <a:pt x="21613" y="2408"/>
                  </a:cubicBezTo>
                  <a:lnTo>
                    <a:pt x="14299" y="16378"/>
                  </a:lnTo>
                  <a:cubicBezTo>
                    <a:pt x="13477" y="17940"/>
                    <a:pt x="12738" y="19583"/>
                    <a:pt x="12080" y="21309"/>
                  </a:cubicBezTo>
                  <a:cubicBezTo>
                    <a:pt x="11505" y="22706"/>
                    <a:pt x="11012" y="24103"/>
                    <a:pt x="10601" y="25500"/>
                  </a:cubicBezTo>
                  <a:cubicBezTo>
                    <a:pt x="10437" y="26322"/>
                    <a:pt x="10190" y="27061"/>
                    <a:pt x="10026" y="27883"/>
                  </a:cubicBezTo>
                  <a:cubicBezTo>
                    <a:pt x="9779" y="29033"/>
                    <a:pt x="9451" y="30266"/>
                    <a:pt x="9286" y="31416"/>
                  </a:cubicBezTo>
                  <a:cubicBezTo>
                    <a:pt x="8875" y="33389"/>
                    <a:pt x="8629" y="35279"/>
                    <a:pt x="8464" y="37251"/>
                  </a:cubicBezTo>
                  <a:lnTo>
                    <a:pt x="740" y="128138"/>
                  </a:lnTo>
                  <a:lnTo>
                    <a:pt x="0" y="136767"/>
                  </a:lnTo>
                  <a:cubicBezTo>
                    <a:pt x="7150" y="139972"/>
                    <a:pt x="14628" y="141779"/>
                    <a:pt x="22188" y="142108"/>
                  </a:cubicBezTo>
                  <a:cubicBezTo>
                    <a:pt x="23216" y="142163"/>
                    <a:pt x="24246" y="142190"/>
                    <a:pt x="25279" y="142190"/>
                  </a:cubicBezTo>
                  <a:cubicBezTo>
                    <a:pt x="33581" y="142190"/>
                    <a:pt x="42034" y="140421"/>
                    <a:pt x="50292" y="136767"/>
                  </a:cubicBezTo>
                  <a:lnTo>
                    <a:pt x="49306" y="127974"/>
                  </a:lnTo>
                  <a:lnTo>
                    <a:pt x="41664" y="37333"/>
                  </a:lnTo>
                  <a:cubicBezTo>
                    <a:pt x="41417" y="35443"/>
                    <a:pt x="41089" y="33471"/>
                    <a:pt x="40842" y="31581"/>
                  </a:cubicBezTo>
                  <a:cubicBezTo>
                    <a:pt x="40595" y="30348"/>
                    <a:pt x="40431" y="29198"/>
                    <a:pt x="40102" y="28129"/>
                  </a:cubicBezTo>
                  <a:cubicBezTo>
                    <a:pt x="39856" y="27143"/>
                    <a:pt x="39692" y="26239"/>
                    <a:pt x="39363" y="25335"/>
                  </a:cubicBezTo>
                  <a:cubicBezTo>
                    <a:pt x="38952" y="23856"/>
                    <a:pt x="38459" y="22459"/>
                    <a:pt x="37966" y="21144"/>
                  </a:cubicBezTo>
                  <a:cubicBezTo>
                    <a:pt x="37308" y="19501"/>
                    <a:pt x="36569" y="17940"/>
                    <a:pt x="35747" y="16378"/>
                  </a:cubicBezTo>
                  <a:lnTo>
                    <a:pt x="28516" y="2408"/>
                  </a:lnTo>
                  <a:cubicBezTo>
                    <a:pt x="27858" y="1176"/>
                    <a:pt x="26954" y="436"/>
                    <a:pt x="26050" y="189"/>
                  </a:cubicBezTo>
                  <a:cubicBezTo>
                    <a:pt x="25709" y="64"/>
                    <a:pt x="25351" y="1"/>
                    <a:pt x="249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5399;p67">
              <a:extLst>
                <a:ext uri="{FF2B5EF4-FFF2-40B4-BE49-F238E27FC236}">
                  <a16:creationId xmlns:a16="http://schemas.microsoft.com/office/drawing/2014/main" id="{0EAA7908-BFEE-D022-47F1-0D75E0F7E06B}"/>
                </a:ext>
              </a:extLst>
            </p:cNvPr>
            <p:cNvSpPr/>
            <p:nvPr/>
          </p:nvSpPr>
          <p:spPr>
            <a:xfrm>
              <a:off x="4298617" y="1882162"/>
              <a:ext cx="550121" cy="92661"/>
            </a:xfrm>
            <a:custGeom>
              <a:avLst/>
              <a:gdLst/>
              <a:ahLst/>
              <a:cxnLst/>
              <a:rect l="l" t="t" r="r" b="b"/>
              <a:pathLst>
                <a:path w="31721" h="5343" extrusionOk="0">
                  <a:moveTo>
                    <a:pt x="740" y="1"/>
                  </a:moveTo>
                  <a:cubicBezTo>
                    <a:pt x="493" y="1151"/>
                    <a:pt x="247" y="2384"/>
                    <a:pt x="0" y="3534"/>
                  </a:cubicBezTo>
                  <a:cubicBezTo>
                    <a:pt x="5013" y="4521"/>
                    <a:pt x="10601" y="5342"/>
                    <a:pt x="15860" y="5342"/>
                  </a:cubicBezTo>
                  <a:cubicBezTo>
                    <a:pt x="21202" y="5342"/>
                    <a:pt x="26790" y="4521"/>
                    <a:pt x="31721" y="3617"/>
                  </a:cubicBezTo>
                  <a:cubicBezTo>
                    <a:pt x="31474" y="2384"/>
                    <a:pt x="31227" y="1234"/>
                    <a:pt x="30899" y="1"/>
                  </a:cubicBezTo>
                  <a:cubicBezTo>
                    <a:pt x="26215" y="1069"/>
                    <a:pt x="20791" y="1809"/>
                    <a:pt x="15696" y="1809"/>
                  </a:cubicBezTo>
                  <a:cubicBezTo>
                    <a:pt x="10766" y="1809"/>
                    <a:pt x="5588" y="1069"/>
                    <a:pt x="7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5400;p67">
              <a:extLst>
                <a:ext uri="{FF2B5EF4-FFF2-40B4-BE49-F238E27FC236}">
                  <a16:creationId xmlns:a16="http://schemas.microsoft.com/office/drawing/2014/main" id="{5AAF7078-7D80-558A-24AC-3C0F679D602A}"/>
                </a:ext>
              </a:extLst>
            </p:cNvPr>
            <p:cNvSpPr/>
            <p:nvPr/>
          </p:nvSpPr>
          <p:spPr>
            <a:xfrm>
              <a:off x="4138990" y="3618061"/>
              <a:ext cx="869362" cy="247113"/>
            </a:xfrm>
            <a:custGeom>
              <a:avLst/>
              <a:gdLst/>
              <a:ahLst/>
              <a:cxnLst/>
              <a:rect l="l" t="t" r="r" b="b"/>
              <a:pathLst>
                <a:path w="50129" h="14249" extrusionOk="0">
                  <a:moveTo>
                    <a:pt x="49389" y="1"/>
                  </a:moveTo>
                  <a:cubicBezTo>
                    <a:pt x="44212" y="2220"/>
                    <a:pt x="34104" y="5918"/>
                    <a:pt x="25064" y="5918"/>
                  </a:cubicBezTo>
                  <a:cubicBezTo>
                    <a:pt x="14792" y="5918"/>
                    <a:pt x="4192" y="1809"/>
                    <a:pt x="658" y="247"/>
                  </a:cubicBezTo>
                  <a:lnTo>
                    <a:pt x="412" y="3863"/>
                  </a:lnTo>
                  <a:lnTo>
                    <a:pt x="1" y="8794"/>
                  </a:lnTo>
                  <a:cubicBezTo>
                    <a:pt x="7874" y="12399"/>
                    <a:pt x="16227" y="14249"/>
                    <a:pt x="24756" y="14249"/>
                  </a:cubicBezTo>
                  <a:cubicBezTo>
                    <a:pt x="33141" y="14249"/>
                    <a:pt x="41695" y="12460"/>
                    <a:pt x="50128" y="8794"/>
                  </a:cubicBezTo>
                  <a:lnTo>
                    <a:pt x="49717" y="4192"/>
                  </a:lnTo>
                  <a:lnTo>
                    <a:pt x="493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5401;p67">
              <a:extLst>
                <a:ext uri="{FF2B5EF4-FFF2-40B4-BE49-F238E27FC236}">
                  <a16:creationId xmlns:a16="http://schemas.microsoft.com/office/drawing/2014/main" id="{80C79F28-CD4B-D870-5098-A5708780EFEE}"/>
                </a:ext>
              </a:extLst>
            </p:cNvPr>
            <p:cNvSpPr/>
            <p:nvPr/>
          </p:nvSpPr>
          <p:spPr>
            <a:xfrm>
              <a:off x="4138990" y="3685058"/>
              <a:ext cx="869362" cy="180119"/>
            </a:xfrm>
            <a:custGeom>
              <a:avLst/>
              <a:gdLst/>
              <a:ahLst/>
              <a:cxnLst/>
              <a:rect l="l" t="t" r="r" b="b"/>
              <a:pathLst>
                <a:path w="50129" h="10386" extrusionOk="0">
                  <a:moveTo>
                    <a:pt x="412" y="0"/>
                  </a:moveTo>
                  <a:lnTo>
                    <a:pt x="1" y="4931"/>
                  </a:lnTo>
                  <a:cubicBezTo>
                    <a:pt x="7874" y="8536"/>
                    <a:pt x="16227" y="10386"/>
                    <a:pt x="24756" y="10386"/>
                  </a:cubicBezTo>
                  <a:cubicBezTo>
                    <a:pt x="33141" y="10386"/>
                    <a:pt x="41695" y="8597"/>
                    <a:pt x="50128" y="4931"/>
                  </a:cubicBezTo>
                  <a:lnTo>
                    <a:pt x="49717" y="247"/>
                  </a:lnTo>
                  <a:cubicBezTo>
                    <a:pt x="43823" y="2477"/>
                    <a:pt x="35689" y="6175"/>
                    <a:pt x="25989" y="6175"/>
                  </a:cubicBezTo>
                  <a:cubicBezTo>
                    <a:pt x="25682" y="6175"/>
                    <a:pt x="25374" y="6171"/>
                    <a:pt x="25064" y="6163"/>
                  </a:cubicBezTo>
                  <a:cubicBezTo>
                    <a:pt x="12738" y="5835"/>
                    <a:pt x="3699" y="1479"/>
                    <a:pt x="4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5402;p67">
              <a:extLst>
                <a:ext uri="{FF2B5EF4-FFF2-40B4-BE49-F238E27FC236}">
                  <a16:creationId xmlns:a16="http://schemas.microsoft.com/office/drawing/2014/main" id="{3203E846-00BB-FA4F-A8F2-B6F19EB93314}"/>
                </a:ext>
              </a:extLst>
            </p:cNvPr>
            <p:cNvSpPr/>
            <p:nvPr/>
          </p:nvSpPr>
          <p:spPr>
            <a:xfrm>
              <a:off x="4321423" y="1399171"/>
              <a:ext cx="501666" cy="468750"/>
            </a:xfrm>
            <a:custGeom>
              <a:avLst/>
              <a:gdLst/>
              <a:ahLst/>
              <a:cxnLst/>
              <a:rect l="l" t="t" r="r" b="b"/>
              <a:pathLst>
                <a:path w="28927" h="27029" extrusionOk="0">
                  <a:moveTo>
                    <a:pt x="14444" y="0"/>
                  </a:moveTo>
                  <a:cubicBezTo>
                    <a:pt x="13163" y="0"/>
                    <a:pt x="11856" y="751"/>
                    <a:pt x="11012" y="2375"/>
                  </a:cubicBezTo>
                  <a:lnTo>
                    <a:pt x="3698" y="16345"/>
                  </a:lnTo>
                  <a:cubicBezTo>
                    <a:pt x="2876" y="17907"/>
                    <a:pt x="2219" y="19550"/>
                    <a:pt x="1479" y="21276"/>
                  </a:cubicBezTo>
                  <a:cubicBezTo>
                    <a:pt x="986" y="22673"/>
                    <a:pt x="411" y="24070"/>
                    <a:pt x="0" y="25549"/>
                  </a:cubicBezTo>
                  <a:cubicBezTo>
                    <a:pt x="3452" y="26371"/>
                    <a:pt x="10026" y="27028"/>
                    <a:pt x="14956" y="27028"/>
                  </a:cubicBezTo>
                  <a:cubicBezTo>
                    <a:pt x="19887" y="27028"/>
                    <a:pt x="22845" y="26864"/>
                    <a:pt x="26872" y="25795"/>
                  </a:cubicBezTo>
                  <a:cubicBezTo>
                    <a:pt x="27447" y="25713"/>
                    <a:pt x="28187" y="25385"/>
                    <a:pt x="28926" y="25220"/>
                  </a:cubicBezTo>
                  <a:cubicBezTo>
                    <a:pt x="28433" y="23741"/>
                    <a:pt x="27940" y="22426"/>
                    <a:pt x="27365" y="21111"/>
                  </a:cubicBezTo>
                  <a:cubicBezTo>
                    <a:pt x="26708" y="19468"/>
                    <a:pt x="26050" y="17907"/>
                    <a:pt x="25228" y="16345"/>
                  </a:cubicBezTo>
                  <a:lnTo>
                    <a:pt x="17915" y="2375"/>
                  </a:lnTo>
                  <a:cubicBezTo>
                    <a:pt x="17257" y="1143"/>
                    <a:pt x="16353" y="485"/>
                    <a:pt x="15449" y="156"/>
                  </a:cubicBezTo>
                  <a:cubicBezTo>
                    <a:pt x="15122" y="53"/>
                    <a:pt x="14784" y="0"/>
                    <a:pt x="144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5403;p67">
              <a:extLst>
                <a:ext uri="{FF2B5EF4-FFF2-40B4-BE49-F238E27FC236}">
                  <a16:creationId xmlns:a16="http://schemas.microsoft.com/office/drawing/2014/main" id="{5069C61B-9ABC-145D-83B1-3C22EF2A8D9A}"/>
                </a:ext>
              </a:extLst>
            </p:cNvPr>
            <p:cNvSpPr/>
            <p:nvPr/>
          </p:nvSpPr>
          <p:spPr>
            <a:xfrm>
              <a:off x="4321423" y="2373512"/>
              <a:ext cx="501666" cy="456767"/>
            </a:xfrm>
            <a:custGeom>
              <a:avLst/>
              <a:gdLst/>
              <a:ahLst/>
              <a:cxnLst/>
              <a:rect l="l" t="t" r="r" b="b"/>
              <a:pathLst>
                <a:path w="28927" h="26338" extrusionOk="0">
                  <a:moveTo>
                    <a:pt x="14463" y="0"/>
                  </a:moveTo>
                  <a:cubicBezTo>
                    <a:pt x="11094" y="0"/>
                    <a:pt x="7725" y="1295"/>
                    <a:pt x="5177" y="3883"/>
                  </a:cubicBezTo>
                  <a:cubicBezTo>
                    <a:pt x="0" y="8978"/>
                    <a:pt x="0" y="17360"/>
                    <a:pt x="5177" y="22455"/>
                  </a:cubicBezTo>
                  <a:cubicBezTo>
                    <a:pt x="7725" y="25044"/>
                    <a:pt x="11094" y="26338"/>
                    <a:pt x="14463" y="26338"/>
                  </a:cubicBezTo>
                  <a:cubicBezTo>
                    <a:pt x="17833" y="26338"/>
                    <a:pt x="21202" y="25044"/>
                    <a:pt x="23749" y="22455"/>
                  </a:cubicBezTo>
                  <a:cubicBezTo>
                    <a:pt x="28926" y="17360"/>
                    <a:pt x="28926" y="8978"/>
                    <a:pt x="23749" y="3883"/>
                  </a:cubicBezTo>
                  <a:cubicBezTo>
                    <a:pt x="21202" y="1295"/>
                    <a:pt x="17833" y="0"/>
                    <a:pt x="144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5404;p67">
              <a:extLst>
                <a:ext uri="{FF2B5EF4-FFF2-40B4-BE49-F238E27FC236}">
                  <a16:creationId xmlns:a16="http://schemas.microsoft.com/office/drawing/2014/main" id="{9BDAB2BF-C349-F561-3B03-42DB14C082BE}"/>
                </a:ext>
              </a:extLst>
            </p:cNvPr>
            <p:cNvSpPr/>
            <p:nvPr/>
          </p:nvSpPr>
          <p:spPr>
            <a:xfrm>
              <a:off x="4391247" y="2420894"/>
              <a:ext cx="362007" cy="362007"/>
            </a:xfrm>
            <a:custGeom>
              <a:avLst/>
              <a:gdLst/>
              <a:ahLst/>
              <a:cxnLst/>
              <a:rect l="l" t="t" r="r" b="b"/>
              <a:pathLst>
                <a:path w="20874" h="20874" extrusionOk="0">
                  <a:moveTo>
                    <a:pt x="10355" y="1"/>
                  </a:moveTo>
                  <a:cubicBezTo>
                    <a:pt x="4603" y="1"/>
                    <a:pt x="1" y="4602"/>
                    <a:pt x="1" y="10355"/>
                  </a:cubicBezTo>
                  <a:cubicBezTo>
                    <a:pt x="1" y="11752"/>
                    <a:pt x="330" y="13231"/>
                    <a:pt x="823" y="14464"/>
                  </a:cubicBezTo>
                  <a:cubicBezTo>
                    <a:pt x="1480" y="15778"/>
                    <a:pt x="2302" y="17011"/>
                    <a:pt x="3288" y="17915"/>
                  </a:cubicBezTo>
                  <a:cubicBezTo>
                    <a:pt x="4521" y="19066"/>
                    <a:pt x="6000" y="19887"/>
                    <a:pt x="7643" y="20463"/>
                  </a:cubicBezTo>
                  <a:cubicBezTo>
                    <a:pt x="8547" y="20709"/>
                    <a:pt x="9451" y="20873"/>
                    <a:pt x="10519" y="20873"/>
                  </a:cubicBezTo>
                  <a:lnTo>
                    <a:pt x="10602" y="20873"/>
                  </a:lnTo>
                  <a:cubicBezTo>
                    <a:pt x="16190" y="20709"/>
                    <a:pt x="20792" y="16189"/>
                    <a:pt x="20874" y="10601"/>
                  </a:cubicBezTo>
                  <a:lnTo>
                    <a:pt x="20874" y="10437"/>
                  </a:lnTo>
                  <a:cubicBezTo>
                    <a:pt x="20874" y="9533"/>
                    <a:pt x="20792" y="8547"/>
                    <a:pt x="20463" y="7561"/>
                  </a:cubicBezTo>
                  <a:cubicBezTo>
                    <a:pt x="19970" y="5917"/>
                    <a:pt x="19148" y="4520"/>
                    <a:pt x="17998" y="3288"/>
                  </a:cubicBezTo>
                  <a:cubicBezTo>
                    <a:pt x="16929" y="2219"/>
                    <a:pt x="15861" y="1398"/>
                    <a:pt x="14464" y="822"/>
                  </a:cubicBezTo>
                  <a:cubicBezTo>
                    <a:pt x="13231" y="247"/>
                    <a:pt x="11834" y="1"/>
                    <a:pt x="103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5405;p67">
              <a:extLst>
                <a:ext uri="{FF2B5EF4-FFF2-40B4-BE49-F238E27FC236}">
                  <a16:creationId xmlns:a16="http://schemas.microsoft.com/office/drawing/2014/main" id="{0CF92FFC-32CC-18F0-3B49-0B08BDF82664}"/>
                </a:ext>
              </a:extLst>
            </p:cNvPr>
            <p:cNvSpPr/>
            <p:nvPr/>
          </p:nvSpPr>
          <p:spPr>
            <a:xfrm>
              <a:off x="4405503" y="2436572"/>
              <a:ext cx="297875" cy="297875"/>
            </a:xfrm>
            <a:custGeom>
              <a:avLst/>
              <a:gdLst/>
              <a:ahLst/>
              <a:cxnLst/>
              <a:rect l="l" t="t" r="r" b="b"/>
              <a:pathLst>
                <a:path w="17176" h="17176" extrusionOk="0">
                  <a:moveTo>
                    <a:pt x="13806" y="1"/>
                  </a:moveTo>
                  <a:lnTo>
                    <a:pt x="1" y="13642"/>
                  </a:lnTo>
                  <a:cubicBezTo>
                    <a:pt x="658" y="15039"/>
                    <a:pt x="1480" y="16271"/>
                    <a:pt x="2466" y="17175"/>
                  </a:cubicBezTo>
                  <a:lnTo>
                    <a:pt x="17176" y="2466"/>
                  </a:lnTo>
                  <a:cubicBezTo>
                    <a:pt x="16272" y="1480"/>
                    <a:pt x="15039" y="658"/>
                    <a:pt x="1380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5406;p67">
              <a:extLst>
                <a:ext uri="{FF2B5EF4-FFF2-40B4-BE49-F238E27FC236}">
                  <a16:creationId xmlns:a16="http://schemas.microsoft.com/office/drawing/2014/main" id="{7B2A295C-0342-78BF-46E0-547E6621CDD8}"/>
                </a:ext>
              </a:extLst>
            </p:cNvPr>
            <p:cNvSpPr/>
            <p:nvPr/>
          </p:nvSpPr>
          <p:spPr>
            <a:xfrm>
              <a:off x="4523801" y="2552009"/>
              <a:ext cx="229459" cy="230898"/>
            </a:xfrm>
            <a:custGeom>
              <a:avLst/>
              <a:gdLst/>
              <a:ahLst/>
              <a:cxnLst/>
              <a:rect l="l" t="t" r="r" b="b"/>
              <a:pathLst>
                <a:path w="13231" h="13314" extrusionOk="0">
                  <a:moveTo>
                    <a:pt x="12820" y="1"/>
                  </a:moveTo>
                  <a:lnTo>
                    <a:pt x="0" y="12903"/>
                  </a:lnTo>
                  <a:cubicBezTo>
                    <a:pt x="904" y="13149"/>
                    <a:pt x="1808" y="13313"/>
                    <a:pt x="2876" y="13313"/>
                  </a:cubicBezTo>
                  <a:lnTo>
                    <a:pt x="2959" y="13313"/>
                  </a:lnTo>
                  <a:lnTo>
                    <a:pt x="13231" y="3041"/>
                  </a:lnTo>
                  <a:lnTo>
                    <a:pt x="13231" y="2877"/>
                  </a:lnTo>
                  <a:cubicBezTo>
                    <a:pt x="13231" y="1973"/>
                    <a:pt x="13149" y="987"/>
                    <a:pt x="128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5407;p67">
              <a:extLst>
                <a:ext uri="{FF2B5EF4-FFF2-40B4-BE49-F238E27FC236}">
                  <a16:creationId xmlns:a16="http://schemas.microsoft.com/office/drawing/2014/main" id="{59779C98-0E24-2F05-9E1C-85492B6FA4B7}"/>
                </a:ext>
              </a:extLst>
            </p:cNvPr>
            <p:cNvSpPr/>
            <p:nvPr/>
          </p:nvSpPr>
          <p:spPr>
            <a:xfrm>
              <a:off x="4434015" y="3060806"/>
              <a:ext cx="277914" cy="1058898"/>
            </a:xfrm>
            <a:custGeom>
              <a:avLst/>
              <a:gdLst/>
              <a:ahLst/>
              <a:cxnLst/>
              <a:rect l="l" t="t" r="r" b="b"/>
              <a:pathLst>
                <a:path w="16025" h="61058" extrusionOk="0">
                  <a:moveTo>
                    <a:pt x="8053" y="1"/>
                  </a:moveTo>
                  <a:cubicBezTo>
                    <a:pt x="7478" y="1"/>
                    <a:pt x="6985" y="247"/>
                    <a:pt x="6903" y="905"/>
                  </a:cubicBezTo>
                  <a:cubicBezTo>
                    <a:pt x="4602" y="12820"/>
                    <a:pt x="0" y="42404"/>
                    <a:pt x="6985" y="60401"/>
                  </a:cubicBezTo>
                  <a:cubicBezTo>
                    <a:pt x="7232" y="60894"/>
                    <a:pt x="7560" y="61058"/>
                    <a:pt x="8053" y="61058"/>
                  </a:cubicBezTo>
                  <a:cubicBezTo>
                    <a:pt x="8464" y="61058"/>
                    <a:pt x="8875" y="60894"/>
                    <a:pt x="9040" y="60401"/>
                  </a:cubicBezTo>
                  <a:cubicBezTo>
                    <a:pt x="16025" y="42404"/>
                    <a:pt x="11423" y="12820"/>
                    <a:pt x="9122" y="905"/>
                  </a:cubicBezTo>
                  <a:cubicBezTo>
                    <a:pt x="9040" y="247"/>
                    <a:pt x="8547" y="1"/>
                    <a:pt x="80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408;p67">
              <a:extLst>
                <a:ext uri="{FF2B5EF4-FFF2-40B4-BE49-F238E27FC236}">
                  <a16:creationId xmlns:a16="http://schemas.microsoft.com/office/drawing/2014/main" id="{5EFD8F06-21A6-A8A3-5453-3B0D15458D0F}"/>
                </a:ext>
              </a:extLst>
            </p:cNvPr>
            <p:cNvSpPr/>
            <p:nvPr/>
          </p:nvSpPr>
          <p:spPr>
            <a:xfrm>
              <a:off x="5300534" y="3943021"/>
              <a:ext cx="153932" cy="260814"/>
            </a:xfrm>
            <a:custGeom>
              <a:avLst/>
              <a:gdLst/>
              <a:ahLst/>
              <a:cxnLst/>
              <a:rect l="l" t="t" r="r" b="b"/>
              <a:pathLst>
                <a:path w="8876" h="15039" extrusionOk="0">
                  <a:moveTo>
                    <a:pt x="4356" y="0"/>
                  </a:moveTo>
                  <a:lnTo>
                    <a:pt x="1069" y="247"/>
                  </a:lnTo>
                  <a:cubicBezTo>
                    <a:pt x="1069" y="247"/>
                    <a:pt x="0" y="3205"/>
                    <a:pt x="1069" y="5670"/>
                  </a:cubicBezTo>
                  <a:cubicBezTo>
                    <a:pt x="2219" y="8136"/>
                    <a:pt x="3370" y="9615"/>
                    <a:pt x="4356" y="15038"/>
                  </a:cubicBezTo>
                  <a:cubicBezTo>
                    <a:pt x="5506" y="9450"/>
                    <a:pt x="6575" y="8053"/>
                    <a:pt x="7643" y="5670"/>
                  </a:cubicBezTo>
                  <a:cubicBezTo>
                    <a:pt x="8876" y="3205"/>
                    <a:pt x="7643" y="247"/>
                    <a:pt x="7643" y="247"/>
                  </a:cubicBezTo>
                  <a:lnTo>
                    <a:pt x="435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5409;p67">
              <a:extLst>
                <a:ext uri="{FF2B5EF4-FFF2-40B4-BE49-F238E27FC236}">
                  <a16:creationId xmlns:a16="http://schemas.microsoft.com/office/drawing/2014/main" id="{F2E51D5A-C481-3277-1E97-68FA7CD592FC}"/>
                </a:ext>
              </a:extLst>
            </p:cNvPr>
            <p:cNvSpPr/>
            <p:nvPr/>
          </p:nvSpPr>
          <p:spPr>
            <a:xfrm>
              <a:off x="5331890" y="3952993"/>
              <a:ext cx="92644" cy="152510"/>
            </a:xfrm>
            <a:custGeom>
              <a:avLst/>
              <a:gdLst/>
              <a:ahLst/>
              <a:cxnLst/>
              <a:rect l="l" t="t" r="r" b="b"/>
              <a:pathLst>
                <a:path w="5342" h="8794" extrusionOk="0">
                  <a:moveTo>
                    <a:pt x="658" y="0"/>
                  </a:moveTo>
                  <a:cubicBezTo>
                    <a:pt x="411" y="822"/>
                    <a:pt x="0" y="3041"/>
                    <a:pt x="658" y="4273"/>
                  </a:cubicBezTo>
                  <a:cubicBezTo>
                    <a:pt x="822" y="4684"/>
                    <a:pt x="904" y="5013"/>
                    <a:pt x="1151" y="5342"/>
                  </a:cubicBezTo>
                  <a:cubicBezTo>
                    <a:pt x="1644" y="6328"/>
                    <a:pt x="2137" y="7314"/>
                    <a:pt x="2712" y="8793"/>
                  </a:cubicBezTo>
                  <a:cubicBezTo>
                    <a:pt x="3205" y="7396"/>
                    <a:pt x="3698" y="6328"/>
                    <a:pt x="4191" y="5342"/>
                  </a:cubicBezTo>
                  <a:cubicBezTo>
                    <a:pt x="4438" y="5013"/>
                    <a:pt x="4520" y="4602"/>
                    <a:pt x="4767" y="4273"/>
                  </a:cubicBezTo>
                  <a:cubicBezTo>
                    <a:pt x="5342" y="3041"/>
                    <a:pt x="5013" y="822"/>
                    <a:pt x="48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5410;p67">
              <a:extLst>
                <a:ext uri="{FF2B5EF4-FFF2-40B4-BE49-F238E27FC236}">
                  <a16:creationId xmlns:a16="http://schemas.microsoft.com/office/drawing/2014/main" id="{1DBE8D5B-EBF4-271F-C311-4E6F63E363A9}"/>
                </a:ext>
              </a:extLst>
            </p:cNvPr>
            <p:cNvSpPr/>
            <p:nvPr/>
          </p:nvSpPr>
          <p:spPr>
            <a:xfrm>
              <a:off x="5337596" y="2865557"/>
              <a:ext cx="78388" cy="1093098"/>
            </a:xfrm>
            <a:custGeom>
              <a:avLst/>
              <a:gdLst/>
              <a:ahLst/>
              <a:cxnLst/>
              <a:rect l="l" t="t" r="r" b="b"/>
              <a:pathLst>
                <a:path w="4520" h="63030" extrusionOk="0">
                  <a:moveTo>
                    <a:pt x="2219" y="1"/>
                  </a:moveTo>
                  <a:cubicBezTo>
                    <a:pt x="1561" y="1"/>
                    <a:pt x="986" y="329"/>
                    <a:pt x="575" y="822"/>
                  </a:cubicBezTo>
                  <a:cubicBezTo>
                    <a:pt x="164" y="1398"/>
                    <a:pt x="0" y="1973"/>
                    <a:pt x="0" y="2712"/>
                  </a:cubicBezTo>
                  <a:lnTo>
                    <a:pt x="0" y="63030"/>
                  </a:lnTo>
                  <a:lnTo>
                    <a:pt x="4520" y="63030"/>
                  </a:lnTo>
                  <a:lnTo>
                    <a:pt x="4520" y="2712"/>
                  </a:lnTo>
                  <a:cubicBezTo>
                    <a:pt x="4520" y="1233"/>
                    <a:pt x="3451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5411;p67">
              <a:extLst>
                <a:ext uri="{FF2B5EF4-FFF2-40B4-BE49-F238E27FC236}">
                  <a16:creationId xmlns:a16="http://schemas.microsoft.com/office/drawing/2014/main" id="{E535F9C4-C557-C430-5AD3-7C54B0B3175D}"/>
                </a:ext>
              </a:extLst>
            </p:cNvPr>
            <p:cNvSpPr/>
            <p:nvPr/>
          </p:nvSpPr>
          <p:spPr>
            <a:xfrm>
              <a:off x="5314790" y="3836117"/>
              <a:ext cx="122577" cy="132237"/>
            </a:xfrm>
            <a:custGeom>
              <a:avLst/>
              <a:gdLst/>
              <a:ahLst/>
              <a:cxnLst/>
              <a:rect l="l" t="t" r="r" b="b"/>
              <a:pathLst>
                <a:path w="7068" h="7625" extrusionOk="0">
                  <a:moveTo>
                    <a:pt x="1315" y="1"/>
                  </a:moveTo>
                  <a:lnTo>
                    <a:pt x="0" y="7068"/>
                  </a:lnTo>
                  <a:cubicBezTo>
                    <a:pt x="1282" y="7456"/>
                    <a:pt x="2471" y="7624"/>
                    <a:pt x="3586" y="7624"/>
                  </a:cubicBezTo>
                  <a:cubicBezTo>
                    <a:pt x="4831" y="7624"/>
                    <a:pt x="5984" y="7415"/>
                    <a:pt x="7067" y="7068"/>
                  </a:cubicBezTo>
                  <a:lnTo>
                    <a:pt x="575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5412;p67">
              <a:extLst>
                <a:ext uri="{FF2B5EF4-FFF2-40B4-BE49-F238E27FC236}">
                  <a16:creationId xmlns:a16="http://schemas.microsoft.com/office/drawing/2014/main" id="{8C7BA2A1-6E4F-2E40-85C1-CBCC2D98E2C5}"/>
                </a:ext>
              </a:extLst>
            </p:cNvPr>
            <p:cNvSpPr/>
            <p:nvPr/>
          </p:nvSpPr>
          <p:spPr>
            <a:xfrm>
              <a:off x="5337596" y="2865557"/>
              <a:ext cx="78388" cy="135410"/>
            </a:xfrm>
            <a:custGeom>
              <a:avLst/>
              <a:gdLst/>
              <a:ahLst/>
              <a:cxnLst/>
              <a:rect l="l" t="t" r="r" b="b"/>
              <a:pathLst>
                <a:path w="4520" h="7808" extrusionOk="0">
                  <a:moveTo>
                    <a:pt x="2219" y="1"/>
                  </a:moveTo>
                  <a:cubicBezTo>
                    <a:pt x="1644" y="1"/>
                    <a:pt x="986" y="329"/>
                    <a:pt x="575" y="822"/>
                  </a:cubicBezTo>
                  <a:cubicBezTo>
                    <a:pt x="329" y="1233"/>
                    <a:pt x="0" y="1973"/>
                    <a:pt x="0" y="2712"/>
                  </a:cubicBezTo>
                  <a:lnTo>
                    <a:pt x="0" y="7397"/>
                  </a:lnTo>
                  <a:cubicBezTo>
                    <a:pt x="740" y="7725"/>
                    <a:pt x="1561" y="7807"/>
                    <a:pt x="2219" y="7807"/>
                  </a:cubicBezTo>
                  <a:cubicBezTo>
                    <a:pt x="2958" y="7807"/>
                    <a:pt x="3780" y="7643"/>
                    <a:pt x="4520" y="7397"/>
                  </a:cubicBezTo>
                  <a:lnTo>
                    <a:pt x="4520" y="2712"/>
                  </a:lnTo>
                  <a:cubicBezTo>
                    <a:pt x="4520" y="1233"/>
                    <a:pt x="3451" y="1"/>
                    <a:pt x="22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5413;p67">
              <a:extLst>
                <a:ext uri="{FF2B5EF4-FFF2-40B4-BE49-F238E27FC236}">
                  <a16:creationId xmlns:a16="http://schemas.microsoft.com/office/drawing/2014/main" id="{3D08445A-A0D1-7A73-756C-38D2C956373D}"/>
                </a:ext>
              </a:extLst>
            </p:cNvPr>
            <p:cNvSpPr/>
            <p:nvPr/>
          </p:nvSpPr>
          <p:spPr>
            <a:xfrm>
              <a:off x="3687200" y="3943021"/>
              <a:ext cx="156794" cy="260814"/>
            </a:xfrm>
            <a:custGeom>
              <a:avLst/>
              <a:gdLst/>
              <a:ahLst/>
              <a:cxnLst/>
              <a:rect l="l" t="t" r="r" b="b"/>
              <a:pathLst>
                <a:path w="9041" h="15039" extrusionOk="0">
                  <a:moveTo>
                    <a:pt x="4520" y="0"/>
                  </a:moveTo>
                  <a:lnTo>
                    <a:pt x="1233" y="247"/>
                  </a:lnTo>
                  <a:cubicBezTo>
                    <a:pt x="1233" y="247"/>
                    <a:pt x="1" y="3205"/>
                    <a:pt x="1233" y="5670"/>
                  </a:cubicBezTo>
                  <a:cubicBezTo>
                    <a:pt x="2384" y="8053"/>
                    <a:pt x="3370" y="9450"/>
                    <a:pt x="4520" y="15038"/>
                  </a:cubicBezTo>
                  <a:cubicBezTo>
                    <a:pt x="5589" y="9615"/>
                    <a:pt x="6657" y="8136"/>
                    <a:pt x="7807" y="5670"/>
                  </a:cubicBezTo>
                  <a:cubicBezTo>
                    <a:pt x="9040" y="3205"/>
                    <a:pt x="7807" y="247"/>
                    <a:pt x="7807" y="247"/>
                  </a:cubicBezTo>
                  <a:lnTo>
                    <a:pt x="45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5414;p67">
              <a:extLst>
                <a:ext uri="{FF2B5EF4-FFF2-40B4-BE49-F238E27FC236}">
                  <a16:creationId xmlns:a16="http://schemas.microsoft.com/office/drawing/2014/main" id="{56E9465D-9AAB-505B-345C-699B9D9D3943}"/>
                </a:ext>
              </a:extLst>
            </p:cNvPr>
            <p:cNvSpPr/>
            <p:nvPr/>
          </p:nvSpPr>
          <p:spPr>
            <a:xfrm>
              <a:off x="3719978" y="3952993"/>
              <a:ext cx="92661" cy="152510"/>
            </a:xfrm>
            <a:custGeom>
              <a:avLst/>
              <a:gdLst/>
              <a:ahLst/>
              <a:cxnLst/>
              <a:rect l="l" t="t" r="r" b="b"/>
              <a:pathLst>
                <a:path w="5343" h="8794" extrusionOk="0">
                  <a:moveTo>
                    <a:pt x="494" y="0"/>
                  </a:moveTo>
                  <a:cubicBezTo>
                    <a:pt x="247" y="822"/>
                    <a:pt x="1" y="3041"/>
                    <a:pt x="576" y="4273"/>
                  </a:cubicBezTo>
                  <a:cubicBezTo>
                    <a:pt x="823" y="4602"/>
                    <a:pt x="905" y="5013"/>
                    <a:pt x="1151" y="5342"/>
                  </a:cubicBezTo>
                  <a:cubicBezTo>
                    <a:pt x="1644" y="6328"/>
                    <a:pt x="2137" y="7396"/>
                    <a:pt x="2630" y="8793"/>
                  </a:cubicBezTo>
                  <a:cubicBezTo>
                    <a:pt x="3206" y="7314"/>
                    <a:pt x="3699" y="6328"/>
                    <a:pt x="4192" y="5342"/>
                  </a:cubicBezTo>
                  <a:cubicBezTo>
                    <a:pt x="4438" y="5013"/>
                    <a:pt x="4520" y="4684"/>
                    <a:pt x="4685" y="4273"/>
                  </a:cubicBezTo>
                  <a:cubicBezTo>
                    <a:pt x="5342" y="3041"/>
                    <a:pt x="4931" y="822"/>
                    <a:pt x="46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5415;p67">
              <a:extLst>
                <a:ext uri="{FF2B5EF4-FFF2-40B4-BE49-F238E27FC236}">
                  <a16:creationId xmlns:a16="http://schemas.microsoft.com/office/drawing/2014/main" id="{A99AF9F2-9A81-3AD4-7302-49D649838719}"/>
                </a:ext>
              </a:extLst>
            </p:cNvPr>
            <p:cNvSpPr/>
            <p:nvPr/>
          </p:nvSpPr>
          <p:spPr>
            <a:xfrm>
              <a:off x="3727107" y="2865557"/>
              <a:ext cx="78405" cy="1093098"/>
            </a:xfrm>
            <a:custGeom>
              <a:avLst/>
              <a:gdLst/>
              <a:ahLst/>
              <a:cxnLst/>
              <a:rect l="l" t="t" r="r" b="b"/>
              <a:pathLst>
                <a:path w="4521" h="63030" extrusionOk="0">
                  <a:moveTo>
                    <a:pt x="2219" y="1"/>
                  </a:moveTo>
                  <a:cubicBezTo>
                    <a:pt x="987" y="1"/>
                    <a:pt x="1" y="1233"/>
                    <a:pt x="1" y="2712"/>
                  </a:cubicBezTo>
                  <a:lnTo>
                    <a:pt x="1" y="63030"/>
                  </a:lnTo>
                  <a:lnTo>
                    <a:pt x="4520" y="63030"/>
                  </a:lnTo>
                  <a:lnTo>
                    <a:pt x="4520" y="2712"/>
                  </a:lnTo>
                  <a:cubicBezTo>
                    <a:pt x="4520" y="1973"/>
                    <a:pt x="4274" y="1233"/>
                    <a:pt x="3863" y="822"/>
                  </a:cubicBezTo>
                  <a:cubicBezTo>
                    <a:pt x="3452" y="329"/>
                    <a:pt x="2877" y="1"/>
                    <a:pt x="22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5416;p67">
              <a:extLst>
                <a:ext uri="{FF2B5EF4-FFF2-40B4-BE49-F238E27FC236}">
                  <a16:creationId xmlns:a16="http://schemas.microsoft.com/office/drawing/2014/main" id="{865EFE25-88EC-0C31-4948-E65E54438643}"/>
                </a:ext>
              </a:extLst>
            </p:cNvPr>
            <p:cNvSpPr/>
            <p:nvPr/>
          </p:nvSpPr>
          <p:spPr>
            <a:xfrm>
              <a:off x="3705740" y="3836117"/>
              <a:ext cx="122577" cy="132237"/>
            </a:xfrm>
            <a:custGeom>
              <a:avLst/>
              <a:gdLst/>
              <a:ahLst/>
              <a:cxnLst/>
              <a:rect l="l" t="t" r="r" b="b"/>
              <a:pathLst>
                <a:path w="7068" h="7625" extrusionOk="0">
                  <a:moveTo>
                    <a:pt x="1315" y="1"/>
                  </a:moveTo>
                  <a:lnTo>
                    <a:pt x="0" y="7068"/>
                  </a:lnTo>
                  <a:cubicBezTo>
                    <a:pt x="1084" y="7415"/>
                    <a:pt x="2213" y="7624"/>
                    <a:pt x="3449" y="7624"/>
                  </a:cubicBezTo>
                  <a:cubicBezTo>
                    <a:pt x="4555" y="7624"/>
                    <a:pt x="5747" y="7456"/>
                    <a:pt x="7067" y="7068"/>
                  </a:cubicBezTo>
                  <a:lnTo>
                    <a:pt x="57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5417;p67">
              <a:extLst>
                <a:ext uri="{FF2B5EF4-FFF2-40B4-BE49-F238E27FC236}">
                  <a16:creationId xmlns:a16="http://schemas.microsoft.com/office/drawing/2014/main" id="{5BEE7C43-0B7D-B945-BD5A-C5235F5C713D}"/>
                </a:ext>
              </a:extLst>
            </p:cNvPr>
            <p:cNvSpPr/>
            <p:nvPr/>
          </p:nvSpPr>
          <p:spPr>
            <a:xfrm>
              <a:off x="3727107" y="2865557"/>
              <a:ext cx="78405" cy="135410"/>
            </a:xfrm>
            <a:custGeom>
              <a:avLst/>
              <a:gdLst/>
              <a:ahLst/>
              <a:cxnLst/>
              <a:rect l="l" t="t" r="r" b="b"/>
              <a:pathLst>
                <a:path w="4521" h="7808" extrusionOk="0">
                  <a:moveTo>
                    <a:pt x="2219" y="1"/>
                  </a:moveTo>
                  <a:cubicBezTo>
                    <a:pt x="987" y="1"/>
                    <a:pt x="1" y="1233"/>
                    <a:pt x="1" y="2712"/>
                  </a:cubicBezTo>
                  <a:lnTo>
                    <a:pt x="1" y="7397"/>
                  </a:lnTo>
                  <a:cubicBezTo>
                    <a:pt x="740" y="7643"/>
                    <a:pt x="1562" y="7807"/>
                    <a:pt x="2219" y="7807"/>
                  </a:cubicBezTo>
                  <a:cubicBezTo>
                    <a:pt x="2959" y="7807"/>
                    <a:pt x="3781" y="7725"/>
                    <a:pt x="4520" y="7397"/>
                  </a:cubicBezTo>
                  <a:lnTo>
                    <a:pt x="4520" y="2712"/>
                  </a:lnTo>
                  <a:cubicBezTo>
                    <a:pt x="4520" y="1973"/>
                    <a:pt x="4274" y="1233"/>
                    <a:pt x="3863" y="822"/>
                  </a:cubicBezTo>
                  <a:cubicBezTo>
                    <a:pt x="3452" y="329"/>
                    <a:pt x="2877" y="1"/>
                    <a:pt x="22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8" name="Picture 37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68F0091D-CEF3-48CB-0CB4-F925C3175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223" y="0"/>
            <a:ext cx="6119106" cy="5143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D953CB0-508A-E09C-1825-7A57578D0F03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34</a:t>
            </a:r>
          </a:p>
        </p:txBody>
      </p:sp>
      <p:pic>
        <p:nvPicPr>
          <p:cNvPr id="3" name="Picture 2" descr="Black logo">
            <a:extLst>
              <a:ext uri="{FF2B5EF4-FFF2-40B4-BE49-F238E27FC236}">
                <a16:creationId xmlns:a16="http://schemas.microsoft.com/office/drawing/2014/main" id="{B610FABA-6813-4D8B-74B9-0DE3691E6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751" y="4563266"/>
            <a:ext cx="1967934" cy="715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045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77BDAC-0499-34DB-808D-7D85E4C2B95A}"/>
              </a:ext>
            </a:extLst>
          </p:cNvPr>
          <p:cNvSpPr txBox="1"/>
          <p:nvPr/>
        </p:nvSpPr>
        <p:spPr>
          <a:xfrm>
            <a:off x="3355484" y="632758"/>
            <a:ext cx="312990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solidFill>
                  <a:schemeClr val="bg1"/>
                </a:solidFill>
                <a:latin typeface="Big Shoulders Text"/>
              </a:rPr>
              <a:t>Thank You</a:t>
            </a:r>
          </a:p>
          <a:p>
            <a:endParaRPr lang="en-US" sz="4000">
              <a:solidFill>
                <a:schemeClr val="bg1"/>
              </a:solidFill>
              <a:latin typeface="Big Shoulders Text"/>
            </a:endParaRPr>
          </a:p>
          <a:p>
            <a:r>
              <a:rPr lang="en-US" sz="4000">
                <a:solidFill>
                  <a:schemeClr val="bg1"/>
                </a:solidFill>
                <a:latin typeface="Big Shoulders Text"/>
              </a:rPr>
              <a:t>Questions?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D8C70C-7386-C560-E786-83D651EAB3BD}"/>
              </a:ext>
            </a:extLst>
          </p:cNvPr>
          <p:cNvSpPr txBox="1"/>
          <p:nvPr/>
        </p:nvSpPr>
        <p:spPr>
          <a:xfrm>
            <a:off x="-14091" y="4835723"/>
            <a:ext cx="42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35</a:t>
            </a:r>
          </a:p>
        </p:txBody>
      </p:sp>
      <p:pic>
        <p:nvPicPr>
          <p:cNvPr id="4" name="Picture 3" descr="Black logo">
            <a:extLst>
              <a:ext uri="{FF2B5EF4-FFF2-40B4-BE49-F238E27FC236}">
                <a16:creationId xmlns:a16="http://schemas.microsoft.com/office/drawing/2014/main" id="{607ED058-1AAA-2DA0-F878-16518B55E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031" y="4760820"/>
            <a:ext cx="1467056" cy="533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80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C00EF-72E3-0486-C689-64E90EFA1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up slides </a:t>
            </a:r>
          </a:p>
        </p:txBody>
      </p:sp>
    </p:spTree>
    <p:extLst>
      <p:ext uri="{BB962C8B-B14F-4D97-AF65-F5344CB8AC3E}">
        <p14:creationId xmlns:p14="http://schemas.microsoft.com/office/powerpoint/2010/main" val="15703737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7BEFEA-5352-771A-F085-E075A6469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2565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3CB807-0EB8-69B1-8D8D-1AA78E646B06}"/>
              </a:ext>
            </a:extLst>
          </p:cNvPr>
          <p:cNvSpPr txBox="1"/>
          <p:nvPr/>
        </p:nvSpPr>
        <p:spPr>
          <a:xfrm>
            <a:off x="3124200" y="4256505"/>
            <a:ext cx="289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  <a:latin typeface="Big Shoulders Text"/>
              </a:rPr>
              <a:t>                     Fast Pyrolysis</a:t>
            </a:r>
          </a:p>
        </p:txBody>
      </p:sp>
    </p:spTree>
    <p:extLst>
      <p:ext uri="{BB962C8B-B14F-4D97-AF65-F5344CB8AC3E}">
        <p14:creationId xmlns:p14="http://schemas.microsoft.com/office/powerpoint/2010/main" val="31397439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A0070F6-8123-201E-CA70-E05E43B8AA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97768" y="816625"/>
            <a:ext cx="2526632" cy="190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E5C607-7B31-4A36-7FD3-C2C3E1FE8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619"/>
            <a:ext cx="9144000" cy="39260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38908F-5473-5987-8FDE-892A0FF5A045}"/>
              </a:ext>
            </a:extLst>
          </p:cNvPr>
          <p:cNvSpPr txBox="1"/>
          <p:nvPr/>
        </p:nvSpPr>
        <p:spPr>
          <a:xfrm>
            <a:off x="3252538" y="4099943"/>
            <a:ext cx="25386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Bio-Oil Stabilization Upgrade</a:t>
            </a:r>
          </a:p>
        </p:txBody>
      </p:sp>
    </p:spTree>
    <p:extLst>
      <p:ext uri="{BB962C8B-B14F-4D97-AF65-F5344CB8AC3E}">
        <p14:creationId xmlns:p14="http://schemas.microsoft.com/office/powerpoint/2010/main" val="12251868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2F499F-9787-C3CD-7512-FD72B5743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8343"/>
            <a:ext cx="9144000" cy="21184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3CACC2-D7B8-9B44-09F2-C328E11367CD}"/>
              </a:ext>
            </a:extLst>
          </p:cNvPr>
          <p:cNvSpPr txBox="1"/>
          <p:nvPr/>
        </p:nvSpPr>
        <p:spPr>
          <a:xfrm>
            <a:off x="3487822" y="3174848"/>
            <a:ext cx="15413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RP-1 Production</a:t>
            </a:r>
          </a:p>
        </p:txBody>
      </p:sp>
    </p:spTree>
    <p:extLst>
      <p:ext uri="{BB962C8B-B14F-4D97-AF65-F5344CB8AC3E}">
        <p14:creationId xmlns:p14="http://schemas.microsoft.com/office/powerpoint/2010/main" val="3047182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7DC99-BCCD-BB07-34EB-B0EAA47A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FF2D94-A10B-2C3D-C2CD-CDB231DB1EBA}"/>
              </a:ext>
            </a:extLst>
          </p:cNvPr>
          <p:cNvSpPr txBox="1"/>
          <p:nvPr/>
        </p:nvSpPr>
        <p:spPr>
          <a:xfrm>
            <a:off x="331940" y="255348"/>
            <a:ext cx="787260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References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F2B0CC-8062-E029-178F-A356413EFAE3}"/>
              </a:ext>
            </a:extLst>
          </p:cNvPr>
          <p:cNvSpPr txBox="1"/>
          <p:nvPr/>
        </p:nvSpPr>
        <p:spPr>
          <a:xfrm>
            <a:off x="174741" y="1011816"/>
            <a:ext cx="8907021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(1) Diebold, J. P.; Bridgwater, A. V. Overview of Fast Pyrolysis of Biomass for the Production of Liquid Fuels. </a:t>
            </a:r>
            <a:r>
              <a:rPr lang="en-US" b="1">
                <a:solidFill>
                  <a:schemeClr val="bg1"/>
                </a:solidFill>
              </a:rPr>
              <a:t>1997</a:t>
            </a:r>
            <a:r>
              <a:rPr lang="en-US">
                <a:solidFill>
                  <a:schemeClr val="bg1"/>
                </a:solidFill>
              </a:rPr>
              <a:t>, 5–23. </a:t>
            </a:r>
            <a:r>
              <a:rPr lang="en-US">
                <a:solidFill>
                  <a:schemeClr val="bg1"/>
                </a:solidFill>
                <a:hlinkClick r:id="rId2"/>
              </a:rPr>
              <a:t>https://doi.org/10.1007/978-94-009-1559-6_1</a:t>
            </a:r>
            <a:r>
              <a:rPr lang="en-US">
                <a:solidFill>
                  <a:schemeClr val="bg1"/>
                </a:solidFill>
              </a:rPr>
              <a:t>.</a:t>
            </a:r>
            <a:endParaRPr lang="en-US"/>
          </a:p>
          <a:p>
            <a:r>
              <a:rPr lang="en-US">
                <a:solidFill>
                  <a:schemeClr val="bg1"/>
                </a:solidFill>
              </a:rPr>
              <a:t>(2) Jones, S.; Holladay, J.; Valkenburg, C.; Stevens, D.; Walton, C.; </a:t>
            </a:r>
            <a:r>
              <a:rPr lang="en-US" err="1">
                <a:solidFill>
                  <a:schemeClr val="bg1"/>
                </a:solidFill>
              </a:rPr>
              <a:t>Kinchin</a:t>
            </a:r>
            <a:r>
              <a:rPr lang="en-US">
                <a:solidFill>
                  <a:schemeClr val="bg1"/>
                </a:solidFill>
              </a:rPr>
              <a:t>, C. </a:t>
            </a:r>
            <a:r>
              <a:rPr lang="en-US" i="1">
                <a:solidFill>
                  <a:schemeClr val="bg1"/>
                </a:solidFill>
              </a:rPr>
              <a:t>PNNL-18284 Production of Gasoline and Diesel from Biomass via Fast Pyrolysis, Hydrotreating and Hydrocracking: A Design Case</a:t>
            </a:r>
            <a:r>
              <a:rPr lang="en-US">
                <a:solidFill>
                  <a:schemeClr val="bg1"/>
                </a:solidFill>
              </a:rPr>
              <a:t>; 2009. </a:t>
            </a:r>
            <a:r>
              <a:rPr lang="en-US">
                <a:solidFill>
                  <a:schemeClr val="bg1"/>
                </a:solidFill>
                <a:hlinkClick r:id="rId3"/>
              </a:rPr>
              <a:t>https://www.pnnl.gov/main/publications/external/technical_reports/PNNL-18284.pdf</a:t>
            </a:r>
            <a:r>
              <a:rPr lang="en-US">
                <a:solidFill>
                  <a:schemeClr val="bg1"/>
                </a:solidFill>
              </a:rPr>
              <a:t>.</a:t>
            </a:r>
            <a:endParaRPr lang="en-US"/>
          </a:p>
          <a:p>
            <a:r>
              <a:rPr lang="en-US">
                <a:solidFill>
                  <a:schemeClr val="bg1"/>
                </a:solidFill>
              </a:rPr>
              <a:t>(3) </a:t>
            </a:r>
            <a:r>
              <a:rPr lang="en-US" err="1">
                <a:solidFill>
                  <a:schemeClr val="bg1"/>
                </a:solidFill>
              </a:rPr>
              <a:t>Khlystov</a:t>
            </a:r>
            <a:r>
              <a:rPr lang="en-US">
                <a:solidFill>
                  <a:schemeClr val="bg1"/>
                </a:solidFill>
              </a:rPr>
              <a:t>, N.; Markovitz, G. </a:t>
            </a:r>
            <a:r>
              <a:rPr lang="en-US" i="1">
                <a:solidFill>
                  <a:schemeClr val="bg1"/>
                </a:solidFill>
              </a:rPr>
              <a:t>Space is booming. Here’s how to embrace the $1.8 trillion opportunity</a:t>
            </a:r>
            <a:r>
              <a:rPr lang="en-US">
                <a:solidFill>
                  <a:schemeClr val="bg1"/>
                </a:solidFill>
              </a:rPr>
              <a:t>. World Economic Forum. https://www.weforum.org/stories/2024/04/space-economy-technology-invest-rocket-opportunity/.</a:t>
            </a:r>
          </a:p>
          <a:p>
            <a:r>
              <a:rPr lang="en-US"/>
              <a:t>‌</a:t>
            </a:r>
            <a:r>
              <a:rPr lang="en-US">
                <a:solidFill>
                  <a:schemeClr val="bg1"/>
                </a:solidFill>
              </a:rPr>
              <a:t>(4) </a:t>
            </a:r>
            <a:r>
              <a:rPr lang="en-US" err="1">
                <a:solidFill>
                  <a:schemeClr val="bg1"/>
                </a:solidFill>
              </a:rPr>
              <a:t>Parvari</a:t>
            </a:r>
            <a:r>
              <a:rPr lang="en-US">
                <a:solidFill>
                  <a:schemeClr val="bg1"/>
                </a:solidFill>
              </a:rPr>
              <a:t>, E.; Mahajan, D.; Hewitt, E. L. A Review of Biomass Pyrolysis for Production of Fuels: Chemistry, Processing, and Techno-Economic Analysis. </a:t>
            </a:r>
            <a:r>
              <a:rPr lang="en-US" i="1">
                <a:solidFill>
                  <a:schemeClr val="bg1"/>
                </a:solidFill>
              </a:rPr>
              <a:t>Biomass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lang="en-US" b="1">
                <a:solidFill>
                  <a:schemeClr val="bg1"/>
                </a:solidFill>
              </a:rPr>
              <a:t>2025</a:t>
            </a:r>
            <a:r>
              <a:rPr lang="en-US">
                <a:solidFill>
                  <a:schemeClr val="bg1"/>
                </a:solidFill>
              </a:rPr>
              <a:t>, </a:t>
            </a:r>
            <a:r>
              <a:rPr lang="en-US" i="1">
                <a:solidFill>
                  <a:schemeClr val="bg1"/>
                </a:solidFill>
              </a:rPr>
              <a:t>5</a:t>
            </a:r>
            <a:r>
              <a:rPr lang="en-US">
                <a:solidFill>
                  <a:schemeClr val="bg1"/>
                </a:solidFill>
              </a:rPr>
              <a:t> (3), 54. https://doi.org/10.3390/biomass5030054.</a:t>
            </a:r>
          </a:p>
          <a:p>
            <a:pPr algn="l">
              <a:buNone/>
            </a:pPr>
            <a:r>
              <a:rPr lang="en-US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(5) Rocha de Castro, D. A.; da Silva Ribeiro, H. J.; Hamoy Guerreiro, L. H.; Pinto Bernar, L.; Jonatan Bremer, S.; Costa Santo, M.; da Silva Almeida, H.; Duvoisin, S.; Pizarro Borges, L. E.; Teixeira Machado, N. Production of Fuel-like Fractions by Fractional Distillation of Bio-Oil from Açaí (Euterpe Oleracea Mart.) Seeds Pyrolysis. </a:t>
            </a:r>
            <a:r>
              <a:rPr lang="en-US" b="0" i="1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Energies</a:t>
            </a:r>
            <a:r>
              <a:rPr lang="en-US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b="1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2021</a:t>
            </a:r>
            <a:r>
              <a:rPr lang="en-US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, </a:t>
            </a:r>
            <a:r>
              <a:rPr lang="en-US" b="0" i="1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14</a:t>
            </a:r>
            <a:r>
              <a:rPr lang="en-US" b="0" i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 (13), 3713. https://doi.org/10.3390/en14133713.</a:t>
            </a:r>
          </a:p>
          <a:p>
            <a:pPr algn="l">
              <a:buNone/>
            </a:pPr>
            <a:r>
              <a:rPr lang="en-US" b="0" i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‌</a:t>
            </a:r>
          </a:p>
          <a:p>
            <a:pPr algn="l">
              <a:buNone/>
            </a:pPr>
            <a:endParaRPr lang="en-US" b="0" i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463793"/>
      </p:ext>
    </p:extLst>
  </p:cSld>
  <p:clrMapOvr>
    <a:masterClrMapping/>
  </p:clrMapOvr>
</p:sld>
</file>

<file path=ppt/theme/theme1.xml><?xml version="1.0" encoding="utf-8"?>
<a:theme xmlns:a="http://schemas.openxmlformats.org/drawingml/2006/main" name="Outer Space and Galaxie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41A2A"/>
      </a:accent1>
      <a:accent2>
        <a:srgbClr val="708EC0"/>
      </a:accent2>
      <a:accent3>
        <a:srgbClr val="D4DCFF"/>
      </a:accent3>
      <a:accent4>
        <a:srgbClr val="E7A662"/>
      </a:accent4>
      <a:accent5>
        <a:srgbClr val="FFD69C"/>
      </a:accent5>
      <a:accent6>
        <a:srgbClr val="F1C98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202cd47-7a56-4baa-99e3-e3b71a7c77dd}" enabled="0" method="" siteId="{e202cd47-7a56-4baa-99e3-e3b71a7c77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1140</Words>
  <Application>Microsoft Office PowerPoint</Application>
  <PresentationFormat>On-screen Show (16:9)</PresentationFormat>
  <Paragraphs>241</Paragraphs>
  <Slides>40</Slides>
  <Notes>8</Notes>
  <HiddenSlides>4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1" baseType="lpstr">
      <vt:lpstr>Wingdings</vt:lpstr>
      <vt:lpstr>Big Shoulders Text</vt:lpstr>
      <vt:lpstr>Calibri</vt:lpstr>
      <vt:lpstr>Trade Gothic Inline</vt:lpstr>
      <vt:lpstr>Arial</vt:lpstr>
      <vt:lpstr>Roboto Light</vt:lpstr>
      <vt:lpstr>Aharoni</vt:lpstr>
      <vt:lpstr>Roboto</vt:lpstr>
      <vt:lpstr>Courier New</vt:lpstr>
      <vt:lpstr>Cambria Math</vt:lpstr>
      <vt:lpstr>Outer Space and Galaxies by Slidesgo</vt:lpstr>
      <vt:lpstr>StarBound</vt:lpstr>
      <vt:lpstr>01</vt:lpstr>
      <vt:lpstr>Introduction</vt:lpstr>
      <vt:lpstr>Problem and Significance</vt:lpstr>
      <vt:lpstr>Supply-Demand Analysis</vt:lpstr>
      <vt:lpstr>Global Share</vt:lpstr>
      <vt:lpstr>Material Prices</vt:lpstr>
      <vt:lpstr>Sustainable RP-1 Price</vt:lpstr>
      <vt:lpstr>Competing Processes</vt:lpstr>
      <vt:lpstr>Standard Crude Oil</vt:lpstr>
      <vt:lpstr>PowerPoint Presentation</vt:lpstr>
      <vt:lpstr>Bio-Propane</vt:lpstr>
      <vt:lpstr>PowerPoint Presentation</vt:lpstr>
      <vt:lpstr>Bio–Liquid Hydrogen</vt:lpstr>
      <vt:lpstr>PowerPoint Presentation</vt:lpstr>
      <vt:lpstr>Plant Location  </vt:lpstr>
      <vt:lpstr>PowerPoint Presentation</vt:lpstr>
      <vt:lpstr>PowerPoint Presentation</vt:lpstr>
      <vt:lpstr>PowerPoint Presentation</vt:lpstr>
      <vt:lpstr>Chemistry</vt:lpstr>
      <vt:lpstr>Untreated bio-oil is a dark brown liquid with ~25% water that can’t be easily separated  Unstable in long term storage, and not miscible with any conventional hydrocarbon based fuels  </vt:lpstr>
      <vt:lpstr>Chemistry of Bio-Oil Upgrading</vt:lpstr>
      <vt:lpstr>BFD</vt:lpstr>
      <vt:lpstr>Process Overview</vt:lpstr>
      <vt:lpstr>PowerPoint Presentation</vt:lpstr>
      <vt:lpstr>Value Chain</vt:lpstr>
      <vt:lpstr>PFD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 up slides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StarBound</dc:title>
  <dc:creator>Aaron Casas</dc:creator>
  <cp:lastModifiedBy>Casas, Aaron</cp:lastModifiedBy>
  <cp:revision>1</cp:revision>
  <dcterms:modified xsi:type="dcterms:W3CDTF">2025-12-10T15:32:07Z</dcterms:modified>
</cp:coreProperties>
</file>