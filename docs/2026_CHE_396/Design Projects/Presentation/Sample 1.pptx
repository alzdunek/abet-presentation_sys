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3" r:id="rId4"/>
    <p:sldMasterId id="2147483719" r:id="rId5"/>
  </p:sldMasterIdLst>
  <p:notesMasterIdLst>
    <p:notesMasterId r:id="rId41"/>
  </p:notesMasterIdLst>
  <p:handoutMasterIdLst>
    <p:handoutMasterId r:id="rId42"/>
  </p:handoutMasterIdLst>
  <p:sldIdLst>
    <p:sldId id="256" r:id="rId6"/>
    <p:sldId id="258" r:id="rId7"/>
    <p:sldId id="411" r:id="rId8"/>
    <p:sldId id="402" r:id="rId9"/>
    <p:sldId id="345" r:id="rId10"/>
    <p:sldId id="419" r:id="rId11"/>
    <p:sldId id="421" r:id="rId12"/>
    <p:sldId id="422" r:id="rId13"/>
    <p:sldId id="423" r:id="rId14"/>
    <p:sldId id="424" r:id="rId15"/>
    <p:sldId id="410" r:id="rId16"/>
    <p:sldId id="405" r:id="rId17"/>
    <p:sldId id="406" r:id="rId18"/>
    <p:sldId id="409" r:id="rId19"/>
    <p:sldId id="413" r:id="rId20"/>
    <p:sldId id="414" r:id="rId21"/>
    <p:sldId id="367" r:id="rId22"/>
    <p:sldId id="364" r:id="rId23"/>
    <p:sldId id="363" r:id="rId24"/>
    <p:sldId id="365" r:id="rId25"/>
    <p:sldId id="420" r:id="rId26"/>
    <p:sldId id="350" r:id="rId27"/>
    <p:sldId id="427" r:id="rId28"/>
    <p:sldId id="313" r:id="rId29"/>
    <p:sldId id="398" r:id="rId30"/>
    <p:sldId id="412" r:id="rId31"/>
    <p:sldId id="395" r:id="rId32"/>
    <p:sldId id="416" r:id="rId33"/>
    <p:sldId id="415" r:id="rId34"/>
    <p:sldId id="417" r:id="rId35"/>
    <p:sldId id="418" r:id="rId36"/>
    <p:sldId id="429" r:id="rId37"/>
    <p:sldId id="430" r:id="rId38"/>
    <p:sldId id="431" r:id="rId39"/>
    <p:sldId id="428" r:id="rId40"/>
  </p:sldIdLst>
  <p:sldSz cx="9144000" cy="5143500" type="screen16x9"/>
  <p:notesSz cx="6858000" cy="9144000"/>
  <p:embeddedFontLst>
    <p:embeddedFont>
      <p:font typeface="Aptos" panose="020B0004020202020204" pitchFamily="34" charset="0"/>
      <p:regular r:id="rId43"/>
      <p:bold r:id="rId44"/>
      <p:italic r:id="rId45"/>
      <p:boldItalic r:id="rId46"/>
    </p:embeddedFont>
    <p:embeddedFont>
      <p:font typeface="Aptos Display" panose="020B0004020202020204" pitchFamily="34" charset="0"/>
      <p:regular r:id="rId47"/>
      <p:bold r:id="rId48"/>
      <p:italic r:id="rId49"/>
      <p:boldItalic r:id="rId50"/>
    </p:embeddedFon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Lato" panose="020F0502020204030203" pitchFamily="34" charset="0"/>
      <p:regular r:id="rId55"/>
      <p:bold r:id="rId56"/>
      <p:italic r:id="rId57"/>
      <p:boldItalic r:id="rId58"/>
    </p:embeddedFont>
    <p:embeddedFont>
      <p:font typeface="Lato Black" panose="020F0502020204030203" pitchFamily="34" charset="0"/>
      <p:bold r:id="rId59"/>
      <p:boldItalic r:id="rId60"/>
    </p:embeddedFont>
    <p:embeddedFont>
      <p:font typeface="Poppins Black" panose="00000A00000000000000" pitchFamily="2" charset="0"/>
      <p:bold r:id="rId61"/>
      <p:boldItalic r:id="rId62"/>
    </p:embeddedFont>
    <p:embeddedFont>
      <p:font typeface="Poppins Medium" panose="00000600000000000000" pitchFamily="2" charset="0"/>
      <p:regular r:id="rId63"/>
      <p: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over Slide" id="{CCF922B4-2B95-44BE-89E6-3B4F11F9134A}">
          <p14:sldIdLst>
            <p14:sldId id="256"/>
            <p14:sldId id="258"/>
          </p14:sldIdLst>
        </p14:section>
        <p14:section name="Introduction" id="{B0DB88F7-9EF6-4A10-B229-BA5B6A28DDA9}">
          <p14:sldIdLst>
            <p14:sldId id="411"/>
            <p14:sldId id="402"/>
            <p14:sldId id="345"/>
            <p14:sldId id="419"/>
            <p14:sldId id="421"/>
            <p14:sldId id="422"/>
            <p14:sldId id="423"/>
            <p14:sldId id="424"/>
          </p14:sldIdLst>
        </p14:section>
        <p14:section name="Competing Processes" id="{076966F0-85C9-41EB-93DD-CFA7CCB4AD4A}">
          <p14:sldIdLst>
            <p14:sldId id="410"/>
            <p14:sldId id="405"/>
            <p14:sldId id="406"/>
            <p14:sldId id="409"/>
            <p14:sldId id="413"/>
          </p14:sldIdLst>
        </p14:section>
        <p14:section name="Chosen Process &amp; PFD" id="{99CD8267-04BD-405B-B0D5-709F44023C89}">
          <p14:sldIdLst>
            <p14:sldId id="414"/>
            <p14:sldId id="367"/>
            <p14:sldId id="364"/>
            <p14:sldId id="363"/>
            <p14:sldId id="365"/>
          </p14:sldIdLst>
        </p14:section>
        <p14:section name="Appendix" id="{79247A6B-7FB4-40D3-B5D5-2D4B63B01499}">
          <p14:sldIdLst>
            <p14:sldId id="420"/>
            <p14:sldId id="350"/>
            <p14:sldId id="427"/>
            <p14:sldId id="313"/>
            <p14:sldId id="398"/>
            <p14:sldId id="412"/>
            <p14:sldId id="395"/>
          </p14:sldIdLst>
        </p14:section>
        <p14:section name="Extra Slides" id="{B9CA0607-73FF-4E05-88B1-8ED70A43E12F}">
          <p14:sldIdLst>
            <p14:sldId id="416"/>
            <p14:sldId id="415"/>
            <p14:sldId id="417"/>
            <p14:sldId id="418"/>
            <p14:sldId id="429"/>
            <p14:sldId id="430"/>
            <p14:sldId id="431"/>
            <p14:sldId id="4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7C00"/>
    <a:srgbClr val="FCB1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05CC8-FB75-4FF6-B62B-21C815A73F1C}" v="6671" dt="2025-12-10T15:33:52.898"/>
    <p1510:client id="{67F85EB4-B5F7-4C6B-B2B7-C6D0712FD45C}" v="1446" dt="2025-12-10T07:43:09.480"/>
    <p1510:client id="{89B50AF1-51AA-4D1C-930C-48DFE27E8D79}" v="1229" dt="2025-12-10T01:43:15.429"/>
    <p1510:client id="{E7A917F9-8597-4D5E-873E-C58BF55F5B9A}" v="785" dt="2025-12-10T05:01:03.485"/>
    <p1510:client id="{FEA626D9-0D74-684D-AAD2-53D3F6AC6301}" v="61" dt="2025-12-10T14:34:33.205"/>
  </p1510:revLst>
</p1510:revInfo>
</file>

<file path=ppt/tableStyles.xml><?xml version="1.0" encoding="utf-8"?>
<a:tblStyleLst xmlns:a="http://schemas.openxmlformats.org/drawingml/2006/main" def="{24D4B97D-5B10-4B96-80DC-3109EF78DCED}">
  <a:tblStyle styleId="{24D4B97D-5B10-4B96-80DC-3109EF78DC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1" d="100"/>
          <a:sy n="111" d="100"/>
        </p:scale>
        <p:origin x="773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font" Target="fonts/font21.fntdata"/><Relationship Id="rId68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61" Type="http://schemas.openxmlformats.org/officeDocument/2006/relationships/font" Target="fonts/font19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font" Target="fonts/font18.fntdata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font" Target="fonts/font22.fntdata"/><Relationship Id="rId69" Type="http://schemas.microsoft.com/office/2015/10/relationships/revisionInfo" Target="revisionInfo.xml"/><Relationship Id="rId8" Type="http://schemas.openxmlformats.org/officeDocument/2006/relationships/slide" Target="slides/slide3.xml"/><Relationship Id="rId51" Type="http://schemas.openxmlformats.org/officeDocument/2006/relationships/font" Target="fonts/font9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font" Target="fonts/font4.fntdata"/><Relationship Id="rId59" Type="http://schemas.openxmlformats.org/officeDocument/2006/relationships/font" Target="fonts/font17.fntdata"/><Relationship Id="rId67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2.fntdata"/><Relationship Id="rId62" Type="http://schemas.openxmlformats.org/officeDocument/2006/relationships/font" Target="fonts/font20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bg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SAF</a:t>
            </a:r>
            <a:r>
              <a:rPr lang="en-US" sz="1600" b="1" baseline="0">
                <a:solidFill>
                  <a:schemeClr val="bg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Market Growth (2025 – 2030) </a:t>
            </a:r>
            <a:endParaRPr lang="en-US" sz="1600" b="1">
              <a:solidFill>
                <a:schemeClr val="bg2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c:rich>
      </c:tx>
      <c:layout>
        <c:manualLayout>
          <c:xMode val="edge"/>
          <c:yMode val="edge"/>
          <c:x val="0.20588905233377267"/>
          <c:y val="3.35621674031942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2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>
              <a:contourClr>
                <a:schemeClr val="tx2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2.06</c:v>
                </c:pt>
                <c:pt idx="1">
                  <c:v>3.41</c:v>
                </c:pt>
                <c:pt idx="2">
                  <c:v>5.65</c:v>
                </c:pt>
                <c:pt idx="3">
                  <c:v>9.36</c:v>
                </c:pt>
                <c:pt idx="4">
                  <c:v>15.52</c:v>
                </c:pt>
                <c:pt idx="5">
                  <c:v>25.62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DB-49EB-876C-CF4B100727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1464727"/>
        <c:axId val="111466887"/>
        <c:axId val="0"/>
      </c:bar3DChart>
      <c:catAx>
        <c:axId val="11146472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466887"/>
        <c:crosses val="autoZero"/>
        <c:auto val="1"/>
        <c:lblAlgn val="ctr"/>
        <c:lblOffset val="100"/>
        <c:noMultiLvlLbl val="0"/>
      </c:catAx>
      <c:valAx>
        <c:axId val="111466887"/>
        <c:scaling>
          <c:orientation val="minMax"/>
          <c:max val="25"/>
          <c:min val="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defRPr>
                </a:pPr>
                <a:r>
                  <a:rPr lang="en-US">
                    <a:solidFill>
                      <a:schemeClr val="bg2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Market Size Growth (Billion USD) </a:t>
                </a:r>
              </a:p>
            </c:rich>
          </c:tx>
          <c:layout>
            <c:manualLayout>
              <c:xMode val="edge"/>
              <c:yMode val="edge"/>
              <c:x val="3.5271906626750692E-2"/>
              <c:y val="0.277224704532288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464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Aviation</a:t>
            </a:r>
            <a:r>
              <a:rPr lang="en-US" sz="1600" b="1" baseline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Fuel Market (Current vs Future)</a:t>
            </a:r>
            <a:r>
              <a:rPr lang="en-US" sz="1600" b="1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US" sz="1600" b="1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c:rich>
      </c:tx>
      <c:layout>
        <c:manualLayout>
          <c:xMode val="edge"/>
          <c:yMode val="edge"/>
          <c:x val="0.1671372786859982"/>
          <c:y val="3.74345725281972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 w="25400">
          <a:noFill/>
        </a:ln>
        <a:effectLst/>
        <a:sp3d/>
      </c:spPr>
    </c:sideWall>
    <c:backWall>
      <c:thickness val="0"/>
      <c:spPr>
        <a:noFill/>
        <a:ln w="25400"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Aviation Fuel Market</c:v>
                </c:pt>
              </c:strCache>
            </c:strRef>
          </c:tx>
          <c:spPr>
            <a:solidFill>
              <a:srgbClr val="F27C00"/>
            </a:solidFill>
            <a:ln>
              <a:solidFill>
                <a:schemeClr val="tx2"/>
              </a:solidFill>
            </a:ln>
            <a:effectLst/>
            <a:scene3d>
              <a:camera prst="orthographicFront"/>
              <a:lightRig rig="threePt" dir="t"/>
            </a:scene3d>
            <a:sp3d prstMaterial="matte">
              <a:contourClr>
                <a:schemeClr val="tx2"/>
              </a:contourClr>
            </a:sp3d>
          </c:spPr>
          <c:invertIfNegative val="0"/>
          <c:dLbls>
            <c:dLbl>
              <c:idx val="0"/>
              <c:layout>
                <c:manualLayout>
                  <c:x val="-2.6305181952029542E-3"/>
                  <c:y val="-4.0234496071843567E-2"/>
                </c:manualLayout>
              </c:layout>
              <c:tx>
                <c:rich>
                  <a:bodyPr/>
                  <a:lstStyle/>
                  <a:p>
                    <a:r>
                      <a:rPr lang="en-US" sz="900">
                        <a:solidFill>
                          <a:schemeClr val="tx2"/>
                        </a:solidFill>
                      </a:rPr>
                      <a:t>JET</a:t>
                    </a:r>
                    <a:r>
                      <a:rPr lang="en-US" sz="900" baseline="0">
                        <a:solidFill>
                          <a:schemeClr val="tx2"/>
                        </a:solidFill>
                      </a:rPr>
                      <a:t> A</a:t>
                    </a:r>
                    <a:endParaRPr lang="en-US" sz="900">
                      <a:solidFill>
                        <a:schemeClr val="tx2"/>
                      </a:solidFill>
                    </a:endParaRP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0470719729828916E-2"/>
                      <c:h val="5.6194363878385813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AEED-4EA7-9083-347FAB1425B9}"/>
                </c:ext>
              </c:extLst>
            </c:dLbl>
            <c:dLbl>
              <c:idx val="1"/>
              <c:layout>
                <c:manualLayout>
                  <c:x val="1.041666666666659E-2"/>
                  <c:y val="-4.6875E-2"/>
                </c:manualLayout>
              </c:layout>
              <c:tx>
                <c:rich>
                  <a:bodyPr/>
                  <a:lstStyle/>
                  <a:p>
                    <a:r>
                      <a:rPr lang="en-US" sz="900" b="0">
                        <a:ln>
                          <a:solidFill>
                            <a:srgbClr val="000000"/>
                          </a:solidFill>
                        </a:ln>
                        <a:solidFill>
                          <a:schemeClr val="tx2"/>
                        </a:solidFill>
                      </a:rPr>
                      <a:t>SA</a:t>
                    </a:r>
                    <a:r>
                      <a:rPr lang="en-US" sz="900">
                        <a:solidFill>
                          <a:schemeClr val="tx2"/>
                        </a:solidFill>
                      </a:rPr>
                      <a:t>F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EED-4EA7-9083-347FAB1425B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>
                        <a:solidFill>
                          <a:schemeClr val="bg2"/>
                        </a:solidFill>
                      </a:rPr>
                      <a:t>SAF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EED-4EA7-9083-347FAB1425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ln>
                      <a:solidFill>
                        <a:srgbClr val="000000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2025</c:v>
                </c:pt>
                <c:pt idx="1">
                  <c:v>2025</c:v>
                </c:pt>
                <c:pt idx="2">
                  <c:v>2050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</c:v>
                </c:pt>
                <c:pt idx="1">
                  <c:v>2.6</c:v>
                </c:pt>
                <c:pt idx="2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ED-4EA7-9083-347FAB1425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68380488"/>
        <c:axId val="968371848"/>
        <c:axId val="0"/>
      </c:bar3DChart>
      <c:catAx>
        <c:axId val="9683804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>
                    <a:solidFill>
                      <a:srgbClr val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Year</a:t>
                </a:r>
              </a:p>
            </c:rich>
          </c:tx>
          <c:layout>
            <c:manualLayout>
              <c:xMode val="edge"/>
              <c:yMode val="edge"/>
              <c:x val="0.45869178144048706"/>
              <c:y val="0.8998126080117598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371848"/>
        <c:crosses val="autoZero"/>
        <c:auto val="1"/>
        <c:lblAlgn val="ctr"/>
        <c:lblOffset val="100"/>
        <c:noMultiLvlLbl val="0"/>
      </c:catAx>
      <c:valAx>
        <c:axId val="968371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>
                    <a:solidFill>
                      <a:srgbClr val="000000"/>
                    </a:solidFill>
                  </a:rPr>
                  <a:t>Market Size (Billion USD)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380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srgbClr val="020E2F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GHG % Reduction for LanzaTech Feedstocks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20E2F"/>
                </a:solidFill>
              </a:defRPr>
            </a:pPr>
            <a:endParaRPr lang="en-US" sz="1400" b="1">
              <a:solidFill>
                <a:schemeClr val="bg2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c:rich>
      </c:tx>
      <c:layout>
        <c:manualLayout>
          <c:xMode val="edge"/>
          <c:yMode val="edge"/>
          <c:x val="0.17694757707316305"/>
          <c:y val="7.17220427612297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srgbClr val="020E2F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%Reducations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2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p3d>
              <a:contourClr>
                <a:schemeClr val="tx2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BOF gas</c:v>
                </c:pt>
                <c:pt idx="1">
                  <c:v>Corn stover</c:v>
                </c:pt>
                <c:pt idx="2">
                  <c:v>Switchgrass</c:v>
                </c:pt>
                <c:pt idx="3">
                  <c:v>Forest residue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92</c:v>
                </c:pt>
                <c:pt idx="2">
                  <c:v>88</c:v>
                </c:pt>
                <c:pt idx="3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C4-4A16-BDED-685D34DCE9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11464727"/>
        <c:axId val="111466887"/>
        <c:axId val="0"/>
      </c:bar3DChart>
      <c:catAx>
        <c:axId val="11146472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pPr>
            <a:endParaRPr lang="en-US"/>
          </a:p>
        </c:txPr>
        <c:crossAx val="111466887"/>
        <c:crosses val="autoZero"/>
        <c:auto val="1"/>
        <c:lblAlgn val="ctr"/>
        <c:lblOffset val="100"/>
        <c:noMultiLvlLbl val="0"/>
      </c:catAx>
      <c:valAx>
        <c:axId val="111466887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defRPr>
                </a:pPr>
                <a:r>
                  <a:rPr lang="en-US" b="1">
                    <a:solidFill>
                      <a:schemeClr val="tx2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%</a:t>
                </a:r>
                <a:r>
                  <a:rPr lang="en-US" b="1" baseline="0">
                    <a:solidFill>
                      <a:schemeClr val="tx2"/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 Reduction in GHG Emissions</a:t>
                </a:r>
                <a:endParaRPr lang="en-US" b="1">
                  <a:solidFill>
                    <a:schemeClr val="tx2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endParaRPr>
              </a:p>
            </c:rich>
          </c:tx>
          <c:layout>
            <c:manualLayout>
              <c:xMode val="edge"/>
              <c:yMode val="edge"/>
              <c:x val="3.7903058066216258E-2"/>
              <c:y val="0.230258802885264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defRPr>
            </a:pPr>
            <a:endParaRPr lang="en-US"/>
          </a:p>
        </c:txPr>
        <c:crossAx val="111464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RINs</a:t>
            </a:r>
            <a:r>
              <a:rPr lang="en-US" sz="1600" b="1" baseline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+ 45Z: Total Credit Impact</a:t>
            </a:r>
            <a:endParaRPr lang="en-US" sz="1600" b="1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c:rich>
      </c:tx>
      <c:layout>
        <c:manualLayout>
          <c:xMode val="edge"/>
          <c:yMode val="edge"/>
          <c:x val="0.19838730314960629"/>
          <c:y val="2.76377315990377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 w="25400">
          <a:noFill/>
        </a:ln>
        <a:effectLst/>
        <a:sp3d/>
      </c:spPr>
    </c:sideWall>
    <c:backWall>
      <c:thickness val="0"/>
      <c:spPr>
        <a:noFill/>
        <a:ln w="25400"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rgbClr val="F27C00"/>
            </a:solidFill>
            <a:ln>
              <a:solidFill>
                <a:schemeClr val="tx2"/>
              </a:solidFill>
            </a:ln>
            <a:effectLst/>
            <a:scene3d>
              <a:camera prst="orthographicFront"/>
              <a:lightRig rig="threePt" dir="t"/>
            </a:scene3d>
            <a:sp3d prstMaterial="matte">
              <a:contourClr>
                <a:schemeClr val="tx2"/>
              </a:contourClr>
            </a:sp3d>
          </c:spPr>
          <c:invertIfNegative val="0"/>
          <c:dLbls>
            <c:dLbl>
              <c:idx val="0"/>
              <c:layout>
                <c:manualLayout>
                  <c:x val="-1.067913385826829E-3"/>
                  <c:y val="-4.676568110784417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ln>
                          <a:solidFill>
                            <a:srgbClr val="000000"/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>
                        <a:solidFill>
                          <a:schemeClr val="tx2"/>
                        </a:solidFill>
                      </a:rPr>
                      <a:t>$</a:t>
                    </a:r>
                    <a:r>
                      <a:rPr lang="en-US" sz="900">
                        <a:solidFill>
                          <a:schemeClr val="tx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a:t>2.40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ln>
                        <a:solidFill>
                          <a:srgbClr val="000000"/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484571850393702"/>
                      <c:h val="7.578821777862916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0-88E2-43C3-B06A-E1EFC6112522}"/>
                </c:ext>
              </c:extLst>
            </c:dLbl>
            <c:dLbl>
              <c:idx val="1"/>
              <c:layout>
                <c:manualLayout>
                  <c:x val="1.0415846456692341E-3"/>
                  <c:y val="-4.68750924081928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8E2-43C3-B06A-E1EFC611252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>
                        <a:solidFill>
                          <a:schemeClr val="bg2"/>
                        </a:solidFill>
                      </a:rPr>
                      <a:t>$4.15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8E2-43C3-B06A-E1EFC61125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ln>
                      <a:solidFill>
                        <a:srgbClr val="000000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RINs (D3)</c:v>
                </c:pt>
                <c:pt idx="1">
                  <c:v>45Z Tax Credit</c:v>
                </c:pt>
                <c:pt idx="2">
                  <c:v>TOTAL Impact</c:v>
                </c:pt>
              </c:strCache>
            </c:strRef>
          </c:cat>
          <c:val>
            <c:numRef>
              <c:f>Sheet1!$B$2:$B$5</c:f>
              <c:numCache>
                <c:formatCode>"$"#,##0.00_);[Red]\("$"#,##0.00\)</c:formatCode>
                <c:ptCount val="4"/>
                <c:pt idx="0">
                  <c:v>2.4</c:v>
                </c:pt>
                <c:pt idx="1">
                  <c:v>1.75</c:v>
                </c:pt>
                <c:pt idx="2">
                  <c:v>4.1500000000000004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E2-43C3-B06A-E1EFC61125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2"/>
        <c:shape val="box"/>
        <c:axId val="968380488"/>
        <c:axId val="968371848"/>
        <c:axId val="0"/>
      </c:bar3DChart>
      <c:catAx>
        <c:axId val="968380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371848"/>
        <c:crosses val="autoZero"/>
        <c:auto val="1"/>
        <c:lblAlgn val="ctr"/>
        <c:lblOffset val="100"/>
        <c:noMultiLvlLbl val="0"/>
      </c:catAx>
      <c:valAx>
        <c:axId val="968371848"/>
        <c:scaling>
          <c:orientation val="minMax"/>
          <c:max val="4.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>
                    <a:solidFill>
                      <a:srgbClr val="000000"/>
                    </a:solidFill>
                  </a:rPr>
                  <a:t>Dollars</a:t>
                </a:r>
                <a:r>
                  <a:rPr lang="en-US" b="1" baseline="0">
                    <a:solidFill>
                      <a:srgbClr val="000000"/>
                    </a:solidFill>
                  </a:rPr>
                  <a:t> per Gallon</a:t>
                </a:r>
                <a:endParaRPr lang="en-US" b="1">
                  <a:solidFill>
                    <a:srgbClr val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380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1EB390-E014-6D7C-5E4C-D4E47CD1BF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70C71-B67B-3837-4A59-CA0BC63E5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967EE-2521-479C-892A-4C13B8EBE6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1DACB7-99C2-C985-D0B4-CD78627507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0645D-6A8F-A9D9-06D0-9DE035861A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8BC18-B2C8-4024-B450-9F22BE0DC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0819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f6178a986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25" name="Google Shape;625;gf6178a986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e4a403257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40" name="Google Shape;640;ge4a403257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12DCA78C-0899-57A8-6CAB-6504AA09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f809162eb1_0_39:notes">
            <a:extLst>
              <a:ext uri="{FF2B5EF4-FFF2-40B4-BE49-F238E27FC236}">
                <a16:creationId xmlns:a16="http://schemas.microsoft.com/office/drawing/2014/main" id="{D6653B01-C1D2-D554-9BF3-450469341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09" name="Google Shape;1209;gf809162eb1_0_39:notes">
            <a:extLst>
              <a:ext uri="{FF2B5EF4-FFF2-40B4-BE49-F238E27FC236}">
                <a16:creationId xmlns:a16="http://schemas.microsoft.com/office/drawing/2014/main" id="{62CCED35-39A1-ECCF-58C5-A3A62E8110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565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7">
          <a:extLst>
            <a:ext uri="{FF2B5EF4-FFF2-40B4-BE49-F238E27FC236}">
              <a16:creationId xmlns:a16="http://schemas.microsoft.com/office/drawing/2014/main" id="{1D8F6718-64EA-B0FB-BD05-9F8679D27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g11168064598_0_174:notes">
            <a:extLst>
              <a:ext uri="{FF2B5EF4-FFF2-40B4-BE49-F238E27FC236}">
                <a16:creationId xmlns:a16="http://schemas.microsoft.com/office/drawing/2014/main" id="{A799B726-0469-15B6-FE35-B521E9E0D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199" name="Google Shape;2199;g11168064598_0_174:notes">
            <a:extLst>
              <a:ext uri="{FF2B5EF4-FFF2-40B4-BE49-F238E27FC236}">
                <a16:creationId xmlns:a16="http://schemas.microsoft.com/office/drawing/2014/main" id="{032947C2-CE37-1DDF-6913-56DEFB5EA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9579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>
          <a:extLst>
            <a:ext uri="{FF2B5EF4-FFF2-40B4-BE49-F238E27FC236}">
              <a16:creationId xmlns:a16="http://schemas.microsoft.com/office/drawing/2014/main" id="{8272D32F-0E55-ED84-A074-D45655D83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11015b5f7f7_0_94:notes">
            <a:extLst>
              <a:ext uri="{FF2B5EF4-FFF2-40B4-BE49-F238E27FC236}">
                <a16:creationId xmlns:a16="http://schemas.microsoft.com/office/drawing/2014/main" id="{1C84CA05-74CB-39E2-C0BA-B4A0DF8C39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16" name="Google Shape;716;g11015b5f7f7_0_94:notes">
            <a:extLst>
              <a:ext uri="{FF2B5EF4-FFF2-40B4-BE49-F238E27FC236}">
                <a16:creationId xmlns:a16="http://schemas.microsoft.com/office/drawing/2014/main" id="{043CEC55-53B5-017D-637B-1A870C45E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1098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7FF50CB3-3250-0E1C-2E3D-95A22023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e29a498e76_0_0:notes">
            <a:extLst>
              <a:ext uri="{FF2B5EF4-FFF2-40B4-BE49-F238E27FC236}">
                <a16:creationId xmlns:a16="http://schemas.microsoft.com/office/drawing/2014/main" id="{F8A3CE99-3C8B-55F8-CE52-565F18CF9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8" name="Google Shape;668;ge29a498e76_0_0:notes">
            <a:extLst>
              <a:ext uri="{FF2B5EF4-FFF2-40B4-BE49-F238E27FC236}">
                <a16:creationId xmlns:a16="http://schemas.microsoft.com/office/drawing/2014/main" id="{0E69F107-7D95-EBC0-F163-BE7A42EF50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4559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B3A03333-F895-8A84-740F-085B9288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e29a498e76_0_0:notes">
            <a:extLst>
              <a:ext uri="{FF2B5EF4-FFF2-40B4-BE49-F238E27FC236}">
                <a16:creationId xmlns:a16="http://schemas.microsoft.com/office/drawing/2014/main" id="{BD5A52FD-6001-A4BD-E41E-479F5F1AE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8" name="Google Shape;668;ge29a498e76_0_0:notes">
            <a:extLst>
              <a:ext uri="{FF2B5EF4-FFF2-40B4-BE49-F238E27FC236}">
                <a16:creationId xmlns:a16="http://schemas.microsoft.com/office/drawing/2014/main" id="{229836A9-59B3-2CBE-AFE5-3E99E4155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054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2929E804-DD17-B81B-58E6-F0E49A7DE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e29a498e76_0_0:notes">
            <a:extLst>
              <a:ext uri="{FF2B5EF4-FFF2-40B4-BE49-F238E27FC236}">
                <a16:creationId xmlns:a16="http://schemas.microsoft.com/office/drawing/2014/main" id="{8071F089-BC9B-2088-7D0F-6A73A59B1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8" name="Google Shape;668;ge29a498e76_0_0:notes">
            <a:extLst>
              <a:ext uri="{FF2B5EF4-FFF2-40B4-BE49-F238E27FC236}">
                <a16:creationId xmlns:a16="http://schemas.microsoft.com/office/drawing/2014/main" id="{A35E481E-CAB8-19D0-93D3-187DD9BB4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112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49FEDC5E-4FA3-AAB9-324C-14F27723B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e29a498e76_0_0:notes">
            <a:extLst>
              <a:ext uri="{FF2B5EF4-FFF2-40B4-BE49-F238E27FC236}">
                <a16:creationId xmlns:a16="http://schemas.microsoft.com/office/drawing/2014/main" id="{8B6FC488-D4AD-36A5-1172-8A45098470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8" name="Google Shape;668;ge29a498e76_0_0:notes">
            <a:extLst>
              <a:ext uri="{FF2B5EF4-FFF2-40B4-BE49-F238E27FC236}">
                <a16:creationId xmlns:a16="http://schemas.microsoft.com/office/drawing/2014/main" id="{BAAEB8BD-2194-E907-C4AA-9323383E3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0155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>
          <a:extLst>
            <a:ext uri="{FF2B5EF4-FFF2-40B4-BE49-F238E27FC236}">
              <a16:creationId xmlns:a16="http://schemas.microsoft.com/office/drawing/2014/main" id="{95FEEEA3-EA2F-1FB1-9675-44D1B0C60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f809162eb1_0_202:notes">
            <a:extLst>
              <a:ext uri="{FF2B5EF4-FFF2-40B4-BE49-F238E27FC236}">
                <a16:creationId xmlns:a16="http://schemas.microsoft.com/office/drawing/2014/main" id="{6F234594-F346-1AB9-E14A-98721AD4D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31" name="Google Shape;1231;gf809162eb1_0_202:notes">
            <a:extLst>
              <a:ext uri="{FF2B5EF4-FFF2-40B4-BE49-F238E27FC236}">
                <a16:creationId xmlns:a16="http://schemas.microsoft.com/office/drawing/2014/main" id="{06A283C0-7C13-4F5F-5CA1-C9A40F526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136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E1CAAFF6-BF6A-BB5C-CE9D-AD5BC7346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f809162eb1_0_39:notes">
            <a:extLst>
              <a:ext uri="{FF2B5EF4-FFF2-40B4-BE49-F238E27FC236}">
                <a16:creationId xmlns:a16="http://schemas.microsoft.com/office/drawing/2014/main" id="{AADDEF14-23C4-4316-AB5A-22CCF6E16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09" name="Google Shape;1209;gf809162eb1_0_39:notes">
            <a:extLst>
              <a:ext uri="{FF2B5EF4-FFF2-40B4-BE49-F238E27FC236}">
                <a16:creationId xmlns:a16="http://schemas.microsoft.com/office/drawing/2014/main" id="{A831C554-EDFD-80A6-34D3-6D47B43B16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14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1">
          <a:extLst>
            <a:ext uri="{FF2B5EF4-FFF2-40B4-BE49-F238E27FC236}">
              <a16:creationId xmlns:a16="http://schemas.microsoft.com/office/drawing/2014/main" id="{BB508217-9C22-F92E-957D-49A59444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g11015b5f7f7_0_11:notes">
            <a:extLst>
              <a:ext uri="{FF2B5EF4-FFF2-40B4-BE49-F238E27FC236}">
                <a16:creationId xmlns:a16="http://schemas.microsoft.com/office/drawing/2014/main" id="{96DA9D91-D825-363D-B149-03BF6FC63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83" name="Google Shape;2883;g11015b5f7f7_0_11:notes">
            <a:extLst>
              <a:ext uri="{FF2B5EF4-FFF2-40B4-BE49-F238E27FC236}">
                <a16:creationId xmlns:a16="http://schemas.microsoft.com/office/drawing/2014/main" id="{B4AAEC26-4FF0-A1FB-BA48-829C5377C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HEFA is simpler  because the process is similar to petroleum hydrotreating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2885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1">
          <a:extLst>
            <a:ext uri="{FF2B5EF4-FFF2-40B4-BE49-F238E27FC236}">
              <a16:creationId xmlns:a16="http://schemas.microsoft.com/office/drawing/2014/main" id="{9BD195C9-A43B-5002-C309-268493B38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g11015b5f7f7_0_11:notes">
            <a:extLst>
              <a:ext uri="{FF2B5EF4-FFF2-40B4-BE49-F238E27FC236}">
                <a16:creationId xmlns:a16="http://schemas.microsoft.com/office/drawing/2014/main" id="{C92D0854-2283-F07F-70FC-CC2C750BF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83" name="Google Shape;2883;g11015b5f7f7_0_11:notes">
            <a:extLst>
              <a:ext uri="{FF2B5EF4-FFF2-40B4-BE49-F238E27FC236}">
                <a16:creationId xmlns:a16="http://schemas.microsoft.com/office/drawing/2014/main" id="{9B7BBC0D-4BAF-E92A-49AF-D67A31A7C4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229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1">
          <a:extLst>
            <a:ext uri="{FF2B5EF4-FFF2-40B4-BE49-F238E27FC236}">
              <a16:creationId xmlns:a16="http://schemas.microsoft.com/office/drawing/2014/main" id="{5B50AE31-876F-BF7D-A81B-F83D8B42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g11015b5f7f7_0_11:notes">
            <a:extLst>
              <a:ext uri="{FF2B5EF4-FFF2-40B4-BE49-F238E27FC236}">
                <a16:creationId xmlns:a16="http://schemas.microsoft.com/office/drawing/2014/main" id="{ECFC68A8-3E7B-A0E0-A92A-0F4294C87A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83" name="Google Shape;2883;g11015b5f7f7_0_11:notes">
            <a:extLst>
              <a:ext uri="{FF2B5EF4-FFF2-40B4-BE49-F238E27FC236}">
                <a16:creationId xmlns:a16="http://schemas.microsoft.com/office/drawing/2014/main" id="{600DEC90-3204-7E29-2798-2EFD4A8C36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864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>
          <a:extLst>
            <a:ext uri="{FF2B5EF4-FFF2-40B4-BE49-F238E27FC236}">
              <a16:creationId xmlns:a16="http://schemas.microsoft.com/office/drawing/2014/main" id="{C68AA718-6EFD-5CE0-E9EC-F1941168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11168064598_0_342:notes">
            <a:extLst>
              <a:ext uri="{FF2B5EF4-FFF2-40B4-BE49-F238E27FC236}">
                <a16:creationId xmlns:a16="http://schemas.microsoft.com/office/drawing/2014/main" id="{3118C1FC-A22A-3E1E-AAA0-2BF683418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9" name="Google Shape;1139;g11168064598_0_342:notes">
            <a:extLst>
              <a:ext uri="{FF2B5EF4-FFF2-40B4-BE49-F238E27FC236}">
                <a16:creationId xmlns:a16="http://schemas.microsoft.com/office/drawing/2014/main" id="{5201C502-62FB-11E1-1AF1-0F864386A2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4442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C9120600-887A-71E6-AF16-B635A5458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f809162eb1_0_39:notes">
            <a:extLst>
              <a:ext uri="{FF2B5EF4-FFF2-40B4-BE49-F238E27FC236}">
                <a16:creationId xmlns:a16="http://schemas.microsoft.com/office/drawing/2014/main" id="{1DDD7A78-B3CD-85D2-3BF5-E81B8AA7C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09" name="Google Shape;1209;gf809162eb1_0_39:notes">
            <a:extLst>
              <a:ext uri="{FF2B5EF4-FFF2-40B4-BE49-F238E27FC236}">
                <a16:creationId xmlns:a16="http://schemas.microsoft.com/office/drawing/2014/main" id="{D9B6FD1E-6312-C456-254A-55A050B47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772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532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81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03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A756B146-EA31-24B3-CB6D-7A77669E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f809162eb1_0_39:notes">
            <a:extLst>
              <a:ext uri="{FF2B5EF4-FFF2-40B4-BE49-F238E27FC236}">
                <a16:creationId xmlns:a16="http://schemas.microsoft.com/office/drawing/2014/main" id="{B9D2A62F-B8DC-B4B0-C677-FA7E842EE3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09" name="Google Shape;1209;gf809162eb1_0_39:notes">
            <a:extLst>
              <a:ext uri="{FF2B5EF4-FFF2-40B4-BE49-F238E27FC236}">
                <a16:creationId xmlns:a16="http://schemas.microsoft.com/office/drawing/2014/main" id="{B3446AA6-7014-870E-5720-3209DE4677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1930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>
          <a:extLst>
            <a:ext uri="{FF2B5EF4-FFF2-40B4-BE49-F238E27FC236}">
              <a16:creationId xmlns:a16="http://schemas.microsoft.com/office/drawing/2014/main" id="{E440DCCB-EAE1-DC13-A80E-CA641331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f809162eb1_0_218:notes">
            <a:extLst>
              <a:ext uri="{FF2B5EF4-FFF2-40B4-BE49-F238E27FC236}">
                <a16:creationId xmlns:a16="http://schemas.microsoft.com/office/drawing/2014/main" id="{2B6E7354-DE29-CD1C-0F9B-68B7C8BF5D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62" name="Google Shape;962;gf809162eb1_0_218:notes">
            <a:extLst>
              <a:ext uri="{FF2B5EF4-FFF2-40B4-BE49-F238E27FC236}">
                <a16:creationId xmlns:a16="http://schemas.microsoft.com/office/drawing/2014/main" id="{E105DDF4-F95E-F2F9-5C42-A28942791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8397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Google Shape;2868;g11015b5f7f7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69" name="Google Shape;2869;g11015b5f7f7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>
          <a:extLst>
            <a:ext uri="{FF2B5EF4-FFF2-40B4-BE49-F238E27FC236}">
              <a16:creationId xmlns:a16="http://schemas.microsoft.com/office/drawing/2014/main" id="{367386B9-4E21-F1D4-B50E-77B4701B6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f809162eb1_0_574:notes">
            <a:extLst>
              <a:ext uri="{FF2B5EF4-FFF2-40B4-BE49-F238E27FC236}">
                <a16:creationId xmlns:a16="http://schemas.microsoft.com/office/drawing/2014/main" id="{60D147C8-8824-BF9C-8976-40491C9B64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26" name="Google Shape;2526;gf809162eb1_0_574:notes">
            <a:extLst>
              <a:ext uri="{FF2B5EF4-FFF2-40B4-BE49-F238E27FC236}">
                <a16:creationId xmlns:a16="http://schemas.microsoft.com/office/drawing/2014/main" id="{C513D38A-FBCC-B252-EFA8-8437E8017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60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>
          <a:extLst>
            <a:ext uri="{FF2B5EF4-FFF2-40B4-BE49-F238E27FC236}">
              <a16:creationId xmlns:a16="http://schemas.microsoft.com/office/drawing/2014/main" id="{C9A98581-1E76-EF5A-078A-8594BF30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f809162eb1_0_574:notes">
            <a:extLst>
              <a:ext uri="{FF2B5EF4-FFF2-40B4-BE49-F238E27FC236}">
                <a16:creationId xmlns:a16="http://schemas.microsoft.com/office/drawing/2014/main" id="{35249472-D3E5-0318-5FA7-2ACBC9423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26" name="Google Shape;2526;gf809162eb1_0_574:notes">
            <a:extLst>
              <a:ext uri="{FF2B5EF4-FFF2-40B4-BE49-F238E27FC236}">
                <a16:creationId xmlns:a16="http://schemas.microsoft.com/office/drawing/2014/main" id="{C55D7ABC-4772-2A4A-7904-1BF6F2319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8652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>
          <a:extLst>
            <a:ext uri="{FF2B5EF4-FFF2-40B4-BE49-F238E27FC236}">
              <a16:creationId xmlns:a16="http://schemas.microsoft.com/office/drawing/2014/main" id="{A230DD6E-B307-48EC-7D37-D64F3254C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f809162eb1_0_574:notes">
            <a:extLst>
              <a:ext uri="{FF2B5EF4-FFF2-40B4-BE49-F238E27FC236}">
                <a16:creationId xmlns:a16="http://schemas.microsoft.com/office/drawing/2014/main" id="{37C03A38-A8EA-8025-E7D8-F52DAB4F6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26" name="Google Shape;2526;gf809162eb1_0_574:notes">
            <a:extLst>
              <a:ext uri="{FF2B5EF4-FFF2-40B4-BE49-F238E27FC236}">
                <a16:creationId xmlns:a16="http://schemas.microsoft.com/office/drawing/2014/main" id="{543A1BAC-AA5D-5FAD-07B0-731178B4D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8067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329477" y="1798619"/>
            <a:ext cx="1171773" cy="564308"/>
            <a:chOff x="1329477" y="1798619"/>
            <a:chExt cx="1171773" cy="564308"/>
          </a:xfrm>
        </p:grpSpPr>
        <p:sp>
          <p:nvSpPr>
            <p:cNvPr id="10" name="Google Shape;10;p2"/>
            <p:cNvSpPr/>
            <p:nvPr/>
          </p:nvSpPr>
          <p:spPr>
            <a:xfrm>
              <a:off x="1844541" y="1845359"/>
              <a:ext cx="104307" cy="55063"/>
            </a:xfrm>
            <a:custGeom>
              <a:avLst/>
              <a:gdLst/>
              <a:ahLst/>
              <a:cxnLst/>
              <a:rect l="l" t="t" r="r" b="b"/>
              <a:pathLst>
                <a:path w="2707" h="1429" extrusionOk="0">
                  <a:moveTo>
                    <a:pt x="1969" y="0"/>
                  </a:moveTo>
                  <a:cubicBezTo>
                    <a:pt x="841" y="0"/>
                    <a:pt x="0" y="576"/>
                    <a:pt x="0" y="576"/>
                  </a:cubicBezTo>
                  <a:lnTo>
                    <a:pt x="1871" y="1428"/>
                  </a:lnTo>
                  <a:lnTo>
                    <a:pt x="2640" y="1378"/>
                  </a:lnTo>
                  <a:cubicBezTo>
                    <a:pt x="2707" y="459"/>
                    <a:pt x="2189" y="8"/>
                    <a:pt x="2189" y="8"/>
                  </a:cubicBezTo>
                  <a:cubicBezTo>
                    <a:pt x="2114" y="3"/>
                    <a:pt x="2041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867044" y="1864972"/>
              <a:ext cx="75370" cy="31558"/>
            </a:xfrm>
            <a:custGeom>
              <a:avLst/>
              <a:gdLst/>
              <a:ahLst/>
              <a:cxnLst/>
              <a:rect l="l" t="t" r="r" b="b"/>
              <a:pathLst>
                <a:path w="1956" h="819" extrusionOk="0">
                  <a:moveTo>
                    <a:pt x="1822" y="0"/>
                  </a:moveTo>
                  <a:cubicBezTo>
                    <a:pt x="1822" y="0"/>
                    <a:pt x="619" y="134"/>
                    <a:pt x="1" y="401"/>
                  </a:cubicBezTo>
                  <a:lnTo>
                    <a:pt x="1572" y="819"/>
                  </a:lnTo>
                  <a:lnTo>
                    <a:pt x="1956" y="702"/>
                  </a:lnTo>
                  <a:cubicBezTo>
                    <a:pt x="1956" y="702"/>
                    <a:pt x="1956" y="334"/>
                    <a:pt x="1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962335" y="1895567"/>
              <a:ext cx="105001" cy="55063"/>
            </a:xfrm>
            <a:custGeom>
              <a:avLst/>
              <a:gdLst/>
              <a:ahLst/>
              <a:cxnLst/>
              <a:rect l="l" t="t" r="r" b="b"/>
              <a:pathLst>
                <a:path w="2725" h="1429" extrusionOk="0">
                  <a:moveTo>
                    <a:pt x="1986" y="1"/>
                  </a:moveTo>
                  <a:cubicBezTo>
                    <a:pt x="857" y="1"/>
                    <a:pt x="1" y="576"/>
                    <a:pt x="1" y="576"/>
                  </a:cubicBezTo>
                  <a:lnTo>
                    <a:pt x="1889" y="1428"/>
                  </a:lnTo>
                  <a:lnTo>
                    <a:pt x="2657" y="1362"/>
                  </a:lnTo>
                  <a:cubicBezTo>
                    <a:pt x="2724" y="443"/>
                    <a:pt x="2206" y="8"/>
                    <a:pt x="2206" y="8"/>
                  </a:cubicBezTo>
                  <a:cubicBezTo>
                    <a:pt x="2132" y="3"/>
                    <a:pt x="2058" y="1"/>
                    <a:pt x="1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985532" y="1915180"/>
              <a:ext cx="75370" cy="31597"/>
            </a:xfrm>
            <a:custGeom>
              <a:avLst/>
              <a:gdLst/>
              <a:ahLst/>
              <a:cxnLst/>
              <a:rect l="l" t="t" r="r" b="b"/>
              <a:pathLst>
                <a:path w="1956" h="820" extrusionOk="0">
                  <a:moveTo>
                    <a:pt x="1805" y="0"/>
                  </a:moveTo>
                  <a:cubicBezTo>
                    <a:pt x="1805" y="0"/>
                    <a:pt x="618" y="117"/>
                    <a:pt x="0" y="401"/>
                  </a:cubicBezTo>
                  <a:lnTo>
                    <a:pt x="1554" y="819"/>
                  </a:lnTo>
                  <a:lnTo>
                    <a:pt x="1955" y="685"/>
                  </a:lnTo>
                  <a:cubicBezTo>
                    <a:pt x="1955" y="685"/>
                    <a:pt x="1955" y="335"/>
                    <a:pt x="18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944957" y="2169494"/>
              <a:ext cx="139102" cy="74753"/>
            </a:xfrm>
            <a:custGeom>
              <a:avLst/>
              <a:gdLst/>
              <a:ahLst/>
              <a:cxnLst/>
              <a:rect l="l" t="t" r="r" b="b"/>
              <a:pathLst>
                <a:path w="3610" h="1940" extrusionOk="0">
                  <a:moveTo>
                    <a:pt x="3092" y="0"/>
                  </a:moveTo>
                  <a:cubicBezTo>
                    <a:pt x="3092" y="0"/>
                    <a:pt x="2474" y="0"/>
                    <a:pt x="1471" y="284"/>
                  </a:cubicBezTo>
                  <a:lnTo>
                    <a:pt x="1" y="1755"/>
                  </a:lnTo>
                  <a:cubicBezTo>
                    <a:pt x="1" y="1755"/>
                    <a:pt x="540" y="1939"/>
                    <a:pt x="1115" y="1939"/>
                  </a:cubicBezTo>
                  <a:cubicBezTo>
                    <a:pt x="1139" y="1939"/>
                    <a:pt x="1163" y="1939"/>
                    <a:pt x="1187" y="1938"/>
                  </a:cubicBezTo>
                  <a:cubicBezTo>
                    <a:pt x="1187" y="1938"/>
                    <a:pt x="2691" y="1788"/>
                    <a:pt x="3409" y="1420"/>
                  </a:cubicBezTo>
                  <a:cubicBezTo>
                    <a:pt x="3409" y="1420"/>
                    <a:pt x="3610" y="485"/>
                    <a:pt x="30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599243" y="1798619"/>
              <a:ext cx="439771" cy="202450"/>
            </a:xfrm>
            <a:custGeom>
              <a:avLst/>
              <a:gdLst/>
              <a:ahLst/>
              <a:cxnLst/>
              <a:rect l="l" t="t" r="r" b="b"/>
              <a:pathLst>
                <a:path w="11413" h="5254" extrusionOk="0">
                  <a:moveTo>
                    <a:pt x="11412" y="3577"/>
                  </a:moveTo>
                  <a:lnTo>
                    <a:pt x="11412" y="3577"/>
                  </a:lnTo>
                  <a:cubicBezTo>
                    <a:pt x="11412" y="3577"/>
                    <a:pt x="11412" y="3577"/>
                    <a:pt x="11412" y="3577"/>
                  </a:cubicBezTo>
                  <a:cubicBezTo>
                    <a:pt x="11412" y="3577"/>
                    <a:pt x="11412" y="3577"/>
                    <a:pt x="11412" y="3577"/>
                  </a:cubicBezTo>
                  <a:close/>
                  <a:moveTo>
                    <a:pt x="1432" y="1"/>
                  </a:moveTo>
                  <a:cubicBezTo>
                    <a:pt x="1428" y="1"/>
                    <a:pt x="1424" y="1"/>
                    <a:pt x="1420" y="1"/>
                  </a:cubicBezTo>
                  <a:cubicBezTo>
                    <a:pt x="719" y="1"/>
                    <a:pt x="0" y="302"/>
                    <a:pt x="0" y="302"/>
                  </a:cubicBezTo>
                  <a:lnTo>
                    <a:pt x="6115" y="5198"/>
                  </a:lnTo>
                  <a:cubicBezTo>
                    <a:pt x="6338" y="5236"/>
                    <a:pt x="6564" y="5254"/>
                    <a:pt x="6791" y="5254"/>
                  </a:cubicBezTo>
                  <a:cubicBezTo>
                    <a:pt x="9018" y="5254"/>
                    <a:pt x="11376" y="3577"/>
                    <a:pt x="11412" y="3577"/>
                  </a:cubicBezTo>
                  <a:cubicBezTo>
                    <a:pt x="11412" y="3577"/>
                    <a:pt x="11412" y="3577"/>
                    <a:pt x="11412" y="3577"/>
                  </a:cubicBezTo>
                  <a:lnTo>
                    <a:pt x="11412" y="3577"/>
                  </a:lnTo>
                  <a:cubicBezTo>
                    <a:pt x="10730" y="3111"/>
                    <a:pt x="2196" y="1"/>
                    <a:pt x="14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348782" y="2050814"/>
              <a:ext cx="167424" cy="92940"/>
            </a:xfrm>
            <a:custGeom>
              <a:avLst/>
              <a:gdLst/>
              <a:ahLst/>
              <a:cxnLst/>
              <a:rect l="l" t="t" r="r" b="b"/>
              <a:pathLst>
                <a:path w="4345" h="2412" extrusionOk="0">
                  <a:moveTo>
                    <a:pt x="1761" y="0"/>
                  </a:moveTo>
                  <a:cubicBezTo>
                    <a:pt x="798" y="0"/>
                    <a:pt x="0" y="257"/>
                    <a:pt x="0" y="257"/>
                  </a:cubicBezTo>
                  <a:lnTo>
                    <a:pt x="2941" y="2412"/>
                  </a:lnTo>
                  <a:lnTo>
                    <a:pt x="4345" y="1978"/>
                  </a:lnTo>
                  <a:lnTo>
                    <a:pt x="2006" y="6"/>
                  </a:lnTo>
                  <a:cubicBezTo>
                    <a:pt x="1923" y="2"/>
                    <a:pt x="1842" y="0"/>
                    <a:pt x="17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424113" y="1858383"/>
              <a:ext cx="1077138" cy="314348"/>
            </a:xfrm>
            <a:custGeom>
              <a:avLst/>
              <a:gdLst/>
              <a:ahLst/>
              <a:cxnLst/>
              <a:rect l="l" t="t" r="r" b="b"/>
              <a:pathLst>
                <a:path w="27954" h="8158" extrusionOk="0">
                  <a:moveTo>
                    <a:pt x="23796" y="1"/>
                  </a:moveTo>
                  <a:cubicBezTo>
                    <a:pt x="22817" y="1"/>
                    <a:pt x="21509" y="191"/>
                    <a:pt x="19817" y="789"/>
                  </a:cubicBezTo>
                  <a:cubicBezTo>
                    <a:pt x="15222" y="2393"/>
                    <a:pt x="4295" y="5267"/>
                    <a:pt x="117" y="7573"/>
                  </a:cubicBezTo>
                  <a:cubicBezTo>
                    <a:pt x="117" y="7573"/>
                    <a:pt x="0" y="7907"/>
                    <a:pt x="318" y="8158"/>
                  </a:cubicBezTo>
                  <a:cubicBezTo>
                    <a:pt x="318" y="8158"/>
                    <a:pt x="10594" y="7890"/>
                    <a:pt x="15857" y="5885"/>
                  </a:cubicBezTo>
                  <a:cubicBezTo>
                    <a:pt x="21387" y="3763"/>
                    <a:pt x="24211" y="3045"/>
                    <a:pt x="26367" y="1875"/>
                  </a:cubicBezTo>
                  <a:cubicBezTo>
                    <a:pt x="27102" y="1474"/>
                    <a:pt x="27954" y="672"/>
                    <a:pt x="26199" y="572"/>
                  </a:cubicBezTo>
                  <a:cubicBezTo>
                    <a:pt x="26199" y="572"/>
                    <a:pt x="25494" y="1"/>
                    <a:pt x="237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329477" y="1947663"/>
              <a:ext cx="309724" cy="180640"/>
            </a:xfrm>
            <a:custGeom>
              <a:avLst/>
              <a:gdLst/>
              <a:ahLst/>
              <a:cxnLst/>
              <a:rect l="l" t="t" r="r" b="b"/>
              <a:pathLst>
                <a:path w="8038" h="4688" extrusionOk="0">
                  <a:moveTo>
                    <a:pt x="1567" y="0"/>
                  </a:moveTo>
                  <a:cubicBezTo>
                    <a:pt x="812" y="0"/>
                    <a:pt x="0" y="427"/>
                    <a:pt x="0" y="427"/>
                  </a:cubicBezTo>
                  <a:lnTo>
                    <a:pt x="4044" y="4688"/>
                  </a:lnTo>
                  <a:cubicBezTo>
                    <a:pt x="6049" y="4036"/>
                    <a:pt x="8037" y="3151"/>
                    <a:pt x="8037" y="3117"/>
                  </a:cubicBezTo>
                  <a:cubicBezTo>
                    <a:pt x="7352" y="2833"/>
                    <a:pt x="2540" y="93"/>
                    <a:pt x="1755" y="10"/>
                  </a:cubicBezTo>
                  <a:cubicBezTo>
                    <a:pt x="1693" y="3"/>
                    <a:pt x="1630" y="0"/>
                    <a:pt x="1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33130" y="1882967"/>
              <a:ext cx="1032093" cy="284640"/>
            </a:xfrm>
            <a:custGeom>
              <a:avLst/>
              <a:gdLst/>
              <a:ahLst/>
              <a:cxnLst/>
              <a:rect l="l" t="t" r="r" b="b"/>
              <a:pathLst>
                <a:path w="26785" h="7387" extrusionOk="0">
                  <a:moveTo>
                    <a:pt x="24980" y="1"/>
                  </a:moveTo>
                  <a:lnTo>
                    <a:pt x="67" y="7085"/>
                  </a:lnTo>
                  <a:cubicBezTo>
                    <a:pt x="0" y="7303"/>
                    <a:pt x="167" y="7386"/>
                    <a:pt x="167" y="7386"/>
                  </a:cubicBezTo>
                  <a:cubicBezTo>
                    <a:pt x="14971" y="6049"/>
                    <a:pt x="13300" y="5298"/>
                    <a:pt x="17544" y="3978"/>
                  </a:cubicBezTo>
                  <a:cubicBezTo>
                    <a:pt x="21889" y="2674"/>
                    <a:pt x="26784" y="937"/>
                    <a:pt x="26617" y="536"/>
                  </a:cubicBezTo>
                  <a:cubicBezTo>
                    <a:pt x="26523" y="312"/>
                    <a:pt x="26164" y="279"/>
                    <a:pt x="25960" y="279"/>
                  </a:cubicBezTo>
                  <a:cubicBezTo>
                    <a:pt x="25874" y="279"/>
                    <a:pt x="25815" y="285"/>
                    <a:pt x="25815" y="285"/>
                  </a:cubicBezTo>
                  <a:cubicBezTo>
                    <a:pt x="25581" y="101"/>
                    <a:pt x="24980" y="1"/>
                    <a:pt x="249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429277" y="2140518"/>
              <a:ext cx="164842" cy="110781"/>
            </a:xfrm>
            <a:custGeom>
              <a:avLst/>
              <a:gdLst/>
              <a:ahLst/>
              <a:cxnLst/>
              <a:rect l="l" t="t" r="r" b="b"/>
              <a:pathLst>
                <a:path w="4278" h="2875" extrusionOk="0">
                  <a:moveTo>
                    <a:pt x="4277" y="0"/>
                  </a:moveTo>
                  <a:cubicBezTo>
                    <a:pt x="2607" y="234"/>
                    <a:pt x="1036" y="635"/>
                    <a:pt x="1069" y="669"/>
                  </a:cubicBezTo>
                  <a:cubicBezTo>
                    <a:pt x="936" y="1003"/>
                    <a:pt x="0" y="2874"/>
                    <a:pt x="0" y="2874"/>
                  </a:cubicBezTo>
                  <a:cubicBezTo>
                    <a:pt x="0" y="2874"/>
                    <a:pt x="1253" y="2423"/>
                    <a:pt x="1671" y="2239"/>
                  </a:cubicBezTo>
                  <a:cubicBezTo>
                    <a:pt x="2089" y="2039"/>
                    <a:pt x="4277" y="0"/>
                    <a:pt x="4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962335" y="2192652"/>
              <a:ext cx="111436" cy="46316"/>
            </a:xfrm>
            <a:custGeom>
              <a:avLst/>
              <a:gdLst/>
              <a:ahLst/>
              <a:cxnLst/>
              <a:rect l="l" t="t" r="r" b="b"/>
              <a:pathLst>
                <a:path w="2892" h="1202" extrusionOk="0">
                  <a:moveTo>
                    <a:pt x="2741" y="1"/>
                  </a:moveTo>
                  <a:cubicBezTo>
                    <a:pt x="2741" y="1"/>
                    <a:pt x="953" y="268"/>
                    <a:pt x="285" y="335"/>
                  </a:cubicBezTo>
                  <a:lnTo>
                    <a:pt x="1" y="1137"/>
                  </a:lnTo>
                  <a:cubicBezTo>
                    <a:pt x="1" y="1137"/>
                    <a:pt x="289" y="1201"/>
                    <a:pt x="576" y="1201"/>
                  </a:cubicBezTo>
                  <a:cubicBezTo>
                    <a:pt x="648" y="1201"/>
                    <a:pt x="719" y="1197"/>
                    <a:pt x="786" y="1187"/>
                  </a:cubicBezTo>
                  <a:cubicBezTo>
                    <a:pt x="1087" y="1137"/>
                    <a:pt x="2089" y="987"/>
                    <a:pt x="2825" y="686"/>
                  </a:cubicBezTo>
                  <a:cubicBezTo>
                    <a:pt x="2825" y="686"/>
                    <a:pt x="2891" y="318"/>
                    <a:pt x="2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024141" y="2060023"/>
              <a:ext cx="132667" cy="71516"/>
            </a:xfrm>
            <a:custGeom>
              <a:avLst/>
              <a:gdLst/>
              <a:ahLst/>
              <a:cxnLst/>
              <a:rect l="l" t="t" r="r" b="b"/>
              <a:pathLst>
                <a:path w="3443" h="1856" extrusionOk="0">
                  <a:moveTo>
                    <a:pt x="2958" y="1"/>
                  </a:moveTo>
                  <a:cubicBezTo>
                    <a:pt x="2958" y="1"/>
                    <a:pt x="2357" y="1"/>
                    <a:pt x="1388" y="285"/>
                  </a:cubicBezTo>
                  <a:lnTo>
                    <a:pt x="1" y="1672"/>
                  </a:lnTo>
                  <a:cubicBezTo>
                    <a:pt x="1" y="1672"/>
                    <a:pt x="535" y="1855"/>
                    <a:pt x="1137" y="1855"/>
                  </a:cubicBezTo>
                  <a:cubicBezTo>
                    <a:pt x="1137" y="1855"/>
                    <a:pt x="2557" y="1705"/>
                    <a:pt x="3259" y="1354"/>
                  </a:cubicBezTo>
                  <a:cubicBezTo>
                    <a:pt x="3259" y="1354"/>
                    <a:pt x="3443" y="452"/>
                    <a:pt x="2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40903" y="2081293"/>
              <a:ext cx="105618" cy="44698"/>
            </a:xfrm>
            <a:custGeom>
              <a:avLst/>
              <a:gdLst/>
              <a:ahLst/>
              <a:cxnLst/>
              <a:rect l="l" t="t" r="r" b="b"/>
              <a:pathLst>
                <a:path w="2741" h="1160" extrusionOk="0">
                  <a:moveTo>
                    <a:pt x="2590" y="0"/>
                  </a:moveTo>
                  <a:cubicBezTo>
                    <a:pt x="2590" y="0"/>
                    <a:pt x="869" y="251"/>
                    <a:pt x="234" y="318"/>
                  </a:cubicBezTo>
                  <a:lnTo>
                    <a:pt x="0" y="1103"/>
                  </a:lnTo>
                  <a:cubicBezTo>
                    <a:pt x="0" y="1103"/>
                    <a:pt x="235" y="1159"/>
                    <a:pt x="487" y="1159"/>
                  </a:cubicBezTo>
                  <a:cubicBezTo>
                    <a:pt x="570" y="1159"/>
                    <a:pt x="656" y="1153"/>
                    <a:pt x="735" y="1136"/>
                  </a:cubicBezTo>
                  <a:cubicBezTo>
                    <a:pt x="1019" y="1103"/>
                    <a:pt x="1989" y="953"/>
                    <a:pt x="2674" y="652"/>
                  </a:cubicBezTo>
                  <a:cubicBezTo>
                    <a:pt x="2674" y="652"/>
                    <a:pt x="2740" y="301"/>
                    <a:pt x="25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777572" y="2011742"/>
              <a:ext cx="422393" cy="351185"/>
            </a:xfrm>
            <a:custGeom>
              <a:avLst/>
              <a:gdLst/>
              <a:ahLst/>
              <a:cxnLst/>
              <a:rect l="l" t="t" r="r" b="b"/>
              <a:pathLst>
                <a:path w="10962" h="9114" extrusionOk="0">
                  <a:moveTo>
                    <a:pt x="10443" y="1"/>
                  </a:moveTo>
                  <a:cubicBezTo>
                    <a:pt x="7837" y="402"/>
                    <a:pt x="4595" y="2189"/>
                    <a:pt x="4595" y="2189"/>
                  </a:cubicBezTo>
                  <a:lnTo>
                    <a:pt x="0" y="9040"/>
                  </a:lnTo>
                  <a:cubicBezTo>
                    <a:pt x="0" y="9040"/>
                    <a:pt x="193" y="9114"/>
                    <a:pt x="508" y="9114"/>
                  </a:cubicBezTo>
                  <a:cubicBezTo>
                    <a:pt x="863" y="9114"/>
                    <a:pt x="1372" y="9020"/>
                    <a:pt x="1939" y="8622"/>
                  </a:cubicBezTo>
                  <a:cubicBezTo>
                    <a:pt x="4178" y="7002"/>
                    <a:pt x="10961" y="1"/>
                    <a:pt x="10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389853" y="1870097"/>
              <a:ext cx="38032" cy="29709"/>
            </a:xfrm>
            <a:custGeom>
              <a:avLst/>
              <a:gdLst/>
              <a:ahLst/>
              <a:cxnLst/>
              <a:rect l="l" t="t" r="r" b="b"/>
              <a:pathLst>
                <a:path w="987" h="771" extrusionOk="0">
                  <a:moveTo>
                    <a:pt x="652" y="1"/>
                  </a:moveTo>
                  <a:cubicBezTo>
                    <a:pt x="652" y="1"/>
                    <a:pt x="585" y="285"/>
                    <a:pt x="34" y="519"/>
                  </a:cubicBezTo>
                  <a:lnTo>
                    <a:pt x="0" y="769"/>
                  </a:lnTo>
                  <a:cubicBezTo>
                    <a:pt x="0" y="770"/>
                    <a:pt x="2" y="771"/>
                    <a:pt x="6" y="771"/>
                  </a:cubicBezTo>
                  <a:cubicBezTo>
                    <a:pt x="76" y="771"/>
                    <a:pt x="733" y="626"/>
                    <a:pt x="986" y="168"/>
                  </a:cubicBezTo>
                  <a:cubicBezTo>
                    <a:pt x="903" y="118"/>
                    <a:pt x="802" y="68"/>
                    <a:pt x="6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2"/>
          <p:cNvSpPr/>
          <p:nvPr/>
        </p:nvSpPr>
        <p:spPr>
          <a:xfrm>
            <a:off x="-195099" y="2327208"/>
            <a:ext cx="3335026" cy="2816764"/>
          </a:xfrm>
          <a:custGeom>
            <a:avLst/>
            <a:gdLst/>
            <a:ahLst/>
            <a:cxnLst/>
            <a:rect l="l" t="t" r="r" b="b"/>
            <a:pathLst>
              <a:path w="86551" h="73101" extrusionOk="0">
                <a:moveTo>
                  <a:pt x="5063" y="18130"/>
                </a:moveTo>
                <a:lnTo>
                  <a:pt x="5063" y="73101"/>
                </a:lnTo>
                <a:lnTo>
                  <a:pt x="86551" y="73101"/>
                </a:lnTo>
                <a:lnTo>
                  <a:pt x="86551" y="24061"/>
                </a:lnTo>
                <a:cubicBezTo>
                  <a:pt x="81204" y="21304"/>
                  <a:pt x="73551" y="20887"/>
                  <a:pt x="68472" y="25064"/>
                </a:cubicBezTo>
                <a:cubicBezTo>
                  <a:pt x="65297" y="27670"/>
                  <a:pt x="62825" y="31680"/>
                  <a:pt x="62106" y="35774"/>
                </a:cubicBezTo>
                <a:cubicBezTo>
                  <a:pt x="61304" y="40185"/>
                  <a:pt x="63627" y="44880"/>
                  <a:pt x="66066" y="46116"/>
                </a:cubicBezTo>
                <a:cubicBezTo>
                  <a:pt x="67804" y="46985"/>
                  <a:pt x="65565" y="49024"/>
                  <a:pt x="64830" y="49575"/>
                </a:cubicBezTo>
                <a:cubicBezTo>
                  <a:pt x="63159" y="50878"/>
                  <a:pt x="61020" y="50945"/>
                  <a:pt x="60569" y="50377"/>
                </a:cubicBezTo>
                <a:cubicBezTo>
                  <a:pt x="60201" y="49909"/>
                  <a:pt x="61521" y="49224"/>
                  <a:pt x="61221" y="48055"/>
                </a:cubicBezTo>
                <a:cubicBezTo>
                  <a:pt x="60786" y="46751"/>
                  <a:pt x="60485" y="45882"/>
                  <a:pt x="59483" y="44730"/>
                </a:cubicBezTo>
                <a:cubicBezTo>
                  <a:pt x="56592" y="41555"/>
                  <a:pt x="51830" y="40820"/>
                  <a:pt x="48355" y="43727"/>
                </a:cubicBezTo>
                <a:cubicBezTo>
                  <a:pt x="45748" y="45899"/>
                  <a:pt x="45180" y="48372"/>
                  <a:pt x="40986" y="47202"/>
                </a:cubicBezTo>
                <a:cubicBezTo>
                  <a:pt x="37661" y="46317"/>
                  <a:pt x="36057" y="37010"/>
                  <a:pt x="30560" y="42708"/>
                </a:cubicBezTo>
                <a:cubicBezTo>
                  <a:pt x="29976" y="40235"/>
                  <a:pt x="26801" y="40385"/>
                  <a:pt x="25782" y="42557"/>
                </a:cubicBezTo>
                <a:cubicBezTo>
                  <a:pt x="24779" y="38664"/>
                  <a:pt x="26216" y="34170"/>
                  <a:pt x="21003" y="32867"/>
                </a:cubicBezTo>
                <a:cubicBezTo>
                  <a:pt x="18246" y="32148"/>
                  <a:pt x="14921" y="33017"/>
                  <a:pt x="12448" y="34454"/>
                </a:cubicBezTo>
                <a:cubicBezTo>
                  <a:pt x="11011" y="35339"/>
                  <a:pt x="10426" y="36492"/>
                  <a:pt x="9274" y="34755"/>
                </a:cubicBezTo>
                <a:cubicBezTo>
                  <a:pt x="8405" y="33451"/>
                  <a:pt x="9407" y="33151"/>
                  <a:pt x="7987" y="31279"/>
                </a:cubicBezTo>
                <a:cubicBezTo>
                  <a:pt x="7018" y="30026"/>
                  <a:pt x="6249" y="29826"/>
                  <a:pt x="6433" y="27269"/>
                </a:cubicBezTo>
                <a:cubicBezTo>
                  <a:pt x="6684" y="23978"/>
                  <a:pt x="0" y="17060"/>
                  <a:pt x="27553" y="953"/>
                </a:cubicBezTo>
                <a:cubicBezTo>
                  <a:pt x="28622" y="268"/>
                  <a:pt x="28305" y="1"/>
                  <a:pt x="27035" y="335"/>
                </a:cubicBezTo>
                <a:cubicBezTo>
                  <a:pt x="25615" y="686"/>
                  <a:pt x="19683" y="2524"/>
                  <a:pt x="15356" y="4378"/>
                </a:cubicBezTo>
                <a:cubicBezTo>
                  <a:pt x="3977" y="9291"/>
                  <a:pt x="5063" y="18130"/>
                  <a:pt x="5063" y="1813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925156" y="2160478"/>
            <a:ext cx="363130" cy="164226"/>
          </a:xfrm>
          <a:custGeom>
            <a:avLst/>
            <a:gdLst/>
            <a:ahLst/>
            <a:cxnLst/>
            <a:rect l="l" t="t" r="r" b="b"/>
            <a:pathLst>
              <a:path w="9424" h="4262" extrusionOk="0">
                <a:moveTo>
                  <a:pt x="151" y="3910"/>
                </a:moveTo>
                <a:cubicBezTo>
                  <a:pt x="268" y="4261"/>
                  <a:pt x="3943" y="3091"/>
                  <a:pt x="6266" y="2356"/>
                </a:cubicBezTo>
                <a:cubicBezTo>
                  <a:pt x="8588" y="1638"/>
                  <a:pt x="9424" y="1237"/>
                  <a:pt x="9340" y="602"/>
                </a:cubicBezTo>
                <a:cubicBezTo>
                  <a:pt x="9257" y="0"/>
                  <a:pt x="6065" y="936"/>
                  <a:pt x="4712" y="1588"/>
                </a:cubicBezTo>
                <a:cubicBezTo>
                  <a:pt x="3325" y="2256"/>
                  <a:pt x="0" y="3492"/>
                  <a:pt x="151" y="3910"/>
                </a:cubicBezTo>
                <a:close/>
              </a:path>
            </a:pathLst>
          </a:custGeom>
          <a:solidFill>
            <a:srgbClr val="F797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-9" y="4008882"/>
            <a:ext cx="793847" cy="1135090"/>
          </a:xfrm>
          <a:custGeom>
            <a:avLst/>
            <a:gdLst/>
            <a:ahLst/>
            <a:cxnLst/>
            <a:rect l="l" t="t" r="r" b="b"/>
            <a:pathLst>
              <a:path w="20602" h="29458" extrusionOk="0">
                <a:moveTo>
                  <a:pt x="0" y="1"/>
                </a:moveTo>
                <a:lnTo>
                  <a:pt x="0" y="29458"/>
                </a:lnTo>
                <a:lnTo>
                  <a:pt x="20602" y="29458"/>
                </a:lnTo>
                <a:cubicBezTo>
                  <a:pt x="14988" y="28856"/>
                  <a:pt x="17711" y="25748"/>
                  <a:pt x="15957" y="22824"/>
                </a:cubicBezTo>
                <a:cubicBezTo>
                  <a:pt x="14992" y="21230"/>
                  <a:pt x="14069" y="20410"/>
                  <a:pt x="12777" y="20410"/>
                </a:cubicBezTo>
                <a:cubicBezTo>
                  <a:pt x="12078" y="20410"/>
                  <a:pt x="11272" y="20650"/>
                  <a:pt x="10293" y="21137"/>
                </a:cubicBezTo>
                <a:cubicBezTo>
                  <a:pt x="12248" y="16835"/>
                  <a:pt x="9150" y="13026"/>
                  <a:pt x="4919" y="13026"/>
                </a:cubicBezTo>
                <a:cubicBezTo>
                  <a:pt x="4812" y="13026"/>
                  <a:pt x="4704" y="13028"/>
                  <a:pt x="4595" y="13033"/>
                </a:cubicBezTo>
                <a:cubicBezTo>
                  <a:pt x="6483" y="6767"/>
                  <a:pt x="3860" y="2340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682281" y="3309054"/>
            <a:ext cx="5715911" cy="195402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426720" y="3088866"/>
            <a:ext cx="2410516" cy="1204603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736439" y="3620012"/>
            <a:ext cx="4248632" cy="2511124"/>
          </a:xfrm>
          <a:custGeom>
            <a:avLst/>
            <a:gdLst/>
            <a:ahLst/>
            <a:cxnLst/>
            <a:rect l="l" t="t" r="r" b="b"/>
            <a:pathLst>
              <a:path w="110261" h="65169" extrusionOk="0">
                <a:moveTo>
                  <a:pt x="59187" y="1"/>
                </a:moveTo>
                <a:cubicBezTo>
                  <a:pt x="53901" y="1"/>
                  <a:pt x="48943" y="2323"/>
                  <a:pt x="45531" y="6183"/>
                </a:cubicBezTo>
                <a:cubicBezTo>
                  <a:pt x="44464" y="7391"/>
                  <a:pt x="42952" y="8026"/>
                  <a:pt x="41382" y="8026"/>
                </a:cubicBezTo>
                <a:cubicBezTo>
                  <a:pt x="40912" y="8026"/>
                  <a:pt x="40437" y="7969"/>
                  <a:pt x="39967" y="7854"/>
                </a:cubicBezTo>
                <a:lnTo>
                  <a:pt x="39934" y="7854"/>
                </a:lnTo>
                <a:cubicBezTo>
                  <a:pt x="38270" y="7457"/>
                  <a:pt x="36605" y="7267"/>
                  <a:pt x="34966" y="7267"/>
                </a:cubicBezTo>
                <a:cubicBezTo>
                  <a:pt x="28742" y="7267"/>
                  <a:pt x="22899" y="10011"/>
                  <a:pt x="18931" y="14587"/>
                </a:cubicBezTo>
                <a:cubicBezTo>
                  <a:pt x="16458" y="17444"/>
                  <a:pt x="13300" y="19717"/>
                  <a:pt x="9691" y="20853"/>
                </a:cubicBezTo>
                <a:cubicBezTo>
                  <a:pt x="5631" y="22106"/>
                  <a:pt x="2340" y="25448"/>
                  <a:pt x="1354" y="29892"/>
                </a:cubicBezTo>
                <a:cubicBezTo>
                  <a:pt x="0" y="36074"/>
                  <a:pt x="3693" y="42340"/>
                  <a:pt x="9725" y="44161"/>
                </a:cubicBezTo>
                <a:cubicBezTo>
                  <a:pt x="10909" y="44516"/>
                  <a:pt x="12099" y="44684"/>
                  <a:pt x="13265" y="44684"/>
                </a:cubicBezTo>
                <a:cubicBezTo>
                  <a:pt x="15504" y="44684"/>
                  <a:pt x="17653" y="44062"/>
                  <a:pt x="19499" y="42941"/>
                </a:cubicBezTo>
                <a:cubicBezTo>
                  <a:pt x="22240" y="45882"/>
                  <a:pt x="25815" y="48054"/>
                  <a:pt x="29992" y="49057"/>
                </a:cubicBezTo>
                <a:cubicBezTo>
                  <a:pt x="31636" y="49441"/>
                  <a:pt x="33296" y="49631"/>
                  <a:pt x="34921" y="49631"/>
                </a:cubicBezTo>
                <a:cubicBezTo>
                  <a:pt x="35625" y="49631"/>
                  <a:pt x="36323" y="49595"/>
                  <a:pt x="37010" y="49525"/>
                </a:cubicBezTo>
                <a:cubicBezTo>
                  <a:pt x="38163" y="56709"/>
                  <a:pt x="43476" y="62841"/>
                  <a:pt x="50995" y="64646"/>
                </a:cubicBezTo>
                <a:cubicBezTo>
                  <a:pt x="52460" y="64999"/>
                  <a:pt x="53925" y="65168"/>
                  <a:pt x="55368" y="65168"/>
                </a:cubicBezTo>
                <a:cubicBezTo>
                  <a:pt x="63749" y="65168"/>
                  <a:pt x="71346" y="59455"/>
                  <a:pt x="73384" y="50945"/>
                </a:cubicBezTo>
                <a:cubicBezTo>
                  <a:pt x="73535" y="50360"/>
                  <a:pt x="73635" y="49775"/>
                  <a:pt x="73719" y="49174"/>
                </a:cubicBezTo>
                <a:cubicBezTo>
                  <a:pt x="75774" y="50845"/>
                  <a:pt x="78197" y="52098"/>
                  <a:pt x="80953" y="52766"/>
                </a:cubicBezTo>
                <a:cubicBezTo>
                  <a:pt x="82340" y="53110"/>
                  <a:pt x="83740" y="53272"/>
                  <a:pt x="85120" y="53272"/>
                </a:cubicBezTo>
                <a:cubicBezTo>
                  <a:pt x="85952" y="53272"/>
                  <a:pt x="86776" y="53213"/>
                  <a:pt x="87587" y="53100"/>
                </a:cubicBezTo>
                <a:cubicBezTo>
                  <a:pt x="89308" y="55707"/>
                  <a:pt x="92065" y="57628"/>
                  <a:pt x="95440" y="58213"/>
                </a:cubicBezTo>
                <a:cubicBezTo>
                  <a:pt x="96107" y="58330"/>
                  <a:pt x="96772" y="58386"/>
                  <a:pt x="97430" y="58386"/>
                </a:cubicBezTo>
                <a:cubicBezTo>
                  <a:pt x="102609" y="58386"/>
                  <a:pt x="107335" y="54888"/>
                  <a:pt x="108773" y="49759"/>
                </a:cubicBezTo>
                <a:cubicBezTo>
                  <a:pt x="110260" y="44429"/>
                  <a:pt x="107787" y="38948"/>
                  <a:pt x="103193" y="36375"/>
                </a:cubicBezTo>
                <a:cubicBezTo>
                  <a:pt x="103744" y="27787"/>
                  <a:pt x="98063" y="19767"/>
                  <a:pt x="89408" y="17695"/>
                </a:cubicBezTo>
                <a:cubicBezTo>
                  <a:pt x="89057" y="17611"/>
                  <a:pt x="88723" y="17528"/>
                  <a:pt x="88372" y="17461"/>
                </a:cubicBezTo>
                <a:cubicBezTo>
                  <a:pt x="82725" y="16442"/>
                  <a:pt x="77695" y="13267"/>
                  <a:pt x="74604" y="8455"/>
                </a:cubicBezTo>
                <a:cubicBezTo>
                  <a:pt x="72165" y="4612"/>
                  <a:pt x="68272" y="1655"/>
                  <a:pt x="63493" y="519"/>
                </a:cubicBezTo>
                <a:cubicBezTo>
                  <a:pt x="62050" y="168"/>
                  <a:pt x="60607" y="1"/>
                  <a:pt x="5918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257938" y="3616158"/>
            <a:ext cx="1897379" cy="567892"/>
          </a:xfrm>
          <a:custGeom>
            <a:avLst/>
            <a:gdLst/>
            <a:ahLst/>
            <a:cxnLst/>
            <a:rect l="l" t="t" r="r" b="b"/>
            <a:pathLst>
              <a:path w="49241" h="14738" extrusionOk="0">
                <a:moveTo>
                  <a:pt x="43643" y="10844"/>
                </a:moveTo>
                <a:cubicBezTo>
                  <a:pt x="43593" y="7837"/>
                  <a:pt x="40803" y="5414"/>
                  <a:pt x="37361" y="5414"/>
                </a:cubicBezTo>
                <a:cubicBezTo>
                  <a:pt x="36726" y="5414"/>
                  <a:pt x="36108" y="5497"/>
                  <a:pt x="35539" y="5648"/>
                </a:cubicBezTo>
                <a:cubicBezTo>
                  <a:pt x="34420" y="2373"/>
                  <a:pt x="31296" y="0"/>
                  <a:pt x="27653" y="0"/>
                </a:cubicBezTo>
                <a:cubicBezTo>
                  <a:pt x="23760" y="0"/>
                  <a:pt x="20502" y="2657"/>
                  <a:pt x="19566" y="6249"/>
                </a:cubicBezTo>
                <a:cubicBezTo>
                  <a:pt x="18513" y="5715"/>
                  <a:pt x="17310" y="5414"/>
                  <a:pt x="15990" y="5414"/>
                </a:cubicBezTo>
                <a:cubicBezTo>
                  <a:pt x="12816" y="5414"/>
                  <a:pt x="10159" y="7185"/>
                  <a:pt x="9441" y="9608"/>
                </a:cubicBezTo>
                <a:cubicBezTo>
                  <a:pt x="4211" y="9808"/>
                  <a:pt x="0" y="11396"/>
                  <a:pt x="134" y="13317"/>
                </a:cubicBezTo>
                <a:cubicBezTo>
                  <a:pt x="251" y="14737"/>
                  <a:pt x="49224" y="14069"/>
                  <a:pt x="49224" y="12916"/>
                </a:cubicBezTo>
                <a:cubicBezTo>
                  <a:pt x="49241" y="11863"/>
                  <a:pt x="46851" y="11011"/>
                  <a:pt x="43643" y="10844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2"/>
          <p:cNvGrpSpPr/>
          <p:nvPr/>
        </p:nvGrpSpPr>
        <p:grpSpPr>
          <a:xfrm>
            <a:off x="272740" y="252581"/>
            <a:ext cx="1252660" cy="1204643"/>
            <a:chOff x="7384701" y="199425"/>
            <a:chExt cx="1572114" cy="1511851"/>
          </a:xfrm>
        </p:grpSpPr>
        <p:sp>
          <p:nvSpPr>
            <p:cNvPr id="34" name="Google Shape;34;p2"/>
            <p:cNvSpPr/>
            <p:nvPr/>
          </p:nvSpPr>
          <p:spPr>
            <a:xfrm>
              <a:off x="7667792" y="461179"/>
              <a:ext cx="1027203" cy="988217"/>
            </a:xfrm>
            <a:custGeom>
              <a:avLst/>
              <a:gdLst/>
              <a:ahLst/>
              <a:cxnLst/>
              <a:rect l="l" t="t" r="r" b="b"/>
              <a:pathLst>
                <a:path w="16125" h="15513" extrusionOk="0">
                  <a:moveTo>
                    <a:pt x="8372" y="57"/>
                  </a:moveTo>
                  <a:lnTo>
                    <a:pt x="8372" y="74"/>
                  </a:lnTo>
                  <a:cubicBezTo>
                    <a:pt x="12599" y="74"/>
                    <a:pt x="16041" y="3516"/>
                    <a:pt x="16058" y="7760"/>
                  </a:cubicBezTo>
                  <a:cubicBezTo>
                    <a:pt x="16058" y="10868"/>
                    <a:pt x="14186" y="13675"/>
                    <a:pt x="11312" y="14861"/>
                  </a:cubicBezTo>
                  <a:cubicBezTo>
                    <a:pt x="10355" y="15254"/>
                    <a:pt x="9352" y="15445"/>
                    <a:pt x="8359" y="15445"/>
                  </a:cubicBezTo>
                  <a:cubicBezTo>
                    <a:pt x="6353" y="15445"/>
                    <a:pt x="4388" y="14665"/>
                    <a:pt x="2925" y="13190"/>
                  </a:cubicBezTo>
                  <a:cubicBezTo>
                    <a:pt x="719" y="10985"/>
                    <a:pt x="67" y="7676"/>
                    <a:pt x="1254" y="4803"/>
                  </a:cubicBezTo>
                  <a:cubicBezTo>
                    <a:pt x="2440" y="1929"/>
                    <a:pt x="5247" y="57"/>
                    <a:pt x="8372" y="57"/>
                  </a:cubicBezTo>
                  <a:close/>
                  <a:moveTo>
                    <a:pt x="8370" y="1"/>
                  </a:moveTo>
                  <a:cubicBezTo>
                    <a:pt x="6351" y="1"/>
                    <a:pt x="4362" y="792"/>
                    <a:pt x="2874" y="2280"/>
                  </a:cubicBezTo>
                  <a:cubicBezTo>
                    <a:pt x="652" y="4485"/>
                    <a:pt x="1" y="7827"/>
                    <a:pt x="1204" y="10734"/>
                  </a:cubicBezTo>
                  <a:cubicBezTo>
                    <a:pt x="2390" y="13625"/>
                    <a:pt x="5230" y="15513"/>
                    <a:pt x="8372" y="15513"/>
                  </a:cubicBezTo>
                  <a:cubicBezTo>
                    <a:pt x="12649" y="15513"/>
                    <a:pt x="16108" y="12037"/>
                    <a:pt x="16124" y="7760"/>
                  </a:cubicBezTo>
                  <a:cubicBezTo>
                    <a:pt x="16124" y="4619"/>
                    <a:pt x="14236" y="1795"/>
                    <a:pt x="11329" y="592"/>
                  </a:cubicBezTo>
                  <a:cubicBezTo>
                    <a:pt x="10373" y="194"/>
                    <a:pt x="9368" y="1"/>
                    <a:pt x="83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384701" y="199425"/>
              <a:ext cx="1572114" cy="1511851"/>
            </a:xfrm>
            <a:custGeom>
              <a:avLst/>
              <a:gdLst/>
              <a:ahLst/>
              <a:cxnLst/>
              <a:rect l="l" t="t" r="r" b="b"/>
              <a:pathLst>
                <a:path w="24679" h="23733" extrusionOk="0">
                  <a:moveTo>
                    <a:pt x="12816" y="106"/>
                  </a:moveTo>
                  <a:cubicBezTo>
                    <a:pt x="19299" y="106"/>
                    <a:pt x="24578" y="5369"/>
                    <a:pt x="24578" y="11869"/>
                  </a:cubicBezTo>
                  <a:cubicBezTo>
                    <a:pt x="24578" y="16631"/>
                    <a:pt x="21705" y="20908"/>
                    <a:pt x="17310" y="22729"/>
                  </a:cubicBezTo>
                  <a:cubicBezTo>
                    <a:pt x="15853" y="23339"/>
                    <a:pt x="14322" y="23634"/>
                    <a:pt x="12805" y="23634"/>
                  </a:cubicBezTo>
                  <a:cubicBezTo>
                    <a:pt x="9746" y="23634"/>
                    <a:pt x="6739" y="22435"/>
                    <a:pt x="4495" y="20190"/>
                  </a:cubicBezTo>
                  <a:cubicBezTo>
                    <a:pt x="1120" y="16831"/>
                    <a:pt x="117" y="11769"/>
                    <a:pt x="1938" y="7374"/>
                  </a:cubicBezTo>
                  <a:cubicBezTo>
                    <a:pt x="3760" y="2963"/>
                    <a:pt x="8054" y="106"/>
                    <a:pt x="12816" y="106"/>
                  </a:cubicBezTo>
                  <a:close/>
                  <a:moveTo>
                    <a:pt x="12796" y="1"/>
                  </a:moveTo>
                  <a:cubicBezTo>
                    <a:pt x="9711" y="1"/>
                    <a:pt x="6677" y="1204"/>
                    <a:pt x="4411" y="3481"/>
                  </a:cubicBezTo>
                  <a:cubicBezTo>
                    <a:pt x="1019" y="6873"/>
                    <a:pt x="0" y="11969"/>
                    <a:pt x="1838" y="16414"/>
                  </a:cubicBezTo>
                  <a:cubicBezTo>
                    <a:pt x="3676" y="20841"/>
                    <a:pt x="8004" y="23732"/>
                    <a:pt x="12816" y="23732"/>
                  </a:cubicBezTo>
                  <a:cubicBezTo>
                    <a:pt x="19349" y="23732"/>
                    <a:pt x="24662" y="18419"/>
                    <a:pt x="24679" y="11869"/>
                  </a:cubicBezTo>
                  <a:cubicBezTo>
                    <a:pt x="24679" y="7074"/>
                    <a:pt x="21788" y="2746"/>
                    <a:pt x="17344" y="908"/>
                  </a:cubicBezTo>
                  <a:cubicBezTo>
                    <a:pt x="15874" y="298"/>
                    <a:pt x="14328" y="1"/>
                    <a:pt x="1279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92329" y="546731"/>
              <a:ext cx="816411" cy="816475"/>
            </a:xfrm>
            <a:custGeom>
              <a:avLst/>
              <a:gdLst/>
              <a:ahLst/>
              <a:cxnLst/>
              <a:rect l="l" t="t" r="r" b="b"/>
              <a:pathLst>
                <a:path w="12816" h="12817" extrusionOk="0">
                  <a:moveTo>
                    <a:pt x="12816" y="6417"/>
                  </a:moveTo>
                  <a:cubicBezTo>
                    <a:pt x="12816" y="9959"/>
                    <a:pt x="9942" y="12816"/>
                    <a:pt x="6417" y="12816"/>
                  </a:cubicBezTo>
                  <a:cubicBezTo>
                    <a:pt x="2874" y="12816"/>
                    <a:pt x="1" y="9959"/>
                    <a:pt x="1" y="6417"/>
                  </a:cubicBezTo>
                  <a:cubicBezTo>
                    <a:pt x="1" y="2875"/>
                    <a:pt x="2874" y="1"/>
                    <a:pt x="6417" y="1"/>
                  </a:cubicBezTo>
                  <a:cubicBezTo>
                    <a:pt x="9942" y="1"/>
                    <a:pt x="12816" y="2875"/>
                    <a:pt x="12816" y="6417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 txBox="1">
            <a:spLocks noGrp="1"/>
          </p:cNvSpPr>
          <p:nvPr>
            <p:ph type="ctrTitle"/>
          </p:nvPr>
        </p:nvSpPr>
        <p:spPr>
          <a:xfrm>
            <a:off x="2377800" y="811653"/>
            <a:ext cx="6226200" cy="13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Black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subTitle" idx="1"/>
          </p:nvPr>
        </p:nvSpPr>
        <p:spPr>
          <a:xfrm>
            <a:off x="3306000" y="2426888"/>
            <a:ext cx="5234700" cy="4023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>
            <a:spLocks noGrp="1"/>
          </p:cNvSpPr>
          <p:nvPr>
            <p:ph type="body" idx="1"/>
          </p:nvPr>
        </p:nvSpPr>
        <p:spPr>
          <a:xfrm>
            <a:off x="665400" y="1116088"/>
            <a:ext cx="7852800" cy="3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3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lphaLcPeriod"/>
              <a:defRPr sz="1200"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555050" y="331800"/>
            <a:ext cx="77040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7542870" y="4318632"/>
            <a:ext cx="1258532" cy="485097"/>
          </a:xfrm>
          <a:custGeom>
            <a:avLst/>
            <a:gdLst/>
            <a:ahLst/>
            <a:cxnLst/>
            <a:rect l="l" t="t" r="r" b="b"/>
            <a:pathLst>
              <a:path w="42357" h="16325" extrusionOk="0">
                <a:moveTo>
                  <a:pt x="41087" y="12181"/>
                </a:moveTo>
                <a:cubicBezTo>
                  <a:pt x="40653" y="11914"/>
                  <a:pt x="40369" y="11446"/>
                  <a:pt x="40268" y="10945"/>
                </a:cubicBezTo>
                <a:cubicBezTo>
                  <a:pt x="39901" y="9107"/>
                  <a:pt x="37110" y="7603"/>
                  <a:pt x="35724" y="6968"/>
                </a:cubicBezTo>
                <a:cubicBezTo>
                  <a:pt x="35239" y="6734"/>
                  <a:pt x="34805" y="6400"/>
                  <a:pt x="34487" y="5966"/>
                </a:cubicBezTo>
                <a:cubicBezTo>
                  <a:pt x="32816" y="3676"/>
                  <a:pt x="30043" y="2574"/>
                  <a:pt x="27336" y="3008"/>
                </a:cubicBezTo>
                <a:cubicBezTo>
                  <a:pt x="26300" y="3175"/>
                  <a:pt x="25247" y="2841"/>
                  <a:pt x="24462" y="2173"/>
                </a:cubicBezTo>
                <a:cubicBezTo>
                  <a:pt x="22858" y="819"/>
                  <a:pt x="20769" y="1"/>
                  <a:pt x="18514" y="1"/>
                </a:cubicBezTo>
                <a:cubicBezTo>
                  <a:pt x="14587" y="1"/>
                  <a:pt x="11245" y="2457"/>
                  <a:pt x="9875" y="5899"/>
                </a:cubicBezTo>
                <a:cubicBezTo>
                  <a:pt x="8990" y="5247"/>
                  <a:pt x="7904" y="4879"/>
                  <a:pt x="6701" y="4879"/>
                </a:cubicBezTo>
                <a:cubicBezTo>
                  <a:pt x="2607" y="4879"/>
                  <a:pt x="1" y="12014"/>
                  <a:pt x="1839" y="15623"/>
                </a:cubicBezTo>
                <a:cubicBezTo>
                  <a:pt x="1638" y="16174"/>
                  <a:pt x="42357" y="16325"/>
                  <a:pt x="42357" y="14487"/>
                </a:cubicBezTo>
                <a:cubicBezTo>
                  <a:pt x="42340" y="13501"/>
                  <a:pt x="41839" y="12666"/>
                  <a:pt x="41087" y="121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6423825" y="4281400"/>
            <a:ext cx="2010169" cy="721926"/>
          </a:xfrm>
          <a:custGeom>
            <a:avLst/>
            <a:gdLst/>
            <a:ahLst/>
            <a:cxnLst/>
            <a:rect l="l" t="t" r="r" b="b"/>
            <a:pathLst>
              <a:path w="67654" h="24295" extrusionOk="0">
                <a:moveTo>
                  <a:pt x="64880" y="24261"/>
                </a:moveTo>
                <a:cubicBezTo>
                  <a:pt x="66283" y="24261"/>
                  <a:pt x="67486" y="23192"/>
                  <a:pt x="67587" y="21772"/>
                </a:cubicBezTo>
                <a:lnTo>
                  <a:pt x="67587" y="21755"/>
                </a:lnTo>
                <a:cubicBezTo>
                  <a:pt x="67653" y="20519"/>
                  <a:pt x="67052" y="19416"/>
                  <a:pt x="66083" y="18798"/>
                </a:cubicBezTo>
                <a:cubicBezTo>
                  <a:pt x="65548" y="18447"/>
                  <a:pt x="65197" y="17879"/>
                  <a:pt x="65064" y="17260"/>
                </a:cubicBezTo>
                <a:cubicBezTo>
                  <a:pt x="64362" y="13785"/>
                  <a:pt x="61020" y="11513"/>
                  <a:pt x="57595" y="11980"/>
                </a:cubicBezTo>
                <a:cubicBezTo>
                  <a:pt x="56693" y="12097"/>
                  <a:pt x="55841" y="11513"/>
                  <a:pt x="55640" y="10644"/>
                </a:cubicBezTo>
                <a:cubicBezTo>
                  <a:pt x="54721" y="6584"/>
                  <a:pt x="51095" y="3559"/>
                  <a:pt x="46768" y="3559"/>
                </a:cubicBezTo>
                <a:cubicBezTo>
                  <a:pt x="45698" y="3559"/>
                  <a:pt x="44696" y="3743"/>
                  <a:pt x="43744" y="4077"/>
                </a:cubicBezTo>
                <a:cubicBezTo>
                  <a:pt x="43226" y="4261"/>
                  <a:pt x="42641" y="4161"/>
                  <a:pt x="42156" y="3894"/>
                </a:cubicBezTo>
                <a:cubicBezTo>
                  <a:pt x="41438" y="3476"/>
                  <a:pt x="40569" y="3476"/>
                  <a:pt x="39834" y="3843"/>
                </a:cubicBezTo>
                <a:cubicBezTo>
                  <a:pt x="39099" y="4228"/>
                  <a:pt x="38213" y="4061"/>
                  <a:pt x="37628" y="3476"/>
                </a:cubicBezTo>
                <a:cubicBezTo>
                  <a:pt x="35556" y="1320"/>
                  <a:pt x="32649" y="0"/>
                  <a:pt x="29441" y="0"/>
                </a:cubicBezTo>
                <a:cubicBezTo>
                  <a:pt x="25966" y="0"/>
                  <a:pt x="22875" y="1554"/>
                  <a:pt x="20786" y="3994"/>
                </a:cubicBezTo>
                <a:cubicBezTo>
                  <a:pt x="20385" y="4478"/>
                  <a:pt x="19800" y="4762"/>
                  <a:pt x="19182" y="4796"/>
                </a:cubicBezTo>
                <a:cubicBezTo>
                  <a:pt x="15539" y="4980"/>
                  <a:pt x="12766" y="8054"/>
                  <a:pt x="12816" y="11579"/>
                </a:cubicBezTo>
                <a:cubicBezTo>
                  <a:pt x="12833" y="12498"/>
                  <a:pt x="12281" y="13334"/>
                  <a:pt x="11446" y="13701"/>
                </a:cubicBezTo>
                <a:cubicBezTo>
                  <a:pt x="9842" y="14437"/>
                  <a:pt x="8505" y="15690"/>
                  <a:pt x="7670" y="17210"/>
                </a:cubicBezTo>
                <a:cubicBezTo>
                  <a:pt x="7352" y="17778"/>
                  <a:pt x="6801" y="18179"/>
                  <a:pt x="6166" y="18296"/>
                </a:cubicBezTo>
                <a:cubicBezTo>
                  <a:pt x="4645" y="18614"/>
                  <a:pt x="3325" y="19616"/>
                  <a:pt x="2640" y="21020"/>
                </a:cubicBezTo>
                <a:cubicBezTo>
                  <a:pt x="1153" y="21120"/>
                  <a:pt x="0" y="22356"/>
                  <a:pt x="0" y="23860"/>
                </a:cubicBezTo>
                <a:cubicBezTo>
                  <a:pt x="0" y="24011"/>
                  <a:pt x="34" y="24144"/>
                  <a:pt x="51" y="24295"/>
                </a:cubicBezTo>
                <a:lnTo>
                  <a:pt x="64880" y="24295"/>
                </a:ln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2055050" y="2952850"/>
            <a:ext cx="1292850" cy="38882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-715524" y="3596825"/>
            <a:ext cx="4904491" cy="167663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-665255" y="3230666"/>
            <a:ext cx="2410516" cy="1204603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122788" y="231208"/>
            <a:ext cx="1897379" cy="567892"/>
          </a:xfrm>
          <a:custGeom>
            <a:avLst/>
            <a:gdLst/>
            <a:ahLst/>
            <a:cxnLst/>
            <a:rect l="l" t="t" r="r" b="b"/>
            <a:pathLst>
              <a:path w="49241" h="14738" extrusionOk="0">
                <a:moveTo>
                  <a:pt x="43643" y="10844"/>
                </a:moveTo>
                <a:cubicBezTo>
                  <a:pt x="43593" y="7837"/>
                  <a:pt x="40803" y="5414"/>
                  <a:pt x="37361" y="5414"/>
                </a:cubicBezTo>
                <a:cubicBezTo>
                  <a:pt x="36726" y="5414"/>
                  <a:pt x="36108" y="5497"/>
                  <a:pt x="35539" y="5648"/>
                </a:cubicBezTo>
                <a:cubicBezTo>
                  <a:pt x="34420" y="2373"/>
                  <a:pt x="31296" y="0"/>
                  <a:pt x="27653" y="0"/>
                </a:cubicBezTo>
                <a:cubicBezTo>
                  <a:pt x="23760" y="0"/>
                  <a:pt x="20502" y="2657"/>
                  <a:pt x="19566" y="6249"/>
                </a:cubicBezTo>
                <a:cubicBezTo>
                  <a:pt x="18513" y="5715"/>
                  <a:pt x="17310" y="5414"/>
                  <a:pt x="15990" y="5414"/>
                </a:cubicBezTo>
                <a:cubicBezTo>
                  <a:pt x="12816" y="5414"/>
                  <a:pt x="10159" y="7185"/>
                  <a:pt x="9441" y="9608"/>
                </a:cubicBezTo>
                <a:cubicBezTo>
                  <a:pt x="4211" y="9808"/>
                  <a:pt x="0" y="11396"/>
                  <a:pt x="134" y="13317"/>
                </a:cubicBezTo>
                <a:cubicBezTo>
                  <a:pt x="251" y="14737"/>
                  <a:pt x="49224" y="14069"/>
                  <a:pt x="49224" y="12916"/>
                </a:cubicBezTo>
                <a:cubicBezTo>
                  <a:pt x="49241" y="11863"/>
                  <a:pt x="46851" y="11011"/>
                  <a:pt x="43643" y="10844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title"/>
          </p:nvPr>
        </p:nvSpPr>
        <p:spPr>
          <a:xfrm>
            <a:off x="3863675" y="334325"/>
            <a:ext cx="4740600" cy="12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body" idx="1"/>
          </p:nvPr>
        </p:nvSpPr>
        <p:spPr>
          <a:xfrm>
            <a:off x="3863175" y="1211950"/>
            <a:ext cx="4740600" cy="295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bg>
      <p:bgPr>
        <a:solidFill>
          <a:schemeClr val="dk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4938750" y="1448850"/>
            <a:ext cx="3492600" cy="22458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123825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-279312" y="452975"/>
            <a:ext cx="2149234" cy="64634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3"/>
          <p:cNvSpPr/>
          <p:nvPr/>
        </p:nvSpPr>
        <p:spPr>
          <a:xfrm flipH="1">
            <a:off x="2786558" y="4349650"/>
            <a:ext cx="3144316" cy="1075000"/>
          </a:xfrm>
          <a:custGeom>
            <a:avLst/>
            <a:gdLst/>
            <a:ahLst/>
            <a:cxnLst/>
            <a:rect l="l" t="t" r="r" b="b"/>
            <a:pathLst>
              <a:path w="192166" h="65699" extrusionOk="0">
                <a:moveTo>
                  <a:pt x="179233" y="54153"/>
                </a:moveTo>
                <a:cubicBezTo>
                  <a:pt x="182341" y="50544"/>
                  <a:pt x="184196" y="45799"/>
                  <a:pt x="184079" y="40636"/>
                </a:cubicBezTo>
                <a:cubicBezTo>
                  <a:pt x="183845" y="30343"/>
                  <a:pt x="175624" y="21739"/>
                  <a:pt x="165315" y="21087"/>
                </a:cubicBezTo>
                <a:cubicBezTo>
                  <a:pt x="153686" y="20352"/>
                  <a:pt x="144011" y="29592"/>
                  <a:pt x="144011" y="41087"/>
                </a:cubicBezTo>
                <a:cubicBezTo>
                  <a:pt x="144011" y="41221"/>
                  <a:pt x="144011" y="41371"/>
                  <a:pt x="144045" y="41521"/>
                </a:cubicBezTo>
                <a:cubicBezTo>
                  <a:pt x="141505" y="38681"/>
                  <a:pt x="137829" y="36860"/>
                  <a:pt x="133719" y="36860"/>
                </a:cubicBezTo>
                <a:cubicBezTo>
                  <a:pt x="132633" y="36860"/>
                  <a:pt x="131580" y="36993"/>
                  <a:pt x="130594" y="37244"/>
                </a:cubicBezTo>
                <a:cubicBezTo>
                  <a:pt x="129709" y="28171"/>
                  <a:pt x="122056" y="21070"/>
                  <a:pt x="112766" y="21070"/>
                </a:cubicBezTo>
                <a:cubicBezTo>
                  <a:pt x="112766" y="20920"/>
                  <a:pt x="112783" y="20753"/>
                  <a:pt x="112783" y="20602"/>
                </a:cubicBezTo>
                <a:cubicBezTo>
                  <a:pt x="112783" y="9525"/>
                  <a:pt x="103811" y="535"/>
                  <a:pt x="92716" y="535"/>
                </a:cubicBezTo>
                <a:cubicBezTo>
                  <a:pt x="83760" y="535"/>
                  <a:pt x="76175" y="6400"/>
                  <a:pt x="73585" y="14504"/>
                </a:cubicBezTo>
                <a:cubicBezTo>
                  <a:pt x="68455" y="5732"/>
                  <a:pt x="58714" y="1"/>
                  <a:pt x="47687" y="586"/>
                </a:cubicBezTo>
                <a:cubicBezTo>
                  <a:pt x="33735" y="1337"/>
                  <a:pt x="22289" y="12465"/>
                  <a:pt x="21170" y="26400"/>
                </a:cubicBezTo>
                <a:cubicBezTo>
                  <a:pt x="20853" y="30260"/>
                  <a:pt x="21337" y="33969"/>
                  <a:pt x="22440" y="37428"/>
                </a:cubicBezTo>
                <a:cubicBezTo>
                  <a:pt x="17828" y="39399"/>
                  <a:pt x="14570" y="43994"/>
                  <a:pt x="14570" y="49341"/>
                </a:cubicBezTo>
                <a:cubicBezTo>
                  <a:pt x="14570" y="52499"/>
                  <a:pt x="15690" y="55406"/>
                  <a:pt x="17578" y="57662"/>
                </a:cubicBezTo>
                <a:cubicBezTo>
                  <a:pt x="7185" y="58497"/>
                  <a:pt x="0" y="60268"/>
                  <a:pt x="0" y="62340"/>
                </a:cubicBezTo>
                <a:cubicBezTo>
                  <a:pt x="0" y="65197"/>
                  <a:pt x="192149" y="65699"/>
                  <a:pt x="192149" y="61121"/>
                </a:cubicBezTo>
                <a:cubicBezTo>
                  <a:pt x="192166" y="58180"/>
                  <a:pt x="187003" y="55623"/>
                  <a:pt x="179233" y="541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 column text 1">
    <p:bg>
      <p:bgPr>
        <a:solidFill>
          <a:schemeClr val="dk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/>
          <p:nvPr/>
        </p:nvSpPr>
        <p:spPr>
          <a:xfrm flipH="1">
            <a:off x="-627346" y="323850"/>
            <a:ext cx="5256221" cy="1797032"/>
          </a:xfrm>
          <a:custGeom>
            <a:avLst/>
            <a:gdLst/>
            <a:ahLst/>
            <a:cxnLst/>
            <a:rect l="l" t="t" r="r" b="b"/>
            <a:pathLst>
              <a:path w="192166" h="65699" extrusionOk="0">
                <a:moveTo>
                  <a:pt x="179233" y="54153"/>
                </a:moveTo>
                <a:cubicBezTo>
                  <a:pt x="182341" y="50544"/>
                  <a:pt x="184196" y="45799"/>
                  <a:pt x="184079" y="40636"/>
                </a:cubicBezTo>
                <a:cubicBezTo>
                  <a:pt x="183845" y="30343"/>
                  <a:pt x="175624" y="21739"/>
                  <a:pt x="165315" y="21087"/>
                </a:cubicBezTo>
                <a:cubicBezTo>
                  <a:pt x="153686" y="20352"/>
                  <a:pt x="144011" y="29592"/>
                  <a:pt x="144011" y="41087"/>
                </a:cubicBezTo>
                <a:cubicBezTo>
                  <a:pt x="144011" y="41221"/>
                  <a:pt x="144011" y="41371"/>
                  <a:pt x="144045" y="41521"/>
                </a:cubicBezTo>
                <a:cubicBezTo>
                  <a:pt x="141505" y="38681"/>
                  <a:pt x="137829" y="36860"/>
                  <a:pt x="133719" y="36860"/>
                </a:cubicBezTo>
                <a:cubicBezTo>
                  <a:pt x="132633" y="36860"/>
                  <a:pt x="131580" y="36993"/>
                  <a:pt x="130594" y="37244"/>
                </a:cubicBezTo>
                <a:cubicBezTo>
                  <a:pt x="129709" y="28171"/>
                  <a:pt x="122056" y="21070"/>
                  <a:pt x="112766" y="21070"/>
                </a:cubicBezTo>
                <a:cubicBezTo>
                  <a:pt x="112766" y="20920"/>
                  <a:pt x="112783" y="20753"/>
                  <a:pt x="112783" y="20602"/>
                </a:cubicBezTo>
                <a:cubicBezTo>
                  <a:pt x="112783" y="9525"/>
                  <a:pt x="103811" y="535"/>
                  <a:pt x="92716" y="535"/>
                </a:cubicBezTo>
                <a:cubicBezTo>
                  <a:pt x="83760" y="535"/>
                  <a:pt x="76175" y="6400"/>
                  <a:pt x="73585" y="14504"/>
                </a:cubicBezTo>
                <a:cubicBezTo>
                  <a:pt x="68455" y="5732"/>
                  <a:pt x="58714" y="1"/>
                  <a:pt x="47687" y="586"/>
                </a:cubicBezTo>
                <a:cubicBezTo>
                  <a:pt x="33735" y="1337"/>
                  <a:pt x="22289" y="12465"/>
                  <a:pt x="21170" y="26400"/>
                </a:cubicBezTo>
                <a:cubicBezTo>
                  <a:pt x="20853" y="30260"/>
                  <a:pt x="21337" y="33969"/>
                  <a:pt x="22440" y="37428"/>
                </a:cubicBezTo>
                <a:cubicBezTo>
                  <a:pt x="17828" y="39399"/>
                  <a:pt x="14570" y="43994"/>
                  <a:pt x="14570" y="49341"/>
                </a:cubicBezTo>
                <a:cubicBezTo>
                  <a:pt x="14570" y="52499"/>
                  <a:pt x="15690" y="55406"/>
                  <a:pt x="17578" y="57662"/>
                </a:cubicBezTo>
                <a:cubicBezTo>
                  <a:pt x="7185" y="58497"/>
                  <a:pt x="0" y="60268"/>
                  <a:pt x="0" y="62340"/>
                </a:cubicBezTo>
                <a:cubicBezTo>
                  <a:pt x="0" y="65197"/>
                  <a:pt x="192149" y="65699"/>
                  <a:pt x="192149" y="61121"/>
                </a:cubicBezTo>
                <a:cubicBezTo>
                  <a:pt x="192166" y="58180"/>
                  <a:pt x="187003" y="55623"/>
                  <a:pt x="179233" y="54153"/>
                </a:cubicBezTo>
                <a:close/>
              </a:path>
            </a:pathLst>
          </a:custGeom>
          <a:gradFill>
            <a:gsLst>
              <a:gs pos="0">
                <a:srgbClr val="F27243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790573" y="3262176"/>
            <a:ext cx="1420196" cy="42712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" name="Google Shape;143;p15"/>
          <p:cNvGrpSpPr/>
          <p:nvPr/>
        </p:nvGrpSpPr>
        <p:grpSpPr>
          <a:xfrm>
            <a:off x="7644590" y="135856"/>
            <a:ext cx="1252660" cy="1204643"/>
            <a:chOff x="7384701" y="199425"/>
            <a:chExt cx="1572114" cy="1511851"/>
          </a:xfrm>
        </p:grpSpPr>
        <p:sp>
          <p:nvSpPr>
            <p:cNvPr id="144" name="Google Shape;144;p15"/>
            <p:cNvSpPr/>
            <p:nvPr/>
          </p:nvSpPr>
          <p:spPr>
            <a:xfrm>
              <a:off x="7667792" y="461179"/>
              <a:ext cx="1027203" cy="988217"/>
            </a:xfrm>
            <a:custGeom>
              <a:avLst/>
              <a:gdLst/>
              <a:ahLst/>
              <a:cxnLst/>
              <a:rect l="l" t="t" r="r" b="b"/>
              <a:pathLst>
                <a:path w="16125" h="15513" extrusionOk="0">
                  <a:moveTo>
                    <a:pt x="8372" y="57"/>
                  </a:moveTo>
                  <a:lnTo>
                    <a:pt x="8372" y="74"/>
                  </a:lnTo>
                  <a:cubicBezTo>
                    <a:pt x="12599" y="74"/>
                    <a:pt x="16041" y="3516"/>
                    <a:pt x="16058" y="7760"/>
                  </a:cubicBezTo>
                  <a:cubicBezTo>
                    <a:pt x="16058" y="10868"/>
                    <a:pt x="14186" y="13675"/>
                    <a:pt x="11312" y="14861"/>
                  </a:cubicBezTo>
                  <a:cubicBezTo>
                    <a:pt x="10355" y="15254"/>
                    <a:pt x="9352" y="15445"/>
                    <a:pt x="8359" y="15445"/>
                  </a:cubicBezTo>
                  <a:cubicBezTo>
                    <a:pt x="6353" y="15445"/>
                    <a:pt x="4388" y="14665"/>
                    <a:pt x="2925" y="13190"/>
                  </a:cubicBezTo>
                  <a:cubicBezTo>
                    <a:pt x="719" y="10985"/>
                    <a:pt x="67" y="7676"/>
                    <a:pt x="1254" y="4803"/>
                  </a:cubicBezTo>
                  <a:cubicBezTo>
                    <a:pt x="2440" y="1929"/>
                    <a:pt x="5247" y="57"/>
                    <a:pt x="8372" y="57"/>
                  </a:cubicBezTo>
                  <a:close/>
                  <a:moveTo>
                    <a:pt x="8370" y="1"/>
                  </a:moveTo>
                  <a:cubicBezTo>
                    <a:pt x="6351" y="1"/>
                    <a:pt x="4362" y="792"/>
                    <a:pt x="2874" y="2280"/>
                  </a:cubicBezTo>
                  <a:cubicBezTo>
                    <a:pt x="652" y="4485"/>
                    <a:pt x="1" y="7827"/>
                    <a:pt x="1204" y="10734"/>
                  </a:cubicBezTo>
                  <a:cubicBezTo>
                    <a:pt x="2390" y="13625"/>
                    <a:pt x="5230" y="15513"/>
                    <a:pt x="8372" y="15513"/>
                  </a:cubicBezTo>
                  <a:cubicBezTo>
                    <a:pt x="12649" y="15513"/>
                    <a:pt x="16108" y="12037"/>
                    <a:pt x="16124" y="7760"/>
                  </a:cubicBezTo>
                  <a:cubicBezTo>
                    <a:pt x="16124" y="4619"/>
                    <a:pt x="14236" y="1795"/>
                    <a:pt x="11329" y="592"/>
                  </a:cubicBezTo>
                  <a:cubicBezTo>
                    <a:pt x="10373" y="194"/>
                    <a:pt x="9368" y="1"/>
                    <a:pt x="83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7384701" y="199425"/>
              <a:ext cx="1572114" cy="1511851"/>
            </a:xfrm>
            <a:custGeom>
              <a:avLst/>
              <a:gdLst/>
              <a:ahLst/>
              <a:cxnLst/>
              <a:rect l="l" t="t" r="r" b="b"/>
              <a:pathLst>
                <a:path w="24679" h="23733" extrusionOk="0">
                  <a:moveTo>
                    <a:pt x="12816" y="106"/>
                  </a:moveTo>
                  <a:cubicBezTo>
                    <a:pt x="19299" y="106"/>
                    <a:pt x="24578" y="5369"/>
                    <a:pt x="24578" y="11869"/>
                  </a:cubicBezTo>
                  <a:cubicBezTo>
                    <a:pt x="24578" y="16631"/>
                    <a:pt x="21705" y="20908"/>
                    <a:pt x="17310" y="22729"/>
                  </a:cubicBezTo>
                  <a:cubicBezTo>
                    <a:pt x="15853" y="23339"/>
                    <a:pt x="14322" y="23634"/>
                    <a:pt x="12805" y="23634"/>
                  </a:cubicBezTo>
                  <a:cubicBezTo>
                    <a:pt x="9746" y="23634"/>
                    <a:pt x="6739" y="22435"/>
                    <a:pt x="4495" y="20190"/>
                  </a:cubicBezTo>
                  <a:cubicBezTo>
                    <a:pt x="1120" y="16831"/>
                    <a:pt x="117" y="11769"/>
                    <a:pt x="1938" y="7374"/>
                  </a:cubicBezTo>
                  <a:cubicBezTo>
                    <a:pt x="3760" y="2963"/>
                    <a:pt x="8054" y="106"/>
                    <a:pt x="12816" y="106"/>
                  </a:cubicBezTo>
                  <a:close/>
                  <a:moveTo>
                    <a:pt x="12796" y="1"/>
                  </a:moveTo>
                  <a:cubicBezTo>
                    <a:pt x="9711" y="1"/>
                    <a:pt x="6677" y="1204"/>
                    <a:pt x="4411" y="3481"/>
                  </a:cubicBezTo>
                  <a:cubicBezTo>
                    <a:pt x="1019" y="6873"/>
                    <a:pt x="0" y="11969"/>
                    <a:pt x="1838" y="16414"/>
                  </a:cubicBezTo>
                  <a:cubicBezTo>
                    <a:pt x="3676" y="20841"/>
                    <a:pt x="8004" y="23732"/>
                    <a:pt x="12816" y="23732"/>
                  </a:cubicBezTo>
                  <a:cubicBezTo>
                    <a:pt x="19349" y="23732"/>
                    <a:pt x="24662" y="18419"/>
                    <a:pt x="24679" y="11869"/>
                  </a:cubicBezTo>
                  <a:cubicBezTo>
                    <a:pt x="24679" y="7074"/>
                    <a:pt x="21788" y="2746"/>
                    <a:pt x="17344" y="908"/>
                  </a:cubicBezTo>
                  <a:cubicBezTo>
                    <a:pt x="15874" y="298"/>
                    <a:pt x="14328" y="1"/>
                    <a:pt x="1279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7792329" y="546731"/>
              <a:ext cx="816411" cy="816475"/>
            </a:xfrm>
            <a:custGeom>
              <a:avLst/>
              <a:gdLst/>
              <a:ahLst/>
              <a:cxnLst/>
              <a:rect l="l" t="t" r="r" b="b"/>
              <a:pathLst>
                <a:path w="12816" h="12817" extrusionOk="0">
                  <a:moveTo>
                    <a:pt x="12816" y="6417"/>
                  </a:moveTo>
                  <a:cubicBezTo>
                    <a:pt x="12816" y="9959"/>
                    <a:pt x="9942" y="12816"/>
                    <a:pt x="6417" y="12816"/>
                  </a:cubicBezTo>
                  <a:cubicBezTo>
                    <a:pt x="2874" y="12816"/>
                    <a:pt x="1" y="9959"/>
                    <a:pt x="1" y="6417"/>
                  </a:cubicBezTo>
                  <a:cubicBezTo>
                    <a:pt x="1" y="2875"/>
                    <a:pt x="2874" y="1"/>
                    <a:pt x="6417" y="1"/>
                  </a:cubicBezTo>
                  <a:cubicBezTo>
                    <a:pt x="9942" y="1"/>
                    <a:pt x="12816" y="2875"/>
                    <a:pt x="12816" y="6417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15"/>
          <p:cNvSpPr txBox="1">
            <a:spLocks noGrp="1"/>
          </p:cNvSpPr>
          <p:nvPr>
            <p:ph type="title"/>
          </p:nvPr>
        </p:nvSpPr>
        <p:spPr>
          <a:xfrm>
            <a:off x="1632750" y="938325"/>
            <a:ext cx="58785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body" idx="1"/>
          </p:nvPr>
        </p:nvSpPr>
        <p:spPr>
          <a:xfrm>
            <a:off x="2311200" y="1854050"/>
            <a:ext cx="4521600" cy="22368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11430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Main point 2">
    <p:bg>
      <p:bgPr>
        <a:solidFill>
          <a:schemeClr val="dk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2454200" y="1631275"/>
            <a:ext cx="4048200" cy="4048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168475" y="3643450"/>
            <a:ext cx="4374003" cy="1706364"/>
          </a:xfrm>
          <a:custGeom>
            <a:avLst/>
            <a:gdLst/>
            <a:ahLst/>
            <a:cxnLst/>
            <a:rect l="l" t="t" r="r" b="b"/>
            <a:pathLst>
              <a:path w="24459" h="8800" extrusionOk="0">
                <a:moveTo>
                  <a:pt x="23020" y="0"/>
                </a:moveTo>
                <a:cubicBezTo>
                  <a:pt x="22226" y="0"/>
                  <a:pt x="21582" y="644"/>
                  <a:pt x="21582" y="1438"/>
                </a:cubicBezTo>
                <a:cubicBezTo>
                  <a:pt x="21582" y="1522"/>
                  <a:pt x="21592" y="1597"/>
                  <a:pt x="21608" y="1681"/>
                </a:cubicBezTo>
                <a:cubicBezTo>
                  <a:pt x="21492" y="1663"/>
                  <a:pt x="21366" y="1655"/>
                  <a:pt x="21241" y="1655"/>
                </a:cubicBezTo>
                <a:cubicBezTo>
                  <a:pt x="20163" y="1655"/>
                  <a:pt x="19226" y="2298"/>
                  <a:pt x="18809" y="3217"/>
                </a:cubicBezTo>
                <a:cubicBezTo>
                  <a:pt x="18642" y="3167"/>
                  <a:pt x="18466" y="3143"/>
                  <a:pt x="18292" y="3143"/>
                </a:cubicBezTo>
                <a:cubicBezTo>
                  <a:pt x="18115" y="3143"/>
                  <a:pt x="17957" y="3167"/>
                  <a:pt x="17798" y="3209"/>
                </a:cubicBezTo>
                <a:cubicBezTo>
                  <a:pt x="17798" y="2214"/>
                  <a:pt x="16996" y="1412"/>
                  <a:pt x="16001" y="1412"/>
                </a:cubicBezTo>
                <a:cubicBezTo>
                  <a:pt x="15165" y="1412"/>
                  <a:pt x="14463" y="1982"/>
                  <a:pt x="14263" y="2758"/>
                </a:cubicBezTo>
                <a:cubicBezTo>
                  <a:pt x="13587" y="2826"/>
                  <a:pt x="13043" y="3377"/>
                  <a:pt x="12985" y="4069"/>
                </a:cubicBezTo>
                <a:cubicBezTo>
                  <a:pt x="12500" y="3444"/>
                  <a:pt x="11740" y="3042"/>
                  <a:pt x="10888" y="3042"/>
                </a:cubicBezTo>
                <a:cubicBezTo>
                  <a:pt x="9743" y="3042"/>
                  <a:pt x="8766" y="3760"/>
                  <a:pt x="8389" y="4771"/>
                </a:cubicBezTo>
                <a:cubicBezTo>
                  <a:pt x="8130" y="4621"/>
                  <a:pt x="7821" y="4530"/>
                  <a:pt x="7495" y="4530"/>
                </a:cubicBezTo>
                <a:cubicBezTo>
                  <a:pt x="7103" y="4530"/>
                  <a:pt x="6743" y="4663"/>
                  <a:pt x="6452" y="4871"/>
                </a:cubicBezTo>
                <a:cubicBezTo>
                  <a:pt x="6151" y="4111"/>
                  <a:pt x="5407" y="3578"/>
                  <a:pt x="4537" y="3578"/>
                </a:cubicBezTo>
                <a:cubicBezTo>
                  <a:pt x="3410" y="3578"/>
                  <a:pt x="2491" y="4488"/>
                  <a:pt x="2491" y="5623"/>
                </a:cubicBezTo>
                <a:cubicBezTo>
                  <a:pt x="2491" y="5766"/>
                  <a:pt x="2507" y="5916"/>
                  <a:pt x="2531" y="6051"/>
                </a:cubicBezTo>
                <a:cubicBezTo>
                  <a:pt x="2465" y="6043"/>
                  <a:pt x="2391" y="6034"/>
                  <a:pt x="2315" y="6034"/>
                </a:cubicBezTo>
                <a:cubicBezTo>
                  <a:pt x="1863" y="6034"/>
                  <a:pt x="1462" y="6259"/>
                  <a:pt x="1204" y="6602"/>
                </a:cubicBezTo>
                <a:cubicBezTo>
                  <a:pt x="1170" y="6594"/>
                  <a:pt x="1137" y="6594"/>
                  <a:pt x="1103" y="6594"/>
                </a:cubicBezTo>
                <a:cubicBezTo>
                  <a:pt x="494" y="6594"/>
                  <a:pt x="0" y="7087"/>
                  <a:pt x="0" y="7697"/>
                </a:cubicBezTo>
                <a:cubicBezTo>
                  <a:pt x="0" y="8248"/>
                  <a:pt x="409" y="8708"/>
                  <a:pt x="937" y="8782"/>
                </a:cubicBezTo>
                <a:lnTo>
                  <a:pt x="937" y="8800"/>
                </a:lnTo>
                <a:lnTo>
                  <a:pt x="24458" y="8800"/>
                </a:lnTo>
                <a:lnTo>
                  <a:pt x="24458" y="1731"/>
                </a:lnTo>
                <a:lnTo>
                  <a:pt x="24432" y="1731"/>
                </a:lnTo>
                <a:cubicBezTo>
                  <a:pt x="24450" y="1639"/>
                  <a:pt x="24458" y="1538"/>
                  <a:pt x="24458" y="1438"/>
                </a:cubicBezTo>
                <a:cubicBezTo>
                  <a:pt x="24458" y="644"/>
                  <a:pt x="23814" y="0"/>
                  <a:pt x="23020" y="0"/>
                </a:cubicBezTo>
                <a:close/>
              </a:path>
            </a:pathLst>
          </a:custGeom>
          <a:gradFill>
            <a:gsLst>
              <a:gs pos="0">
                <a:srgbClr val="F27243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0" y="3261675"/>
            <a:ext cx="3801252" cy="2088151"/>
          </a:xfrm>
          <a:custGeom>
            <a:avLst/>
            <a:gdLst/>
            <a:ahLst/>
            <a:cxnLst/>
            <a:rect l="l" t="t" r="r" b="b"/>
            <a:pathLst>
              <a:path w="16327" h="8582" extrusionOk="0">
                <a:moveTo>
                  <a:pt x="1697" y="1"/>
                </a:moveTo>
                <a:cubicBezTo>
                  <a:pt x="760" y="1"/>
                  <a:pt x="0" y="761"/>
                  <a:pt x="0" y="1695"/>
                </a:cubicBezTo>
                <a:lnTo>
                  <a:pt x="0" y="8582"/>
                </a:lnTo>
                <a:lnTo>
                  <a:pt x="15283" y="8582"/>
                </a:lnTo>
                <a:cubicBezTo>
                  <a:pt x="15859" y="8582"/>
                  <a:pt x="16326" y="8113"/>
                  <a:pt x="16326" y="7545"/>
                </a:cubicBezTo>
                <a:cubicBezTo>
                  <a:pt x="16326" y="6970"/>
                  <a:pt x="15859" y="6500"/>
                  <a:pt x="15283" y="6500"/>
                </a:cubicBezTo>
                <a:cubicBezTo>
                  <a:pt x="15265" y="6500"/>
                  <a:pt x="15241" y="6500"/>
                  <a:pt x="15223" y="6508"/>
                </a:cubicBezTo>
                <a:cubicBezTo>
                  <a:pt x="15057" y="5957"/>
                  <a:pt x="14598" y="5540"/>
                  <a:pt x="14020" y="5439"/>
                </a:cubicBezTo>
                <a:cubicBezTo>
                  <a:pt x="13888" y="4980"/>
                  <a:pt x="13468" y="4645"/>
                  <a:pt x="12967" y="4645"/>
                </a:cubicBezTo>
                <a:cubicBezTo>
                  <a:pt x="12716" y="4645"/>
                  <a:pt x="12492" y="4730"/>
                  <a:pt x="12307" y="4864"/>
                </a:cubicBezTo>
                <a:cubicBezTo>
                  <a:pt x="12249" y="4822"/>
                  <a:pt x="12183" y="4788"/>
                  <a:pt x="12115" y="4754"/>
                </a:cubicBezTo>
                <a:cubicBezTo>
                  <a:pt x="11874" y="4495"/>
                  <a:pt x="11539" y="4320"/>
                  <a:pt x="11154" y="4294"/>
                </a:cubicBezTo>
                <a:cubicBezTo>
                  <a:pt x="11172" y="4236"/>
                  <a:pt x="11180" y="4170"/>
                  <a:pt x="11180" y="4112"/>
                </a:cubicBezTo>
                <a:cubicBezTo>
                  <a:pt x="11188" y="4078"/>
                  <a:pt x="11188" y="4044"/>
                  <a:pt x="11188" y="4012"/>
                </a:cubicBezTo>
                <a:cubicBezTo>
                  <a:pt x="11188" y="3476"/>
                  <a:pt x="10904" y="3009"/>
                  <a:pt x="10478" y="2748"/>
                </a:cubicBezTo>
                <a:cubicBezTo>
                  <a:pt x="10370" y="2682"/>
                  <a:pt x="10252" y="2632"/>
                  <a:pt x="10127" y="2598"/>
                </a:cubicBezTo>
                <a:cubicBezTo>
                  <a:pt x="9993" y="2558"/>
                  <a:pt x="9859" y="2532"/>
                  <a:pt x="9708" y="2532"/>
                </a:cubicBezTo>
                <a:cubicBezTo>
                  <a:pt x="9317" y="2532"/>
                  <a:pt x="8956" y="2690"/>
                  <a:pt x="8698" y="2941"/>
                </a:cubicBezTo>
                <a:cubicBezTo>
                  <a:pt x="8648" y="2991"/>
                  <a:pt x="8597" y="3041"/>
                  <a:pt x="8555" y="3091"/>
                </a:cubicBezTo>
                <a:cubicBezTo>
                  <a:pt x="8531" y="3059"/>
                  <a:pt x="8505" y="3025"/>
                  <a:pt x="8481" y="2991"/>
                </a:cubicBezTo>
                <a:cubicBezTo>
                  <a:pt x="8423" y="2909"/>
                  <a:pt x="8347" y="2832"/>
                  <a:pt x="8273" y="2774"/>
                </a:cubicBezTo>
                <a:cubicBezTo>
                  <a:pt x="8180" y="2690"/>
                  <a:pt x="8072" y="2632"/>
                  <a:pt x="7964" y="2582"/>
                </a:cubicBezTo>
                <a:cubicBezTo>
                  <a:pt x="7863" y="2540"/>
                  <a:pt x="7753" y="2516"/>
                  <a:pt x="7645" y="2498"/>
                </a:cubicBezTo>
                <a:cubicBezTo>
                  <a:pt x="7587" y="2490"/>
                  <a:pt x="7537" y="2490"/>
                  <a:pt x="7478" y="2490"/>
                </a:cubicBezTo>
                <a:cubicBezTo>
                  <a:pt x="7294" y="2490"/>
                  <a:pt x="7111" y="2532"/>
                  <a:pt x="6951" y="2608"/>
                </a:cubicBezTo>
                <a:cubicBezTo>
                  <a:pt x="6877" y="2540"/>
                  <a:pt x="6801" y="2482"/>
                  <a:pt x="6718" y="2423"/>
                </a:cubicBezTo>
                <a:cubicBezTo>
                  <a:pt x="6634" y="2381"/>
                  <a:pt x="6550" y="2339"/>
                  <a:pt x="6460" y="2297"/>
                </a:cubicBezTo>
                <a:cubicBezTo>
                  <a:pt x="6267" y="2223"/>
                  <a:pt x="6049" y="2181"/>
                  <a:pt x="5816" y="2181"/>
                </a:cubicBezTo>
                <a:cubicBezTo>
                  <a:pt x="5465" y="2181"/>
                  <a:pt x="5138" y="2281"/>
                  <a:pt x="4863" y="2465"/>
                </a:cubicBezTo>
                <a:cubicBezTo>
                  <a:pt x="4863" y="1880"/>
                  <a:pt x="4386" y="1413"/>
                  <a:pt x="3802" y="1413"/>
                </a:cubicBezTo>
                <a:cubicBezTo>
                  <a:pt x="3652" y="1413"/>
                  <a:pt x="3510" y="1445"/>
                  <a:pt x="3383" y="1505"/>
                </a:cubicBezTo>
                <a:cubicBezTo>
                  <a:pt x="3283" y="661"/>
                  <a:pt x="2565" y="1"/>
                  <a:pt x="1697" y="1"/>
                </a:cubicBezTo>
                <a:close/>
              </a:path>
            </a:pathLst>
          </a:custGeom>
          <a:gradFill>
            <a:gsLst>
              <a:gs pos="0">
                <a:srgbClr val="F27243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17"/>
          <p:cNvGrpSpPr/>
          <p:nvPr/>
        </p:nvGrpSpPr>
        <p:grpSpPr>
          <a:xfrm>
            <a:off x="445004" y="1705727"/>
            <a:ext cx="8307820" cy="1852244"/>
            <a:chOff x="445004" y="1705727"/>
            <a:chExt cx="8307820" cy="1852244"/>
          </a:xfrm>
        </p:grpSpPr>
        <p:sp>
          <p:nvSpPr>
            <p:cNvPr id="180" name="Google Shape;180;p17"/>
            <p:cNvSpPr/>
            <p:nvPr/>
          </p:nvSpPr>
          <p:spPr>
            <a:xfrm>
              <a:off x="445004" y="1705727"/>
              <a:ext cx="732390" cy="329790"/>
            </a:xfrm>
            <a:custGeom>
              <a:avLst/>
              <a:gdLst/>
              <a:ahLst/>
              <a:cxnLst/>
              <a:rect l="l" t="t" r="r" b="b"/>
              <a:pathLst>
                <a:path w="9760" h="4395" extrusionOk="0">
                  <a:moveTo>
                    <a:pt x="7780" y="0"/>
                  </a:moveTo>
                  <a:cubicBezTo>
                    <a:pt x="7637" y="0"/>
                    <a:pt x="7487" y="0"/>
                    <a:pt x="7337" y="16"/>
                  </a:cubicBezTo>
                  <a:cubicBezTo>
                    <a:pt x="7186" y="32"/>
                    <a:pt x="7036" y="58"/>
                    <a:pt x="6893" y="90"/>
                  </a:cubicBezTo>
                  <a:cubicBezTo>
                    <a:pt x="6743" y="125"/>
                    <a:pt x="6601" y="167"/>
                    <a:pt x="6458" y="225"/>
                  </a:cubicBezTo>
                  <a:cubicBezTo>
                    <a:pt x="5891" y="433"/>
                    <a:pt x="5373" y="802"/>
                    <a:pt x="4972" y="1278"/>
                  </a:cubicBezTo>
                  <a:cubicBezTo>
                    <a:pt x="4772" y="1512"/>
                    <a:pt x="4603" y="1771"/>
                    <a:pt x="4471" y="2056"/>
                  </a:cubicBezTo>
                  <a:lnTo>
                    <a:pt x="4463" y="2064"/>
                  </a:lnTo>
                  <a:cubicBezTo>
                    <a:pt x="4294" y="1895"/>
                    <a:pt x="4112" y="1755"/>
                    <a:pt x="3911" y="1637"/>
                  </a:cubicBezTo>
                  <a:cubicBezTo>
                    <a:pt x="3467" y="1377"/>
                    <a:pt x="2957" y="1242"/>
                    <a:pt x="2451" y="1242"/>
                  </a:cubicBezTo>
                  <a:cubicBezTo>
                    <a:pt x="2422" y="1242"/>
                    <a:pt x="2394" y="1243"/>
                    <a:pt x="2365" y="1244"/>
                  </a:cubicBezTo>
                  <a:cubicBezTo>
                    <a:pt x="2097" y="1254"/>
                    <a:pt x="1838" y="1304"/>
                    <a:pt x="1587" y="1386"/>
                  </a:cubicBezTo>
                  <a:cubicBezTo>
                    <a:pt x="1563" y="1386"/>
                    <a:pt x="1529" y="1404"/>
                    <a:pt x="1495" y="1412"/>
                  </a:cubicBezTo>
                  <a:lnTo>
                    <a:pt x="1405" y="1454"/>
                  </a:lnTo>
                  <a:cubicBezTo>
                    <a:pt x="1345" y="1478"/>
                    <a:pt x="1286" y="1494"/>
                    <a:pt x="1228" y="1528"/>
                  </a:cubicBezTo>
                  <a:lnTo>
                    <a:pt x="1062" y="1621"/>
                  </a:lnTo>
                  <a:cubicBezTo>
                    <a:pt x="1004" y="1655"/>
                    <a:pt x="953" y="1695"/>
                    <a:pt x="903" y="1729"/>
                  </a:cubicBezTo>
                  <a:lnTo>
                    <a:pt x="819" y="1779"/>
                  </a:lnTo>
                  <a:cubicBezTo>
                    <a:pt x="793" y="1805"/>
                    <a:pt x="769" y="1821"/>
                    <a:pt x="753" y="1845"/>
                  </a:cubicBezTo>
                  <a:cubicBezTo>
                    <a:pt x="703" y="1879"/>
                    <a:pt x="653" y="1921"/>
                    <a:pt x="603" y="1963"/>
                  </a:cubicBezTo>
                  <a:lnTo>
                    <a:pt x="476" y="2106"/>
                  </a:lnTo>
                  <a:cubicBezTo>
                    <a:pt x="452" y="2122"/>
                    <a:pt x="434" y="2146"/>
                    <a:pt x="410" y="2172"/>
                  </a:cubicBezTo>
                  <a:lnTo>
                    <a:pt x="352" y="2246"/>
                  </a:lnTo>
                  <a:cubicBezTo>
                    <a:pt x="318" y="2296"/>
                    <a:pt x="276" y="2339"/>
                    <a:pt x="242" y="2389"/>
                  </a:cubicBezTo>
                  <a:cubicBezTo>
                    <a:pt x="209" y="2447"/>
                    <a:pt x="183" y="2497"/>
                    <a:pt x="151" y="2547"/>
                  </a:cubicBezTo>
                  <a:cubicBezTo>
                    <a:pt x="133" y="2581"/>
                    <a:pt x="117" y="2607"/>
                    <a:pt x="109" y="2631"/>
                  </a:cubicBezTo>
                  <a:lnTo>
                    <a:pt x="67" y="2716"/>
                  </a:lnTo>
                  <a:cubicBezTo>
                    <a:pt x="41" y="2766"/>
                    <a:pt x="25" y="2824"/>
                    <a:pt x="1" y="2882"/>
                  </a:cubicBezTo>
                  <a:lnTo>
                    <a:pt x="125" y="2748"/>
                  </a:lnTo>
                  <a:lnTo>
                    <a:pt x="183" y="2689"/>
                  </a:lnTo>
                  <a:cubicBezTo>
                    <a:pt x="209" y="2665"/>
                    <a:pt x="234" y="2647"/>
                    <a:pt x="252" y="2631"/>
                  </a:cubicBezTo>
                  <a:lnTo>
                    <a:pt x="384" y="2515"/>
                  </a:lnTo>
                  <a:lnTo>
                    <a:pt x="518" y="2415"/>
                  </a:lnTo>
                  <a:lnTo>
                    <a:pt x="585" y="2365"/>
                  </a:lnTo>
                  <a:cubicBezTo>
                    <a:pt x="611" y="2347"/>
                    <a:pt x="635" y="2339"/>
                    <a:pt x="661" y="2322"/>
                  </a:cubicBezTo>
                  <a:lnTo>
                    <a:pt x="803" y="2238"/>
                  </a:lnTo>
                  <a:lnTo>
                    <a:pt x="953" y="2164"/>
                  </a:lnTo>
                  <a:cubicBezTo>
                    <a:pt x="978" y="2156"/>
                    <a:pt x="1004" y="2138"/>
                    <a:pt x="1028" y="2130"/>
                  </a:cubicBezTo>
                  <a:lnTo>
                    <a:pt x="1104" y="2096"/>
                  </a:lnTo>
                  <a:cubicBezTo>
                    <a:pt x="1304" y="2014"/>
                    <a:pt x="1521" y="1972"/>
                    <a:pt x="1722" y="1937"/>
                  </a:cubicBezTo>
                  <a:lnTo>
                    <a:pt x="1880" y="1921"/>
                  </a:lnTo>
                  <a:lnTo>
                    <a:pt x="2038" y="1921"/>
                  </a:lnTo>
                  <a:cubicBezTo>
                    <a:pt x="2058" y="1920"/>
                    <a:pt x="2079" y="1919"/>
                    <a:pt x="2099" y="1919"/>
                  </a:cubicBezTo>
                  <a:cubicBezTo>
                    <a:pt x="2179" y="1919"/>
                    <a:pt x="2261" y="1929"/>
                    <a:pt x="2347" y="1929"/>
                  </a:cubicBezTo>
                  <a:cubicBezTo>
                    <a:pt x="2397" y="1937"/>
                    <a:pt x="2448" y="1955"/>
                    <a:pt x="2498" y="1955"/>
                  </a:cubicBezTo>
                  <a:lnTo>
                    <a:pt x="2574" y="1972"/>
                  </a:lnTo>
                  <a:cubicBezTo>
                    <a:pt x="2598" y="1972"/>
                    <a:pt x="2624" y="1980"/>
                    <a:pt x="2648" y="1988"/>
                  </a:cubicBezTo>
                  <a:lnTo>
                    <a:pt x="2790" y="2030"/>
                  </a:lnTo>
                  <a:cubicBezTo>
                    <a:pt x="2841" y="2046"/>
                    <a:pt x="2883" y="2064"/>
                    <a:pt x="2933" y="2080"/>
                  </a:cubicBezTo>
                  <a:lnTo>
                    <a:pt x="2999" y="2106"/>
                  </a:lnTo>
                  <a:lnTo>
                    <a:pt x="3067" y="2138"/>
                  </a:lnTo>
                  <a:lnTo>
                    <a:pt x="3210" y="2196"/>
                  </a:lnTo>
                  <a:lnTo>
                    <a:pt x="3334" y="2280"/>
                  </a:lnTo>
                  <a:lnTo>
                    <a:pt x="3400" y="2314"/>
                  </a:lnTo>
                  <a:cubicBezTo>
                    <a:pt x="3418" y="2330"/>
                    <a:pt x="3442" y="2339"/>
                    <a:pt x="3460" y="2357"/>
                  </a:cubicBezTo>
                  <a:cubicBezTo>
                    <a:pt x="3785" y="2581"/>
                    <a:pt x="4044" y="2882"/>
                    <a:pt x="4220" y="3233"/>
                  </a:cubicBezTo>
                  <a:lnTo>
                    <a:pt x="4796" y="4394"/>
                  </a:lnTo>
                  <a:lnTo>
                    <a:pt x="5073" y="3117"/>
                  </a:lnTo>
                  <a:cubicBezTo>
                    <a:pt x="5123" y="2882"/>
                    <a:pt x="5197" y="2657"/>
                    <a:pt x="5297" y="2447"/>
                  </a:cubicBezTo>
                  <a:cubicBezTo>
                    <a:pt x="5347" y="2339"/>
                    <a:pt x="5405" y="2230"/>
                    <a:pt x="5466" y="2130"/>
                  </a:cubicBezTo>
                  <a:lnTo>
                    <a:pt x="5516" y="2056"/>
                  </a:lnTo>
                  <a:lnTo>
                    <a:pt x="5566" y="1980"/>
                  </a:lnTo>
                  <a:cubicBezTo>
                    <a:pt x="5590" y="1929"/>
                    <a:pt x="5632" y="1879"/>
                    <a:pt x="5666" y="1837"/>
                  </a:cubicBezTo>
                  <a:cubicBezTo>
                    <a:pt x="5807" y="1645"/>
                    <a:pt x="5975" y="1470"/>
                    <a:pt x="6157" y="1312"/>
                  </a:cubicBezTo>
                  <a:cubicBezTo>
                    <a:pt x="6250" y="1236"/>
                    <a:pt x="6342" y="1161"/>
                    <a:pt x="6442" y="1093"/>
                  </a:cubicBezTo>
                  <a:cubicBezTo>
                    <a:pt x="6500" y="1061"/>
                    <a:pt x="6551" y="1027"/>
                    <a:pt x="6601" y="1003"/>
                  </a:cubicBezTo>
                  <a:cubicBezTo>
                    <a:pt x="6651" y="969"/>
                    <a:pt x="6701" y="935"/>
                    <a:pt x="6759" y="911"/>
                  </a:cubicBezTo>
                  <a:cubicBezTo>
                    <a:pt x="6978" y="792"/>
                    <a:pt x="7202" y="702"/>
                    <a:pt x="7445" y="634"/>
                  </a:cubicBezTo>
                  <a:cubicBezTo>
                    <a:pt x="7688" y="568"/>
                    <a:pt x="7938" y="526"/>
                    <a:pt x="8197" y="518"/>
                  </a:cubicBezTo>
                  <a:cubicBezTo>
                    <a:pt x="8275" y="513"/>
                    <a:pt x="8355" y="510"/>
                    <a:pt x="8436" y="510"/>
                  </a:cubicBezTo>
                  <a:cubicBezTo>
                    <a:pt x="8614" y="510"/>
                    <a:pt x="8796" y="523"/>
                    <a:pt x="8975" y="552"/>
                  </a:cubicBezTo>
                  <a:cubicBezTo>
                    <a:pt x="9234" y="592"/>
                    <a:pt x="9500" y="660"/>
                    <a:pt x="9759" y="752"/>
                  </a:cubicBezTo>
                  <a:cubicBezTo>
                    <a:pt x="9350" y="383"/>
                    <a:pt x="8807" y="133"/>
                    <a:pt x="8223" y="40"/>
                  </a:cubicBezTo>
                  <a:cubicBezTo>
                    <a:pt x="8081" y="16"/>
                    <a:pt x="7930" y="8"/>
                    <a:pt x="7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 rot="-761502">
              <a:off x="939615" y="2828528"/>
              <a:ext cx="380806" cy="275286"/>
            </a:xfrm>
            <a:custGeom>
              <a:avLst/>
              <a:gdLst/>
              <a:ahLst/>
              <a:cxnLst/>
              <a:rect l="l" t="t" r="r" b="b"/>
              <a:pathLst>
                <a:path w="9199" h="6650" extrusionOk="0">
                  <a:moveTo>
                    <a:pt x="2291" y="1"/>
                  </a:moveTo>
                  <a:cubicBezTo>
                    <a:pt x="2159" y="1"/>
                    <a:pt x="2028" y="8"/>
                    <a:pt x="1897" y="24"/>
                  </a:cubicBezTo>
                  <a:cubicBezTo>
                    <a:pt x="1169" y="100"/>
                    <a:pt x="486" y="409"/>
                    <a:pt x="0" y="884"/>
                  </a:cubicBezTo>
                  <a:cubicBezTo>
                    <a:pt x="532" y="650"/>
                    <a:pt x="1083" y="530"/>
                    <a:pt x="1622" y="530"/>
                  </a:cubicBezTo>
                  <a:cubicBezTo>
                    <a:pt x="1717" y="530"/>
                    <a:pt x="1811" y="533"/>
                    <a:pt x="1905" y="541"/>
                  </a:cubicBezTo>
                  <a:cubicBezTo>
                    <a:pt x="2531" y="591"/>
                    <a:pt x="3125" y="802"/>
                    <a:pt x="3618" y="1143"/>
                  </a:cubicBezTo>
                  <a:cubicBezTo>
                    <a:pt x="3744" y="1227"/>
                    <a:pt x="3861" y="1319"/>
                    <a:pt x="3969" y="1419"/>
                  </a:cubicBezTo>
                  <a:cubicBezTo>
                    <a:pt x="4085" y="1520"/>
                    <a:pt x="4186" y="1620"/>
                    <a:pt x="4286" y="1736"/>
                  </a:cubicBezTo>
                  <a:cubicBezTo>
                    <a:pt x="4378" y="1844"/>
                    <a:pt x="4470" y="1963"/>
                    <a:pt x="4555" y="2087"/>
                  </a:cubicBezTo>
                  <a:cubicBezTo>
                    <a:pt x="4571" y="2121"/>
                    <a:pt x="4587" y="2145"/>
                    <a:pt x="4613" y="2179"/>
                  </a:cubicBezTo>
                  <a:lnTo>
                    <a:pt x="4637" y="2229"/>
                  </a:lnTo>
                  <a:lnTo>
                    <a:pt x="4663" y="2280"/>
                  </a:lnTo>
                  <a:cubicBezTo>
                    <a:pt x="4679" y="2306"/>
                    <a:pt x="4705" y="2338"/>
                    <a:pt x="4721" y="2372"/>
                  </a:cubicBezTo>
                  <a:lnTo>
                    <a:pt x="4763" y="2472"/>
                  </a:lnTo>
                  <a:cubicBezTo>
                    <a:pt x="4829" y="2606"/>
                    <a:pt x="4887" y="2739"/>
                    <a:pt x="4930" y="2881"/>
                  </a:cubicBezTo>
                  <a:cubicBezTo>
                    <a:pt x="4972" y="3024"/>
                    <a:pt x="5014" y="3166"/>
                    <a:pt x="5038" y="3308"/>
                  </a:cubicBezTo>
                  <a:cubicBezTo>
                    <a:pt x="5064" y="3449"/>
                    <a:pt x="5080" y="3599"/>
                    <a:pt x="5088" y="3742"/>
                  </a:cubicBezTo>
                  <a:cubicBezTo>
                    <a:pt x="5098" y="3892"/>
                    <a:pt x="5088" y="4042"/>
                    <a:pt x="5080" y="4185"/>
                  </a:cubicBezTo>
                  <a:lnTo>
                    <a:pt x="5014" y="4953"/>
                  </a:lnTo>
                  <a:lnTo>
                    <a:pt x="5682" y="4644"/>
                  </a:lnTo>
                  <a:cubicBezTo>
                    <a:pt x="5850" y="4570"/>
                    <a:pt x="6016" y="4520"/>
                    <a:pt x="6191" y="4486"/>
                  </a:cubicBezTo>
                  <a:cubicBezTo>
                    <a:pt x="6283" y="4469"/>
                    <a:pt x="6367" y="4451"/>
                    <a:pt x="6460" y="4443"/>
                  </a:cubicBezTo>
                  <a:lnTo>
                    <a:pt x="6734" y="4443"/>
                  </a:lnTo>
                  <a:cubicBezTo>
                    <a:pt x="6776" y="4443"/>
                    <a:pt x="6827" y="4451"/>
                    <a:pt x="6869" y="4451"/>
                  </a:cubicBezTo>
                  <a:cubicBezTo>
                    <a:pt x="6919" y="4461"/>
                    <a:pt x="6961" y="4451"/>
                    <a:pt x="7003" y="4469"/>
                  </a:cubicBezTo>
                  <a:cubicBezTo>
                    <a:pt x="7093" y="4486"/>
                    <a:pt x="7186" y="4494"/>
                    <a:pt x="7278" y="4528"/>
                  </a:cubicBezTo>
                  <a:cubicBezTo>
                    <a:pt x="7320" y="4536"/>
                    <a:pt x="7362" y="4552"/>
                    <a:pt x="7412" y="4562"/>
                  </a:cubicBezTo>
                  <a:lnTo>
                    <a:pt x="7537" y="4612"/>
                  </a:lnTo>
                  <a:lnTo>
                    <a:pt x="7605" y="4636"/>
                  </a:lnTo>
                  <a:lnTo>
                    <a:pt x="7671" y="4670"/>
                  </a:lnTo>
                  <a:cubicBezTo>
                    <a:pt x="7713" y="4694"/>
                    <a:pt x="7755" y="4712"/>
                    <a:pt x="7795" y="4736"/>
                  </a:cubicBezTo>
                  <a:cubicBezTo>
                    <a:pt x="8122" y="4913"/>
                    <a:pt x="8423" y="5179"/>
                    <a:pt x="8658" y="5504"/>
                  </a:cubicBezTo>
                  <a:cubicBezTo>
                    <a:pt x="8882" y="5831"/>
                    <a:pt x="9049" y="6216"/>
                    <a:pt x="9125" y="6649"/>
                  </a:cubicBezTo>
                  <a:cubicBezTo>
                    <a:pt x="9199" y="6216"/>
                    <a:pt x="9149" y="5755"/>
                    <a:pt x="8982" y="5330"/>
                  </a:cubicBezTo>
                  <a:cubicBezTo>
                    <a:pt x="8808" y="4903"/>
                    <a:pt x="8515" y="4520"/>
                    <a:pt x="8138" y="4219"/>
                  </a:cubicBezTo>
                  <a:cubicBezTo>
                    <a:pt x="8088" y="4185"/>
                    <a:pt x="8038" y="4151"/>
                    <a:pt x="7988" y="4119"/>
                  </a:cubicBezTo>
                  <a:lnTo>
                    <a:pt x="7914" y="4068"/>
                  </a:lnTo>
                  <a:lnTo>
                    <a:pt x="7837" y="4018"/>
                  </a:lnTo>
                  <a:lnTo>
                    <a:pt x="7679" y="3934"/>
                  </a:lnTo>
                  <a:cubicBezTo>
                    <a:pt x="7621" y="3910"/>
                    <a:pt x="7571" y="3884"/>
                    <a:pt x="7512" y="3860"/>
                  </a:cubicBezTo>
                  <a:cubicBezTo>
                    <a:pt x="7404" y="3810"/>
                    <a:pt x="7286" y="3776"/>
                    <a:pt x="7170" y="3742"/>
                  </a:cubicBezTo>
                  <a:cubicBezTo>
                    <a:pt x="7111" y="3717"/>
                    <a:pt x="7053" y="3709"/>
                    <a:pt x="6985" y="3691"/>
                  </a:cubicBezTo>
                  <a:cubicBezTo>
                    <a:pt x="6927" y="3683"/>
                    <a:pt x="6869" y="3667"/>
                    <a:pt x="6811" y="3659"/>
                  </a:cubicBezTo>
                  <a:lnTo>
                    <a:pt x="6626" y="3641"/>
                  </a:lnTo>
                  <a:cubicBezTo>
                    <a:pt x="6560" y="3641"/>
                    <a:pt x="6502" y="3633"/>
                    <a:pt x="6442" y="3633"/>
                  </a:cubicBezTo>
                  <a:cubicBezTo>
                    <a:pt x="6317" y="3633"/>
                    <a:pt x="6191" y="3633"/>
                    <a:pt x="6067" y="3649"/>
                  </a:cubicBezTo>
                  <a:cubicBezTo>
                    <a:pt x="6041" y="3659"/>
                    <a:pt x="6016" y="3659"/>
                    <a:pt x="5982" y="3667"/>
                  </a:cubicBezTo>
                  <a:cubicBezTo>
                    <a:pt x="5966" y="3116"/>
                    <a:pt x="5840" y="2564"/>
                    <a:pt x="5589" y="2071"/>
                  </a:cubicBezTo>
                  <a:cubicBezTo>
                    <a:pt x="5415" y="1728"/>
                    <a:pt x="5188" y="1419"/>
                    <a:pt x="4930" y="1143"/>
                  </a:cubicBezTo>
                  <a:cubicBezTo>
                    <a:pt x="4797" y="1002"/>
                    <a:pt x="4655" y="876"/>
                    <a:pt x="4512" y="760"/>
                  </a:cubicBezTo>
                  <a:cubicBezTo>
                    <a:pt x="4362" y="651"/>
                    <a:pt x="4204" y="541"/>
                    <a:pt x="4035" y="451"/>
                  </a:cubicBezTo>
                  <a:cubicBezTo>
                    <a:pt x="3710" y="274"/>
                    <a:pt x="3351" y="140"/>
                    <a:pt x="2992" y="66"/>
                  </a:cubicBezTo>
                  <a:cubicBezTo>
                    <a:pt x="2757" y="24"/>
                    <a:pt x="2523" y="1"/>
                    <a:pt x="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7876912" y="1749914"/>
              <a:ext cx="875911" cy="394429"/>
            </a:xfrm>
            <a:custGeom>
              <a:avLst/>
              <a:gdLst/>
              <a:ahLst/>
              <a:cxnLst/>
              <a:rect l="l" t="t" r="r" b="b"/>
              <a:pathLst>
                <a:path w="9760" h="4395" extrusionOk="0">
                  <a:moveTo>
                    <a:pt x="7780" y="0"/>
                  </a:moveTo>
                  <a:cubicBezTo>
                    <a:pt x="7637" y="0"/>
                    <a:pt x="7487" y="0"/>
                    <a:pt x="7337" y="16"/>
                  </a:cubicBezTo>
                  <a:cubicBezTo>
                    <a:pt x="7186" y="32"/>
                    <a:pt x="7036" y="58"/>
                    <a:pt x="6893" y="90"/>
                  </a:cubicBezTo>
                  <a:cubicBezTo>
                    <a:pt x="6743" y="125"/>
                    <a:pt x="6601" y="167"/>
                    <a:pt x="6458" y="225"/>
                  </a:cubicBezTo>
                  <a:cubicBezTo>
                    <a:pt x="5891" y="433"/>
                    <a:pt x="5373" y="802"/>
                    <a:pt x="4972" y="1278"/>
                  </a:cubicBezTo>
                  <a:cubicBezTo>
                    <a:pt x="4772" y="1512"/>
                    <a:pt x="4603" y="1771"/>
                    <a:pt x="4471" y="2056"/>
                  </a:cubicBezTo>
                  <a:lnTo>
                    <a:pt x="4463" y="2064"/>
                  </a:lnTo>
                  <a:cubicBezTo>
                    <a:pt x="4294" y="1895"/>
                    <a:pt x="4112" y="1755"/>
                    <a:pt x="3911" y="1637"/>
                  </a:cubicBezTo>
                  <a:cubicBezTo>
                    <a:pt x="3467" y="1377"/>
                    <a:pt x="2957" y="1242"/>
                    <a:pt x="2451" y="1242"/>
                  </a:cubicBezTo>
                  <a:cubicBezTo>
                    <a:pt x="2422" y="1242"/>
                    <a:pt x="2394" y="1243"/>
                    <a:pt x="2365" y="1244"/>
                  </a:cubicBezTo>
                  <a:cubicBezTo>
                    <a:pt x="2097" y="1254"/>
                    <a:pt x="1838" y="1304"/>
                    <a:pt x="1587" y="1386"/>
                  </a:cubicBezTo>
                  <a:cubicBezTo>
                    <a:pt x="1563" y="1386"/>
                    <a:pt x="1529" y="1404"/>
                    <a:pt x="1495" y="1412"/>
                  </a:cubicBezTo>
                  <a:lnTo>
                    <a:pt x="1405" y="1454"/>
                  </a:lnTo>
                  <a:cubicBezTo>
                    <a:pt x="1345" y="1478"/>
                    <a:pt x="1286" y="1494"/>
                    <a:pt x="1228" y="1528"/>
                  </a:cubicBezTo>
                  <a:lnTo>
                    <a:pt x="1062" y="1621"/>
                  </a:lnTo>
                  <a:cubicBezTo>
                    <a:pt x="1004" y="1655"/>
                    <a:pt x="953" y="1695"/>
                    <a:pt x="903" y="1729"/>
                  </a:cubicBezTo>
                  <a:lnTo>
                    <a:pt x="819" y="1779"/>
                  </a:lnTo>
                  <a:cubicBezTo>
                    <a:pt x="793" y="1805"/>
                    <a:pt x="769" y="1821"/>
                    <a:pt x="753" y="1845"/>
                  </a:cubicBezTo>
                  <a:cubicBezTo>
                    <a:pt x="703" y="1879"/>
                    <a:pt x="653" y="1921"/>
                    <a:pt x="603" y="1963"/>
                  </a:cubicBezTo>
                  <a:lnTo>
                    <a:pt x="476" y="2106"/>
                  </a:lnTo>
                  <a:cubicBezTo>
                    <a:pt x="452" y="2122"/>
                    <a:pt x="434" y="2146"/>
                    <a:pt x="410" y="2172"/>
                  </a:cubicBezTo>
                  <a:lnTo>
                    <a:pt x="352" y="2246"/>
                  </a:lnTo>
                  <a:cubicBezTo>
                    <a:pt x="318" y="2296"/>
                    <a:pt x="276" y="2339"/>
                    <a:pt x="242" y="2389"/>
                  </a:cubicBezTo>
                  <a:cubicBezTo>
                    <a:pt x="209" y="2447"/>
                    <a:pt x="183" y="2497"/>
                    <a:pt x="151" y="2547"/>
                  </a:cubicBezTo>
                  <a:cubicBezTo>
                    <a:pt x="133" y="2581"/>
                    <a:pt x="117" y="2607"/>
                    <a:pt x="109" y="2631"/>
                  </a:cubicBezTo>
                  <a:lnTo>
                    <a:pt x="67" y="2716"/>
                  </a:lnTo>
                  <a:cubicBezTo>
                    <a:pt x="41" y="2766"/>
                    <a:pt x="25" y="2824"/>
                    <a:pt x="1" y="2882"/>
                  </a:cubicBezTo>
                  <a:lnTo>
                    <a:pt x="125" y="2748"/>
                  </a:lnTo>
                  <a:lnTo>
                    <a:pt x="183" y="2689"/>
                  </a:lnTo>
                  <a:cubicBezTo>
                    <a:pt x="209" y="2665"/>
                    <a:pt x="234" y="2647"/>
                    <a:pt x="252" y="2631"/>
                  </a:cubicBezTo>
                  <a:lnTo>
                    <a:pt x="384" y="2515"/>
                  </a:lnTo>
                  <a:lnTo>
                    <a:pt x="518" y="2415"/>
                  </a:lnTo>
                  <a:lnTo>
                    <a:pt x="585" y="2365"/>
                  </a:lnTo>
                  <a:cubicBezTo>
                    <a:pt x="611" y="2347"/>
                    <a:pt x="635" y="2339"/>
                    <a:pt x="661" y="2322"/>
                  </a:cubicBezTo>
                  <a:lnTo>
                    <a:pt x="803" y="2238"/>
                  </a:lnTo>
                  <a:lnTo>
                    <a:pt x="953" y="2164"/>
                  </a:lnTo>
                  <a:cubicBezTo>
                    <a:pt x="978" y="2156"/>
                    <a:pt x="1004" y="2138"/>
                    <a:pt x="1028" y="2130"/>
                  </a:cubicBezTo>
                  <a:lnTo>
                    <a:pt x="1104" y="2096"/>
                  </a:lnTo>
                  <a:cubicBezTo>
                    <a:pt x="1304" y="2014"/>
                    <a:pt x="1521" y="1972"/>
                    <a:pt x="1722" y="1937"/>
                  </a:cubicBezTo>
                  <a:lnTo>
                    <a:pt x="1880" y="1921"/>
                  </a:lnTo>
                  <a:lnTo>
                    <a:pt x="2038" y="1921"/>
                  </a:lnTo>
                  <a:cubicBezTo>
                    <a:pt x="2058" y="1920"/>
                    <a:pt x="2079" y="1919"/>
                    <a:pt x="2099" y="1919"/>
                  </a:cubicBezTo>
                  <a:cubicBezTo>
                    <a:pt x="2179" y="1919"/>
                    <a:pt x="2261" y="1929"/>
                    <a:pt x="2347" y="1929"/>
                  </a:cubicBezTo>
                  <a:cubicBezTo>
                    <a:pt x="2397" y="1937"/>
                    <a:pt x="2448" y="1955"/>
                    <a:pt x="2498" y="1955"/>
                  </a:cubicBezTo>
                  <a:lnTo>
                    <a:pt x="2574" y="1972"/>
                  </a:lnTo>
                  <a:cubicBezTo>
                    <a:pt x="2598" y="1972"/>
                    <a:pt x="2624" y="1980"/>
                    <a:pt x="2648" y="1988"/>
                  </a:cubicBezTo>
                  <a:lnTo>
                    <a:pt x="2790" y="2030"/>
                  </a:lnTo>
                  <a:cubicBezTo>
                    <a:pt x="2841" y="2046"/>
                    <a:pt x="2883" y="2064"/>
                    <a:pt x="2933" y="2080"/>
                  </a:cubicBezTo>
                  <a:lnTo>
                    <a:pt x="2999" y="2106"/>
                  </a:lnTo>
                  <a:lnTo>
                    <a:pt x="3067" y="2138"/>
                  </a:lnTo>
                  <a:lnTo>
                    <a:pt x="3210" y="2196"/>
                  </a:lnTo>
                  <a:lnTo>
                    <a:pt x="3334" y="2280"/>
                  </a:lnTo>
                  <a:lnTo>
                    <a:pt x="3400" y="2314"/>
                  </a:lnTo>
                  <a:cubicBezTo>
                    <a:pt x="3418" y="2330"/>
                    <a:pt x="3442" y="2339"/>
                    <a:pt x="3460" y="2357"/>
                  </a:cubicBezTo>
                  <a:cubicBezTo>
                    <a:pt x="3785" y="2581"/>
                    <a:pt x="4044" y="2882"/>
                    <a:pt x="4220" y="3233"/>
                  </a:cubicBezTo>
                  <a:lnTo>
                    <a:pt x="4796" y="4394"/>
                  </a:lnTo>
                  <a:lnTo>
                    <a:pt x="5073" y="3117"/>
                  </a:lnTo>
                  <a:cubicBezTo>
                    <a:pt x="5123" y="2882"/>
                    <a:pt x="5197" y="2657"/>
                    <a:pt x="5297" y="2447"/>
                  </a:cubicBezTo>
                  <a:cubicBezTo>
                    <a:pt x="5347" y="2339"/>
                    <a:pt x="5405" y="2230"/>
                    <a:pt x="5466" y="2130"/>
                  </a:cubicBezTo>
                  <a:lnTo>
                    <a:pt x="5516" y="2056"/>
                  </a:lnTo>
                  <a:lnTo>
                    <a:pt x="5566" y="1980"/>
                  </a:lnTo>
                  <a:cubicBezTo>
                    <a:pt x="5590" y="1929"/>
                    <a:pt x="5632" y="1879"/>
                    <a:pt x="5666" y="1837"/>
                  </a:cubicBezTo>
                  <a:cubicBezTo>
                    <a:pt x="5807" y="1645"/>
                    <a:pt x="5975" y="1470"/>
                    <a:pt x="6157" y="1312"/>
                  </a:cubicBezTo>
                  <a:cubicBezTo>
                    <a:pt x="6250" y="1236"/>
                    <a:pt x="6342" y="1161"/>
                    <a:pt x="6442" y="1093"/>
                  </a:cubicBezTo>
                  <a:cubicBezTo>
                    <a:pt x="6500" y="1061"/>
                    <a:pt x="6551" y="1027"/>
                    <a:pt x="6601" y="1003"/>
                  </a:cubicBezTo>
                  <a:cubicBezTo>
                    <a:pt x="6651" y="969"/>
                    <a:pt x="6701" y="935"/>
                    <a:pt x="6759" y="911"/>
                  </a:cubicBezTo>
                  <a:cubicBezTo>
                    <a:pt x="6978" y="792"/>
                    <a:pt x="7202" y="702"/>
                    <a:pt x="7445" y="634"/>
                  </a:cubicBezTo>
                  <a:cubicBezTo>
                    <a:pt x="7688" y="568"/>
                    <a:pt x="7938" y="526"/>
                    <a:pt x="8197" y="518"/>
                  </a:cubicBezTo>
                  <a:cubicBezTo>
                    <a:pt x="8275" y="513"/>
                    <a:pt x="8355" y="510"/>
                    <a:pt x="8436" y="510"/>
                  </a:cubicBezTo>
                  <a:cubicBezTo>
                    <a:pt x="8614" y="510"/>
                    <a:pt x="8796" y="523"/>
                    <a:pt x="8975" y="552"/>
                  </a:cubicBezTo>
                  <a:cubicBezTo>
                    <a:pt x="9234" y="592"/>
                    <a:pt x="9500" y="660"/>
                    <a:pt x="9759" y="752"/>
                  </a:cubicBezTo>
                  <a:cubicBezTo>
                    <a:pt x="9350" y="383"/>
                    <a:pt x="8807" y="133"/>
                    <a:pt x="8223" y="40"/>
                  </a:cubicBezTo>
                  <a:cubicBezTo>
                    <a:pt x="8081" y="16"/>
                    <a:pt x="7930" y="8"/>
                    <a:pt x="7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7"/>
            <p:cNvSpPr/>
            <p:nvPr/>
          </p:nvSpPr>
          <p:spPr>
            <a:xfrm rot="761461" flipH="1">
              <a:off x="6996630" y="2343878"/>
              <a:ext cx="426467" cy="308279"/>
            </a:xfrm>
            <a:custGeom>
              <a:avLst/>
              <a:gdLst/>
              <a:ahLst/>
              <a:cxnLst/>
              <a:rect l="l" t="t" r="r" b="b"/>
              <a:pathLst>
                <a:path w="9199" h="6650" extrusionOk="0">
                  <a:moveTo>
                    <a:pt x="2291" y="1"/>
                  </a:moveTo>
                  <a:cubicBezTo>
                    <a:pt x="2159" y="1"/>
                    <a:pt x="2028" y="8"/>
                    <a:pt x="1897" y="24"/>
                  </a:cubicBezTo>
                  <a:cubicBezTo>
                    <a:pt x="1169" y="100"/>
                    <a:pt x="486" y="409"/>
                    <a:pt x="0" y="884"/>
                  </a:cubicBezTo>
                  <a:cubicBezTo>
                    <a:pt x="532" y="650"/>
                    <a:pt x="1083" y="530"/>
                    <a:pt x="1622" y="530"/>
                  </a:cubicBezTo>
                  <a:cubicBezTo>
                    <a:pt x="1717" y="530"/>
                    <a:pt x="1811" y="533"/>
                    <a:pt x="1905" y="541"/>
                  </a:cubicBezTo>
                  <a:cubicBezTo>
                    <a:pt x="2531" y="591"/>
                    <a:pt x="3125" y="802"/>
                    <a:pt x="3618" y="1143"/>
                  </a:cubicBezTo>
                  <a:cubicBezTo>
                    <a:pt x="3744" y="1227"/>
                    <a:pt x="3861" y="1319"/>
                    <a:pt x="3969" y="1419"/>
                  </a:cubicBezTo>
                  <a:cubicBezTo>
                    <a:pt x="4085" y="1520"/>
                    <a:pt x="4186" y="1620"/>
                    <a:pt x="4286" y="1736"/>
                  </a:cubicBezTo>
                  <a:cubicBezTo>
                    <a:pt x="4378" y="1844"/>
                    <a:pt x="4470" y="1963"/>
                    <a:pt x="4555" y="2087"/>
                  </a:cubicBezTo>
                  <a:cubicBezTo>
                    <a:pt x="4571" y="2121"/>
                    <a:pt x="4587" y="2145"/>
                    <a:pt x="4613" y="2179"/>
                  </a:cubicBezTo>
                  <a:lnTo>
                    <a:pt x="4637" y="2229"/>
                  </a:lnTo>
                  <a:lnTo>
                    <a:pt x="4663" y="2280"/>
                  </a:lnTo>
                  <a:cubicBezTo>
                    <a:pt x="4679" y="2306"/>
                    <a:pt x="4705" y="2338"/>
                    <a:pt x="4721" y="2372"/>
                  </a:cubicBezTo>
                  <a:lnTo>
                    <a:pt x="4763" y="2472"/>
                  </a:lnTo>
                  <a:cubicBezTo>
                    <a:pt x="4829" y="2606"/>
                    <a:pt x="4887" y="2739"/>
                    <a:pt x="4930" y="2881"/>
                  </a:cubicBezTo>
                  <a:cubicBezTo>
                    <a:pt x="4972" y="3024"/>
                    <a:pt x="5014" y="3166"/>
                    <a:pt x="5038" y="3308"/>
                  </a:cubicBezTo>
                  <a:cubicBezTo>
                    <a:pt x="5064" y="3449"/>
                    <a:pt x="5080" y="3599"/>
                    <a:pt x="5088" y="3742"/>
                  </a:cubicBezTo>
                  <a:cubicBezTo>
                    <a:pt x="5098" y="3892"/>
                    <a:pt x="5088" y="4042"/>
                    <a:pt x="5080" y="4185"/>
                  </a:cubicBezTo>
                  <a:lnTo>
                    <a:pt x="5014" y="4953"/>
                  </a:lnTo>
                  <a:lnTo>
                    <a:pt x="5682" y="4644"/>
                  </a:lnTo>
                  <a:cubicBezTo>
                    <a:pt x="5850" y="4570"/>
                    <a:pt x="6016" y="4520"/>
                    <a:pt x="6191" y="4486"/>
                  </a:cubicBezTo>
                  <a:cubicBezTo>
                    <a:pt x="6283" y="4469"/>
                    <a:pt x="6367" y="4451"/>
                    <a:pt x="6460" y="4443"/>
                  </a:cubicBezTo>
                  <a:lnTo>
                    <a:pt x="6734" y="4443"/>
                  </a:lnTo>
                  <a:cubicBezTo>
                    <a:pt x="6776" y="4443"/>
                    <a:pt x="6827" y="4451"/>
                    <a:pt x="6869" y="4451"/>
                  </a:cubicBezTo>
                  <a:cubicBezTo>
                    <a:pt x="6919" y="4461"/>
                    <a:pt x="6961" y="4451"/>
                    <a:pt x="7003" y="4469"/>
                  </a:cubicBezTo>
                  <a:cubicBezTo>
                    <a:pt x="7093" y="4486"/>
                    <a:pt x="7186" y="4494"/>
                    <a:pt x="7278" y="4528"/>
                  </a:cubicBezTo>
                  <a:cubicBezTo>
                    <a:pt x="7320" y="4536"/>
                    <a:pt x="7362" y="4552"/>
                    <a:pt x="7412" y="4562"/>
                  </a:cubicBezTo>
                  <a:lnTo>
                    <a:pt x="7537" y="4612"/>
                  </a:lnTo>
                  <a:lnTo>
                    <a:pt x="7605" y="4636"/>
                  </a:lnTo>
                  <a:lnTo>
                    <a:pt x="7671" y="4670"/>
                  </a:lnTo>
                  <a:cubicBezTo>
                    <a:pt x="7713" y="4694"/>
                    <a:pt x="7755" y="4712"/>
                    <a:pt x="7795" y="4736"/>
                  </a:cubicBezTo>
                  <a:cubicBezTo>
                    <a:pt x="8122" y="4913"/>
                    <a:pt x="8423" y="5179"/>
                    <a:pt x="8658" y="5504"/>
                  </a:cubicBezTo>
                  <a:cubicBezTo>
                    <a:pt x="8882" y="5831"/>
                    <a:pt x="9049" y="6216"/>
                    <a:pt x="9125" y="6649"/>
                  </a:cubicBezTo>
                  <a:cubicBezTo>
                    <a:pt x="9199" y="6216"/>
                    <a:pt x="9149" y="5755"/>
                    <a:pt x="8982" y="5330"/>
                  </a:cubicBezTo>
                  <a:cubicBezTo>
                    <a:pt x="8808" y="4903"/>
                    <a:pt x="8515" y="4520"/>
                    <a:pt x="8138" y="4219"/>
                  </a:cubicBezTo>
                  <a:cubicBezTo>
                    <a:pt x="8088" y="4185"/>
                    <a:pt x="8038" y="4151"/>
                    <a:pt x="7988" y="4119"/>
                  </a:cubicBezTo>
                  <a:lnTo>
                    <a:pt x="7914" y="4068"/>
                  </a:lnTo>
                  <a:lnTo>
                    <a:pt x="7837" y="4018"/>
                  </a:lnTo>
                  <a:lnTo>
                    <a:pt x="7679" y="3934"/>
                  </a:lnTo>
                  <a:cubicBezTo>
                    <a:pt x="7621" y="3910"/>
                    <a:pt x="7571" y="3884"/>
                    <a:pt x="7512" y="3860"/>
                  </a:cubicBezTo>
                  <a:cubicBezTo>
                    <a:pt x="7404" y="3810"/>
                    <a:pt x="7286" y="3776"/>
                    <a:pt x="7170" y="3742"/>
                  </a:cubicBezTo>
                  <a:cubicBezTo>
                    <a:pt x="7111" y="3717"/>
                    <a:pt x="7053" y="3709"/>
                    <a:pt x="6985" y="3691"/>
                  </a:cubicBezTo>
                  <a:cubicBezTo>
                    <a:pt x="6927" y="3683"/>
                    <a:pt x="6869" y="3667"/>
                    <a:pt x="6811" y="3659"/>
                  </a:cubicBezTo>
                  <a:lnTo>
                    <a:pt x="6626" y="3641"/>
                  </a:lnTo>
                  <a:cubicBezTo>
                    <a:pt x="6560" y="3641"/>
                    <a:pt x="6502" y="3633"/>
                    <a:pt x="6442" y="3633"/>
                  </a:cubicBezTo>
                  <a:cubicBezTo>
                    <a:pt x="6317" y="3633"/>
                    <a:pt x="6191" y="3633"/>
                    <a:pt x="6067" y="3649"/>
                  </a:cubicBezTo>
                  <a:cubicBezTo>
                    <a:pt x="6041" y="3659"/>
                    <a:pt x="6016" y="3659"/>
                    <a:pt x="5982" y="3667"/>
                  </a:cubicBezTo>
                  <a:cubicBezTo>
                    <a:pt x="5966" y="3116"/>
                    <a:pt x="5840" y="2564"/>
                    <a:pt x="5589" y="2071"/>
                  </a:cubicBezTo>
                  <a:cubicBezTo>
                    <a:pt x="5415" y="1728"/>
                    <a:pt x="5188" y="1419"/>
                    <a:pt x="4930" y="1143"/>
                  </a:cubicBezTo>
                  <a:cubicBezTo>
                    <a:pt x="4797" y="1002"/>
                    <a:pt x="4655" y="876"/>
                    <a:pt x="4512" y="760"/>
                  </a:cubicBezTo>
                  <a:cubicBezTo>
                    <a:pt x="4362" y="651"/>
                    <a:pt x="4204" y="541"/>
                    <a:pt x="4035" y="451"/>
                  </a:cubicBezTo>
                  <a:cubicBezTo>
                    <a:pt x="3710" y="274"/>
                    <a:pt x="3351" y="140"/>
                    <a:pt x="2992" y="66"/>
                  </a:cubicBezTo>
                  <a:cubicBezTo>
                    <a:pt x="2757" y="24"/>
                    <a:pt x="2523" y="1"/>
                    <a:pt x="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7"/>
            <p:cNvSpPr/>
            <p:nvPr/>
          </p:nvSpPr>
          <p:spPr>
            <a:xfrm rot="1864319" flipH="1">
              <a:off x="2007836" y="1776293"/>
              <a:ext cx="260981" cy="188665"/>
            </a:xfrm>
            <a:custGeom>
              <a:avLst/>
              <a:gdLst/>
              <a:ahLst/>
              <a:cxnLst/>
              <a:rect l="l" t="t" r="r" b="b"/>
              <a:pathLst>
                <a:path w="9199" h="6650" extrusionOk="0">
                  <a:moveTo>
                    <a:pt x="2291" y="1"/>
                  </a:moveTo>
                  <a:cubicBezTo>
                    <a:pt x="2159" y="1"/>
                    <a:pt x="2028" y="8"/>
                    <a:pt x="1897" y="24"/>
                  </a:cubicBezTo>
                  <a:cubicBezTo>
                    <a:pt x="1169" y="100"/>
                    <a:pt x="486" y="409"/>
                    <a:pt x="0" y="884"/>
                  </a:cubicBezTo>
                  <a:cubicBezTo>
                    <a:pt x="532" y="650"/>
                    <a:pt x="1083" y="530"/>
                    <a:pt x="1622" y="530"/>
                  </a:cubicBezTo>
                  <a:cubicBezTo>
                    <a:pt x="1717" y="530"/>
                    <a:pt x="1811" y="533"/>
                    <a:pt x="1905" y="541"/>
                  </a:cubicBezTo>
                  <a:cubicBezTo>
                    <a:pt x="2531" y="591"/>
                    <a:pt x="3125" y="802"/>
                    <a:pt x="3618" y="1143"/>
                  </a:cubicBezTo>
                  <a:cubicBezTo>
                    <a:pt x="3744" y="1227"/>
                    <a:pt x="3861" y="1319"/>
                    <a:pt x="3969" y="1419"/>
                  </a:cubicBezTo>
                  <a:cubicBezTo>
                    <a:pt x="4085" y="1520"/>
                    <a:pt x="4186" y="1620"/>
                    <a:pt x="4286" y="1736"/>
                  </a:cubicBezTo>
                  <a:cubicBezTo>
                    <a:pt x="4378" y="1844"/>
                    <a:pt x="4470" y="1963"/>
                    <a:pt x="4555" y="2087"/>
                  </a:cubicBezTo>
                  <a:cubicBezTo>
                    <a:pt x="4571" y="2121"/>
                    <a:pt x="4587" y="2145"/>
                    <a:pt x="4613" y="2179"/>
                  </a:cubicBezTo>
                  <a:lnTo>
                    <a:pt x="4637" y="2229"/>
                  </a:lnTo>
                  <a:lnTo>
                    <a:pt x="4663" y="2280"/>
                  </a:lnTo>
                  <a:cubicBezTo>
                    <a:pt x="4679" y="2306"/>
                    <a:pt x="4705" y="2338"/>
                    <a:pt x="4721" y="2372"/>
                  </a:cubicBezTo>
                  <a:lnTo>
                    <a:pt x="4763" y="2472"/>
                  </a:lnTo>
                  <a:cubicBezTo>
                    <a:pt x="4829" y="2606"/>
                    <a:pt x="4887" y="2739"/>
                    <a:pt x="4930" y="2881"/>
                  </a:cubicBezTo>
                  <a:cubicBezTo>
                    <a:pt x="4972" y="3024"/>
                    <a:pt x="5014" y="3166"/>
                    <a:pt x="5038" y="3308"/>
                  </a:cubicBezTo>
                  <a:cubicBezTo>
                    <a:pt x="5064" y="3449"/>
                    <a:pt x="5080" y="3599"/>
                    <a:pt x="5088" y="3742"/>
                  </a:cubicBezTo>
                  <a:cubicBezTo>
                    <a:pt x="5098" y="3892"/>
                    <a:pt x="5088" y="4042"/>
                    <a:pt x="5080" y="4185"/>
                  </a:cubicBezTo>
                  <a:lnTo>
                    <a:pt x="5014" y="4953"/>
                  </a:lnTo>
                  <a:lnTo>
                    <a:pt x="5682" y="4644"/>
                  </a:lnTo>
                  <a:cubicBezTo>
                    <a:pt x="5850" y="4570"/>
                    <a:pt x="6016" y="4520"/>
                    <a:pt x="6191" y="4486"/>
                  </a:cubicBezTo>
                  <a:cubicBezTo>
                    <a:pt x="6283" y="4469"/>
                    <a:pt x="6367" y="4451"/>
                    <a:pt x="6460" y="4443"/>
                  </a:cubicBezTo>
                  <a:lnTo>
                    <a:pt x="6734" y="4443"/>
                  </a:lnTo>
                  <a:cubicBezTo>
                    <a:pt x="6776" y="4443"/>
                    <a:pt x="6827" y="4451"/>
                    <a:pt x="6869" y="4451"/>
                  </a:cubicBezTo>
                  <a:cubicBezTo>
                    <a:pt x="6919" y="4461"/>
                    <a:pt x="6961" y="4451"/>
                    <a:pt x="7003" y="4469"/>
                  </a:cubicBezTo>
                  <a:cubicBezTo>
                    <a:pt x="7093" y="4486"/>
                    <a:pt x="7186" y="4494"/>
                    <a:pt x="7278" y="4528"/>
                  </a:cubicBezTo>
                  <a:cubicBezTo>
                    <a:pt x="7320" y="4536"/>
                    <a:pt x="7362" y="4552"/>
                    <a:pt x="7412" y="4562"/>
                  </a:cubicBezTo>
                  <a:lnTo>
                    <a:pt x="7537" y="4612"/>
                  </a:lnTo>
                  <a:lnTo>
                    <a:pt x="7605" y="4636"/>
                  </a:lnTo>
                  <a:lnTo>
                    <a:pt x="7671" y="4670"/>
                  </a:lnTo>
                  <a:cubicBezTo>
                    <a:pt x="7713" y="4694"/>
                    <a:pt x="7755" y="4712"/>
                    <a:pt x="7795" y="4736"/>
                  </a:cubicBezTo>
                  <a:cubicBezTo>
                    <a:pt x="8122" y="4913"/>
                    <a:pt x="8423" y="5179"/>
                    <a:pt x="8658" y="5504"/>
                  </a:cubicBezTo>
                  <a:cubicBezTo>
                    <a:pt x="8882" y="5831"/>
                    <a:pt x="9049" y="6216"/>
                    <a:pt x="9125" y="6649"/>
                  </a:cubicBezTo>
                  <a:cubicBezTo>
                    <a:pt x="9199" y="6216"/>
                    <a:pt x="9149" y="5755"/>
                    <a:pt x="8982" y="5330"/>
                  </a:cubicBezTo>
                  <a:cubicBezTo>
                    <a:pt x="8808" y="4903"/>
                    <a:pt x="8515" y="4520"/>
                    <a:pt x="8138" y="4219"/>
                  </a:cubicBezTo>
                  <a:cubicBezTo>
                    <a:pt x="8088" y="4185"/>
                    <a:pt x="8038" y="4151"/>
                    <a:pt x="7988" y="4119"/>
                  </a:cubicBezTo>
                  <a:lnTo>
                    <a:pt x="7914" y="4068"/>
                  </a:lnTo>
                  <a:lnTo>
                    <a:pt x="7837" y="4018"/>
                  </a:lnTo>
                  <a:lnTo>
                    <a:pt x="7679" y="3934"/>
                  </a:lnTo>
                  <a:cubicBezTo>
                    <a:pt x="7621" y="3910"/>
                    <a:pt x="7571" y="3884"/>
                    <a:pt x="7512" y="3860"/>
                  </a:cubicBezTo>
                  <a:cubicBezTo>
                    <a:pt x="7404" y="3810"/>
                    <a:pt x="7286" y="3776"/>
                    <a:pt x="7170" y="3742"/>
                  </a:cubicBezTo>
                  <a:cubicBezTo>
                    <a:pt x="7111" y="3717"/>
                    <a:pt x="7053" y="3709"/>
                    <a:pt x="6985" y="3691"/>
                  </a:cubicBezTo>
                  <a:cubicBezTo>
                    <a:pt x="6927" y="3683"/>
                    <a:pt x="6869" y="3667"/>
                    <a:pt x="6811" y="3659"/>
                  </a:cubicBezTo>
                  <a:lnTo>
                    <a:pt x="6626" y="3641"/>
                  </a:lnTo>
                  <a:cubicBezTo>
                    <a:pt x="6560" y="3641"/>
                    <a:pt x="6502" y="3633"/>
                    <a:pt x="6442" y="3633"/>
                  </a:cubicBezTo>
                  <a:cubicBezTo>
                    <a:pt x="6317" y="3633"/>
                    <a:pt x="6191" y="3633"/>
                    <a:pt x="6067" y="3649"/>
                  </a:cubicBezTo>
                  <a:cubicBezTo>
                    <a:pt x="6041" y="3659"/>
                    <a:pt x="6016" y="3659"/>
                    <a:pt x="5982" y="3667"/>
                  </a:cubicBezTo>
                  <a:cubicBezTo>
                    <a:pt x="5966" y="3116"/>
                    <a:pt x="5840" y="2564"/>
                    <a:pt x="5589" y="2071"/>
                  </a:cubicBezTo>
                  <a:cubicBezTo>
                    <a:pt x="5415" y="1728"/>
                    <a:pt x="5188" y="1419"/>
                    <a:pt x="4930" y="1143"/>
                  </a:cubicBezTo>
                  <a:cubicBezTo>
                    <a:pt x="4797" y="1002"/>
                    <a:pt x="4655" y="876"/>
                    <a:pt x="4512" y="760"/>
                  </a:cubicBezTo>
                  <a:cubicBezTo>
                    <a:pt x="4362" y="651"/>
                    <a:pt x="4204" y="541"/>
                    <a:pt x="4035" y="451"/>
                  </a:cubicBezTo>
                  <a:cubicBezTo>
                    <a:pt x="3710" y="274"/>
                    <a:pt x="3351" y="140"/>
                    <a:pt x="2992" y="66"/>
                  </a:cubicBezTo>
                  <a:cubicBezTo>
                    <a:pt x="2757" y="24"/>
                    <a:pt x="2523" y="1"/>
                    <a:pt x="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 rot="1864319" flipH="1">
              <a:off x="8184374" y="3315493"/>
              <a:ext cx="260981" cy="188665"/>
            </a:xfrm>
            <a:custGeom>
              <a:avLst/>
              <a:gdLst/>
              <a:ahLst/>
              <a:cxnLst/>
              <a:rect l="l" t="t" r="r" b="b"/>
              <a:pathLst>
                <a:path w="9199" h="6650" extrusionOk="0">
                  <a:moveTo>
                    <a:pt x="2291" y="1"/>
                  </a:moveTo>
                  <a:cubicBezTo>
                    <a:pt x="2159" y="1"/>
                    <a:pt x="2028" y="8"/>
                    <a:pt x="1897" y="24"/>
                  </a:cubicBezTo>
                  <a:cubicBezTo>
                    <a:pt x="1169" y="100"/>
                    <a:pt x="486" y="409"/>
                    <a:pt x="0" y="884"/>
                  </a:cubicBezTo>
                  <a:cubicBezTo>
                    <a:pt x="532" y="650"/>
                    <a:pt x="1083" y="530"/>
                    <a:pt x="1622" y="530"/>
                  </a:cubicBezTo>
                  <a:cubicBezTo>
                    <a:pt x="1717" y="530"/>
                    <a:pt x="1811" y="533"/>
                    <a:pt x="1905" y="541"/>
                  </a:cubicBezTo>
                  <a:cubicBezTo>
                    <a:pt x="2531" y="591"/>
                    <a:pt x="3125" y="802"/>
                    <a:pt x="3618" y="1143"/>
                  </a:cubicBezTo>
                  <a:cubicBezTo>
                    <a:pt x="3744" y="1227"/>
                    <a:pt x="3861" y="1319"/>
                    <a:pt x="3969" y="1419"/>
                  </a:cubicBezTo>
                  <a:cubicBezTo>
                    <a:pt x="4085" y="1520"/>
                    <a:pt x="4186" y="1620"/>
                    <a:pt x="4286" y="1736"/>
                  </a:cubicBezTo>
                  <a:cubicBezTo>
                    <a:pt x="4378" y="1844"/>
                    <a:pt x="4470" y="1963"/>
                    <a:pt x="4555" y="2087"/>
                  </a:cubicBezTo>
                  <a:cubicBezTo>
                    <a:pt x="4571" y="2121"/>
                    <a:pt x="4587" y="2145"/>
                    <a:pt x="4613" y="2179"/>
                  </a:cubicBezTo>
                  <a:lnTo>
                    <a:pt x="4637" y="2229"/>
                  </a:lnTo>
                  <a:lnTo>
                    <a:pt x="4663" y="2280"/>
                  </a:lnTo>
                  <a:cubicBezTo>
                    <a:pt x="4679" y="2306"/>
                    <a:pt x="4705" y="2338"/>
                    <a:pt x="4721" y="2372"/>
                  </a:cubicBezTo>
                  <a:lnTo>
                    <a:pt x="4763" y="2472"/>
                  </a:lnTo>
                  <a:cubicBezTo>
                    <a:pt x="4829" y="2606"/>
                    <a:pt x="4887" y="2739"/>
                    <a:pt x="4930" y="2881"/>
                  </a:cubicBezTo>
                  <a:cubicBezTo>
                    <a:pt x="4972" y="3024"/>
                    <a:pt x="5014" y="3166"/>
                    <a:pt x="5038" y="3308"/>
                  </a:cubicBezTo>
                  <a:cubicBezTo>
                    <a:pt x="5064" y="3449"/>
                    <a:pt x="5080" y="3599"/>
                    <a:pt x="5088" y="3742"/>
                  </a:cubicBezTo>
                  <a:cubicBezTo>
                    <a:pt x="5098" y="3892"/>
                    <a:pt x="5088" y="4042"/>
                    <a:pt x="5080" y="4185"/>
                  </a:cubicBezTo>
                  <a:lnTo>
                    <a:pt x="5014" y="4953"/>
                  </a:lnTo>
                  <a:lnTo>
                    <a:pt x="5682" y="4644"/>
                  </a:lnTo>
                  <a:cubicBezTo>
                    <a:pt x="5850" y="4570"/>
                    <a:pt x="6016" y="4520"/>
                    <a:pt x="6191" y="4486"/>
                  </a:cubicBezTo>
                  <a:cubicBezTo>
                    <a:pt x="6283" y="4469"/>
                    <a:pt x="6367" y="4451"/>
                    <a:pt x="6460" y="4443"/>
                  </a:cubicBezTo>
                  <a:lnTo>
                    <a:pt x="6734" y="4443"/>
                  </a:lnTo>
                  <a:cubicBezTo>
                    <a:pt x="6776" y="4443"/>
                    <a:pt x="6827" y="4451"/>
                    <a:pt x="6869" y="4451"/>
                  </a:cubicBezTo>
                  <a:cubicBezTo>
                    <a:pt x="6919" y="4461"/>
                    <a:pt x="6961" y="4451"/>
                    <a:pt x="7003" y="4469"/>
                  </a:cubicBezTo>
                  <a:cubicBezTo>
                    <a:pt x="7093" y="4486"/>
                    <a:pt x="7186" y="4494"/>
                    <a:pt x="7278" y="4528"/>
                  </a:cubicBezTo>
                  <a:cubicBezTo>
                    <a:pt x="7320" y="4536"/>
                    <a:pt x="7362" y="4552"/>
                    <a:pt x="7412" y="4562"/>
                  </a:cubicBezTo>
                  <a:lnTo>
                    <a:pt x="7537" y="4612"/>
                  </a:lnTo>
                  <a:lnTo>
                    <a:pt x="7605" y="4636"/>
                  </a:lnTo>
                  <a:lnTo>
                    <a:pt x="7671" y="4670"/>
                  </a:lnTo>
                  <a:cubicBezTo>
                    <a:pt x="7713" y="4694"/>
                    <a:pt x="7755" y="4712"/>
                    <a:pt x="7795" y="4736"/>
                  </a:cubicBezTo>
                  <a:cubicBezTo>
                    <a:pt x="8122" y="4913"/>
                    <a:pt x="8423" y="5179"/>
                    <a:pt x="8658" y="5504"/>
                  </a:cubicBezTo>
                  <a:cubicBezTo>
                    <a:pt x="8882" y="5831"/>
                    <a:pt x="9049" y="6216"/>
                    <a:pt x="9125" y="6649"/>
                  </a:cubicBezTo>
                  <a:cubicBezTo>
                    <a:pt x="9199" y="6216"/>
                    <a:pt x="9149" y="5755"/>
                    <a:pt x="8982" y="5330"/>
                  </a:cubicBezTo>
                  <a:cubicBezTo>
                    <a:pt x="8808" y="4903"/>
                    <a:pt x="8515" y="4520"/>
                    <a:pt x="8138" y="4219"/>
                  </a:cubicBezTo>
                  <a:cubicBezTo>
                    <a:pt x="8088" y="4185"/>
                    <a:pt x="8038" y="4151"/>
                    <a:pt x="7988" y="4119"/>
                  </a:cubicBezTo>
                  <a:lnTo>
                    <a:pt x="7914" y="4068"/>
                  </a:lnTo>
                  <a:lnTo>
                    <a:pt x="7837" y="4018"/>
                  </a:lnTo>
                  <a:lnTo>
                    <a:pt x="7679" y="3934"/>
                  </a:lnTo>
                  <a:cubicBezTo>
                    <a:pt x="7621" y="3910"/>
                    <a:pt x="7571" y="3884"/>
                    <a:pt x="7512" y="3860"/>
                  </a:cubicBezTo>
                  <a:cubicBezTo>
                    <a:pt x="7404" y="3810"/>
                    <a:pt x="7286" y="3776"/>
                    <a:pt x="7170" y="3742"/>
                  </a:cubicBezTo>
                  <a:cubicBezTo>
                    <a:pt x="7111" y="3717"/>
                    <a:pt x="7053" y="3709"/>
                    <a:pt x="6985" y="3691"/>
                  </a:cubicBezTo>
                  <a:cubicBezTo>
                    <a:pt x="6927" y="3683"/>
                    <a:pt x="6869" y="3667"/>
                    <a:pt x="6811" y="3659"/>
                  </a:cubicBezTo>
                  <a:lnTo>
                    <a:pt x="6626" y="3641"/>
                  </a:lnTo>
                  <a:cubicBezTo>
                    <a:pt x="6560" y="3641"/>
                    <a:pt x="6502" y="3633"/>
                    <a:pt x="6442" y="3633"/>
                  </a:cubicBezTo>
                  <a:cubicBezTo>
                    <a:pt x="6317" y="3633"/>
                    <a:pt x="6191" y="3633"/>
                    <a:pt x="6067" y="3649"/>
                  </a:cubicBezTo>
                  <a:cubicBezTo>
                    <a:pt x="6041" y="3659"/>
                    <a:pt x="6016" y="3659"/>
                    <a:pt x="5982" y="3667"/>
                  </a:cubicBezTo>
                  <a:cubicBezTo>
                    <a:pt x="5966" y="3116"/>
                    <a:pt x="5840" y="2564"/>
                    <a:pt x="5589" y="2071"/>
                  </a:cubicBezTo>
                  <a:cubicBezTo>
                    <a:pt x="5415" y="1728"/>
                    <a:pt x="5188" y="1419"/>
                    <a:pt x="4930" y="1143"/>
                  </a:cubicBezTo>
                  <a:cubicBezTo>
                    <a:pt x="4797" y="1002"/>
                    <a:pt x="4655" y="876"/>
                    <a:pt x="4512" y="760"/>
                  </a:cubicBezTo>
                  <a:cubicBezTo>
                    <a:pt x="4362" y="651"/>
                    <a:pt x="4204" y="541"/>
                    <a:pt x="4035" y="451"/>
                  </a:cubicBezTo>
                  <a:cubicBezTo>
                    <a:pt x="3710" y="274"/>
                    <a:pt x="3351" y="140"/>
                    <a:pt x="2992" y="66"/>
                  </a:cubicBezTo>
                  <a:cubicBezTo>
                    <a:pt x="2757" y="24"/>
                    <a:pt x="2523" y="1"/>
                    <a:pt x="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" name="Google Shape;186;p17"/>
          <p:cNvSpPr txBox="1">
            <a:spLocks noGrp="1"/>
          </p:cNvSpPr>
          <p:nvPr>
            <p:ph type="title"/>
          </p:nvPr>
        </p:nvSpPr>
        <p:spPr>
          <a:xfrm>
            <a:off x="714975" y="405175"/>
            <a:ext cx="7716300" cy="9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0"/>
              <a:buNone/>
              <a:defRPr sz="59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bg>
      <p:bgPr>
        <a:solidFill>
          <a:schemeClr val="dk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>
            <a:spLocks noGrp="1"/>
          </p:cNvSpPr>
          <p:nvPr>
            <p:ph type="subTitle" idx="1"/>
          </p:nvPr>
        </p:nvSpPr>
        <p:spPr>
          <a:xfrm>
            <a:off x="1605500" y="3334400"/>
            <a:ext cx="3224700" cy="8232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title" hasCustomPrompt="1"/>
          </p:nvPr>
        </p:nvSpPr>
        <p:spPr>
          <a:xfrm>
            <a:off x="715100" y="1234100"/>
            <a:ext cx="5005500" cy="21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0"/>
              <a:buNone/>
              <a:defRPr sz="1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18"/>
          <p:cNvSpPr/>
          <p:nvPr/>
        </p:nvSpPr>
        <p:spPr>
          <a:xfrm>
            <a:off x="359500" y="3920850"/>
            <a:ext cx="1933382" cy="694351"/>
          </a:xfrm>
          <a:custGeom>
            <a:avLst/>
            <a:gdLst/>
            <a:ahLst/>
            <a:cxnLst/>
            <a:rect l="l" t="t" r="r" b="b"/>
            <a:pathLst>
              <a:path w="67654" h="24295" extrusionOk="0">
                <a:moveTo>
                  <a:pt x="64880" y="24261"/>
                </a:moveTo>
                <a:cubicBezTo>
                  <a:pt x="66283" y="24261"/>
                  <a:pt x="67486" y="23192"/>
                  <a:pt x="67587" y="21772"/>
                </a:cubicBezTo>
                <a:lnTo>
                  <a:pt x="67587" y="21755"/>
                </a:lnTo>
                <a:cubicBezTo>
                  <a:pt x="67653" y="20519"/>
                  <a:pt x="67052" y="19416"/>
                  <a:pt x="66083" y="18798"/>
                </a:cubicBezTo>
                <a:cubicBezTo>
                  <a:pt x="65548" y="18447"/>
                  <a:pt x="65197" y="17879"/>
                  <a:pt x="65064" y="17260"/>
                </a:cubicBezTo>
                <a:cubicBezTo>
                  <a:pt x="64362" y="13785"/>
                  <a:pt x="61020" y="11513"/>
                  <a:pt x="57595" y="11980"/>
                </a:cubicBezTo>
                <a:cubicBezTo>
                  <a:pt x="56693" y="12097"/>
                  <a:pt x="55841" y="11513"/>
                  <a:pt x="55640" y="10644"/>
                </a:cubicBezTo>
                <a:cubicBezTo>
                  <a:pt x="54721" y="6584"/>
                  <a:pt x="51095" y="3559"/>
                  <a:pt x="46768" y="3559"/>
                </a:cubicBezTo>
                <a:cubicBezTo>
                  <a:pt x="45698" y="3559"/>
                  <a:pt x="44696" y="3743"/>
                  <a:pt x="43744" y="4077"/>
                </a:cubicBezTo>
                <a:cubicBezTo>
                  <a:pt x="43226" y="4261"/>
                  <a:pt x="42641" y="4161"/>
                  <a:pt x="42156" y="3894"/>
                </a:cubicBezTo>
                <a:cubicBezTo>
                  <a:pt x="41438" y="3476"/>
                  <a:pt x="40569" y="3476"/>
                  <a:pt x="39834" y="3843"/>
                </a:cubicBezTo>
                <a:cubicBezTo>
                  <a:pt x="39099" y="4228"/>
                  <a:pt x="38213" y="4061"/>
                  <a:pt x="37628" y="3476"/>
                </a:cubicBezTo>
                <a:cubicBezTo>
                  <a:pt x="35556" y="1320"/>
                  <a:pt x="32649" y="0"/>
                  <a:pt x="29441" y="0"/>
                </a:cubicBezTo>
                <a:cubicBezTo>
                  <a:pt x="25966" y="0"/>
                  <a:pt x="22875" y="1554"/>
                  <a:pt x="20786" y="3994"/>
                </a:cubicBezTo>
                <a:cubicBezTo>
                  <a:pt x="20385" y="4478"/>
                  <a:pt x="19800" y="4762"/>
                  <a:pt x="19182" y="4796"/>
                </a:cubicBezTo>
                <a:cubicBezTo>
                  <a:pt x="15539" y="4980"/>
                  <a:pt x="12766" y="8054"/>
                  <a:pt x="12816" y="11579"/>
                </a:cubicBezTo>
                <a:cubicBezTo>
                  <a:pt x="12833" y="12498"/>
                  <a:pt x="12281" y="13334"/>
                  <a:pt x="11446" y="13701"/>
                </a:cubicBezTo>
                <a:cubicBezTo>
                  <a:pt x="9842" y="14437"/>
                  <a:pt x="8505" y="15690"/>
                  <a:pt x="7670" y="17210"/>
                </a:cubicBezTo>
                <a:cubicBezTo>
                  <a:pt x="7352" y="17778"/>
                  <a:pt x="6801" y="18179"/>
                  <a:pt x="6166" y="18296"/>
                </a:cubicBezTo>
                <a:cubicBezTo>
                  <a:pt x="4645" y="18614"/>
                  <a:pt x="3325" y="19616"/>
                  <a:pt x="2640" y="21020"/>
                </a:cubicBezTo>
                <a:cubicBezTo>
                  <a:pt x="1153" y="21120"/>
                  <a:pt x="0" y="22356"/>
                  <a:pt x="0" y="23860"/>
                </a:cubicBezTo>
                <a:cubicBezTo>
                  <a:pt x="0" y="24011"/>
                  <a:pt x="34" y="24144"/>
                  <a:pt x="51" y="24295"/>
                </a:cubicBezTo>
                <a:lnTo>
                  <a:pt x="64880" y="242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4243850" y="404950"/>
            <a:ext cx="2064164" cy="620759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-318675" y="322451"/>
            <a:ext cx="1360983" cy="409316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1_Table of Contents">
    <p:bg>
      <p:bgPr>
        <a:solidFill>
          <a:schemeClr val="dk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>
            <a:spLocks noGrp="1"/>
          </p:cNvSpPr>
          <p:nvPr>
            <p:ph type="title"/>
          </p:nvPr>
        </p:nvSpPr>
        <p:spPr>
          <a:xfrm>
            <a:off x="1828178" y="163287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1"/>
          </p:nvPr>
        </p:nvSpPr>
        <p:spPr>
          <a:xfrm>
            <a:off x="1828075" y="214320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title" idx="2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title" idx="3"/>
          </p:nvPr>
        </p:nvSpPr>
        <p:spPr>
          <a:xfrm>
            <a:off x="1828175" y="333692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4"/>
          </p:nvPr>
        </p:nvSpPr>
        <p:spPr>
          <a:xfrm>
            <a:off x="1828075" y="384725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 idx="5"/>
          </p:nvPr>
        </p:nvSpPr>
        <p:spPr>
          <a:xfrm>
            <a:off x="5958953" y="163287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ubTitle" idx="6"/>
          </p:nvPr>
        </p:nvSpPr>
        <p:spPr>
          <a:xfrm>
            <a:off x="5958850" y="214320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title" idx="7"/>
          </p:nvPr>
        </p:nvSpPr>
        <p:spPr>
          <a:xfrm>
            <a:off x="5958950" y="333692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subTitle" idx="8"/>
          </p:nvPr>
        </p:nvSpPr>
        <p:spPr>
          <a:xfrm>
            <a:off x="5958850" y="384725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6559550" y="293980"/>
            <a:ext cx="2421488" cy="779257"/>
          </a:xfrm>
          <a:custGeom>
            <a:avLst/>
            <a:gdLst/>
            <a:ahLst/>
            <a:cxnLst/>
            <a:rect l="l" t="t" r="r" b="b"/>
            <a:pathLst>
              <a:path w="41739" h="13432" extrusionOk="0">
                <a:moveTo>
                  <a:pt x="20879" y="0"/>
                </a:moveTo>
                <a:cubicBezTo>
                  <a:pt x="19060" y="0"/>
                  <a:pt x="17217" y="609"/>
                  <a:pt x="15674" y="1909"/>
                </a:cubicBezTo>
                <a:cubicBezTo>
                  <a:pt x="15091" y="2395"/>
                  <a:pt x="14358" y="2661"/>
                  <a:pt x="13610" y="2661"/>
                </a:cubicBezTo>
                <a:cubicBezTo>
                  <a:pt x="13457" y="2661"/>
                  <a:pt x="13304" y="2650"/>
                  <a:pt x="13151" y="2628"/>
                </a:cubicBezTo>
                <a:cubicBezTo>
                  <a:pt x="12810" y="2573"/>
                  <a:pt x="12469" y="2547"/>
                  <a:pt x="12130" y="2547"/>
                </a:cubicBezTo>
                <a:cubicBezTo>
                  <a:pt x="10078" y="2547"/>
                  <a:pt x="8118" y="3525"/>
                  <a:pt x="6885" y="5217"/>
                </a:cubicBezTo>
                <a:cubicBezTo>
                  <a:pt x="6601" y="5602"/>
                  <a:pt x="6233" y="5902"/>
                  <a:pt x="5799" y="6103"/>
                </a:cubicBezTo>
                <a:cubicBezTo>
                  <a:pt x="4579" y="6671"/>
                  <a:pt x="2140" y="7991"/>
                  <a:pt x="1805" y="9612"/>
                </a:cubicBezTo>
                <a:cubicBezTo>
                  <a:pt x="1722" y="10046"/>
                  <a:pt x="1455" y="10447"/>
                  <a:pt x="1087" y="10698"/>
                </a:cubicBezTo>
                <a:cubicBezTo>
                  <a:pt x="402" y="11115"/>
                  <a:pt x="1" y="11867"/>
                  <a:pt x="1" y="12669"/>
                </a:cubicBezTo>
                <a:cubicBezTo>
                  <a:pt x="1" y="13218"/>
                  <a:pt x="4792" y="13432"/>
                  <a:pt x="11127" y="13432"/>
                </a:cubicBezTo>
                <a:cubicBezTo>
                  <a:pt x="23492" y="13432"/>
                  <a:pt x="41739" y="12619"/>
                  <a:pt x="41739" y="11901"/>
                </a:cubicBezTo>
                <a:cubicBezTo>
                  <a:pt x="41739" y="10831"/>
                  <a:pt x="39400" y="10614"/>
                  <a:pt x="36509" y="10614"/>
                </a:cubicBezTo>
                <a:cubicBezTo>
                  <a:pt x="36242" y="10614"/>
                  <a:pt x="35991" y="10614"/>
                  <a:pt x="35757" y="10631"/>
                </a:cubicBezTo>
                <a:cubicBezTo>
                  <a:pt x="36442" y="8659"/>
                  <a:pt x="35791" y="6471"/>
                  <a:pt x="34120" y="5217"/>
                </a:cubicBezTo>
                <a:cubicBezTo>
                  <a:pt x="33267" y="4578"/>
                  <a:pt x="32250" y="4256"/>
                  <a:pt x="31233" y="4256"/>
                </a:cubicBezTo>
                <a:cubicBezTo>
                  <a:pt x="30257" y="4256"/>
                  <a:pt x="29282" y="4553"/>
                  <a:pt x="28456" y="5151"/>
                </a:cubicBezTo>
                <a:cubicBezTo>
                  <a:pt x="27169" y="1865"/>
                  <a:pt x="24062" y="0"/>
                  <a:pt x="20879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9"/>
          <p:cNvSpPr txBox="1">
            <a:spLocks noGrp="1"/>
          </p:cNvSpPr>
          <p:nvPr>
            <p:ph type="title" idx="9" hasCustomPrompt="1"/>
          </p:nvPr>
        </p:nvSpPr>
        <p:spPr>
          <a:xfrm>
            <a:off x="582325" y="14988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5" name="Google Shape;205;p19"/>
          <p:cNvSpPr txBox="1">
            <a:spLocks noGrp="1"/>
          </p:cNvSpPr>
          <p:nvPr>
            <p:ph type="title" idx="13" hasCustomPrompt="1"/>
          </p:nvPr>
        </p:nvSpPr>
        <p:spPr>
          <a:xfrm>
            <a:off x="4798775" y="14988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6" name="Google Shape;206;p19"/>
          <p:cNvSpPr txBox="1">
            <a:spLocks noGrp="1"/>
          </p:cNvSpPr>
          <p:nvPr>
            <p:ph type="title" idx="14" hasCustomPrompt="1"/>
          </p:nvPr>
        </p:nvSpPr>
        <p:spPr>
          <a:xfrm>
            <a:off x="582325" y="31950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7" name="Google Shape;207;p19"/>
          <p:cNvSpPr txBox="1">
            <a:spLocks noGrp="1"/>
          </p:cNvSpPr>
          <p:nvPr>
            <p:ph type="title" idx="15" hasCustomPrompt="1"/>
          </p:nvPr>
        </p:nvSpPr>
        <p:spPr>
          <a:xfrm>
            <a:off x="4798775" y="31950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0">
          <p15:clr>
            <a:srgbClr val="FA7B17"/>
          </p15:clr>
        </p15:guide>
        <p15:guide id="2" orient="horz" pos="1832">
          <p15:clr>
            <a:srgbClr val="FA7B17"/>
          </p15:clr>
        </p15:guide>
        <p15:guide id="3" pos="3748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solidFill>
          <a:schemeClr val="dk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 flipH="1">
            <a:off x="4949002" y="3563475"/>
            <a:ext cx="4904491" cy="167663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1"/>
          <p:cNvSpPr/>
          <p:nvPr/>
        </p:nvSpPr>
        <p:spPr>
          <a:xfrm flipH="1">
            <a:off x="7392708" y="3230666"/>
            <a:ext cx="2410516" cy="1204603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1"/>
          <p:cNvSpPr/>
          <p:nvPr/>
        </p:nvSpPr>
        <p:spPr>
          <a:xfrm flipH="1">
            <a:off x="3860301" y="100150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1"/>
          <p:cNvSpPr/>
          <p:nvPr/>
        </p:nvSpPr>
        <p:spPr>
          <a:xfrm flipH="1">
            <a:off x="194066" y="4126503"/>
            <a:ext cx="2410533" cy="861563"/>
          </a:xfrm>
          <a:custGeom>
            <a:avLst/>
            <a:gdLst/>
            <a:ahLst/>
            <a:cxnLst/>
            <a:rect l="l" t="t" r="r" b="b"/>
            <a:pathLst>
              <a:path w="60403" h="21589" extrusionOk="0">
                <a:moveTo>
                  <a:pt x="4061" y="17979"/>
                </a:moveTo>
                <a:cubicBezTo>
                  <a:pt x="1221" y="14654"/>
                  <a:pt x="2541" y="9508"/>
                  <a:pt x="6651" y="7988"/>
                </a:cubicBezTo>
                <a:cubicBezTo>
                  <a:pt x="10761" y="6450"/>
                  <a:pt x="15122" y="9491"/>
                  <a:pt x="15139" y="13869"/>
                </a:cubicBezTo>
                <a:lnTo>
                  <a:pt x="15139" y="14003"/>
                </a:lnTo>
                <a:cubicBezTo>
                  <a:pt x="16192" y="12816"/>
                  <a:pt x="17812" y="12298"/>
                  <a:pt x="19366" y="12666"/>
                </a:cubicBezTo>
                <a:cubicBezTo>
                  <a:pt x="19650" y="9775"/>
                  <a:pt x="22056" y="7587"/>
                  <a:pt x="24964" y="7587"/>
                </a:cubicBezTo>
                <a:lnTo>
                  <a:pt x="24964" y="7436"/>
                </a:lnTo>
                <a:cubicBezTo>
                  <a:pt x="24964" y="4328"/>
                  <a:pt x="27219" y="1672"/>
                  <a:pt x="30294" y="1204"/>
                </a:cubicBezTo>
                <a:cubicBezTo>
                  <a:pt x="33368" y="719"/>
                  <a:pt x="36325" y="2557"/>
                  <a:pt x="37278" y="5515"/>
                </a:cubicBezTo>
                <a:cubicBezTo>
                  <a:pt x="39550" y="1588"/>
                  <a:pt x="44429" y="1"/>
                  <a:pt x="48573" y="1856"/>
                </a:cubicBezTo>
                <a:cubicBezTo>
                  <a:pt x="52717" y="3710"/>
                  <a:pt x="54772" y="8405"/>
                  <a:pt x="53368" y="12716"/>
                </a:cubicBezTo>
                <a:cubicBezTo>
                  <a:pt x="55874" y="13785"/>
                  <a:pt x="56643" y="16977"/>
                  <a:pt x="54889" y="19082"/>
                </a:cubicBezTo>
                <a:cubicBezTo>
                  <a:pt x="58147" y="19333"/>
                  <a:pt x="60402" y="19901"/>
                  <a:pt x="60402" y="20536"/>
                </a:cubicBezTo>
                <a:cubicBezTo>
                  <a:pt x="60402" y="21438"/>
                  <a:pt x="18" y="21588"/>
                  <a:pt x="18" y="20151"/>
                </a:cubicBezTo>
                <a:cubicBezTo>
                  <a:pt x="1" y="19249"/>
                  <a:pt x="1622" y="18447"/>
                  <a:pt x="4061" y="179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1"/>
          <p:cNvSpPr txBox="1">
            <a:spLocks noGrp="1"/>
          </p:cNvSpPr>
          <p:nvPr>
            <p:ph type="title" hasCustomPrompt="1"/>
          </p:nvPr>
        </p:nvSpPr>
        <p:spPr>
          <a:xfrm>
            <a:off x="540009" y="52547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None/>
              <a:defRPr sz="9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2" name="Google Shape;222;p21"/>
          <p:cNvSpPr txBox="1">
            <a:spLocks noGrp="1"/>
          </p:cNvSpPr>
          <p:nvPr>
            <p:ph type="subTitle" idx="1"/>
          </p:nvPr>
        </p:nvSpPr>
        <p:spPr>
          <a:xfrm>
            <a:off x="540000" y="3207925"/>
            <a:ext cx="3311400" cy="6849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1"/>
          <p:cNvSpPr txBox="1">
            <a:spLocks noGrp="1"/>
          </p:cNvSpPr>
          <p:nvPr>
            <p:ph type="title" idx="2"/>
          </p:nvPr>
        </p:nvSpPr>
        <p:spPr>
          <a:xfrm>
            <a:off x="540021" y="1857375"/>
            <a:ext cx="3855300" cy="12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dk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/>
          <p:nvPr/>
        </p:nvSpPr>
        <p:spPr>
          <a:xfrm>
            <a:off x="-937500" y="2730469"/>
            <a:ext cx="7568678" cy="258740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3"/>
          <p:cNvSpPr/>
          <p:nvPr/>
        </p:nvSpPr>
        <p:spPr>
          <a:xfrm flipH="1">
            <a:off x="7251405" y="93800"/>
            <a:ext cx="2148846" cy="646266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62200" y="216988"/>
            <a:ext cx="2148846" cy="646266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3"/>
          <p:cNvSpPr txBox="1">
            <a:spLocks noGrp="1"/>
          </p:cNvSpPr>
          <p:nvPr>
            <p:ph type="subTitle" idx="1"/>
          </p:nvPr>
        </p:nvSpPr>
        <p:spPr>
          <a:xfrm>
            <a:off x="1636950" y="1391475"/>
            <a:ext cx="58701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2597713" y="4018925"/>
            <a:ext cx="39546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</a:endParaRPr>
          </a:p>
        </p:txBody>
      </p:sp>
      <p:sp>
        <p:nvSpPr>
          <p:cNvPr id="240" name="Google Shape;240;p23"/>
          <p:cNvSpPr txBox="1">
            <a:spLocks noGrp="1"/>
          </p:cNvSpPr>
          <p:nvPr>
            <p:ph type="subTitle" idx="2"/>
          </p:nvPr>
        </p:nvSpPr>
        <p:spPr>
          <a:xfrm>
            <a:off x="2594700" y="3182525"/>
            <a:ext cx="3954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bg>
      <p:bgPr>
        <a:solidFill>
          <a:schemeClr val="dk1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subTitle" idx="1"/>
          </p:nvPr>
        </p:nvSpPr>
        <p:spPr>
          <a:xfrm>
            <a:off x="1247250" y="1453288"/>
            <a:ext cx="2540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268" name="Google Shape;268;p27"/>
          <p:cNvSpPr txBox="1">
            <a:spLocks noGrp="1"/>
          </p:cNvSpPr>
          <p:nvPr>
            <p:ph type="subTitle" idx="2"/>
          </p:nvPr>
        </p:nvSpPr>
        <p:spPr>
          <a:xfrm>
            <a:off x="540000" y="2059113"/>
            <a:ext cx="3954600" cy="5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7"/>
          <p:cNvSpPr txBox="1">
            <a:spLocks noGrp="1"/>
          </p:cNvSpPr>
          <p:nvPr>
            <p:ph type="subTitle" idx="3"/>
          </p:nvPr>
        </p:nvSpPr>
        <p:spPr>
          <a:xfrm>
            <a:off x="5340450" y="1453288"/>
            <a:ext cx="2540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270" name="Google Shape;270;p27"/>
          <p:cNvSpPr txBox="1">
            <a:spLocks noGrp="1"/>
          </p:cNvSpPr>
          <p:nvPr>
            <p:ph type="subTitle" idx="4"/>
          </p:nvPr>
        </p:nvSpPr>
        <p:spPr>
          <a:xfrm>
            <a:off x="4633200" y="2059113"/>
            <a:ext cx="3954600" cy="5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title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7"/>
          <p:cNvSpPr/>
          <p:nvPr/>
        </p:nvSpPr>
        <p:spPr>
          <a:xfrm>
            <a:off x="0" y="3971975"/>
            <a:ext cx="9143689" cy="1171602"/>
          </a:xfrm>
          <a:custGeom>
            <a:avLst/>
            <a:gdLst/>
            <a:ahLst/>
            <a:cxnLst/>
            <a:rect l="l" t="t" r="r" b="b"/>
            <a:pathLst>
              <a:path w="285250" h="68756" extrusionOk="0">
                <a:moveTo>
                  <a:pt x="1" y="0"/>
                </a:moveTo>
                <a:lnTo>
                  <a:pt x="1" y="68672"/>
                </a:lnTo>
                <a:lnTo>
                  <a:pt x="285216" y="68756"/>
                </a:lnTo>
                <a:lnTo>
                  <a:pt x="2852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7"/>
          <p:cNvSpPr/>
          <p:nvPr/>
        </p:nvSpPr>
        <p:spPr>
          <a:xfrm>
            <a:off x="-19225" y="3482677"/>
            <a:ext cx="4196974" cy="506102"/>
          </a:xfrm>
          <a:custGeom>
            <a:avLst/>
            <a:gdLst/>
            <a:ahLst/>
            <a:cxnLst/>
            <a:rect l="l" t="t" r="r" b="b"/>
            <a:pathLst>
              <a:path w="107829" h="12238" extrusionOk="0">
                <a:moveTo>
                  <a:pt x="50077" y="1"/>
                </a:moveTo>
                <a:cubicBezTo>
                  <a:pt x="44205" y="1"/>
                  <a:pt x="31903" y="3984"/>
                  <a:pt x="28613" y="4351"/>
                </a:cubicBezTo>
                <a:cubicBezTo>
                  <a:pt x="28349" y="4380"/>
                  <a:pt x="28071" y="4392"/>
                  <a:pt x="27780" y="4392"/>
                </a:cubicBezTo>
                <a:cubicBezTo>
                  <a:pt x="24846" y="4392"/>
                  <a:pt x="20631" y="3089"/>
                  <a:pt x="17608" y="3089"/>
                </a:cubicBezTo>
                <a:cubicBezTo>
                  <a:pt x="16842" y="3089"/>
                  <a:pt x="16153" y="3173"/>
                  <a:pt x="15580" y="3382"/>
                </a:cubicBezTo>
                <a:cubicBezTo>
                  <a:pt x="12591" y="4489"/>
                  <a:pt x="1" y="12224"/>
                  <a:pt x="83" y="12224"/>
                </a:cubicBezTo>
                <a:cubicBezTo>
                  <a:pt x="84" y="12224"/>
                  <a:pt x="87" y="12223"/>
                  <a:pt x="91" y="12221"/>
                </a:cubicBezTo>
                <a:cubicBezTo>
                  <a:pt x="207" y="12157"/>
                  <a:pt x="10106" y="12134"/>
                  <a:pt x="23163" y="12134"/>
                </a:cubicBezTo>
                <a:cubicBezTo>
                  <a:pt x="43907" y="12134"/>
                  <a:pt x="72621" y="12190"/>
                  <a:pt x="82732" y="12221"/>
                </a:cubicBezTo>
                <a:lnTo>
                  <a:pt x="82732" y="12238"/>
                </a:lnTo>
                <a:lnTo>
                  <a:pt x="107828" y="12238"/>
                </a:lnTo>
                <a:cubicBezTo>
                  <a:pt x="107227" y="12204"/>
                  <a:pt x="82732" y="4351"/>
                  <a:pt x="82732" y="4351"/>
                </a:cubicBezTo>
                <a:cubicBezTo>
                  <a:pt x="82732" y="4351"/>
                  <a:pt x="56516" y="960"/>
                  <a:pt x="51520" y="107"/>
                </a:cubicBezTo>
                <a:cubicBezTo>
                  <a:pt x="51101" y="34"/>
                  <a:pt x="50616" y="1"/>
                  <a:pt x="50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7"/>
          <p:cNvSpPr/>
          <p:nvPr/>
        </p:nvSpPr>
        <p:spPr>
          <a:xfrm>
            <a:off x="4947025" y="3482675"/>
            <a:ext cx="3852461" cy="506102"/>
          </a:xfrm>
          <a:custGeom>
            <a:avLst/>
            <a:gdLst/>
            <a:ahLst/>
            <a:cxnLst/>
            <a:rect l="l" t="t" r="r" b="b"/>
            <a:pathLst>
              <a:path w="107829" h="12238" extrusionOk="0">
                <a:moveTo>
                  <a:pt x="50077" y="1"/>
                </a:moveTo>
                <a:cubicBezTo>
                  <a:pt x="44205" y="1"/>
                  <a:pt x="31903" y="3984"/>
                  <a:pt x="28613" y="4351"/>
                </a:cubicBezTo>
                <a:cubicBezTo>
                  <a:pt x="28349" y="4380"/>
                  <a:pt x="28071" y="4392"/>
                  <a:pt x="27780" y="4392"/>
                </a:cubicBezTo>
                <a:cubicBezTo>
                  <a:pt x="24846" y="4392"/>
                  <a:pt x="20631" y="3089"/>
                  <a:pt x="17608" y="3089"/>
                </a:cubicBezTo>
                <a:cubicBezTo>
                  <a:pt x="16842" y="3089"/>
                  <a:pt x="16153" y="3173"/>
                  <a:pt x="15580" y="3382"/>
                </a:cubicBezTo>
                <a:cubicBezTo>
                  <a:pt x="12591" y="4489"/>
                  <a:pt x="1" y="12224"/>
                  <a:pt x="83" y="12224"/>
                </a:cubicBezTo>
                <a:cubicBezTo>
                  <a:pt x="84" y="12224"/>
                  <a:pt x="87" y="12223"/>
                  <a:pt x="91" y="12221"/>
                </a:cubicBezTo>
                <a:cubicBezTo>
                  <a:pt x="207" y="12157"/>
                  <a:pt x="10106" y="12134"/>
                  <a:pt x="23163" y="12134"/>
                </a:cubicBezTo>
                <a:cubicBezTo>
                  <a:pt x="43907" y="12134"/>
                  <a:pt x="72621" y="12190"/>
                  <a:pt x="82732" y="12221"/>
                </a:cubicBezTo>
                <a:lnTo>
                  <a:pt x="82732" y="12238"/>
                </a:lnTo>
                <a:lnTo>
                  <a:pt x="107828" y="12238"/>
                </a:lnTo>
                <a:cubicBezTo>
                  <a:pt x="107227" y="12204"/>
                  <a:pt x="82732" y="4351"/>
                  <a:pt x="82732" y="4351"/>
                </a:cubicBezTo>
                <a:cubicBezTo>
                  <a:pt x="82732" y="4351"/>
                  <a:pt x="56516" y="960"/>
                  <a:pt x="51520" y="107"/>
                </a:cubicBezTo>
                <a:cubicBezTo>
                  <a:pt x="51101" y="34"/>
                  <a:pt x="50616" y="1"/>
                  <a:pt x="500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7"/>
          <p:cNvSpPr/>
          <p:nvPr/>
        </p:nvSpPr>
        <p:spPr>
          <a:xfrm>
            <a:off x="7717725" y="947163"/>
            <a:ext cx="1292850" cy="38882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152850" y="2874925"/>
            <a:ext cx="1292850" cy="38882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dk1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>
            <a:spLocks noGrp="1"/>
          </p:cNvSpPr>
          <p:nvPr>
            <p:ph type="title"/>
          </p:nvPr>
        </p:nvSpPr>
        <p:spPr>
          <a:xfrm>
            <a:off x="3350725" y="3195725"/>
            <a:ext cx="2441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02" name="Google Shape;302;p30"/>
          <p:cNvSpPr txBox="1">
            <a:spLocks noGrp="1"/>
          </p:cNvSpPr>
          <p:nvPr>
            <p:ph type="subTitle" idx="1"/>
          </p:nvPr>
        </p:nvSpPr>
        <p:spPr>
          <a:xfrm>
            <a:off x="1156725" y="3566200"/>
            <a:ext cx="1558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03" name="Google Shape;303;p30"/>
          <p:cNvSpPr txBox="1">
            <a:spLocks noGrp="1"/>
          </p:cNvSpPr>
          <p:nvPr>
            <p:ph type="subTitle" idx="2"/>
          </p:nvPr>
        </p:nvSpPr>
        <p:spPr>
          <a:xfrm>
            <a:off x="3792875" y="3566200"/>
            <a:ext cx="1558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30"/>
          <p:cNvSpPr txBox="1">
            <a:spLocks noGrp="1"/>
          </p:cNvSpPr>
          <p:nvPr>
            <p:ph type="title" idx="3"/>
          </p:nvPr>
        </p:nvSpPr>
        <p:spPr>
          <a:xfrm>
            <a:off x="5986450" y="3195725"/>
            <a:ext cx="2441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05" name="Google Shape;305;p30"/>
          <p:cNvSpPr txBox="1">
            <a:spLocks noGrp="1"/>
          </p:cNvSpPr>
          <p:nvPr>
            <p:ph type="subTitle" idx="4"/>
          </p:nvPr>
        </p:nvSpPr>
        <p:spPr>
          <a:xfrm>
            <a:off x="6429175" y="3566200"/>
            <a:ext cx="1558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06" name="Google Shape;306;p30"/>
          <p:cNvSpPr txBox="1">
            <a:spLocks noGrp="1"/>
          </p:cNvSpPr>
          <p:nvPr>
            <p:ph type="title" idx="5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0"/>
          <p:cNvSpPr txBox="1">
            <a:spLocks noGrp="1"/>
          </p:cNvSpPr>
          <p:nvPr>
            <p:ph type="title" idx="6"/>
          </p:nvPr>
        </p:nvSpPr>
        <p:spPr>
          <a:xfrm>
            <a:off x="715000" y="3195725"/>
            <a:ext cx="2441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bg>
      <p:bgPr>
        <a:solidFill>
          <a:schemeClr val="dk1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/>
          <p:nvPr/>
        </p:nvSpPr>
        <p:spPr>
          <a:xfrm>
            <a:off x="5300625" y="3769163"/>
            <a:ext cx="4949235" cy="1692078"/>
          </a:xfrm>
          <a:custGeom>
            <a:avLst/>
            <a:gdLst/>
            <a:ahLst/>
            <a:cxnLst/>
            <a:rect l="l" t="t" r="r" b="b"/>
            <a:pathLst>
              <a:path w="192166" h="65699" extrusionOk="0">
                <a:moveTo>
                  <a:pt x="179233" y="54153"/>
                </a:moveTo>
                <a:cubicBezTo>
                  <a:pt x="182341" y="50544"/>
                  <a:pt x="184196" y="45799"/>
                  <a:pt x="184079" y="40636"/>
                </a:cubicBezTo>
                <a:cubicBezTo>
                  <a:pt x="183845" y="30343"/>
                  <a:pt x="175624" y="21739"/>
                  <a:pt x="165315" y="21087"/>
                </a:cubicBezTo>
                <a:cubicBezTo>
                  <a:pt x="153686" y="20352"/>
                  <a:pt x="144011" y="29592"/>
                  <a:pt x="144011" y="41087"/>
                </a:cubicBezTo>
                <a:cubicBezTo>
                  <a:pt x="144011" y="41221"/>
                  <a:pt x="144011" y="41371"/>
                  <a:pt x="144045" y="41521"/>
                </a:cubicBezTo>
                <a:cubicBezTo>
                  <a:pt x="141505" y="38681"/>
                  <a:pt x="137829" y="36860"/>
                  <a:pt x="133719" y="36860"/>
                </a:cubicBezTo>
                <a:cubicBezTo>
                  <a:pt x="132633" y="36860"/>
                  <a:pt x="131580" y="36993"/>
                  <a:pt x="130594" y="37244"/>
                </a:cubicBezTo>
                <a:cubicBezTo>
                  <a:pt x="129709" y="28171"/>
                  <a:pt x="122056" y="21070"/>
                  <a:pt x="112766" y="21070"/>
                </a:cubicBezTo>
                <a:cubicBezTo>
                  <a:pt x="112766" y="20920"/>
                  <a:pt x="112783" y="20753"/>
                  <a:pt x="112783" y="20602"/>
                </a:cubicBezTo>
                <a:cubicBezTo>
                  <a:pt x="112783" y="9525"/>
                  <a:pt x="103811" y="535"/>
                  <a:pt x="92716" y="535"/>
                </a:cubicBezTo>
                <a:cubicBezTo>
                  <a:pt x="83760" y="535"/>
                  <a:pt x="76175" y="6400"/>
                  <a:pt x="73585" y="14504"/>
                </a:cubicBezTo>
                <a:cubicBezTo>
                  <a:pt x="68455" y="5732"/>
                  <a:pt x="58714" y="1"/>
                  <a:pt x="47687" y="586"/>
                </a:cubicBezTo>
                <a:cubicBezTo>
                  <a:pt x="33735" y="1337"/>
                  <a:pt x="22289" y="12465"/>
                  <a:pt x="21170" y="26400"/>
                </a:cubicBezTo>
                <a:cubicBezTo>
                  <a:pt x="20853" y="30260"/>
                  <a:pt x="21337" y="33969"/>
                  <a:pt x="22440" y="37428"/>
                </a:cubicBezTo>
                <a:cubicBezTo>
                  <a:pt x="17828" y="39399"/>
                  <a:pt x="14570" y="43994"/>
                  <a:pt x="14570" y="49341"/>
                </a:cubicBezTo>
                <a:cubicBezTo>
                  <a:pt x="14570" y="52499"/>
                  <a:pt x="15690" y="55406"/>
                  <a:pt x="17578" y="57662"/>
                </a:cubicBezTo>
                <a:cubicBezTo>
                  <a:pt x="7185" y="58497"/>
                  <a:pt x="0" y="60268"/>
                  <a:pt x="0" y="62340"/>
                </a:cubicBezTo>
                <a:cubicBezTo>
                  <a:pt x="0" y="65197"/>
                  <a:pt x="192149" y="65699"/>
                  <a:pt x="192149" y="61121"/>
                </a:cubicBezTo>
                <a:cubicBezTo>
                  <a:pt x="192166" y="58180"/>
                  <a:pt x="187003" y="55623"/>
                  <a:pt x="179233" y="54153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-338026" y="2098936"/>
            <a:ext cx="2631189" cy="1315036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7710083" y="588450"/>
            <a:ext cx="1611925" cy="484787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2"/>
          <p:cNvSpPr txBox="1">
            <a:spLocks noGrp="1"/>
          </p:cNvSpPr>
          <p:nvPr>
            <p:ph type="title"/>
          </p:nvPr>
        </p:nvSpPr>
        <p:spPr>
          <a:xfrm>
            <a:off x="798850" y="1236075"/>
            <a:ext cx="2815200" cy="86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26" name="Google Shape;326;p32"/>
          <p:cNvSpPr txBox="1">
            <a:spLocks noGrp="1"/>
          </p:cNvSpPr>
          <p:nvPr>
            <p:ph type="subTitle" idx="1"/>
          </p:nvPr>
        </p:nvSpPr>
        <p:spPr>
          <a:xfrm>
            <a:off x="5530047" y="1428225"/>
            <a:ext cx="2393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27" name="Google Shape;327;p32"/>
          <p:cNvSpPr txBox="1">
            <a:spLocks noGrp="1"/>
          </p:cNvSpPr>
          <p:nvPr>
            <p:ph type="title" idx="2"/>
          </p:nvPr>
        </p:nvSpPr>
        <p:spPr>
          <a:xfrm>
            <a:off x="798887" y="3638253"/>
            <a:ext cx="2815200" cy="86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28" name="Google Shape;328;p32"/>
          <p:cNvSpPr txBox="1">
            <a:spLocks noGrp="1"/>
          </p:cNvSpPr>
          <p:nvPr>
            <p:ph type="subTitle" idx="3"/>
          </p:nvPr>
        </p:nvSpPr>
        <p:spPr>
          <a:xfrm>
            <a:off x="5530047" y="3830411"/>
            <a:ext cx="2393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29" name="Google Shape;329;p32"/>
          <p:cNvSpPr txBox="1">
            <a:spLocks noGrp="1"/>
          </p:cNvSpPr>
          <p:nvPr>
            <p:ph type="title" idx="4"/>
          </p:nvPr>
        </p:nvSpPr>
        <p:spPr>
          <a:xfrm>
            <a:off x="798887" y="2437164"/>
            <a:ext cx="2815200" cy="86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30" name="Google Shape;330;p32"/>
          <p:cNvSpPr txBox="1">
            <a:spLocks noGrp="1"/>
          </p:cNvSpPr>
          <p:nvPr>
            <p:ph type="subTitle" idx="5"/>
          </p:nvPr>
        </p:nvSpPr>
        <p:spPr>
          <a:xfrm>
            <a:off x="5530050" y="2629318"/>
            <a:ext cx="2393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6"/>
          </p:nvPr>
        </p:nvSpPr>
        <p:spPr>
          <a:xfrm>
            <a:off x="719994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"/>
          <p:cNvSpPr/>
          <p:nvPr/>
        </p:nvSpPr>
        <p:spPr>
          <a:xfrm>
            <a:off x="6205629" y="149788"/>
            <a:ext cx="3354673" cy="1676659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5"/>
          <p:cNvSpPr/>
          <p:nvPr/>
        </p:nvSpPr>
        <p:spPr>
          <a:xfrm>
            <a:off x="1269950" y="2377425"/>
            <a:ext cx="2041800" cy="2041800"/>
          </a:xfrm>
          <a:prstGeom prst="ellipse">
            <a:avLst/>
          </a:pr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5"/>
          <p:cNvSpPr/>
          <p:nvPr/>
        </p:nvSpPr>
        <p:spPr>
          <a:xfrm flipH="1">
            <a:off x="-639303" y="3601937"/>
            <a:ext cx="3680227" cy="1106868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5"/>
          <p:cNvSpPr txBox="1">
            <a:spLocks noGrp="1"/>
          </p:cNvSpPr>
          <p:nvPr>
            <p:ph type="title"/>
          </p:nvPr>
        </p:nvSpPr>
        <p:spPr>
          <a:xfrm>
            <a:off x="4121012" y="1780013"/>
            <a:ext cx="19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69" name="Google Shape;369;p35"/>
          <p:cNvSpPr txBox="1">
            <a:spLocks noGrp="1"/>
          </p:cNvSpPr>
          <p:nvPr>
            <p:ph type="subTitle" idx="1"/>
          </p:nvPr>
        </p:nvSpPr>
        <p:spPr>
          <a:xfrm>
            <a:off x="6205637" y="1801463"/>
            <a:ext cx="1920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70" name="Google Shape;370;p35"/>
          <p:cNvSpPr txBox="1">
            <a:spLocks noGrp="1"/>
          </p:cNvSpPr>
          <p:nvPr>
            <p:ph type="title" idx="2"/>
          </p:nvPr>
        </p:nvSpPr>
        <p:spPr>
          <a:xfrm>
            <a:off x="4121012" y="3891525"/>
            <a:ext cx="19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71" name="Google Shape;371;p35"/>
          <p:cNvSpPr txBox="1">
            <a:spLocks noGrp="1"/>
          </p:cNvSpPr>
          <p:nvPr>
            <p:ph type="subTitle" idx="3"/>
          </p:nvPr>
        </p:nvSpPr>
        <p:spPr>
          <a:xfrm>
            <a:off x="6205637" y="3912975"/>
            <a:ext cx="1920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72" name="Google Shape;372;p35"/>
          <p:cNvSpPr txBox="1">
            <a:spLocks noGrp="1"/>
          </p:cNvSpPr>
          <p:nvPr>
            <p:ph type="title" idx="4"/>
          </p:nvPr>
        </p:nvSpPr>
        <p:spPr>
          <a:xfrm>
            <a:off x="4121012" y="2835775"/>
            <a:ext cx="19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Poppins Medium"/>
              <a:buNone/>
              <a:defRPr sz="2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73" name="Google Shape;373;p35"/>
          <p:cNvSpPr txBox="1">
            <a:spLocks noGrp="1"/>
          </p:cNvSpPr>
          <p:nvPr>
            <p:ph type="subTitle" idx="5"/>
          </p:nvPr>
        </p:nvSpPr>
        <p:spPr>
          <a:xfrm>
            <a:off x="6205637" y="2857225"/>
            <a:ext cx="1920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74" name="Google Shape;374;p35"/>
          <p:cNvSpPr txBox="1">
            <a:spLocks noGrp="1"/>
          </p:cNvSpPr>
          <p:nvPr>
            <p:ph type="title" idx="6"/>
          </p:nvPr>
        </p:nvSpPr>
        <p:spPr>
          <a:xfrm>
            <a:off x="582325" y="1925250"/>
            <a:ext cx="3028800" cy="12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35"/>
          <p:cNvSpPr txBox="1">
            <a:spLocks noGrp="1"/>
          </p:cNvSpPr>
          <p:nvPr>
            <p:ph type="title" idx="7"/>
          </p:nvPr>
        </p:nvSpPr>
        <p:spPr>
          <a:xfrm>
            <a:off x="4121012" y="724263"/>
            <a:ext cx="192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76" name="Google Shape;376;p35"/>
          <p:cNvSpPr txBox="1">
            <a:spLocks noGrp="1"/>
          </p:cNvSpPr>
          <p:nvPr>
            <p:ph type="subTitle" idx="8"/>
          </p:nvPr>
        </p:nvSpPr>
        <p:spPr>
          <a:xfrm>
            <a:off x="6205637" y="745713"/>
            <a:ext cx="1920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Numbers and text ">
    <p:bg>
      <p:bgPr>
        <a:solidFill>
          <a:schemeClr val="dk1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"/>
          <p:cNvSpPr/>
          <p:nvPr/>
        </p:nvSpPr>
        <p:spPr>
          <a:xfrm flipH="1">
            <a:off x="-3492100" y="2702094"/>
            <a:ext cx="9840760" cy="3282519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9"/>
          <p:cNvSpPr/>
          <p:nvPr/>
        </p:nvSpPr>
        <p:spPr>
          <a:xfrm flipH="1">
            <a:off x="2948086" y="3849819"/>
            <a:ext cx="7568678" cy="258740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9"/>
          <p:cNvSpPr/>
          <p:nvPr/>
        </p:nvSpPr>
        <p:spPr>
          <a:xfrm flipH="1">
            <a:off x="6719333" y="3273250"/>
            <a:ext cx="3719855" cy="1858917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9"/>
          <p:cNvSpPr txBox="1">
            <a:spLocks noGrp="1"/>
          </p:cNvSpPr>
          <p:nvPr>
            <p:ph type="title" hasCustomPrompt="1"/>
          </p:nvPr>
        </p:nvSpPr>
        <p:spPr>
          <a:xfrm>
            <a:off x="1284000" y="435225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7" name="Google Shape;427;p39"/>
          <p:cNvSpPr txBox="1">
            <a:spLocks noGrp="1"/>
          </p:cNvSpPr>
          <p:nvPr>
            <p:ph type="subTitle" idx="1"/>
          </p:nvPr>
        </p:nvSpPr>
        <p:spPr>
          <a:xfrm>
            <a:off x="1284000" y="1293650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39"/>
          <p:cNvSpPr txBox="1">
            <a:spLocks noGrp="1"/>
          </p:cNvSpPr>
          <p:nvPr>
            <p:ph type="title" idx="2" hasCustomPrompt="1"/>
          </p:nvPr>
        </p:nvSpPr>
        <p:spPr>
          <a:xfrm>
            <a:off x="1284000" y="1943750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39"/>
          <p:cNvSpPr txBox="1">
            <a:spLocks noGrp="1"/>
          </p:cNvSpPr>
          <p:nvPr>
            <p:ph type="subTitle" idx="3"/>
          </p:nvPr>
        </p:nvSpPr>
        <p:spPr>
          <a:xfrm>
            <a:off x="1284000" y="2802175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39"/>
          <p:cNvSpPr txBox="1">
            <a:spLocks noGrp="1"/>
          </p:cNvSpPr>
          <p:nvPr>
            <p:ph type="title" idx="4" hasCustomPrompt="1"/>
          </p:nvPr>
        </p:nvSpPr>
        <p:spPr>
          <a:xfrm>
            <a:off x="1284000" y="3452288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1" name="Google Shape;431;p39"/>
          <p:cNvSpPr txBox="1">
            <a:spLocks noGrp="1"/>
          </p:cNvSpPr>
          <p:nvPr>
            <p:ph type="subTitle" idx="5"/>
          </p:nvPr>
        </p:nvSpPr>
        <p:spPr>
          <a:xfrm>
            <a:off x="1284000" y="4310713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39"/>
          <p:cNvSpPr/>
          <p:nvPr/>
        </p:nvSpPr>
        <p:spPr>
          <a:xfrm>
            <a:off x="6829625" y="754250"/>
            <a:ext cx="2410519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1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 txBox="1">
            <a:spLocks noGrp="1"/>
          </p:cNvSpPr>
          <p:nvPr>
            <p:ph type="title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solidFill>
          <a:schemeClr val="dk1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4"/>
          <p:cNvSpPr/>
          <p:nvPr/>
        </p:nvSpPr>
        <p:spPr>
          <a:xfrm>
            <a:off x="2301875" y="4042526"/>
            <a:ext cx="2749424" cy="1373887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4"/>
          <p:cNvSpPr/>
          <p:nvPr/>
        </p:nvSpPr>
        <p:spPr>
          <a:xfrm>
            <a:off x="6733475" y="301025"/>
            <a:ext cx="2410519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54"/>
          <p:cNvSpPr txBox="1">
            <a:spLocks noGrp="1"/>
          </p:cNvSpPr>
          <p:nvPr>
            <p:ph type="subTitle" idx="1"/>
          </p:nvPr>
        </p:nvSpPr>
        <p:spPr>
          <a:xfrm>
            <a:off x="1011450" y="1386400"/>
            <a:ext cx="21693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536" name="Google Shape;536;p54"/>
          <p:cNvSpPr txBox="1">
            <a:spLocks noGrp="1"/>
          </p:cNvSpPr>
          <p:nvPr>
            <p:ph type="subTitle" idx="2"/>
          </p:nvPr>
        </p:nvSpPr>
        <p:spPr>
          <a:xfrm>
            <a:off x="1011575" y="1806700"/>
            <a:ext cx="21693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37" name="Google Shape;537;p54"/>
          <p:cNvSpPr txBox="1">
            <a:spLocks noGrp="1"/>
          </p:cNvSpPr>
          <p:nvPr>
            <p:ph type="subTitle" idx="3"/>
          </p:nvPr>
        </p:nvSpPr>
        <p:spPr>
          <a:xfrm>
            <a:off x="1011575" y="3304850"/>
            <a:ext cx="21693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Poppins Medium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 Black"/>
              <a:buNone/>
              <a:defRPr sz="25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538" name="Google Shape;538;p54"/>
          <p:cNvSpPr txBox="1">
            <a:spLocks noGrp="1"/>
          </p:cNvSpPr>
          <p:nvPr>
            <p:ph type="subTitle" idx="4"/>
          </p:nvPr>
        </p:nvSpPr>
        <p:spPr>
          <a:xfrm>
            <a:off x="1011700" y="3725150"/>
            <a:ext cx="21693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39" name="Google Shape;539;p54"/>
          <p:cNvSpPr txBox="1">
            <a:spLocks noGrp="1"/>
          </p:cNvSpPr>
          <p:nvPr>
            <p:ph type="title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bg>
      <p:bgPr>
        <a:solidFill>
          <a:schemeClr val="dk1"/>
        </a:solidFill>
        <a:effectLst/>
      </p:bgPr>
    </p:bg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5"/>
          <p:cNvSpPr txBox="1">
            <a:spLocks noGrp="1"/>
          </p:cNvSpPr>
          <p:nvPr>
            <p:ph type="subTitle" idx="1"/>
          </p:nvPr>
        </p:nvSpPr>
        <p:spPr>
          <a:xfrm>
            <a:off x="5993675" y="1802850"/>
            <a:ext cx="2540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42" name="Google Shape;542;p55"/>
          <p:cNvSpPr txBox="1">
            <a:spLocks noGrp="1"/>
          </p:cNvSpPr>
          <p:nvPr>
            <p:ph type="subTitle" idx="2"/>
          </p:nvPr>
        </p:nvSpPr>
        <p:spPr>
          <a:xfrm>
            <a:off x="4579225" y="2408675"/>
            <a:ext cx="3954600" cy="5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5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55"/>
          <p:cNvSpPr txBox="1">
            <a:spLocks noGrp="1"/>
          </p:cNvSpPr>
          <p:nvPr>
            <p:ph type="subTitle" idx="3"/>
          </p:nvPr>
        </p:nvSpPr>
        <p:spPr>
          <a:xfrm>
            <a:off x="5993725" y="3403050"/>
            <a:ext cx="2540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ppins Medium"/>
              <a:buNone/>
              <a:defRPr sz="2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44" name="Google Shape;544;p55"/>
          <p:cNvSpPr txBox="1">
            <a:spLocks noGrp="1"/>
          </p:cNvSpPr>
          <p:nvPr>
            <p:ph type="subTitle" idx="4"/>
          </p:nvPr>
        </p:nvSpPr>
        <p:spPr>
          <a:xfrm>
            <a:off x="4579225" y="4008875"/>
            <a:ext cx="3954600" cy="5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5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55"/>
          <p:cNvSpPr txBox="1">
            <a:spLocks noGrp="1"/>
          </p:cNvSpPr>
          <p:nvPr>
            <p:ph type="title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bg>
      <p:bgPr>
        <a:solidFill>
          <a:schemeClr val="dk1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6"/>
          <p:cNvSpPr txBox="1">
            <a:spLocks noGrp="1"/>
          </p:cNvSpPr>
          <p:nvPr>
            <p:ph type="subTitle" idx="1"/>
          </p:nvPr>
        </p:nvSpPr>
        <p:spPr>
          <a:xfrm>
            <a:off x="4578650" y="3194625"/>
            <a:ext cx="3414600" cy="13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56"/>
          <p:cNvSpPr txBox="1">
            <a:spLocks noGrp="1"/>
          </p:cNvSpPr>
          <p:nvPr>
            <p:ph type="title"/>
          </p:nvPr>
        </p:nvSpPr>
        <p:spPr>
          <a:xfrm>
            <a:off x="4578649" y="445025"/>
            <a:ext cx="3748500" cy="12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solidFill>
          <a:schemeClr val="dk1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2"/>
          <p:cNvSpPr/>
          <p:nvPr/>
        </p:nvSpPr>
        <p:spPr>
          <a:xfrm>
            <a:off x="-715524" y="3563475"/>
            <a:ext cx="4904491" cy="167663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62"/>
          <p:cNvSpPr/>
          <p:nvPr/>
        </p:nvSpPr>
        <p:spPr>
          <a:xfrm>
            <a:off x="-665255" y="3230666"/>
            <a:ext cx="2410516" cy="1204603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62"/>
          <p:cNvSpPr/>
          <p:nvPr/>
        </p:nvSpPr>
        <p:spPr>
          <a:xfrm>
            <a:off x="7619578" y="3652425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62"/>
          <p:cNvSpPr/>
          <p:nvPr/>
        </p:nvSpPr>
        <p:spPr>
          <a:xfrm>
            <a:off x="6134550" y="3720899"/>
            <a:ext cx="2690954" cy="961790"/>
          </a:xfrm>
          <a:custGeom>
            <a:avLst/>
            <a:gdLst/>
            <a:ahLst/>
            <a:cxnLst/>
            <a:rect l="l" t="t" r="r" b="b"/>
            <a:pathLst>
              <a:path w="60403" h="21589" extrusionOk="0">
                <a:moveTo>
                  <a:pt x="4061" y="17979"/>
                </a:moveTo>
                <a:cubicBezTo>
                  <a:pt x="1221" y="14654"/>
                  <a:pt x="2541" y="9508"/>
                  <a:pt x="6651" y="7988"/>
                </a:cubicBezTo>
                <a:cubicBezTo>
                  <a:pt x="10761" y="6450"/>
                  <a:pt x="15122" y="9491"/>
                  <a:pt x="15139" y="13869"/>
                </a:cubicBezTo>
                <a:lnTo>
                  <a:pt x="15139" y="14003"/>
                </a:lnTo>
                <a:cubicBezTo>
                  <a:pt x="16192" y="12816"/>
                  <a:pt x="17812" y="12298"/>
                  <a:pt x="19366" y="12666"/>
                </a:cubicBezTo>
                <a:cubicBezTo>
                  <a:pt x="19650" y="9775"/>
                  <a:pt x="22056" y="7587"/>
                  <a:pt x="24964" y="7587"/>
                </a:cubicBezTo>
                <a:lnTo>
                  <a:pt x="24964" y="7436"/>
                </a:lnTo>
                <a:cubicBezTo>
                  <a:pt x="24964" y="4328"/>
                  <a:pt x="27219" y="1672"/>
                  <a:pt x="30294" y="1204"/>
                </a:cubicBezTo>
                <a:cubicBezTo>
                  <a:pt x="33368" y="719"/>
                  <a:pt x="36325" y="2557"/>
                  <a:pt x="37278" y="5515"/>
                </a:cubicBezTo>
                <a:cubicBezTo>
                  <a:pt x="39550" y="1588"/>
                  <a:pt x="44429" y="1"/>
                  <a:pt x="48573" y="1856"/>
                </a:cubicBezTo>
                <a:cubicBezTo>
                  <a:pt x="52717" y="3710"/>
                  <a:pt x="54772" y="8405"/>
                  <a:pt x="53368" y="12716"/>
                </a:cubicBezTo>
                <a:cubicBezTo>
                  <a:pt x="55874" y="13785"/>
                  <a:pt x="56643" y="16977"/>
                  <a:pt x="54889" y="19082"/>
                </a:cubicBezTo>
                <a:cubicBezTo>
                  <a:pt x="58147" y="19333"/>
                  <a:pt x="60402" y="19901"/>
                  <a:pt x="60402" y="20536"/>
                </a:cubicBezTo>
                <a:cubicBezTo>
                  <a:pt x="60402" y="21438"/>
                  <a:pt x="18" y="21588"/>
                  <a:pt x="18" y="20151"/>
                </a:cubicBezTo>
                <a:cubicBezTo>
                  <a:pt x="1" y="19249"/>
                  <a:pt x="1622" y="18447"/>
                  <a:pt x="4061" y="179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62"/>
          <p:cNvSpPr/>
          <p:nvPr/>
        </p:nvSpPr>
        <p:spPr>
          <a:xfrm>
            <a:off x="320578" y="218450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62"/>
          <p:cNvSpPr/>
          <p:nvPr/>
        </p:nvSpPr>
        <p:spPr>
          <a:xfrm>
            <a:off x="6772253" y="218450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1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3"/>
          <p:cNvSpPr/>
          <p:nvPr/>
        </p:nvSpPr>
        <p:spPr>
          <a:xfrm>
            <a:off x="-1163099" y="2720950"/>
            <a:ext cx="4904491" cy="167663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63"/>
          <p:cNvSpPr/>
          <p:nvPr/>
        </p:nvSpPr>
        <p:spPr>
          <a:xfrm>
            <a:off x="2247520" y="3599491"/>
            <a:ext cx="2410516" cy="1204603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63"/>
          <p:cNvSpPr/>
          <p:nvPr/>
        </p:nvSpPr>
        <p:spPr>
          <a:xfrm>
            <a:off x="7619578" y="273638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63"/>
          <p:cNvSpPr/>
          <p:nvPr/>
        </p:nvSpPr>
        <p:spPr>
          <a:xfrm>
            <a:off x="6134550" y="342111"/>
            <a:ext cx="2690954" cy="961790"/>
          </a:xfrm>
          <a:custGeom>
            <a:avLst/>
            <a:gdLst/>
            <a:ahLst/>
            <a:cxnLst/>
            <a:rect l="l" t="t" r="r" b="b"/>
            <a:pathLst>
              <a:path w="60403" h="21589" extrusionOk="0">
                <a:moveTo>
                  <a:pt x="4061" y="17979"/>
                </a:moveTo>
                <a:cubicBezTo>
                  <a:pt x="1221" y="14654"/>
                  <a:pt x="2541" y="9508"/>
                  <a:pt x="6651" y="7988"/>
                </a:cubicBezTo>
                <a:cubicBezTo>
                  <a:pt x="10761" y="6450"/>
                  <a:pt x="15122" y="9491"/>
                  <a:pt x="15139" y="13869"/>
                </a:cubicBezTo>
                <a:lnTo>
                  <a:pt x="15139" y="14003"/>
                </a:lnTo>
                <a:cubicBezTo>
                  <a:pt x="16192" y="12816"/>
                  <a:pt x="17812" y="12298"/>
                  <a:pt x="19366" y="12666"/>
                </a:cubicBezTo>
                <a:cubicBezTo>
                  <a:pt x="19650" y="9775"/>
                  <a:pt x="22056" y="7587"/>
                  <a:pt x="24964" y="7587"/>
                </a:cubicBezTo>
                <a:lnTo>
                  <a:pt x="24964" y="7436"/>
                </a:lnTo>
                <a:cubicBezTo>
                  <a:pt x="24964" y="4328"/>
                  <a:pt x="27219" y="1672"/>
                  <a:pt x="30294" y="1204"/>
                </a:cubicBezTo>
                <a:cubicBezTo>
                  <a:pt x="33368" y="719"/>
                  <a:pt x="36325" y="2557"/>
                  <a:pt x="37278" y="5515"/>
                </a:cubicBezTo>
                <a:cubicBezTo>
                  <a:pt x="39550" y="1588"/>
                  <a:pt x="44429" y="1"/>
                  <a:pt x="48573" y="1856"/>
                </a:cubicBezTo>
                <a:cubicBezTo>
                  <a:pt x="52717" y="3710"/>
                  <a:pt x="54772" y="8405"/>
                  <a:pt x="53368" y="12716"/>
                </a:cubicBezTo>
                <a:cubicBezTo>
                  <a:pt x="55874" y="13785"/>
                  <a:pt x="56643" y="16977"/>
                  <a:pt x="54889" y="19082"/>
                </a:cubicBezTo>
                <a:cubicBezTo>
                  <a:pt x="58147" y="19333"/>
                  <a:pt x="60402" y="19901"/>
                  <a:pt x="60402" y="20536"/>
                </a:cubicBezTo>
                <a:cubicBezTo>
                  <a:pt x="60402" y="21438"/>
                  <a:pt x="18" y="21588"/>
                  <a:pt x="18" y="20151"/>
                </a:cubicBezTo>
                <a:cubicBezTo>
                  <a:pt x="1" y="19249"/>
                  <a:pt x="1622" y="18447"/>
                  <a:pt x="4061" y="179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63"/>
          <p:cNvSpPr/>
          <p:nvPr/>
        </p:nvSpPr>
        <p:spPr>
          <a:xfrm>
            <a:off x="7204628" y="4111625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63"/>
          <p:cNvSpPr/>
          <p:nvPr/>
        </p:nvSpPr>
        <p:spPr>
          <a:xfrm>
            <a:off x="-678222" y="342100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329477" y="1798619"/>
            <a:ext cx="1171773" cy="564308"/>
            <a:chOff x="1329477" y="1798619"/>
            <a:chExt cx="1171773" cy="564308"/>
          </a:xfrm>
        </p:grpSpPr>
        <p:sp>
          <p:nvSpPr>
            <p:cNvPr id="10" name="Google Shape;10;p2"/>
            <p:cNvSpPr/>
            <p:nvPr/>
          </p:nvSpPr>
          <p:spPr>
            <a:xfrm>
              <a:off x="1844541" y="1845359"/>
              <a:ext cx="104307" cy="55063"/>
            </a:xfrm>
            <a:custGeom>
              <a:avLst/>
              <a:gdLst/>
              <a:ahLst/>
              <a:cxnLst/>
              <a:rect l="l" t="t" r="r" b="b"/>
              <a:pathLst>
                <a:path w="2707" h="1429" extrusionOk="0">
                  <a:moveTo>
                    <a:pt x="1969" y="0"/>
                  </a:moveTo>
                  <a:cubicBezTo>
                    <a:pt x="841" y="0"/>
                    <a:pt x="0" y="576"/>
                    <a:pt x="0" y="576"/>
                  </a:cubicBezTo>
                  <a:lnTo>
                    <a:pt x="1871" y="1428"/>
                  </a:lnTo>
                  <a:lnTo>
                    <a:pt x="2640" y="1378"/>
                  </a:lnTo>
                  <a:cubicBezTo>
                    <a:pt x="2707" y="459"/>
                    <a:pt x="2189" y="8"/>
                    <a:pt x="2189" y="8"/>
                  </a:cubicBezTo>
                  <a:cubicBezTo>
                    <a:pt x="2114" y="3"/>
                    <a:pt x="2041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867044" y="1864972"/>
              <a:ext cx="75370" cy="31558"/>
            </a:xfrm>
            <a:custGeom>
              <a:avLst/>
              <a:gdLst/>
              <a:ahLst/>
              <a:cxnLst/>
              <a:rect l="l" t="t" r="r" b="b"/>
              <a:pathLst>
                <a:path w="1956" h="819" extrusionOk="0">
                  <a:moveTo>
                    <a:pt x="1822" y="0"/>
                  </a:moveTo>
                  <a:cubicBezTo>
                    <a:pt x="1822" y="0"/>
                    <a:pt x="619" y="134"/>
                    <a:pt x="1" y="401"/>
                  </a:cubicBezTo>
                  <a:lnTo>
                    <a:pt x="1572" y="819"/>
                  </a:lnTo>
                  <a:lnTo>
                    <a:pt x="1956" y="702"/>
                  </a:lnTo>
                  <a:cubicBezTo>
                    <a:pt x="1956" y="702"/>
                    <a:pt x="1956" y="334"/>
                    <a:pt x="1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962335" y="1895567"/>
              <a:ext cx="105001" cy="55063"/>
            </a:xfrm>
            <a:custGeom>
              <a:avLst/>
              <a:gdLst/>
              <a:ahLst/>
              <a:cxnLst/>
              <a:rect l="l" t="t" r="r" b="b"/>
              <a:pathLst>
                <a:path w="2725" h="1429" extrusionOk="0">
                  <a:moveTo>
                    <a:pt x="1986" y="1"/>
                  </a:moveTo>
                  <a:cubicBezTo>
                    <a:pt x="857" y="1"/>
                    <a:pt x="1" y="576"/>
                    <a:pt x="1" y="576"/>
                  </a:cubicBezTo>
                  <a:lnTo>
                    <a:pt x="1889" y="1428"/>
                  </a:lnTo>
                  <a:lnTo>
                    <a:pt x="2657" y="1362"/>
                  </a:lnTo>
                  <a:cubicBezTo>
                    <a:pt x="2724" y="443"/>
                    <a:pt x="2206" y="8"/>
                    <a:pt x="2206" y="8"/>
                  </a:cubicBezTo>
                  <a:cubicBezTo>
                    <a:pt x="2132" y="3"/>
                    <a:pt x="2058" y="1"/>
                    <a:pt x="1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985532" y="1915180"/>
              <a:ext cx="75370" cy="31597"/>
            </a:xfrm>
            <a:custGeom>
              <a:avLst/>
              <a:gdLst/>
              <a:ahLst/>
              <a:cxnLst/>
              <a:rect l="l" t="t" r="r" b="b"/>
              <a:pathLst>
                <a:path w="1956" h="820" extrusionOk="0">
                  <a:moveTo>
                    <a:pt x="1805" y="0"/>
                  </a:moveTo>
                  <a:cubicBezTo>
                    <a:pt x="1805" y="0"/>
                    <a:pt x="618" y="117"/>
                    <a:pt x="0" y="401"/>
                  </a:cubicBezTo>
                  <a:lnTo>
                    <a:pt x="1554" y="819"/>
                  </a:lnTo>
                  <a:lnTo>
                    <a:pt x="1955" y="685"/>
                  </a:lnTo>
                  <a:cubicBezTo>
                    <a:pt x="1955" y="685"/>
                    <a:pt x="1955" y="335"/>
                    <a:pt x="18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944957" y="2169494"/>
              <a:ext cx="139102" cy="74753"/>
            </a:xfrm>
            <a:custGeom>
              <a:avLst/>
              <a:gdLst/>
              <a:ahLst/>
              <a:cxnLst/>
              <a:rect l="l" t="t" r="r" b="b"/>
              <a:pathLst>
                <a:path w="3610" h="1940" extrusionOk="0">
                  <a:moveTo>
                    <a:pt x="3092" y="0"/>
                  </a:moveTo>
                  <a:cubicBezTo>
                    <a:pt x="3092" y="0"/>
                    <a:pt x="2474" y="0"/>
                    <a:pt x="1471" y="284"/>
                  </a:cubicBezTo>
                  <a:lnTo>
                    <a:pt x="1" y="1755"/>
                  </a:lnTo>
                  <a:cubicBezTo>
                    <a:pt x="1" y="1755"/>
                    <a:pt x="540" y="1939"/>
                    <a:pt x="1115" y="1939"/>
                  </a:cubicBezTo>
                  <a:cubicBezTo>
                    <a:pt x="1139" y="1939"/>
                    <a:pt x="1163" y="1939"/>
                    <a:pt x="1187" y="1938"/>
                  </a:cubicBezTo>
                  <a:cubicBezTo>
                    <a:pt x="1187" y="1938"/>
                    <a:pt x="2691" y="1788"/>
                    <a:pt x="3409" y="1420"/>
                  </a:cubicBezTo>
                  <a:cubicBezTo>
                    <a:pt x="3409" y="1420"/>
                    <a:pt x="3610" y="485"/>
                    <a:pt x="30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599243" y="1798619"/>
              <a:ext cx="439771" cy="202450"/>
            </a:xfrm>
            <a:custGeom>
              <a:avLst/>
              <a:gdLst/>
              <a:ahLst/>
              <a:cxnLst/>
              <a:rect l="l" t="t" r="r" b="b"/>
              <a:pathLst>
                <a:path w="11413" h="5254" extrusionOk="0">
                  <a:moveTo>
                    <a:pt x="11412" y="3577"/>
                  </a:moveTo>
                  <a:lnTo>
                    <a:pt x="11412" y="3577"/>
                  </a:lnTo>
                  <a:cubicBezTo>
                    <a:pt x="11412" y="3577"/>
                    <a:pt x="11412" y="3577"/>
                    <a:pt x="11412" y="3577"/>
                  </a:cubicBezTo>
                  <a:cubicBezTo>
                    <a:pt x="11412" y="3577"/>
                    <a:pt x="11412" y="3577"/>
                    <a:pt x="11412" y="3577"/>
                  </a:cubicBezTo>
                  <a:close/>
                  <a:moveTo>
                    <a:pt x="1432" y="1"/>
                  </a:moveTo>
                  <a:cubicBezTo>
                    <a:pt x="1428" y="1"/>
                    <a:pt x="1424" y="1"/>
                    <a:pt x="1420" y="1"/>
                  </a:cubicBezTo>
                  <a:cubicBezTo>
                    <a:pt x="719" y="1"/>
                    <a:pt x="0" y="302"/>
                    <a:pt x="0" y="302"/>
                  </a:cubicBezTo>
                  <a:lnTo>
                    <a:pt x="6115" y="5198"/>
                  </a:lnTo>
                  <a:cubicBezTo>
                    <a:pt x="6338" y="5236"/>
                    <a:pt x="6564" y="5254"/>
                    <a:pt x="6791" y="5254"/>
                  </a:cubicBezTo>
                  <a:cubicBezTo>
                    <a:pt x="9018" y="5254"/>
                    <a:pt x="11376" y="3577"/>
                    <a:pt x="11412" y="3577"/>
                  </a:cubicBezTo>
                  <a:cubicBezTo>
                    <a:pt x="11412" y="3577"/>
                    <a:pt x="11412" y="3577"/>
                    <a:pt x="11412" y="3577"/>
                  </a:cubicBezTo>
                  <a:lnTo>
                    <a:pt x="11412" y="3577"/>
                  </a:lnTo>
                  <a:cubicBezTo>
                    <a:pt x="10730" y="3111"/>
                    <a:pt x="2196" y="1"/>
                    <a:pt x="14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348782" y="2050814"/>
              <a:ext cx="167424" cy="92940"/>
            </a:xfrm>
            <a:custGeom>
              <a:avLst/>
              <a:gdLst/>
              <a:ahLst/>
              <a:cxnLst/>
              <a:rect l="l" t="t" r="r" b="b"/>
              <a:pathLst>
                <a:path w="4345" h="2412" extrusionOk="0">
                  <a:moveTo>
                    <a:pt x="1761" y="0"/>
                  </a:moveTo>
                  <a:cubicBezTo>
                    <a:pt x="798" y="0"/>
                    <a:pt x="0" y="257"/>
                    <a:pt x="0" y="257"/>
                  </a:cubicBezTo>
                  <a:lnTo>
                    <a:pt x="2941" y="2412"/>
                  </a:lnTo>
                  <a:lnTo>
                    <a:pt x="4345" y="1978"/>
                  </a:lnTo>
                  <a:lnTo>
                    <a:pt x="2006" y="6"/>
                  </a:lnTo>
                  <a:cubicBezTo>
                    <a:pt x="1923" y="2"/>
                    <a:pt x="1842" y="0"/>
                    <a:pt x="17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424113" y="1858383"/>
              <a:ext cx="1077138" cy="314348"/>
            </a:xfrm>
            <a:custGeom>
              <a:avLst/>
              <a:gdLst/>
              <a:ahLst/>
              <a:cxnLst/>
              <a:rect l="l" t="t" r="r" b="b"/>
              <a:pathLst>
                <a:path w="27954" h="8158" extrusionOk="0">
                  <a:moveTo>
                    <a:pt x="23796" y="1"/>
                  </a:moveTo>
                  <a:cubicBezTo>
                    <a:pt x="22817" y="1"/>
                    <a:pt x="21509" y="191"/>
                    <a:pt x="19817" y="789"/>
                  </a:cubicBezTo>
                  <a:cubicBezTo>
                    <a:pt x="15222" y="2393"/>
                    <a:pt x="4295" y="5267"/>
                    <a:pt x="117" y="7573"/>
                  </a:cubicBezTo>
                  <a:cubicBezTo>
                    <a:pt x="117" y="7573"/>
                    <a:pt x="0" y="7907"/>
                    <a:pt x="318" y="8158"/>
                  </a:cubicBezTo>
                  <a:cubicBezTo>
                    <a:pt x="318" y="8158"/>
                    <a:pt x="10594" y="7890"/>
                    <a:pt x="15857" y="5885"/>
                  </a:cubicBezTo>
                  <a:cubicBezTo>
                    <a:pt x="21387" y="3763"/>
                    <a:pt x="24211" y="3045"/>
                    <a:pt x="26367" y="1875"/>
                  </a:cubicBezTo>
                  <a:cubicBezTo>
                    <a:pt x="27102" y="1474"/>
                    <a:pt x="27954" y="672"/>
                    <a:pt x="26199" y="572"/>
                  </a:cubicBezTo>
                  <a:cubicBezTo>
                    <a:pt x="26199" y="572"/>
                    <a:pt x="25494" y="1"/>
                    <a:pt x="237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329477" y="1947663"/>
              <a:ext cx="309724" cy="180640"/>
            </a:xfrm>
            <a:custGeom>
              <a:avLst/>
              <a:gdLst/>
              <a:ahLst/>
              <a:cxnLst/>
              <a:rect l="l" t="t" r="r" b="b"/>
              <a:pathLst>
                <a:path w="8038" h="4688" extrusionOk="0">
                  <a:moveTo>
                    <a:pt x="1567" y="0"/>
                  </a:moveTo>
                  <a:cubicBezTo>
                    <a:pt x="812" y="0"/>
                    <a:pt x="0" y="427"/>
                    <a:pt x="0" y="427"/>
                  </a:cubicBezTo>
                  <a:lnTo>
                    <a:pt x="4044" y="4688"/>
                  </a:lnTo>
                  <a:cubicBezTo>
                    <a:pt x="6049" y="4036"/>
                    <a:pt x="8037" y="3151"/>
                    <a:pt x="8037" y="3117"/>
                  </a:cubicBezTo>
                  <a:cubicBezTo>
                    <a:pt x="7352" y="2833"/>
                    <a:pt x="2540" y="93"/>
                    <a:pt x="1755" y="10"/>
                  </a:cubicBezTo>
                  <a:cubicBezTo>
                    <a:pt x="1693" y="3"/>
                    <a:pt x="1630" y="0"/>
                    <a:pt x="1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33130" y="1882967"/>
              <a:ext cx="1032093" cy="284640"/>
            </a:xfrm>
            <a:custGeom>
              <a:avLst/>
              <a:gdLst/>
              <a:ahLst/>
              <a:cxnLst/>
              <a:rect l="l" t="t" r="r" b="b"/>
              <a:pathLst>
                <a:path w="26785" h="7387" extrusionOk="0">
                  <a:moveTo>
                    <a:pt x="24980" y="1"/>
                  </a:moveTo>
                  <a:lnTo>
                    <a:pt x="67" y="7085"/>
                  </a:lnTo>
                  <a:cubicBezTo>
                    <a:pt x="0" y="7303"/>
                    <a:pt x="167" y="7386"/>
                    <a:pt x="167" y="7386"/>
                  </a:cubicBezTo>
                  <a:cubicBezTo>
                    <a:pt x="14971" y="6049"/>
                    <a:pt x="13300" y="5298"/>
                    <a:pt x="17544" y="3978"/>
                  </a:cubicBezTo>
                  <a:cubicBezTo>
                    <a:pt x="21889" y="2674"/>
                    <a:pt x="26784" y="937"/>
                    <a:pt x="26617" y="536"/>
                  </a:cubicBezTo>
                  <a:cubicBezTo>
                    <a:pt x="26523" y="312"/>
                    <a:pt x="26164" y="279"/>
                    <a:pt x="25960" y="279"/>
                  </a:cubicBezTo>
                  <a:cubicBezTo>
                    <a:pt x="25874" y="279"/>
                    <a:pt x="25815" y="285"/>
                    <a:pt x="25815" y="285"/>
                  </a:cubicBezTo>
                  <a:cubicBezTo>
                    <a:pt x="25581" y="101"/>
                    <a:pt x="24980" y="1"/>
                    <a:pt x="249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429277" y="2140518"/>
              <a:ext cx="164842" cy="110781"/>
            </a:xfrm>
            <a:custGeom>
              <a:avLst/>
              <a:gdLst/>
              <a:ahLst/>
              <a:cxnLst/>
              <a:rect l="l" t="t" r="r" b="b"/>
              <a:pathLst>
                <a:path w="4278" h="2875" extrusionOk="0">
                  <a:moveTo>
                    <a:pt x="4277" y="0"/>
                  </a:moveTo>
                  <a:cubicBezTo>
                    <a:pt x="2607" y="234"/>
                    <a:pt x="1036" y="635"/>
                    <a:pt x="1069" y="669"/>
                  </a:cubicBezTo>
                  <a:cubicBezTo>
                    <a:pt x="936" y="1003"/>
                    <a:pt x="0" y="2874"/>
                    <a:pt x="0" y="2874"/>
                  </a:cubicBezTo>
                  <a:cubicBezTo>
                    <a:pt x="0" y="2874"/>
                    <a:pt x="1253" y="2423"/>
                    <a:pt x="1671" y="2239"/>
                  </a:cubicBezTo>
                  <a:cubicBezTo>
                    <a:pt x="2089" y="2039"/>
                    <a:pt x="4277" y="0"/>
                    <a:pt x="4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962335" y="2192652"/>
              <a:ext cx="111436" cy="46316"/>
            </a:xfrm>
            <a:custGeom>
              <a:avLst/>
              <a:gdLst/>
              <a:ahLst/>
              <a:cxnLst/>
              <a:rect l="l" t="t" r="r" b="b"/>
              <a:pathLst>
                <a:path w="2892" h="1202" extrusionOk="0">
                  <a:moveTo>
                    <a:pt x="2741" y="1"/>
                  </a:moveTo>
                  <a:cubicBezTo>
                    <a:pt x="2741" y="1"/>
                    <a:pt x="953" y="268"/>
                    <a:pt x="285" y="335"/>
                  </a:cubicBezTo>
                  <a:lnTo>
                    <a:pt x="1" y="1137"/>
                  </a:lnTo>
                  <a:cubicBezTo>
                    <a:pt x="1" y="1137"/>
                    <a:pt x="289" y="1201"/>
                    <a:pt x="576" y="1201"/>
                  </a:cubicBezTo>
                  <a:cubicBezTo>
                    <a:pt x="648" y="1201"/>
                    <a:pt x="719" y="1197"/>
                    <a:pt x="786" y="1187"/>
                  </a:cubicBezTo>
                  <a:cubicBezTo>
                    <a:pt x="1087" y="1137"/>
                    <a:pt x="2089" y="987"/>
                    <a:pt x="2825" y="686"/>
                  </a:cubicBezTo>
                  <a:cubicBezTo>
                    <a:pt x="2825" y="686"/>
                    <a:pt x="2891" y="318"/>
                    <a:pt x="2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024141" y="2060023"/>
              <a:ext cx="132667" cy="71516"/>
            </a:xfrm>
            <a:custGeom>
              <a:avLst/>
              <a:gdLst/>
              <a:ahLst/>
              <a:cxnLst/>
              <a:rect l="l" t="t" r="r" b="b"/>
              <a:pathLst>
                <a:path w="3443" h="1856" extrusionOk="0">
                  <a:moveTo>
                    <a:pt x="2958" y="1"/>
                  </a:moveTo>
                  <a:cubicBezTo>
                    <a:pt x="2958" y="1"/>
                    <a:pt x="2357" y="1"/>
                    <a:pt x="1388" y="285"/>
                  </a:cubicBezTo>
                  <a:lnTo>
                    <a:pt x="1" y="1672"/>
                  </a:lnTo>
                  <a:cubicBezTo>
                    <a:pt x="1" y="1672"/>
                    <a:pt x="535" y="1855"/>
                    <a:pt x="1137" y="1855"/>
                  </a:cubicBezTo>
                  <a:cubicBezTo>
                    <a:pt x="1137" y="1855"/>
                    <a:pt x="2557" y="1705"/>
                    <a:pt x="3259" y="1354"/>
                  </a:cubicBezTo>
                  <a:cubicBezTo>
                    <a:pt x="3259" y="1354"/>
                    <a:pt x="3443" y="452"/>
                    <a:pt x="2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40903" y="2081293"/>
              <a:ext cx="105618" cy="44698"/>
            </a:xfrm>
            <a:custGeom>
              <a:avLst/>
              <a:gdLst/>
              <a:ahLst/>
              <a:cxnLst/>
              <a:rect l="l" t="t" r="r" b="b"/>
              <a:pathLst>
                <a:path w="2741" h="1160" extrusionOk="0">
                  <a:moveTo>
                    <a:pt x="2590" y="0"/>
                  </a:moveTo>
                  <a:cubicBezTo>
                    <a:pt x="2590" y="0"/>
                    <a:pt x="869" y="251"/>
                    <a:pt x="234" y="318"/>
                  </a:cubicBezTo>
                  <a:lnTo>
                    <a:pt x="0" y="1103"/>
                  </a:lnTo>
                  <a:cubicBezTo>
                    <a:pt x="0" y="1103"/>
                    <a:pt x="235" y="1159"/>
                    <a:pt x="487" y="1159"/>
                  </a:cubicBezTo>
                  <a:cubicBezTo>
                    <a:pt x="570" y="1159"/>
                    <a:pt x="656" y="1153"/>
                    <a:pt x="735" y="1136"/>
                  </a:cubicBezTo>
                  <a:cubicBezTo>
                    <a:pt x="1019" y="1103"/>
                    <a:pt x="1989" y="953"/>
                    <a:pt x="2674" y="652"/>
                  </a:cubicBezTo>
                  <a:cubicBezTo>
                    <a:pt x="2674" y="652"/>
                    <a:pt x="2740" y="301"/>
                    <a:pt x="25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777572" y="2011742"/>
              <a:ext cx="422393" cy="351185"/>
            </a:xfrm>
            <a:custGeom>
              <a:avLst/>
              <a:gdLst/>
              <a:ahLst/>
              <a:cxnLst/>
              <a:rect l="l" t="t" r="r" b="b"/>
              <a:pathLst>
                <a:path w="10962" h="9114" extrusionOk="0">
                  <a:moveTo>
                    <a:pt x="10443" y="1"/>
                  </a:moveTo>
                  <a:cubicBezTo>
                    <a:pt x="7837" y="402"/>
                    <a:pt x="4595" y="2189"/>
                    <a:pt x="4595" y="2189"/>
                  </a:cubicBezTo>
                  <a:lnTo>
                    <a:pt x="0" y="9040"/>
                  </a:lnTo>
                  <a:cubicBezTo>
                    <a:pt x="0" y="9040"/>
                    <a:pt x="193" y="9114"/>
                    <a:pt x="508" y="9114"/>
                  </a:cubicBezTo>
                  <a:cubicBezTo>
                    <a:pt x="863" y="9114"/>
                    <a:pt x="1372" y="9020"/>
                    <a:pt x="1939" y="8622"/>
                  </a:cubicBezTo>
                  <a:cubicBezTo>
                    <a:pt x="4178" y="7002"/>
                    <a:pt x="10961" y="1"/>
                    <a:pt x="10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389853" y="1870097"/>
              <a:ext cx="38032" cy="29709"/>
            </a:xfrm>
            <a:custGeom>
              <a:avLst/>
              <a:gdLst/>
              <a:ahLst/>
              <a:cxnLst/>
              <a:rect l="l" t="t" r="r" b="b"/>
              <a:pathLst>
                <a:path w="987" h="771" extrusionOk="0">
                  <a:moveTo>
                    <a:pt x="652" y="1"/>
                  </a:moveTo>
                  <a:cubicBezTo>
                    <a:pt x="652" y="1"/>
                    <a:pt x="585" y="285"/>
                    <a:pt x="34" y="519"/>
                  </a:cubicBezTo>
                  <a:lnTo>
                    <a:pt x="0" y="769"/>
                  </a:lnTo>
                  <a:cubicBezTo>
                    <a:pt x="0" y="770"/>
                    <a:pt x="2" y="771"/>
                    <a:pt x="6" y="771"/>
                  </a:cubicBezTo>
                  <a:cubicBezTo>
                    <a:pt x="76" y="771"/>
                    <a:pt x="733" y="626"/>
                    <a:pt x="986" y="168"/>
                  </a:cubicBezTo>
                  <a:cubicBezTo>
                    <a:pt x="903" y="118"/>
                    <a:pt x="802" y="68"/>
                    <a:pt x="6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2"/>
          <p:cNvSpPr/>
          <p:nvPr/>
        </p:nvSpPr>
        <p:spPr>
          <a:xfrm>
            <a:off x="-195099" y="2327208"/>
            <a:ext cx="3335026" cy="2816764"/>
          </a:xfrm>
          <a:custGeom>
            <a:avLst/>
            <a:gdLst/>
            <a:ahLst/>
            <a:cxnLst/>
            <a:rect l="l" t="t" r="r" b="b"/>
            <a:pathLst>
              <a:path w="86551" h="73101" extrusionOk="0">
                <a:moveTo>
                  <a:pt x="5063" y="18130"/>
                </a:moveTo>
                <a:lnTo>
                  <a:pt x="5063" y="73101"/>
                </a:lnTo>
                <a:lnTo>
                  <a:pt x="86551" y="73101"/>
                </a:lnTo>
                <a:lnTo>
                  <a:pt x="86551" y="24061"/>
                </a:lnTo>
                <a:cubicBezTo>
                  <a:pt x="81204" y="21304"/>
                  <a:pt x="73551" y="20887"/>
                  <a:pt x="68472" y="25064"/>
                </a:cubicBezTo>
                <a:cubicBezTo>
                  <a:pt x="65297" y="27670"/>
                  <a:pt x="62825" y="31680"/>
                  <a:pt x="62106" y="35774"/>
                </a:cubicBezTo>
                <a:cubicBezTo>
                  <a:pt x="61304" y="40185"/>
                  <a:pt x="63627" y="44880"/>
                  <a:pt x="66066" y="46116"/>
                </a:cubicBezTo>
                <a:cubicBezTo>
                  <a:pt x="67804" y="46985"/>
                  <a:pt x="65565" y="49024"/>
                  <a:pt x="64830" y="49575"/>
                </a:cubicBezTo>
                <a:cubicBezTo>
                  <a:pt x="63159" y="50878"/>
                  <a:pt x="61020" y="50945"/>
                  <a:pt x="60569" y="50377"/>
                </a:cubicBezTo>
                <a:cubicBezTo>
                  <a:pt x="60201" y="49909"/>
                  <a:pt x="61521" y="49224"/>
                  <a:pt x="61221" y="48055"/>
                </a:cubicBezTo>
                <a:cubicBezTo>
                  <a:pt x="60786" y="46751"/>
                  <a:pt x="60485" y="45882"/>
                  <a:pt x="59483" y="44730"/>
                </a:cubicBezTo>
                <a:cubicBezTo>
                  <a:pt x="56592" y="41555"/>
                  <a:pt x="51830" y="40820"/>
                  <a:pt x="48355" y="43727"/>
                </a:cubicBezTo>
                <a:cubicBezTo>
                  <a:pt x="45748" y="45899"/>
                  <a:pt x="45180" y="48372"/>
                  <a:pt x="40986" y="47202"/>
                </a:cubicBezTo>
                <a:cubicBezTo>
                  <a:pt x="37661" y="46317"/>
                  <a:pt x="36057" y="37010"/>
                  <a:pt x="30560" y="42708"/>
                </a:cubicBezTo>
                <a:cubicBezTo>
                  <a:pt x="29976" y="40235"/>
                  <a:pt x="26801" y="40385"/>
                  <a:pt x="25782" y="42557"/>
                </a:cubicBezTo>
                <a:cubicBezTo>
                  <a:pt x="24779" y="38664"/>
                  <a:pt x="26216" y="34170"/>
                  <a:pt x="21003" y="32867"/>
                </a:cubicBezTo>
                <a:cubicBezTo>
                  <a:pt x="18246" y="32148"/>
                  <a:pt x="14921" y="33017"/>
                  <a:pt x="12448" y="34454"/>
                </a:cubicBezTo>
                <a:cubicBezTo>
                  <a:pt x="11011" y="35339"/>
                  <a:pt x="10426" y="36492"/>
                  <a:pt x="9274" y="34755"/>
                </a:cubicBezTo>
                <a:cubicBezTo>
                  <a:pt x="8405" y="33451"/>
                  <a:pt x="9407" y="33151"/>
                  <a:pt x="7987" y="31279"/>
                </a:cubicBezTo>
                <a:cubicBezTo>
                  <a:pt x="7018" y="30026"/>
                  <a:pt x="6249" y="29826"/>
                  <a:pt x="6433" y="27269"/>
                </a:cubicBezTo>
                <a:cubicBezTo>
                  <a:pt x="6684" y="23978"/>
                  <a:pt x="0" y="17060"/>
                  <a:pt x="27553" y="953"/>
                </a:cubicBezTo>
                <a:cubicBezTo>
                  <a:pt x="28622" y="268"/>
                  <a:pt x="28305" y="1"/>
                  <a:pt x="27035" y="335"/>
                </a:cubicBezTo>
                <a:cubicBezTo>
                  <a:pt x="25615" y="686"/>
                  <a:pt x="19683" y="2524"/>
                  <a:pt x="15356" y="4378"/>
                </a:cubicBezTo>
                <a:cubicBezTo>
                  <a:pt x="3977" y="9291"/>
                  <a:pt x="5063" y="18130"/>
                  <a:pt x="5063" y="1813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925156" y="2160478"/>
            <a:ext cx="363130" cy="164226"/>
          </a:xfrm>
          <a:custGeom>
            <a:avLst/>
            <a:gdLst/>
            <a:ahLst/>
            <a:cxnLst/>
            <a:rect l="l" t="t" r="r" b="b"/>
            <a:pathLst>
              <a:path w="9424" h="4262" extrusionOk="0">
                <a:moveTo>
                  <a:pt x="151" y="3910"/>
                </a:moveTo>
                <a:cubicBezTo>
                  <a:pt x="268" y="4261"/>
                  <a:pt x="3943" y="3091"/>
                  <a:pt x="6266" y="2356"/>
                </a:cubicBezTo>
                <a:cubicBezTo>
                  <a:pt x="8588" y="1638"/>
                  <a:pt x="9424" y="1237"/>
                  <a:pt x="9340" y="602"/>
                </a:cubicBezTo>
                <a:cubicBezTo>
                  <a:pt x="9257" y="0"/>
                  <a:pt x="6065" y="936"/>
                  <a:pt x="4712" y="1588"/>
                </a:cubicBezTo>
                <a:cubicBezTo>
                  <a:pt x="3325" y="2256"/>
                  <a:pt x="0" y="3492"/>
                  <a:pt x="151" y="3910"/>
                </a:cubicBezTo>
                <a:close/>
              </a:path>
            </a:pathLst>
          </a:custGeom>
          <a:solidFill>
            <a:srgbClr val="F797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-9" y="4008882"/>
            <a:ext cx="793847" cy="1135090"/>
          </a:xfrm>
          <a:custGeom>
            <a:avLst/>
            <a:gdLst/>
            <a:ahLst/>
            <a:cxnLst/>
            <a:rect l="l" t="t" r="r" b="b"/>
            <a:pathLst>
              <a:path w="20602" h="29458" extrusionOk="0">
                <a:moveTo>
                  <a:pt x="0" y="1"/>
                </a:moveTo>
                <a:lnTo>
                  <a:pt x="0" y="29458"/>
                </a:lnTo>
                <a:lnTo>
                  <a:pt x="20602" y="29458"/>
                </a:lnTo>
                <a:cubicBezTo>
                  <a:pt x="14988" y="28856"/>
                  <a:pt x="17711" y="25748"/>
                  <a:pt x="15957" y="22824"/>
                </a:cubicBezTo>
                <a:cubicBezTo>
                  <a:pt x="14992" y="21230"/>
                  <a:pt x="14069" y="20410"/>
                  <a:pt x="12777" y="20410"/>
                </a:cubicBezTo>
                <a:cubicBezTo>
                  <a:pt x="12078" y="20410"/>
                  <a:pt x="11272" y="20650"/>
                  <a:pt x="10293" y="21137"/>
                </a:cubicBezTo>
                <a:cubicBezTo>
                  <a:pt x="12248" y="16835"/>
                  <a:pt x="9150" y="13026"/>
                  <a:pt x="4919" y="13026"/>
                </a:cubicBezTo>
                <a:cubicBezTo>
                  <a:pt x="4812" y="13026"/>
                  <a:pt x="4704" y="13028"/>
                  <a:pt x="4595" y="13033"/>
                </a:cubicBezTo>
                <a:cubicBezTo>
                  <a:pt x="6483" y="6767"/>
                  <a:pt x="3860" y="2340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682281" y="3309054"/>
            <a:ext cx="5715911" cy="1954022"/>
          </a:xfrm>
          <a:custGeom>
            <a:avLst/>
            <a:gdLst/>
            <a:ahLst/>
            <a:cxnLst/>
            <a:rect l="l" t="t" r="r" b="b"/>
            <a:pathLst>
              <a:path w="148340" h="50711" extrusionOk="0">
                <a:moveTo>
                  <a:pt x="138364" y="41805"/>
                </a:moveTo>
                <a:cubicBezTo>
                  <a:pt x="140754" y="39031"/>
                  <a:pt x="142174" y="35372"/>
                  <a:pt x="142090" y="31396"/>
                </a:cubicBezTo>
                <a:cubicBezTo>
                  <a:pt x="141923" y="23426"/>
                  <a:pt x="135557" y="16792"/>
                  <a:pt x="127621" y="16308"/>
                </a:cubicBezTo>
                <a:cubicBezTo>
                  <a:pt x="118648" y="15740"/>
                  <a:pt x="111179" y="22874"/>
                  <a:pt x="111179" y="31747"/>
                </a:cubicBezTo>
                <a:lnTo>
                  <a:pt x="111179" y="32081"/>
                </a:lnTo>
                <a:cubicBezTo>
                  <a:pt x="109224" y="29892"/>
                  <a:pt x="106384" y="28488"/>
                  <a:pt x="103226" y="28488"/>
                </a:cubicBezTo>
                <a:cubicBezTo>
                  <a:pt x="102391" y="28488"/>
                  <a:pt x="101605" y="28589"/>
                  <a:pt x="100803" y="28772"/>
                </a:cubicBezTo>
                <a:cubicBezTo>
                  <a:pt x="100135" y="21788"/>
                  <a:pt x="94220" y="16308"/>
                  <a:pt x="87069" y="16291"/>
                </a:cubicBezTo>
                <a:lnTo>
                  <a:pt x="87069" y="15940"/>
                </a:lnTo>
                <a:cubicBezTo>
                  <a:pt x="87069" y="7369"/>
                  <a:pt x="80118" y="435"/>
                  <a:pt x="71563" y="435"/>
                </a:cubicBezTo>
                <a:cubicBezTo>
                  <a:pt x="64646" y="435"/>
                  <a:pt x="58798" y="4963"/>
                  <a:pt x="56793" y="11212"/>
                </a:cubicBezTo>
                <a:cubicBezTo>
                  <a:pt x="52833" y="4445"/>
                  <a:pt x="45314" y="0"/>
                  <a:pt x="36810" y="451"/>
                </a:cubicBezTo>
                <a:cubicBezTo>
                  <a:pt x="26032" y="1036"/>
                  <a:pt x="17210" y="9624"/>
                  <a:pt x="16342" y="20385"/>
                </a:cubicBezTo>
                <a:cubicBezTo>
                  <a:pt x="16091" y="23376"/>
                  <a:pt x="16458" y="26233"/>
                  <a:pt x="17327" y="28889"/>
                </a:cubicBezTo>
                <a:cubicBezTo>
                  <a:pt x="13752" y="30410"/>
                  <a:pt x="11245" y="33952"/>
                  <a:pt x="11245" y="38096"/>
                </a:cubicBezTo>
                <a:cubicBezTo>
                  <a:pt x="11245" y="40535"/>
                  <a:pt x="12114" y="42774"/>
                  <a:pt x="13568" y="44512"/>
                </a:cubicBezTo>
                <a:cubicBezTo>
                  <a:pt x="5564" y="45147"/>
                  <a:pt x="1" y="46517"/>
                  <a:pt x="1" y="48121"/>
                </a:cubicBezTo>
                <a:cubicBezTo>
                  <a:pt x="1" y="50310"/>
                  <a:pt x="148289" y="50711"/>
                  <a:pt x="148289" y="47185"/>
                </a:cubicBezTo>
                <a:cubicBezTo>
                  <a:pt x="148339" y="44946"/>
                  <a:pt x="144346" y="42958"/>
                  <a:pt x="138364" y="41805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426720" y="3088866"/>
            <a:ext cx="2410516" cy="1204603"/>
          </a:xfrm>
          <a:custGeom>
            <a:avLst/>
            <a:gdLst/>
            <a:ahLst/>
            <a:cxnLst/>
            <a:rect l="l" t="t" r="r" b="b"/>
            <a:pathLst>
              <a:path w="62558" h="31262" extrusionOk="0">
                <a:moveTo>
                  <a:pt x="34771" y="0"/>
                </a:moveTo>
                <a:cubicBezTo>
                  <a:pt x="27469" y="0"/>
                  <a:pt x="21387" y="5314"/>
                  <a:pt x="20218" y="12314"/>
                </a:cubicBezTo>
                <a:cubicBezTo>
                  <a:pt x="18955" y="11755"/>
                  <a:pt x="17570" y="11454"/>
                  <a:pt x="16104" y="11454"/>
                </a:cubicBezTo>
                <a:cubicBezTo>
                  <a:pt x="15862" y="11454"/>
                  <a:pt x="15618" y="11462"/>
                  <a:pt x="15372" y="11479"/>
                </a:cubicBezTo>
                <a:cubicBezTo>
                  <a:pt x="10794" y="11863"/>
                  <a:pt x="7001" y="15422"/>
                  <a:pt x="6366" y="19984"/>
                </a:cubicBezTo>
                <a:cubicBezTo>
                  <a:pt x="6166" y="21554"/>
                  <a:pt x="6333" y="23075"/>
                  <a:pt x="6767" y="24445"/>
                </a:cubicBezTo>
                <a:cubicBezTo>
                  <a:pt x="2924" y="24729"/>
                  <a:pt x="0" y="26116"/>
                  <a:pt x="0" y="27837"/>
                </a:cubicBezTo>
                <a:cubicBezTo>
                  <a:pt x="0" y="29708"/>
                  <a:pt x="3609" y="31262"/>
                  <a:pt x="8087" y="31262"/>
                </a:cubicBezTo>
                <a:cubicBezTo>
                  <a:pt x="9825" y="31262"/>
                  <a:pt x="11395" y="31028"/>
                  <a:pt x="12715" y="30627"/>
                </a:cubicBezTo>
                <a:cubicBezTo>
                  <a:pt x="13785" y="31028"/>
                  <a:pt x="14954" y="31262"/>
                  <a:pt x="16174" y="31262"/>
                </a:cubicBezTo>
                <a:cubicBezTo>
                  <a:pt x="17127" y="31262"/>
                  <a:pt x="18062" y="31112"/>
                  <a:pt x="18948" y="30861"/>
                </a:cubicBezTo>
                <a:cubicBezTo>
                  <a:pt x="22432" y="29847"/>
                  <a:pt x="26022" y="29228"/>
                  <a:pt x="29622" y="29228"/>
                </a:cubicBezTo>
                <a:cubicBezTo>
                  <a:pt x="30770" y="29228"/>
                  <a:pt x="31919" y="29291"/>
                  <a:pt x="33066" y="29424"/>
                </a:cubicBezTo>
                <a:cubicBezTo>
                  <a:pt x="33635" y="29491"/>
                  <a:pt x="34169" y="29524"/>
                  <a:pt x="34754" y="29524"/>
                </a:cubicBezTo>
                <a:cubicBezTo>
                  <a:pt x="35606" y="29524"/>
                  <a:pt x="36425" y="29457"/>
                  <a:pt x="37244" y="29324"/>
                </a:cubicBezTo>
                <a:cubicBezTo>
                  <a:pt x="38147" y="29164"/>
                  <a:pt x="39065" y="29066"/>
                  <a:pt x="39982" y="29066"/>
                </a:cubicBezTo>
                <a:cubicBezTo>
                  <a:pt x="40794" y="29066"/>
                  <a:pt x="41606" y="29143"/>
                  <a:pt x="42407" y="29324"/>
                </a:cubicBezTo>
                <a:cubicBezTo>
                  <a:pt x="43025" y="29457"/>
                  <a:pt x="43676" y="29524"/>
                  <a:pt x="44345" y="29524"/>
                </a:cubicBezTo>
                <a:cubicBezTo>
                  <a:pt x="44930" y="29524"/>
                  <a:pt x="45498" y="29457"/>
                  <a:pt x="46032" y="29357"/>
                </a:cubicBezTo>
                <a:cubicBezTo>
                  <a:pt x="47369" y="29457"/>
                  <a:pt x="48806" y="29524"/>
                  <a:pt x="50310" y="29524"/>
                </a:cubicBezTo>
                <a:cubicBezTo>
                  <a:pt x="57077" y="29524"/>
                  <a:pt x="62557" y="28371"/>
                  <a:pt x="62557" y="26985"/>
                </a:cubicBezTo>
                <a:cubicBezTo>
                  <a:pt x="62557" y="25698"/>
                  <a:pt x="58196" y="24662"/>
                  <a:pt x="52448" y="24445"/>
                </a:cubicBezTo>
                <a:cubicBezTo>
                  <a:pt x="53033" y="23259"/>
                  <a:pt x="53367" y="21905"/>
                  <a:pt x="53367" y="20485"/>
                </a:cubicBezTo>
                <a:cubicBezTo>
                  <a:pt x="53367" y="17394"/>
                  <a:pt x="51797" y="14654"/>
                  <a:pt x="49424" y="13033"/>
                </a:cubicBezTo>
                <a:cubicBezTo>
                  <a:pt x="48555" y="5698"/>
                  <a:pt x="42340" y="0"/>
                  <a:pt x="347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736439" y="3620012"/>
            <a:ext cx="4248632" cy="2511124"/>
          </a:xfrm>
          <a:custGeom>
            <a:avLst/>
            <a:gdLst/>
            <a:ahLst/>
            <a:cxnLst/>
            <a:rect l="l" t="t" r="r" b="b"/>
            <a:pathLst>
              <a:path w="110261" h="65169" extrusionOk="0">
                <a:moveTo>
                  <a:pt x="59187" y="1"/>
                </a:moveTo>
                <a:cubicBezTo>
                  <a:pt x="53901" y="1"/>
                  <a:pt x="48943" y="2323"/>
                  <a:pt x="45531" y="6183"/>
                </a:cubicBezTo>
                <a:cubicBezTo>
                  <a:pt x="44464" y="7391"/>
                  <a:pt x="42952" y="8026"/>
                  <a:pt x="41382" y="8026"/>
                </a:cubicBezTo>
                <a:cubicBezTo>
                  <a:pt x="40912" y="8026"/>
                  <a:pt x="40437" y="7969"/>
                  <a:pt x="39967" y="7854"/>
                </a:cubicBezTo>
                <a:lnTo>
                  <a:pt x="39934" y="7854"/>
                </a:lnTo>
                <a:cubicBezTo>
                  <a:pt x="38270" y="7457"/>
                  <a:pt x="36605" y="7267"/>
                  <a:pt x="34966" y="7267"/>
                </a:cubicBezTo>
                <a:cubicBezTo>
                  <a:pt x="28742" y="7267"/>
                  <a:pt x="22899" y="10011"/>
                  <a:pt x="18931" y="14587"/>
                </a:cubicBezTo>
                <a:cubicBezTo>
                  <a:pt x="16458" y="17444"/>
                  <a:pt x="13300" y="19717"/>
                  <a:pt x="9691" y="20853"/>
                </a:cubicBezTo>
                <a:cubicBezTo>
                  <a:pt x="5631" y="22106"/>
                  <a:pt x="2340" y="25448"/>
                  <a:pt x="1354" y="29892"/>
                </a:cubicBezTo>
                <a:cubicBezTo>
                  <a:pt x="0" y="36074"/>
                  <a:pt x="3693" y="42340"/>
                  <a:pt x="9725" y="44161"/>
                </a:cubicBezTo>
                <a:cubicBezTo>
                  <a:pt x="10909" y="44516"/>
                  <a:pt x="12099" y="44684"/>
                  <a:pt x="13265" y="44684"/>
                </a:cubicBezTo>
                <a:cubicBezTo>
                  <a:pt x="15504" y="44684"/>
                  <a:pt x="17653" y="44062"/>
                  <a:pt x="19499" y="42941"/>
                </a:cubicBezTo>
                <a:cubicBezTo>
                  <a:pt x="22240" y="45882"/>
                  <a:pt x="25815" y="48054"/>
                  <a:pt x="29992" y="49057"/>
                </a:cubicBezTo>
                <a:cubicBezTo>
                  <a:pt x="31636" y="49441"/>
                  <a:pt x="33296" y="49631"/>
                  <a:pt x="34921" y="49631"/>
                </a:cubicBezTo>
                <a:cubicBezTo>
                  <a:pt x="35625" y="49631"/>
                  <a:pt x="36323" y="49595"/>
                  <a:pt x="37010" y="49525"/>
                </a:cubicBezTo>
                <a:cubicBezTo>
                  <a:pt x="38163" y="56709"/>
                  <a:pt x="43476" y="62841"/>
                  <a:pt x="50995" y="64646"/>
                </a:cubicBezTo>
                <a:cubicBezTo>
                  <a:pt x="52460" y="64999"/>
                  <a:pt x="53925" y="65168"/>
                  <a:pt x="55368" y="65168"/>
                </a:cubicBezTo>
                <a:cubicBezTo>
                  <a:pt x="63749" y="65168"/>
                  <a:pt x="71346" y="59455"/>
                  <a:pt x="73384" y="50945"/>
                </a:cubicBezTo>
                <a:cubicBezTo>
                  <a:pt x="73535" y="50360"/>
                  <a:pt x="73635" y="49775"/>
                  <a:pt x="73719" y="49174"/>
                </a:cubicBezTo>
                <a:cubicBezTo>
                  <a:pt x="75774" y="50845"/>
                  <a:pt x="78197" y="52098"/>
                  <a:pt x="80953" y="52766"/>
                </a:cubicBezTo>
                <a:cubicBezTo>
                  <a:pt x="82340" y="53110"/>
                  <a:pt x="83740" y="53272"/>
                  <a:pt x="85120" y="53272"/>
                </a:cubicBezTo>
                <a:cubicBezTo>
                  <a:pt x="85952" y="53272"/>
                  <a:pt x="86776" y="53213"/>
                  <a:pt x="87587" y="53100"/>
                </a:cubicBezTo>
                <a:cubicBezTo>
                  <a:pt x="89308" y="55707"/>
                  <a:pt x="92065" y="57628"/>
                  <a:pt x="95440" y="58213"/>
                </a:cubicBezTo>
                <a:cubicBezTo>
                  <a:pt x="96107" y="58330"/>
                  <a:pt x="96772" y="58386"/>
                  <a:pt x="97430" y="58386"/>
                </a:cubicBezTo>
                <a:cubicBezTo>
                  <a:pt x="102609" y="58386"/>
                  <a:pt x="107335" y="54888"/>
                  <a:pt x="108773" y="49759"/>
                </a:cubicBezTo>
                <a:cubicBezTo>
                  <a:pt x="110260" y="44429"/>
                  <a:pt x="107787" y="38948"/>
                  <a:pt x="103193" y="36375"/>
                </a:cubicBezTo>
                <a:cubicBezTo>
                  <a:pt x="103744" y="27787"/>
                  <a:pt x="98063" y="19767"/>
                  <a:pt x="89408" y="17695"/>
                </a:cubicBezTo>
                <a:cubicBezTo>
                  <a:pt x="89057" y="17611"/>
                  <a:pt x="88723" y="17528"/>
                  <a:pt x="88372" y="17461"/>
                </a:cubicBezTo>
                <a:cubicBezTo>
                  <a:pt x="82725" y="16442"/>
                  <a:pt x="77695" y="13267"/>
                  <a:pt x="74604" y="8455"/>
                </a:cubicBezTo>
                <a:cubicBezTo>
                  <a:pt x="72165" y="4612"/>
                  <a:pt x="68272" y="1655"/>
                  <a:pt x="63493" y="519"/>
                </a:cubicBezTo>
                <a:cubicBezTo>
                  <a:pt x="62050" y="168"/>
                  <a:pt x="60607" y="1"/>
                  <a:pt x="5918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257938" y="3616158"/>
            <a:ext cx="1897379" cy="567892"/>
          </a:xfrm>
          <a:custGeom>
            <a:avLst/>
            <a:gdLst/>
            <a:ahLst/>
            <a:cxnLst/>
            <a:rect l="l" t="t" r="r" b="b"/>
            <a:pathLst>
              <a:path w="49241" h="14738" extrusionOk="0">
                <a:moveTo>
                  <a:pt x="43643" y="10844"/>
                </a:moveTo>
                <a:cubicBezTo>
                  <a:pt x="43593" y="7837"/>
                  <a:pt x="40803" y="5414"/>
                  <a:pt x="37361" y="5414"/>
                </a:cubicBezTo>
                <a:cubicBezTo>
                  <a:pt x="36726" y="5414"/>
                  <a:pt x="36108" y="5497"/>
                  <a:pt x="35539" y="5648"/>
                </a:cubicBezTo>
                <a:cubicBezTo>
                  <a:pt x="34420" y="2373"/>
                  <a:pt x="31296" y="0"/>
                  <a:pt x="27653" y="0"/>
                </a:cubicBezTo>
                <a:cubicBezTo>
                  <a:pt x="23760" y="0"/>
                  <a:pt x="20502" y="2657"/>
                  <a:pt x="19566" y="6249"/>
                </a:cubicBezTo>
                <a:cubicBezTo>
                  <a:pt x="18513" y="5715"/>
                  <a:pt x="17310" y="5414"/>
                  <a:pt x="15990" y="5414"/>
                </a:cubicBezTo>
                <a:cubicBezTo>
                  <a:pt x="12816" y="5414"/>
                  <a:pt x="10159" y="7185"/>
                  <a:pt x="9441" y="9608"/>
                </a:cubicBezTo>
                <a:cubicBezTo>
                  <a:pt x="4211" y="9808"/>
                  <a:pt x="0" y="11396"/>
                  <a:pt x="134" y="13317"/>
                </a:cubicBezTo>
                <a:cubicBezTo>
                  <a:pt x="251" y="14737"/>
                  <a:pt x="49224" y="14069"/>
                  <a:pt x="49224" y="12916"/>
                </a:cubicBezTo>
                <a:cubicBezTo>
                  <a:pt x="49241" y="11863"/>
                  <a:pt x="46851" y="11011"/>
                  <a:pt x="43643" y="10844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2"/>
          <p:cNvGrpSpPr/>
          <p:nvPr/>
        </p:nvGrpSpPr>
        <p:grpSpPr>
          <a:xfrm>
            <a:off x="272740" y="252581"/>
            <a:ext cx="1252660" cy="1204643"/>
            <a:chOff x="7384701" y="199425"/>
            <a:chExt cx="1572114" cy="1511851"/>
          </a:xfrm>
        </p:grpSpPr>
        <p:sp>
          <p:nvSpPr>
            <p:cNvPr id="34" name="Google Shape;34;p2"/>
            <p:cNvSpPr/>
            <p:nvPr/>
          </p:nvSpPr>
          <p:spPr>
            <a:xfrm>
              <a:off x="7667792" y="461179"/>
              <a:ext cx="1027203" cy="988217"/>
            </a:xfrm>
            <a:custGeom>
              <a:avLst/>
              <a:gdLst/>
              <a:ahLst/>
              <a:cxnLst/>
              <a:rect l="l" t="t" r="r" b="b"/>
              <a:pathLst>
                <a:path w="16125" h="15513" extrusionOk="0">
                  <a:moveTo>
                    <a:pt x="8372" y="57"/>
                  </a:moveTo>
                  <a:lnTo>
                    <a:pt x="8372" y="74"/>
                  </a:lnTo>
                  <a:cubicBezTo>
                    <a:pt x="12599" y="74"/>
                    <a:pt x="16041" y="3516"/>
                    <a:pt x="16058" y="7760"/>
                  </a:cubicBezTo>
                  <a:cubicBezTo>
                    <a:pt x="16058" y="10868"/>
                    <a:pt x="14186" y="13675"/>
                    <a:pt x="11312" y="14861"/>
                  </a:cubicBezTo>
                  <a:cubicBezTo>
                    <a:pt x="10355" y="15254"/>
                    <a:pt x="9352" y="15445"/>
                    <a:pt x="8359" y="15445"/>
                  </a:cubicBezTo>
                  <a:cubicBezTo>
                    <a:pt x="6353" y="15445"/>
                    <a:pt x="4388" y="14665"/>
                    <a:pt x="2925" y="13190"/>
                  </a:cubicBezTo>
                  <a:cubicBezTo>
                    <a:pt x="719" y="10985"/>
                    <a:pt x="67" y="7676"/>
                    <a:pt x="1254" y="4803"/>
                  </a:cubicBezTo>
                  <a:cubicBezTo>
                    <a:pt x="2440" y="1929"/>
                    <a:pt x="5247" y="57"/>
                    <a:pt x="8372" y="57"/>
                  </a:cubicBezTo>
                  <a:close/>
                  <a:moveTo>
                    <a:pt x="8370" y="1"/>
                  </a:moveTo>
                  <a:cubicBezTo>
                    <a:pt x="6351" y="1"/>
                    <a:pt x="4362" y="792"/>
                    <a:pt x="2874" y="2280"/>
                  </a:cubicBezTo>
                  <a:cubicBezTo>
                    <a:pt x="652" y="4485"/>
                    <a:pt x="1" y="7827"/>
                    <a:pt x="1204" y="10734"/>
                  </a:cubicBezTo>
                  <a:cubicBezTo>
                    <a:pt x="2390" y="13625"/>
                    <a:pt x="5230" y="15513"/>
                    <a:pt x="8372" y="15513"/>
                  </a:cubicBezTo>
                  <a:cubicBezTo>
                    <a:pt x="12649" y="15513"/>
                    <a:pt x="16108" y="12037"/>
                    <a:pt x="16124" y="7760"/>
                  </a:cubicBezTo>
                  <a:cubicBezTo>
                    <a:pt x="16124" y="4619"/>
                    <a:pt x="14236" y="1795"/>
                    <a:pt x="11329" y="592"/>
                  </a:cubicBezTo>
                  <a:cubicBezTo>
                    <a:pt x="10373" y="194"/>
                    <a:pt x="9368" y="1"/>
                    <a:pt x="83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384701" y="199425"/>
              <a:ext cx="1572114" cy="1511851"/>
            </a:xfrm>
            <a:custGeom>
              <a:avLst/>
              <a:gdLst/>
              <a:ahLst/>
              <a:cxnLst/>
              <a:rect l="l" t="t" r="r" b="b"/>
              <a:pathLst>
                <a:path w="24679" h="23733" extrusionOk="0">
                  <a:moveTo>
                    <a:pt x="12816" y="106"/>
                  </a:moveTo>
                  <a:cubicBezTo>
                    <a:pt x="19299" y="106"/>
                    <a:pt x="24578" y="5369"/>
                    <a:pt x="24578" y="11869"/>
                  </a:cubicBezTo>
                  <a:cubicBezTo>
                    <a:pt x="24578" y="16631"/>
                    <a:pt x="21705" y="20908"/>
                    <a:pt x="17310" y="22729"/>
                  </a:cubicBezTo>
                  <a:cubicBezTo>
                    <a:pt x="15853" y="23339"/>
                    <a:pt x="14322" y="23634"/>
                    <a:pt x="12805" y="23634"/>
                  </a:cubicBezTo>
                  <a:cubicBezTo>
                    <a:pt x="9746" y="23634"/>
                    <a:pt x="6739" y="22435"/>
                    <a:pt x="4495" y="20190"/>
                  </a:cubicBezTo>
                  <a:cubicBezTo>
                    <a:pt x="1120" y="16831"/>
                    <a:pt x="117" y="11769"/>
                    <a:pt x="1938" y="7374"/>
                  </a:cubicBezTo>
                  <a:cubicBezTo>
                    <a:pt x="3760" y="2963"/>
                    <a:pt x="8054" y="106"/>
                    <a:pt x="12816" y="106"/>
                  </a:cubicBezTo>
                  <a:close/>
                  <a:moveTo>
                    <a:pt x="12796" y="1"/>
                  </a:moveTo>
                  <a:cubicBezTo>
                    <a:pt x="9711" y="1"/>
                    <a:pt x="6677" y="1204"/>
                    <a:pt x="4411" y="3481"/>
                  </a:cubicBezTo>
                  <a:cubicBezTo>
                    <a:pt x="1019" y="6873"/>
                    <a:pt x="0" y="11969"/>
                    <a:pt x="1838" y="16414"/>
                  </a:cubicBezTo>
                  <a:cubicBezTo>
                    <a:pt x="3676" y="20841"/>
                    <a:pt x="8004" y="23732"/>
                    <a:pt x="12816" y="23732"/>
                  </a:cubicBezTo>
                  <a:cubicBezTo>
                    <a:pt x="19349" y="23732"/>
                    <a:pt x="24662" y="18419"/>
                    <a:pt x="24679" y="11869"/>
                  </a:cubicBezTo>
                  <a:cubicBezTo>
                    <a:pt x="24679" y="7074"/>
                    <a:pt x="21788" y="2746"/>
                    <a:pt x="17344" y="908"/>
                  </a:cubicBezTo>
                  <a:cubicBezTo>
                    <a:pt x="15874" y="298"/>
                    <a:pt x="14328" y="1"/>
                    <a:pt x="1279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92329" y="546731"/>
              <a:ext cx="816411" cy="816475"/>
            </a:xfrm>
            <a:custGeom>
              <a:avLst/>
              <a:gdLst/>
              <a:ahLst/>
              <a:cxnLst/>
              <a:rect l="l" t="t" r="r" b="b"/>
              <a:pathLst>
                <a:path w="12816" h="12817" extrusionOk="0">
                  <a:moveTo>
                    <a:pt x="12816" y="6417"/>
                  </a:moveTo>
                  <a:cubicBezTo>
                    <a:pt x="12816" y="9959"/>
                    <a:pt x="9942" y="12816"/>
                    <a:pt x="6417" y="12816"/>
                  </a:cubicBezTo>
                  <a:cubicBezTo>
                    <a:pt x="2874" y="12816"/>
                    <a:pt x="1" y="9959"/>
                    <a:pt x="1" y="6417"/>
                  </a:cubicBezTo>
                  <a:cubicBezTo>
                    <a:pt x="1" y="2875"/>
                    <a:pt x="2874" y="1"/>
                    <a:pt x="6417" y="1"/>
                  </a:cubicBezTo>
                  <a:cubicBezTo>
                    <a:pt x="9942" y="1"/>
                    <a:pt x="12816" y="2875"/>
                    <a:pt x="12816" y="6417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 txBox="1">
            <a:spLocks noGrp="1"/>
          </p:cNvSpPr>
          <p:nvPr>
            <p:ph type="ctrTitle"/>
          </p:nvPr>
        </p:nvSpPr>
        <p:spPr>
          <a:xfrm>
            <a:off x="2377800" y="811653"/>
            <a:ext cx="6226200" cy="13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Black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"/>
          <p:cNvSpPr txBox="1">
            <a:spLocks noGrp="1"/>
          </p:cNvSpPr>
          <p:nvPr>
            <p:ph type="subTitle" idx="1"/>
          </p:nvPr>
        </p:nvSpPr>
        <p:spPr>
          <a:xfrm>
            <a:off x="3306000" y="2426888"/>
            <a:ext cx="5234700" cy="4023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63366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dk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>
            <a:spLocks noGrp="1"/>
          </p:cNvSpPr>
          <p:nvPr>
            <p:ph type="title"/>
          </p:nvPr>
        </p:nvSpPr>
        <p:spPr>
          <a:xfrm>
            <a:off x="1828178" y="163287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1"/>
          </p:nvPr>
        </p:nvSpPr>
        <p:spPr>
          <a:xfrm>
            <a:off x="1828075" y="214320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title" idx="2"/>
          </p:nvPr>
        </p:nvSpPr>
        <p:spPr>
          <a:xfrm>
            <a:off x="582319" y="334320"/>
            <a:ext cx="7704000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title" idx="3"/>
          </p:nvPr>
        </p:nvSpPr>
        <p:spPr>
          <a:xfrm>
            <a:off x="1828175" y="333692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4"/>
          </p:nvPr>
        </p:nvSpPr>
        <p:spPr>
          <a:xfrm>
            <a:off x="1828075" y="384725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 idx="5"/>
          </p:nvPr>
        </p:nvSpPr>
        <p:spPr>
          <a:xfrm>
            <a:off x="5958953" y="163287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ubTitle" idx="6"/>
          </p:nvPr>
        </p:nvSpPr>
        <p:spPr>
          <a:xfrm>
            <a:off x="5958850" y="214320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title" idx="7"/>
          </p:nvPr>
        </p:nvSpPr>
        <p:spPr>
          <a:xfrm>
            <a:off x="5958950" y="3336925"/>
            <a:ext cx="2604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Lato"/>
              <a:buNone/>
              <a:defRPr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subTitle" idx="8"/>
          </p:nvPr>
        </p:nvSpPr>
        <p:spPr>
          <a:xfrm>
            <a:off x="5958850" y="3847250"/>
            <a:ext cx="26049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6559550" y="293980"/>
            <a:ext cx="2421488" cy="779257"/>
          </a:xfrm>
          <a:custGeom>
            <a:avLst/>
            <a:gdLst/>
            <a:ahLst/>
            <a:cxnLst/>
            <a:rect l="l" t="t" r="r" b="b"/>
            <a:pathLst>
              <a:path w="41739" h="13432" extrusionOk="0">
                <a:moveTo>
                  <a:pt x="20879" y="0"/>
                </a:moveTo>
                <a:cubicBezTo>
                  <a:pt x="19060" y="0"/>
                  <a:pt x="17217" y="609"/>
                  <a:pt x="15674" y="1909"/>
                </a:cubicBezTo>
                <a:cubicBezTo>
                  <a:pt x="15091" y="2395"/>
                  <a:pt x="14358" y="2661"/>
                  <a:pt x="13610" y="2661"/>
                </a:cubicBezTo>
                <a:cubicBezTo>
                  <a:pt x="13457" y="2661"/>
                  <a:pt x="13304" y="2650"/>
                  <a:pt x="13151" y="2628"/>
                </a:cubicBezTo>
                <a:cubicBezTo>
                  <a:pt x="12810" y="2573"/>
                  <a:pt x="12469" y="2547"/>
                  <a:pt x="12130" y="2547"/>
                </a:cubicBezTo>
                <a:cubicBezTo>
                  <a:pt x="10078" y="2547"/>
                  <a:pt x="8118" y="3525"/>
                  <a:pt x="6885" y="5217"/>
                </a:cubicBezTo>
                <a:cubicBezTo>
                  <a:pt x="6601" y="5602"/>
                  <a:pt x="6233" y="5902"/>
                  <a:pt x="5799" y="6103"/>
                </a:cubicBezTo>
                <a:cubicBezTo>
                  <a:pt x="4579" y="6671"/>
                  <a:pt x="2140" y="7991"/>
                  <a:pt x="1805" y="9612"/>
                </a:cubicBezTo>
                <a:cubicBezTo>
                  <a:pt x="1722" y="10046"/>
                  <a:pt x="1455" y="10447"/>
                  <a:pt x="1087" y="10698"/>
                </a:cubicBezTo>
                <a:cubicBezTo>
                  <a:pt x="402" y="11115"/>
                  <a:pt x="1" y="11867"/>
                  <a:pt x="1" y="12669"/>
                </a:cubicBezTo>
                <a:cubicBezTo>
                  <a:pt x="1" y="13218"/>
                  <a:pt x="4792" y="13432"/>
                  <a:pt x="11127" y="13432"/>
                </a:cubicBezTo>
                <a:cubicBezTo>
                  <a:pt x="23492" y="13432"/>
                  <a:pt x="41739" y="12619"/>
                  <a:pt x="41739" y="11901"/>
                </a:cubicBezTo>
                <a:cubicBezTo>
                  <a:pt x="41739" y="10831"/>
                  <a:pt x="39400" y="10614"/>
                  <a:pt x="36509" y="10614"/>
                </a:cubicBezTo>
                <a:cubicBezTo>
                  <a:pt x="36242" y="10614"/>
                  <a:pt x="35991" y="10614"/>
                  <a:pt x="35757" y="10631"/>
                </a:cubicBezTo>
                <a:cubicBezTo>
                  <a:pt x="36442" y="8659"/>
                  <a:pt x="35791" y="6471"/>
                  <a:pt x="34120" y="5217"/>
                </a:cubicBezTo>
                <a:cubicBezTo>
                  <a:pt x="33267" y="4578"/>
                  <a:pt x="32250" y="4256"/>
                  <a:pt x="31233" y="4256"/>
                </a:cubicBezTo>
                <a:cubicBezTo>
                  <a:pt x="30257" y="4256"/>
                  <a:pt x="29282" y="4553"/>
                  <a:pt x="28456" y="5151"/>
                </a:cubicBezTo>
                <a:cubicBezTo>
                  <a:pt x="27169" y="1865"/>
                  <a:pt x="24062" y="0"/>
                  <a:pt x="20879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9"/>
          <p:cNvSpPr txBox="1">
            <a:spLocks noGrp="1"/>
          </p:cNvSpPr>
          <p:nvPr>
            <p:ph type="title" idx="9" hasCustomPrompt="1"/>
          </p:nvPr>
        </p:nvSpPr>
        <p:spPr>
          <a:xfrm>
            <a:off x="582325" y="14988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5" name="Google Shape;205;p19"/>
          <p:cNvSpPr txBox="1">
            <a:spLocks noGrp="1"/>
          </p:cNvSpPr>
          <p:nvPr>
            <p:ph type="title" idx="13" hasCustomPrompt="1"/>
          </p:nvPr>
        </p:nvSpPr>
        <p:spPr>
          <a:xfrm>
            <a:off x="4798775" y="14988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6" name="Google Shape;206;p19"/>
          <p:cNvSpPr txBox="1">
            <a:spLocks noGrp="1"/>
          </p:cNvSpPr>
          <p:nvPr>
            <p:ph type="title" idx="14" hasCustomPrompt="1"/>
          </p:nvPr>
        </p:nvSpPr>
        <p:spPr>
          <a:xfrm>
            <a:off x="582325" y="31950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7" name="Google Shape;207;p19"/>
          <p:cNvSpPr txBox="1">
            <a:spLocks noGrp="1"/>
          </p:cNvSpPr>
          <p:nvPr>
            <p:ph type="title" idx="15" hasCustomPrompt="1"/>
          </p:nvPr>
        </p:nvSpPr>
        <p:spPr>
          <a:xfrm>
            <a:off x="4798775" y="3195098"/>
            <a:ext cx="1141500" cy="13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885254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0">
          <p15:clr>
            <a:srgbClr val="FA7B17"/>
          </p15:clr>
        </p15:guide>
        <p15:guide id="2" orient="horz" pos="1832">
          <p15:clr>
            <a:srgbClr val="FA7B17"/>
          </p15:clr>
        </p15:guide>
        <p15:guide id="3" pos="3748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 title and description 1">
    <p:bg>
      <p:bgPr>
        <a:solidFill>
          <a:schemeClr val="dk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/>
          <p:nvPr/>
        </p:nvSpPr>
        <p:spPr>
          <a:xfrm rot="10800000" flipH="1">
            <a:off x="6762876" y="15"/>
            <a:ext cx="2393485" cy="1414610"/>
          </a:xfrm>
          <a:custGeom>
            <a:avLst/>
            <a:gdLst/>
            <a:ahLst/>
            <a:cxnLst/>
            <a:rect l="l" t="t" r="r" b="b"/>
            <a:pathLst>
              <a:path w="28997" h="15242" extrusionOk="0">
                <a:moveTo>
                  <a:pt x="25988" y="1"/>
                </a:moveTo>
                <a:cubicBezTo>
                  <a:pt x="24576" y="1"/>
                  <a:pt x="23397" y="962"/>
                  <a:pt x="23062" y="2257"/>
                </a:cubicBezTo>
                <a:lnTo>
                  <a:pt x="22972" y="2257"/>
                </a:lnTo>
                <a:cubicBezTo>
                  <a:pt x="22152" y="2257"/>
                  <a:pt x="21484" y="2917"/>
                  <a:pt x="21484" y="3735"/>
                </a:cubicBezTo>
                <a:cubicBezTo>
                  <a:pt x="21484" y="4094"/>
                  <a:pt x="21608" y="4421"/>
                  <a:pt x="21819" y="4672"/>
                </a:cubicBezTo>
                <a:cubicBezTo>
                  <a:pt x="21492" y="4680"/>
                  <a:pt x="21183" y="4738"/>
                  <a:pt x="20898" y="4838"/>
                </a:cubicBezTo>
                <a:cubicBezTo>
                  <a:pt x="20339" y="4236"/>
                  <a:pt x="19537" y="3869"/>
                  <a:pt x="18660" y="3869"/>
                </a:cubicBezTo>
                <a:cubicBezTo>
                  <a:pt x="17882" y="3869"/>
                  <a:pt x="17180" y="4154"/>
                  <a:pt x="16637" y="4621"/>
                </a:cubicBezTo>
                <a:cubicBezTo>
                  <a:pt x="16354" y="4495"/>
                  <a:pt x="16043" y="4421"/>
                  <a:pt x="15710" y="4421"/>
                </a:cubicBezTo>
                <a:cubicBezTo>
                  <a:pt x="14900" y="4421"/>
                  <a:pt x="14188" y="4856"/>
                  <a:pt x="13797" y="5498"/>
                </a:cubicBezTo>
                <a:cubicBezTo>
                  <a:pt x="13320" y="4888"/>
                  <a:pt x="12576" y="4505"/>
                  <a:pt x="11750" y="4505"/>
                </a:cubicBezTo>
                <a:cubicBezTo>
                  <a:pt x="10296" y="4505"/>
                  <a:pt x="9125" y="5674"/>
                  <a:pt x="9125" y="7120"/>
                </a:cubicBezTo>
                <a:cubicBezTo>
                  <a:pt x="9125" y="7295"/>
                  <a:pt x="9143" y="7463"/>
                  <a:pt x="9175" y="7629"/>
                </a:cubicBezTo>
                <a:cubicBezTo>
                  <a:pt x="8499" y="7680"/>
                  <a:pt x="7897" y="7980"/>
                  <a:pt x="7470" y="8448"/>
                </a:cubicBezTo>
                <a:cubicBezTo>
                  <a:pt x="7354" y="8506"/>
                  <a:pt x="7238" y="8566"/>
                  <a:pt x="7137" y="8640"/>
                </a:cubicBezTo>
                <a:cubicBezTo>
                  <a:pt x="6811" y="8398"/>
                  <a:pt x="6401" y="8247"/>
                  <a:pt x="5966" y="8247"/>
                </a:cubicBezTo>
                <a:cubicBezTo>
                  <a:pt x="5074" y="8247"/>
                  <a:pt x="4322" y="8849"/>
                  <a:pt x="4095" y="9669"/>
                </a:cubicBezTo>
                <a:cubicBezTo>
                  <a:pt x="3076" y="9835"/>
                  <a:pt x="2248" y="10579"/>
                  <a:pt x="1955" y="11556"/>
                </a:cubicBezTo>
                <a:cubicBezTo>
                  <a:pt x="1923" y="11556"/>
                  <a:pt x="1881" y="11548"/>
                  <a:pt x="1847" y="11548"/>
                </a:cubicBezTo>
                <a:cubicBezTo>
                  <a:pt x="828" y="11548"/>
                  <a:pt x="0" y="12376"/>
                  <a:pt x="0" y="13395"/>
                </a:cubicBezTo>
                <a:cubicBezTo>
                  <a:pt x="0" y="14414"/>
                  <a:pt x="828" y="15242"/>
                  <a:pt x="1847" y="15242"/>
                </a:cubicBezTo>
                <a:lnTo>
                  <a:pt x="28996" y="15242"/>
                </a:lnTo>
                <a:lnTo>
                  <a:pt x="28996" y="3009"/>
                </a:lnTo>
                <a:cubicBezTo>
                  <a:pt x="28996" y="1347"/>
                  <a:pt x="27651" y="1"/>
                  <a:pt x="25988" y="1"/>
                </a:cubicBezTo>
                <a:close/>
              </a:path>
            </a:pathLst>
          </a:custGeom>
          <a:gradFill>
            <a:gsLst>
              <a:gs pos="0">
                <a:srgbClr val="F27243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4"/>
          <p:cNvSpPr/>
          <p:nvPr/>
        </p:nvSpPr>
        <p:spPr>
          <a:xfrm rot="-235320" flipH="1">
            <a:off x="294334" y="2831820"/>
            <a:ext cx="3132024" cy="941996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" name="Google Shape;118;p14"/>
          <p:cNvGrpSpPr/>
          <p:nvPr/>
        </p:nvGrpSpPr>
        <p:grpSpPr>
          <a:xfrm>
            <a:off x="-621120" y="3056325"/>
            <a:ext cx="10386254" cy="2932429"/>
            <a:chOff x="-806595" y="2819400"/>
            <a:chExt cx="10386254" cy="2932429"/>
          </a:xfrm>
        </p:grpSpPr>
        <p:sp>
          <p:nvSpPr>
            <p:cNvPr id="119" name="Google Shape;119;p14"/>
            <p:cNvSpPr/>
            <p:nvPr/>
          </p:nvSpPr>
          <p:spPr>
            <a:xfrm>
              <a:off x="-806575" y="2819400"/>
              <a:ext cx="10386234" cy="2932429"/>
            </a:xfrm>
            <a:custGeom>
              <a:avLst/>
              <a:gdLst/>
              <a:ahLst/>
              <a:cxnLst/>
              <a:rect l="l" t="t" r="r" b="b"/>
              <a:pathLst>
                <a:path w="42806" h="18401" extrusionOk="0">
                  <a:moveTo>
                    <a:pt x="21374" y="1"/>
                  </a:moveTo>
                  <a:cubicBezTo>
                    <a:pt x="17086" y="9"/>
                    <a:pt x="13101" y="1254"/>
                    <a:pt x="9742" y="3400"/>
                  </a:cubicBezTo>
                  <a:cubicBezTo>
                    <a:pt x="9708" y="3426"/>
                    <a:pt x="9676" y="3442"/>
                    <a:pt x="9650" y="3468"/>
                  </a:cubicBezTo>
                  <a:cubicBezTo>
                    <a:pt x="9508" y="3550"/>
                    <a:pt x="9375" y="3643"/>
                    <a:pt x="9249" y="3735"/>
                  </a:cubicBezTo>
                  <a:cubicBezTo>
                    <a:pt x="8974" y="3919"/>
                    <a:pt x="8714" y="4102"/>
                    <a:pt x="8455" y="4294"/>
                  </a:cubicBezTo>
                  <a:cubicBezTo>
                    <a:pt x="3993" y="7629"/>
                    <a:pt x="869" y="12643"/>
                    <a:pt x="0" y="18390"/>
                  </a:cubicBezTo>
                  <a:lnTo>
                    <a:pt x="0" y="18400"/>
                  </a:lnTo>
                  <a:lnTo>
                    <a:pt x="42805" y="18400"/>
                  </a:lnTo>
                  <a:cubicBezTo>
                    <a:pt x="42346" y="15332"/>
                    <a:pt x="41243" y="12466"/>
                    <a:pt x="39631" y="9968"/>
                  </a:cubicBezTo>
                  <a:cubicBezTo>
                    <a:pt x="38285" y="7862"/>
                    <a:pt x="36581" y="6017"/>
                    <a:pt x="34609" y="4495"/>
                  </a:cubicBezTo>
                  <a:cubicBezTo>
                    <a:pt x="34000" y="4020"/>
                    <a:pt x="33364" y="3584"/>
                    <a:pt x="32704" y="3175"/>
                  </a:cubicBezTo>
                  <a:cubicBezTo>
                    <a:pt x="31844" y="2648"/>
                    <a:pt x="30941" y="2181"/>
                    <a:pt x="30005" y="1772"/>
                  </a:cubicBezTo>
                  <a:cubicBezTo>
                    <a:pt x="29862" y="1713"/>
                    <a:pt x="29730" y="1655"/>
                    <a:pt x="29588" y="1595"/>
                  </a:cubicBezTo>
                  <a:cubicBezTo>
                    <a:pt x="28752" y="1254"/>
                    <a:pt x="27891" y="969"/>
                    <a:pt x="27005" y="727"/>
                  </a:cubicBezTo>
                  <a:cubicBezTo>
                    <a:pt x="25751" y="392"/>
                    <a:pt x="24456" y="167"/>
                    <a:pt x="23136" y="67"/>
                  </a:cubicBezTo>
                  <a:cubicBezTo>
                    <a:pt x="22551" y="17"/>
                    <a:pt x="21967" y="1"/>
                    <a:pt x="213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" name="Google Shape;120;p14"/>
            <p:cNvGrpSpPr/>
            <p:nvPr/>
          </p:nvGrpSpPr>
          <p:grpSpPr>
            <a:xfrm>
              <a:off x="-806595" y="2819532"/>
              <a:ext cx="9615868" cy="2930836"/>
              <a:chOff x="2509875" y="2790650"/>
              <a:chExt cx="990775" cy="459775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2709750" y="2907225"/>
                <a:ext cx="34725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389" h="785" extrusionOk="0">
                    <a:moveTo>
                      <a:pt x="729" y="0"/>
                    </a:moveTo>
                    <a:cubicBezTo>
                      <a:pt x="687" y="0"/>
                      <a:pt x="669" y="8"/>
                      <a:pt x="636" y="8"/>
                    </a:cubicBezTo>
                    <a:cubicBezTo>
                      <a:pt x="502" y="109"/>
                      <a:pt x="428" y="159"/>
                      <a:pt x="294" y="259"/>
                    </a:cubicBezTo>
                    <a:cubicBezTo>
                      <a:pt x="177" y="409"/>
                      <a:pt x="117" y="484"/>
                      <a:pt x="1" y="642"/>
                    </a:cubicBezTo>
                    <a:cubicBezTo>
                      <a:pt x="27" y="684"/>
                      <a:pt x="43" y="702"/>
                      <a:pt x="67" y="742"/>
                    </a:cubicBezTo>
                    <a:cubicBezTo>
                      <a:pt x="85" y="760"/>
                      <a:pt x="101" y="768"/>
                      <a:pt x="117" y="784"/>
                    </a:cubicBezTo>
                    <a:cubicBezTo>
                      <a:pt x="217" y="726"/>
                      <a:pt x="277" y="692"/>
                      <a:pt x="378" y="634"/>
                    </a:cubicBezTo>
                    <a:cubicBezTo>
                      <a:pt x="518" y="526"/>
                      <a:pt x="594" y="468"/>
                      <a:pt x="737" y="359"/>
                    </a:cubicBezTo>
                    <a:cubicBezTo>
                      <a:pt x="911" y="333"/>
                      <a:pt x="1003" y="317"/>
                      <a:pt x="1188" y="291"/>
                    </a:cubicBezTo>
                    <a:cubicBezTo>
                      <a:pt x="1270" y="233"/>
                      <a:pt x="1304" y="201"/>
                      <a:pt x="1388" y="133"/>
                    </a:cubicBezTo>
                    <a:lnTo>
                      <a:pt x="1388" y="133"/>
                    </a:lnTo>
                    <a:cubicBezTo>
                      <a:pt x="1320" y="141"/>
                      <a:pt x="1296" y="151"/>
                      <a:pt x="1238" y="159"/>
                    </a:cubicBezTo>
                    <a:cubicBezTo>
                      <a:pt x="1130" y="133"/>
                      <a:pt x="1080" y="117"/>
                      <a:pt x="969" y="83"/>
                    </a:cubicBezTo>
                    <a:cubicBezTo>
                      <a:pt x="879" y="91"/>
                      <a:pt x="837" y="91"/>
                      <a:pt x="753" y="91"/>
                    </a:cubicBezTo>
                    <a:cubicBezTo>
                      <a:pt x="687" y="101"/>
                      <a:pt x="652" y="109"/>
                      <a:pt x="586" y="117"/>
                    </a:cubicBezTo>
                    <a:cubicBezTo>
                      <a:pt x="644" y="67"/>
                      <a:pt x="669" y="40"/>
                      <a:pt x="729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2509875" y="2876500"/>
                <a:ext cx="557525" cy="373925"/>
              </a:xfrm>
              <a:custGeom>
                <a:avLst/>
                <a:gdLst/>
                <a:ahLst/>
                <a:cxnLst/>
                <a:rect l="l" t="t" r="r" b="b"/>
                <a:pathLst>
                  <a:path w="22301" h="14957" extrusionOk="0">
                    <a:moveTo>
                      <a:pt x="10761" y="3568"/>
                    </a:moveTo>
                    <a:lnTo>
                      <a:pt x="10761" y="3568"/>
                    </a:lnTo>
                    <a:cubicBezTo>
                      <a:pt x="10711" y="3610"/>
                      <a:pt x="10687" y="3626"/>
                      <a:pt x="10637" y="3668"/>
                    </a:cubicBezTo>
                    <a:cubicBezTo>
                      <a:pt x="10529" y="3736"/>
                      <a:pt x="10478" y="3768"/>
                      <a:pt x="10368" y="3836"/>
                    </a:cubicBezTo>
                    <a:cubicBezTo>
                      <a:pt x="10529" y="3726"/>
                      <a:pt x="10603" y="3668"/>
                      <a:pt x="10761" y="3568"/>
                    </a:cubicBezTo>
                    <a:close/>
                    <a:moveTo>
                      <a:pt x="10787" y="13613"/>
                    </a:moveTo>
                    <a:lnTo>
                      <a:pt x="10787" y="13613"/>
                    </a:lnTo>
                    <a:cubicBezTo>
                      <a:pt x="10785" y="13613"/>
                      <a:pt x="10783" y="13613"/>
                      <a:pt x="10781" y="13614"/>
                    </a:cubicBezTo>
                    <a:lnTo>
                      <a:pt x="10781" y="13614"/>
                    </a:lnTo>
                    <a:cubicBezTo>
                      <a:pt x="10771" y="13632"/>
                      <a:pt x="10763" y="13648"/>
                      <a:pt x="10754" y="13663"/>
                    </a:cubicBezTo>
                    <a:lnTo>
                      <a:pt x="10754" y="13663"/>
                    </a:lnTo>
                    <a:cubicBezTo>
                      <a:pt x="10763" y="13649"/>
                      <a:pt x="10773" y="13634"/>
                      <a:pt x="10787" y="13613"/>
                    </a:cubicBezTo>
                    <a:close/>
                    <a:moveTo>
                      <a:pt x="10754" y="13663"/>
                    </a:moveTo>
                    <a:lnTo>
                      <a:pt x="10754" y="13663"/>
                    </a:lnTo>
                    <a:cubicBezTo>
                      <a:pt x="10743" y="13683"/>
                      <a:pt x="10734" y="13700"/>
                      <a:pt x="10719" y="13729"/>
                    </a:cubicBezTo>
                    <a:cubicBezTo>
                      <a:pt x="10733" y="13703"/>
                      <a:pt x="10743" y="13683"/>
                      <a:pt x="10754" y="13663"/>
                    </a:cubicBezTo>
                    <a:close/>
                    <a:moveTo>
                      <a:pt x="10043" y="0"/>
                    </a:moveTo>
                    <a:lnTo>
                      <a:pt x="10043" y="0"/>
                    </a:lnTo>
                    <a:cubicBezTo>
                      <a:pt x="9877" y="16"/>
                      <a:pt x="9785" y="26"/>
                      <a:pt x="9650" y="34"/>
                    </a:cubicBezTo>
                    <a:cubicBezTo>
                      <a:pt x="9508" y="116"/>
                      <a:pt x="9375" y="209"/>
                      <a:pt x="9249" y="301"/>
                    </a:cubicBezTo>
                    <a:cubicBezTo>
                      <a:pt x="9233" y="327"/>
                      <a:pt x="9215" y="351"/>
                      <a:pt x="9191" y="393"/>
                    </a:cubicBezTo>
                    <a:cubicBezTo>
                      <a:pt x="9033" y="527"/>
                      <a:pt x="8948" y="594"/>
                      <a:pt x="8782" y="728"/>
                    </a:cubicBezTo>
                    <a:cubicBezTo>
                      <a:pt x="8740" y="736"/>
                      <a:pt x="8724" y="736"/>
                      <a:pt x="8690" y="736"/>
                    </a:cubicBezTo>
                    <a:cubicBezTo>
                      <a:pt x="8674" y="786"/>
                      <a:pt x="8655" y="802"/>
                      <a:pt x="8639" y="852"/>
                    </a:cubicBezTo>
                    <a:cubicBezTo>
                      <a:pt x="8563" y="860"/>
                      <a:pt x="8513" y="860"/>
                      <a:pt x="8455" y="860"/>
                    </a:cubicBezTo>
                    <a:cubicBezTo>
                      <a:pt x="3993" y="4195"/>
                      <a:pt x="869" y="9209"/>
                      <a:pt x="0" y="14956"/>
                    </a:cubicBezTo>
                    <a:cubicBezTo>
                      <a:pt x="82" y="14916"/>
                      <a:pt x="151" y="14882"/>
                      <a:pt x="251" y="14832"/>
                    </a:cubicBezTo>
                    <a:cubicBezTo>
                      <a:pt x="351" y="14774"/>
                      <a:pt x="401" y="14748"/>
                      <a:pt x="502" y="14689"/>
                    </a:cubicBezTo>
                    <a:cubicBezTo>
                      <a:pt x="610" y="14615"/>
                      <a:pt x="660" y="14581"/>
                      <a:pt x="768" y="14497"/>
                    </a:cubicBezTo>
                    <a:cubicBezTo>
                      <a:pt x="1043" y="14314"/>
                      <a:pt x="1177" y="14222"/>
                      <a:pt x="1462" y="14038"/>
                    </a:cubicBezTo>
                    <a:cubicBezTo>
                      <a:pt x="1705" y="13829"/>
                      <a:pt x="1829" y="13729"/>
                      <a:pt x="2088" y="13528"/>
                    </a:cubicBezTo>
                    <a:cubicBezTo>
                      <a:pt x="2230" y="13394"/>
                      <a:pt x="2296" y="13328"/>
                      <a:pt x="2439" y="13193"/>
                    </a:cubicBezTo>
                    <a:cubicBezTo>
                      <a:pt x="2573" y="13135"/>
                      <a:pt x="2639" y="13111"/>
                      <a:pt x="2774" y="13051"/>
                    </a:cubicBezTo>
                    <a:cubicBezTo>
                      <a:pt x="2882" y="13019"/>
                      <a:pt x="2940" y="13001"/>
                      <a:pt x="3058" y="12961"/>
                    </a:cubicBezTo>
                    <a:lnTo>
                      <a:pt x="3433" y="12710"/>
                    </a:lnTo>
                    <a:cubicBezTo>
                      <a:pt x="3610" y="12600"/>
                      <a:pt x="3692" y="12550"/>
                      <a:pt x="3869" y="12441"/>
                    </a:cubicBezTo>
                    <a:cubicBezTo>
                      <a:pt x="4019" y="12359"/>
                      <a:pt x="4093" y="12317"/>
                      <a:pt x="4244" y="12241"/>
                    </a:cubicBezTo>
                    <a:cubicBezTo>
                      <a:pt x="4362" y="12217"/>
                      <a:pt x="4420" y="12199"/>
                      <a:pt x="4536" y="12175"/>
                    </a:cubicBezTo>
                    <a:cubicBezTo>
                      <a:pt x="4587" y="12167"/>
                      <a:pt x="4613" y="12167"/>
                      <a:pt x="4663" y="12167"/>
                    </a:cubicBezTo>
                    <a:lnTo>
                      <a:pt x="4663" y="12241"/>
                    </a:lnTo>
                    <a:cubicBezTo>
                      <a:pt x="4863" y="12149"/>
                      <a:pt x="4972" y="12099"/>
                      <a:pt x="5180" y="12008"/>
                    </a:cubicBezTo>
                    <a:cubicBezTo>
                      <a:pt x="5264" y="11990"/>
                      <a:pt x="5315" y="11982"/>
                      <a:pt x="5405" y="11966"/>
                    </a:cubicBezTo>
                    <a:cubicBezTo>
                      <a:pt x="5589" y="11858"/>
                      <a:pt x="5682" y="11798"/>
                      <a:pt x="5874" y="11681"/>
                    </a:cubicBezTo>
                    <a:cubicBezTo>
                      <a:pt x="6006" y="11631"/>
                      <a:pt x="6075" y="11607"/>
                      <a:pt x="6217" y="11547"/>
                    </a:cubicBezTo>
                    <a:cubicBezTo>
                      <a:pt x="6267" y="11473"/>
                      <a:pt x="6291" y="11431"/>
                      <a:pt x="6341" y="11357"/>
                    </a:cubicBezTo>
                    <a:cubicBezTo>
                      <a:pt x="6550" y="11222"/>
                      <a:pt x="6650" y="11156"/>
                      <a:pt x="6859" y="11022"/>
                    </a:cubicBezTo>
                    <a:cubicBezTo>
                      <a:pt x="6993" y="11064"/>
                      <a:pt x="7051" y="11080"/>
                      <a:pt x="7186" y="11122"/>
                    </a:cubicBezTo>
                    <a:cubicBezTo>
                      <a:pt x="7202" y="11196"/>
                      <a:pt x="7202" y="11230"/>
                      <a:pt x="7220" y="11306"/>
                    </a:cubicBezTo>
                    <a:cubicBezTo>
                      <a:pt x="7202" y="11357"/>
                      <a:pt x="7202" y="11389"/>
                      <a:pt x="7186" y="11447"/>
                    </a:cubicBezTo>
                    <a:cubicBezTo>
                      <a:pt x="7051" y="11573"/>
                      <a:pt x="6985" y="11639"/>
                      <a:pt x="6851" y="11766"/>
                    </a:cubicBezTo>
                    <a:cubicBezTo>
                      <a:pt x="6768" y="11874"/>
                      <a:pt x="6726" y="11924"/>
                      <a:pt x="6650" y="12032"/>
                    </a:cubicBezTo>
                    <a:cubicBezTo>
                      <a:pt x="6550" y="12141"/>
                      <a:pt x="6508" y="12199"/>
                      <a:pt x="6407" y="12317"/>
                    </a:cubicBezTo>
                    <a:cubicBezTo>
                      <a:pt x="6375" y="12383"/>
                      <a:pt x="6357" y="12417"/>
                      <a:pt x="6325" y="12484"/>
                    </a:cubicBezTo>
                    <a:cubicBezTo>
                      <a:pt x="6299" y="12576"/>
                      <a:pt x="6291" y="12618"/>
                      <a:pt x="6275" y="12718"/>
                    </a:cubicBezTo>
                    <a:cubicBezTo>
                      <a:pt x="6375" y="12660"/>
                      <a:pt x="6434" y="12634"/>
                      <a:pt x="6542" y="12584"/>
                    </a:cubicBezTo>
                    <a:lnTo>
                      <a:pt x="6542" y="12584"/>
                    </a:lnTo>
                    <a:cubicBezTo>
                      <a:pt x="6407" y="12760"/>
                      <a:pt x="6341" y="12843"/>
                      <a:pt x="6207" y="13019"/>
                    </a:cubicBezTo>
                    <a:cubicBezTo>
                      <a:pt x="6307" y="13061"/>
                      <a:pt x="6349" y="13077"/>
                      <a:pt x="6450" y="13111"/>
                    </a:cubicBezTo>
                    <a:cubicBezTo>
                      <a:pt x="6784" y="13061"/>
                      <a:pt x="6959" y="13035"/>
                      <a:pt x="7302" y="12985"/>
                    </a:cubicBezTo>
                    <a:cubicBezTo>
                      <a:pt x="7510" y="12977"/>
                      <a:pt x="7611" y="12969"/>
                      <a:pt x="7821" y="12951"/>
                    </a:cubicBezTo>
                    <a:cubicBezTo>
                      <a:pt x="7946" y="12961"/>
                      <a:pt x="8012" y="12969"/>
                      <a:pt x="8138" y="12977"/>
                    </a:cubicBezTo>
                    <a:cubicBezTo>
                      <a:pt x="8613" y="12800"/>
                      <a:pt x="9091" y="12626"/>
                      <a:pt x="9576" y="12468"/>
                    </a:cubicBezTo>
                    <a:cubicBezTo>
                      <a:pt x="9785" y="12425"/>
                      <a:pt x="9893" y="12409"/>
                      <a:pt x="10109" y="12375"/>
                    </a:cubicBezTo>
                    <a:cubicBezTo>
                      <a:pt x="10168" y="12441"/>
                      <a:pt x="10202" y="12476"/>
                      <a:pt x="10260" y="12534"/>
                    </a:cubicBezTo>
                    <a:cubicBezTo>
                      <a:pt x="10294" y="12634"/>
                      <a:pt x="10310" y="12684"/>
                      <a:pt x="10352" y="12776"/>
                    </a:cubicBezTo>
                    <a:cubicBezTo>
                      <a:pt x="10360" y="12877"/>
                      <a:pt x="10368" y="12927"/>
                      <a:pt x="10386" y="13035"/>
                    </a:cubicBezTo>
                    <a:cubicBezTo>
                      <a:pt x="10402" y="13101"/>
                      <a:pt x="10402" y="13135"/>
                      <a:pt x="10418" y="13212"/>
                    </a:cubicBezTo>
                    <a:cubicBezTo>
                      <a:pt x="10468" y="13262"/>
                      <a:pt x="10494" y="13294"/>
                      <a:pt x="10545" y="13344"/>
                    </a:cubicBezTo>
                    <a:cubicBezTo>
                      <a:pt x="10468" y="13444"/>
                      <a:pt x="10436" y="13494"/>
                      <a:pt x="10360" y="13587"/>
                    </a:cubicBezTo>
                    <a:cubicBezTo>
                      <a:pt x="10394" y="13595"/>
                      <a:pt x="10410" y="13595"/>
                      <a:pt x="10444" y="13603"/>
                    </a:cubicBezTo>
                    <a:cubicBezTo>
                      <a:pt x="10510" y="13587"/>
                      <a:pt x="10545" y="13579"/>
                      <a:pt x="10611" y="13562"/>
                    </a:cubicBezTo>
                    <a:lnTo>
                      <a:pt x="10611" y="13562"/>
                    </a:lnTo>
                    <a:cubicBezTo>
                      <a:pt x="10587" y="13595"/>
                      <a:pt x="10579" y="13621"/>
                      <a:pt x="10553" y="13653"/>
                    </a:cubicBezTo>
                    <a:cubicBezTo>
                      <a:pt x="10643" y="13637"/>
                      <a:pt x="10693" y="13629"/>
                      <a:pt x="10781" y="13614"/>
                    </a:cubicBezTo>
                    <a:lnTo>
                      <a:pt x="10781" y="13614"/>
                    </a:lnTo>
                    <a:cubicBezTo>
                      <a:pt x="10783" y="13610"/>
                      <a:pt x="10785" y="13606"/>
                      <a:pt x="10787" y="13603"/>
                    </a:cubicBezTo>
                    <a:cubicBezTo>
                      <a:pt x="10879" y="13552"/>
                      <a:pt x="10930" y="13528"/>
                      <a:pt x="11030" y="13478"/>
                    </a:cubicBezTo>
                    <a:cubicBezTo>
                      <a:pt x="11054" y="13512"/>
                      <a:pt x="11062" y="13528"/>
                      <a:pt x="11088" y="13570"/>
                    </a:cubicBezTo>
                    <a:cubicBezTo>
                      <a:pt x="11120" y="13587"/>
                      <a:pt x="11138" y="13603"/>
                      <a:pt x="11170" y="13629"/>
                    </a:cubicBezTo>
                    <a:cubicBezTo>
                      <a:pt x="11096" y="13663"/>
                      <a:pt x="11062" y="13687"/>
                      <a:pt x="10996" y="13721"/>
                    </a:cubicBezTo>
                    <a:cubicBezTo>
                      <a:pt x="10869" y="13821"/>
                      <a:pt x="10811" y="13871"/>
                      <a:pt x="10687" y="13972"/>
                    </a:cubicBezTo>
                    <a:cubicBezTo>
                      <a:pt x="10795" y="13913"/>
                      <a:pt x="10853" y="13887"/>
                      <a:pt x="10962" y="13829"/>
                    </a:cubicBezTo>
                    <a:cubicBezTo>
                      <a:pt x="11046" y="13813"/>
                      <a:pt x="11088" y="13803"/>
                      <a:pt x="11170" y="13795"/>
                    </a:cubicBezTo>
                    <a:lnTo>
                      <a:pt x="11170" y="13795"/>
                    </a:lnTo>
                    <a:cubicBezTo>
                      <a:pt x="11080" y="13853"/>
                      <a:pt x="11030" y="13887"/>
                      <a:pt x="10930" y="13954"/>
                    </a:cubicBezTo>
                    <a:cubicBezTo>
                      <a:pt x="10980" y="13945"/>
                      <a:pt x="10996" y="13945"/>
                      <a:pt x="11046" y="13937"/>
                    </a:cubicBezTo>
                    <a:lnTo>
                      <a:pt x="11046" y="13937"/>
                    </a:lnTo>
                    <a:cubicBezTo>
                      <a:pt x="11030" y="13954"/>
                      <a:pt x="11030" y="13964"/>
                      <a:pt x="11012" y="13988"/>
                    </a:cubicBezTo>
                    <a:cubicBezTo>
                      <a:pt x="11062" y="13980"/>
                      <a:pt x="11080" y="13980"/>
                      <a:pt x="11120" y="13972"/>
                    </a:cubicBezTo>
                    <a:cubicBezTo>
                      <a:pt x="11238" y="13929"/>
                      <a:pt x="11297" y="13903"/>
                      <a:pt x="11405" y="13871"/>
                    </a:cubicBezTo>
                    <a:cubicBezTo>
                      <a:pt x="11431" y="13895"/>
                      <a:pt x="11447" y="13903"/>
                      <a:pt x="11471" y="13937"/>
                    </a:cubicBezTo>
                    <a:cubicBezTo>
                      <a:pt x="11531" y="13879"/>
                      <a:pt x="11555" y="13845"/>
                      <a:pt x="11605" y="13787"/>
                    </a:cubicBezTo>
                    <a:cubicBezTo>
                      <a:pt x="11682" y="13779"/>
                      <a:pt x="11722" y="13771"/>
                      <a:pt x="11798" y="13763"/>
                    </a:cubicBezTo>
                    <a:lnTo>
                      <a:pt x="11798" y="13763"/>
                    </a:lnTo>
                    <a:cubicBezTo>
                      <a:pt x="11706" y="13829"/>
                      <a:pt x="11664" y="13853"/>
                      <a:pt x="11571" y="13921"/>
                    </a:cubicBezTo>
                    <a:cubicBezTo>
                      <a:pt x="11840" y="13837"/>
                      <a:pt x="11972" y="13795"/>
                      <a:pt x="12249" y="13713"/>
                    </a:cubicBezTo>
                    <a:lnTo>
                      <a:pt x="12249" y="13713"/>
                    </a:lnTo>
                    <a:cubicBezTo>
                      <a:pt x="12083" y="13787"/>
                      <a:pt x="12007" y="13829"/>
                      <a:pt x="11840" y="13903"/>
                    </a:cubicBezTo>
                    <a:cubicBezTo>
                      <a:pt x="12033" y="13845"/>
                      <a:pt x="12123" y="13821"/>
                      <a:pt x="12307" y="13771"/>
                    </a:cubicBezTo>
                    <a:cubicBezTo>
                      <a:pt x="12384" y="13737"/>
                      <a:pt x="12424" y="13729"/>
                      <a:pt x="12500" y="13695"/>
                    </a:cubicBezTo>
                    <a:cubicBezTo>
                      <a:pt x="12574" y="13653"/>
                      <a:pt x="12608" y="13629"/>
                      <a:pt x="12684" y="13579"/>
                    </a:cubicBezTo>
                    <a:cubicBezTo>
                      <a:pt x="12785" y="13562"/>
                      <a:pt x="12835" y="13562"/>
                      <a:pt x="12935" y="13544"/>
                    </a:cubicBezTo>
                    <a:cubicBezTo>
                      <a:pt x="13035" y="13520"/>
                      <a:pt x="13085" y="13502"/>
                      <a:pt x="13176" y="13486"/>
                    </a:cubicBezTo>
                    <a:cubicBezTo>
                      <a:pt x="13268" y="13428"/>
                      <a:pt x="13310" y="13402"/>
                      <a:pt x="13402" y="13344"/>
                    </a:cubicBezTo>
                    <a:cubicBezTo>
                      <a:pt x="13553" y="13302"/>
                      <a:pt x="13637" y="13278"/>
                      <a:pt x="13795" y="13228"/>
                    </a:cubicBezTo>
                    <a:cubicBezTo>
                      <a:pt x="13827" y="13201"/>
                      <a:pt x="13845" y="13185"/>
                      <a:pt x="13878" y="13161"/>
                    </a:cubicBezTo>
                    <a:cubicBezTo>
                      <a:pt x="14046" y="13061"/>
                      <a:pt x="14138" y="13019"/>
                      <a:pt x="14305" y="12927"/>
                    </a:cubicBezTo>
                    <a:cubicBezTo>
                      <a:pt x="14389" y="12869"/>
                      <a:pt x="14429" y="12835"/>
                      <a:pt x="14513" y="12776"/>
                    </a:cubicBezTo>
                    <a:lnTo>
                      <a:pt x="14513" y="12776"/>
                    </a:lnTo>
                    <a:cubicBezTo>
                      <a:pt x="14279" y="12851"/>
                      <a:pt x="14162" y="12893"/>
                      <a:pt x="13938" y="12977"/>
                    </a:cubicBezTo>
                    <a:cubicBezTo>
                      <a:pt x="13653" y="13043"/>
                      <a:pt x="13511" y="13077"/>
                      <a:pt x="13244" y="13143"/>
                    </a:cubicBezTo>
                    <a:cubicBezTo>
                      <a:pt x="13286" y="13111"/>
                      <a:pt x="13326" y="13077"/>
                      <a:pt x="13386" y="13035"/>
                    </a:cubicBezTo>
                    <a:lnTo>
                      <a:pt x="13386" y="13035"/>
                    </a:lnTo>
                    <a:cubicBezTo>
                      <a:pt x="13286" y="13043"/>
                      <a:pt x="13236" y="13051"/>
                      <a:pt x="13136" y="13069"/>
                    </a:cubicBezTo>
                    <a:cubicBezTo>
                      <a:pt x="13136" y="13035"/>
                      <a:pt x="13126" y="13019"/>
                      <a:pt x="13117" y="12985"/>
                    </a:cubicBezTo>
                    <a:cubicBezTo>
                      <a:pt x="13202" y="12919"/>
                      <a:pt x="13244" y="12885"/>
                      <a:pt x="13326" y="12810"/>
                    </a:cubicBezTo>
                    <a:cubicBezTo>
                      <a:pt x="13402" y="12750"/>
                      <a:pt x="13444" y="12718"/>
                      <a:pt x="13519" y="12650"/>
                    </a:cubicBezTo>
                    <a:lnTo>
                      <a:pt x="13519" y="12650"/>
                    </a:lnTo>
                    <a:cubicBezTo>
                      <a:pt x="13286" y="12684"/>
                      <a:pt x="13176" y="12700"/>
                      <a:pt x="12951" y="12742"/>
                    </a:cubicBezTo>
                    <a:cubicBezTo>
                      <a:pt x="13144" y="12618"/>
                      <a:pt x="13236" y="12560"/>
                      <a:pt x="13426" y="12441"/>
                    </a:cubicBezTo>
                    <a:lnTo>
                      <a:pt x="13637" y="12233"/>
                    </a:lnTo>
                    <a:lnTo>
                      <a:pt x="13637" y="12233"/>
                    </a:lnTo>
                    <a:cubicBezTo>
                      <a:pt x="13595" y="12249"/>
                      <a:pt x="13569" y="12249"/>
                      <a:pt x="13527" y="12267"/>
                    </a:cubicBezTo>
                    <a:cubicBezTo>
                      <a:pt x="13653" y="12209"/>
                      <a:pt x="13719" y="12175"/>
                      <a:pt x="13845" y="12125"/>
                    </a:cubicBezTo>
                    <a:lnTo>
                      <a:pt x="13845" y="12125"/>
                    </a:lnTo>
                    <a:cubicBezTo>
                      <a:pt x="13637" y="12191"/>
                      <a:pt x="13537" y="12233"/>
                      <a:pt x="13336" y="12309"/>
                    </a:cubicBezTo>
                    <a:cubicBezTo>
                      <a:pt x="13495" y="12225"/>
                      <a:pt x="13569" y="12183"/>
                      <a:pt x="13727" y="12099"/>
                    </a:cubicBezTo>
                    <a:cubicBezTo>
                      <a:pt x="13870" y="11998"/>
                      <a:pt x="13946" y="11940"/>
                      <a:pt x="14088" y="11840"/>
                    </a:cubicBezTo>
                    <a:cubicBezTo>
                      <a:pt x="14579" y="11597"/>
                      <a:pt x="15073" y="11373"/>
                      <a:pt x="15574" y="11138"/>
                    </a:cubicBezTo>
                    <a:cubicBezTo>
                      <a:pt x="15616" y="11106"/>
                      <a:pt x="15632" y="11088"/>
                      <a:pt x="15666" y="11064"/>
                    </a:cubicBezTo>
                    <a:lnTo>
                      <a:pt x="15666" y="11064"/>
                    </a:lnTo>
                    <a:cubicBezTo>
                      <a:pt x="15600" y="11080"/>
                      <a:pt x="15558" y="11088"/>
                      <a:pt x="15492" y="11114"/>
                    </a:cubicBezTo>
                    <a:cubicBezTo>
                      <a:pt x="15474" y="11106"/>
                      <a:pt x="15474" y="11106"/>
                      <a:pt x="15458" y="11096"/>
                    </a:cubicBezTo>
                    <a:cubicBezTo>
                      <a:pt x="15366" y="11114"/>
                      <a:pt x="15315" y="11122"/>
                      <a:pt x="15223" y="11146"/>
                    </a:cubicBezTo>
                    <a:cubicBezTo>
                      <a:pt x="15149" y="11164"/>
                      <a:pt x="15107" y="11180"/>
                      <a:pt x="15041" y="11196"/>
                    </a:cubicBezTo>
                    <a:cubicBezTo>
                      <a:pt x="15682" y="10895"/>
                      <a:pt x="16334" y="10613"/>
                      <a:pt x="17004" y="10336"/>
                    </a:cubicBezTo>
                    <a:cubicBezTo>
                      <a:pt x="17020" y="10320"/>
                      <a:pt x="17036" y="10312"/>
                      <a:pt x="17062" y="10286"/>
                    </a:cubicBezTo>
                    <a:cubicBezTo>
                      <a:pt x="17162" y="10236"/>
                      <a:pt x="17212" y="10211"/>
                      <a:pt x="17313" y="10153"/>
                    </a:cubicBezTo>
                    <a:cubicBezTo>
                      <a:pt x="17371" y="10143"/>
                      <a:pt x="17405" y="10135"/>
                      <a:pt x="17463" y="10119"/>
                    </a:cubicBezTo>
                    <a:cubicBezTo>
                      <a:pt x="17563" y="10069"/>
                      <a:pt x="17606" y="10043"/>
                      <a:pt x="17698" y="9985"/>
                    </a:cubicBezTo>
                    <a:cubicBezTo>
                      <a:pt x="17848" y="9903"/>
                      <a:pt x="17922" y="9852"/>
                      <a:pt x="18073" y="9768"/>
                    </a:cubicBezTo>
                    <a:cubicBezTo>
                      <a:pt x="18057" y="9742"/>
                      <a:pt x="18049" y="9734"/>
                      <a:pt x="18023" y="9710"/>
                    </a:cubicBezTo>
                    <a:cubicBezTo>
                      <a:pt x="18157" y="9610"/>
                      <a:pt x="18223" y="9560"/>
                      <a:pt x="18358" y="9467"/>
                    </a:cubicBezTo>
                    <a:cubicBezTo>
                      <a:pt x="18650" y="9341"/>
                      <a:pt x="18791" y="9283"/>
                      <a:pt x="19084" y="9167"/>
                    </a:cubicBezTo>
                    <a:cubicBezTo>
                      <a:pt x="19276" y="9082"/>
                      <a:pt x="19368" y="9040"/>
                      <a:pt x="19561" y="8966"/>
                    </a:cubicBezTo>
                    <a:cubicBezTo>
                      <a:pt x="19844" y="8882"/>
                      <a:pt x="19986" y="8840"/>
                      <a:pt x="20279" y="8766"/>
                    </a:cubicBezTo>
                    <a:cubicBezTo>
                      <a:pt x="20421" y="8681"/>
                      <a:pt x="20495" y="8639"/>
                      <a:pt x="20638" y="8557"/>
                    </a:cubicBezTo>
                    <a:cubicBezTo>
                      <a:pt x="20772" y="8457"/>
                      <a:pt x="20838" y="8407"/>
                      <a:pt x="20973" y="8306"/>
                    </a:cubicBezTo>
                    <a:cubicBezTo>
                      <a:pt x="20981" y="8264"/>
                      <a:pt x="20981" y="8248"/>
                      <a:pt x="20981" y="8214"/>
                    </a:cubicBezTo>
                    <a:cubicBezTo>
                      <a:pt x="21047" y="8156"/>
                      <a:pt x="21073" y="8122"/>
                      <a:pt x="21139" y="8072"/>
                    </a:cubicBezTo>
                    <a:cubicBezTo>
                      <a:pt x="21147" y="7963"/>
                      <a:pt x="21157" y="7905"/>
                      <a:pt x="21165" y="7797"/>
                    </a:cubicBezTo>
                    <a:cubicBezTo>
                      <a:pt x="21239" y="7705"/>
                      <a:pt x="21273" y="7655"/>
                      <a:pt x="21348" y="7562"/>
                    </a:cubicBezTo>
                    <a:lnTo>
                      <a:pt x="21725" y="7312"/>
                    </a:lnTo>
                    <a:cubicBezTo>
                      <a:pt x="21959" y="7203"/>
                      <a:pt x="22068" y="7145"/>
                      <a:pt x="22300" y="7035"/>
                    </a:cubicBezTo>
                    <a:cubicBezTo>
                      <a:pt x="22292" y="6868"/>
                      <a:pt x="22292" y="6794"/>
                      <a:pt x="22284" y="6626"/>
                    </a:cubicBezTo>
                    <a:cubicBezTo>
                      <a:pt x="22092" y="6644"/>
                      <a:pt x="21999" y="6652"/>
                      <a:pt x="21809" y="6668"/>
                    </a:cubicBezTo>
                    <a:cubicBezTo>
                      <a:pt x="21598" y="6676"/>
                      <a:pt x="21498" y="6676"/>
                      <a:pt x="21289" y="6676"/>
                    </a:cubicBezTo>
                    <a:cubicBezTo>
                      <a:pt x="21031" y="6684"/>
                      <a:pt x="20896" y="6684"/>
                      <a:pt x="20638" y="6694"/>
                    </a:cubicBezTo>
                    <a:cubicBezTo>
                      <a:pt x="20263" y="6768"/>
                      <a:pt x="20078" y="6802"/>
                      <a:pt x="19703" y="6885"/>
                    </a:cubicBezTo>
                    <a:cubicBezTo>
                      <a:pt x="19535" y="6919"/>
                      <a:pt x="19453" y="6927"/>
                      <a:pt x="19284" y="6969"/>
                    </a:cubicBezTo>
                    <a:cubicBezTo>
                      <a:pt x="19202" y="6995"/>
                      <a:pt x="19160" y="7011"/>
                      <a:pt x="19067" y="7045"/>
                    </a:cubicBezTo>
                    <a:cubicBezTo>
                      <a:pt x="18933" y="7035"/>
                      <a:pt x="18875" y="7035"/>
                      <a:pt x="18741" y="7027"/>
                    </a:cubicBezTo>
                    <a:cubicBezTo>
                      <a:pt x="18466" y="7069"/>
                      <a:pt x="18332" y="7095"/>
                      <a:pt x="18057" y="7145"/>
                    </a:cubicBezTo>
                    <a:cubicBezTo>
                      <a:pt x="17888" y="7185"/>
                      <a:pt x="17806" y="7203"/>
                      <a:pt x="17638" y="7245"/>
                    </a:cubicBezTo>
                    <a:cubicBezTo>
                      <a:pt x="17555" y="7296"/>
                      <a:pt x="17513" y="7312"/>
                      <a:pt x="17429" y="7354"/>
                    </a:cubicBezTo>
                    <a:cubicBezTo>
                      <a:pt x="17421" y="7328"/>
                      <a:pt x="17421" y="7320"/>
                      <a:pt x="17413" y="7296"/>
                    </a:cubicBezTo>
                    <a:cubicBezTo>
                      <a:pt x="17229" y="7320"/>
                      <a:pt x="17136" y="7336"/>
                      <a:pt x="16954" y="7370"/>
                    </a:cubicBezTo>
                    <a:cubicBezTo>
                      <a:pt x="16954" y="7378"/>
                      <a:pt x="16962" y="7378"/>
                      <a:pt x="16962" y="7396"/>
                    </a:cubicBezTo>
                    <a:cubicBezTo>
                      <a:pt x="16878" y="7412"/>
                      <a:pt x="16835" y="7428"/>
                      <a:pt x="16761" y="7454"/>
                    </a:cubicBezTo>
                    <a:cubicBezTo>
                      <a:pt x="16695" y="7478"/>
                      <a:pt x="16661" y="7496"/>
                      <a:pt x="16595" y="7528"/>
                    </a:cubicBezTo>
                    <a:cubicBezTo>
                      <a:pt x="16527" y="7536"/>
                      <a:pt x="16495" y="7546"/>
                      <a:pt x="16426" y="7562"/>
                    </a:cubicBezTo>
                    <a:cubicBezTo>
                      <a:pt x="16561" y="7496"/>
                      <a:pt x="16627" y="7462"/>
                      <a:pt x="16761" y="7404"/>
                    </a:cubicBezTo>
                    <a:cubicBezTo>
                      <a:pt x="16795" y="7346"/>
                      <a:pt x="16803" y="7320"/>
                      <a:pt x="16835" y="7262"/>
                    </a:cubicBezTo>
                    <a:cubicBezTo>
                      <a:pt x="16653" y="7227"/>
                      <a:pt x="16561" y="7211"/>
                      <a:pt x="16384" y="7185"/>
                    </a:cubicBezTo>
                    <a:cubicBezTo>
                      <a:pt x="15825" y="7245"/>
                      <a:pt x="15550" y="7286"/>
                      <a:pt x="15007" y="7362"/>
                    </a:cubicBezTo>
                    <a:cubicBezTo>
                      <a:pt x="14622" y="7486"/>
                      <a:pt x="14421" y="7554"/>
                      <a:pt x="14038" y="7679"/>
                    </a:cubicBezTo>
                    <a:cubicBezTo>
                      <a:pt x="13827" y="7713"/>
                      <a:pt x="13727" y="7721"/>
                      <a:pt x="13519" y="7755"/>
                    </a:cubicBezTo>
                    <a:cubicBezTo>
                      <a:pt x="13244" y="7813"/>
                      <a:pt x="13101" y="7837"/>
                      <a:pt x="12825" y="7905"/>
                    </a:cubicBezTo>
                    <a:cubicBezTo>
                      <a:pt x="12658" y="7921"/>
                      <a:pt x="12574" y="7937"/>
                      <a:pt x="12416" y="7955"/>
                    </a:cubicBezTo>
                    <a:cubicBezTo>
                      <a:pt x="12291" y="7987"/>
                      <a:pt x="12223" y="8006"/>
                      <a:pt x="12099" y="8038"/>
                    </a:cubicBezTo>
                    <a:cubicBezTo>
                      <a:pt x="12141" y="8006"/>
                      <a:pt x="12157" y="7987"/>
                      <a:pt x="12199" y="7963"/>
                    </a:cubicBezTo>
                    <a:lnTo>
                      <a:pt x="12199" y="7963"/>
                    </a:lnTo>
                    <a:cubicBezTo>
                      <a:pt x="11982" y="8038"/>
                      <a:pt x="11872" y="8072"/>
                      <a:pt x="11656" y="8148"/>
                    </a:cubicBezTo>
                    <a:cubicBezTo>
                      <a:pt x="11605" y="8180"/>
                      <a:pt x="11581" y="8198"/>
                      <a:pt x="11531" y="8222"/>
                    </a:cubicBezTo>
                    <a:cubicBezTo>
                      <a:pt x="11447" y="8280"/>
                      <a:pt x="11405" y="8314"/>
                      <a:pt x="11321" y="8373"/>
                    </a:cubicBezTo>
                    <a:cubicBezTo>
                      <a:pt x="11196" y="8423"/>
                      <a:pt x="11130" y="8457"/>
                      <a:pt x="11004" y="8507"/>
                    </a:cubicBezTo>
                    <a:cubicBezTo>
                      <a:pt x="10829" y="8581"/>
                      <a:pt x="10737" y="8623"/>
                      <a:pt x="10561" y="8699"/>
                    </a:cubicBezTo>
                    <a:cubicBezTo>
                      <a:pt x="10436" y="8766"/>
                      <a:pt x="10368" y="8790"/>
                      <a:pt x="10236" y="8858"/>
                    </a:cubicBezTo>
                    <a:cubicBezTo>
                      <a:pt x="10186" y="8850"/>
                      <a:pt x="10168" y="8850"/>
                      <a:pt x="10117" y="8840"/>
                    </a:cubicBezTo>
                    <a:cubicBezTo>
                      <a:pt x="9993" y="8890"/>
                      <a:pt x="9927" y="8916"/>
                      <a:pt x="9801" y="8966"/>
                    </a:cubicBezTo>
                    <a:cubicBezTo>
                      <a:pt x="9708" y="8982"/>
                      <a:pt x="9666" y="8990"/>
                      <a:pt x="9576" y="9008"/>
                    </a:cubicBezTo>
                    <a:cubicBezTo>
                      <a:pt x="9466" y="9100"/>
                      <a:pt x="9408" y="9151"/>
                      <a:pt x="9299" y="9251"/>
                    </a:cubicBezTo>
                    <a:cubicBezTo>
                      <a:pt x="9183" y="9291"/>
                      <a:pt x="9133" y="9317"/>
                      <a:pt x="9014" y="9367"/>
                    </a:cubicBezTo>
                    <a:cubicBezTo>
                      <a:pt x="9024" y="9317"/>
                      <a:pt x="9024" y="9301"/>
                      <a:pt x="9033" y="9259"/>
                    </a:cubicBezTo>
                    <a:lnTo>
                      <a:pt x="9033" y="9259"/>
                    </a:lnTo>
                    <a:cubicBezTo>
                      <a:pt x="8914" y="9333"/>
                      <a:pt x="8856" y="9375"/>
                      <a:pt x="8740" y="9451"/>
                    </a:cubicBezTo>
                    <a:cubicBezTo>
                      <a:pt x="8473" y="9642"/>
                      <a:pt x="8339" y="9742"/>
                      <a:pt x="8072" y="9935"/>
                    </a:cubicBezTo>
                    <a:cubicBezTo>
                      <a:pt x="7954" y="10019"/>
                      <a:pt x="7895" y="10061"/>
                      <a:pt x="7787" y="10143"/>
                    </a:cubicBezTo>
                    <a:cubicBezTo>
                      <a:pt x="7737" y="10219"/>
                      <a:pt x="7711" y="10262"/>
                      <a:pt x="7661" y="10336"/>
                    </a:cubicBezTo>
                    <a:cubicBezTo>
                      <a:pt x="7528" y="10486"/>
                      <a:pt x="7460" y="10554"/>
                      <a:pt x="7336" y="10705"/>
                    </a:cubicBezTo>
                    <a:cubicBezTo>
                      <a:pt x="6977" y="10863"/>
                      <a:pt x="6792" y="10945"/>
                      <a:pt x="6442" y="11114"/>
                    </a:cubicBezTo>
                    <a:cubicBezTo>
                      <a:pt x="6275" y="11246"/>
                      <a:pt x="6191" y="11314"/>
                      <a:pt x="6024" y="11457"/>
                    </a:cubicBezTo>
                    <a:cubicBezTo>
                      <a:pt x="5824" y="11539"/>
                      <a:pt x="5724" y="11581"/>
                      <a:pt x="5523" y="11673"/>
                    </a:cubicBezTo>
                    <a:cubicBezTo>
                      <a:pt x="5455" y="11539"/>
                      <a:pt x="5431" y="11481"/>
                      <a:pt x="5365" y="11347"/>
                    </a:cubicBezTo>
                    <a:cubicBezTo>
                      <a:pt x="5389" y="11238"/>
                      <a:pt x="5397" y="11180"/>
                      <a:pt x="5423" y="11064"/>
                    </a:cubicBezTo>
                    <a:lnTo>
                      <a:pt x="5423" y="11064"/>
                    </a:lnTo>
                    <a:cubicBezTo>
                      <a:pt x="5355" y="11088"/>
                      <a:pt x="5323" y="11106"/>
                      <a:pt x="5264" y="11130"/>
                    </a:cubicBezTo>
                    <a:cubicBezTo>
                      <a:pt x="5104" y="11214"/>
                      <a:pt x="5030" y="11246"/>
                      <a:pt x="4879" y="11330"/>
                    </a:cubicBezTo>
                    <a:cubicBezTo>
                      <a:pt x="4663" y="11481"/>
                      <a:pt x="4552" y="11557"/>
                      <a:pt x="4344" y="11707"/>
                    </a:cubicBezTo>
                    <a:cubicBezTo>
                      <a:pt x="4161" y="11832"/>
                      <a:pt x="4077" y="11898"/>
                      <a:pt x="3893" y="12024"/>
                    </a:cubicBezTo>
                    <a:cubicBezTo>
                      <a:pt x="3935" y="11958"/>
                      <a:pt x="3961" y="11924"/>
                      <a:pt x="4001" y="11858"/>
                    </a:cubicBezTo>
                    <a:cubicBezTo>
                      <a:pt x="4011" y="11774"/>
                      <a:pt x="4011" y="11740"/>
                      <a:pt x="4019" y="11657"/>
                    </a:cubicBezTo>
                    <a:cubicBezTo>
                      <a:pt x="4093" y="11565"/>
                      <a:pt x="4135" y="11523"/>
                      <a:pt x="4202" y="11431"/>
                    </a:cubicBezTo>
                    <a:cubicBezTo>
                      <a:pt x="4244" y="11306"/>
                      <a:pt x="4270" y="11246"/>
                      <a:pt x="4312" y="11122"/>
                    </a:cubicBezTo>
                    <a:cubicBezTo>
                      <a:pt x="4328" y="11038"/>
                      <a:pt x="4336" y="10988"/>
                      <a:pt x="4352" y="10905"/>
                    </a:cubicBezTo>
                    <a:lnTo>
                      <a:pt x="4352" y="10905"/>
                    </a:lnTo>
                    <a:cubicBezTo>
                      <a:pt x="4101" y="11088"/>
                      <a:pt x="3985" y="11188"/>
                      <a:pt x="3750" y="11381"/>
                    </a:cubicBezTo>
                    <a:cubicBezTo>
                      <a:pt x="3618" y="11515"/>
                      <a:pt x="3550" y="11589"/>
                      <a:pt x="3425" y="11732"/>
                    </a:cubicBezTo>
                    <a:cubicBezTo>
                      <a:pt x="3333" y="11898"/>
                      <a:pt x="3291" y="11982"/>
                      <a:pt x="3199" y="12149"/>
                    </a:cubicBezTo>
                    <a:cubicBezTo>
                      <a:pt x="3083" y="12259"/>
                      <a:pt x="3024" y="12309"/>
                      <a:pt x="2908" y="12417"/>
                    </a:cubicBezTo>
                    <a:cubicBezTo>
                      <a:pt x="2697" y="12600"/>
                      <a:pt x="2597" y="12700"/>
                      <a:pt x="2397" y="12893"/>
                    </a:cubicBezTo>
                    <a:cubicBezTo>
                      <a:pt x="2156" y="12969"/>
                      <a:pt x="2030" y="13001"/>
                      <a:pt x="1787" y="13077"/>
                    </a:cubicBezTo>
                    <a:cubicBezTo>
                      <a:pt x="1737" y="12885"/>
                      <a:pt x="1713" y="12784"/>
                      <a:pt x="1663" y="12592"/>
                    </a:cubicBezTo>
                    <a:cubicBezTo>
                      <a:pt x="1713" y="12459"/>
                      <a:pt x="1737" y="12399"/>
                      <a:pt x="1787" y="12267"/>
                    </a:cubicBezTo>
                    <a:cubicBezTo>
                      <a:pt x="1787" y="12159"/>
                      <a:pt x="1795" y="12099"/>
                      <a:pt x="1805" y="11990"/>
                    </a:cubicBezTo>
                    <a:cubicBezTo>
                      <a:pt x="1887" y="11840"/>
                      <a:pt x="1929" y="11766"/>
                      <a:pt x="2022" y="11623"/>
                    </a:cubicBezTo>
                    <a:cubicBezTo>
                      <a:pt x="2106" y="11539"/>
                      <a:pt x="2138" y="11507"/>
                      <a:pt x="2222" y="11431"/>
                    </a:cubicBezTo>
                    <a:cubicBezTo>
                      <a:pt x="2330" y="11296"/>
                      <a:pt x="2389" y="11230"/>
                      <a:pt x="2507" y="11096"/>
                    </a:cubicBezTo>
                    <a:cubicBezTo>
                      <a:pt x="2681" y="10955"/>
                      <a:pt x="2766" y="10879"/>
                      <a:pt x="2940" y="10737"/>
                    </a:cubicBezTo>
                    <a:cubicBezTo>
                      <a:pt x="3040" y="10663"/>
                      <a:pt x="3091" y="10621"/>
                      <a:pt x="3199" y="10544"/>
                    </a:cubicBezTo>
                    <a:cubicBezTo>
                      <a:pt x="3249" y="10520"/>
                      <a:pt x="3275" y="10512"/>
                      <a:pt x="3325" y="10494"/>
                    </a:cubicBezTo>
                    <a:lnTo>
                      <a:pt x="3700" y="10244"/>
                    </a:lnTo>
                    <a:cubicBezTo>
                      <a:pt x="3818" y="10093"/>
                      <a:pt x="3877" y="10019"/>
                      <a:pt x="3993" y="9869"/>
                    </a:cubicBezTo>
                    <a:cubicBezTo>
                      <a:pt x="4202" y="9718"/>
                      <a:pt x="4312" y="9642"/>
                      <a:pt x="4528" y="9502"/>
                    </a:cubicBezTo>
                    <a:cubicBezTo>
                      <a:pt x="4653" y="9433"/>
                      <a:pt x="4713" y="9391"/>
                      <a:pt x="4829" y="9325"/>
                    </a:cubicBezTo>
                    <a:cubicBezTo>
                      <a:pt x="4929" y="9291"/>
                      <a:pt x="4980" y="9275"/>
                      <a:pt x="5080" y="9233"/>
                    </a:cubicBezTo>
                    <a:cubicBezTo>
                      <a:pt x="5214" y="9141"/>
                      <a:pt x="5288" y="9090"/>
                      <a:pt x="5423" y="9000"/>
                    </a:cubicBezTo>
                    <a:cubicBezTo>
                      <a:pt x="5515" y="9040"/>
                      <a:pt x="5555" y="9058"/>
                      <a:pt x="5647" y="9100"/>
                    </a:cubicBezTo>
                    <a:cubicBezTo>
                      <a:pt x="5856" y="9141"/>
                      <a:pt x="5966" y="9167"/>
                      <a:pt x="6183" y="9209"/>
                    </a:cubicBezTo>
                    <a:cubicBezTo>
                      <a:pt x="6249" y="9000"/>
                      <a:pt x="6283" y="8900"/>
                      <a:pt x="6349" y="8689"/>
                    </a:cubicBezTo>
                    <a:cubicBezTo>
                      <a:pt x="6317" y="8507"/>
                      <a:pt x="6299" y="8415"/>
                      <a:pt x="6267" y="8230"/>
                    </a:cubicBezTo>
                    <a:cubicBezTo>
                      <a:pt x="6442" y="8072"/>
                      <a:pt x="6534" y="7987"/>
                      <a:pt x="6708" y="7829"/>
                    </a:cubicBezTo>
                    <a:cubicBezTo>
                      <a:pt x="6885" y="7671"/>
                      <a:pt x="6977" y="7586"/>
                      <a:pt x="7151" y="7428"/>
                    </a:cubicBezTo>
                    <a:cubicBezTo>
                      <a:pt x="7486" y="7153"/>
                      <a:pt x="7653" y="7019"/>
                      <a:pt x="7988" y="6744"/>
                    </a:cubicBezTo>
                    <a:cubicBezTo>
                      <a:pt x="8022" y="6668"/>
                      <a:pt x="8038" y="6626"/>
                      <a:pt x="8062" y="6544"/>
                    </a:cubicBezTo>
                    <a:cubicBezTo>
                      <a:pt x="8054" y="6451"/>
                      <a:pt x="8054" y="6401"/>
                      <a:pt x="8046" y="6309"/>
                    </a:cubicBezTo>
                    <a:lnTo>
                      <a:pt x="8046" y="6309"/>
                    </a:lnTo>
                    <a:cubicBezTo>
                      <a:pt x="8096" y="6317"/>
                      <a:pt x="8122" y="6325"/>
                      <a:pt x="8172" y="6333"/>
                    </a:cubicBezTo>
                    <a:cubicBezTo>
                      <a:pt x="8272" y="6209"/>
                      <a:pt x="8323" y="6143"/>
                      <a:pt x="8423" y="6016"/>
                    </a:cubicBezTo>
                    <a:cubicBezTo>
                      <a:pt x="8581" y="5866"/>
                      <a:pt x="8655" y="5800"/>
                      <a:pt x="8814" y="5649"/>
                    </a:cubicBezTo>
                    <a:cubicBezTo>
                      <a:pt x="8956" y="5541"/>
                      <a:pt x="9024" y="5481"/>
                      <a:pt x="9165" y="5372"/>
                    </a:cubicBezTo>
                    <a:cubicBezTo>
                      <a:pt x="9207" y="5322"/>
                      <a:pt x="9225" y="5298"/>
                      <a:pt x="9257" y="5256"/>
                    </a:cubicBezTo>
                    <a:cubicBezTo>
                      <a:pt x="9550" y="5106"/>
                      <a:pt x="9700" y="5030"/>
                      <a:pt x="9993" y="4889"/>
                    </a:cubicBezTo>
                    <a:cubicBezTo>
                      <a:pt x="9977" y="4847"/>
                      <a:pt x="9977" y="4821"/>
                      <a:pt x="9959" y="4779"/>
                    </a:cubicBezTo>
                    <a:cubicBezTo>
                      <a:pt x="10286" y="4520"/>
                      <a:pt x="10444" y="4388"/>
                      <a:pt x="10761" y="4137"/>
                    </a:cubicBezTo>
                    <a:cubicBezTo>
                      <a:pt x="10938" y="4053"/>
                      <a:pt x="11030" y="4011"/>
                      <a:pt x="11204" y="3927"/>
                    </a:cubicBezTo>
                    <a:cubicBezTo>
                      <a:pt x="11271" y="3868"/>
                      <a:pt x="11305" y="3844"/>
                      <a:pt x="11381" y="3794"/>
                    </a:cubicBezTo>
                    <a:cubicBezTo>
                      <a:pt x="11563" y="3702"/>
                      <a:pt x="11656" y="3660"/>
                      <a:pt x="11840" y="3576"/>
                    </a:cubicBezTo>
                    <a:lnTo>
                      <a:pt x="11840" y="3576"/>
                    </a:lnTo>
                    <a:cubicBezTo>
                      <a:pt x="11698" y="3668"/>
                      <a:pt x="11631" y="3718"/>
                      <a:pt x="11489" y="3810"/>
                    </a:cubicBezTo>
                    <a:cubicBezTo>
                      <a:pt x="11555" y="3844"/>
                      <a:pt x="11589" y="3860"/>
                      <a:pt x="11664" y="3895"/>
                    </a:cubicBezTo>
                    <a:cubicBezTo>
                      <a:pt x="11872" y="3752"/>
                      <a:pt x="11982" y="3686"/>
                      <a:pt x="12199" y="3544"/>
                    </a:cubicBezTo>
                    <a:cubicBezTo>
                      <a:pt x="12516" y="3393"/>
                      <a:pt x="12674" y="3317"/>
                      <a:pt x="12993" y="3167"/>
                    </a:cubicBezTo>
                    <a:cubicBezTo>
                      <a:pt x="13101" y="3108"/>
                      <a:pt x="13152" y="3074"/>
                      <a:pt x="13260" y="3016"/>
                    </a:cubicBezTo>
                    <a:cubicBezTo>
                      <a:pt x="13360" y="2966"/>
                      <a:pt x="13410" y="2942"/>
                      <a:pt x="13503" y="2892"/>
                    </a:cubicBezTo>
                    <a:cubicBezTo>
                      <a:pt x="13476" y="2874"/>
                      <a:pt x="13468" y="2866"/>
                      <a:pt x="13444" y="2858"/>
                    </a:cubicBezTo>
                    <a:cubicBezTo>
                      <a:pt x="13402" y="2834"/>
                      <a:pt x="13376" y="2824"/>
                      <a:pt x="13336" y="2800"/>
                    </a:cubicBezTo>
                    <a:cubicBezTo>
                      <a:pt x="13168" y="2916"/>
                      <a:pt x="13085" y="2984"/>
                      <a:pt x="12917" y="3100"/>
                    </a:cubicBezTo>
                    <a:cubicBezTo>
                      <a:pt x="12700" y="3175"/>
                      <a:pt x="12592" y="3209"/>
                      <a:pt x="12384" y="3285"/>
                    </a:cubicBezTo>
                    <a:cubicBezTo>
                      <a:pt x="12349" y="3275"/>
                      <a:pt x="12341" y="3267"/>
                      <a:pt x="12307" y="3267"/>
                    </a:cubicBezTo>
                    <a:cubicBezTo>
                      <a:pt x="12265" y="3275"/>
                      <a:pt x="12241" y="3285"/>
                      <a:pt x="12199" y="3301"/>
                    </a:cubicBezTo>
                    <a:cubicBezTo>
                      <a:pt x="12141" y="3293"/>
                      <a:pt x="12115" y="3285"/>
                      <a:pt x="12057" y="3285"/>
                    </a:cubicBezTo>
                    <a:cubicBezTo>
                      <a:pt x="12065" y="3225"/>
                      <a:pt x="12065" y="3201"/>
                      <a:pt x="12073" y="3142"/>
                    </a:cubicBezTo>
                    <a:lnTo>
                      <a:pt x="12073" y="3142"/>
                    </a:lnTo>
                    <a:cubicBezTo>
                      <a:pt x="11998" y="3159"/>
                      <a:pt x="11956" y="3159"/>
                      <a:pt x="11882" y="3175"/>
                    </a:cubicBezTo>
                    <a:cubicBezTo>
                      <a:pt x="12007" y="3066"/>
                      <a:pt x="12065" y="3016"/>
                      <a:pt x="12191" y="2908"/>
                    </a:cubicBezTo>
                    <a:lnTo>
                      <a:pt x="12191" y="2908"/>
                    </a:lnTo>
                    <a:cubicBezTo>
                      <a:pt x="11864" y="3034"/>
                      <a:pt x="11698" y="3092"/>
                      <a:pt x="11381" y="3217"/>
                    </a:cubicBezTo>
                    <a:cubicBezTo>
                      <a:pt x="11130" y="3351"/>
                      <a:pt x="11004" y="3425"/>
                      <a:pt x="10761" y="3568"/>
                    </a:cubicBezTo>
                    <a:cubicBezTo>
                      <a:pt x="10980" y="3409"/>
                      <a:pt x="11096" y="3335"/>
                      <a:pt x="11313" y="3185"/>
                    </a:cubicBezTo>
                    <a:cubicBezTo>
                      <a:pt x="11547" y="3034"/>
                      <a:pt x="11664" y="2958"/>
                      <a:pt x="11898" y="2808"/>
                    </a:cubicBezTo>
                    <a:cubicBezTo>
                      <a:pt x="12392" y="2633"/>
                      <a:pt x="12634" y="2549"/>
                      <a:pt x="13136" y="2390"/>
                    </a:cubicBezTo>
                    <a:cubicBezTo>
                      <a:pt x="13476" y="2240"/>
                      <a:pt x="13653" y="2164"/>
                      <a:pt x="13996" y="2013"/>
                    </a:cubicBezTo>
                    <a:cubicBezTo>
                      <a:pt x="14112" y="1947"/>
                      <a:pt x="14170" y="1913"/>
                      <a:pt x="14289" y="1847"/>
                    </a:cubicBezTo>
                    <a:cubicBezTo>
                      <a:pt x="14447" y="1781"/>
                      <a:pt x="14529" y="1747"/>
                      <a:pt x="14690" y="1689"/>
                    </a:cubicBezTo>
                    <a:lnTo>
                      <a:pt x="14999" y="1380"/>
                    </a:lnTo>
                    <a:cubicBezTo>
                      <a:pt x="14872" y="1370"/>
                      <a:pt x="14806" y="1370"/>
                      <a:pt x="14680" y="1362"/>
                    </a:cubicBezTo>
                    <a:cubicBezTo>
                      <a:pt x="14563" y="1362"/>
                      <a:pt x="14497" y="1362"/>
                      <a:pt x="14379" y="1370"/>
                    </a:cubicBezTo>
                    <a:cubicBezTo>
                      <a:pt x="14379" y="1330"/>
                      <a:pt x="14371" y="1304"/>
                      <a:pt x="14371" y="1269"/>
                    </a:cubicBezTo>
                    <a:cubicBezTo>
                      <a:pt x="14228" y="1288"/>
                      <a:pt x="14162" y="1304"/>
                      <a:pt x="14020" y="1320"/>
                    </a:cubicBezTo>
                    <a:lnTo>
                      <a:pt x="13486" y="1320"/>
                    </a:lnTo>
                    <a:cubicBezTo>
                      <a:pt x="13527" y="1269"/>
                      <a:pt x="13545" y="1245"/>
                      <a:pt x="13595" y="1195"/>
                    </a:cubicBezTo>
                    <a:cubicBezTo>
                      <a:pt x="13476" y="1129"/>
                      <a:pt x="13426" y="1103"/>
                      <a:pt x="13318" y="1037"/>
                    </a:cubicBezTo>
                    <a:cubicBezTo>
                      <a:pt x="13260" y="987"/>
                      <a:pt x="13236" y="961"/>
                      <a:pt x="13176" y="902"/>
                    </a:cubicBezTo>
                    <a:cubicBezTo>
                      <a:pt x="13085" y="852"/>
                      <a:pt x="13043" y="818"/>
                      <a:pt x="12951" y="768"/>
                    </a:cubicBezTo>
                    <a:cubicBezTo>
                      <a:pt x="12843" y="868"/>
                      <a:pt x="12785" y="919"/>
                      <a:pt x="12674" y="1019"/>
                    </a:cubicBezTo>
                    <a:cubicBezTo>
                      <a:pt x="12550" y="1111"/>
                      <a:pt x="12484" y="1161"/>
                      <a:pt x="12357" y="1261"/>
                    </a:cubicBezTo>
                    <a:cubicBezTo>
                      <a:pt x="12183" y="1346"/>
                      <a:pt x="12091" y="1388"/>
                      <a:pt x="11914" y="1470"/>
                    </a:cubicBezTo>
                    <a:cubicBezTo>
                      <a:pt x="11790" y="1462"/>
                      <a:pt x="11722" y="1462"/>
                      <a:pt x="11597" y="1462"/>
                    </a:cubicBezTo>
                    <a:cubicBezTo>
                      <a:pt x="11605" y="1396"/>
                      <a:pt x="11605" y="1370"/>
                      <a:pt x="11605" y="1304"/>
                    </a:cubicBezTo>
                    <a:cubicBezTo>
                      <a:pt x="11664" y="1219"/>
                      <a:pt x="11698" y="1169"/>
                      <a:pt x="11756" y="1079"/>
                    </a:cubicBezTo>
                    <a:lnTo>
                      <a:pt x="11756" y="1079"/>
                    </a:lnTo>
                    <a:cubicBezTo>
                      <a:pt x="11621" y="1111"/>
                      <a:pt x="11555" y="1129"/>
                      <a:pt x="11413" y="1153"/>
                    </a:cubicBezTo>
                    <a:cubicBezTo>
                      <a:pt x="11331" y="1153"/>
                      <a:pt x="11297" y="1153"/>
                      <a:pt x="11212" y="1145"/>
                    </a:cubicBezTo>
                    <a:cubicBezTo>
                      <a:pt x="11104" y="1129"/>
                      <a:pt x="11054" y="1119"/>
                      <a:pt x="10954" y="1103"/>
                    </a:cubicBezTo>
                    <a:cubicBezTo>
                      <a:pt x="10753" y="1169"/>
                      <a:pt x="10653" y="1203"/>
                      <a:pt x="10460" y="1269"/>
                    </a:cubicBezTo>
                    <a:cubicBezTo>
                      <a:pt x="10135" y="1420"/>
                      <a:pt x="9967" y="1496"/>
                      <a:pt x="9642" y="1654"/>
                    </a:cubicBezTo>
                    <a:cubicBezTo>
                      <a:pt x="9658" y="1689"/>
                      <a:pt x="9666" y="1705"/>
                      <a:pt x="9684" y="1739"/>
                    </a:cubicBezTo>
                    <a:cubicBezTo>
                      <a:pt x="9626" y="1797"/>
                      <a:pt x="9592" y="1831"/>
                      <a:pt x="9534" y="1889"/>
                    </a:cubicBezTo>
                    <a:cubicBezTo>
                      <a:pt x="9550" y="1947"/>
                      <a:pt x="9558" y="1971"/>
                      <a:pt x="9584" y="2031"/>
                    </a:cubicBezTo>
                    <a:cubicBezTo>
                      <a:pt x="9399" y="2214"/>
                      <a:pt x="9307" y="2306"/>
                      <a:pt x="9115" y="2499"/>
                    </a:cubicBezTo>
                    <a:cubicBezTo>
                      <a:pt x="9207" y="2523"/>
                      <a:pt x="9249" y="2541"/>
                      <a:pt x="9333" y="2565"/>
                    </a:cubicBezTo>
                    <a:cubicBezTo>
                      <a:pt x="9341" y="2649"/>
                      <a:pt x="9349" y="2691"/>
                      <a:pt x="9357" y="2765"/>
                    </a:cubicBezTo>
                    <a:cubicBezTo>
                      <a:pt x="9291" y="2834"/>
                      <a:pt x="9257" y="2866"/>
                      <a:pt x="9191" y="2934"/>
                    </a:cubicBezTo>
                    <a:cubicBezTo>
                      <a:pt x="8940" y="3108"/>
                      <a:pt x="8806" y="3193"/>
                      <a:pt x="8547" y="3367"/>
                    </a:cubicBezTo>
                    <a:cubicBezTo>
                      <a:pt x="8463" y="3467"/>
                      <a:pt x="8423" y="3517"/>
                      <a:pt x="8339" y="3618"/>
                    </a:cubicBezTo>
                    <a:cubicBezTo>
                      <a:pt x="8323" y="3702"/>
                      <a:pt x="8313" y="3744"/>
                      <a:pt x="8305" y="3826"/>
                    </a:cubicBezTo>
                    <a:cubicBezTo>
                      <a:pt x="8262" y="3927"/>
                      <a:pt x="8246" y="3987"/>
                      <a:pt x="8204" y="4095"/>
                    </a:cubicBezTo>
                    <a:cubicBezTo>
                      <a:pt x="8080" y="4169"/>
                      <a:pt x="8012" y="4211"/>
                      <a:pt x="7887" y="4288"/>
                    </a:cubicBezTo>
                    <a:cubicBezTo>
                      <a:pt x="7771" y="4278"/>
                      <a:pt x="7711" y="4278"/>
                      <a:pt x="7595" y="4261"/>
                    </a:cubicBezTo>
                    <a:cubicBezTo>
                      <a:pt x="7571" y="4203"/>
                      <a:pt x="7553" y="4177"/>
                      <a:pt x="7520" y="4119"/>
                    </a:cubicBezTo>
                    <a:cubicBezTo>
                      <a:pt x="7587" y="3995"/>
                      <a:pt x="7611" y="3927"/>
                      <a:pt x="7679" y="3802"/>
                    </a:cubicBezTo>
                    <a:lnTo>
                      <a:pt x="7679" y="3802"/>
                    </a:lnTo>
                    <a:cubicBezTo>
                      <a:pt x="7510" y="3844"/>
                      <a:pt x="7420" y="3860"/>
                      <a:pt x="7252" y="3895"/>
                    </a:cubicBezTo>
                    <a:cubicBezTo>
                      <a:pt x="6893" y="3969"/>
                      <a:pt x="6708" y="4011"/>
                      <a:pt x="6357" y="4077"/>
                    </a:cubicBezTo>
                    <a:cubicBezTo>
                      <a:pt x="5956" y="4237"/>
                      <a:pt x="5748" y="4312"/>
                      <a:pt x="5355" y="4478"/>
                    </a:cubicBezTo>
                    <a:cubicBezTo>
                      <a:pt x="5397" y="4388"/>
                      <a:pt x="5415" y="4346"/>
                      <a:pt x="5455" y="4253"/>
                    </a:cubicBezTo>
                    <a:cubicBezTo>
                      <a:pt x="5447" y="4195"/>
                      <a:pt x="5447" y="4161"/>
                      <a:pt x="5439" y="4103"/>
                    </a:cubicBezTo>
                    <a:cubicBezTo>
                      <a:pt x="5373" y="4137"/>
                      <a:pt x="5339" y="4145"/>
                      <a:pt x="5264" y="4177"/>
                    </a:cubicBezTo>
                    <a:cubicBezTo>
                      <a:pt x="5389" y="3953"/>
                      <a:pt x="5447" y="3836"/>
                      <a:pt x="5565" y="3610"/>
                    </a:cubicBezTo>
                    <a:cubicBezTo>
                      <a:pt x="5724" y="3451"/>
                      <a:pt x="5798" y="3375"/>
                      <a:pt x="5956" y="3225"/>
                    </a:cubicBezTo>
                    <a:cubicBezTo>
                      <a:pt x="6133" y="3074"/>
                      <a:pt x="6225" y="3008"/>
                      <a:pt x="6399" y="2866"/>
                    </a:cubicBezTo>
                    <a:cubicBezTo>
                      <a:pt x="6442" y="2824"/>
                      <a:pt x="6468" y="2800"/>
                      <a:pt x="6508" y="2757"/>
                    </a:cubicBezTo>
                    <a:cubicBezTo>
                      <a:pt x="6600" y="2707"/>
                      <a:pt x="6650" y="2683"/>
                      <a:pt x="6742" y="2641"/>
                    </a:cubicBezTo>
                    <a:cubicBezTo>
                      <a:pt x="6768" y="2573"/>
                      <a:pt x="6776" y="2549"/>
                      <a:pt x="6801" y="2483"/>
                    </a:cubicBezTo>
                    <a:cubicBezTo>
                      <a:pt x="6927" y="2407"/>
                      <a:pt x="6993" y="2372"/>
                      <a:pt x="7119" y="2298"/>
                    </a:cubicBezTo>
                    <a:cubicBezTo>
                      <a:pt x="7170" y="2256"/>
                      <a:pt x="7194" y="2232"/>
                      <a:pt x="7244" y="2198"/>
                    </a:cubicBezTo>
                    <a:cubicBezTo>
                      <a:pt x="7352" y="2156"/>
                      <a:pt x="7410" y="2132"/>
                      <a:pt x="7510" y="2090"/>
                    </a:cubicBezTo>
                    <a:cubicBezTo>
                      <a:pt x="7711" y="1931"/>
                      <a:pt x="7811" y="1847"/>
                      <a:pt x="8012" y="1689"/>
                    </a:cubicBezTo>
                    <a:cubicBezTo>
                      <a:pt x="8146" y="1570"/>
                      <a:pt x="8212" y="1504"/>
                      <a:pt x="8347" y="1388"/>
                    </a:cubicBezTo>
                    <a:cubicBezTo>
                      <a:pt x="8363" y="1370"/>
                      <a:pt x="8381" y="1362"/>
                      <a:pt x="8397" y="1346"/>
                    </a:cubicBezTo>
                    <a:cubicBezTo>
                      <a:pt x="8431" y="1312"/>
                      <a:pt x="8447" y="1304"/>
                      <a:pt x="8481" y="1279"/>
                    </a:cubicBezTo>
                    <a:cubicBezTo>
                      <a:pt x="8481" y="1253"/>
                      <a:pt x="8481" y="1245"/>
                      <a:pt x="8473" y="1219"/>
                    </a:cubicBezTo>
                    <a:cubicBezTo>
                      <a:pt x="8682" y="1145"/>
                      <a:pt x="8782" y="1103"/>
                      <a:pt x="8990" y="1037"/>
                    </a:cubicBezTo>
                    <a:cubicBezTo>
                      <a:pt x="9307" y="836"/>
                      <a:pt x="9458" y="736"/>
                      <a:pt x="9777" y="544"/>
                    </a:cubicBezTo>
                    <a:cubicBezTo>
                      <a:pt x="9766" y="493"/>
                      <a:pt x="9758" y="467"/>
                      <a:pt x="9750" y="417"/>
                    </a:cubicBezTo>
                    <a:cubicBezTo>
                      <a:pt x="9758" y="367"/>
                      <a:pt x="9758" y="343"/>
                      <a:pt x="9758" y="285"/>
                    </a:cubicBezTo>
                    <a:cubicBezTo>
                      <a:pt x="9877" y="177"/>
                      <a:pt x="9927" y="116"/>
                      <a:pt x="10043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4"/>
              <p:cNvSpPr/>
              <p:nvPr/>
            </p:nvSpPr>
            <p:spPr>
              <a:xfrm>
                <a:off x="2753425" y="2790650"/>
                <a:ext cx="3415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13662" h="4437" extrusionOk="0">
                    <a:moveTo>
                      <a:pt x="4069" y="2064"/>
                    </a:moveTo>
                    <a:cubicBezTo>
                      <a:pt x="4111" y="2088"/>
                      <a:pt x="4128" y="2106"/>
                      <a:pt x="4170" y="2139"/>
                    </a:cubicBezTo>
                    <a:cubicBezTo>
                      <a:pt x="4204" y="2147"/>
                      <a:pt x="4212" y="2147"/>
                      <a:pt x="4236" y="2157"/>
                    </a:cubicBezTo>
                    <a:cubicBezTo>
                      <a:pt x="4220" y="2181"/>
                      <a:pt x="4212" y="2189"/>
                      <a:pt x="4196" y="2215"/>
                    </a:cubicBezTo>
                    <a:cubicBezTo>
                      <a:pt x="4270" y="2207"/>
                      <a:pt x="4312" y="2197"/>
                      <a:pt x="4386" y="2197"/>
                    </a:cubicBezTo>
                    <a:cubicBezTo>
                      <a:pt x="4370" y="2223"/>
                      <a:pt x="4354" y="2231"/>
                      <a:pt x="4336" y="2257"/>
                    </a:cubicBezTo>
                    <a:cubicBezTo>
                      <a:pt x="4370" y="2265"/>
                      <a:pt x="4386" y="2273"/>
                      <a:pt x="4420" y="2273"/>
                    </a:cubicBezTo>
                    <a:cubicBezTo>
                      <a:pt x="4470" y="2339"/>
                      <a:pt x="4497" y="2373"/>
                      <a:pt x="4547" y="2439"/>
                    </a:cubicBezTo>
                    <a:cubicBezTo>
                      <a:pt x="4587" y="2439"/>
                      <a:pt x="4613" y="2447"/>
                      <a:pt x="4655" y="2447"/>
                    </a:cubicBezTo>
                    <a:cubicBezTo>
                      <a:pt x="4621" y="2473"/>
                      <a:pt x="4605" y="2481"/>
                      <a:pt x="4563" y="2508"/>
                    </a:cubicBezTo>
                    <a:cubicBezTo>
                      <a:pt x="4529" y="2524"/>
                      <a:pt x="4513" y="2532"/>
                      <a:pt x="4478" y="2558"/>
                    </a:cubicBezTo>
                    <a:cubicBezTo>
                      <a:pt x="4513" y="2558"/>
                      <a:pt x="4529" y="2548"/>
                      <a:pt x="4571" y="2548"/>
                    </a:cubicBezTo>
                    <a:cubicBezTo>
                      <a:pt x="4563" y="2582"/>
                      <a:pt x="4563" y="2598"/>
                      <a:pt x="4563" y="2624"/>
                    </a:cubicBezTo>
                    <a:cubicBezTo>
                      <a:pt x="4537" y="2640"/>
                      <a:pt x="4521" y="2648"/>
                      <a:pt x="4505" y="2658"/>
                    </a:cubicBezTo>
                    <a:cubicBezTo>
                      <a:pt x="4513" y="2648"/>
                      <a:pt x="4513" y="2640"/>
                      <a:pt x="4513" y="2640"/>
                    </a:cubicBezTo>
                    <a:cubicBezTo>
                      <a:pt x="4454" y="2640"/>
                      <a:pt x="4428" y="2648"/>
                      <a:pt x="4370" y="2658"/>
                    </a:cubicBezTo>
                    <a:lnTo>
                      <a:pt x="4404" y="2624"/>
                    </a:lnTo>
                    <a:lnTo>
                      <a:pt x="4404" y="2624"/>
                    </a:lnTo>
                    <a:cubicBezTo>
                      <a:pt x="4328" y="2632"/>
                      <a:pt x="4296" y="2640"/>
                      <a:pt x="4220" y="2648"/>
                    </a:cubicBezTo>
                    <a:cubicBezTo>
                      <a:pt x="4146" y="2666"/>
                      <a:pt x="4111" y="2674"/>
                      <a:pt x="4027" y="2690"/>
                    </a:cubicBezTo>
                    <a:cubicBezTo>
                      <a:pt x="4011" y="2666"/>
                      <a:pt x="4003" y="2658"/>
                      <a:pt x="3977" y="2632"/>
                    </a:cubicBezTo>
                    <a:cubicBezTo>
                      <a:pt x="3803" y="2640"/>
                      <a:pt x="3710" y="2648"/>
                      <a:pt x="3534" y="2658"/>
                    </a:cubicBezTo>
                    <a:cubicBezTo>
                      <a:pt x="3502" y="2648"/>
                      <a:pt x="3484" y="2648"/>
                      <a:pt x="3452" y="2640"/>
                    </a:cubicBezTo>
                    <a:cubicBezTo>
                      <a:pt x="3394" y="2648"/>
                      <a:pt x="3359" y="2658"/>
                      <a:pt x="3309" y="2666"/>
                    </a:cubicBezTo>
                    <a:cubicBezTo>
                      <a:pt x="3325" y="2632"/>
                      <a:pt x="3333" y="2616"/>
                      <a:pt x="3351" y="2582"/>
                    </a:cubicBezTo>
                    <a:cubicBezTo>
                      <a:pt x="3367" y="2548"/>
                      <a:pt x="3384" y="2532"/>
                      <a:pt x="3402" y="2508"/>
                    </a:cubicBezTo>
                    <a:cubicBezTo>
                      <a:pt x="3502" y="2473"/>
                      <a:pt x="3552" y="2457"/>
                      <a:pt x="3652" y="2423"/>
                    </a:cubicBezTo>
                    <a:cubicBezTo>
                      <a:pt x="3634" y="2415"/>
                      <a:pt x="3626" y="2407"/>
                      <a:pt x="3618" y="2389"/>
                    </a:cubicBezTo>
                    <a:cubicBezTo>
                      <a:pt x="3602" y="2373"/>
                      <a:pt x="3594" y="2365"/>
                      <a:pt x="3576" y="2347"/>
                    </a:cubicBezTo>
                    <a:cubicBezTo>
                      <a:pt x="3584" y="2315"/>
                      <a:pt x="3584" y="2307"/>
                      <a:pt x="3584" y="2273"/>
                    </a:cubicBezTo>
                    <a:cubicBezTo>
                      <a:pt x="3444" y="2247"/>
                      <a:pt x="3375" y="2231"/>
                      <a:pt x="3233" y="2207"/>
                    </a:cubicBezTo>
                    <a:cubicBezTo>
                      <a:pt x="3109" y="2215"/>
                      <a:pt x="3043" y="2223"/>
                      <a:pt x="2916" y="2239"/>
                    </a:cubicBezTo>
                    <a:cubicBezTo>
                      <a:pt x="2882" y="2231"/>
                      <a:pt x="2858" y="2223"/>
                      <a:pt x="2832" y="2215"/>
                    </a:cubicBezTo>
                    <a:cubicBezTo>
                      <a:pt x="2882" y="2197"/>
                      <a:pt x="2932" y="2173"/>
                      <a:pt x="2992" y="2157"/>
                    </a:cubicBezTo>
                    <a:cubicBezTo>
                      <a:pt x="3159" y="2123"/>
                      <a:pt x="3243" y="2106"/>
                      <a:pt x="3402" y="2072"/>
                    </a:cubicBezTo>
                    <a:cubicBezTo>
                      <a:pt x="3668" y="2072"/>
                      <a:pt x="3803" y="2064"/>
                      <a:pt x="4069" y="2064"/>
                    </a:cubicBezTo>
                    <a:close/>
                    <a:moveTo>
                      <a:pt x="11632" y="1"/>
                    </a:moveTo>
                    <a:cubicBezTo>
                      <a:pt x="7344" y="9"/>
                      <a:pt x="3359" y="1254"/>
                      <a:pt x="0" y="3400"/>
                    </a:cubicBezTo>
                    <a:cubicBezTo>
                      <a:pt x="24" y="3392"/>
                      <a:pt x="51" y="3384"/>
                      <a:pt x="85" y="3376"/>
                    </a:cubicBezTo>
                    <a:cubicBezTo>
                      <a:pt x="235" y="3334"/>
                      <a:pt x="309" y="3310"/>
                      <a:pt x="452" y="3268"/>
                    </a:cubicBezTo>
                    <a:cubicBezTo>
                      <a:pt x="552" y="3250"/>
                      <a:pt x="602" y="3250"/>
                      <a:pt x="694" y="3234"/>
                    </a:cubicBezTo>
                    <a:cubicBezTo>
                      <a:pt x="668" y="3217"/>
                      <a:pt x="660" y="3209"/>
                      <a:pt x="636" y="3183"/>
                    </a:cubicBezTo>
                    <a:cubicBezTo>
                      <a:pt x="718" y="3175"/>
                      <a:pt x="760" y="3175"/>
                      <a:pt x="845" y="3159"/>
                    </a:cubicBezTo>
                    <a:cubicBezTo>
                      <a:pt x="945" y="3075"/>
                      <a:pt x="995" y="3033"/>
                      <a:pt x="1095" y="2949"/>
                    </a:cubicBezTo>
                    <a:lnTo>
                      <a:pt x="1095" y="2941"/>
                    </a:lnTo>
                    <a:cubicBezTo>
                      <a:pt x="1178" y="2925"/>
                      <a:pt x="1212" y="2917"/>
                      <a:pt x="1296" y="2899"/>
                    </a:cubicBezTo>
                    <a:lnTo>
                      <a:pt x="1296" y="2967"/>
                    </a:lnTo>
                    <a:cubicBezTo>
                      <a:pt x="1328" y="2983"/>
                      <a:pt x="1338" y="2991"/>
                      <a:pt x="1370" y="3017"/>
                    </a:cubicBezTo>
                    <a:cubicBezTo>
                      <a:pt x="1438" y="3033"/>
                      <a:pt x="1470" y="3041"/>
                      <a:pt x="1539" y="3059"/>
                    </a:cubicBezTo>
                    <a:cubicBezTo>
                      <a:pt x="1496" y="3091"/>
                      <a:pt x="1478" y="3099"/>
                      <a:pt x="1428" y="3133"/>
                    </a:cubicBezTo>
                    <a:cubicBezTo>
                      <a:pt x="1539" y="3117"/>
                      <a:pt x="1597" y="3109"/>
                      <a:pt x="1705" y="3091"/>
                    </a:cubicBezTo>
                    <a:lnTo>
                      <a:pt x="1705" y="3091"/>
                    </a:lnTo>
                    <a:cubicBezTo>
                      <a:pt x="1663" y="3125"/>
                      <a:pt x="1647" y="3141"/>
                      <a:pt x="1605" y="3175"/>
                    </a:cubicBezTo>
                    <a:cubicBezTo>
                      <a:pt x="1655" y="3167"/>
                      <a:pt x="1689" y="3159"/>
                      <a:pt x="1739" y="3149"/>
                    </a:cubicBezTo>
                    <a:cubicBezTo>
                      <a:pt x="1789" y="3133"/>
                      <a:pt x="1805" y="3125"/>
                      <a:pt x="1855" y="3109"/>
                    </a:cubicBezTo>
                    <a:cubicBezTo>
                      <a:pt x="1879" y="3109"/>
                      <a:pt x="1898" y="3109"/>
                      <a:pt x="1930" y="3117"/>
                    </a:cubicBezTo>
                    <a:cubicBezTo>
                      <a:pt x="1990" y="3117"/>
                      <a:pt x="2022" y="3117"/>
                      <a:pt x="2080" y="3125"/>
                    </a:cubicBezTo>
                    <a:cubicBezTo>
                      <a:pt x="2040" y="3217"/>
                      <a:pt x="2014" y="3268"/>
                      <a:pt x="1972" y="3368"/>
                    </a:cubicBezTo>
                    <a:cubicBezTo>
                      <a:pt x="1779" y="3492"/>
                      <a:pt x="1679" y="3560"/>
                      <a:pt x="1488" y="3685"/>
                    </a:cubicBezTo>
                    <a:cubicBezTo>
                      <a:pt x="1496" y="3735"/>
                      <a:pt x="1496" y="3761"/>
                      <a:pt x="1504" y="3811"/>
                    </a:cubicBezTo>
                    <a:cubicBezTo>
                      <a:pt x="1254" y="3919"/>
                      <a:pt x="1127" y="3969"/>
                      <a:pt x="877" y="4078"/>
                    </a:cubicBezTo>
                    <a:cubicBezTo>
                      <a:pt x="710" y="4152"/>
                      <a:pt x="626" y="4186"/>
                      <a:pt x="460" y="4262"/>
                    </a:cubicBezTo>
                    <a:cubicBezTo>
                      <a:pt x="418" y="4328"/>
                      <a:pt x="393" y="4363"/>
                      <a:pt x="351" y="4437"/>
                    </a:cubicBezTo>
                    <a:cubicBezTo>
                      <a:pt x="552" y="4363"/>
                      <a:pt x="652" y="4328"/>
                      <a:pt x="853" y="4262"/>
                    </a:cubicBezTo>
                    <a:cubicBezTo>
                      <a:pt x="1095" y="4186"/>
                      <a:pt x="1220" y="4144"/>
                      <a:pt x="1470" y="4070"/>
                    </a:cubicBezTo>
                    <a:cubicBezTo>
                      <a:pt x="1539" y="4086"/>
                      <a:pt x="1579" y="4094"/>
                      <a:pt x="1655" y="4112"/>
                    </a:cubicBezTo>
                    <a:cubicBezTo>
                      <a:pt x="1671" y="4144"/>
                      <a:pt x="1679" y="4152"/>
                      <a:pt x="1697" y="4186"/>
                    </a:cubicBezTo>
                    <a:cubicBezTo>
                      <a:pt x="1813" y="4178"/>
                      <a:pt x="1879" y="4178"/>
                      <a:pt x="1998" y="4178"/>
                    </a:cubicBezTo>
                    <a:cubicBezTo>
                      <a:pt x="2407" y="4094"/>
                      <a:pt x="2607" y="4062"/>
                      <a:pt x="3025" y="3986"/>
                    </a:cubicBezTo>
                    <a:cubicBezTo>
                      <a:pt x="2908" y="3943"/>
                      <a:pt x="2850" y="3927"/>
                      <a:pt x="2732" y="3877"/>
                    </a:cubicBezTo>
                    <a:cubicBezTo>
                      <a:pt x="2650" y="3869"/>
                      <a:pt x="2607" y="3861"/>
                      <a:pt x="2523" y="3851"/>
                    </a:cubicBezTo>
                    <a:cubicBezTo>
                      <a:pt x="2766" y="3819"/>
                      <a:pt x="2892" y="3801"/>
                      <a:pt x="3143" y="3777"/>
                    </a:cubicBezTo>
                    <a:cubicBezTo>
                      <a:pt x="3251" y="3785"/>
                      <a:pt x="3309" y="3785"/>
                      <a:pt x="3426" y="3793"/>
                    </a:cubicBezTo>
                    <a:cubicBezTo>
                      <a:pt x="3434" y="3751"/>
                      <a:pt x="3444" y="3727"/>
                      <a:pt x="3452" y="3677"/>
                    </a:cubicBezTo>
                    <a:cubicBezTo>
                      <a:pt x="3494" y="3600"/>
                      <a:pt x="3518" y="3568"/>
                      <a:pt x="3560" y="3492"/>
                    </a:cubicBezTo>
                    <a:cubicBezTo>
                      <a:pt x="3502" y="3442"/>
                      <a:pt x="3468" y="3418"/>
                      <a:pt x="3410" y="3368"/>
                    </a:cubicBezTo>
                    <a:cubicBezTo>
                      <a:pt x="3275" y="3360"/>
                      <a:pt x="3209" y="3350"/>
                      <a:pt x="3083" y="3342"/>
                    </a:cubicBezTo>
                    <a:cubicBezTo>
                      <a:pt x="3025" y="3326"/>
                      <a:pt x="2992" y="3310"/>
                      <a:pt x="2932" y="3284"/>
                    </a:cubicBezTo>
                    <a:cubicBezTo>
                      <a:pt x="3117" y="3217"/>
                      <a:pt x="3201" y="3183"/>
                      <a:pt x="3384" y="3117"/>
                    </a:cubicBezTo>
                    <a:cubicBezTo>
                      <a:pt x="3602" y="3141"/>
                      <a:pt x="3718" y="3149"/>
                      <a:pt x="3935" y="3167"/>
                    </a:cubicBezTo>
                    <a:cubicBezTo>
                      <a:pt x="3995" y="3109"/>
                      <a:pt x="4019" y="3075"/>
                      <a:pt x="4069" y="3017"/>
                    </a:cubicBezTo>
                    <a:cubicBezTo>
                      <a:pt x="4212" y="2925"/>
                      <a:pt x="4286" y="2883"/>
                      <a:pt x="4428" y="2798"/>
                    </a:cubicBezTo>
                    <a:cubicBezTo>
                      <a:pt x="4454" y="2758"/>
                      <a:pt x="4470" y="2724"/>
                      <a:pt x="4486" y="2690"/>
                    </a:cubicBezTo>
                    <a:cubicBezTo>
                      <a:pt x="4547" y="2724"/>
                      <a:pt x="4587" y="2748"/>
                      <a:pt x="4655" y="2782"/>
                    </a:cubicBezTo>
                    <a:cubicBezTo>
                      <a:pt x="4837" y="2716"/>
                      <a:pt x="4930" y="2674"/>
                      <a:pt x="5106" y="2608"/>
                    </a:cubicBezTo>
                    <a:cubicBezTo>
                      <a:pt x="5122" y="2616"/>
                      <a:pt x="5130" y="2616"/>
                      <a:pt x="5138" y="2624"/>
                    </a:cubicBezTo>
                    <a:cubicBezTo>
                      <a:pt x="5138" y="2658"/>
                      <a:pt x="5138" y="2674"/>
                      <a:pt x="5148" y="2708"/>
                    </a:cubicBezTo>
                    <a:cubicBezTo>
                      <a:pt x="5198" y="2708"/>
                      <a:pt x="5222" y="2708"/>
                      <a:pt x="5273" y="2698"/>
                    </a:cubicBezTo>
                    <a:lnTo>
                      <a:pt x="5273" y="2698"/>
                    </a:lnTo>
                    <a:cubicBezTo>
                      <a:pt x="5257" y="2724"/>
                      <a:pt x="5257" y="2732"/>
                      <a:pt x="5249" y="2748"/>
                    </a:cubicBezTo>
                    <a:lnTo>
                      <a:pt x="5439" y="2748"/>
                    </a:lnTo>
                    <a:lnTo>
                      <a:pt x="4687" y="2875"/>
                    </a:lnTo>
                    <a:cubicBezTo>
                      <a:pt x="4655" y="2917"/>
                      <a:pt x="4637" y="2933"/>
                      <a:pt x="4605" y="2967"/>
                    </a:cubicBezTo>
                    <a:cubicBezTo>
                      <a:pt x="4537" y="3009"/>
                      <a:pt x="4505" y="3033"/>
                      <a:pt x="4436" y="3075"/>
                    </a:cubicBezTo>
                    <a:cubicBezTo>
                      <a:pt x="4647" y="3083"/>
                      <a:pt x="4755" y="3091"/>
                      <a:pt x="4972" y="3099"/>
                    </a:cubicBezTo>
                    <a:cubicBezTo>
                      <a:pt x="4964" y="3041"/>
                      <a:pt x="4964" y="3009"/>
                      <a:pt x="4956" y="2941"/>
                    </a:cubicBezTo>
                    <a:cubicBezTo>
                      <a:pt x="5148" y="2909"/>
                      <a:pt x="5238" y="2891"/>
                      <a:pt x="5431" y="2858"/>
                    </a:cubicBezTo>
                    <a:cubicBezTo>
                      <a:pt x="5523" y="2840"/>
                      <a:pt x="5565" y="2832"/>
                      <a:pt x="5650" y="2816"/>
                    </a:cubicBezTo>
                    <a:lnTo>
                      <a:pt x="5650" y="2816"/>
                    </a:lnTo>
                    <a:cubicBezTo>
                      <a:pt x="5616" y="2840"/>
                      <a:pt x="5589" y="2858"/>
                      <a:pt x="5557" y="2883"/>
                    </a:cubicBezTo>
                    <a:cubicBezTo>
                      <a:pt x="5549" y="2917"/>
                      <a:pt x="5549" y="2941"/>
                      <a:pt x="5549" y="2975"/>
                    </a:cubicBezTo>
                    <a:cubicBezTo>
                      <a:pt x="5473" y="3017"/>
                      <a:pt x="5439" y="3041"/>
                      <a:pt x="5365" y="3091"/>
                    </a:cubicBezTo>
                    <a:cubicBezTo>
                      <a:pt x="5222" y="3175"/>
                      <a:pt x="5156" y="3217"/>
                      <a:pt x="5022" y="3300"/>
                    </a:cubicBezTo>
                    <a:cubicBezTo>
                      <a:pt x="4829" y="3410"/>
                      <a:pt x="4729" y="3460"/>
                      <a:pt x="4537" y="3576"/>
                    </a:cubicBezTo>
                    <a:cubicBezTo>
                      <a:pt x="4555" y="3611"/>
                      <a:pt x="4571" y="3627"/>
                      <a:pt x="4587" y="3661"/>
                    </a:cubicBezTo>
                    <a:cubicBezTo>
                      <a:pt x="4663" y="3643"/>
                      <a:pt x="4697" y="3635"/>
                      <a:pt x="4779" y="3611"/>
                    </a:cubicBezTo>
                    <a:lnTo>
                      <a:pt x="4779" y="3611"/>
                    </a:lnTo>
                    <a:cubicBezTo>
                      <a:pt x="4747" y="3711"/>
                      <a:pt x="4729" y="3761"/>
                      <a:pt x="4697" y="3869"/>
                    </a:cubicBezTo>
                    <a:cubicBezTo>
                      <a:pt x="4948" y="3861"/>
                      <a:pt x="5072" y="3851"/>
                      <a:pt x="5331" y="3851"/>
                    </a:cubicBezTo>
                    <a:cubicBezTo>
                      <a:pt x="5198" y="3927"/>
                      <a:pt x="5130" y="3961"/>
                      <a:pt x="5006" y="4044"/>
                    </a:cubicBezTo>
                    <a:cubicBezTo>
                      <a:pt x="5098" y="4078"/>
                      <a:pt x="5138" y="4094"/>
                      <a:pt x="5230" y="4128"/>
                    </a:cubicBezTo>
                    <a:lnTo>
                      <a:pt x="5222" y="4128"/>
                    </a:lnTo>
                    <a:cubicBezTo>
                      <a:pt x="5465" y="4194"/>
                      <a:pt x="5589" y="4220"/>
                      <a:pt x="5840" y="4286"/>
                    </a:cubicBezTo>
                    <a:cubicBezTo>
                      <a:pt x="5924" y="4278"/>
                      <a:pt x="5974" y="4270"/>
                      <a:pt x="6059" y="4262"/>
                    </a:cubicBezTo>
                    <a:cubicBezTo>
                      <a:pt x="6125" y="4252"/>
                      <a:pt x="6159" y="4252"/>
                      <a:pt x="6233" y="4244"/>
                    </a:cubicBezTo>
                    <a:cubicBezTo>
                      <a:pt x="6410" y="4186"/>
                      <a:pt x="6502" y="4152"/>
                      <a:pt x="6684" y="4102"/>
                    </a:cubicBezTo>
                    <a:cubicBezTo>
                      <a:pt x="6753" y="4112"/>
                      <a:pt x="6785" y="4120"/>
                      <a:pt x="6843" y="4136"/>
                    </a:cubicBezTo>
                    <a:cubicBezTo>
                      <a:pt x="7019" y="4120"/>
                      <a:pt x="7104" y="4112"/>
                      <a:pt x="7270" y="4094"/>
                    </a:cubicBezTo>
                    <a:cubicBezTo>
                      <a:pt x="7462" y="3994"/>
                      <a:pt x="7563" y="3943"/>
                      <a:pt x="7755" y="3843"/>
                    </a:cubicBezTo>
                    <a:cubicBezTo>
                      <a:pt x="7829" y="3711"/>
                      <a:pt x="7872" y="3643"/>
                      <a:pt x="7938" y="3500"/>
                    </a:cubicBezTo>
                    <a:cubicBezTo>
                      <a:pt x="7980" y="3510"/>
                      <a:pt x="7996" y="3510"/>
                      <a:pt x="8030" y="3510"/>
                    </a:cubicBezTo>
                    <a:cubicBezTo>
                      <a:pt x="8122" y="3442"/>
                      <a:pt x="8172" y="3410"/>
                      <a:pt x="8273" y="3342"/>
                    </a:cubicBezTo>
                    <a:cubicBezTo>
                      <a:pt x="8373" y="3276"/>
                      <a:pt x="8423" y="3242"/>
                      <a:pt x="8523" y="3183"/>
                    </a:cubicBezTo>
                    <a:cubicBezTo>
                      <a:pt x="8497" y="3159"/>
                      <a:pt x="8481" y="3149"/>
                      <a:pt x="8457" y="3133"/>
                    </a:cubicBezTo>
                    <a:cubicBezTo>
                      <a:pt x="8481" y="3109"/>
                      <a:pt x="8497" y="3099"/>
                      <a:pt x="8523" y="3075"/>
                    </a:cubicBezTo>
                    <a:cubicBezTo>
                      <a:pt x="8531" y="3049"/>
                      <a:pt x="8539" y="3041"/>
                      <a:pt x="8547" y="3017"/>
                    </a:cubicBezTo>
                    <a:cubicBezTo>
                      <a:pt x="8523" y="3009"/>
                      <a:pt x="8507" y="3009"/>
                      <a:pt x="8481" y="2999"/>
                    </a:cubicBezTo>
                    <a:cubicBezTo>
                      <a:pt x="8539" y="2975"/>
                      <a:pt x="8565" y="2967"/>
                      <a:pt x="8624" y="2949"/>
                    </a:cubicBezTo>
                    <a:cubicBezTo>
                      <a:pt x="8674" y="2925"/>
                      <a:pt x="8698" y="2909"/>
                      <a:pt x="8748" y="2883"/>
                    </a:cubicBezTo>
                    <a:cubicBezTo>
                      <a:pt x="8924" y="2824"/>
                      <a:pt x="9009" y="2798"/>
                      <a:pt x="9183" y="2740"/>
                    </a:cubicBezTo>
                    <a:cubicBezTo>
                      <a:pt x="9526" y="2632"/>
                      <a:pt x="9700" y="2574"/>
                      <a:pt x="10051" y="2465"/>
                    </a:cubicBezTo>
                    <a:cubicBezTo>
                      <a:pt x="10278" y="2347"/>
                      <a:pt x="10386" y="2289"/>
                      <a:pt x="10603" y="2181"/>
                    </a:cubicBezTo>
                    <a:cubicBezTo>
                      <a:pt x="10721" y="2106"/>
                      <a:pt x="10779" y="2072"/>
                      <a:pt x="10896" y="2006"/>
                    </a:cubicBezTo>
                    <a:cubicBezTo>
                      <a:pt x="11080" y="1946"/>
                      <a:pt x="11180" y="1914"/>
                      <a:pt x="11365" y="1856"/>
                    </a:cubicBezTo>
                    <a:cubicBezTo>
                      <a:pt x="11816" y="1721"/>
                      <a:pt x="12041" y="1663"/>
                      <a:pt x="12492" y="1537"/>
                    </a:cubicBezTo>
                    <a:cubicBezTo>
                      <a:pt x="12919" y="1371"/>
                      <a:pt x="13128" y="1286"/>
                      <a:pt x="13537" y="1120"/>
                    </a:cubicBezTo>
                    <a:cubicBezTo>
                      <a:pt x="13420" y="1120"/>
                      <a:pt x="13352" y="1128"/>
                      <a:pt x="13228" y="1136"/>
                    </a:cubicBezTo>
                    <a:cubicBezTo>
                      <a:pt x="13102" y="1144"/>
                      <a:pt x="13035" y="1154"/>
                      <a:pt x="12901" y="1170"/>
                    </a:cubicBezTo>
                    <a:cubicBezTo>
                      <a:pt x="12785" y="1194"/>
                      <a:pt x="12727" y="1204"/>
                      <a:pt x="12608" y="1228"/>
                    </a:cubicBezTo>
                    <a:cubicBezTo>
                      <a:pt x="12592" y="1220"/>
                      <a:pt x="12584" y="1212"/>
                      <a:pt x="12558" y="1194"/>
                    </a:cubicBezTo>
                    <a:cubicBezTo>
                      <a:pt x="12626" y="1170"/>
                      <a:pt x="12658" y="1154"/>
                      <a:pt x="12719" y="1120"/>
                    </a:cubicBezTo>
                    <a:cubicBezTo>
                      <a:pt x="12668" y="1094"/>
                      <a:pt x="12650" y="1086"/>
                      <a:pt x="12600" y="1062"/>
                    </a:cubicBezTo>
                    <a:lnTo>
                      <a:pt x="13394" y="1062"/>
                    </a:lnTo>
                    <a:cubicBezTo>
                      <a:pt x="13420" y="977"/>
                      <a:pt x="13429" y="935"/>
                      <a:pt x="13453" y="853"/>
                    </a:cubicBezTo>
                    <a:cubicBezTo>
                      <a:pt x="13328" y="827"/>
                      <a:pt x="13260" y="819"/>
                      <a:pt x="13128" y="793"/>
                    </a:cubicBezTo>
                    <a:cubicBezTo>
                      <a:pt x="12919" y="785"/>
                      <a:pt x="12809" y="785"/>
                      <a:pt x="12600" y="785"/>
                    </a:cubicBezTo>
                    <a:cubicBezTo>
                      <a:pt x="12584" y="753"/>
                      <a:pt x="12576" y="735"/>
                      <a:pt x="12558" y="711"/>
                    </a:cubicBezTo>
                    <a:lnTo>
                      <a:pt x="12558" y="711"/>
                    </a:lnTo>
                    <a:cubicBezTo>
                      <a:pt x="12676" y="727"/>
                      <a:pt x="12743" y="735"/>
                      <a:pt x="12859" y="761"/>
                    </a:cubicBezTo>
                    <a:cubicBezTo>
                      <a:pt x="13027" y="743"/>
                      <a:pt x="13110" y="743"/>
                      <a:pt x="13270" y="727"/>
                    </a:cubicBezTo>
                    <a:cubicBezTo>
                      <a:pt x="13270" y="685"/>
                      <a:pt x="13270" y="661"/>
                      <a:pt x="13260" y="610"/>
                    </a:cubicBezTo>
                    <a:lnTo>
                      <a:pt x="12508" y="610"/>
                    </a:lnTo>
                    <a:cubicBezTo>
                      <a:pt x="12626" y="602"/>
                      <a:pt x="12685" y="602"/>
                      <a:pt x="12801" y="592"/>
                    </a:cubicBezTo>
                    <a:cubicBezTo>
                      <a:pt x="13001" y="552"/>
                      <a:pt x="13102" y="534"/>
                      <a:pt x="13302" y="502"/>
                    </a:cubicBezTo>
                    <a:cubicBezTo>
                      <a:pt x="13194" y="460"/>
                      <a:pt x="13144" y="434"/>
                      <a:pt x="13043" y="392"/>
                    </a:cubicBezTo>
                    <a:cubicBezTo>
                      <a:pt x="13286" y="334"/>
                      <a:pt x="13410" y="302"/>
                      <a:pt x="13661" y="241"/>
                    </a:cubicBezTo>
                    <a:cubicBezTo>
                      <a:pt x="13495" y="209"/>
                      <a:pt x="13410" y="191"/>
                      <a:pt x="13244" y="159"/>
                    </a:cubicBezTo>
                    <a:cubicBezTo>
                      <a:pt x="13302" y="125"/>
                      <a:pt x="13336" y="109"/>
                      <a:pt x="13394" y="67"/>
                    </a:cubicBezTo>
                    <a:cubicBezTo>
                      <a:pt x="12809" y="17"/>
                      <a:pt x="12225" y="1"/>
                      <a:pt x="11632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>
                <a:off x="2854300" y="2917850"/>
                <a:ext cx="50400" cy="21975"/>
              </a:xfrm>
              <a:custGeom>
                <a:avLst/>
                <a:gdLst/>
                <a:ahLst/>
                <a:cxnLst/>
                <a:rect l="l" t="t" r="r" b="b"/>
                <a:pathLst>
                  <a:path w="2016" h="879" extrusionOk="0">
                    <a:moveTo>
                      <a:pt x="1966" y="259"/>
                    </a:moveTo>
                    <a:cubicBezTo>
                      <a:pt x="1964" y="259"/>
                      <a:pt x="1963" y="259"/>
                      <a:pt x="1962" y="260"/>
                    </a:cubicBezTo>
                    <a:lnTo>
                      <a:pt x="1962" y="260"/>
                    </a:lnTo>
                    <a:cubicBezTo>
                      <a:pt x="1963" y="259"/>
                      <a:pt x="1964" y="259"/>
                      <a:pt x="1966" y="259"/>
                    </a:cubicBezTo>
                    <a:close/>
                    <a:moveTo>
                      <a:pt x="1195" y="0"/>
                    </a:moveTo>
                    <a:cubicBezTo>
                      <a:pt x="1071" y="35"/>
                      <a:pt x="1013" y="51"/>
                      <a:pt x="887" y="85"/>
                    </a:cubicBezTo>
                    <a:cubicBezTo>
                      <a:pt x="736" y="209"/>
                      <a:pt x="652" y="267"/>
                      <a:pt x="502" y="394"/>
                    </a:cubicBezTo>
                    <a:cubicBezTo>
                      <a:pt x="419" y="478"/>
                      <a:pt x="369" y="518"/>
                      <a:pt x="285" y="594"/>
                    </a:cubicBezTo>
                    <a:cubicBezTo>
                      <a:pt x="201" y="644"/>
                      <a:pt x="161" y="668"/>
                      <a:pt x="76" y="718"/>
                    </a:cubicBezTo>
                    <a:cubicBezTo>
                      <a:pt x="84" y="744"/>
                      <a:pt x="93" y="753"/>
                      <a:pt x="93" y="779"/>
                    </a:cubicBezTo>
                    <a:cubicBezTo>
                      <a:pt x="60" y="819"/>
                      <a:pt x="34" y="837"/>
                      <a:pt x="0" y="879"/>
                    </a:cubicBezTo>
                    <a:cubicBezTo>
                      <a:pt x="335" y="779"/>
                      <a:pt x="512" y="718"/>
                      <a:pt x="853" y="618"/>
                    </a:cubicBezTo>
                    <a:cubicBezTo>
                      <a:pt x="937" y="628"/>
                      <a:pt x="979" y="636"/>
                      <a:pt x="1063" y="652"/>
                    </a:cubicBezTo>
                    <a:cubicBezTo>
                      <a:pt x="1254" y="552"/>
                      <a:pt x="1346" y="510"/>
                      <a:pt x="1530" y="418"/>
                    </a:cubicBezTo>
                    <a:cubicBezTo>
                      <a:pt x="1538" y="444"/>
                      <a:pt x="1538" y="460"/>
                      <a:pt x="1546" y="486"/>
                    </a:cubicBezTo>
                    <a:cubicBezTo>
                      <a:pt x="1639" y="478"/>
                      <a:pt x="1689" y="478"/>
                      <a:pt x="1781" y="468"/>
                    </a:cubicBezTo>
                    <a:cubicBezTo>
                      <a:pt x="1873" y="410"/>
                      <a:pt x="1923" y="377"/>
                      <a:pt x="2016" y="317"/>
                    </a:cubicBezTo>
                    <a:cubicBezTo>
                      <a:pt x="1990" y="301"/>
                      <a:pt x="1974" y="293"/>
                      <a:pt x="1939" y="277"/>
                    </a:cubicBezTo>
                    <a:cubicBezTo>
                      <a:pt x="1947" y="268"/>
                      <a:pt x="1954" y="261"/>
                      <a:pt x="1962" y="260"/>
                    </a:cubicBezTo>
                    <a:lnTo>
                      <a:pt x="1962" y="260"/>
                    </a:lnTo>
                    <a:cubicBezTo>
                      <a:pt x="1880" y="267"/>
                      <a:pt x="1838" y="277"/>
                      <a:pt x="1755" y="285"/>
                    </a:cubicBezTo>
                    <a:cubicBezTo>
                      <a:pt x="1815" y="243"/>
                      <a:pt x="1839" y="217"/>
                      <a:pt x="1897" y="177"/>
                    </a:cubicBezTo>
                    <a:cubicBezTo>
                      <a:pt x="1847" y="177"/>
                      <a:pt x="1823" y="185"/>
                      <a:pt x="1781" y="193"/>
                    </a:cubicBezTo>
                    <a:cubicBezTo>
                      <a:pt x="1755" y="185"/>
                      <a:pt x="1739" y="185"/>
                      <a:pt x="1715" y="185"/>
                    </a:cubicBezTo>
                    <a:cubicBezTo>
                      <a:pt x="1747" y="151"/>
                      <a:pt x="1765" y="143"/>
                      <a:pt x="1797" y="109"/>
                    </a:cubicBezTo>
                    <a:lnTo>
                      <a:pt x="1797" y="109"/>
                    </a:lnTo>
                    <a:cubicBezTo>
                      <a:pt x="1546" y="167"/>
                      <a:pt x="1422" y="193"/>
                      <a:pt x="1179" y="251"/>
                    </a:cubicBezTo>
                    <a:lnTo>
                      <a:pt x="903" y="251"/>
                    </a:lnTo>
                    <a:cubicBezTo>
                      <a:pt x="1021" y="151"/>
                      <a:pt x="1079" y="101"/>
                      <a:pt x="1195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4"/>
              <p:cNvSpPr/>
              <p:nvPr/>
            </p:nvSpPr>
            <p:spPr>
              <a:xfrm>
                <a:off x="2635400" y="3096675"/>
                <a:ext cx="76675" cy="40125"/>
              </a:xfrm>
              <a:custGeom>
                <a:avLst/>
                <a:gdLst/>
                <a:ahLst/>
                <a:cxnLst/>
                <a:rect l="l" t="t" r="r" b="b"/>
                <a:pathLst>
                  <a:path w="3067" h="1605" extrusionOk="0">
                    <a:moveTo>
                      <a:pt x="3067" y="1"/>
                    </a:moveTo>
                    <a:cubicBezTo>
                      <a:pt x="2975" y="1"/>
                      <a:pt x="2925" y="9"/>
                      <a:pt x="2832" y="17"/>
                    </a:cubicBezTo>
                    <a:cubicBezTo>
                      <a:pt x="2600" y="101"/>
                      <a:pt x="2481" y="151"/>
                      <a:pt x="2257" y="243"/>
                    </a:cubicBezTo>
                    <a:cubicBezTo>
                      <a:pt x="1914" y="368"/>
                      <a:pt x="1747" y="434"/>
                      <a:pt x="1413" y="568"/>
                    </a:cubicBezTo>
                    <a:cubicBezTo>
                      <a:pt x="1036" y="785"/>
                      <a:pt x="845" y="895"/>
                      <a:pt x="476" y="1120"/>
                    </a:cubicBezTo>
                    <a:cubicBezTo>
                      <a:pt x="283" y="1312"/>
                      <a:pt x="193" y="1412"/>
                      <a:pt x="1" y="1605"/>
                    </a:cubicBezTo>
                    <a:cubicBezTo>
                      <a:pt x="159" y="1479"/>
                      <a:pt x="243" y="1412"/>
                      <a:pt x="410" y="1278"/>
                    </a:cubicBezTo>
                    <a:cubicBezTo>
                      <a:pt x="544" y="1186"/>
                      <a:pt x="618" y="1136"/>
                      <a:pt x="761" y="1045"/>
                    </a:cubicBezTo>
                    <a:cubicBezTo>
                      <a:pt x="935" y="953"/>
                      <a:pt x="1027" y="911"/>
                      <a:pt x="1204" y="827"/>
                    </a:cubicBezTo>
                    <a:cubicBezTo>
                      <a:pt x="1413" y="719"/>
                      <a:pt x="1521" y="668"/>
                      <a:pt x="1729" y="576"/>
                    </a:cubicBezTo>
                    <a:cubicBezTo>
                      <a:pt x="1771" y="568"/>
                      <a:pt x="1798" y="568"/>
                      <a:pt x="1838" y="568"/>
                    </a:cubicBezTo>
                    <a:cubicBezTo>
                      <a:pt x="1922" y="544"/>
                      <a:pt x="1956" y="526"/>
                      <a:pt x="2038" y="502"/>
                    </a:cubicBezTo>
                    <a:cubicBezTo>
                      <a:pt x="2064" y="510"/>
                      <a:pt x="2080" y="518"/>
                      <a:pt x="2106" y="526"/>
                    </a:cubicBezTo>
                    <a:cubicBezTo>
                      <a:pt x="2489" y="310"/>
                      <a:pt x="2674" y="201"/>
                      <a:pt x="3067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4"/>
              <p:cNvSpPr/>
              <p:nvPr/>
            </p:nvSpPr>
            <p:spPr>
              <a:xfrm>
                <a:off x="2715175" y="3075175"/>
                <a:ext cx="46200" cy="25300"/>
              </a:xfrm>
              <a:custGeom>
                <a:avLst/>
                <a:gdLst/>
                <a:ahLst/>
                <a:cxnLst/>
                <a:rect l="l" t="t" r="r" b="b"/>
                <a:pathLst>
                  <a:path w="1848" h="1012" extrusionOk="0">
                    <a:moveTo>
                      <a:pt x="1847" y="0"/>
                    </a:moveTo>
                    <a:lnTo>
                      <a:pt x="1847" y="0"/>
                    </a:lnTo>
                    <a:cubicBezTo>
                      <a:pt x="1639" y="51"/>
                      <a:pt x="1538" y="75"/>
                      <a:pt x="1338" y="133"/>
                    </a:cubicBezTo>
                    <a:cubicBezTo>
                      <a:pt x="1079" y="251"/>
                      <a:pt x="953" y="309"/>
                      <a:pt x="712" y="434"/>
                    </a:cubicBezTo>
                    <a:cubicBezTo>
                      <a:pt x="536" y="526"/>
                      <a:pt x="452" y="576"/>
                      <a:pt x="285" y="668"/>
                    </a:cubicBezTo>
                    <a:cubicBezTo>
                      <a:pt x="343" y="684"/>
                      <a:pt x="369" y="702"/>
                      <a:pt x="427" y="718"/>
                    </a:cubicBezTo>
                    <a:cubicBezTo>
                      <a:pt x="261" y="819"/>
                      <a:pt x="169" y="869"/>
                      <a:pt x="0" y="969"/>
                    </a:cubicBezTo>
                    <a:cubicBezTo>
                      <a:pt x="18" y="985"/>
                      <a:pt x="34" y="993"/>
                      <a:pt x="50" y="1011"/>
                    </a:cubicBezTo>
                    <a:cubicBezTo>
                      <a:pt x="277" y="893"/>
                      <a:pt x="393" y="835"/>
                      <a:pt x="628" y="718"/>
                    </a:cubicBezTo>
                    <a:cubicBezTo>
                      <a:pt x="702" y="692"/>
                      <a:pt x="744" y="684"/>
                      <a:pt x="821" y="660"/>
                    </a:cubicBezTo>
                    <a:cubicBezTo>
                      <a:pt x="887" y="602"/>
                      <a:pt x="921" y="576"/>
                      <a:pt x="987" y="518"/>
                    </a:cubicBezTo>
                    <a:cubicBezTo>
                      <a:pt x="1330" y="309"/>
                      <a:pt x="1496" y="201"/>
                      <a:pt x="1847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4"/>
              <p:cNvSpPr/>
              <p:nvPr/>
            </p:nvSpPr>
            <p:spPr>
              <a:xfrm>
                <a:off x="2778500" y="2872725"/>
                <a:ext cx="13600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544" h="278" extrusionOk="0">
                    <a:moveTo>
                      <a:pt x="375" y="1"/>
                    </a:moveTo>
                    <a:cubicBezTo>
                      <a:pt x="225" y="117"/>
                      <a:pt x="151" y="167"/>
                      <a:pt x="0" y="277"/>
                    </a:cubicBezTo>
                    <a:cubicBezTo>
                      <a:pt x="92" y="277"/>
                      <a:pt x="142" y="267"/>
                      <a:pt x="235" y="267"/>
                    </a:cubicBezTo>
                    <a:cubicBezTo>
                      <a:pt x="359" y="177"/>
                      <a:pt x="417" y="135"/>
                      <a:pt x="544" y="51"/>
                    </a:cubicBezTo>
                    <a:cubicBezTo>
                      <a:pt x="475" y="35"/>
                      <a:pt x="443" y="27"/>
                      <a:pt x="375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>
                <a:off x="3088925" y="2811125"/>
                <a:ext cx="60575" cy="13800"/>
              </a:xfrm>
              <a:custGeom>
                <a:avLst/>
                <a:gdLst/>
                <a:ahLst/>
                <a:cxnLst/>
                <a:rect l="l" t="t" r="r" b="b"/>
                <a:pathLst>
                  <a:path w="2423" h="552" extrusionOk="0">
                    <a:moveTo>
                      <a:pt x="1946" y="0"/>
                    </a:moveTo>
                    <a:cubicBezTo>
                      <a:pt x="1755" y="24"/>
                      <a:pt x="1663" y="42"/>
                      <a:pt x="1470" y="66"/>
                    </a:cubicBezTo>
                    <a:cubicBezTo>
                      <a:pt x="1370" y="74"/>
                      <a:pt x="1320" y="74"/>
                      <a:pt x="1212" y="84"/>
                    </a:cubicBezTo>
                    <a:cubicBezTo>
                      <a:pt x="1178" y="92"/>
                      <a:pt x="1154" y="92"/>
                      <a:pt x="1119" y="92"/>
                    </a:cubicBezTo>
                    <a:cubicBezTo>
                      <a:pt x="1085" y="108"/>
                      <a:pt x="1069" y="116"/>
                      <a:pt x="1027" y="142"/>
                    </a:cubicBezTo>
                    <a:cubicBezTo>
                      <a:pt x="943" y="142"/>
                      <a:pt x="893" y="142"/>
                      <a:pt x="811" y="150"/>
                    </a:cubicBezTo>
                    <a:cubicBezTo>
                      <a:pt x="777" y="193"/>
                      <a:pt x="761" y="209"/>
                      <a:pt x="726" y="251"/>
                    </a:cubicBezTo>
                    <a:cubicBezTo>
                      <a:pt x="642" y="209"/>
                      <a:pt x="602" y="193"/>
                      <a:pt x="510" y="150"/>
                    </a:cubicBezTo>
                    <a:cubicBezTo>
                      <a:pt x="418" y="142"/>
                      <a:pt x="367" y="142"/>
                      <a:pt x="275" y="134"/>
                    </a:cubicBezTo>
                    <a:cubicBezTo>
                      <a:pt x="241" y="150"/>
                      <a:pt x="233" y="150"/>
                      <a:pt x="201" y="166"/>
                    </a:cubicBezTo>
                    <a:cubicBezTo>
                      <a:pt x="117" y="209"/>
                      <a:pt x="83" y="235"/>
                      <a:pt x="0" y="275"/>
                    </a:cubicBezTo>
                    <a:cubicBezTo>
                      <a:pt x="117" y="275"/>
                      <a:pt x="167" y="285"/>
                      <a:pt x="283" y="285"/>
                    </a:cubicBezTo>
                    <a:cubicBezTo>
                      <a:pt x="233" y="343"/>
                      <a:pt x="209" y="367"/>
                      <a:pt x="159" y="417"/>
                    </a:cubicBezTo>
                    <a:cubicBezTo>
                      <a:pt x="309" y="435"/>
                      <a:pt x="384" y="435"/>
                      <a:pt x="542" y="443"/>
                    </a:cubicBezTo>
                    <a:cubicBezTo>
                      <a:pt x="534" y="493"/>
                      <a:pt x="526" y="509"/>
                      <a:pt x="518" y="552"/>
                    </a:cubicBezTo>
                    <a:cubicBezTo>
                      <a:pt x="702" y="543"/>
                      <a:pt x="793" y="535"/>
                      <a:pt x="969" y="525"/>
                    </a:cubicBezTo>
                    <a:lnTo>
                      <a:pt x="1537" y="525"/>
                    </a:lnTo>
                    <a:cubicBezTo>
                      <a:pt x="1763" y="459"/>
                      <a:pt x="1872" y="425"/>
                      <a:pt x="2096" y="359"/>
                    </a:cubicBezTo>
                    <a:cubicBezTo>
                      <a:pt x="2222" y="309"/>
                      <a:pt x="2289" y="285"/>
                      <a:pt x="2423" y="235"/>
                    </a:cubicBezTo>
                    <a:cubicBezTo>
                      <a:pt x="2397" y="185"/>
                      <a:pt x="2381" y="158"/>
                      <a:pt x="2357" y="108"/>
                    </a:cubicBezTo>
                    <a:cubicBezTo>
                      <a:pt x="2265" y="84"/>
                      <a:pt x="2222" y="74"/>
                      <a:pt x="2130" y="50"/>
                    </a:cubicBezTo>
                    <a:cubicBezTo>
                      <a:pt x="2056" y="34"/>
                      <a:pt x="2022" y="16"/>
                      <a:pt x="1946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4"/>
              <p:cNvSpPr/>
              <p:nvPr/>
            </p:nvSpPr>
            <p:spPr>
              <a:xfrm>
                <a:off x="3277325" y="2875425"/>
                <a:ext cx="1257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503" h="260" extrusionOk="0">
                    <a:moveTo>
                      <a:pt x="243" y="1"/>
                    </a:moveTo>
                    <a:cubicBezTo>
                      <a:pt x="143" y="27"/>
                      <a:pt x="101" y="43"/>
                      <a:pt x="1" y="77"/>
                    </a:cubicBezTo>
                    <a:cubicBezTo>
                      <a:pt x="151" y="143"/>
                      <a:pt x="225" y="185"/>
                      <a:pt x="376" y="260"/>
                    </a:cubicBezTo>
                    <a:cubicBezTo>
                      <a:pt x="426" y="220"/>
                      <a:pt x="452" y="201"/>
                      <a:pt x="502" y="159"/>
                    </a:cubicBezTo>
                    <a:cubicBezTo>
                      <a:pt x="460" y="127"/>
                      <a:pt x="444" y="109"/>
                      <a:pt x="402" y="77"/>
                    </a:cubicBezTo>
                    <a:cubicBezTo>
                      <a:pt x="344" y="43"/>
                      <a:pt x="310" y="35"/>
                      <a:pt x="243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4"/>
              <p:cNvSpPr/>
              <p:nvPr/>
            </p:nvSpPr>
            <p:spPr>
              <a:xfrm>
                <a:off x="3172250" y="2808800"/>
                <a:ext cx="773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3093" h="870" extrusionOk="0">
                    <a:moveTo>
                      <a:pt x="510" y="1"/>
                    </a:moveTo>
                    <a:cubicBezTo>
                      <a:pt x="502" y="17"/>
                      <a:pt x="494" y="27"/>
                      <a:pt x="486" y="43"/>
                    </a:cubicBezTo>
                    <a:cubicBezTo>
                      <a:pt x="418" y="51"/>
                      <a:pt x="385" y="59"/>
                      <a:pt x="317" y="77"/>
                    </a:cubicBezTo>
                    <a:cubicBezTo>
                      <a:pt x="351" y="85"/>
                      <a:pt x="367" y="93"/>
                      <a:pt x="402" y="109"/>
                    </a:cubicBezTo>
                    <a:cubicBezTo>
                      <a:pt x="327" y="143"/>
                      <a:pt x="285" y="159"/>
                      <a:pt x="209" y="193"/>
                    </a:cubicBezTo>
                    <a:cubicBezTo>
                      <a:pt x="167" y="235"/>
                      <a:pt x="151" y="251"/>
                      <a:pt x="117" y="294"/>
                    </a:cubicBezTo>
                    <a:cubicBezTo>
                      <a:pt x="67" y="344"/>
                      <a:pt x="43" y="378"/>
                      <a:pt x="0" y="428"/>
                    </a:cubicBezTo>
                    <a:cubicBezTo>
                      <a:pt x="151" y="486"/>
                      <a:pt x="227" y="510"/>
                      <a:pt x="377" y="578"/>
                    </a:cubicBezTo>
                    <a:cubicBezTo>
                      <a:pt x="428" y="602"/>
                      <a:pt x="460" y="618"/>
                      <a:pt x="510" y="653"/>
                    </a:cubicBezTo>
                    <a:lnTo>
                      <a:pt x="510" y="695"/>
                    </a:lnTo>
                    <a:lnTo>
                      <a:pt x="678" y="695"/>
                    </a:lnTo>
                    <a:cubicBezTo>
                      <a:pt x="686" y="729"/>
                      <a:pt x="694" y="745"/>
                      <a:pt x="702" y="769"/>
                    </a:cubicBezTo>
                    <a:cubicBezTo>
                      <a:pt x="845" y="779"/>
                      <a:pt x="911" y="787"/>
                      <a:pt x="1045" y="795"/>
                    </a:cubicBezTo>
                    <a:cubicBezTo>
                      <a:pt x="1180" y="779"/>
                      <a:pt x="1238" y="769"/>
                      <a:pt x="1370" y="753"/>
                    </a:cubicBezTo>
                    <a:cubicBezTo>
                      <a:pt x="1438" y="711"/>
                      <a:pt x="1480" y="687"/>
                      <a:pt x="1555" y="636"/>
                    </a:cubicBezTo>
                    <a:cubicBezTo>
                      <a:pt x="1681" y="586"/>
                      <a:pt x="1747" y="568"/>
                      <a:pt x="1881" y="528"/>
                    </a:cubicBezTo>
                    <a:cubicBezTo>
                      <a:pt x="2140" y="610"/>
                      <a:pt x="2265" y="653"/>
                      <a:pt x="2523" y="745"/>
                    </a:cubicBezTo>
                    <a:cubicBezTo>
                      <a:pt x="2634" y="787"/>
                      <a:pt x="2684" y="811"/>
                      <a:pt x="2792" y="853"/>
                    </a:cubicBezTo>
                    <a:cubicBezTo>
                      <a:pt x="2916" y="861"/>
                      <a:pt x="2992" y="861"/>
                      <a:pt x="3093" y="869"/>
                    </a:cubicBezTo>
                    <a:cubicBezTo>
                      <a:pt x="2257" y="528"/>
                      <a:pt x="1396" y="243"/>
                      <a:pt x="510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4"/>
              <p:cNvSpPr/>
              <p:nvPr/>
            </p:nvSpPr>
            <p:spPr>
              <a:xfrm>
                <a:off x="3162225" y="2827800"/>
                <a:ext cx="177600" cy="75875"/>
              </a:xfrm>
              <a:custGeom>
                <a:avLst/>
                <a:gdLst/>
                <a:ahLst/>
                <a:cxnLst/>
                <a:rect l="l" t="t" r="r" b="b"/>
                <a:pathLst>
                  <a:path w="7104" h="3035" extrusionOk="0">
                    <a:moveTo>
                      <a:pt x="2299" y="1"/>
                    </a:moveTo>
                    <a:cubicBezTo>
                      <a:pt x="2256" y="77"/>
                      <a:pt x="2240" y="119"/>
                      <a:pt x="2190" y="193"/>
                    </a:cubicBezTo>
                    <a:cubicBezTo>
                      <a:pt x="2333" y="251"/>
                      <a:pt x="2407" y="286"/>
                      <a:pt x="2549" y="344"/>
                    </a:cubicBezTo>
                    <a:cubicBezTo>
                      <a:pt x="2615" y="386"/>
                      <a:pt x="2649" y="410"/>
                      <a:pt x="2716" y="452"/>
                    </a:cubicBezTo>
                    <a:cubicBezTo>
                      <a:pt x="2591" y="486"/>
                      <a:pt x="2523" y="502"/>
                      <a:pt x="2399" y="536"/>
                    </a:cubicBezTo>
                    <a:cubicBezTo>
                      <a:pt x="2214" y="610"/>
                      <a:pt x="2132" y="653"/>
                      <a:pt x="1948" y="729"/>
                    </a:cubicBezTo>
                    <a:cubicBezTo>
                      <a:pt x="1932" y="803"/>
                      <a:pt x="1914" y="845"/>
                      <a:pt x="1889" y="929"/>
                    </a:cubicBezTo>
                    <a:cubicBezTo>
                      <a:pt x="1813" y="971"/>
                      <a:pt x="1781" y="995"/>
                      <a:pt x="1705" y="1038"/>
                    </a:cubicBezTo>
                    <a:cubicBezTo>
                      <a:pt x="1671" y="1088"/>
                      <a:pt x="1655" y="1112"/>
                      <a:pt x="1631" y="1162"/>
                    </a:cubicBezTo>
                    <a:cubicBezTo>
                      <a:pt x="1555" y="1204"/>
                      <a:pt x="1520" y="1230"/>
                      <a:pt x="1446" y="1262"/>
                    </a:cubicBezTo>
                    <a:cubicBezTo>
                      <a:pt x="1312" y="1288"/>
                      <a:pt x="1246" y="1296"/>
                      <a:pt x="1103" y="1322"/>
                    </a:cubicBezTo>
                    <a:cubicBezTo>
                      <a:pt x="1079" y="1372"/>
                      <a:pt x="1061" y="1405"/>
                      <a:pt x="1037" y="1463"/>
                    </a:cubicBezTo>
                    <a:cubicBezTo>
                      <a:pt x="819" y="1523"/>
                      <a:pt x="710" y="1555"/>
                      <a:pt x="486" y="1631"/>
                    </a:cubicBezTo>
                    <a:cubicBezTo>
                      <a:pt x="718" y="1623"/>
                      <a:pt x="837" y="1623"/>
                      <a:pt x="1079" y="1623"/>
                    </a:cubicBezTo>
                    <a:cubicBezTo>
                      <a:pt x="1180" y="1639"/>
                      <a:pt x="1230" y="1647"/>
                      <a:pt x="1330" y="1663"/>
                    </a:cubicBezTo>
                    <a:cubicBezTo>
                      <a:pt x="1462" y="1681"/>
                      <a:pt x="1530" y="1689"/>
                      <a:pt x="1663" y="1713"/>
                    </a:cubicBezTo>
                    <a:cubicBezTo>
                      <a:pt x="1739" y="1824"/>
                      <a:pt x="1771" y="1874"/>
                      <a:pt x="1839" y="1982"/>
                    </a:cubicBezTo>
                    <a:cubicBezTo>
                      <a:pt x="1547" y="2040"/>
                      <a:pt x="1396" y="2074"/>
                      <a:pt x="1095" y="2141"/>
                    </a:cubicBezTo>
                    <a:cubicBezTo>
                      <a:pt x="744" y="2207"/>
                      <a:pt x="560" y="2249"/>
                      <a:pt x="201" y="2325"/>
                    </a:cubicBezTo>
                    <a:cubicBezTo>
                      <a:pt x="127" y="2365"/>
                      <a:pt x="85" y="2391"/>
                      <a:pt x="0" y="2433"/>
                    </a:cubicBezTo>
                    <a:cubicBezTo>
                      <a:pt x="34" y="2475"/>
                      <a:pt x="50" y="2492"/>
                      <a:pt x="93" y="2526"/>
                    </a:cubicBezTo>
                    <a:cubicBezTo>
                      <a:pt x="185" y="2642"/>
                      <a:pt x="227" y="2700"/>
                      <a:pt x="317" y="2808"/>
                    </a:cubicBezTo>
                    <a:cubicBezTo>
                      <a:pt x="327" y="2867"/>
                      <a:pt x="327" y="2893"/>
                      <a:pt x="335" y="2943"/>
                    </a:cubicBezTo>
                    <a:cubicBezTo>
                      <a:pt x="452" y="2977"/>
                      <a:pt x="510" y="3001"/>
                      <a:pt x="618" y="3035"/>
                    </a:cubicBezTo>
                    <a:cubicBezTo>
                      <a:pt x="768" y="3027"/>
                      <a:pt x="845" y="3017"/>
                      <a:pt x="995" y="3009"/>
                    </a:cubicBezTo>
                    <a:cubicBezTo>
                      <a:pt x="1153" y="3001"/>
                      <a:pt x="1238" y="2993"/>
                      <a:pt x="1396" y="2977"/>
                    </a:cubicBezTo>
                    <a:cubicBezTo>
                      <a:pt x="1713" y="2901"/>
                      <a:pt x="1871" y="2858"/>
                      <a:pt x="2190" y="2792"/>
                    </a:cubicBezTo>
                    <a:cubicBezTo>
                      <a:pt x="2441" y="2684"/>
                      <a:pt x="2565" y="2626"/>
                      <a:pt x="2816" y="2516"/>
                    </a:cubicBezTo>
                    <a:cubicBezTo>
                      <a:pt x="2842" y="2483"/>
                      <a:pt x="2850" y="2465"/>
                      <a:pt x="2884" y="2433"/>
                    </a:cubicBezTo>
                    <a:cubicBezTo>
                      <a:pt x="2834" y="2407"/>
                      <a:pt x="2808" y="2399"/>
                      <a:pt x="2766" y="2383"/>
                    </a:cubicBezTo>
                    <a:cubicBezTo>
                      <a:pt x="2784" y="2315"/>
                      <a:pt x="2792" y="2283"/>
                      <a:pt x="2808" y="2215"/>
                    </a:cubicBezTo>
                    <a:cubicBezTo>
                      <a:pt x="2958" y="2098"/>
                      <a:pt x="3035" y="2048"/>
                      <a:pt x="3175" y="1940"/>
                    </a:cubicBezTo>
                    <a:lnTo>
                      <a:pt x="3175" y="1782"/>
                    </a:lnTo>
                    <a:cubicBezTo>
                      <a:pt x="3393" y="1764"/>
                      <a:pt x="3502" y="1764"/>
                      <a:pt x="3718" y="1756"/>
                    </a:cubicBezTo>
                    <a:cubicBezTo>
                      <a:pt x="3953" y="1663"/>
                      <a:pt x="4069" y="1623"/>
                      <a:pt x="4296" y="1539"/>
                    </a:cubicBezTo>
                    <a:cubicBezTo>
                      <a:pt x="4488" y="1573"/>
                      <a:pt x="4579" y="1589"/>
                      <a:pt x="4771" y="1631"/>
                    </a:cubicBezTo>
                    <a:cubicBezTo>
                      <a:pt x="5022" y="1689"/>
                      <a:pt x="5140" y="1723"/>
                      <a:pt x="5391" y="1790"/>
                    </a:cubicBezTo>
                    <a:cubicBezTo>
                      <a:pt x="5750" y="1848"/>
                      <a:pt x="5924" y="1882"/>
                      <a:pt x="6283" y="1964"/>
                    </a:cubicBezTo>
                    <a:cubicBezTo>
                      <a:pt x="6376" y="2074"/>
                      <a:pt x="6418" y="2125"/>
                      <a:pt x="6510" y="2225"/>
                    </a:cubicBezTo>
                    <a:cubicBezTo>
                      <a:pt x="6426" y="2265"/>
                      <a:pt x="6376" y="2283"/>
                      <a:pt x="6283" y="2325"/>
                    </a:cubicBezTo>
                    <a:cubicBezTo>
                      <a:pt x="6494" y="2349"/>
                      <a:pt x="6594" y="2365"/>
                      <a:pt x="6795" y="2399"/>
                    </a:cubicBezTo>
                    <a:cubicBezTo>
                      <a:pt x="6769" y="2365"/>
                      <a:pt x="6753" y="2349"/>
                      <a:pt x="6726" y="2315"/>
                    </a:cubicBezTo>
                    <a:cubicBezTo>
                      <a:pt x="6785" y="2299"/>
                      <a:pt x="6819" y="2291"/>
                      <a:pt x="6877" y="2265"/>
                    </a:cubicBezTo>
                    <a:lnTo>
                      <a:pt x="6945" y="2133"/>
                    </a:lnTo>
                    <a:cubicBezTo>
                      <a:pt x="6885" y="2064"/>
                      <a:pt x="6853" y="2032"/>
                      <a:pt x="6795" y="1974"/>
                    </a:cubicBezTo>
                    <a:lnTo>
                      <a:pt x="6795" y="1974"/>
                    </a:lnTo>
                    <a:cubicBezTo>
                      <a:pt x="6911" y="1990"/>
                      <a:pt x="6977" y="2006"/>
                      <a:pt x="7103" y="2032"/>
                    </a:cubicBezTo>
                    <a:cubicBezTo>
                      <a:pt x="6935" y="1964"/>
                      <a:pt x="6853" y="1932"/>
                      <a:pt x="6694" y="1874"/>
                    </a:cubicBezTo>
                    <a:cubicBezTo>
                      <a:pt x="6602" y="1856"/>
                      <a:pt x="6552" y="1848"/>
                      <a:pt x="6460" y="1832"/>
                    </a:cubicBezTo>
                    <a:cubicBezTo>
                      <a:pt x="6402" y="1806"/>
                      <a:pt x="6376" y="1798"/>
                      <a:pt x="6317" y="1774"/>
                    </a:cubicBezTo>
                    <a:cubicBezTo>
                      <a:pt x="6143" y="1748"/>
                      <a:pt x="6059" y="1731"/>
                      <a:pt x="5882" y="1705"/>
                    </a:cubicBezTo>
                    <a:cubicBezTo>
                      <a:pt x="5724" y="1647"/>
                      <a:pt x="5642" y="1623"/>
                      <a:pt x="5481" y="1563"/>
                    </a:cubicBezTo>
                    <a:cubicBezTo>
                      <a:pt x="5307" y="1513"/>
                      <a:pt x="5222" y="1489"/>
                      <a:pt x="5048" y="1447"/>
                    </a:cubicBezTo>
                    <a:cubicBezTo>
                      <a:pt x="5064" y="1405"/>
                      <a:pt x="5072" y="1381"/>
                      <a:pt x="5090" y="1338"/>
                    </a:cubicBezTo>
                    <a:cubicBezTo>
                      <a:pt x="5164" y="1354"/>
                      <a:pt x="5206" y="1372"/>
                      <a:pt x="5281" y="1397"/>
                    </a:cubicBezTo>
                    <a:cubicBezTo>
                      <a:pt x="5415" y="1405"/>
                      <a:pt x="5481" y="1413"/>
                      <a:pt x="5615" y="1431"/>
                    </a:cubicBezTo>
                    <a:cubicBezTo>
                      <a:pt x="5800" y="1489"/>
                      <a:pt x="5892" y="1513"/>
                      <a:pt x="6067" y="1573"/>
                    </a:cubicBezTo>
                    <a:cubicBezTo>
                      <a:pt x="6283" y="1613"/>
                      <a:pt x="6444" y="1647"/>
                      <a:pt x="6610" y="1689"/>
                    </a:cubicBezTo>
                    <a:cubicBezTo>
                      <a:pt x="5750" y="1162"/>
                      <a:pt x="4847" y="695"/>
                      <a:pt x="3911" y="286"/>
                    </a:cubicBezTo>
                    <a:cubicBezTo>
                      <a:pt x="3853" y="286"/>
                      <a:pt x="3795" y="278"/>
                      <a:pt x="3718" y="270"/>
                    </a:cubicBezTo>
                    <a:cubicBezTo>
                      <a:pt x="3676" y="260"/>
                      <a:pt x="3652" y="251"/>
                      <a:pt x="3610" y="243"/>
                    </a:cubicBezTo>
                    <a:cubicBezTo>
                      <a:pt x="3552" y="270"/>
                      <a:pt x="3518" y="278"/>
                      <a:pt x="3460" y="294"/>
                    </a:cubicBezTo>
                    <a:cubicBezTo>
                      <a:pt x="3343" y="310"/>
                      <a:pt x="3285" y="320"/>
                      <a:pt x="3167" y="344"/>
                    </a:cubicBezTo>
                    <a:cubicBezTo>
                      <a:pt x="3016" y="320"/>
                      <a:pt x="2934" y="302"/>
                      <a:pt x="2784" y="278"/>
                    </a:cubicBezTo>
                    <a:lnTo>
                      <a:pt x="3243" y="278"/>
                    </a:lnTo>
                    <a:cubicBezTo>
                      <a:pt x="3217" y="201"/>
                      <a:pt x="3209" y="169"/>
                      <a:pt x="3193" y="93"/>
                    </a:cubicBezTo>
                    <a:cubicBezTo>
                      <a:pt x="3175" y="151"/>
                      <a:pt x="3167" y="185"/>
                      <a:pt x="3143" y="243"/>
                    </a:cubicBezTo>
                    <a:cubicBezTo>
                      <a:pt x="2984" y="219"/>
                      <a:pt x="2908" y="201"/>
                      <a:pt x="2742" y="177"/>
                    </a:cubicBezTo>
                    <a:cubicBezTo>
                      <a:pt x="2758" y="151"/>
                      <a:pt x="2766" y="135"/>
                      <a:pt x="2784" y="101"/>
                    </a:cubicBezTo>
                    <a:cubicBezTo>
                      <a:pt x="2692" y="77"/>
                      <a:pt x="2641" y="59"/>
                      <a:pt x="2557" y="43"/>
                    </a:cubicBezTo>
                    <a:cubicBezTo>
                      <a:pt x="2457" y="27"/>
                      <a:pt x="2407" y="19"/>
                      <a:pt x="2299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4"/>
              <p:cNvSpPr/>
              <p:nvPr/>
            </p:nvSpPr>
            <p:spPr>
              <a:xfrm>
                <a:off x="3151800" y="2886725"/>
                <a:ext cx="348850" cy="156275"/>
              </a:xfrm>
              <a:custGeom>
                <a:avLst/>
                <a:gdLst/>
                <a:ahLst/>
                <a:cxnLst/>
                <a:rect l="l" t="t" r="r" b="b"/>
                <a:pathLst>
                  <a:path w="13954" h="6251" extrusionOk="0">
                    <a:moveTo>
                      <a:pt x="5940" y="0"/>
                    </a:moveTo>
                    <a:cubicBezTo>
                      <a:pt x="5748" y="18"/>
                      <a:pt x="5647" y="26"/>
                      <a:pt x="5457" y="50"/>
                    </a:cubicBezTo>
                    <a:cubicBezTo>
                      <a:pt x="5288" y="58"/>
                      <a:pt x="5206" y="58"/>
                      <a:pt x="5038" y="76"/>
                    </a:cubicBezTo>
                    <a:cubicBezTo>
                      <a:pt x="4579" y="135"/>
                      <a:pt x="4354" y="169"/>
                      <a:pt x="3885" y="251"/>
                    </a:cubicBezTo>
                    <a:cubicBezTo>
                      <a:pt x="3684" y="327"/>
                      <a:pt x="3584" y="359"/>
                      <a:pt x="3383" y="435"/>
                    </a:cubicBezTo>
                    <a:cubicBezTo>
                      <a:pt x="3317" y="469"/>
                      <a:pt x="3283" y="485"/>
                      <a:pt x="3209" y="520"/>
                    </a:cubicBezTo>
                    <a:cubicBezTo>
                      <a:pt x="3066" y="536"/>
                      <a:pt x="3000" y="544"/>
                      <a:pt x="2850" y="570"/>
                    </a:cubicBezTo>
                    <a:cubicBezTo>
                      <a:pt x="2631" y="602"/>
                      <a:pt x="2523" y="620"/>
                      <a:pt x="2306" y="652"/>
                    </a:cubicBezTo>
                    <a:cubicBezTo>
                      <a:pt x="2198" y="694"/>
                      <a:pt x="2138" y="710"/>
                      <a:pt x="2030" y="752"/>
                    </a:cubicBezTo>
                    <a:cubicBezTo>
                      <a:pt x="1988" y="820"/>
                      <a:pt x="1972" y="852"/>
                      <a:pt x="1929" y="921"/>
                    </a:cubicBezTo>
                    <a:cubicBezTo>
                      <a:pt x="1747" y="1021"/>
                      <a:pt x="1655" y="1071"/>
                      <a:pt x="1462" y="1179"/>
                    </a:cubicBezTo>
                    <a:cubicBezTo>
                      <a:pt x="1436" y="1245"/>
                      <a:pt x="1420" y="1280"/>
                      <a:pt x="1396" y="1346"/>
                    </a:cubicBezTo>
                    <a:cubicBezTo>
                      <a:pt x="1428" y="1422"/>
                      <a:pt x="1446" y="1462"/>
                      <a:pt x="1486" y="1538"/>
                    </a:cubicBezTo>
                    <a:cubicBezTo>
                      <a:pt x="1396" y="1612"/>
                      <a:pt x="1346" y="1655"/>
                      <a:pt x="1254" y="1731"/>
                    </a:cubicBezTo>
                    <a:cubicBezTo>
                      <a:pt x="1103" y="1797"/>
                      <a:pt x="1027" y="1831"/>
                      <a:pt x="877" y="1905"/>
                    </a:cubicBezTo>
                    <a:cubicBezTo>
                      <a:pt x="794" y="1981"/>
                      <a:pt x="752" y="2024"/>
                      <a:pt x="660" y="2106"/>
                    </a:cubicBezTo>
                    <a:cubicBezTo>
                      <a:pt x="560" y="2214"/>
                      <a:pt x="502" y="2264"/>
                      <a:pt x="393" y="2364"/>
                    </a:cubicBezTo>
                    <a:cubicBezTo>
                      <a:pt x="243" y="2575"/>
                      <a:pt x="159" y="2683"/>
                      <a:pt x="0" y="2892"/>
                    </a:cubicBezTo>
                    <a:cubicBezTo>
                      <a:pt x="117" y="2916"/>
                      <a:pt x="183" y="2934"/>
                      <a:pt x="301" y="2966"/>
                    </a:cubicBezTo>
                    <a:cubicBezTo>
                      <a:pt x="325" y="3008"/>
                      <a:pt x="333" y="3026"/>
                      <a:pt x="359" y="3066"/>
                    </a:cubicBezTo>
                    <a:cubicBezTo>
                      <a:pt x="409" y="3108"/>
                      <a:pt x="433" y="3127"/>
                      <a:pt x="494" y="3167"/>
                    </a:cubicBezTo>
                    <a:cubicBezTo>
                      <a:pt x="476" y="3259"/>
                      <a:pt x="467" y="3309"/>
                      <a:pt x="451" y="3409"/>
                    </a:cubicBezTo>
                    <a:cubicBezTo>
                      <a:pt x="433" y="3467"/>
                      <a:pt x="425" y="3502"/>
                      <a:pt x="417" y="3568"/>
                    </a:cubicBezTo>
                    <a:cubicBezTo>
                      <a:pt x="476" y="3594"/>
                      <a:pt x="510" y="3602"/>
                      <a:pt x="568" y="3628"/>
                    </a:cubicBezTo>
                    <a:cubicBezTo>
                      <a:pt x="610" y="3660"/>
                      <a:pt x="626" y="3678"/>
                      <a:pt x="668" y="3710"/>
                    </a:cubicBezTo>
                    <a:cubicBezTo>
                      <a:pt x="845" y="3686"/>
                      <a:pt x="935" y="3678"/>
                      <a:pt x="1111" y="3652"/>
                    </a:cubicBezTo>
                    <a:cubicBezTo>
                      <a:pt x="1296" y="3668"/>
                      <a:pt x="1386" y="3678"/>
                      <a:pt x="1570" y="3694"/>
                    </a:cubicBezTo>
                    <a:cubicBezTo>
                      <a:pt x="1705" y="3694"/>
                      <a:pt x="1771" y="3702"/>
                      <a:pt x="1905" y="3702"/>
                    </a:cubicBezTo>
                    <a:cubicBezTo>
                      <a:pt x="2014" y="3736"/>
                      <a:pt x="2064" y="3752"/>
                      <a:pt x="2172" y="3786"/>
                    </a:cubicBezTo>
                    <a:cubicBezTo>
                      <a:pt x="2531" y="3768"/>
                      <a:pt x="2716" y="3768"/>
                      <a:pt x="3083" y="3768"/>
                    </a:cubicBezTo>
                    <a:cubicBezTo>
                      <a:pt x="3291" y="3760"/>
                      <a:pt x="3401" y="3760"/>
                      <a:pt x="3610" y="3752"/>
                    </a:cubicBezTo>
                    <a:cubicBezTo>
                      <a:pt x="3827" y="3702"/>
                      <a:pt x="3935" y="3686"/>
                      <a:pt x="4153" y="3636"/>
                    </a:cubicBezTo>
                    <a:cubicBezTo>
                      <a:pt x="4563" y="3552"/>
                      <a:pt x="4763" y="3510"/>
                      <a:pt x="5156" y="3443"/>
                    </a:cubicBezTo>
                    <a:cubicBezTo>
                      <a:pt x="5507" y="3367"/>
                      <a:pt x="5682" y="3335"/>
                      <a:pt x="6024" y="3277"/>
                    </a:cubicBezTo>
                    <a:cubicBezTo>
                      <a:pt x="6349" y="3209"/>
                      <a:pt x="6518" y="3185"/>
                      <a:pt x="6835" y="3143"/>
                    </a:cubicBezTo>
                    <a:cubicBezTo>
                      <a:pt x="7111" y="3201"/>
                      <a:pt x="7252" y="3235"/>
                      <a:pt x="7537" y="3301"/>
                    </a:cubicBezTo>
                    <a:cubicBezTo>
                      <a:pt x="7845" y="3293"/>
                      <a:pt x="8004" y="3293"/>
                      <a:pt x="8315" y="3293"/>
                    </a:cubicBezTo>
                    <a:cubicBezTo>
                      <a:pt x="8405" y="3393"/>
                      <a:pt x="8447" y="3443"/>
                      <a:pt x="8531" y="3552"/>
                    </a:cubicBezTo>
                    <a:lnTo>
                      <a:pt x="8531" y="3686"/>
                    </a:lnTo>
                    <a:cubicBezTo>
                      <a:pt x="8531" y="3718"/>
                      <a:pt x="8523" y="3736"/>
                      <a:pt x="8523" y="3768"/>
                    </a:cubicBezTo>
                    <a:cubicBezTo>
                      <a:pt x="8806" y="3869"/>
                      <a:pt x="8948" y="3929"/>
                      <a:pt x="9241" y="4037"/>
                    </a:cubicBezTo>
                    <a:cubicBezTo>
                      <a:pt x="9418" y="4145"/>
                      <a:pt x="9508" y="4203"/>
                      <a:pt x="9684" y="4320"/>
                    </a:cubicBezTo>
                    <a:cubicBezTo>
                      <a:pt x="9700" y="4354"/>
                      <a:pt x="9708" y="4370"/>
                      <a:pt x="9726" y="4412"/>
                    </a:cubicBezTo>
                    <a:cubicBezTo>
                      <a:pt x="9801" y="4488"/>
                      <a:pt x="9843" y="4520"/>
                      <a:pt x="9909" y="4596"/>
                    </a:cubicBezTo>
                    <a:cubicBezTo>
                      <a:pt x="9801" y="4663"/>
                      <a:pt x="9742" y="4705"/>
                      <a:pt x="9626" y="4771"/>
                    </a:cubicBezTo>
                    <a:cubicBezTo>
                      <a:pt x="9568" y="4871"/>
                      <a:pt x="9534" y="4931"/>
                      <a:pt x="9468" y="5032"/>
                    </a:cubicBezTo>
                    <a:cubicBezTo>
                      <a:pt x="9642" y="5156"/>
                      <a:pt x="9726" y="5214"/>
                      <a:pt x="9893" y="5340"/>
                    </a:cubicBezTo>
                    <a:cubicBezTo>
                      <a:pt x="9985" y="5473"/>
                      <a:pt x="10035" y="5533"/>
                      <a:pt x="10127" y="5665"/>
                    </a:cubicBezTo>
                    <a:cubicBezTo>
                      <a:pt x="10202" y="5734"/>
                      <a:pt x="10236" y="5766"/>
                      <a:pt x="10310" y="5842"/>
                    </a:cubicBezTo>
                    <a:cubicBezTo>
                      <a:pt x="10402" y="5908"/>
                      <a:pt x="10452" y="5950"/>
                      <a:pt x="10545" y="6016"/>
                    </a:cubicBezTo>
                    <a:cubicBezTo>
                      <a:pt x="10561" y="6066"/>
                      <a:pt x="10571" y="6084"/>
                      <a:pt x="10587" y="6125"/>
                    </a:cubicBezTo>
                    <a:cubicBezTo>
                      <a:pt x="10587" y="6167"/>
                      <a:pt x="10587" y="6185"/>
                      <a:pt x="10579" y="6217"/>
                    </a:cubicBezTo>
                    <a:cubicBezTo>
                      <a:pt x="10811" y="6235"/>
                      <a:pt x="10930" y="6235"/>
                      <a:pt x="11154" y="6251"/>
                    </a:cubicBezTo>
                    <a:cubicBezTo>
                      <a:pt x="11608" y="6221"/>
                      <a:pt x="12057" y="6195"/>
                      <a:pt x="12502" y="6195"/>
                    </a:cubicBezTo>
                    <a:cubicBezTo>
                      <a:pt x="12680" y="6195"/>
                      <a:pt x="12858" y="6199"/>
                      <a:pt x="13035" y="6209"/>
                    </a:cubicBezTo>
                    <a:cubicBezTo>
                      <a:pt x="13186" y="6193"/>
                      <a:pt x="13260" y="6185"/>
                      <a:pt x="13410" y="6175"/>
                    </a:cubicBezTo>
                    <a:cubicBezTo>
                      <a:pt x="13468" y="6135"/>
                      <a:pt x="13495" y="6117"/>
                      <a:pt x="13553" y="6074"/>
                    </a:cubicBezTo>
                    <a:cubicBezTo>
                      <a:pt x="13719" y="6093"/>
                      <a:pt x="13795" y="6101"/>
                      <a:pt x="13954" y="6125"/>
                    </a:cubicBezTo>
                    <a:cubicBezTo>
                      <a:pt x="12608" y="4019"/>
                      <a:pt x="10904" y="2174"/>
                      <a:pt x="8932" y="652"/>
                    </a:cubicBezTo>
                    <a:lnTo>
                      <a:pt x="8856" y="652"/>
                    </a:lnTo>
                    <a:cubicBezTo>
                      <a:pt x="8882" y="736"/>
                      <a:pt x="8890" y="778"/>
                      <a:pt x="8906" y="860"/>
                    </a:cubicBezTo>
                    <a:cubicBezTo>
                      <a:pt x="8740" y="810"/>
                      <a:pt x="8656" y="794"/>
                      <a:pt x="8481" y="752"/>
                    </a:cubicBezTo>
                    <a:cubicBezTo>
                      <a:pt x="8281" y="710"/>
                      <a:pt x="8172" y="686"/>
                      <a:pt x="7964" y="652"/>
                    </a:cubicBezTo>
                    <a:cubicBezTo>
                      <a:pt x="7871" y="610"/>
                      <a:pt x="7821" y="586"/>
                      <a:pt x="7729" y="544"/>
                    </a:cubicBezTo>
                    <a:cubicBezTo>
                      <a:pt x="7603" y="520"/>
                      <a:pt x="7537" y="501"/>
                      <a:pt x="7412" y="485"/>
                    </a:cubicBezTo>
                    <a:cubicBezTo>
                      <a:pt x="7151" y="459"/>
                      <a:pt x="7019" y="443"/>
                      <a:pt x="6760" y="435"/>
                    </a:cubicBezTo>
                    <a:cubicBezTo>
                      <a:pt x="6600" y="401"/>
                      <a:pt x="6526" y="385"/>
                      <a:pt x="6367" y="359"/>
                    </a:cubicBezTo>
                    <a:cubicBezTo>
                      <a:pt x="6391" y="309"/>
                      <a:pt x="6409" y="285"/>
                      <a:pt x="6434" y="235"/>
                    </a:cubicBezTo>
                    <a:cubicBezTo>
                      <a:pt x="6341" y="185"/>
                      <a:pt x="6291" y="159"/>
                      <a:pt x="6199" y="108"/>
                    </a:cubicBezTo>
                    <a:cubicBezTo>
                      <a:pt x="6099" y="68"/>
                      <a:pt x="6040" y="42"/>
                      <a:pt x="5940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4"/>
              <p:cNvSpPr/>
              <p:nvPr/>
            </p:nvSpPr>
            <p:spPr>
              <a:xfrm>
                <a:off x="3121250" y="2852875"/>
                <a:ext cx="284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645" extrusionOk="0">
                    <a:moveTo>
                      <a:pt x="771" y="1"/>
                    </a:moveTo>
                    <a:cubicBezTo>
                      <a:pt x="570" y="69"/>
                      <a:pt x="470" y="109"/>
                      <a:pt x="270" y="177"/>
                    </a:cubicBezTo>
                    <a:cubicBezTo>
                      <a:pt x="252" y="209"/>
                      <a:pt x="244" y="227"/>
                      <a:pt x="228" y="259"/>
                    </a:cubicBezTo>
                    <a:cubicBezTo>
                      <a:pt x="135" y="293"/>
                      <a:pt x="93" y="309"/>
                      <a:pt x="1" y="343"/>
                    </a:cubicBezTo>
                    <a:cubicBezTo>
                      <a:pt x="101" y="386"/>
                      <a:pt x="143" y="410"/>
                      <a:pt x="244" y="452"/>
                    </a:cubicBezTo>
                    <a:cubicBezTo>
                      <a:pt x="236" y="528"/>
                      <a:pt x="236" y="570"/>
                      <a:pt x="228" y="644"/>
                    </a:cubicBezTo>
                    <a:cubicBezTo>
                      <a:pt x="470" y="570"/>
                      <a:pt x="595" y="536"/>
                      <a:pt x="837" y="470"/>
                    </a:cubicBezTo>
                    <a:cubicBezTo>
                      <a:pt x="964" y="386"/>
                      <a:pt x="1022" y="343"/>
                      <a:pt x="1138" y="259"/>
                    </a:cubicBezTo>
                    <a:cubicBezTo>
                      <a:pt x="1080" y="193"/>
                      <a:pt x="1054" y="169"/>
                      <a:pt x="996" y="101"/>
                    </a:cubicBezTo>
                    <a:cubicBezTo>
                      <a:pt x="903" y="59"/>
                      <a:pt x="863" y="43"/>
                      <a:pt x="771" y="1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4"/>
              <p:cNvSpPr/>
              <p:nvPr/>
            </p:nvSpPr>
            <p:spPr>
              <a:xfrm>
                <a:off x="3131100" y="2839950"/>
                <a:ext cx="7020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2808" h="987" extrusionOk="0">
                    <a:moveTo>
                      <a:pt x="409" y="0"/>
                    </a:moveTo>
                    <a:cubicBezTo>
                      <a:pt x="277" y="84"/>
                      <a:pt x="209" y="116"/>
                      <a:pt x="76" y="201"/>
                    </a:cubicBezTo>
                    <a:cubicBezTo>
                      <a:pt x="50" y="243"/>
                      <a:pt x="34" y="267"/>
                      <a:pt x="0" y="309"/>
                    </a:cubicBezTo>
                    <a:cubicBezTo>
                      <a:pt x="126" y="351"/>
                      <a:pt x="193" y="367"/>
                      <a:pt x="319" y="401"/>
                    </a:cubicBezTo>
                    <a:cubicBezTo>
                      <a:pt x="351" y="425"/>
                      <a:pt x="377" y="435"/>
                      <a:pt x="409" y="451"/>
                    </a:cubicBezTo>
                    <a:cubicBezTo>
                      <a:pt x="477" y="425"/>
                      <a:pt x="501" y="417"/>
                      <a:pt x="570" y="401"/>
                    </a:cubicBezTo>
                    <a:cubicBezTo>
                      <a:pt x="636" y="435"/>
                      <a:pt x="670" y="443"/>
                      <a:pt x="736" y="475"/>
                    </a:cubicBezTo>
                    <a:cubicBezTo>
                      <a:pt x="844" y="459"/>
                      <a:pt x="902" y="443"/>
                      <a:pt x="1011" y="425"/>
                    </a:cubicBezTo>
                    <a:cubicBezTo>
                      <a:pt x="1121" y="451"/>
                      <a:pt x="1179" y="459"/>
                      <a:pt x="1287" y="485"/>
                    </a:cubicBezTo>
                    <a:cubicBezTo>
                      <a:pt x="1237" y="526"/>
                      <a:pt x="1211" y="544"/>
                      <a:pt x="1161" y="586"/>
                    </a:cubicBezTo>
                    <a:cubicBezTo>
                      <a:pt x="1137" y="610"/>
                      <a:pt x="1129" y="626"/>
                      <a:pt x="1111" y="652"/>
                    </a:cubicBezTo>
                    <a:lnTo>
                      <a:pt x="1171" y="768"/>
                    </a:lnTo>
                    <a:cubicBezTo>
                      <a:pt x="1362" y="768"/>
                      <a:pt x="1454" y="768"/>
                      <a:pt x="1646" y="776"/>
                    </a:cubicBezTo>
                    <a:cubicBezTo>
                      <a:pt x="1530" y="836"/>
                      <a:pt x="1480" y="868"/>
                      <a:pt x="1362" y="937"/>
                    </a:cubicBezTo>
                    <a:cubicBezTo>
                      <a:pt x="1396" y="953"/>
                      <a:pt x="1412" y="969"/>
                      <a:pt x="1446" y="987"/>
                    </a:cubicBezTo>
                    <a:cubicBezTo>
                      <a:pt x="1538" y="961"/>
                      <a:pt x="1580" y="953"/>
                      <a:pt x="1673" y="919"/>
                    </a:cubicBezTo>
                    <a:cubicBezTo>
                      <a:pt x="1723" y="895"/>
                      <a:pt x="1755" y="876"/>
                      <a:pt x="1805" y="844"/>
                    </a:cubicBezTo>
                    <a:cubicBezTo>
                      <a:pt x="2013" y="786"/>
                      <a:pt x="2114" y="760"/>
                      <a:pt x="2324" y="702"/>
                    </a:cubicBezTo>
                    <a:cubicBezTo>
                      <a:pt x="2515" y="636"/>
                      <a:pt x="2615" y="602"/>
                      <a:pt x="2808" y="536"/>
                    </a:cubicBezTo>
                    <a:cubicBezTo>
                      <a:pt x="2733" y="518"/>
                      <a:pt x="2699" y="509"/>
                      <a:pt x="2633" y="493"/>
                    </a:cubicBezTo>
                    <a:cubicBezTo>
                      <a:pt x="2583" y="425"/>
                      <a:pt x="2565" y="401"/>
                      <a:pt x="2515" y="335"/>
                    </a:cubicBezTo>
                    <a:cubicBezTo>
                      <a:pt x="2398" y="351"/>
                      <a:pt x="2340" y="359"/>
                      <a:pt x="2224" y="385"/>
                    </a:cubicBezTo>
                    <a:cubicBezTo>
                      <a:pt x="1905" y="317"/>
                      <a:pt x="1747" y="293"/>
                      <a:pt x="1438" y="243"/>
                    </a:cubicBezTo>
                    <a:cubicBezTo>
                      <a:pt x="1346" y="225"/>
                      <a:pt x="1295" y="217"/>
                      <a:pt x="1203" y="209"/>
                    </a:cubicBezTo>
                    <a:cubicBezTo>
                      <a:pt x="1121" y="209"/>
                      <a:pt x="1079" y="209"/>
                      <a:pt x="987" y="217"/>
                    </a:cubicBezTo>
                    <a:cubicBezTo>
                      <a:pt x="971" y="143"/>
                      <a:pt x="953" y="100"/>
                      <a:pt x="937" y="34"/>
                    </a:cubicBezTo>
                    <a:cubicBezTo>
                      <a:pt x="752" y="58"/>
                      <a:pt x="660" y="66"/>
                      <a:pt x="477" y="100"/>
                    </a:cubicBezTo>
                    <a:cubicBezTo>
                      <a:pt x="451" y="58"/>
                      <a:pt x="435" y="42"/>
                      <a:pt x="409" y="0"/>
                    </a:cubicBezTo>
                    <a:close/>
                  </a:path>
                </a:pathLst>
              </a:custGeom>
              <a:solidFill>
                <a:schemeClr val="lt2">
                  <a:alpha val="2849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5" name="Google Shape;135;p14"/>
          <p:cNvSpPr/>
          <p:nvPr/>
        </p:nvSpPr>
        <p:spPr>
          <a:xfrm>
            <a:off x="7062450" y="3352196"/>
            <a:ext cx="2210903" cy="664969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0" y="0"/>
            <a:ext cx="2282337" cy="2419743"/>
          </a:xfrm>
          <a:custGeom>
            <a:avLst/>
            <a:gdLst/>
            <a:ahLst/>
            <a:cxnLst/>
            <a:rect l="l" t="t" r="r" b="b"/>
            <a:pathLst>
              <a:path w="12358" h="13102" extrusionOk="0">
                <a:moveTo>
                  <a:pt x="6901" y="3376"/>
                </a:moveTo>
                <a:cubicBezTo>
                  <a:pt x="6909" y="3376"/>
                  <a:pt x="6909" y="3384"/>
                  <a:pt x="6919" y="3392"/>
                </a:cubicBezTo>
                <a:cubicBezTo>
                  <a:pt x="6909" y="3392"/>
                  <a:pt x="6901" y="3400"/>
                  <a:pt x="6893" y="3400"/>
                </a:cubicBezTo>
                <a:cubicBezTo>
                  <a:pt x="6893" y="3392"/>
                  <a:pt x="6901" y="3384"/>
                  <a:pt x="6901" y="3376"/>
                </a:cubicBezTo>
                <a:close/>
                <a:moveTo>
                  <a:pt x="6600" y="3727"/>
                </a:moveTo>
                <a:lnTo>
                  <a:pt x="6600" y="3727"/>
                </a:lnTo>
                <a:cubicBezTo>
                  <a:pt x="6584" y="3751"/>
                  <a:pt x="6576" y="3769"/>
                  <a:pt x="6568" y="3793"/>
                </a:cubicBezTo>
                <a:cubicBezTo>
                  <a:pt x="6568" y="3793"/>
                  <a:pt x="6558" y="3793"/>
                  <a:pt x="6558" y="3801"/>
                </a:cubicBezTo>
                <a:cubicBezTo>
                  <a:pt x="6550" y="3785"/>
                  <a:pt x="6534" y="3769"/>
                  <a:pt x="6526" y="3751"/>
                </a:cubicBezTo>
                <a:cubicBezTo>
                  <a:pt x="6550" y="3743"/>
                  <a:pt x="6576" y="3735"/>
                  <a:pt x="6600" y="3727"/>
                </a:cubicBezTo>
                <a:close/>
                <a:moveTo>
                  <a:pt x="0" y="1"/>
                </a:moveTo>
                <a:lnTo>
                  <a:pt x="0" y="13102"/>
                </a:lnTo>
                <a:cubicBezTo>
                  <a:pt x="191" y="12959"/>
                  <a:pt x="333" y="12759"/>
                  <a:pt x="401" y="12508"/>
                </a:cubicBezTo>
                <a:cubicBezTo>
                  <a:pt x="491" y="12141"/>
                  <a:pt x="375" y="11772"/>
                  <a:pt x="124" y="11532"/>
                </a:cubicBezTo>
                <a:cubicBezTo>
                  <a:pt x="491" y="11389"/>
                  <a:pt x="742" y="11012"/>
                  <a:pt x="710" y="10587"/>
                </a:cubicBezTo>
                <a:cubicBezTo>
                  <a:pt x="702" y="10411"/>
                  <a:pt x="634" y="10244"/>
                  <a:pt x="534" y="10110"/>
                </a:cubicBezTo>
                <a:cubicBezTo>
                  <a:pt x="576" y="10001"/>
                  <a:pt x="602" y="9885"/>
                  <a:pt x="610" y="9767"/>
                </a:cubicBezTo>
                <a:cubicBezTo>
                  <a:pt x="826" y="9643"/>
                  <a:pt x="993" y="9442"/>
                  <a:pt x="1069" y="9207"/>
                </a:cubicBezTo>
                <a:cubicBezTo>
                  <a:pt x="1095" y="9209"/>
                  <a:pt x="1121" y="9210"/>
                  <a:pt x="1147" y="9210"/>
                </a:cubicBezTo>
                <a:cubicBezTo>
                  <a:pt x="1739" y="9210"/>
                  <a:pt x="2232" y="8756"/>
                  <a:pt x="2272" y="8163"/>
                </a:cubicBezTo>
                <a:cubicBezTo>
                  <a:pt x="2288" y="7922"/>
                  <a:pt x="2230" y="7687"/>
                  <a:pt x="2114" y="7495"/>
                </a:cubicBezTo>
                <a:cubicBezTo>
                  <a:pt x="2280" y="7302"/>
                  <a:pt x="2381" y="7078"/>
                  <a:pt x="2415" y="6835"/>
                </a:cubicBezTo>
                <a:cubicBezTo>
                  <a:pt x="2518" y="6882"/>
                  <a:pt x="2629" y="6905"/>
                  <a:pt x="2741" y="6905"/>
                </a:cubicBezTo>
                <a:cubicBezTo>
                  <a:pt x="2928" y="6905"/>
                  <a:pt x="3115" y="6840"/>
                  <a:pt x="3267" y="6709"/>
                </a:cubicBezTo>
                <a:cubicBezTo>
                  <a:pt x="3484" y="6518"/>
                  <a:pt x="3576" y="6233"/>
                  <a:pt x="3526" y="5975"/>
                </a:cubicBezTo>
                <a:lnTo>
                  <a:pt x="3526" y="5975"/>
                </a:lnTo>
                <a:cubicBezTo>
                  <a:pt x="3699" y="6094"/>
                  <a:pt x="3906" y="6155"/>
                  <a:pt x="4113" y="6155"/>
                </a:cubicBezTo>
                <a:cubicBezTo>
                  <a:pt x="4353" y="6155"/>
                  <a:pt x="4594" y="6073"/>
                  <a:pt x="4787" y="5906"/>
                </a:cubicBezTo>
                <a:cubicBezTo>
                  <a:pt x="4895" y="5816"/>
                  <a:pt x="4980" y="5706"/>
                  <a:pt x="5038" y="5590"/>
                </a:cubicBezTo>
                <a:cubicBezTo>
                  <a:pt x="5038" y="5598"/>
                  <a:pt x="5046" y="5598"/>
                  <a:pt x="5046" y="5606"/>
                </a:cubicBezTo>
                <a:cubicBezTo>
                  <a:pt x="5174" y="5753"/>
                  <a:pt x="5352" y="5826"/>
                  <a:pt x="5531" y="5826"/>
                </a:cubicBezTo>
                <a:cubicBezTo>
                  <a:pt x="5679" y="5826"/>
                  <a:pt x="5827" y="5776"/>
                  <a:pt x="5948" y="5674"/>
                </a:cubicBezTo>
                <a:cubicBezTo>
                  <a:pt x="6125" y="5515"/>
                  <a:pt x="6199" y="5289"/>
                  <a:pt x="6157" y="5072"/>
                </a:cubicBezTo>
                <a:cubicBezTo>
                  <a:pt x="6175" y="5064"/>
                  <a:pt x="6199" y="5054"/>
                  <a:pt x="6217" y="5038"/>
                </a:cubicBezTo>
                <a:cubicBezTo>
                  <a:pt x="6299" y="5122"/>
                  <a:pt x="6407" y="5181"/>
                  <a:pt x="6534" y="5215"/>
                </a:cubicBezTo>
                <a:cubicBezTo>
                  <a:pt x="6592" y="5229"/>
                  <a:pt x="6649" y="5236"/>
                  <a:pt x="6706" y="5236"/>
                </a:cubicBezTo>
                <a:cubicBezTo>
                  <a:pt x="7011" y="5236"/>
                  <a:pt x="7288" y="5041"/>
                  <a:pt x="7386" y="4745"/>
                </a:cubicBezTo>
                <a:cubicBezTo>
                  <a:pt x="7661" y="4695"/>
                  <a:pt x="7887" y="4487"/>
                  <a:pt x="7954" y="4212"/>
                </a:cubicBezTo>
                <a:cubicBezTo>
                  <a:pt x="8004" y="4027"/>
                  <a:pt x="7972" y="3843"/>
                  <a:pt x="7895" y="3693"/>
                </a:cubicBezTo>
                <a:cubicBezTo>
                  <a:pt x="8230" y="3618"/>
                  <a:pt x="8513" y="3376"/>
                  <a:pt x="8639" y="3041"/>
                </a:cubicBezTo>
                <a:cubicBezTo>
                  <a:pt x="8681" y="3059"/>
                  <a:pt x="8724" y="3067"/>
                  <a:pt x="8774" y="3083"/>
                </a:cubicBezTo>
                <a:cubicBezTo>
                  <a:pt x="8872" y="3107"/>
                  <a:pt x="8971" y="3119"/>
                  <a:pt x="9069" y="3119"/>
                </a:cubicBezTo>
                <a:cubicBezTo>
                  <a:pt x="9507" y="3119"/>
                  <a:pt x="9916" y="2883"/>
                  <a:pt x="10135" y="2507"/>
                </a:cubicBezTo>
                <a:cubicBezTo>
                  <a:pt x="10141" y="2507"/>
                  <a:pt x="10147" y="2508"/>
                  <a:pt x="10152" y="2508"/>
                </a:cubicBezTo>
                <a:cubicBezTo>
                  <a:pt x="10547" y="2508"/>
                  <a:pt x="10913" y="2233"/>
                  <a:pt x="11012" y="1830"/>
                </a:cubicBezTo>
                <a:cubicBezTo>
                  <a:pt x="11080" y="1579"/>
                  <a:pt x="11030" y="1328"/>
                  <a:pt x="10895" y="1128"/>
                </a:cubicBezTo>
                <a:cubicBezTo>
                  <a:pt x="10962" y="1053"/>
                  <a:pt x="11012" y="961"/>
                  <a:pt x="11046" y="861"/>
                </a:cubicBezTo>
                <a:cubicBezTo>
                  <a:pt x="11054" y="835"/>
                  <a:pt x="11062" y="811"/>
                  <a:pt x="11062" y="785"/>
                </a:cubicBezTo>
                <a:cubicBezTo>
                  <a:pt x="11160" y="814"/>
                  <a:pt x="11259" y="828"/>
                  <a:pt x="11358" y="828"/>
                </a:cubicBezTo>
                <a:cubicBezTo>
                  <a:pt x="11715" y="828"/>
                  <a:pt x="12059" y="643"/>
                  <a:pt x="12249" y="309"/>
                </a:cubicBezTo>
                <a:cubicBezTo>
                  <a:pt x="12299" y="209"/>
                  <a:pt x="12341" y="101"/>
                  <a:pt x="12357" y="1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7308402" y="1627676"/>
            <a:ext cx="1040227" cy="312887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title"/>
          </p:nvPr>
        </p:nvSpPr>
        <p:spPr>
          <a:xfrm>
            <a:off x="2081550" y="378775"/>
            <a:ext cx="49809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6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subTitle" idx="1"/>
          </p:nvPr>
        </p:nvSpPr>
        <p:spPr>
          <a:xfrm>
            <a:off x="2810400" y="3625200"/>
            <a:ext cx="3523200" cy="9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53350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DC9A-E1ED-2CA4-D115-F97EA7957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25939-4D6F-6182-040B-63F614E7D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90F3E-5AB8-EAEF-8E14-811D77C5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A489B-7288-303E-433A-28BCAD06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0110-792E-F1E3-4625-403589FE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59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5208-6F59-CFCA-016E-02E35186E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ADF03-7E07-2EF3-21B9-966A3E582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FC9EA-0A9A-20B1-3FC6-BA4B22BF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EDC07-E936-A858-AC32-39477F1C3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E876A-2EAE-BF8D-CE11-345A7453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18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A3185-13ED-8531-37C2-2ABF7C383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E0E7C-7A66-BD1C-2156-B9F26AF85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465F7-33FA-AD12-CF78-318556A8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A4ABB-69D5-ABCE-59FA-2BC0F5B0F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06329-8F4F-AB41-6823-FD1F7717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580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9A71-021C-62B3-2E95-022257CA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7AEDB-FC7F-AEC3-AC24-CBC193EE2C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9A779-E88B-0692-FAB8-5D4EFD836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812D4-A842-ADF5-C28B-8C586EA0E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925D3-1ADE-D4B0-BD73-F14B96ED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AA14B-1DED-F667-7FBC-FF4EE340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759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3117-74B0-55A6-B6FD-6012AF10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E6EB2-E625-87DE-6AF9-2D89D54F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BB6B1-D208-1E0E-7233-CD5B04D8A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24FC6-57E4-FD2D-FB8B-8E85562C8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B3A3F-8AFC-EA94-45DC-F1F43BDF4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1F52DE-749D-B9E1-FE6E-83C75330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F7461D-6390-9A3A-6303-9CFD853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703F35-7B6E-CD2A-53D8-AF0ED34E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828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147B-A008-42D6-506E-1AA14337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3F26F5-293C-B96C-0F9E-7C6A2EC70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0F40F-275B-BE91-E149-A8FD7A0D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DC6FCE-50F0-858E-81C3-3AE0A5AD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380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48FFBB-BBB0-A0E2-C035-8549F679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7E629-8A20-189E-6D11-2D5DD7DF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9FD55-B149-9F54-2E8B-D05EF0B3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33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E9C40-B653-B4EC-D00E-995D8960C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2A457-B56B-E442-E915-A324020FE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866D4-6D2B-FA9F-804D-A217F4EC2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8AAA6-B48D-29E3-D433-CDF812531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2583-4042-D102-9B74-E4A32C92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529A2-0E18-B0EF-CF06-9422EA1F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793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23202-0260-C7EA-8F41-6AAF2B5F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16FF3-5ED5-131B-AFB6-50467CB26E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169E4-F115-5673-F760-18F4CE987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B1522-ABCC-6643-B066-17D0762A3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32B96-7A39-F9C8-72E4-877B0A37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BCBBF-248D-AEA5-5525-449FF592F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54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6D5E-C3D4-8B60-89C7-8E22AE0E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7B9C3-3475-D8BE-A9AD-A3F9A3166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A4F77-5081-BF44-D91B-05D637AB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D5560-05E4-D6DD-21BE-625553F58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BB635-8684-A5C7-ED8F-61218D063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54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2C303-97A9-E5B8-B0E1-FD05412A6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FE51A-FA20-485B-C600-2DABAAE84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71E02-6146-1528-BD30-F35AFDAD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CDD21-9D75-6C8B-D7CD-15945DF2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5758F-CD95-5C36-8E9A-B535AFEF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71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 Black"/>
              <a:buNone/>
              <a:defRPr sz="27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9" r:id="rId4"/>
    <p:sldLayoutId id="2147483661" r:id="rId5"/>
    <p:sldLayoutId id="2147483663" r:id="rId6"/>
    <p:sldLayoutId id="2147483664" r:id="rId7"/>
    <p:sldLayoutId id="2147483665" r:id="rId8"/>
    <p:sldLayoutId id="2147483667" r:id="rId9"/>
    <p:sldLayoutId id="2147483669" r:id="rId10"/>
    <p:sldLayoutId id="2147483673" r:id="rId11"/>
    <p:sldLayoutId id="2147483676" r:id="rId12"/>
    <p:sldLayoutId id="2147483678" r:id="rId13"/>
    <p:sldLayoutId id="2147483681" r:id="rId14"/>
    <p:sldLayoutId id="2147483685" r:id="rId15"/>
    <p:sldLayoutId id="2147483690" r:id="rId16"/>
    <p:sldLayoutId id="2147483700" r:id="rId17"/>
    <p:sldLayoutId id="2147483701" r:id="rId18"/>
    <p:sldLayoutId id="2147483702" r:id="rId19"/>
    <p:sldLayoutId id="2147483708" r:id="rId20"/>
    <p:sldLayoutId id="2147483709" r:id="rId21"/>
    <p:sldLayoutId id="2147483717" r:id="rId22"/>
    <p:sldLayoutId id="2147483718" r:id="rId23"/>
    <p:sldLayoutId id="2147483731" r:id="rId24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6">
          <p15:clr>
            <a:srgbClr val="EA4335"/>
          </p15:clr>
        </p15:guide>
        <p15:guide id="2" pos="45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2907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AD1FD-2723-1BF3-30D8-A36F21728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2A0ED-1092-6426-DD5E-F46DDAFB0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76622-73DB-5F7B-98B1-EB313FD35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85A88-FB15-6B6C-E128-5B03EE732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EA127-5E23-B3D4-EE46-E7A725039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D3CF6A-BC58-4E1F-84B3-233942DDF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52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pa.gov/ghgemissions/sources-greenhouse-gas-emission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airtraman.2024.102580" TargetMode="External"/><Relationship Id="rId2" Type="http://schemas.openxmlformats.org/officeDocument/2006/relationships/hyperlink" Target="https://www.epa.gov/fuels-registration-reporting-and-compliance-help/rin-trades-and-price-information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9"/>
          <p:cNvSpPr txBox="1">
            <a:spLocks noGrp="1"/>
          </p:cNvSpPr>
          <p:nvPr>
            <p:ph type="ctrTitle"/>
          </p:nvPr>
        </p:nvSpPr>
        <p:spPr>
          <a:xfrm>
            <a:off x="1951149" y="811653"/>
            <a:ext cx="6652851" cy="13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Clean Fuel, Cleaner Skies </a:t>
            </a:r>
            <a:endParaRPr sz="32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Ethanol to Jet Fuel</a:t>
            </a:r>
            <a:endParaRPr sz="5400"/>
          </a:p>
        </p:txBody>
      </p:sp>
      <p:sp>
        <p:nvSpPr>
          <p:cNvPr id="628" name="Google Shape;628;p69"/>
          <p:cNvSpPr txBox="1">
            <a:spLocks noGrp="1"/>
          </p:cNvSpPr>
          <p:nvPr>
            <p:ph type="subTitle" idx="1"/>
          </p:nvPr>
        </p:nvSpPr>
        <p:spPr>
          <a:xfrm>
            <a:off x="2960971" y="2428017"/>
            <a:ext cx="5648343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Tackling global warming sustainably and economically.</a:t>
            </a:r>
            <a:endParaRPr/>
          </a:p>
        </p:txBody>
      </p:sp>
      <p:sp>
        <p:nvSpPr>
          <p:cNvPr id="4" name="Google Shape;665;p72">
            <a:extLst>
              <a:ext uri="{FF2B5EF4-FFF2-40B4-BE49-F238E27FC236}">
                <a16:creationId xmlns:a16="http://schemas.microsoft.com/office/drawing/2014/main" id="{04B14F48-2FC3-6F95-286D-913171710D0C}"/>
              </a:ext>
            </a:extLst>
          </p:cNvPr>
          <p:cNvSpPr txBox="1">
            <a:spLocks/>
          </p:cNvSpPr>
          <p:nvPr/>
        </p:nvSpPr>
        <p:spPr>
          <a:xfrm>
            <a:off x="4164259" y="2985062"/>
            <a:ext cx="2916016" cy="63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>
              <a:lnSpc>
                <a:spcPct val="150000"/>
              </a:lnSpc>
            </a:pPr>
            <a:r>
              <a:rPr lang="en-US" sz="1400"/>
              <a:t>Joshua Olusoji             Omar Zaruk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/>
              <a:t>Sanad Abu Hweij        Srija Bomma</a:t>
            </a:r>
          </a:p>
        </p:txBody>
      </p:sp>
      <p:pic>
        <p:nvPicPr>
          <p:cNvPr id="17" name="Picture 16" descr="A red circle with black text&#10;&#10;AI-generated content may be incorrect.">
            <a:extLst>
              <a:ext uri="{FF2B5EF4-FFF2-40B4-BE49-F238E27FC236}">
                <a16:creationId xmlns:a16="http://schemas.microsoft.com/office/drawing/2014/main" id="{1E5AD3DE-B511-7028-740E-D6242BA297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84" t="39733" r="11757" b="38224"/>
          <a:stretch>
            <a:fillRect/>
          </a:stretch>
        </p:blipFill>
        <p:spPr>
          <a:xfrm>
            <a:off x="0" y="4542825"/>
            <a:ext cx="2110923" cy="600675"/>
          </a:xfrm>
          <a:prstGeom prst="rect">
            <a:avLst/>
          </a:prstGeom>
        </p:spPr>
      </p:pic>
      <p:pic>
        <p:nvPicPr>
          <p:cNvPr id="6" name="Picture 5" descr="A yellow rectangular object with a black center&#10;&#10;AI-generated content may be incorrect.">
            <a:extLst>
              <a:ext uri="{FF2B5EF4-FFF2-40B4-BE49-F238E27FC236}">
                <a16:creationId xmlns:a16="http://schemas.microsoft.com/office/drawing/2014/main" id="{A86A6B99-CC93-FD55-BAF6-32E31B8E5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919" y="1730807"/>
            <a:ext cx="1270880" cy="696081"/>
          </a:xfrm>
          <a:prstGeom prst="rect">
            <a:avLst/>
          </a:prstGeom>
        </p:spPr>
      </p:pic>
      <p:pic>
        <p:nvPicPr>
          <p:cNvPr id="3" name="Picture 2" descr="A white airplane with orange and blue text&#10;&#10;AI-generated content may be incorrect.">
            <a:extLst>
              <a:ext uri="{FF2B5EF4-FFF2-40B4-BE49-F238E27FC236}">
                <a16:creationId xmlns:a16="http://schemas.microsoft.com/office/drawing/2014/main" id="{115724D1-93C8-225E-997F-AD1C2E91C2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12" t="15638" r="8974" b="18210"/>
          <a:stretch>
            <a:fillRect/>
          </a:stretch>
        </p:blipFill>
        <p:spPr>
          <a:xfrm>
            <a:off x="911007" y="1704006"/>
            <a:ext cx="1620235" cy="1278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966124-995D-999B-E70D-05FBFBD2C2C4}"/>
              </a:ext>
            </a:extLst>
          </p:cNvPr>
          <p:cNvSpPr txBox="1"/>
          <p:nvPr/>
        </p:nvSpPr>
        <p:spPr>
          <a:xfrm>
            <a:off x="8712472" y="4752480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1"/>
          <p:cNvSpPr/>
          <p:nvPr/>
        </p:nvSpPr>
        <p:spPr>
          <a:xfrm>
            <a:off x="540000" y="1444900"/>
            <a:ext cx="3889500" cy="14595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643" name="Google Shape;643;p71"/>
          <p:cNvSpPr/>
          <p:nvPr/>
        </p:nvSpPr>
        <p:spPr>
          <a:xfrm>
            <a:off x="4670775" y="1444900"/>
            <a:ext cx="3889500" cy="14595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644" name="Google Shape;644;p71"/>
          <p:cNvSpPr/>
          <p:nvPr/>
        </p:nvSpPr>
        <p:spPr>
          <a:xfrm>
            <a:off x="540000" y="3148950"/>
            <a:ext cx="3889500" cy="14595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645" name="Google Shape;645;p71"/>
          <p:cNvSpPr/>
          <p:nvPr/>
        </p:nvSpPr>
        <p:spPr>
          <a:xfrm>
            <a:off x="4670775" y="3148950"/>
            <a:ext cx="3889500" cy="14595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647" name="Google Shape;647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48" name="Google Shape;648;p7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SAF economically addresses rising CO</a:t>
            </a:r>
            <a:r>
              <a:rPr lang="en" baseline="-25000"/>
              <a:t>2 </a:t>
            </a:r>
            <a:r>
              <a:rPr lang="en"/>
              <a:t>levels. </a:t>
            </a:r>
            <a:endParaRPr/>
          </a:p>
        </p:txBody>
      </p:sp>
      <p:sp>
        <p:nvSpPr>
          <p:cNvPr id="646" name="Google Shape;646;p71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49" name="Google Shape;649;p71"/>
          <p:cNvSpPr txBox="1">
            <a:spLocks noGrp="1"/>
          </p:cNvSpPr>
          <p:nvPr>
            <p:ph type="title" idx="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650" name="Google Shape;650;p71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</a:t>
            </a:r>
            <a:r>
              <a:rPr lang="en"/>
              <a:t> the necessary info on production and location.</a:t>
            </a:r>
            <a:endParaRPr/>
          </a:p>
        </p:txBody>
      </p:sp>
      <p:sp>
        <p:nvSpPr>
          <p:cNvPr id="651" name="Google Shape;651;p71"/>
          <p:cNvSpPr txBox="1">
            <a:spLocks noGrp="1"/>
          </p:cNvSpPr>
          <p:nvPr>
            <p:ph type="title" idx="5"/>
          </p:nvPr>
        </p:nvSpPr>
        <p:spPr>
          <a:xfrm>
            <a:off x="5958849" y="1632875"/>
            <a:ext cx="2601425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Process Description</a:t>
            </a:r>
            <a:endParaRPr sz="2100"/>
          </a:p>
        </p:txBody>
      </p:sp>
      <p:sp>
        <p:nvSpPr>
          <p:cNvPr id="652" name="Google Shape;652;p71"/>
          <p:cNvSpPr txBox="1">
            <a:spLocks noGrp="1"/>
          </p:cNvSpPr>
          <p:nvPr>
            <p:ph type="subTitle" idx="6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ethanol-to-jet process &amp; competing processes.</a:t>
            </a:r>
            <a:endParaRPr/>
          </a:p>
        </p:txBody>
      </p:sp>
      <p:sp>
        <p:nvSpPr>
          <p:cNvPr id="653" name="Google Shape;653;p71"/>
          <p:cNvSpPr txBox="1">
            <a:spLocks noGrp="1"/>
          </p:cNvSpPr>
          <p:nvPr>
            <p:ph type="title" idx="7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654" name="Google Shape;654;p71"/>
          <p:cNvSpPr txBox="1">
            <a:spLocks noGrp="1"/>
          </p:cNvSpPr>
          <p:nvPr>
            <p:ph type="subTitle" idx="8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to answer your burning questions!</a:t>
            </a:r>
            <a:endParaRPr/>
          </a:p>
        </p:txBody>
      </p:sp>
      <p:sp>
        <p:nvSpPr>
          <p:cNvPr id="656" name="Google Shape;656;p71"/>
          <p:cNvSpPr txBox="1">
            <a:spLocks noGrp="1"/>
          </p:cNvSpPr>
          <p:nvPr>
            <p:ph type="title" idx="9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57" name="Google Shape;657;p71"/>
          <p:cNvSpPr txBox="1">
            <a:spLocks noGrp="1"/>
          </p:cNvSpPr>
          <p:nvPr>
            <p:ph type="title" idx="1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58" name="Google Shape;658;p71"/>
          <p:cNvSpPr txBox="1">
            <a:spLocks noGrp="1"/>
          </p:cNvSpPr>
          <p:nvPr>
            <p:ph type="title" idx="1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59" name="Google Shape;659;p71"/>
          <p:cNvSpPr txBox="1">
            <a:spLocks noGrp="1"/>
          </p:cNvSpPr>
          <p:nvPr>
            <p:ph type="title" idx="15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55" name="Google Shape;655;p71"/>
          <p:cNvSpPr/>
          <p:nvPr/>
        </p:nvSpPr>
        <p:spPr>
          <a:xfrm>
            <a:off x="-687122" y="4230800"/>
            <a:ext cx="2233915" cy="745143"/>
          </a:xfrm>
          <a:custGeom>
            <a:avLst/>
            <a:gdLst/>
            <a:ahLst/>
            <a:cxnLst/>
            <a:rect l="l" t="t" r="r" b="b"/>
            <a:pathLst>
              <a:path w="50144" h="16726" extrusionOk="0">
                <a:moveTo>
                  <a:pt x="5732" y="11212"/>
                </a:moveTo>
                <a:cubicBezTo>
                  <a:pt x="5782" y="8138"/>
                  <a:pt x="8639" y="5665"/>
                  <a:pt x="12148" y="5665"/>
                </a:cubicBezTo>
                <a:cubicBezTo>
                  <a:pt x="12766" y="5648"/>
                  <a:pt x="13401" y="5732"/>
                  <a:pt x="14002" y="5899"/>
                </a:cubicBezTo>
                <a:cubicBezTo>
                  <a:pt x="15222" y="2340"/>
                  <a:pt x="18631" y="1"/>
                  <a:pt x="22390" y="151"/>
                </a:cubicBezTo>
                <a:cubicBezTo>
                  <a:pt x="26150" y="302"/>
                  <a:pt x="29374" y="2891"/>
                  <a:pt x="30310" y="6534"/>
                </a:cubicBezTo>
                <a:cubicBezTo>
                  <a:pt x="31446" y="5949"/>
                  <a:pt x="32699" y="5648"/>
                  <a:pt x="33969" y="5665"/>
                </a:cubicBezTo>
                <a:cubicBezTo>
                  <a:pt x="37211" y="5665"/>
                  <a:pt x="39917" y="7486"/>
                  <a:pt x="40653" y="9942"/>
                </a:cubicBezTo>
                <a:cubicBezTo>
                  <a:pt x="45983" y="10126"/>
                  <a:pt x="50143" y="11747"/>
                  <a:pt x="50143" y="13702"/>
                </a:cubicBezTo>
                <a:cubicBezTo>
                  <a:pt x="50143" y="16726"/>
                  <a:pt x="1" y="14470"/>
                  <a:pt x="1" y="13301"/>
                </a:cubicBezTo>
                <a:cubicBezTo>
                  <a:pt x="17" y="12248"/>
                  <a:pt x="2473" y="11379"/>
                  <a:pt x="5732" y="112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A white airplane with orange and blue text&#10;&#10;AI-generated content may be incorrect.">
            <a:extLst>
              <a:ext uri="{FF2B5EF4-FFF2-40B4-BE49-F238E27FC236}">
                <a16:creationId xmlns:a16="http://schemas.microsoft.com/office/drawing/2014/main" id="{BBCBC60A-D3F4-2BCC-2F0C-AB7CB13BA6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12" t="15638" r="8974" b="18210"/>
          <a:stretch>
            <a:fillRect/>
          </a:stretch>
        </p:blipFill>
        <p:spPr>
          <a:xfrm>
            <a:off x="7190209" y="129553"/>
            <a:ext cx="1096109" cy="865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A052EC-2ECE-EBF5-960E-0EFED2FC8B11}"/>
              </a:ext>
            </a:extLst>
          </p:cNvPr>
          <p:cNvSpPr txBox="1"/>
          <p:nvPr/>
        </p:nvSpPr>
        <p:spPr>
          <a:xfrm>
            <a:off x="8712472" y="4752480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[2]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85C16271-7D54-4331-6756-A236D5A56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87">
            <a:extLst>
              <a:ext uri="{FF2B5EF4-FFF2-40B4-BE49-F238E27FC236}">
                <a16:creationId xmlns:a16="http://schemas.microsoft.com/office/drawing/2014/main" id="{DA6C9FE8-4A3B-E8D7-13B0-29B073AF11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13" name="Google Shape;1213;p87">
            <a:extLst>
              <a:ext uri="{FF2B5EF4-FFF2-40B4-BE49-F238E27FC236}">
                <a16:creationId xmlns:a16="http://schemas.microsoft.com/office/drawing/2014/main" id="{2C5736E4-8A5C-F84E-0321-C1EF94103B2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0009" y="3116414"/>
            <a:ext cx="3150900" cy="784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800"/>
              <a:t>What makes SAF production sustainable &amp; economical?</a:t>
            </a:r>
          </a:p>
        </p:txBody>
      </p:sp>
      <p:sp>
        <p:nvSpPr>
          <p:cNvPr id="1211" name="Google Shape;1211;p87">
            <a:extLst>
              <a:ext uri="{FF2B5EF4-FFF2-40B4-BE49-F238E27FC236}">
                <a16:creationId xmlns:a16="http://schemas.microsoft.com/office/drawing/2014/main" id="{732EACE1-DC0F-A822-879C-4CD3267B3A7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40009" y="1839914"/>
            <a:ext cx="4039487" cy="12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Introduction</a:t>
            </a:r>
          </a:p>
        </p:txBody>
      </p:sp>
      <p:grpSp>
        <p:nvGrpSpPr>
          <p:cNvPr id="1214" name="Google Shape;1214;p87">
            <a:extLst>
              <a:ext uri="{FF2B5EF4-FFF2-40B4-BE49-F238E27FC236}">
                <a16:creationId xmlns:a16="http://schemas.microsoft.com/office/drawing/2014/main" id="{B29055DD-66B0-17E5-DF38-FD1D5AB3BC28}"/>
              </a:ext>
            </a:extLst>
          </p:cNvPr>
          <p:cNvGrpSpPr/>
          <p:nvPr/>
        </p:nvGrpSpPr>
        <p:grpSpPr>
          <a:xfrm>
            <a:off x="1576350" y="100149"/>
            <a:ext cx="8047297" cy="2525219"/>
            <a:chOff x="1576350" y="100149"/>
            <a:chExt cx="8047297" cy="2525219"/>
          </a:xfrm>
        </p:grpSpPr>
        <p:sp>
          <p:nvSpPr>
            <p:cNvPr id="1215" name="Google Shape;1215;p87">
              <a:extLst>
                <a:ext uri="{FF2B5EF4-FFF2-40B4-BE49-F238E27FC236}">
                  <a16:creationId xmlns:a16="http://schemas.microsoft.com/office/drawing/2014/main" id="{B652E6BD-C13C-88F4-B20C-71ED8DA39979}"/>
                </a:ext>
              </a:extLst>
            </p:cNvPr>
            <p:cNvSpPr/>
            <p:nvPr/>
          </p:nvSpPr>
          <p:spPr>
            <a:xfrm>
              <a:off x="2686073" y="1242852"/>
              <a:ext cx="5671175" cy="241336"/>
            </a:xfrm>
            <a:custGeom>
              <a:avLst/>
              <a:gdLst/>
              <a:ahLst/>
              <a:cxnLst/>
              <a:rect l="l" t="t" r="r" b="b"/>
              <a:pathLst>
                <a:path w="204865" h="8718" extrusionOk="0">
                  <a:moveTo>
                    <a:pt x="119719" y="0"/>
                  </a:moveTo>
                  <a:cubicBezTo>
                    <a:pt x="114044" y="0"/>
                    <a:pt x="108840" y="4574"/>
                    <a:pt x="108840" y="4574"/>
                  </a:cubicBezTo>
                  <a:cubicBezTo>
                    <a:pt x="108840" y="4574"/>
                    <a:pt x="108272" y="647"/>
                    <a:pt x="105950" y="597"/>
                  </a:cubicBezTo>
                  <a:cubicBezTo>
                    <a:pt x="105941" y="597"/>
                    <a:pt x="105932" y="597"/>
                    <a:pt x="105923" y="597"/>
                  </a:cubicBezTo>
                  <a:cubicBezTo>
                    <a:pt x="103599" y="597"/>
                    <a:pt x="100001" y="4925"/>
                    <a:pt x="100001" y="4925"/>
                  </a:cubicBezTo>
                  <a:cubicBezTo>
                    <a:pt x="100001" y="4925"/>
                    <a:pt x="98607" y="3017"/>
                    <a:pt x="96634" y="3017"/>
                  </a:cubicBezTo>
                  <a:cubicBezTo>
                    <a:pt x="96593" y="3017"/>
                    <a:pt x="96551" y="3018"/>
                    <a:pt x="96509" y="3020"/>
                  </a:cubicBezTo>
                  <a:cubicBezTo>
                    <a:pt x="94471" y="3104"/>
                    <a:pt x="90344" y="5593"/>
                    <a:pt x="90344" y="5593"/>
                  </a:cubicBezTo>
                  <a:lnTo>
                    <a:pt x="1" y="8718"/>
                  </a:lnTo>
                  <a:lnTo>
                    <a:pt x="161272" y="6512"/>
                  </a:lnTo>
                  <a:lnTo>
                    <a:pt x="204864" y="4340"/>
                  </a:lnTo>
                  <a:lnTo>
                    <a:pt x="153987" y="1199"/>
                  </a:lnTo>
                  <a:cubicBezTo>
                    <a:pt x="151948" y="1282"/>
                    <a:pt x="147437" y="3922"/>
                    <a:pt x="147437" y="3922"/>
                  </a:cubicBezTo>
                  <a:cubicBezTo>
                    <a:pt x="147437" y="3922"/>
                    <a:pt x="148623" y="2786"/>
                    <a:pt x="145967" y="1266"/>
                  </a:cubicBezTo>
                  <a:cubicBezTo>
                    <a:pt x="145580" y="1044"/>
                    <a:pt x="145052" y="950"/>
                    <a:pt x="144432" y="950"/>
                  </a:cubicBezTo>
                  <a:cubicBezTo>
                    <a:pt x="140793" y="950"/>
                    <a:pt x="133987" y="4206"/>
                    <a:pt x="133987" y="4206"/>
                  </a:cubicBezTo>
                  <a:cubicBezTo>
                    <a:pt x="133987" y="4206"/>
                    <a:pt x="137696" y="1867"/>
                    <a:pt x="134254" y="664"/>
                  </a:cubicBezTo>
                  <a:cubicBezTo>
                    <a:pt x="133875" y="530"/>
                    <a:pt x="133446" y="470"/>
                    <a:pt x="132982" y="470"/>
                  </a:cubicBezTo>
                  <a:cubicBezTo>
                    <a:pt x="129237" y="470"/>
                    <a:pt x="123243" y="4373"/>
                    <a:pt x="123243" y="4373"/>
                  </a:cubicBezTo>
                  <a:cubicBezTo>
                    <a:pt x="123243" y="4373"/>
                    <a:pt x="126083" y="313"/>
                    <a:pt x="120219" y="13"/>
                  </a:cubicBezTo>
                  <a:cubicBezTo>
                    <a:pt x="120052" y="4"/>
                    <a:pt x="119885" y="0"/>
                    <a:pt x="119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7">
              <a:extLst>
                <a:ext uri="{FF2B5EF4-FFF2-40B4-BE49-F238E27FC236}">
                  <a16:creationId xmlns:a16="http://schemas.microsoft.com/office/drawing/2014/main" id="{1B1C1271-1E80-91A8-97D5-3716EB6A6E15}"/>
                </a:ext>
              </a:extLst>
            </p:cNvPr>
            <p:cNvSpPr/>
            <p:nvPr/>
          </p:nvSpPr>
          <p:spPr>
            <a:xfrm>
              <a:off x="7865549" y="2136482"/>
              <a:ext cx="1019851" cy="393106"/>
            </a:xfrm>
            <a:custGeom>
              <a:avLst/>
              <a:gdLst/>
              <a:ahLst/>
              <a:cxnLst/>
              <a:rect l="l" t="t" r="r" b="b"/>
              <a:pathLst>
                <a:path w="42357" h="16325" extrusionOk="0">
                  <a:moveTo>
                    <a:pt x="41087" y="12181"/>
                  </a:moveTo>
                  <a:cubicBezTo>
                    <a:pt x="40653" y="11914"/>
                    <a:pt x="40369" y="11446"/>
                    <a:pt x="40268" y="10945"/>
                  </a:cubicBezTo>
                  <a:cubicBezTo>
                    <a:pt x="39901" y="9107"/>
                    <a:pt x="37110" y="7603"/>
                    <a:pt x="35724" y="6968"/>
                  </a:cubicBezTo>
                  <a:cubicBezTo>
                    <a:pt x="35239" y="6734"/>
                    <a:pt x="34805" y="6400"/>
                    <a:pt x="34487" y="5966"/>
                  </a:cubicBezTo>
                  <a:cubicBezTo>
                    <a:pt x="32816" y="3676"/>
                    <a:pt x="30043" y="2574"/>
                    <a:pt x="27336" y="3008"/>
                  </a:cubicBezTo>
                  <a:cubicBezTo>
                    <a:pt x="26300" y="3175"/>
                    <a:pt x="25247" y="2841"/>
                    <a:pt x="24462" y="2173"/>
                  </a:cubicBezTo>
                  <a:cubicBezTo>
                    <a:pt x="22858" y="819"/>
                    <a:pt x="20769" y="1"/>
                    <a:pt x="18514" y="1"/>
                  </a:cubicBezTo>
                  <a:cubicBezTo>
                    <a:pt x="14587" y="1"/>
                    <a:pt x="11245" y="2457"/>
                    <a:pt x="9875" y="5899"/>
                  </a:cubicBezTo>
                  <a:cubicBezTo>
                    <a:pt x="8990" y="5247"/>
                    <a:pt x="7904" y="4879"/>
                    <a:pt x="6701" y="4879"/>
                  </a:cubicBezTo>
                  <a:cubicBezTo>
                    <a:pt x="2607" y="4879"/>
                    <a:pt x="1" y="12014"/>
                    <a:pt x="1839" y="15623"/>
                  </a:cubicBezTo>
                  <a:cubicBezTo>
                    <a:pt x="1638" y="16174"/>
                    <a:pt x="42357" y="16325"/>
                    <a:pt x="42357" y="14487"/>
                  </a:cubicBezTo>
                  <a:cubicBezTo>
                    <a:pt x="42340" y="13501"/>
                    <a:pt x="41839" y="12666"/>
                    <a:pt x="41087" y="1218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7">
              <a:extLst>
                <a:ext uri="{FF2B5EF4-FFF2-40B4-BE49-F238E27FC236}">
                  <a16:creationId xmlns:a16="http://schemas.microsoft.com/office/drawing/2014/main" id="{0972FF72-272F-646A-001D-B7A998162BBD}"/>
                </a:ext>
              </a:extLst>
            </p:cNvPr>
            <p:cNvSpPr/>
            <p:nvPr/>
          </p:nvSpPr>
          <p:spPr>
            <a:xfrm>
              <a:off x="1576350" y="1648079"/>
              <a:ext cx="5671175" cy="241807"/>
            </a:xfrm>
            <a:custGeom>
              <a:avLst/>
              <a:gdLst/>
              <a:ahLst/>
              <a:cxnLst/>
              <a:rect l="l" t="t" r="r" b="b"/>
              <a:pathLst>
                <a:path w="204865" h="8735" extrusionOk="0">
                  <a:moveTo>
                    <a:pt x="119719" y="0"/>
                  </a:moveTo>
                  <a:cubicBezTo>
                    <a:pt x="114045" y="0"/>
                    <a:pt x="108840" y="4574"/>
                    <a:pt x="108840" y="4574"/>
                  </a:cubicBezTo>
                  <a:cubicBezTo>
                    <a:pt x="108840" y="4574"/>
                    <a:pt x="108272" y="647"/>
                    <a:pt x="105950" y="597"/>
                  </a:cubicBezTo>
                  <a:cubicBezTo>
                    <a:pt x="105941" y="597"/>
                    <a:pt x="105932" y="597"/>
                    <a:pt x="105923" y="597"/>
                  </a:cubicBezTo>
                  <a:cubicBezTo>
                    <a:pt x="103616" y="597"/>
                    <a:pt x="100001" y="4924"/>
                    <a:pt x="100001" y="4924"/>
                  </a:cubicBezTo>
                  <a:cubicBezTo>
                    <a:pt x="100001" y="4924"/>
                    <a:pt x="98623" y="3017"/>
                    <a:pt x="96635" y="3017"/>
                  </a:cubicBezTo>
                  <a:cubicBezTo>
                    <a:pt x="96594" y="3017"/>
                    <a:pt x="96552" y="3018"/>
                    <a:pt x="96509" y="3020"/>
                  </a:cubicBezTo>
                  <a:cubicBezTo>
                    <a:pt x="94471" y="3103"/>
                    <a:pt x="90361" y="5593"/>
                    <a:pt x="90361" y="5593"/>
                  </a:cubicBezTo>
                  <a:lnTo>
                    <a:pt x="1" y="8734"/>
                  </a:lnTo>
                  <a:lnTo>
                    <a:pt x="1" y="8734"/>
                  </a:lnTo>
                  <a:lnTo>
                    <a:pt x="161289" y="6512"/>
                  </a:lnTo>
                  <a:lnTo>
                    <a:pt x="204864" y="4340"/>
                  </a:lnTo>
                  <a:lnTo>
                    <a:pt x="153987" y="1198"/>
                  </a:lnTo>
                  <a:cubicBezTo>
                    <a:pt x="151948" y="1282"/>
                    <a:pt x="147437" y="3922"/>
                    <a:pt x="147437" y="3922"/>
                  </a:cubicBezTo>
                  <a:cubicBezTo>
                    <a:pt x="147437" y="3922"/>
                    <a:pt x="148623" y="2786"/>
                    <a:pt x="145967" y="1265"/>
                  </a:cubicBezTo>
                  <a:cubicBezTo>
                    <a:pt x="145584" y="1045"/>
                    <a:pt x="145059" y="950"/>
                    <a:pt x="144443" y="950"/>
                  </a:cubicBezTo>
                  <a:cubicBezTo>
                    <a:pt x="140812" y="950"/>
                    <a:pt x="133987" y="4223"/>
                    <a:pt x="133987" y="4223"/>
                  </a:cubicBezTo>
                  <a:cubicBezTo>
                    <a:pt x="133987" y="4223"/>
                    <a:pt x="137696" y="1884"/>
                    <a:pt x="134254" y="664"/>
                  </a:cubicBezTo>
                  <a:cubicBezTo>
                    <a:pt x="133880" y="533"/>
                    <a:pt x="133457" y="475"/>
                    <a:pt x="133000" y="475"/>
                  </a:cubicBezTo>
                  <a:cubicBezTo>
                    <a:pt x="129255" y="475"/>
                    <a:pt x="123243" y="4390"/>
                    <a:pt x="123243" y="4390"/>
                  </a:cubicBezTo>
                  <a:cubicBezTo>
                    <a:pt x="123243" y="4390"/>
                    <a:pt x="126084" y="330"/>
                    <a:pt x="120219" y="12"/>
                  </a:cubicBezTo>
                  <a:cubicBezTo>
                    <a:pt x="120052" y="4"/>
                    <a:pt x="119885" y="0"/>
                    <a:pt x="119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7">
              <a:extLst>
                <a:ext uri="{FF2B5EF4-FFF2-40B4-BE49-F238E27FC236}">
                  <a16:creationId xmlns:a16="http://schemas.microsoft.com/office/drawing/2014/main" id="{CAAB761D-C460-933C-775A-7DEFAA7676B9}"/>
                </a:ext>
              </a:extLst>
            </p:cNvPr>
            <p:cNvSpPr/>
            <p:nvPr/>
          </p:nvSpPr>
          <p:spPr>
            <a:xfrm>
              <a:off x="6384836" y="1199691"/>
              <a:ext cx="2784472" cy="1304372"/>
            </a:xfrm>
            <a:custGeom>
              <a:avLst/>
              <a:gdLst/>
              <a:ahLst/>
              <a:cxnLst/>
              <a:rect l="l" t="t" r="r" b="b"/>
              <a:pathLst>
                <a:path w="100586" h="47119" extrusionOk="0">
                  <a:moveTo>
                    <a:pt x="100586" y="47119"/>
                  </a:moveTo>
                  <a:lnTo>
                    <a:pt x="70945" y="44663"/>
                  </a:lnTo>
                  <a:cubicBezTo>
                    <a:pt x="45481" y="42524"/>
                    <a:pt x="21036" y="33752"/>
                    <a:pt x="0" y="19216"/>
                  </a:cubicBezTo>
                  <a:lnTo>
                    <a:pt x="0" y="13702"/>
                  </a:lnTo>
                  <a:cubicBezTo>
                    <a:pt x="0" y="11914"/>
                    <a:pt x="1354" y="10410"/>
                    <a:pt x="3125" y="10227"/>
                  </a:cubicBezTo>
                  <a:lnTo>
                    <a:pt x="1005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7">
              <a:extLst>
                <a:ext uri="{FF2B5EF4-FFF2-40B4-BE49-F238E27FC236}">
                  <a16:creationId xmlns:a16="http://schemas.microsoft.com/office/drawing/2014/main" id="{1E612DBA-BE38-6C2C-30C1-8FEFE58F1ED2}"/>
                </a:ext>
              </a:extLst>
            </p:cNvPr>
            <p:cNvSpPr/>
            <p:nvPr/>
          </p:nvSpPr>
          <p:spPr>
            <a:xfrm>
              <a:off x="6384836" y="1200632"/>
              <a:ext cx="2784472" cy="1303431"/>
            </a:xfrm>
            <a:custGeom>
              <a:avLst/>
              <a:gdLst/>
              <a:ahLst/>
              <a:cxnLst/>
              <a:rect l="l" t="t" r="r" b="b"/>
              <a:pathLst>
                <a:path w="100586" h="47085" extrusionOk="0">
                  <a:moveTo>
                    <a:pt x="100586" y="47085"/>
                  </a:moveTo>
                  <a:lnTo>
                    <a:pt x="70945" y="44629"/>
                  </a:lnTo>
                  <a:cubicBezTo>
                    <a:pt x="45481" y="42490"/>
                    <a:pt x="21036" y="33718"/>
                    <a:pt x="0" y="19182"/>
                  </a:cubicBezTo>
                  <a:lnTo>
                    <a:pt x="0" y="13083"/>
                  </a:lnTo>
                  <a:cubicBezTo>
                    <a:pt x="0" y="11629"/>
                    <a:pt x="1103" y="10410"/>
                    <a:pt x="2540" y="10276"/>
                  </a:cubicBezTo>
                  <a:lnTo>
                    <a:pt x="100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7">
              <a:extLst>
                <a:ext uri="{FF2B5EF4-FFF2-40B4-BE49-F238E27FC236}">
                  <a16:creationId xmlns:a16="http://schemas.microsoft.com/office/drawing/2014/main" id="{16D1392C-70CE-D3D7-9F95-5A3E32BB9E5A}"/>
                </a:ext>
              </a:extLst>
            </p:cNvPr>
            <p:cNvSpPr/>
            <p:nvPr/>
          </p:nvSpPr>
          <p:spPr>
            <a:xfrm>
              <a:off x="6384836" y="1647940"/>
              <a:ext cx="2784472" cy="785878"/>
            </a:xfrm>
            <a:custGeom>
              <a:avLst/>
              <a:gdLst/>
              <a:ahLst/>
              <a:cxnLst/>
              <a:rect l="l" t="t" r="r" b="b"/>
              <a:pathLst>
                <a:path w="100586" h="28389" extrusionOk="0">
                  <a:moveTo>
                    <a:pt x="0" y="0"/>
                  </a:moveTo>
                  <a:lnTo>
                    <a:pt x="0" y="485"/>
                  </a:lnTo>
                  <a:cubicBezTo>
                    <a:pt x="21036" y="15038"/>
                    <a:pt x="45481" y="23810"/>
                    <a:pt x="70945" y="25915"/>
                  </a:cubicBezTo>
                  <a:lnTo>
                    <a:pt x="100586" y="28388"/>
                  </a:lnTo>
                  <a:lnTo>
                    <a:pt x="100586" y="18480"/>
                  </a:lnTo>
                  <a:lnTo>
                    <a:pt x="56642" y="16709"/>
                  </a:lnTo>
                  <a:cubicBezTo>
                    <a:pt x="36759" y="15055"/>
                    <a:pt x="17511" y="934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7">
              <a:extLst>
                <a:ext uri="{FF2B5EF4-FFF2-40B4-BE49-F238E27FC236}">
                  <a16:creationId xmlns:a16="http://schemas.microsoft.com/office/drawing/2014/main" id="{E8C35250-4D2F-F8E2-6741-3D5C1AE3C5A3}"/>
                </a:ext>
              </a:extLst>
            </p:cNvPr>
            <p:cNvSpPr/>
            <p:nvPr/>
          </p:nvSpPr>
          <p:spPr>
            <a:xfrm>
              <a:off x="6741003" y="142701"/>
              <a:ext cx="1422327" cy="1408458"/>
            </a:xfrm>
            <a:custGeom>
              <a:avLst/>
              <a:gdLst/>
              <a:ahLst/>
              <a:cxnLst/>
              <a:rect l="l" t="t" r="r" b="b"/>
              <a:pathLst>
                <a:path w="51380" h="50879" extrusionOk="0">
                  <a:moveTo>
                    <a:pt x="1" y="1"/>
                  </a:moveTo>
                  <a:lnTo>
                    <a:pt x="185" y="48456"/>
                  </a:lnTo>
                  <a:lnTo>
                    <a:pt x="803" y="50878"/>
                  </a:lnTo>
                  <a:lnTo>
                    <a:pt x="51380" y="50878"/>
                  </a:lnTo>
                  <a:lnTo>
                    <a:pt x="46016" y="48456"/>
                  </a:lnTo>
                  <a:lnTo>
                    <a:pt x="46117" y="46083"/>
                  </a:lnTo>
                  <a:cubicBezTo>
                    <a:pt x="46117" y="43059"/>
                    <a:pt x="44095" y="40385"/>
                    <a:pt x="41171" y="39567"/>
                  </a:cubicBezTo>
                  <a:lnTo>
                    <a:pt x="35490" y="37996"/>
                  </a:lnTo>
                  <a:cubicBezTo>
                    <a:pt x="28071" y="35924"/>
                    <a:pt x="21572" y="31313"/>
                    <a:pt x="17177" y="249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7">
              <a:extLst>
                <a:ext uri="{FF2B5EF4-FFF2-40B4-BE49-F238E27FC236}">
                  <a16:creationId xmlns:a16="http://schemas.microsoft.com/office/drawing/2014/main" id="{0F9286A6-185F-2EE0-8F5A-89675680F033}"/>
                </a:ext>
              </a:extLst>
            </p:cNvPr>
            <p:cNvSpPr/>
            <p:nvPr/>
          </p:nvSpPr>
          <p:spPr>
            <a:xfrm>
              <a:off x="6263631" y="100149"/>
              <a:ext cx="1760441" cy="1383931"/>
            </a:xfrm>
            <a:custGeom>
              <a:avLst/>
              <a:gdLst/>
              <a:ahLst/>
              <a:cxnLst/>
              <a:rect l="l" t="t" r="r" b="b"/>
              <a:pathLst>
                <a:path w="63594" h="49993" extrusionOk="0">
                  <a:moveTo>
                    <a:pt x="34437" y="24997"/>
                  </a:moveTo>
                  <a:lnTo>
                    <a:pt x="17144" y="84"/>
                  </a:lnTo>
                  <a:lnTo>
                    <a:pt x="1" y="1"/>
                  </a:lnTo>
                  <a:lnTo>
                    <a:pt x="17327" y="49993"/>
                  </a:lnTo>
                  <a:lnTo>
                    <a:pt x="34370" y="49993"/>
                  </a:lnTo>
                  <a:lnTo>
                    <a:pt x="49976" y="49993"/>
                  </a:lnTo>
                  <a:lnTo>
                    <a:pt x="63593" y="49993"/>
                  </a:lnTo>
                  <a:lnTo>
                    <a:pt x="63593" y="46183"/>
                  </a:lnTo>
                  <a:cubicBezTo>
                    <a:pt x="63593" y="43142"/>
                    <a:pt x="61538" y="40469"/>
                    <a:pt x="58614" y="39667"/>
                  </a:cubicBezTo>
                  <a:lnTo>
                    <a:pt x="52900" y="38096"/>
                  </a:lnTo>
                  <a:cubicBezTo>
                    <a:pt x="45415" y="36024"/>
                    <a:pt x="38865" y="31396"/>
                    <a:pt x="34437" y="2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7">
              <a:extLst>
                <a:ext uri="{FF2B5EF4-FFF2-40B4-BE49-F238E27FC236}">
                  <a16:creationId xmlns:a16="http://schemas.microsoft.com/office/drawing/2014/main" id="{785E62C2-0C9F-D62D-A6F3-ACAA067D93EA}"/>
                </a:ext>
              </a:extLst>
            </p:cNvPr>
            <p:cNvSpPr/>
            <p:nvPr/>
          </p:nvSpPr>
          <p:spPr>
            <a:xfrm>
              <a:off x="5831137" y="1606773"/>
              <a:ext cx="2132300" cy="117042"/>
            </a:xfrm>
            <a:custGeom>
              <a:avLst/>
              <a:gdLst/>
              <a:ahLst/>
              <a:cxnLst/>
              <a:rect l="l" t="t" r="r" b="b"/>
              <a:pathLst>
                <a:path w="77027" h="4228" extrusionOk="0">
                  <a:moveTo>
                    <a:pt x="77027" y="4228"/>
                  </a:moveTo>
                  <a:lnTo>
                    <a:pt x="0" y="4228"/>
                  </a:lnTo>
                  <a:lnTo>
                    <a:pt x="0" y="1838"/>
                  </a:lnTo>
                  <a:lnTo>
                    <a:pt x="770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7">
              <a:extLst>
                <a:ext uri="{FF2B5EF4-FFF2-40B4-BE49-F238E27FC236}">
                  <a16:creationId xmlns:a16="http://schemas.microsoft.com/office/drawing/2014/main" id="{6BE57CEE-9AF0-AAD4-66B2-7EA911DD92CA}"/>
                </a:ext>
              </a:extLst>
            </p:cNvPr>
            <p:cNvSpPr/>
            <p:nvPr/>
          </p:nvSpPr>
          <p:spPr>
            <a:xfrm>
              <a:off x="5831137" y="1724268"/>
              <a:ext cx="2132300" cy="116128"/>
            </a:xfrm>
            <a:custGeom>
              <a:avLst/>
              <a:gdLst/>
              <a:ahLst/>
              <a:cxnLst/>
              <a:rect l="l" t="t" r="r" b="b"/>
              <a:pathLst>
                <a:path w="77027" h="4195" extrusionOk="0">
                  <a:moveTo>
                    <a:pt x="0" y="0"/>
                  </a:moveTo>
                  <a:lnTo>
                    <a:pt x="0" y="2523"/>
                  </a:lnTo>
                  <a:cubicBezTo>
                    <a:pt x="0" y="3442"/>
                    <a:pt x="752" y="4194"/>
                    <a:pt x="1671" y="4194"/>
                  </a:cubicBezTo>
                  <a:lnTo>
                    <a:pt x="77027" y="4194"/>
                  </a:lnTo>
                  <a:lnTo>
                    <a:pt x="770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7">
              <a:extLst>
                <a:ext uri="{FF2B5EF4-FFF2-40B4-BE49-F238E27FC236}">
                  <a16:creationId xmlns:a16="http://schemas.microsoft.com/office/drawing/2014/main" id="{9C065650-DEFD-4303-0D7F-A0BEB639E899}"/>
                </a:ext>
              </a:extLst>
            </p:cNvPr>
            <p:cNvSpPr/>
            <p:nvPr/>
          </p:nvSpPr>
          <p:spPr>
            <a:xfrm>
              <a:off x="8288342" y="1502234"/>
              <a:ext cx="191978" cy="191978"/>
            </a:xfrm>
            <a:custGeom>
              <a:avLst/>
              <a:gdLst/>
              <a:ahLst/>
              <a:cxnLst/>
              <a:rect l="l" t="t" r="r" b="b"/>
              <a:pathLst>
                <a:path w="6935" h="6935" extrusionOk="0">
                  <a:moveTo>
                    <a:pt x="3475" y="0"/>
                  </a:moveTo>
                  <a:cubicBezTo>
                    <a:pt x="1554" y="0"/>
                    <a:pt x="0" y="1554"/>
                    <a:pt x="0" y="3476"/>
                  </a:cubicBezTo>
                  <a:cubicBezTo>
                    <a:pt x="0" y="5397"/>
                    <a:pt x="1554" y="6934"/>
                    <a:pt x="3475" y="6934"/>
                  </a:cubicBezTo>
                  <a:cubicBezTo>
                    <a:pt x="5380" y="6934"/>
                    <a:pt x="6934" y="5397"/>
                    <a:pt x="6934" y="3476"/>
                  </a:cubicBezTo>
                  <a:cubicBezTo>
                    <a:pt x="6934" y="1554"/>
                    <a:pt x="5380" y="0"/>
                    <a:pt x="3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7">
              <a:extLst>
                <a:ext uri="{FF2B5EF4-FFF2-40B4-BE49-F238E27FC236}">
                  <a16:creationId xmlns:a16="http://schemas.microsoft.com/office/drawing/2014/main" id="{23603910-6F2D-181B-9894-C912557C9D13}"/>
                </a:ext>
              </a:extLst>
            </p:cNvPr>
            <p:cNvSpPr/>
            <p:nvPr/>
          </p:nvSpPr>
          <p:spPr>
            <a:xfrm>
              <a:off x="8619066" y="1561239"/>
              <a:ext cx="191978" cy="191978"/>
            </a:xfrm>
            <a:custGeom>
              <a:avLst/>
              <a:gdLst/>
              <a:ahLst/>
              <a:cxnLst/>
              <a:rect l="l" t="t" r="r" b="b"/>
              <a:pathLst>
                <a:path w="6935" h="6935" extrusionOk="0">
                  <a:moveTo>
                    <a:pt x="3476" y="0"/>
                  </a:moveTo>
                  <a:cubicBezTo>
                    <a:pt x="1555" y="0"/>
                    <a:pt x="1" y="1554"/>
                    <a:pt x="1" y="3476"/>
                  </a:cubicBezTo>
                  <a:cubicBezTo>
                    <a:pt x="1" y="5397"/>
                    <a:pt x="1555" y="6934"/>
                    <a:pt x="3476" y="6934"/>
                  </a:cubicBezTo>
                  <a:cubicBezTo>
                    <a:pt x="5381" y="6934"/>
                    <a:pt x="6935" y="5397"/>
                    <a:pt x="6935" y="3476"/>
                  </a:cubicBezTo>
                  <a:cubicBezTo>
                    <a:pt x="6935" y="1554"/>
                    <a:pt x="5364" y="0"/>
                    <a:pt x="34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7">
              <a:extLst>
                <a:ext uri="{FF2B5EF4-FFF2-40B4-BE49-F238E27FC236}">
                  <a16:creationId xmlns:a16="http://schemas.microsoft.com/office/drawing/2014/main" id="{FA1D4F84-6749-CC7F-3A58-80DDDCE7F54F}"/>
                </a:ext>
              </a:extLst>
            </p:cNvPr>
            <p:cNvSpPr/>
            <p:nvPr/>
          </p:nvSpPr>
          <p:spPr>
            <a:xfrm>
              <a:off x="6345523" y="819345"/>
              <a:ext cx="492139" cy="156821"/>
            </a:xfrm>
            <a:custGeom>
              <a:avLst/>
              <a:gdLst/>
              <a:ahLst/>
              <a:cxnLst/>
              <a:rect l="l" t="t" r="r" b="b"/>
              <a:pathLst>
                <a:path w="17778" h="5665" extrusionOk="0">
                  <a:moveTo>
                    <a:pt x="0" y="0"/>
                  </a:moveTo>
                  <a:lnTo>
                    <a:pt x="0" y="5664"/>
                  </a:lnTo>
                  <a:lnTo>
                    <a:pt x="17778" y="5664"/>
                  </a:lnTo>
                  <a:lnTo>
                    <a:pt x="136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7">
              <a:extLst>
                <a:ext uri="{FF2B5EF4-FFF2-40B4-BE49-F238E27FC236}">
                  <a16:creationId xmlns:a16="http://schemas.microsoft.com/office/drawing/2014/main" id="{3A381D5A-AAA5-6E6D-3928-F0CF1C7EB667}"/>
                </a:ext>
              </a:extLst>
            </p:cNvPr>
            <p:cNvSpPr/>
            <p:nvPr/>
          </p:nvSpPr>
          <p:spPr>
            <a:xfrm>
              <a:off x="4338715" y="2383562"/>
              <a:ext cx="5284931" cy="241807"/>
            </a:xfrm>
            <a:custGeom>
              <a:avLst/>
              <a:gdLst/>
              <a:ahLst/>
              <a:cxnLst/>
              <a:rect l="l" t="t" r="r" b="b"/>
              <a:pathLst>
                <a:path w="204882" h="8735" extrusionOk="0">
                  <a:moveTo>
                    <a:pt x="119719" y="1"/>
                  </a:moveTo>
                  <a:cubicBezTo>
                    <a:pt x="114045" y="1"/>
                    <a:pt x="108841" y="4574"/>
                    <a:pt x="108841" y="4574"/>
                  </a:cubicBezTo>
                  <a:cubicBezTo>
                    <a:pt x="108841" y="4574"/>
                    <a:pt x="108272" y="648"/>
                    <a:pt x="105967" y="598"/>
                  </a:cubicBezTo>
                  <a:cubicBezTo>
                    <a:pt x="105958" y="597"/>
                    <a:pt x="105949" y="597"/>
                    <a:pt x="105940" y="597"/>
                  </a:cubicBezTo>
                  <a:cubicBezTo>
                    <a:pt x="103616" y="597"/>
                    <a:pt x="100002" y="4925"/>
                    <a:pt x="100002" y="4925"/>
                  </a:cubicBezTo>
                  <a:cubicBezTo>
                    <a:pt x="100002" y="4925"/>
                    <a:pt x="98623" y="3018"/>
                    <a:pt x="96651" y="3018"/>
                  </a:cubicBezTo>
                  <a:cubicBezTo>
                    <a:pt x="96610" y="3018"/>
                    <a:pt x="96568" y="3019"/>
                    <a:pt x="96526" y="3020"/>
                  </a:cubicBezTo>
                  <a:cubicBezTo>
                    <a:pt x="94471" y="3104"/>
                    <a:pt x="90361" y="5593"/>
                    <a:pt x="90361" y="5593"/>
                  </a:cubicBezTo>
                  <a:lnTo>
                    <a:pt x="1" y="8735"/>
                  </a:lnTo>
                  <a:lnTo>
                    <a:pt x="161289" y="6512"/>
                  </a:lnTo>
                  <a:lnTo>
                    <a:pt x="204881" y="4340"/>
                  </a:lnTo>
                  <a:lnTo>
                    <a:pt x="154004" y="1216"/>
                  </a:lnTo>
                  <a:cubicBezTo>
                    <a:pt x="151949" y="1299"/>
                    <a:pt x="147437" y="3923"/>
                    <a:pt x="147437" y="3923"/>
                  </a:cubicBezTo>
                  <a:cubicBezTo>
                    <a:pt x="147437" y="3923"/>
                    <a:pt x="148624" y="2803"/>
                    <a:pt x="145984" y="1266"/>
                  </a:cubicBezTo>
                  <a:cubicBezTo>
                    <a:pt x="145598" y="1045"/>
                    <a:pt x="145072" y="951"/>
                    <a:pt x="144454" y="951"/>
                  </a:cubicBezTo>
                  <a:cubicBezTo>
                    <a:pt x="140813" y="951"/>
                    <a:pt x="133987" y="4223"/>
                    <a:pt x="133987" y="4223"/>
                  </a:cubicBezTo>
                  <a:cubicBezTo>
                    <a:pt x="133987" y="4223"/>
                    <a:pt x="137713" y="1884"/>
                    <a:pt x="134254" y="664"/>
                  </a:cubicBezTo>
                  <a:cubicBezTo>
                    <a:pt x="133880" y="534"/>
                    <a:pt x="133457" y="475"/>
                    <a:pt x="133000" y="475"/>
                  </a:cubicBezTo>
                  <a:cubicBezTo>
                    <a:pt x="129259" y="475"/>
                    <a:pt x="123260" y="4390"/>
                    <a:pt x="123260" y="4390"/>
                  </a:cubicBezTo>
                  <a:cubicBezTo>
                    <a:pt x="123260" y="4390"/>
                    <a:pt x="126100" y="330"/>
                    <a:pt x="120219" y="13"/>
                  </a:cubicBezTo>
                  <a:cubicBezTo>
                    <a:pt x="120052" y="5"/>
                    <a:pt x="119885" y="1"/>
                    <a:pt x="1197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11BE66-B479-E747-87E4-5EB29AB8EC66}"/>
              </a:ext>
            </a:extLst>
          </p:cNvPr>
          <p:cNvSpPr txBox="1"/>
          <p:nvPr/>
        </p:nvSpPr>
        <p:spPr>
          <a:xfrm>
            <a:off x="8712472" y="4752480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428346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0">
          <a:extLst>
            <a:ext uri="{FF2B5EF4-FFF2-40B4-BE49-F238E27FC236}">
              <a16:creationId xmlns:a16="http://schemas.microsoft.com/office/drawing/2014/main" id="{261A4910-767A-440C-D2C2-7BA48F8B2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112">
            <a:extLst>
              <a:ext uri="{FF2B5EF4-FFF2-40B4-BE49-F238E27FC236}">
                <a16:creationId xmlns:a16="http://schemas.microsoft.com/office/drawing/2014/main" id="{798EB3E2-C555-2DA2-55AB-9D35A587A01A}"/>
              </a:ext>
            </a:extLst>
          </p:cNvPr>
          <p:cNvSpPr/>
          <p:nvPr/>
        </p:nvSpPr>
        <p:spPr>
          <a:xfrm>
            <a:off x="5152754" y="3815495"/>
            <a:ext cx="1671" cy="186"/>
          </a:xfrm>
          <a:custGeom>
            <a:avLst/>
            <a:gdLst/>
            <a:ahLst/>
            <a:cxnLst/>
            <a:rect l="l" t="t" r="r" b="b"/>
            <a:pathLst>
              <a:path w="9" h="1" extrusionOk="0">
                <a:moveTo>
                  <a:pt x="8" y="1"/>
                </a:moveTo>
                <a:lnTo>
                  <a:pt x="0" y="1"/>
                </a:lnTo>
                <a:close/>
              </a:path>
            </a:pathLst>
          </a:custGeom>
          <a:solidFill>
            <a:srgbClr val="4698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2" name="Google Shape;2202;p112">
            <a:extLst>
              <a:ext uri="{FF2B5EF4-FFF2-40B4-BE49-F238E27FC236}">
                <a16:creationId xmlns:a16="http://schemas.microsoft.com/office/drawing/2014/main" id="{B3BB219C-D490-0AA2-C486-B2863FB3473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4843" y="2221120"/>
            <a:ext cx="3140325" cy="6009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Of all green house gas emissions are due to transportation</a:t>
            </a:r>
            <a:endParaRPr sz="1600"/>
          </a:p>
        </p:txBody>
      </p:sp>
      <p:sp>
        <p:nvSpPr>
          <p:cNvPr id="2203" name="Google Shape;2203;p112">
            <a:extLst>
              <a:ext uri="{FF2B5EF4-FFF2-40B4-BE49-F238E27FC236}">
                <a16:creationId xmlns:a16="http://schemas.microsoft.com/office/drawing/2014/main" id="{52FE6FD0-218F-C107-E6A3-F6787DCE69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1121" y="1050497"/>
            <a:ext cx="2446081" cy="13270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29%</a:t>
            </a:r>
            <a:endParaRPr sz="8000"/>
          </a:p>
        </p:txBody>
      </p:sp>
      <p:grpSp>
        <p:nvGrpSpPr>
          <p:cNvPr id="2204" name="Google Shape;2204;p112">
            <a:extLst>
              <a:ext uri="{FF2B5EF4-FFF2-40B4-BE49-F238E27FC236}">
                <a16:creationId xmlns:a16="http://schemas.microsoft.com/office/drawing/2014/main" id="{31913D4D-CA87-2A8B-24FC-3A0A3427F8CD}"/>
              </a:ext>
            </a:extLst>
          </p:cNvPr>
          <p:cNvGrpSpPr/>
          <p:nvPr/>
        </p:nvGrpSpPr>
        <p:grpSpPr>
          <a:xfrm>
            <a:off x="5199348" y="1831097"/>
            <a:ext cx="3944640" cy="3310900"/>
            <a:chOff x="5199348" y="1831097"/>
            <a:chExt cx="3944640" cy="3310900"/>
          </a:xfrm>
        </p:grpSpPr>
        <p:sp>
          <p:nvSpPr>
            <p:cNvPr id="2205" name="Google Shape;2205;p112">
              <a:extLst>
                <a:ext uri="{FF2B5EF4-FFF2-40B4-BE49-F238E27FC236}">
                  <a16:creationId xmlns:a16="http://schemas.microsoft.com/office/drawing/2014/main" id="{D107AEEB-485E-E030-89FC-CAB6228C4A27}"/>
                </a:ext>
              </a:extLst>
            </p:cNvPr>
            <p:cNvSpPr/>
            <p:nvPr/>
          </p:nvSpPr>
          <p:spPr>
            <a:xfrm>
              <a:off x="5630381" y="2379266"/>
              <a:ext cx="3513605" cy="2762731"/>
            </a:xfrm>
            <a:custGeom>
              <a:avLst/>
              <a:gdLst/>
              <a:ahLst/>
              <a:cxnLst/>
              <a:rect l="l" t="t" r="r" b="b"/>
              <a:pathLst>
                <a:path w="18928" h="14883" extrusionOk="0">
                  <a:moveTo>
                    <a:pt x="11874" y="1"/>
                  </a:moveTo>
                  <a:cubicBezTo>
                    <a:pt x="11832" y="1"/>
                    <a:pt x="11782" y="1"/>
                    <a:pt x="11742" y="9"/>
                  </a:cubicBezTo>
                  <a:lnTo>
                    <a:pt x="11573" y="9"/>
                  </a:lnTo>
                  <a:cubicBezTo>
                    <a:pt x="11557" y="17"/>
                    <a:pt x="11541" y="17"/>
                    <a:pt x="11523" y="17"/>
                  </a:cubicBezTo>
                  <a:cubicBezTo>
                    <a:pt x="11391" y="25"/>
                    <a:pt x="11256" y="35"/>
                    <a:pt x="11130" y="43"/>
                  </a:cubicBezTo>
                  <a:cubicBezTo>
                    <a:pt x="9259" y="201"/>
                    <a:pt x="7530" y="777"/>
                    <a:pt x="6016" y="1663"/>
                  </a:cubicBezTo>
                  <a:cubicBezTo>
                    <a:pt x="5984" y="1679"/>
                    <a:pt x="5950" y="1705"/>
                    <a:pt x="5908" y="1721"/>
                  </a:cubicBezTo>
                  <a:cubicBezTo>
                    <a:pt x="5866" y="1755"/>
                    <a:pt x="5826" y="1780"/>
                    <a:pt x="5776" y="1806"/>
                  </a:cubicBezTo>
                  <a:cubicBezTo>
                    <a:pt x="5766" y="1814"/>
                    <a:pt x="5758" y="1822"/>
                    <a:pt x="5742" y="1830"/>
                  </a:cubicBezTo>
                  <a:cubicBezTo>
                    <a:pt x="5708" y="1848"/>
                    <a:pt x="5675" y="1872"/>
                    <a:pt x="5641" y="1898"/>
                  </a:cubicBezTo>
                  <a:cubicBezTo>
                    <a:pt x="5607" y="1914"/>
                    <a:pt x="5583" y="1930"/>
                    <a:pt x="5549" y="1948"/>
                  </a:cubicBezTo>
                  <a:cubicBezTo>
                    <a:pt x="5533" y="1964"/>
                    <a:pt x="5515" y="1972"/>
                    <a:pt x="5499" y="1980"/>
                  </a:cubicBezTo>
                  <a:cubicBezTo>
                    <a:pt x="5475" y="1998"/>
                    <a:pt x="5449" y="2014"/>
                    <a:pt x="5425" y="2030"/>
                  </a:cubicBezTo>
                  <a:cubicBezTo>
                    <a:pt x="5383" y="2056"/>
                    <a:pt x="5341" y="2090"/>
                    <a:pt x="5306" y="2114"/>
                  </a:cubicBezTo>
                  <a:cubicBezTo>
                    <a:pt x="5264" y="2148"/>
                    <a:pt x="5224" y="2173"/>
                    <a:pt x="5182" y="2199"/>
                  </a:cubicBezTo>
                  <a:cubicBezTo>
                    <a:pt x="5140" y="2231"/>
                    <a:pt x="5098" y="2257"/>
                    <a:pt x="5056" y="2291"/>
                  </a:cubicBezTo>
                  <a:cubicBezTo>
                    <a:pt x="4974" y="2349"/>
                    <a:pt x="4897" y="2407"/>
                    <a:pt x="4813" y="2465"/>
                  </a:cubicBezTo>
                  <a:cubicBezTo>
                    <a:pt x="4647" y="2592"/>
                    <a:pt x="4480" y="2724"/>
                    <a:pt x="4322" y="2866"/>
                  </a:cubicBezTo>
                  <a:cubicBezTo>
                    <a:pt x="4272" y="2909"/>
                    <a:pt x="4222" y="2951"/>
                    <a:pt x="4179" y="2993"/>
                  </a:cubicBezTo>
                  <a:cubicBezTo>
                    <a:pt x="4121" y="3033"/>
                    <a:pt x="4061" y="3083"/>
                    <a:pt x="4011" y="3133"/>
                  </a:cubicBezTo>
                  <a:cubicBezTo>
                    <a:pt x="3979" y="3167"/>
                    <a:pt x="3937" y="3201"/>
                    <a:pt x="3903" y="3233"/>
                  </a:cubicBezTo>
                  <a:cubicBezTo>
                    <a:pt x="3895" y="3243"/>
                    <a:pt x="3879" y="3259"/>
                    <a:pt x="3861" y="3268"/>
                  </a:cubicBezTo>
                  <a:cubicBezTo>
                    <a:pt x="3853" y="3284"/>
                    <a:pt x="3837" y="3302"/>
                    <a:pt x="3820" y="3310"/>
                  </a:cubicBezTo>
                  <a:cubicBezTo>
                    <a:pt x="3778" y="3360"/>
                    <a:pt x="3728" y="3402"/>
                    <a:pt x="3678" y="3444"/>
                  </a:cubicBezTo>
                  <a:cubicBezTo>
                    <a:pt x="3660" y="3460"/>
                    <a:pt x="3644" y="3484"/>
                    <a:pt x="3620" y="3502"/>
                  </a:cubicBezTo>
                  <a:cubicBezTo>
                    <a:pt x="3578" y="3544"/>
                    <a:pt x="3536" y="3594"/>
                    <a:pt x="3494" y="3634"/>
                  </a:cubicBezTo>
                  <a:cubicBezTo>
                    <a:pt x="3478" y="3653"/>
                    <a:pt x="3460" y="3661"/>
                    <a:pt x="3451" y="3677"/>
                  </a:cubicBezTo>
                  <a:cubicBezTo>
                    <a:pt x="3385" y="3735"/>
                    <a:pt x="3327" y="3803"/>
                    <a:pt x="3269" y="3861"/>
                  </a:cubicBezTo>
                  <a:cubicBezTo>
                    <a:pt x="3227" y="3911"/>
                    <a:pt x="3193" y="3953"/>
                    <a:pt x="3151" y="3995"/>
                  </a:cubicBezTo>
                  <a:cubicBezTo>
                    <a:pt x="3050" y="4104"/>
                    <a:pt x="2950" y="4212"/>
                    <a:pt x="2858" y="4328"/>
                  </a:cubicBezTo>
                  <a:cubicBezTo>
                    <a:pt x="2808" y="4378"/>
                    <a:pt x="2768" y="4437"/>
                    <a:pt x="2718" y="4497"/>
                  </a:cubicBezTo>
                  <a:cubicBezTo>
                    <a:pt x="2657" y="4579"/>
                    <a:pt x="2591" y="4655"/>
                    <a:pt x="2533" y="4737"/>
                  </a:cubicBezTo>
                  <a:cubicBezTo>
                    <a:pt x="2525" y="4747"/>
                    <a:pt x="2517" y="4755"/>
                    <a:pt x="2507" y="4772"/>
                  </a:cubicBezTo>
                  <a:cubicBezTo>
                    <a:pt x="2491" y="4788"/>
                    <a:pt x="2483" y="4806"/>
                    <a:pt x="2467" y="4822"/>
                  </a:cubicBezTo>
                  <a:cubicBezTo>
                    <a:pt x="2457" y="4838"/>
                    <a:pt x="2449" y="4848"/>
                    <a:pt x="2433" y="4864"/>
                  </a:cubicBezTo>
                  <a:cubicBezTo>
                    <a:pt x="2425" y="4880"/>
                    <a:pt x="2407" y="4898"/>
                    <a:pt x="2399" y="4914"/>
                  </a:cubicBezTo>
                  <a:cubicBezTo>
                    <a:pt x="2357" y="4964"/>
                    <a:pt x="2324" y="5014"/>
                    <a:pt x="2290" y="5064"/>
                  </a:cubicBezTo>
                  <a:cubicBezTo>
                    <a:pt x="2282" y="5072"/>
                    <a:pt x="2274" y="5080"/>
                    <a:pt x="2266" y="5098"/>
                  </a:cubicBezTo>
                  <a:cubicBezTo>
                    <a:pt x="2256" y="5106"/>
                    <a:pt x="2248" y="5114"/>
                    <a:pt x="2248" y="5122"/>
                  </a:cubicBezTo>
                  <a:cubicBezTo>
                    <a:pt x="2224" y="5157"/>
                    <a:pt x="2198" y="5189"/>
                    <a:pt x="2174" y="5231"/>
                  </a:cubicBezTo>
                  <a:cubicBezTo>
                    <a:pt x="2148" y="5257"/>
                    <a:pt x="2132" y="5281"/>
                    <a:pt x="2116" y="5307"/>
                  </a:cubicBezTo>
                  <a:cubicBezTo>
                    <a:pt x="2106" y="5315"/>
                    <a:pt x="2106" y="5323"/>
                    <a:pt x="2098" y="5331"/>
                  </a:cubicBezTo>
                  <a:cubicBezTo>
                    <a:pt x="2082" y="5357"/>
                    <a:pt x="2056" y="5389"/>
                    <a:pt x="2040" y="5415"/>
                  </a:cubicBezTo>
                  <a:cubicBezTo>
                    <a:pt x="2016" y="5449"/>
                    <a:pt x="1998" y="5489"/>
                    <a:pt x="1974" y="5524"/>
                  </a:cubicBezTo>
                  <a:cubicBezTo>
                    <a:pt x="1947" y="5558"/>
                    <a:pt x="1923" y="5600"/>
                    <a:pt x="1897" y="5632"/>
                  </a:cubicBezTo>
                  <a:cubicBezTo>
                    <a:pt x="1897" y="5640"/>
                    <a:pt x="1897" y="5640"/>
                    <a:pt x="1889" y="5650"/>
                  </a:cubicBezTo>
                  <a:cubicBezTo>
                    <a:pt x="1881" y="5658"/>
                    <a:pt x="1873" y="5674"/>
                    <a:pt x="1865" y="5690"/>
                  </a:cubicBezTo>
                  <a:cubicBezTo>
                    <a:pt x="1847" y="5716"/>
                    <a:pt x="1823" y="5750"/>
                    <a:pt x="1805" y="5782"/>
                  </a:cubicBezTo>
                  <a:cubicBezTo>
                    <a:pt x="1789" y="5808"/>
                    <a:pt x="1773" y="5840"/>
                    <a:pt x="1755" y="5875"/>
                  </a:cubicBezTo>
                  <a:cubicBezTo>
                    <a:pt x="1731" y="5901"/>
                    <a:pt x="1715" y="5933"/>
                    <a:pt x="1697" y="5967"/>
                  </a:cubicBezTo>
                  <a:cubicBezTo>
                    <a:pt x="1673" y="6009"/>
                    <a:pt x="1647" y="6051"/>
                    <a:pt x="1623" y="6091"/>
                  </a:cubicBezTo>
                  <a:lnTo>
                    <a:pt x="1615" y="6101"/>
                  </a:lnTo>
                  <a:cubicBezTo>
                    <a:pt x="1605" y="6125"/>
                    <a:pt x="1588" y="6151"/>
                    <a:pt x="1572" y="6183"/>
                  </a:cubicBezTo>
                  <a:cubicBezTo>
                    <a:pt x="1564" y="6201"/>
                    <a:pt x="1546" y="6217"/>
                    <a:pt x="1538" y="6241"/>
                  </a:cubicBezTo>
                  <a:cubicBezTo>
                    <a:pt x="1522" y="6268"/>
                    <a:pt x="1514" y="6292"/>
                    <a:pt x="1496" y="6310"/>
                  </a:cubicBezTo>
                  <a:cubicBezTo>
                    <a:pt x="1488" y="6334"/>
                    <a:pt x="1480" y="6352"/>
                    <a:pt x="1472" y="6368"/>
                  </a:cubicBezTo>
                  <a:cubicBezTo>
                    <a:pt x="1454" y="6384"/>
                    <a:pt x="1446" y="6410"/>
                    <a:pt x="1438" y="6426"/>
                  </a:cubicBezTo>
                  <a:cubicBezTo>
                    <a:pt x="1422" y="6460"/>
                    <a:pt x="1404" y="6492"/>
                    <a:pt x="1388" y="6518"/>
                  </a:cubicBezTo>
                  <a:cubicBezTo>
                    <a:pt x="1380" y="6526"/>
                    <a:pt x="1380" y="6534"/>
                    <a:pt x="1372" y="6542"/>
                  </a:cubicBezTo>
                  <a:cubicBezTo>
                    <a:pt x="1372" y="6552"/>
                    <a:pt x="1364" y="6560"/>
                    <a:pt x="1364" y="6568"/>
                  </a:cubicBezTo>
                  <a:cubicBezTo>
                    <a:pt x="1354" y="6576"/>
                    <a:pt x="1346" y="6592"/>
                    <a:pt x="1346" y="6610"/>
                  </a:cubicBezTo>
                  <a:cubicBezTo>
                    <a:pt x="1330" y="6635"/>
                    <a:pt x="1314" y="6661"/>
                    <a:pt x="1304" y="6685"/>
                  </a:cubicBezTo>
                  <a:cubicBezTo>
                    <a:pt x="1280" y="6727"/>
                    <a:pt x="1264" y="6769"/>
                    <a:pt x="1238" y="6811"/>
                  </a:cubicBezTo>
                  <a:lnTo>
                    <a:pt x="1238" y="6819"/>
                  </a:lnTo>
                  <a:cubicBezTo>
                    <a:pt x="1213" y="6869"/>
                    <a:pt x="1187" y="6919"/>
                    <a:pt x="1163" y="6977"/>
                  </a:cubicBezTo>
                  <a:lnTo>
                    <a:pt x="1087" y="7128"/>
                  </a:lnTo>
                  <a:cubicBezTo>
                    <a:pt x="1029" y="7254"/>
                    <a:pt x="979" y="7371"/>
                    <a:pt x="929" y="7495"/>
                  </a:cubicBezTo>
                  <a:cubicBezTo>
                    <a:pt x="812" y="7780"/>
                    <a:pt x="702" y="8072"/>
                    <a:pt x="602" y="8373"/>
                  </a:cubicBezTo>
                  <a:cubicBezTo>
                    <a:pt x="570" y="8482"/>
                    <a:pt x="536" y="8590"/>
                    <a:pt x="502" y="8708"/>
                  </a:cubicBezTo>
                  <a:cubicBezTo>
                    <a:pt x="469" y="8816"/>
                    <a:pt x="435" y="8933"/>
                    <a:pt x="401" y="9041"/>
                  </a:cubicBezTo>
                  <a:cubicBezTo>
                    <a:pt x="361" y="9217"/>
                    <a:pt x="319" y="9384"/>
                    <a:pt x="277" y="9560"/>
                  </a:cubicBezTo>
                  <a:cubicBezTo>
                    <a:pt x="269" y="9592"/>
                    <a:pt x="261" y="9627"/>
                    <a:pt x="261" y="9669"/>
                  </a:cubicBezTo>
                  <a:cubicBezTo>
                    <a:pt x="251" y="9685"/>
                    <a:pt x="243" y="9711"/>
                    <a:pt x="243" y="9727"/>
                  </a:cubicBezTo>
                  <a:cubicBezTo>
                    <a:pt x="227" y="9801"/>
                    <a:pt x="219" y="9869"/>
                    <a:pt x="201" y="9935"/>
                  </a:cubicBezTo>
                  <a:lnTo>
                    <a:pt x="201" y="9961"/>
                  </a:lnTo>
                  <a:cubicBezTo>
                    <a:pt x="193" y="10002"/>
                    <a:pt x="185" y="10044"/>
                    <a:pt x="177" y="10094"/>
                  </a:cubicBezTo>
                  <a:cubicBezTo>
                    <a:pt x="169" y="10136"/>
                    <a:pt x="161" y="10178"/>
                    <a:pt x="151" y="10220"/>
                  </a:cubicBezTo>
                  <a:cubicBezTo>
                    <a:pt x="151" y="10252"/>
                    <a:pt x="143" y="10286"/>
                    <a:pt x="143" y="10312"/>
                  </a:cubicBezTo>
                  <a:cubicBezTo>
                    <a:pt x="135" y="10328"/>
                    <a:pt x="135" y="10336"/>
                    <a:pt x="135" y="10353"/>
                  </a:cubicBezTo>
                  <a:cubicBezTo>
                    <a:pt x="127" y="10379"/>
                    <a:pt x="127" y="10413"/>
                    <a:pt x="119" y="10437"/>
                  </a:cubicBezTo>
                  <a:cubicBezTo>
                    <a:pt x="111" y="10487"/>
                    <a:pt x="111" y="10537"/>
                    <a:pt x="100" y="10595"/>
                  </a:cubicBezTo>
                  <a:cubicBezTo>
                    <a:pt x="92" y="10645"/>
                    <a:pt x="84" y="10703"/>
                    <a:pt x="76" y="10764"/>
                  </a:cubicBezTo>
                  <a:cubicBezTo>
                    <a:pt x="76" y="10814"/>
                    <a:pt x="68" y="10872"/>
                    <a:pt x="60" y="10930"/>
                  </a:cubicBezTo>
                  <a:cubicBezTo>
                    <a:pt x="60" y="10980"/>
                    <a:pt x="50" y="11022"/>
                    <a:pt x="50" y="11072"/>
                  </a:cubicBezTo>
                  <a:cubicBezTo>
                    <a:pt x="42" y="11089"/>
                    <a:pt x="42" y="11097"/>
                    <a:pt x="42" y="11115"/>
                  </a:cubicBezTo>
                  <a:cubicBezTo>
                    <a:pt x="42" y="11165"/>
                    <a:pt x="34" y="11215"/>
                    <a:pt x="34" y="11265"/>
                  </a:cubicBezTo>
                  <a:cubicBezTo>
                    <a:pt x="26" y="11297"/>
                    <a:pt x="26" y="11331"/>
                    <a:pt x="26" y="11355"/>
                  </a:cubicBezTo>
                  <a:lnTo>
                    <a:pt x="26" y="11397"/>
                  </a:lnTo>
                  <a:cubicBezTo>
                    <a:pt x="18" y="11423"/>
                    <a:pt x="18" y="11455"/>
                    <a:pt x="18" y="11482"/>
                  </a:cubicBezTo>
                  <a:cubicBezTo>
                    <a:pt x="18" y="11548"/>
                    <a:pt x="10" y="11616"/>
                    <a:pt x="10" y="11682"/>
                  </a:cubicBezTo>
                  <a:lnTo>
                    <a:pt x="10" y="11706"/>
                  </a:lnTo>
                  <a:lnTo>
                    <a:pt x="10" y="11766"/>
                  </a:lnTo>
                  <a:cubicBezTo>
                    <a:pt x="0" y="11790"/>
                    <a:pt x="0" y="11824"/>
                    <a:pt x="0" y="11849"/>
                  </a:cubicBezTo>
                  <a:lnTo>
                    <a:pt x="0" y="12017"/>
                  </a:lnTo>
                  <a:lnTo>
                    <a:pt x="0" y="12141"/>
                  </a:lnTo>
                  <a:cubicBezTo>
                    <a:pt x="0" y="12492"/>
                    <a:pt x="18" y="12843"/>
                    <a:pt x="42" y="13202"/>
                  </a:cubicBezTo>
                  <a:cubicBezTo>
                    <a:pt x="50" y="13252"/>
                    <a:pt x="50" y="13294"/>
                    <a:pt x="60" y="13345"/>
                  </a:cubicBezTo>
                  <a:cubicBezTo>
                    <a:pt x="60" y="13379"/>
                    <a:pt x="68" y="13411"/>
                    <a:pt x="68" y="13437"/>
                  </a:cubicBezTo>
                  <a:cubicBezTo>
                    <a:pt x="76" y="13487"/>
                    <a:pt x="76" y="13537"/>
                    <a:pt x="84" y="13595"/>
                  </a:cubicBezTo>
                  <a:cubicBezTo>
                    <a:pt x="92" y="13653"/>
                    <a:pt x="100" y="13712"/>
                    <a:pt x="111" y="13772"/>
                  </a:cubicBezTo>
                  <a:lnTo>
                    <a:pt x="111" y="13796"/>
                  </a:lnTo>
                  <a:cubicBezTo>
                    <a:pt x="119" y="13854"/>
                    <a:pt x="127" y="13912"/>
                    <a:pt x="135" y="13972"/>
                  </a:cubicBezTo>
                  <a:cubicBezTo>
                    <a:pt x="143" y="14012"/>
                    <a:pt x="151" y="14062"/>
                    <a:pt x="161" y="14105"/>
                  </a:cubicBezTo>
                  <a:lnTo>
                    <a:pt x="161" y="14131"/>
                  </a:lnTo>
                  <a:cubicBezTo>
                    <a:pt x="161" y="14155"/>
                    <a:pt x="169" y="14173"/>
                    <a:pt x="169" y="14197"/>
                  </a:cubicBezTo>
                  <a:cubicBezTo>
                    <a:pt x="177" y="14247"/>
                    <a:pt x="185" y="14297"/>
                    <a:pt x="193" y="14347"/>
                  </a:cubicBezTo>
                  <a:cubicBezTo>
                    <a:pt x="211" y="14423"/>
                    <a:pt x="227" y="14498"/>
                    <a:pt x="243" y="14574"/>
                  </a:cubicBezTo>
                  <a:cubicBezTo>
                    <a:pt x="251" y="14624"/>
                    <a:pt x="261" y="14674"/>
                    <a:pt x="269" y="14724"/>
                  </a:cubicBezTo>
                  <a:cubicBezTo>
                    <a:pt x="277" y="14748"/>
                    <a:pt x="285" y="14774"/>
                    <a:pt x="285" y="14798"/>
                  </a:cubicBezTo>
                  <a:cubicBezTo>
                    <a:pt x="293" y="14815"/>
                    <a:pt x="301" y="14841"/>
                    <a:pt x="301" y="14865"/>
                  </a:cubicBezTo>
                  <a:lnTo>
                    <a:pt x="301" y="14875"/>
                  </a:lnTo>
                  <a:lnTo>
                    <a:pt x="903" y="14875"/>
                  </a:lnTo>
                  <a:cubicBezTo>
                    <a:pt x="903" y="14875"/>
                    <a:pt x="903" y="14883"/>
                    <a:pt x="913" y="14883"/>
                  </a:cubicBezTo>
                  <a:lnTo>
                    <a:pt x="1063" y="14883"/>
                  </a:lnTo>
                  <a:cubicBezTo>
                    <a:pt x="1071" y="14880"/>
                    <a:pt x="1077" y="14879"/>
                    <a:pt x="1082" y="14879"/>
                  </a:cubicBezTo>
                  <a:cubicBezTo>
                    <a:pt x="1092" y="14879"/>
                    <a:pt x="1095" y="14883"/>
                    <a:pt x="1095" y="14883"/>
                  </a:cubicBezTo>
                  <a:lnTo>
                    <a:pt x="1137" y="14883"/>
                  </a:lnTo>
                  <a:cubicBezTo>
                    <a:pt x="1145" y="14883"/>
                    <a:pt x="1163" y="14883"/>
                    <a:pt x="1171" y="14875"/>
                  </a:cubicBezTo>
                  <a:lnTo>
                    <a:pt x="18927" y="14875"/>
                  </a:lnTo>
                  <a:lnTo>
                    <a:pt x="18927" y="2048"/>
                  </a:lnTo>
                  <a:cubicBezTo>
                    <a:pt x="18017" y="1447"/>
                    <a:pt x="17030" y="953"/>
                    <a:pt x="15985" y="610"/>
                  </a:cubicBezTo>
                  <a:cubicBezTo>
                    <a:pt x="15861" y="568"/>
                    <a:pt x="15726" y="526"/>
                    <a:pt x="15602" y="494"/>
                  </a:cubicBezTo>
                  <a:cubicBezTo>
                    <a:pt x="15392" y="426"/>
                    <a:pt x="15183" y="376"/>
                    <a:pt x="14974" y="326"/>
                  </a:cubicBezTo>
                  <a:cubicBezTo>
                    <a:pt x="14840" y="294"/>
                    <a:pt x="14716" y="267"/>
                    <a:pt x="14589" y="243"/>
                  </a:cubicBezTo>
                  <a:cubicBezTo>
                    <a:pt x="14365" y="193"/>
                    <a:pt x="14148" y="159"/>
                    <a:pt x="13922" y="125"/>
                  </a:cubicBezTo>
                  <a:cubicBezTo>
                    <a:pt x="13880" y="117"/>
                    <a:pt x="13837" y="109"/>
                    <a:pt x="13797" y="109"/>
                  </a:cubicBezTo>
                  <a:cubicBezTo>
                    <a:pt x="13747" y="101"/>
                    <a:pt x="13705" y="93"/>
                    <a:pt x="13663" y="93"/>
                  </a:cubicBezTo>
                  <a:cubicBezTo>
                    <a:pt x="13563" y="75"/>
                    <a:pt x="13454" y="67"/>
                    <a:pt x="13346" y="51"/>
                  </a:cubicBezTo>
                  <a:cubicBezTo>
                    <a:pt x="13304" y="51"/>
                    <a:pt x="13262" y="43"/>
                    <a:pt x="13220" y="43"/>
                  </a:cubicBezTo>
                  <a:cubicBezTo>
                    <a:pt x="13178" y="43"/>
                    <a:pt x="13136" y="35"/>
                    <a:pt x="13085" y="35"/>
                  </a:cubicBezTo>
                  <a:cubicBezTo>
                    <a:pt x="13045" y="25"/>
                    <a:pt x="13003" y="25"/>
                    <a:pt x="12961" y="25"/>
                  </a:cubicBezTo>
                  <a:cubicBezTo>
                    <a:pt x="12895" y="17"/>
                    <a:pt x="12819" y="17"/>
                    <a:pt x="12752" y="9"/>
                  </a:cubicBezTo>
                  <a:lnTo>
                    <a:pt x="12710" y="9"/>
                  </a:lnTo>
                  <a:cubicBezTo>
                    <a:pt x="12502" y="1"/>
                    <a:pt x="12283" y="1"/>
                    <a:pt x="12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6" name="Google Shape;2206;p112">
              <a:extLst>
                <a:ext uri="{FF2B5EF4-FFF2-40B4-BE49-F238E27FC236}">
                  <a16:creationId xmlns:a16="http://schemas.microsoft.com/office/drawing/2014/main" id="{0F66ED05-C65D-3DF4-F6E2-C8D1F08E27E5}"/>
                </a:ext>
              </a:extLst>
            </p:cNvPr>
            <p:cNvGrpSpPr/>
            <p:nvPr/>
          </p:nvGrpSpPr>
          <p:grpSpPr>
            <a:xfrm>
              <a:off x="5630381" y="2575107"/>
              <a:ext cx="3513607" cy="2565422"/>
              <a:chOff x="5630381" y="2575107"/>
              <a:chExt cx="3513607" cy="2565422"/>
            </a:xfrm>
          </p:grpSpPr>
          <p:sp>
            <p:nvSpPr>
              <p:cNvPr id="2207" name="Google Shape;2207;p112">
                <a:extLst>
                  <a:ext uri="{FF2B5EF4-FFF2-40B4-BE49-F238E27FC236}">
                    <a16:creationId xmlns:a16="http://schemas.microsoft.com/office/drawing/2014/main" id="{D0FA49E8-D732-8C11-D544-D27936185CBE}"/>
                  </a:ext>
                </a:extLst>
              </p:cNvPr>
              <p:cNvSpPr/>
              <p:nvPr/>
            </p:nvSpPr>
            <p:spPr>
              <a:xfrm>
                <a:off x="7912332" y="3862831"/>
                <a:ext cx="37312" cy="27288"/>
              </a:xfrm>
              <a:custGeom>
                <a:avLst/>
                <a:gdLst/>
                <a:ahLst/>
                <a:cxnLst/>
                <a:rect l="l" t="t" r="r" b="b"/>
                <a:pathLst>
                  <a:path w="201" h="147" extrusionOk="0">
                    <a:moveTo>
                      <a:pt x="104" y="1"/>
                    </a:moveTo>
                    <a:cubicBezTo>
                      <a:pt x="89" y="1"/>
                      <a:pt x="72" y="4"/>
                      <a:pt x="66" y="4"/>
                    </a:cubicBezTo>
                    <a:cubicBezTo>
                      <a:pt x="66" y="14"/>
                      <a:pt x="58" y="4"/>
                      <a:pt x="50" y="22"/>
                    </a:cubicBezTo>
                    <a:cubicBezTo>
                      <a:pt x="50" y="30"/>
                      <a:pt x="40" y="30"/>
                      <a:pt x="32" y="38"/>
                    </a:cubicBezTo>
                    <a:cubicBezTo>
                      <a:pt x="24" y="38"/>
                      <a:pt x="24" y="38"/>
                      <a:pt x="16" y="46"/>
                    </a:cubicBezTo>
                    <a:cubicBezTo>
                      <a:pt x="16" y="46"/>
                      <a:pt x="8" y="54"/>
                      <a:pt x="16" y="54"/>
                    </a:cubicBezTo>
                    <a:lnTo>
                      <a:pt x="32" y="54"/>
                    </a:lnTo>
                    <a:cubicBezTo>
                      <a:pt x="32" y="64"/>
                      <a:pt x="40" y="64"/>
                      <a:pt x="40" y="72"/>
                    </a:cubicBezTo>
                    <a:cubicBezTo>
                      <a:pt x="40" y="80"/>
                      <a:pt x="24" y="88"/>
                      <a:pt x="24" y="88"/>
                    </a:cubicBezTo>
                    <a:cubicBezTo>
                      <a:pt x="16" y="88"/>
                      <a:pt x="8" y="96"/>
                      <a:pt x="8" y="104"/>
                    </a:cubicBezTo>
                    <a:lnTo>
                      <a:pt x="0" y="123"/>
                    </a:lnTo>
                    <a:lnTo>
                      <a:pt x="50" y="123"/>
                    </a:lnTo>
                    <a:cubicBezTo>
                      <a:pt x="50" y="123"/>
                      <a:pt x="58" y="119"/>
                      <a:pt x="65" y="119"/>
                    </a:cubicBezTo>
                    <a:cubicBezTo>
                      <a:pt x="68" y="119"/>
                      <a:pt x="72" y="120"/>
                      <a:pt x="74" y="123"/>
                    </a:cubicBezTo>
                    <a:cubicBezTo>
                      <a:pt x="74" y="131"/>
                      <a:pt x="74" y="131"/>
                      <a:pt x="82" y="139"/>
                    </a:cubicBezTo>
                    <a:cubicBezTo>
                      <a:pt x="82" y="141"/>
                      <a:pt x="83" y="142"/>
                      <a:pt x="85" y="142"/>
                    </a:cubicBezTo>
                    <a:cubicBezTo>
                      <a:pt x="88" y="142"/>
                      <a:pt x="94" y="139"/>
                      <a:pt x="101" y="139"/>
                    </a:cubicBezTo>
                    <a:cubicBezTo>
                      <a:pt x="101" y="147"/>
                      <a:pt x="109" y="147"/>
                      <a:pt x="117" y="147"/>
                    </a:cubicBezTo>
                    <a:cubicBezTo>
                      <a:pt x="117" y="147"/>
                      <a:pt x="133" y="131"/>
                      <a:pt x="133" y="123"/>
                    </a:cubicBezTo>
                    <a:lnTo>
                      <a:pt x="151" y="104"/>
                    </a:lnTo>
                    <a:cubicBezTo>
                      <a:pt x="151" y="96"/>
                      <a:pt x="159" y="88"/>
                      <a:pt x="159" y="80"/>
                    </a:cubicBezTo>
                    <a:cubicBezTo>
                      <a:pt x="167" y="80"/>
                      <a:pt x="175" y="72"/>
                      <a:pt x="175" y="72"/>
                    </a:cubicBezTo>
                    <a:lnTo>
                      <a:pt x="183" y="54"/>
                    </a:lnTo>
                    <a:lnTo>
                      <a:pt x="183" y="30"/>
                    </a:lnTo>
                    <a:lnTo>
                      <a:pt x="201" y="30"/>
                    </a:lnTo>
                    <a:lnTo>
                      <a:pt x="183" y="14"/>
                    </a:lnTo>
                    <a:lnTo>
                      <a:pt x="151" y="4"/>
                    </a:lnTo>
                    <a:lnTo>
                      <a:pt x="125" y="4"/>
                    </a:lnTo>
                    <a:cubicBezTo>
                      <a:pt x="119" y="2"/>
                      <a:pt x="112" y="1"/>
                      <a:pt x="1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112">
                <a:extLst>
                  <a:ext uri="{FF2B5EF4-FFF2-40B4-BE49-F238E27FC236}">
                    <a16:creationId xmlns:a16="http://schemas.microsoft.com/office/drawing/2014/main" id="{3B38592F-892E-390F-16F4-85B6D2461E97}"/>
                  </a:ext>
                </a:extLst>
              </p:cNvPr>
              <p:cNvSpPr/>
              <p:nvPr/>
            </p:nvSpPr>
            <p:spPr>
              <a:xfrm>
                <a:off x="7941661" y="3858375"/>
                <a:ext cx="20234" cy="724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39" extrusionOk="0">
                    <a:moveTo>
                      <a:pt x="42" y="1"/>
                    </a:moveTo>
                    <a:cubicBezTo>
                      <a:pt x="27" y="1"/>
                      <a:pt x="14" y="1"/>
                      <a:pt x="9" y="4"/>
                    </a:cubicBezTo>
                    <a:cubicBezTo>
                      <a:pt x="1" y="4"/>
                      <a:pt x="17" y="20"/>
                      <a:pt x="25" y="28"/>
                    </a:cubicBezTo>
                    <a:cubicBezTo>
                      <a:pt x="25" y="28"/>
                      <a:pt x="43" y="38"/>
                      <a:pt x="51" y="38"/>
                    </a:cubicBezTo>
                    <a:cubicBezTo>
                      <a:pt x="51" y="38"/>
                      <a:pt x="67" y="20"/>
                      <a:pt x="75" y="20"/>
                    </a:cubicBezTo>
                    <a:cubicBezTo>
                      <a:pt x="75" y="20"/>
                      <a:pt x="83" y="12"/>
                      <a:pt x="93" y="4"/>
                    </a:cubicBezTo>
                    <a:lnTo>
                      <a:pt x="109" y="4"/>
                    </a:lnTo>
                    <a:cubicBezTo>
                      <a:pt x="109" y="4"/>
                      <a:pt x="72" y="1"/>
                      <a:pt x="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112">
                <a:extLst>
                  <a:ext uri="{FF2B5EF4-FFF2-40B4-BE49-F238E27FC236}">
                    <a16:creationId xmlns:a16="http://schemas.microsoft.com/office/drawing/2014/main" id="{0EA32896-A6C8-14F4-3D99-7F4F105864B7}"/>
                  </a:ext>
                </a:extLst>
              </p:cNvPr>
              <p:cNvSpPr/>
              <p:nvPr/>
            </p:nvSpPr>
            <p:spPr>
              <a:xfrm>
                <a:off x="7966350" y="3832201"/>
                <a:ext cx="12808" cy="12808"/>
              </a:xfrm>
              <a:custGeom>
                <a:avLst/>
                <a:gdLst/>
                <a:ahLst/>
                <a:cxnLst/>
                <a:rect l="l" t="t" r="r" b="b"/>
                <a:pathLst>
                  <a:path w="69" h="69" extrusionOk="0">
                    <a:moveTo>
                      <a:pt x="66" y="1"/>
                    </a:moveTo>
                    <a:cubicBezTo>
                      <a:pt x="61" y="1"/>
                      <a:pt x="47" y="12"/>
                      <a:pt x="34" y="19"/>
                    </a:cubicBezTo>
                    <a:cubicBezTo>
                      <a:pt x="26" y="19"/>
                      <a:pt x="10" y="19"/>
                      <a:pt x="10" y="29"/>
                    </a:cubicBezTo>
                    <a:cubicBezTo>
                      <a:pt x="10" y="45"/>
                      <a:pt x="0" y="53"/>
                      <a:pt x="10" y="53"/>
                    </a:cubicBezTo>
                    <a:cubicBezTo>
                      <a:pt x="18" y="61"/>
                      <a:pt x="18" y="69"/>
                      <a:pt x="26" y="69"/>
                    </a:cubicBezTo>
                    <a:lnTo>
                      <a:pt x="42" y="69"/>
                    </a:lnTo>
                    <a:cubicBezTo>
                      <a:pt x="50" y="69"/>
                      <a:pt x="68" y="61"/>
                      <a:pt x="68" y="53"/>
                    </a:cubicBezTo>
                    <a:cubicBezTo>
                      <a:pt x="68" y="45"/>
                      <a:pt x="60" y="37"/>
                      <a:pt x="60" y="29"/>
                    </a:cubicBezTo>
                    <a:cubicBezTo>
                      <a:pt x="60" y="19"/>
                      <a:pt x="68" y="11"/>
                      <a:pt x="68" y="3"/>
                    </a:cubicBezTo>
                    <a:cubicBezTo>
                      <a:pt x="68" y="1"/>
                      <a:pt x="68" y="1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112">
                <a:extLst>
                  <a:ext uri="{FF2B5EF4-FFF2-40B4-BE49-F238E27FC236}">
                    <a16:creationId xmlns:a16="http://schemas.microsoft.com/office/drawing/2014/main" id="{A6729822-2A8E-1112-2092-12C6256CD3AC}"/>
                  </a:ext>
                </a:extLst>
              </p:cNvPr>
              <p:cNvSpPr/>
              <p:nvPr/>
            </p:nvSpPr>
            <p:spPr>
              <a:xfrm>
                <a:off x="7983428" y="3832573"/>
                <a:ext cx="23575" cy="22647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2" extrusionOk="0">
                    <a:moveTo>
                      <a:pt x="85" y="1"/>
                    </a:moveTo>
                    <a:cubicBezTo>
                      <a:pt x="76" y="9"/>
                      <a:pt x="68" y="9"/>
                      <a:pt x="68" y="9"/>
                    </a:cubicBezTo>
                    <a:cubicBezTo>
                      <a:pt x="58" y="17"/>
                      <a:pt x="42" y="17"/>
                      <a:pt x="42" y="17"/>
                    </a:cubicBezTo>
                    <a:cubicBezTo>
                      <a:pt x="34" y="27"/>
                      <a:pt x="18" y="51"/>
                      <a:pt x="18" y="59"/>
                    </a:cubicBezTo>
                    <a:cubicBezTo>
                      <a:pt x="8" y="67"/>
                      <a:pt x="0" y="77"/>
                      <a:pt x="8" y="93"/>
                    </a:cubicBezTo>
                    <a:cubicBezTo>
                      <a:pt x="18" y="101"/>
                      <a:pt x="18" y="109"/>
                      <a:pt x="26" y="109"/>
                    </a:cubicBezTo>
                    <a:cubicBezTo>
                      <a:pt x="26" y="115"/>
                      <a:pt x="34" y="121"/>
                      <a:pt x="42" y="121"/>
                    </a:cubicBezTo>
                    <a:cubicBezTo>
                      <a:pt x="45" y="121"/>
                      <a:pt x="48" y="120"/>
                      <a:pt x="50" y="117"/>
                    </a:cubicBezTo>
                    <a:cubicBezTo>
                      <a:pt x="50" y="117"/>
                      <a:pt x="58" y="101"/>
                      <a:pt x="68" y="93"/>
                    </a:cubicBezTo>
                    <a:lnTo>
                      <a:pt x="68" y="77"/>
                    </a:lnTo>
                    <a:cubicBezTo>
                      <a:pt x="68" y="77"/>
                      <a:pt x="58" y="59"/>
                      <a:pt x="68" y="59"/>
                    </a:cubicBezTo>
                    <a:cubicBezTo>
                      <a:pt x="68" y="51"/>
                      <a:pt x="76" y="51"/>
                      <a:pt x="85" y="51"/>
                    </a:cubicBezTo>
                    <a:cubicBezTo>
                      <a:pt x="85" y="59"/>
                      <a:pt x="93" y="59"/>
                      <a:pt x="101" y="59"/>
                    </a:cubicBezTo>
                    <a:cubicBezTo>
                      <a:pt x="101" y="63"/>
                      <a:pt x="105" y="65"/>
                      <a:pt x="110" y="65"/>
                    </a:cubicBezTo>
                    <a:cubicBezTo>
                      <a:pt x="114" y="65"/>
                      <a:pt x="119" y="63"/>
                      <a:pt x="119" y="59"/>
                    </a:cubicBezTo>
                    <a:cubicBezTo>
                      <a:pt x="127" y="59"/>
                      <a:pt x="127" y="35"/>
                      <a:pt x="127" y="35"/>
                    </a:cubicBezTo>
                    <a:cubicBezTo>
                      <a:pt x="119" y="35"/>
                      <a:pt x="101" y="17"/>
                      <a:pt x="101" y="17"/>
                    </a:cubicBezTo>
                    <a:cubicBezTo>
                      <a:pt x="93" y="9"/>
                      <a:pt x="93" y="1"/>
                      <a:pt x="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112">
                <a:extLst>
                  <a:ext uri="{FF2B5EF4-FFF2-40B4-BE49-F238E27FC236}">
                    <a16:creationId xmlns:a16="http://schemas.microsoft.com/office/drawing/2014/main" id="{4A311526-C156-5F47-8A8C-7BF540E90C0F}"/>
                  </a:ext>
                </a:extLst>
              </p:cNvPr>
              <p:cNvSpPr/>
              <p:nvPr/>
            </p:nvSpPr>
            <p:spPr>
              <a:xfrm>
                <a:off x="5976581" y="3427897"/>
                <a:ext cx="12437" cy="11323"/>
              </a:xfrm>
              <a:custGeom>
                <a:avLst/>
                <a:gdLst/>
                <a:ahLst/>
                <a:cxnLst/>
                <a:rect l="l" t="t" r="r" b="b"/>
                <a:pathLst>
                  <a:path w="67" h="61" extrusionOk="0">
                    <a:moveTo>
                      <a:pt x="24" y="1"/>
                    </a:moveTo>
                    <a:cubicBezTo>
                      <a:pt x="16" y="9"/>
                      <a:pt x="8" y="25"/>
                      <a:pt x="0" y="41"/>
                    </a:cubicBezTo>
                    <a:cubicBezTo>
                      <a:pt x="17" y="56"/>
                      <a:pt x="31" y="61"/>
                      <a:pt x="41" y="61"/>
                    </a:cubicBezTo>
                    <a:cubicBezTo>
                      <a:pt x="54" y="61"/>
                      <a:pt x="62" y="51"/>
                      <a:pt x="66" y="41"/>
                    </a:cubicBez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112">
                <a:extLst>
                  <a:ext uri="{FF2B5EF4-FFF2-40B4-BE49-F238E27FC236}">
                    <a16:creationId xmlns:a16="http://schemas.microsoft.com/office/drawing/2014/main" id="{C33F1F92-5B6B-0370-1997-4AABA7F85E6F}"/>
                  </a:ext>
                </a:extLst>
              </p:cNvPr>
              <p:cNvSpPr/>
              <p:nvPr/>
            </p:nvSpPr>
            <p:spPr>
              <a:xfrm>
                <a:off x="5982521" y="3285889"/>
                <a:ext cx="544824" cy="451452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2432" extrusionOk="0">
                    <a:moveTo>
                      <a:pt x="1381" y="2015"/>
                    </a:moveTo>
                    <a:cubicBezTo>
                      <a:pt x="1383" y="2015"/>
                      <a:pt x="1386" y="2016"/>
                      <a:pt x="1388" y="2019"/>
                    </a:cubicBezTo>
                    <a:cubicBezTo>
                      <a:pt x="1393" y="2024"/>
                      <a:pt x="1377" y="2023"/>
                      <a:pt x="1365" y="2025"/>
                    </a:cubicBezTo>
                    <a:lnTo>
                      <a:pt x="1365" y="2025"/>
                    </a:lnTo>
                    <a:cubicBezTo>
                      <a:pt x="1371" y="2020"/>
                      <a:pt x="1376" y="2015"/>
                      <a:pt x="1381" y="2015"/>
                    </a:cubicBezTo>
                    <a:close/>
                    <a:moveTo>
                      <a:pt x="578" y="0"/>
                    </a:moveTo>
                    <a:cubicBezTo>
                      <a:pt x="574" y="0"/>
                      <a:pt x="569" y="1"/>
                      <a:pt x="560" y="4"/>
                    </a:cubicBezTo>
                    <a:cubicBezTo>
                      <a:pt x="528" y="14"/>
                      <a:pt x="510" y="22"/>
                      <a:pt x="502" y="30"/>
                    </a:cubicBezTo>
                    <a:cubicBezTo>
                      <a:pt x="494" y="30"/>
                      <a:pt x="486" y="38"/>
                      <a:pt x="478" y="38"/>
                    </a:cubicBezTo>
                    <a:cubicBezTo>
                      <a:pt x="460" y="46"/>
                      <a:pt x="452" y="54"/>
                      <a:pt x="435" y="72"/>
                    </a:cubicBezTo>
                    <a:cubicBezTo>
                      <a:pt x="419" y="80"/>
                      <a:pt x="419" y="88"/>
                      <a:pt x="419" y="96"/>
                    </a:cubicBezTo>
                    <a:cubicBezTo>
                      <a:pt x="409" y="104"/>
                      <a:pt x="435" y="104"/>
                      <a:pt x="427" y="114"/>
                    </a:cubicBezTo>
                    <a:cubicBezTo>
                      <a:pt x="385" y="146"/>
                      <a:pt x="385" y="146"/>
                      <a:pt x="385" y="154"/>
                    </a:cubicBezTo>
                    <a:cubicBezTo>
                      <a:pt x="385" y="164"/>
                      <a:pt x="385" y="172"/>
                      <a:pt x="393" y="180"/>
                    </a:cubicBezTo>
                    <a:lnTo>
                      <a:pt x="393" y="188"/>
                    </a:lnTo>
                    <a:cubicBezTo>
                      <a:pt x="401" y="204"/>
                      <a:pt x="409" y="196"/>
                      <a:pt x="419" y="204"/>
                    </a:cubicBezTo>
                    <a:cubicBezTo>
                      <a:pt x="419" y="222"/>
                      <a:pt x="409" y="222"/>
                      <a:pt x="401" y="230"/>
                    </a:cubicBezTo>
                    <a:cubicBezTo>
                      <a:pt x="393" y="230"/>
                      <a:pt x="393" y="222"/>
                      <a:pt x="377" y="222"/>
                    </a:cubicBezTo>
                    <a:lnTo>
                      <a:pt x="369" y="214"/>
                    </a:lnTo>
                    <a:cubicBezTo>
                      <a:pt x="243" y="389"/>
                      <a:pt x="119" y="565"/>
                      <a:pt x="0" y="748"/>
                    </a:cubicBezTo>
                    <a:cubicBezTo>
                      <a:pt x="18" y="748"/>
                      <a:pt x="34" y="756"/>
                      <a:pt x="42" y="756"/>
                    </a:cubicBezTo>
                    <a:cubicBezTo>
                      <a:pt x="42" y="756"/>
                      <a:pt x="77" y="748"/>
                      <a:pt x="85" y="740"/>
                    </a:cubicBezTo>
                    <a:cubicBezTo>
                      <a:pt x="85" y="740"/>
                      <a:pt x="93" y="732"/>
                      <a:pt x="101" y="732"/>
                    </a:cubicBezTo>
                    <a:cubicBezTo>
                      <a:pt x="109" y="732"/>
                      <a:pt x="119" y="748"/>
                      <a:pt x="119" y="748"/>
                    </a:cubicBezTo>
                    <a:lnTo>
                      <a:pt x="151" y="748"/>
                    </a:lnTo>
                    <a:cubicBezTo>
                      <a:pt x="151" y="740"/>
                      <a:pt x="177" y="732"/>
                      <a:pt x="177" y="732"/>
                    </a:cubicBezTo>
                    <a:lnTo>
                      <a:pt x="201" y="748"/>
                    </a:lnTo>
                    <a:lnTo>
                      <a:pt x="293" y="748"/>
                    </a:lnTo>
                    <a:cubicBezTo>
                      <a:pt x="309" y="766"/>
                      <a:pt x="327" y="766"/>
                      <a:pt x="335" y="766"/>
                    </a:cubicBezTo>
                    <a:cubicBezTo>
                      <a:pt x="341" y="766"/>
                      <a:pt x="349" y="761"/>
                      <a:pt x="355" y="761"/>
                    </a:cubicBezTo>
                    <a:cubicBezTo>
                      <a:pt x="357" y="761"/>
                      <a:pt x="359" y="763"/>
                      <a:pt x="359" y="766"/>
                    </a:cubicBezTo>
                    <a:cubicBezTo>
                      <a:pt x="377" y="774"/>
                      <a:pt x="377" y="774"/>
                      <a:pt x="385" y="774"/>
                    </a:cubicBezTo>
                    <a:lnTo>
                      <a:pt x="409" y="774"/>
                    </a:lnTo>
                    <a:cubicBezTo>
                      <a:pt x="427" y="766"/>
                      <a:pt x="427" y="756"/>
                      <a:pt x="435" y="756"/>
                    </a:cubicBezTo>
                    <a:cubicBezTo>
                      <a:pt x="460" y="756"/>
                      <a:pt x="460" y="756"/>
                      <a:pt x="460" y="748"/>
                    </a:cubicBezTo>
                    <a:cubicBezTo>
                      <a:pt x="460" y="740"/>
                      <a:pt x="452" y="732"/>
                      <a:pt x="452" y="732"/>
                    </a:cubicBezTo>
                    <a:lnTo>
                      <a:pt x="452" y="716"/>
                    </a:lnTo>
                    <a:lnTo>
                      <a:pt x="452" y="698"/>
                    </a:lnTo>
                    <a:lnTo>
                      <a:pt x="435" y="682"/>
                    </a:lnTo>
                    <a:lnTo>
                      <a:pt x="409" y="666"/>
                    </a:lnTo>
                    <a:cubicBezTo>
                      <a:pt x="409" y="666"/>
                      <a:pt x="409" y="656"/>
                      <a:pt x="393" y="656"/>
                    </a:cubicBezTo>
                    <a:cubicBezTo>
                      <a:pt x="388" y="656"/>
                      <a:pt x="379" y="660"/>
                      <a:pt x="374" y="660"/>
                    </a:cubicBezTo>
                    <a:cubicBezTo>
                      <a:pt x="371" y="660"/>
                      <a:pt x="369" y="659"/>
                      <a:pt x="369" y="656"/>
                    </a:cubicBezTo>
                    <a:cubicBezTo>
                      <a:pt x="359" y="648"/>
                      <a:pt x="351" y="640"/>
                      <a:pt x="359" y="640"/>
                    </a:cubicBezTo>
                    <a:cubicBezTo>
                      <a:pt x="369" y="632"/>
                      <a:pt x="359" y="624"/>
                      <a:pt x="377" y="624"/>
                    </a:cubicBezTo>
                    <a:cubicBezTo>
                      <a:pt x="377" y="624"/>
                      <a:pt x="385" y="624"/>
                      <a:pt x="385" y="632"/>
                    </a:cubicBezTo>
                    <a:cubicBezTo>
                      <a:pt x="385" y="632"/>
                      <a:pt x="385" y="634"/>
                      <a:pt x="386" y="634"/>
                    </a:cubicBezTo>
                    <a:cubicBezTo>
                      <a:pt x="387" y="634"/>
                      <a:pt x="389" y="632"/>
                      <a:pt x="393" y="624"/>
                    </a:cubicBezTo>
                    <a:cubicBezTo>
                      <a:pt x="404" y="601"/>
                      <a:pt x="408" y="593"/>
                      <a:pt x="412" y="593"/>
                    </a:cubicBezTo>
                    <a:cubicBezTo>
                      <a:pt x="414" y="593"/>
                      <a:pt x="416" y="595"/>
                      <a:pt x="419" y="597"/>
                    </a:cubicBezTo>
                    <a:cubicBezTo>
                      <a:pt x="427" y="605"/>
                      <a:pt x="443" y="605"/>
                      <a:pt x="435" y="615"/>
                    </a:cubicBezTo>
                    <a:cubicBezTo>
                      <a:pt x="435" y="632"/>
                      <a:pt x="427" y="640"/>
                      <a:pt x="435" y="640"/>
                    </a:cubicBezTo>
                    <a:lnTo>
                      <a:pt x="470" y="640"/>
                    </a:lnTo>
                    <a:cubicBezTo>
                      <a:pt x="478" y="640"/>
                      <a:pt x="486" y="640"/>
                      <a:pt x="478" y="656"/>
                    </a:cubicBezTo>
                    <a:cubicBezTo>
                      <a:pt x="478" y="674"/>
                      <a:pt x="470" y="674"/>
                      <a:pt x="494" y="674"/>
                    </a:cubicBezTo>
                    <a:cubicBezTo>
                      <a:pt x="504" y="674"/>
                      <a:pt x="516" y="670"/>
                      <a:pt x="525" y="670"/>
                    </a:cubicBezTo>
                    <a:cubicBezTo>
                      <a:pt x="529" y="670"/>
                      <a:pt x="533" y="671"/>
                      <a:pt x="536" y="674"/>
                    </a:cubicBezTo>
                    <a:lnTo>
                      <a:pt x="570" y="674"/>
                    </a:lnTo>
                    <a:cubicBezTo>
                      <a:pt x="570" y="674"/>
                      <a:pt x="586" y="674"/>
                      <a:pt x="586" y="690"/>
                    </a:cubicBezTo>
                    <a:cubicBezTo>
                      <a:pt x="586" y="706"/>
                      <a:pt x="578" y="740"/>
                      <a:pt x="578" y="748"/>
                    </a:cubicBezTo>
                    <a:cubicBezTo>
                      <a:pt x="582" y="752"/>
                      <a:pt x="575" y="752"/>
                      <a:pt x="573" y="752"/>
                    </a:cubicBezTo>
                    <a:cubicBezTo>
                      <a:pt x="571" y="752"/>
                      <a:pt x="573" y="752"/>
                      <a:pt x="594" y="756"/>
                    </a:cubicBezTo>
                    <a:cubicBezTo>
                      <a:pt x="601" y="757"/>
                      <a:pt x="606" y="758"/>
                      <a:pt x="611" y="758"/>
                    </a:cubicBezTo>
                    <a:cubicBezTo>
                      <a:pt x="639" y="758"/>
                      <a:pt x="647" y="739"/>
                      <a:pt x="660" y="732"/>
                    </a:cubicBezTo>
                    <a:cubicBezTo>
                      <a:pt x="670" y="732"/>
                      <a:pt x="678" y="740"/>
                      <a:pt x="678" y="740"/>
                    </a:cubicBezTo>
                    <a:cubicBezTo>
                      <a:pt x="686" y="740"/>
                      <a:pt x="702" y="740"/>
                      <a:pt x="702" y="756"/>
                    </a:cubicBezTo>
                    <a:cubicBezTo>
                      <a:pt x="694" y="766"/>
                      <a:pt x="694" y="774"/>
                      <a:pt x="694" y="774"/>
                    </a:cubicBezTo>
                    <a:cubicBezTo>
                      <a:pt x="694" y="774"/>
                      <a:pt x="698" y="772"/>
                      <a:pt x="703" y="772"/>
                    </a:cubicBezTo>
                    <a:cubicBezTo>
                      <a:pt x="709" y="772"/>
                      <a:pt x="715" y="774"/>
                      <a:pt x="720" y="782"/>
                    </a:cubicBezTo>
                    <a:cubicBezTo>
                      <a:pt x="720" y="790"/>
                      <a:pt x="702" y="798"/>
                      <a:pt x="710" y="798"/>
                    </a:cubicBezTo>
                    <a:lnTo>
                      <a:pt x="744" y="798"/>
                    </a:lnTo>
                    <a:cubicBezTo>
                      <a:pt x="744" y="798"/>
                      <a:pt x="770" y="798"/>
                      <a:pt x="760" y="806"/>
                    </a:cubicBezTo>
                    <a:cubicBezTo>
                      <a:pt x="752" y="824"/>
                      <a:pt x="760" y="832"/>
                      <a:pt x="770" y="832"/>
                    </a:cubicBezTo>
                    <a:cubicBezTo>
                      <a:pt x="770" y="832"/>
                      <a:pt x="794" y="848"/>
                      <a:pt x="802" y="848"/>
                    </a:cubicBezTo>
                    <a:cubicBezTo>
                      <a:pt x="806" y="844"/>
                      <a:pt x="817" y="842"/>
                      <a:pt x="827" y="842"/>
                    </a:cubicBezTo>
                    <a:cubicBezTo>
                      <a:pt x="836" y="842"/>
                      <a:pt x="845" y="844"/>
                      <a:pt x="845" y="848"/>
                    </a:cubicBezTo>
                    <a:cubicBezTo>
                      <a:pt x="845" y="848"/>
                      <a:pt x="853" y="848"/>
                      <a:pt x="871" y="856"/>
                    </a:cubicBezTo>
                    <a:cubicBezTo>
                      <a:pt x="871" y="866"/>
                      <a:pt x="879" y="866"/>
                      <a:pt x="879" y="866"/>
                    </a:cubicBezTo>
                    <a:cubicBezTo>
                      <a:pt x="882" y="862"/>
                      <a:pt x="886" y="859"/>
                      <a:pt x="888" y="859"/>
                    </a:cubicBezTo>
                    <a:cubicBezTo>
                      <a:pt x="892" y="859"/>
                      <a:pt x="895" y="864"/>
                      <a:pt x="895" y="874"/>
                    </a:cubicBezTo>
                    <a:cubicBezTo>
                      <a:pt x="887" y="898"/>
                      <a:pt x="903" y="882"/>
                      <a:pt x="887" y="898"/>
                    </a:cubicBezTo>
                    <a:lnTo>
                      <a:pt x="871" y="916"/>
                    </a:lnTo>
                    <a:cubicBezTo>
                      <a:pt x="861" y="916"/>
                      <a:pt x="861" y="924"/>
                      <a:pt x="853" y="924"/>
                    </a:cubicBezTo>
                    <a:cubicBezTo>
                      <a:pt x="837" y="932"/>
                      <a:pt x="810" y="932"/>
                      <a:pt x="802" y="932"/>
                    </a:cubicBezTo>
                    <a:lnTo>
                      <a:pt x="794" y="932"/>
                    </a:lnTo>
                    <a:cubicBezTo>
                      <a:pt x="789" y="927"/>
                      <a:pt x="783" y="921"/>
                      <a:pt x="777" y="921"/>
                    </a:cubicBezTo>
                    <a:cubicBezTo>
                      <a:pt x="775" y="921"/>
                      <a:pt x="773" y="922"/>
                      <a:pt x="770" y="924"/>
                    </a:cubicBezTo>
                    <a:cubicBezTo>
                      <a:pt x="760" y="940"/>
                      <a:pt x="744" y="940"/>
                      <a:pt x="744" y="966"/>
                    </a:cubicBezTo>
                    <a:cubicBezTo>
                      <a:pt x="744" y="999"/>
                      <a:pt x="778" y="999"/>
                      <a:pt x="770" y="999"/>
                    </a:cubicBezTo>
                    <a:cubicBezTo>
                      <a:pt x="770" y="1000"/>
                      <a:pt x="773" y="1001"/>
                      <a:pt x="778" y="1001"/>
                    </a:cubicBezTo>
                    <a:cubicBezTo>
                      <a:pt x="799" y="1001"/>
                      <a:pt x="854" y="989"/>
                      <a:pt x="861" y="982"/>
                    </a:cubicBezTo>
                    <a:cubicBezTo>
                      <a:pt x="871" y="974"/>
                      <a:pt x="861" y="982"/>
                      <a:pt x="895" y="956"/>
                    </a:cubicBezTo>
                    <a:lnTo>
                      <a:pt x="921" y="940"/>
                    </a:lnTo>
                    <a:lnTo>
                      <a:pt x="937" y="932"/>
                    </a:lnTo>
                    <a:lnTo>
                      <a:pt x="953" y="940"/>
                    </a:lnTo>
                    <a:lnTo>
                      <a:pt x="971" y="932"/>
                    </a:lnTo>
                    <a:cubicBezTo>
                      <a:pt x="973" y="927"/>
                      <a:pt x="978" y="925"/>
                      <a:pt x="984" y="925"/>
                    </a:cubicBezTo>
                    <a:cubicBezTo>
                      <a:pt x="996" y="925"/>
                      <a:pt x="1011" y="935"/>
                      <a:pt x="1011" y="940"/>
                    </a:cubicBezTo>
                    <a:lnTo>
                      <a:pt x="1021" y="932"/>
                    </a:lnTo>
                    <a:lnTo>
                      <a:pt x="1021" y="940"/>
                    </a:lnTo>
                    <a:cubicBezTo>
                      <a:pt x="1011" y="956"/>
                      <a:pt x="1003" y="948"/>
                      <a:pt x="1011" y="956"/>
                    </a:cubicBezTo>
                    <a:cubicBezTo>
                      <a:pt x="1011" y="966"/>
                      <a:pt x="1037" y="966"/>
                      <a:pt x="1045" y="974"/>
                    </a:cubicBezTo>
                    <a:lnTo>
                      <a:pt x="1045" y="982"/>
                    </a:lnTo>
                    <a:cubicBezTo>
                      <a:pt x="1053" y="999"/>
                      <a:pt x="1061" y="999"/>
                      <a:pt x="1061" y="1017"/>
                    </a:cubicBezTo>
                    <a:cubicBezTo>
                      <a:pt x="1061" y="1025"/>
                      <a:pt x="1064" y="1027"/>
                      <a:pt x="1067" y="1027"/>
                    </a:cubicBezTo>
                    <a:cubicBezTo>
                      <a:pt x="1071" y="1027"/>
                      <a:pt x="1075" y="1025"/>
                      <a:pt x="1079" y="1025"/>
                    </a:cubicBezTo>
                    <a:cubicBezTo>
                      <a:pt x="1085" y="1030"/>
                      <a:pt x="1091" y="1036"/>
                      <a:pt x="1096" y="1036"/>
                    </a:cubicBezTo>
                    <a:cubicBezTo>
                      <a:pt x="1099" y="1036"/>
                      <a:pt x="1101" y="1035"/>
                      <a:pt x="1103" y="1033"/>
                    </a:cubicBezTo>
                    <a:cubicBezTo>
                      <a:pt x="1103" y="1033"/>
                      <a:pt x="1103" y="1017"/>
                      <a:pt x="1111" y="1017"/>
                    </a:cubicBezTo>
                    <a:cubicBezTo>
                      <a:pt x="1111" y="1007"/>
                      <a:pt x="1103" y="999"/>
                      <a:pt x="1121" y="999"/>
                    </a:cubicBezTo>
                    <a:cubicBezTo>
                      <a:pt x="1137" y="999"/>
                      <a:pt x="1137" y="999"/>
                      <a:pt x="1145" y="1007"/>
                    </a:cubicBezTo>
                    <a:cubicBezTo>
                      <a:pt x="1145" y="1017"/>
                      <a:pt x="1161" y="1025"/>
                      <a:pt x="1153" y="1041"/>
                    </a:cubicBezTo>
                    <a:cubicBezTo>
                      <a:pt x="1153" y="1049"/>
                      <a:pt x="1137" y="1057"/>
                      <a:pt x="1153" y="1057"/>
                    </a:cubicBezTo>
                    <a:cubicBezTo>
                      <a:pt x="1161" y="1067"/>
                      <a:pt x="1171" y="1075"/>
                      <a:pt x="1187" y="1075"/>
                    </a:cubicBezTo>
                    <a:lnTo>
                      <a:pt x="1212" y="1075"/>
                    </a:lnTo>
                    <a:cubicBezTo>
                      <a:pt x="1212" y="1075"/>
                      <a:pt x="1216" y="1071"/>
                      <a:pt x="1219" y="1071"/>
                    </a:cubicBezTo>
                    <a:cubicBezTo>
                      <a:pt x="1220" y="1071"/>
                      <a:pt x="1222" y="1072"/>
                      <a:pt x="1222" y="1075"/>
                    </a:cubicBezTo>
                    <a:cubicBezTo>
                      <a:pt x="1246" y="1099"/>
                      <a:pt x="1304" y="1175"/>
                      <a:pt x="1304" y="1175"/>
                    </a:cubicBezTo>
                    <a:cubicBezTo>
                      <a:pt x="1304" y="1183"/>
                      <a:pt x="1322" y="1191"/>
                      <a:pt x="1330" y="1199"/>
                    </a:cubicBezTo>
                    <a:cubicBezTo>
                      <a:pt x="1338" y="1207"/>
                      <a:pt x="1346" y="1199"/>
                      <a:pt x="1354" y="1217"/>
                    </a:cubicBezTo>
                    <a:cubicBezTo>
                      <a:pt x="1362" y="1233"/>
                      <a:pt x="1362" y="1233"/>
                      <a:pt x="1372" y="1257"/>
                    </a:cubicBezTo>
                    <a:cubicBezTo>
                      <a:pt x="1372" y="1283"/>
                      <a:pt x="1380" y="1275"/>
                      <a:pt x="1380" y="1291"/>
                    </a:cubicBezTo>
                    <a:cubicBezTo>
                      <a:pt x="1380" y="1299"/>
                      <a:pt x="1388" y="1291"/>
                      <a:pt x="1380" y="1307"/>
                    </a:cubicBezTo>
                    <a:cubicBezTo>
                      <a:pt x="1372" y="1325"/>
                      <a:pt x="1388" y="1307"/>
                      <a:pt x="1372" y="1333"/>
                    </a:cubicBezTo>
                    <a:cubicBezTo>
                      <a:pt x="1354" y="1341"/>
                      <a:pt x="1354" y="1341"/>
                      <a:pt x="1338" y="1357"/>
                    </a:cubicBezTo>
                    <a:cubicBezTo>
                      <a:pt x="1330" y="1376"/>
                      <a:pt x="1330" y="1357"/>
                      <a:pt x="1312" y="1384"/>
                    </a:cubicBezTo>
                    <a:cubicBezTo>
                      <a:pt x="1296" y="1408"/>
                      <a:pt x="1296" y="1400"/>
                      <a:pt x="1288" y="1418"/>
                    </a:cubicBezTo>
                    <a:cubicBezTo>
                      <a:pt x="1288" y="1422"/>
                      <a:pt x="1288" y="1424"/>
                      <a:pt x="1289" y="1424"/>
                    </a:cubicBezTo>
                    <a:cubicBezTo>
                      <a:pt x="1290" y="1424"/>
                      <a:pt x="1292" y="1422"/>
                      <a:pt x="1296" y="1418"/>
                    </a:cubicBezTo>
                    <a:lnTo>
                      <a:pt x="1296" y="1418"/>
                    </a:lnTo>
                    <a:cubicBezTo>
                      <a:pt x="1296" y="1426"/>
                      <a:pt x="1288" y="1426"/>
                      <a:pt x="1288" y="1426"/>
                    </a:cubicBezTo>
                    <a:cubicBezTo>
                      <a:pt x="1288" y="1442"/>
                      <a:pt x="1288" y="1442"/>
                      <a:pt x="1280" y="1442"/>
                    </a:cubicBezTo>
                    <a:cubicBezTo>
                      <a:pt x="1280" y="1438"/>
                      <a:pt x="1280" y="1436"/>
                      <a:pt x="1279" y="1436"/>
                    </a:cubicBezTo>
                    <a:cubicBezTo>
                      <a:pt x="1278" y="1436"/>
                      <a:pt x="1276" y="1438"/>
                      <a:pt x="1272" y="1442"/>
                    </a:cubicBezTo>
                    <a:cubicBezTo>
                      <a:pt x="1254" y="1468"/>
                      <a:pt x="1254" y="1450"/>
                      <a:pt x="1238" y="1476"/>
                    </a:cubicBezTo>
                    <a:cubicBezTo>
                      <a:pt x="1212" y="1500"/>
                      <a:pt x="1196" y="1508"/>
                      <a:pt x="1187" y="1518"/>
                    </a:cubicBezTo>
                    <a:cubicBezTo>
                      <a:pt x="1187" y="1526"/>
                      <a:pt x="1145" y="1542"/>
                      <a:pt x="1145" y="1550"/>
                    </a:cubicBezTo>
                    <a:cubicBezTo>
                      <a:pt x="1137" y="1558"/>
                      <a:pt x="1129" y="1568"/>
                      <a:pt x="1121" y="1576"/>
                    </a:cubicBezTo>
                    <a:cubicBezTo>
                      <a:pt x="1111" y="1592"/>
                      <a:pt x="1121" y="1592"/>
                      <a:pt x="1129" y="1600"/>
                    </a:cubicBezTo>
                    <a:cubicBezTo>
                      <a:pt x="1129" y="1618"/>
                      <a:pt x="1153" y="1618"/>
                      <a:pt x="1171" y="1634"/>
                    </a:cubicBezTo>
                    <a:cubicBezTo>
                      <a:pt x="1187" y="1650"/>
                      <a:pt x="1187" y="1642"/>
                      <a:pt x="1204" y="1658"/>
                    </a:cubicBezTo>
                    <a:cubicBezTo>
                      <a:pt x="1222" y="1676"/>
                      <a:pt x="1246" y="1668"/>
                      <a:pt x="1230" y="1684"/>
                    </a:cubicBezTo>
                    <a:cubicBezTo>
                      <a:pt x="1212" y="1700"/>
                      <a:pt x="1204" y="1700"/>
                      <a:pt x="1196" y="1718"/>
                    </a:cubicBezTo>
                    <a:cubicBezTo>
                      <a:pt x="1187" y="1735"/>
                      <a:pt x="1187" y="1726"/>
                      <a:pt x="1171" y="1735"/>
                    </a:cubicBezTo>
                    <a:cubicBezTo>
                      <a:pt x="1161" y="1735"/>
                      <a:pt x="1153" y="1735"/>
                      <a:pt x="1153" y="1743"/>
                    </a:cubicBezTo>
                    <a:cubicBezTo>
                      <a:pt x="1153" y="1751"/>
                      <a:pt x="1153" y="1751"/>
                      <a:pt x="1137" y="1759"/>
                    </a:cubicBezTo>
                    <a:cubicBezTo>
                      <a:pt x="1129" y="1769"/>
                      <a:pt x="1111" y="1769"/>
                      <a:pt x="1095" y="1777"/>
                    </a:cubicBezTo>
                    <a:cubicBezTo>
                      <a:pt x="1093" y="1779"/>
                      <a:pt x="1091" y="1780"/>
                      <a:pt x="1089" y="1780"/>
                    </a:cubicBezTo>
                    <a:cubicBezTo>
                      <a:pt x="1086" y="1780"/>
                      <a:pt x="1085" y="1777"/>
                      <a:pt x="1079" y="1777"/>
                    </a:cubicBezTo>
                    <a:lnTo>
                      <a:pt x="1061" y="1777"/>
                    </a:lnTo>
                    <a:cubicBezTo>
                      <a:pt x="1061" y="1773"/>
                      <a:pt x="1059" y="1771"/>
                      <a:pt x="1057" y="1771"/>
                    </a:cubicBezTo>
                    <a:cubicBezTo>
                      <a:pt x="1055" y="1771"/>
                      <a:pt x="1053" y="1773"/>
                      <a:pt x="1053" y="1777"/>
                    </a:cubicBezTo>
                    <a:lnTo>
                      <a:pt x="1037" y="1777"/>
                    </a:lnTo>
                    <a:cubicBezTo>
                      <a:pt x="1037" y="1777"/>
                      <a:pt x="1029" y="1777"/>
                      <a:pt x="1029" y="1785"/>
                    </a:cubicBezTo>
                    <a:lnTo>
                      <a:pt x="1011" y="1801"/>
                    </a:lnTo>
                    <a:lnTo>
                      <a:pt x="1011" y="1809"/>
                    </a:lnTo>
                    <a:cubicBezTo>
                      <a:pt x="1007" y="1809"/>
                      <a:pt x="1005" y="1807"/>
                      <a:pt x="1003" y="1807"/>
                    </a:cubicBezTo>
                    <a:cubicBezTo>
                      <a:pt x="1001" y="1807"/>
                      <a:pt x="999" y="1809"/>
                      <a:pt x="995" y="1819"/>
                    </a:cubicBezTo>
                    <a:cubicBezTo>
                      <a:pt x="987" y="1835"/>
                      <a:pt x="979" y="1835"/>
                      <a:pt x="1003" y="1835"/>
                    </a:cubicBezTo>
                    <a:cubicBezTo>
                      <a:pt x="1015" y="1835"/>
                      <a:pt x="1026" y="1828"/>
                      <a:pt x="1030" y="1828"/>
                    </a:cubicBezTo>
                    <a:cubicBezTo>
                      <a:pt x="1032" y="1828"/>
                      <a:pt x="1032" y="1829"/>
                      <a:pt x="1029" y="1835"/>
                    </a:cubicBezTo>
                    <a:cubicBezTo>
                      <a:pt x="1029" y="1843"/>
                      <a:pt x="1037" y="1851"/>
                      <a:pt x="1029" y="1859"/>
                    </a:cubicBezTo>
                    <a:lnTo>
                      <a:pt x="1011" y="1877"/>
                    </a:lnTo>
                    <a:cubicBezTo>
                      <a:pt x="1009" y="1878"/>
                      <a:pt x="1007" y="1879"/>
                      <a:pt x="1005" y="1879"/>
                    </a:cubicBezTo>
                    <a:cubicBezTo>
                      <a:pt x="994" y="1879"/>
                      <a:pt x="979" y="1869"/>
                      <a:pt x="979" y="1869"/>
                    </a:cubicBezTo>
                    <a:cubicBezTo>
                      <a:pt x="979" y="1869"/>
                      <a:pt x="995" y="1843"/>
                      <a:pt x="961" y="1835"/>
                    </a:cubicBezTo>
                    <a:cubicBezTo>
                      <a:pt x="921" y="1827"/>
                      <a:pt x="929" y="1827"/>
                      <a:pt x="911" y="1819"/>
                    </a:cubicBezTo>
                    <a:cubicBezTo>
                      <a:pt x="895" y="1809"/>
                      <a:pt x="895" y="1793"/>
                      <a:pt x="887" y="1793"/>
                    </a:cubicBezTo>
                    <a:cubicBezTo>
                      <a:pt x="885" y="1794"/>
                      <a:pt x="883" y="1795"/>
                      <a:pt x="880" y="1795"/>
                    </a:cubicBezTo>
                    <a:cubicBezTo>
                      <a:pt x="869" y="1795"/>
                      <a:pt x="851" y="1783"/>
                      <a:pt x="845" y="1777"/>
                    </a:cubicBezTo>
                    <a:cubicBezTo>
                      <a:pt x="839" y="1777"/>
                      <a:pt x="834" y="1773"/>
                      <a:pt x="823" y="1773"/>
                    </a:cubicBezTo>
                    <a:cubicBezTo>
                      <a:pt x="818" y="1773"/>
                      <a:pt x="811" y="1774"/>
                      <a:pt x="802" y="1777"/>
                    </a:cubicBezTo>
                    <a:cubicBezTo>
                      <a:pt x="786" y="1785"/>
                      <a:pt x="770" y="1793"/>
                      <a:pt x="752" y="1801"/>
                    </a:cubicBezTo>
                    <a:lnTo>
                      <a:pt x="744" y="1801"/>
                    </a:lnTo>
                    <a:cubicBezTo>
                      <a:pt x="740" y="1797"/>
                      <a:pt x="736" y="1795"/>
                      <a:pt x="733" y="1795"/>
                    </a:cubicBezTo>
                    <a:cubicBezTo>
                      <a:pt x="730" y="1795"/>
                      <a:pt x="728" y="1797"/>
                      <a:pt x="728" y="1801"/>
                    </a:cubicBezTo>
                    <a:cubicBezTo>
                      <a:pt x="720" y="1819"/>
                      <a:pt x="720" y="1827"/>
                      <a:pt x="710" y="1835"/>
                    </a:cubicBezTo>
                    <a:cubicBezTo>
                      <a:pt x="710" y="1851"/>
                      <a:pt x="720" y="1859"/>
                      <a:pt x="710" y="1869"/>
                    </a:cubicBezTo>
                    <a:cubicBezTo>
                      <a:pt x="694" y="1869"/>
                      <a:pt x="686" y="1869"/>
                      <a:pt x="670" y="1877"/>
                    </a:cubicBezTo>
                    <a:cubicBezTo>
                      <a:pt x="652" y="1893"/>
                      <a:pt x="652" y="1885"/>
                      <a:pt x="644" y="1909"/>
                    </a:cubicBezTo>
                    <a:cubicBezTo>
                      <a:pt x="628" y="1935"/>
                      <a:pt x="628" y="1959"/>
                      <a:pt x="636" y="1977"/>
                    </a:cubicBezTo>
                    <a:cubicBezTo>
                      <a:pt x="644" y="1993"/>
                      <a:pt x="636" y="2001"/>
                      <a:pt x="644" y="2009"/>
                    </a:cubicBezTo>
                    <a:cubicBezTo>
                      <a:pt x="652" y="2014"/>
                      <a:pt x="659" y="2014"/>
                      <a:pt x="664" y="2014"/>
                    </a:cubicBezTo>
                    <a:cubicBezTo>
                      <a:pt x="670" y="2014"/>
                      <a:pt x="674" y="2014"/>
                      <a:pt x="678" y="2019"/>
                    </a:cubicBezTo>
                    <a:lnTo>
                      <a:pt x="702" y="2019"/>
                    </a:lnTo>
                    <a:cubicBezTo>
                      <a:pt x="710" y="2027"/>
                      <a:pt x="710" y="2027"/>
                      <a:pt x="720" y="2027"/>
                    </a:cubicBezTo>
                    <a:lnTo>
                      <a:pt x="728" y="2027"/>
                    </a:lnTo>
                    <a:lnTo>
                      <a:pt x="744" y="2043"/>
                    </a:lnTo>
                    <a:cubicBezTo>
                      <a:pt x="744" y="2043"/>
                      <a:pt x="752" y="2035"/>
                      <a:pt x="770" y="2035"/>
                    </a:cubicBezTo>
                    <a:cubicBezTo>
                      <a:pt x="786" y="2035"/>
                      <a:pt x="810" y="2019"/>
                      <a:pt x="810" y="2019"/>
                    </a:cubicBezTo>
                    <a:lnTo>
                      <a:pt x="837" y="2019"/>
                    </a:lnTo>
                    <a:cubicBezTo>
                      <a:pt x="846" y="2029"/>
                      <a:pt x="834" y="2036"/>
                      <a:pt x="838" y="2036"/>
                    </a:cubicBezTo>
                    <a:cubicBezTo>
                      <a:pt x="840" y="2036"/>
                      <a:pt x="848" y="2033"/>
                      <a:pt x="871" y="2027"/>
                    </a:cubicBezTo>
                    <a:cubicBezTo>
                      <a:pt x="929" y="2019"/>
                      <a:pt x="921" y="2019"/>
                      <a:pt x="929" y="2019"/>
                    </a:cubicBezTo>
                    <a:cubicBezTo>
                      <a:pt x="937" y="2009"/>
                      <a:pt x="953" y="1993"/>
                      <a:pt x="953" y="1993"/>
                    </a:cubicBezTo>
                    <a:cubicBezTo>
                      <a:pt x="953" y="1993"/>
                      <a:pt x="953" y="1985"/>
                      <a:pt x="961" y="1977"/>
                    </a:cubicBezTo>
                    <a:cubicBezTo>
                      <a:pt x="961" y="1969"/>
                      <a:pt x="961" y="1959"/>
                      <a:pt x="979" y="1959"/>
                    </a:cubicBezTo>
                    <a:cubicBezTo>
                      <a:pt x="987" y="1959"/>
                      <a:pt x="995" y="1959"/>
                      <a:pt x="1003" y="1969"/>
                    </a:cubicBezTo>
                    <a:cubicBezTo>
                      <a:pt x="1011" y="1969"/>
                      <a:pt x="1037" y="1985"/>
                      <a:pt x="1037" y="1985"/>
                    </a:cubicBezTo>
                    <a:cubicBezTo>
                      <a:pt x="1037" y="1988"/>
                      <a:pt x="1039" y="1989"/>
                      <a:pt x="1042" y="1989"/>
                    </a:cubicBezTo>
                    <a:cubicBezTo>
                      <a:pt x="1047" y="1989"/>
                      <a:pt x="1056" y="1985"/>
                      <a:pt x="1061" y="1985"/>
                    </a:cubicBezTo>
                    <a:cubicBezTo>
                      <a:pt x="1069" y="1985"/>
                      <a:pt x="1076" y="1975"/>
                      <a:pt x="1082" y="1975"/>
                    </a:cubicBezTo>
                    <a:cubicBezTo>
                      <a:pt x="1084" y="1975"/>
                      <a:pt x="1086" y="1976"/>
                      <a:pt x="1087" y="1977"/>
                    </a:cubicBezTo>
                    <a:cubicBezTo>
                      <a:pt x="1095" y="1977"/>
                      <a:pt x="1121" y="1969"/>
                      <a:pt x="1121" y="1969"/>
                    </a:cubicBezTo>
                    <a:cubicBezTo>
                      <a:pt x="1121" y="1969"/>
                      <a:pt x="1129" y="1951"/>
                      <a:pt x="1129" y="1943"/>
                    </a:cubicBezTo>
                    <a:cubicBezTo>
                      <a:pt x="1121" y="1943"/>
                      <a:pt x="1129" y="1927"/>
                      <a:pt x="1111" y="1919"/>
                    </a:cubicBezTo>
                    <a:cubicBezTo>
                      <a:pt x="1095" y="1919"/>
                      <a:pt x="1087" y="1919"/>
                      <a:pt x="1087" y="1909"/>
                    </a:cubicBezTo>
                    <a:cubicBezTo>
                      <a:pt x="1079" y="1909"/>
                      <a:pt x="1079" y="1909"/>
                      <a:pt x="1079" y="1893"/>
                    </a:cubicBezTo>
                    <a:cubicBezTo>
                      <a:pt x="1079" y="1881"/>
                      <a:pt x="1088" y="1874"/>
                      <a:pt x="1096" y="1874"/>
                    </a:cubicBezTo>
                    <a:cubicBezTo>
                      <a:pt x="1098" y="1874"/>
                      <a:pt x="1101" y="1875"/>
                      <a:pt x="1103" y="1877"/>
                    </a:cubicBezTo>
                    <a:cubicBezTo>
                      <a:pt x="1111" y="1885"/>
                      <a:pt x="1145" y="1901"/>
                      <a:pt x="1145" y="1901"/>
                    </a:cubicBezTo>
                    <a:cubicBezTo>
                      <a:pt x="1153" y="1909"/>
                      <a:pt x="1161" y="1901"/>
                      <a:pt x="1171" y="1919"/>
                    </a:cubicBezTo>
                    <a:cubicBezTo>
                      <a:pt x="1171" y="1935"/>
                      <a:pt x="1179" y="1935"/>
                      <a:pt x="1179" y="1943"/>
                    </a:cubicBezTo>
                    <a:cubicBezTo>
                      <a:pt x="1187" y="1959"/>
                      <a:pt x="1196" y="1977"/>
                      <a:pt x="1204" y="1977"/>
                    </a:cubicBezTo>
                    <a:cubicBezTo>
                      <a:pt x="1204" y="1978"/>
                      <a:pt x="1204" y="1979"/>
                      <a:pt x="1204" y="1979"/>
                    </a:cubicBezTo>
                    <a:cubicBezTo>
                      <a:pt x="1206" y="1979"/>
                      <a:pt x="1212" y="1958"/>
                      <a:pt x="1212" y="1951"/>
                    </a:cubicBezTo>
                    <a:cubicBezTo>
                      <a:pt x="1219" y="1939"/>
                      <a:pt x="1215" y="1932"/>
                      <a:pt x="1217" y="1932"/>
                    </a:cubicBezTo>
                    <a:cubicBezTo>
                      <a:pt x="1218" y="1932"/>
                      <a:pt x="1219" y="1933"/>
                      <a:pt x="1222" y="1935"/>
                    </a:cubicBezTo>
                    <a:lnTo>
                      <a:pt x="1246" y="1935"/>
                    </a:lnTo>
                    <a:cubicBezTo>
                      <a:pt x="1250" y="1939"/>
                      <a:pt x="1260" y="1939"/>
                      <a:pt x="1270" y="1939"/>
                    </a:cubicBezTo>
                    <a:cubicBezTo>
                      <a:pt x="1279" y="1939"/>
                      <a:pt x="1288" y="1939"/>
                      <a:pt x="1288" y="1943"/>
                    </a:cubicBezTo>
                    <a:lnTo>
                      <a:pt x="1296" y="1943"/>
                    </a:lnTo>
                    <a:lnTo>
                      <a:pt x="1296" y="1959"/>
                    </a:lnTo>
                    <a:cubicBezTo>
                      <a:pt x="1304" y="1985"/>
                      <a:pt x="1288" y="1969"/>
                      <a:pt x="1312" y="1993"/>
                    </a:cubicBezTo>
                    <a:cubicBezTo>
                      <a:pt x="1334" y="2015"/>
                      <a:pt x="1349" y="2025"/>
                      <a:pt x="1358" y="2027"/>
                    </a:cubicBezTo>
                    <a:lnTo>
                      <a:pt x="1358" y="2027"/>
                    </a:lnTo>
                    <a:cubicBezTo>
                      <a:pt x="1354" y="2028"/>
                      <a:pt x="1352" y="2031"/>
                      <a:pt x="1354" y="2035"/>
                    </a:cubicBezTo>
                    <a:cubicBezTo>
                      <a:pt x="1354" y="2051"/>
                      <a:pt x="1362" y="2051"/>
                      <a:pt x="1372" y="2051"/>
                    </a:cubicBezTo>
                    <a:cubicBezTo>
                      <a:pt x="1380" y="2055"/>
                      <a:pt x="1390" y="2055"/>
                      <a:pt x="1398" y="2055"/>
                    </a:cubicBezTo>
                    <a:cubicBezTo>
                      <a:pt x="1406" y="2055"/>
                      <a:pt x="1412" y="2055"/>
                      <a:pt x="1412" y="2059"/>
                    </a:cubicBezTo>
                    <a:cubicBezTo>
                      <a:pt x="1422" y="2085"/>
                      <a:pt x="1412" y="2085"/>
                      <a:pt x="1404" y="2093"/>
                    </a:cubicBezTo>
                    <a:cubicBezTo>
                      <a:pt x="1404" y="2110"/>
                      <a:pt x="1412" y="2110"/>
                      <a:pt x="1422" y="2110"/>
                    </a:cubicBezTo>
                    <a:cubicBezTo>
                      <a:pt x="1424" y="2112"/>
                      <a:pt x="1426" y="2112"/>
                      <a:pt x="1428" y="2112"/>
                    </a:cubicBezTo>
                    <a:cubicBezTo>
                      <a:pt x="1436" y="2112"/>
                      <a:pt x="1448" y="2100"/>
                      <a:pt x="1454" y="2093"/>
                    </a:cubicBezTo>
                    <a:cubicBezTo>
                      <a:pt x="1460" y="2093"/>
                      <a:pt x="1473" y="2090"/>
                      <a:pt x="1481" y="2090"/>
                    </a:cubicBezTo>
                    <a:cubicBezTo>
                      <a:pt x="1485" y="2090"/>
                      <a:pt x="1488" y="2091"/>
                      <a:pt x="1488" y="2093"/>
                    </a:cubicBezTo>
                    <a:lnTo>
                      <a:pt x="1546" y="2093"/>
                    </a:lnTo>
                    <a:cubicBezTo>
                      <a:pt x="1546" y="2093"/>
                      <a:pt x="1554" y="2093"/>
                      <a:pt x="1563" y="2101"/>
                    </a:cubicBezTo>
                    <a:cubicBezTo>
                      <a:pt x="1581" y="2120"/>
                      <a:pt x="1597" y="2110"/>
                      <a:pt x="1589" y="2128"/>
                    </a:cubicBezTo>
                    <a:cubicBezTo>
                      <a:pt x="1581" y="2136"/>
                      <a:pt x="1581" y="2136"/>
                      <a:pt x="1563" y="2144"/>
                    </a:cubicBezTo>
                    <a:lnTo>
                      <a:pt x="1538" y="2144"/>
                    </a:lnTo>
                    <a:cubicBezTo>
                      <a:pt x="1530" y="2144"/>
                      <a:pt x="1530" y="2144"/>
                      <a:pt x="1522" y="2152"/>
                    </a:cubicBezTo>
                    <a:cubicBezTo>
                      <a:pt x="1504" y="2170"/>
                      <a:pt x="1496" y="2170"/>
                      <a:pt x="1512" y="2178"/>
                    </a:cubicBezTo>
                    <a:cubicBezTo>
                      <a:pt x="1530" y="2194"/>
                      <a:pt x="1546" y="2202"/>
                      <a:pt x="1554" y="2210"/>
                    </a:cubicBezTo>
                    <a:cubicBezTo>
                      <a:pt x="1581" y="2228"/>
                      <a:pt x="1589" y="2220"/>
                      <a:pt x="1597" y="2228"/>
                    </a:cubicBezTo>
                    <a:lnTo>
                      <a:pt x="1613" y="2228"/>
                    </a:lnTo>
                    <a:cubicBezTo>
                      <a:pt x="1613" y="2228"/>
                      <a:pt x="1617" y="2224"/>
                      <a:pt x="1622" y="2224"/>
                    </a:cubicBezTo>
                    <a:cubicBezTo>
                      <a:pt x="1625" y="2224"/>
                      <a:pt x="1628" y="2225"/>
                      <a:pt x="1631" y="2228"/>
                    </a:cubicBezTo>
                    <a:cubicBezTo>
                      <a:pt x="1639" y="2228"/>
                      <a:pt x="1647" y="2244"/>
                      <a:pt x="1647" y="2252"/>
                    </a:cubicBezTo>
                    <a:cubicBezTo>
                      <a:pt x="1655" y="2252"/>
                      <a:pt x="1689" y="2260"/>
                      <a:pt x="1673" y="2278"/>
                    </a:cubicBezTo>
                    <a:cubicBezTo>
                      <a:pt x="1655" y="2286"/>
                      <a:pt x="1655" y="2294"/>
                      <a:pt x="1655" y="2294"/>
                    </a:cubicBezTo>
                    <a:cubicBezTo>
                      <a:pt x="1655" y="2302"/>
                      <a:pt x="1689" y="2294"/>
                      <a:pt x="1681" y="2310"/>
                    </a:cubicBezTo>
                    <a:cubicBezTo>
                      <a:pt x="1681" y="2328"/>
                      <a:pt x="1681" y="2320"/>
                      <a:pt x="1689" y="2328"/>
                    </a:cubicBezTo>
                    <a:cubicBezTo>
                      <a:pt x="1696" y="2335"/>
                      <a:pt x="1706" y="2337"/>
                      <a:pt x="1715" y="2337"/>
                    </a:cubicBezTo>
                    <a:cubicBezTo>
                      <a:pt x="1728" y="2337"/>
                      <a:pt x="1739" y="2333"/>
                      <a:pt x="1739" y="2328"/>
                    </a:cubicBezTo>
                    <a:cubicBezTo>
                      <a:pt x="1747" y="2320"/>
                      <a:pt x="1747" y="2320"/>
                      <a:pt x="1747" y="2310"/>
                    </a:cubicBezTo>
                    <a:lnTo>
                      <a:pt x="1755" y="2294"/>
                    </a:lnTo>
                    <a:cubicBezTo>
                      <a:pt x="1755" y="2294"/>
                      <a:pt x="1773" y="2286"/>
                      <a:pt x="1781" y="2286"/>
                    </a:cubicBezTo>
                    <a:lnTo>
                      <a:pt x="1781" y="2278"/>
                    </a:lnTo>
                    <a:cubicBezTo>
                      <a:pt x="1781" y="2273"/>
                      <a:pt x="1784" y="2268"/>
                      <a:pt x="1789" y="2268"/>
                    </a:cubicBezTo>
                    <a:cubicBezTo>
                      <a:pt x="1793" y="2268"/>
                      <a:pt x="1799" y="2271"/>
                      <a:pt x="1805" y="2278"/>
                    </a:cubicBezTo>
                    <a:cubicBezTo>
                      <a:pt x="1831" y="2302"/>
                      <a:pt x="1855" y="2302"/>
                      <a:pt x="1855" y="2310"/>
                    </a:cubicBezTo>
                    <a:cubicBezTo>
                      <a:pt x="1855" y="2320"/>
                      <a:pt x="1873" y="2320"/>
                      <a:pt x="1873" y="2328"/>
                    </a:cubicBezTo>
                    <a:cubicBezTo>
                      <a:pt x="1873" y="2328"/>
                      <a:pt x="1889" y="2328"/>
                      <a:pt x="1897" y="2336"/>
                    </a:cubicBezTo>
                    <a:lnTo>
                      <a:pt x="1913" y="2336"/>
                    </a:lnTo>
                    <a:lnTo>
                      <a:pt x="1923" y="2344"/>
                    </a:lnTo>
                    <a:cubicBezTo>
                      <a:pt x="1931" y="2360"/>
                      <a:pt x="1948" y="2370"/>
                      <a:pt x="1964" y="2370"/>
                    </a:cubicBezTo>
                    <a:cubicBezTo>
                      <a:pt x="1974" y="2370"/>
                      <a:pt x="2006" y="2378"/>
                      <a:pt x="2014" y="2378"/>
                    </a:cubicBezTo>
                    <a:lnTo>
                      <a:pt x="2040" y="2378"/>
                    </a:lnTo>
                    <a:cubicBezTo>
                      <a:pt x="2048" y="2386"/>
                      <a:pt x="2056" y="2386"/>
                      <a:pt x="2064" y="2386"/>
                    </a:cubicBezTo>
                    <a:lnTo>
                      <a:pt x="2074" y="2386"/>
                    </a:lnTo>
                    <a:cubicBezTo>
                      <a:pt x="2078" y="2390"/>
                      <a:pt x="2080" y="2392"/>
                      <a:pt x="2082" y="2392"/>
                    </a:cubicBezTo>
                    <a:cubicBezTo>
                      <a:pt x="2084" y="2392"/>
                      <a:pt x="2086" y="2390"/>
                      <a:pt x="2090" y="2386"/>
                    </a:cubicBezTo>
                    <a:cubicBezTo>
                      <a:pt x="2106" y="2386"/>
                      <a:pt x="2124" y="2378"/>
                      <a:pt x="2132" y="2378"/>
                    </a:cubicBezTo>
                    <a:cubicBezTo>
                      <a:pt x="2140" y="2386"/>
                      <a:pt x="2140" y="2394"/>
                      <a:pt x="2156" y="2394"/>
                    </a:cubicBezTo>
                    <a:cubicBezTo>
                      <a:pt x="2164" y="2394"/>
                      <a:pt x="2174" y="2394"/>
                      <a:pt x="2174" y="2386"/>
                    </a:cubicBezTo>
                    <a:cubicBezTo>
                      <a:pt x="2179" y="2386"/>
                      <a:pt x="2185" y="2383"/>
                      <a:pt x="2190" y="2383"/>
                    </a:cubicBezTo>
                    <a:cubicBezTo>
                      <a:pt x="2193" y="2383"/>
                      <a:pt x="2196" y="2384"/>
                      <a:pt x="2198" y="2386"/>
                    </a:cubicBezTo>
                    <a:cubicBezTo>
                      <a:pt x="2206" y="2402"/>
                      <a:pt x="2240" y="2410"/>
                      <a:pt x="2240" y="2410"/>
                    </a:cubicBezTo>
                    <a:lnTo>
                      <a:pt x="2274" y="2420"/>
                    </a:lnTo>
                    <a:cubicBezTo>
                      <a:pt x="2280" y="2426"/>
                      <a:pt x="2290" y="2432"/>
                      <a:pt x="2295" y="2432"/>
                    </a:cubicBezTo>
                    <a:cubicBezTo>
                      <a:pt x="2297" y="2432"/>
                      <a:pt x="2298" y="2431"/>
                      <a:pt x="2298" y="2428"/>
                    </a:cubicBezTo>
                    <a:cubicBezTo>
                      <a:pt x="2307" y="2428"/>
                      <a:pt x="2315" y="2420"/>
                      <a:pt x="2315" y="2420"/>
                    </a:cubicBezTo>
                    <a:cubicBezTo>
                      <a:pt x="2325" y="2410"/>
                      <a:pt x="2325" y="2410"/>
                      <a:pt x="2325" y="2394"/>
                    </a:cubicBezTo>
                    <a:cubicBezTo>
                      <a:pt x="2325" y="2378"/>
                      <a:pt x="2325" y="2378"/>
                      <a:pt x="2315" y="2370"/>
                    </a:cubicBezTo>
                    <a:cubicBezTo>
                      <a:pt x="2307" y="2370"/>
                      <a:pt x="2315" y="2344"/>
                      <a:pt x="2307" y="2336"/>
                    </a:cubicBezTo>
                    <a:cubicBezTo>
                      <a:pt x="2298" y="2336"/>
                      <a:pt x="2325" y="2336"/>
                      <a:pt x="2290" y="2320"/>
                    </a:cubicBezTo>
                    <a:cubicBezTo>
                      <a:pt x="2256" y="2302"/>
                      <a:pt x="2182" y="2260"/>
                      <a:pt x="2182" y="2252"/>
                    </a:cubicBezTo>
                    <a:cubicBezTo>
                      <a:pt x="2182" y="2244"/>
                      <a:pt x="2174" y="2228"/>
                      <a:pt x="2156" y="2228"/>
                    </a:cubicBezTo>
                    <a:cubicBezTo>
                      <a:pt x="2140" y="2220"/>
                      <a:pt x="2198" y="2220"/>
                      <a:pt x="2114" y="2202"/>
                    </a:cubicBezTo>
                    <a:cubicBezTo>
                      <a:pt x="2040" y="2178"/>
                      <a:pt x="2032" y="2170"/>
                      <a:pt x="2024" y="2170"/>
                    </a:cubicBezTo>
                    <a:cubicBezTo>
                      <a:pt x="2014" y="2160"/>
                      <a:pt x="2024" y="2144"/>
                      <a:pt x="2014" y="2136"/>
                    </a:cubicBezTo>
                    <a:cubicBezTo>
                      <a:pt x="1998" y="2128"/>
                      <a:pt x="2006" y="2128"/>
                      <a:pt x="1990" y="2120"/>
                    </a:cubicBezTo>
                    <a:cubicBezTo>
                      <a:pt x="1964" y="2110"/>
                      <a:pt x="1964" y="2093"/>
                      <a:pt x="1956" y="2093"/>
                    </a:cubicBezTo>
                    <a:cubicBezTo>
                      <a:pt x="1948" y="2093"/>
                      <a:pt x="1948" y="2085"/>
                      <a:pt x="1940" y="2077"/>
                    </a:cubicBezTo>
                    <a:cubicBezTo>
                      <a:pt x="1931" y="2077"/>
                      <a:pt x="1931" y="2059"/>
                      <a:pt x="1931" y="2059"/>
                    </a:cubicBezTo>
                    <a:cubicBezTo>
                      <a:pt x="1931" y="2059"/>
                      <a:pt x="1948" y="2043"/>
                      <a:pt x="1956" y="2043"/>
                    </a:cubicBezTo>
                    <a:cubicBezTo>
                      <a:pt x="1964" y="2043"/>
                      <a:pt x="1974" y="2051"/>
                      <a:pt x="1982" y="2051"/>
                    </a:cubicBezTo>
                    <a:cubicBezTo>
                      <a:pt x="1986" y="2055"/>
                      <a:pt x="1994" y="2055"/>
                      <a:pt x="2001" y="2055"/>
                    </a:cubicBezTo>
                    <a:cubicBezTo>
                      <a:pt x="2008" y="2055"/>
                      <a:pt x="2014" y="2055"/>
                      <a:pt x="2014" y="2059"/>
                    </a:cubicBezTo>
                    <a:cubicBezTo>
                      <a:pt x="2024" y="2069"/>
                      <a:pt x="2048" y="2069"/>
                      <a:pt x="2048" y="2077"/>
                    </a:cubicBezTo>
                    <a:cubicBezTo>
                      <a:pt x="2052" y="2081"/>
                      <a:pt x="2056" y="2081"/>
                      <a:pt x="2060" y="2081"/>
                    </a:cubicBezTo>
                    <a:cubicBezTo>
                      <a:pt x="2064" y="2081"/>
                      <a:pt x="2069" y="2081"/>
                      <a:pt x="2074" y="2085"/>
                    </a:cubicBezTo>
                    <a:cubicBezTo>
                      <a:pt x="2082" y="2101"/>
                      <a:pt x="2148" y="2128"/>
                      <a:pt x="2164" y="2128"/>
                    </a:cubicBezTo>
                    <a:cubicBezTo>
                      <a:pt x="2174" y="2136"/>
                      <a:pt x="2224" y="2152"/>
                      <a:pt x="2224" y="2152"/>
                    </a:cubicBezTo>
                    <a:cubicBezTo>
                      <a:pt x="2224" y="2152"/>
                      <a:pt x="2239" y="2148"/>
                      <a:pt x="2248" y="2148"/>
                    </a:cubicBezTo>
                    <a:cubicBezTo>
                      <a:pt x="2253" y="2148"/>
                      <a:pt x="2256" y="2149"/>
                      <a:pt x="2256" y="2152"/>
                    </a:cubicBezTo>
                    <a:cubicBezTo>
                      <a:pt x="2264" y="2170"/>
                      <a:pt x="2290" y="2186"/>
                      <a:pt x="2298" y="2194"/>
                    </a:cubicBezTo>
                    <a:cubicBezTo>
                      <a:pt x="2307" y="2194"/>
                      <a:pt x="2307" y="2186"/>
                      <a:pt x="2333" y="2186"/>
                    </a:cubicBezTo>
                    <a:cubicBezTo>
                      <a:pt x="2352" y="2186"/>
                      <a:pt x="2357" y="2173"/>
                      <a:pt x="2362" y="2173"/>
                    </a:cubicBezTo>
                    <a:cubicBezTo>
                      <a:pt x="2365" y="2173"/>
                      <a:pt x="2368" y="2178"/>
                      <a:pt x="2375" y="2194"/>
                    </a:cubicBezTo>
                    <a:lnTo>
                      <a:pt x="2375" y="2220"/>
                    </a:lnTo>
                    <a:cubicBezTo>
                      <a:pt x="2375" y="2220"/>
                      <a:pt x="2382" y="2215"/>
                      <a:pt x="2389" y="2215"/>
                    </a:cubicBezTo>
                    <a:cubicBezTo>
                      <a:pt x="2393" y="2215"/>
                      <a:pt x="2396" y="2216"/>
                      <a:pt x="2399" y="2220"/>
                    </a:cubicBezTo>
                    <a:cubicBezTo>
                      <a:pt x="2407" y="2220"/>
                      <a:pt x="2425" y="2228"/>
                      <a:pt x="2425" y="2228"/>
                    </a:cubicBezTo>
                    <a:lnTo>
                      <a:pt x="2433" y="2244"/>
                    </a:lnTo>
                    <a:cubicBezTo>
                      <a:pt x="2433" y="2244"/>
                      <a:pt x="2449" y="2260"/>
                      <a:pt x="2457" y="2260"/>
                    </a:cubicBezTo>
                    <a:lnTo>
                      <a:pt x="2465" y="2260"/>
                    </a:lnTo>
                    <a:cubicBezTo>
                      <a:pt x="2480" y="2275"/>
                      <a:pt x="2482" y="2288"/>
                      <a:pt x="2483" y="2288"/>
                    </a:cubicBezTo>
                    <a:cubicBezTo>
                      <a:pt x="2483" y="2288"/>
                      <a:pt x="2483" y="2287"/>
                      <a:pt x="2483" y="2286"/>
                    </a:cubicBezTo>
                    <a:cubicBezTo>
                      <a:pt x="2483" y="2278"/>
                      <a:pt x="2491" y="2252"/>
                      <a:pt x="2491" y="2252"/>
                    </a:cubicBezTo>
                    <a:cubicBezTo>
                      <a:pt x="2491" y="2252"/>
                      <a:pt x="2491" y="2236"/>
                      <a:pt x="2483" y="2236"/>
                    </a:cubicBezTo>
                    <a:cubicBezTo>
                      <a:pt x="2475" y="2236"/>
                      <a:pt x="2465" y="2220"/>
                      <a:pt x="2465" y="2220"/>
                    </a:cubicBezTo>
                    <a:lnTo>
                      <a:pt x="2449" y="2210"/>
                    </a:lnTo>
                    <a:cubicBezTo>
                      <a:pt x="2441" y="2202"/>
                      <a:pt x="2433" y="2194"/>
                      <a:pt x="2441" y="2194"/>
                    </a:cubicBezTo>
                    <a:cubicBezTo>
                      <a:pt x="2441" y="2187"/>
                      <a:pt x="2446" y="2176"/>
                      <a:pt x="2448" y="2176"/>
                    </a:cubicBezTo>
                    <a:cubicBezTo>
                      <a:pt x="2449" y="2176"/>
                      <a:pt x="2449" y="2176"/>
                      <a:pt x="2449" y="2178"/>
                    </a:cubicBezTo>
                    <a:cubicBezTo>
                      <a:pt x="2449" y="2178"/>
                      <a:pt x="2468" y="2195"/>
                      <a:pt x="2479" y="2195"/>
                    </a:cubicBezTo>
                    <a:cubicBezTo>
                      <a:pt x="2480" y="2195"/>
                      <a:pt x="2482" y="2195"/>
                      <a:pt x="2483" y="2194"/>
                    </a:cubicBezTo>
                    <a:cubicBezTo>
                      <a:pt x="2491" y="2178"/>
                      <a:pt x="2483" y="2152"/>
                      <a:pt x="2483" y="2152"/>
                    </a:cubicBezTo>
                    <a:cubicBezTo>
                      <a:pt x="2483" y="2152"/>
                      <a:pt x="2483" y="2126"/>
                      <a:pt x="2477" y="2126"/>
                    </a:cubicBezTo>
                    <a:cubicBezTo>
                      <a:pt x="2477" y="2126"/>
                      <a:pt x="2476" y="2127"/>
                      <a:pt x="2475" y="2128"/>
                    </a:cubicBezTo>
                    <a:cubicBezTo>
                      <a:pt x="2465" y="2128"/>
                      <a:pt x="2465" y="2110"/>
                      <a:pt x="2465" y="2110"/>
                    </a:cubicBezTo>
                    <a:lnTo>
                      <a:pt x="2491" y="2093"/>
                    </a:lnTo>
                    <a:cubicBezTo>
                      <a:pt x="2491" y="2093"/>
                      <a:pt x="2498" y="2097"/>
                      <a:pt x="2503" y="2097"/>
                    </a:cubicBezTo>
                    <a:cubicBezTo>
                      <a:pt x="2505" y="2097"/>
                      <a:pt x="2507" y="2096"/>
                      <a:pt x="2507" y="2093"/>
                    </a:cubicBezTo>
                    <a:lnTo>
                      <a:pt x="2507" y="2059"/>
                    </a:lnTo>
                    <a:cubicBezTo>
                      <a:pt x="2507" y="2059"/>
                      <a:pt x="2500" y="2026"/>
                      <a:pt x="2499" y="2026"/>
                    </a:cubicBezTo>
                    <a:cubicBezTo>
                      <a:pt x="2499" y="2026"/>
                      <a:pt x="2499" y="2027"/>
                      <a:pt x="2499" y="2027"/>
                    </a:cubicBezTo>
                    <a:cubicBezTo>
                      <a:pt x="2499" y="2027"/>
                      <a:pt x="2491" y="2019"/>
                      <a:pt x="2491" y="2009"/>
                    </a:cubicBezTo>
                    <a:lnTo>
                      <a:pt x="2483" y="2001"/>
                    </a:lnTo>
                    <a:cubicBezTo>
                      <a:pt x="2475" y="2001"/>
                      <a:pt x="2475" y="1985"/>
                      <a:pt x="2475" y="1985"/>
                    </a:cubicBezTo>
                    <a:cubicBezTo>
                      <a:pt x="2465" y="1977"/>
                      <a:pt x="2475" y="1977"/>
                      <a:pt x="2465" y="1969"/>
                    </a:cubicBezTo>
                    <a:cubicBezTo>
                      <a:pt x="2457" y="1951"/>
                      <a:pt x="2465" y="1935"/>
                      <a:pt x="2449" y="1935"/>
                    </a:cubicBezTo>
                    <a:lnTo>
                      <a:pt x="2433" y="1935"/>
                    </a:lnTo>
                    <a:cubicBezTo>
                      <a:pt x="2425" y="1927"/>
                      <a:pt x="2425" y="1927"/>
                      <a:pt x="2415" y="1927"/>
                    </a:cubicBezTo>
                    <a:cubicBezTo>
                      <a:pt x="2407" y="1927"/>
                      <a:pt x="2407" y="1909"/>
                      <a:pt x="2399" y="1909"/>
                    </a:cubicBezTo>
                    <a:cubicBezTo>
                      <a:pt x="2399" y="1901"/>
                      <a:pt x="2391" y="1885"/>
                      <a:pt x="2391" y="1885"/>
                    </a:cubicBezTo>
                    <a:cubicBezTo>
                      <a:pt x="2399" y="1885"/>
                      <a:pt x="2399" y="1869"/>
                      <a:pt x="2399" y="1859"/>
                    </a:cubicBezTo>
                    <a:cubicBezTo>
                      <a:pt x="2399" y="1859"/>
                      <a:pt x="2415" y="1827"/>
                      <a:pt x="2399" y="1827"/>
                    </a:cubicBezTo>
                    <a:cubicBezTo>
                      <a:pt x="2383" y="1827"/>
                      <a:pt x="2357" y="1801"/>
                      <a:pt x="2357" y="1801"/>
                    </a:cubicBezTo>
                    <a:cubicBezTo>
                      <a:pt x="2355" y="1802"/>
                      <a:pt x="2353" y="1803"/>
                      <a:pt x="2352" y="1803"/>
                    </a:cubicBezTo>
                    <a:cubicBezTo>
                      <a:pt x="2346" y="1803"/>
                      <a:pt x="2341" y="1793"/>
                      <a:pt x="2341" y="1793"/>
                    </a:cubicBezTo>
                    <a:cubicBezTo>
                      <a:pt x="2334" y="1786"/>
                      <a:pt x="2333" y="1774"/>
                      <a:pt x="2328" y="1774"/>
                    </a:cubicBezTo>
                    <a:cubicBezTo>
                      <a:pt x="2327" y="1774"/>
                      <a:pt x="2326" y="1775"/>
                      <a:pt x="2325" y="1777"/>
                    </a:cubicBezTo>
                    <a:cubicBezTo>
                      <a:pt x="2307" y="1785"/>
                      <a:pt x="2307" y="1785"/>
                      <a:pt x="2298" y="1793"/>
                    </a:cubicBezTo>
                    <a:cubicBezTo>
                      <a:pt x="2290" y="1801"/>
                      <a:pt x="2290" y="1801"/>
                      <a:pt x="2282" y="1801"/>
                    </a:cubicBezTo>
                    <a:cubicBezTo>
                      <a:pt x="2264" y="1801"/>
                      <a:pt x="2274" y="1785"/>
                      <a:pt x="2264" y="1785"/>
                    </a:cubicBezTo>
                    <a:cubicBezTo>
                      <a:pt x="2247" y="1779"/>
                      <a:pt x="2242" y="1773"/>
                      <a:pt x="2238" y="1773"/>
                    </a:cubicBezTo>
                    <a:cubicBezTo>
                      <a:pt x="2236" y="1773"/>
                      <a:pt x="2235" y="1774"/>
                      <a:pt x="2232" y="1777"/>
                    </a:cubicBezTo>
                    <a:lnTo>
                      <a:pt x="2198" y="1777"/>
                    </a:lnTo>
                    <a:cubicBezTo>
                      <a:pt x="2198" y="1777"/>
                      <a:pt x="2197" y="1778"/>
                      <a:pt x="2196" y="1778"/>
                    </a:cubicBezTo>
                    <a:cubicBezTo>
                      <a:pt x="2189" y="1778"/>
                      <a:pt x="2182" y="1743"/>
                      <a:pt x="2182" y="1743"/>
                    </a:cubicBezTo>
                    <a:cubicBezTo>
                      <a:pt x="2182" y="1735"/>
                      <a:pt x="2182" y="1708"/>
                      <a:pt x="2174" y="1708"/>
                    </a:cubicBezTo>
                    <a:cubicBezTo>
                      <a:pt x="2174" y="1712"/>
                      <a:pt x="2174" y="1713"/>
                      <a:pt x="2174" y="1713"/>
                    </a:cubicBezTo>
                    <a:cubicBezTo>
                      <a:pt x="2173" y="1713"/>
                      <a:pt x="2171" y="1708"/>
                      <a:pt x="2164" y="1708"/>
                    </a:cubicBezTo>
                    <a:cubicBezTo>
                      <a:pt x="2164" y="1700"/>
                      <a:pt x="2156" y="1700"/>
                      <a:pt x="2156" y="1700"/>
                    </a:cubicBezTo>
                    <a:cubicBezTo>
                      <a:pt x="2148" y="1700"/>
                      <a:pt x="2148" y="1700"/>
                      <a:pt x="2140" y="1692"/>
                    </a:cubicBezTo>
                    <a:cubicBezTo>
                      <a:pt x="2140" y="1684"/>
                      <a:pt x="2140" y="1684"/>
                      <a:pt x="2132" y="1684"/>
                    </a:cubicBezTo>
                    <a:lnTo>
                      <a:pt x="2132" y="1658"/>
                    </a:lnTo>
                    <a:cubicBezTo>
                      <a:pt x="2132" y="1658"/>
                      <a:pt x="2132" y="1650"/>
                      <a:pt x="2114" y="1642"/>
                    </a:cubicBezTo>
                    <a:cubicBezTo>
                      <a:pt x="2098" y="1642"/>
                      <a:pt x="2114" y="1626"/>
                      <a:pt x="2098" y="1618"/>
                    </a:cubicBezTo>
                    <a:cubicBezTo>
                      <a:pt x="2082" y="1618"/>
                      <a:pt x="2080" y="1610"/>
                      <a:pt x="2075" y="1610"/>
                    </a:cubicBezTo>
                    <a:cubicBezTo>
                      <a:pt x="2073" y="1610"/>
                      <a:pt x="2070" y="1612"/>
                      <a:pt x="2064" y="1618"/>
                    </a:cubicBezTo>
                    <a:cubicBezTo>
                      <a:pt x="2048" y="1626"/>
                      <a:pt x="2048" y="1634"/>
                      <a:pt x="2040" y="1634"/>
                    </a:cubicBezTo>
                    <a:cubicBezTo>
                      <a:pt x="2032" y="1608"/>
                      <a:pt x="2032" y="1600"/>
                      <a:pt x="2024" y="1592"/>
                    </a:cubicBezTo>
                    <a:cubicBezTo>
                      <a:pt x="2024" y="1584"/>
                      <a:pt x="2032" y="1576"/>
                      <a:pt x="2024" y="1576"/>
                    </a:cubicBezTo>
                    <a:lnTo>
                      <a:pt x="2006" y="1576"/>
                    </a:lnTo>
                    <a:lnTo>
                      <a:pt x="1998" y="1568"/>
                    </a:lnTo>
                    <a:cubicBezTo>
                      <a:pt x="1995" y="1571"/>
                      <a:pt x="1993" y="1572"/>
                      <a:pt x="1992" y="1572"/>
                    </a:cubicBezTo>
                    <a:cubicBezTo>
                      <a:pt x="1990" y="1572"/>
                      <a:pt x="1990" y="1568"/>
                      <a:pt x="1990" y="1568"/>
                    </a:cubicBezTo>
                    <a:lnTo>
                      <a:pt x="1990" y="1558"/>
                    </a:lnTo>
                    <a:cubicBezTo>
                      <a:pt x="1974" y="1558"/>
                      <a:pt x="1974" y="1542"/>
                      <a:pt x="1964" y="1542"/>
                    </a:cubicBezTo>
                    <a:cubicBezTo>
                      <a:pt x="1956" y="1542"/>
                      <a:pt x="1948" y="1526"/>
                      <a:pt x="1948" y="1526"/>
                    </a:cubicBezTo>
                    <a:lnTo>
                      <a:pt x="1940" y="1508"/>
                    </a:lnTo>
                    <a:lnTo>
                      <a:pt x="1940" y="1508"/>
                    </a:lnTo>
                    <a:cubicBezTo>
                      <a:pt x="1940" y="1508"/>
                      <a:pt x="1948" y="1508"/>
                      <a:pt x="1956" y="1518"/>
                    </a:cubicBezTo>
                    <a:cubicBezTo>
                      <a:pt x="1964" y="1526"/>
                      <a:pt x="1982" y="1526"/>
                      <a:pt x="1982" y="1534"/>
                    </a:cubicBezTo>
                    <a:cubicBezTo>
                      <a:pt x="1982" y="1542"/>
                      <a:pt x="1998" y="1550"/>
                      <a:pt x="1998" y="1550"/>
                    </a:cubicBezTo>
                    <a:cubicBezTo>
                      <a:pt x="1998" y="1550"/>
                      <a:pt x="2014" y="1558"/>
                      <a:pt x="2024" y="1558"/>
                    </a:cubicBezTo>
                    <a:cubicBezTo>
                      <a:pt x="2032" y="1558"/>
                      <a:pt x="2040" y="1568"/>
                      <a:pt x="2040" y="1568"/>
                    </a:cubicBezTo>
                    <a:cubicBezTo>
                      <a:pt x="2041" y="1570"/>
                      <a:pt x="2044" y="1570"/>
                      <a:pt x="2046" y="1570"/>
                    </a:cubicBezTo>
                    <a:cubicBezTo>
                      <a:pt x="2059" y="1570"/>
                      <a:pt x="2082" y="1558"/>
                      <a:pt x="2082" y="1558"/>
                    </a:cubicBezTo>
                    <a:lnTo>
                      <a:pt x="2090" y="1558"/>
                    </a:lnTo>
                    <a:cubicBezTo>
                      <a:pt x="2094" y="1563"/>
                      <a:pt x="2098" y="1566"/>
                      <a:pt x="2100" y="1566"/>
                    </a:cubicBezTo>
                    <a:cubicBezTo>
                      <a:pt x="2102" y="1566"/>
                      <a:pt x="2102" y="1563"/>
                      <a:pt x="2098" y="1558"/>
                    </a:cubicBezTo>
                    <a:lnTo>
                      <a:pt x="2098" y="1542"/>
                    </a:lnTo>
                    <a:cubicBezTo>
                      <a:pt x="2106" y="1534"/>
                      <a:pt x="2106" y="1508"/>
                      <a:pt x="2098" y="1508"/>
                    </a:cubicBezTo>
                    <a:cubicBezTo>
                      <a:pt x="2095" y="1511"/>
                      <a:pt x="2093" y="1512"/>
                      <a:pt x="2092" y="1512"/>
                    </a:cubicBezTo>
                    <a:cubicBezTo>
                      <a:pt x="2089" y="1512"/>
                      <a:pt x="2087" y="1508"/>
                      <a:pt x="2082" y="1508"/>
                    </a:cubicBezTo>
                    <a:cubicBezTo>
                      <a:pt x="2082" y="1508"/>
                      <a:pt x="2082" y="1504"/>
                      <a:pt x="2080" y="1504"/>
                    </a:cubicBezTo>
                    <a:cubicBezTo>
                      <a:pt x="2078" y="1504"/>
                      <a:pt x="2077" y="1505"/>
                      <a:pt x="2074" y="1508"/>
                    </a:cubicBezTo>
                    <a:cubicBezTo>
                      <a:pt x="2064" y="1508"/>
                      <a:pt x="2056" y="1492"/>
                      <a:pt x="2048" y="1492"/>
                    </a:cubicBezTo>
                    <a:cubicBezTo>
                      <a:pt x="2048" y="1492"/>
                      <a:pt x="2040" y="1476"/>
                      <a:pt x="2048" y="1476"/>
                    </a:cubicBezTo>
                    <a:cubicBezTo>
                      <a:pt x="2056" y="1476"/>
                      <a:pt x="2056" y="1476"/>
                      <a:pt x="2074" y="1468"/>
                    </a:cubicBezTo>
                    <a:cubicBezTo>
                      <a:pt x="2090" y="1468"/>
                      <a:pt x="2114" y="1458"/>
                      <a:pt x="2114" y="1458"/>
                    </a:cubicBezTo>
                    <a:cubicBezTo>
                      <a:pt x="2106" y="1450"/>
                      <a:pt x="2114" y="1442"/>
                      <a:pt x="2106" y="1434"/>
                    </a:cubicBezTo>
                    <a:cubicBezTo>
                      <a:pt x="2106" y="1420"/>
                      <a:pt x="2106" y="1406"/>
                      <a:pt x="2111" y="1406"/>
                    </a:cubicBezTo>
                    <a:cubicBezTo>
                      <a:pt x="2112" y="1406"/>
                      <a:pt x="2113" y="1406"/>
                      <a:pt x="2114" y="1408"/>
                    </a:cubicBezTo>
                    <a:lnTo>
                      <a:pt x="2124" y="1408"/>
                    </a:lnTo>
                    <a:cubicBezTo>
                      <a:pt x="2128" y="1404"/>
                      <a:pt x="2130" y="1402"/>
                      <a:pt x="2132" y="1402"/>
                    </a:cubicBezTo>
                    <a:cubicBezTo>
                      <a:pt x="2134" y="1402"/>
                      <a:pt x="2136" y="1404"/>
                      <a:pt x="2140" y="1408"/>
                    </a:cubicBezTo>
                    <a:cubicBezTo>
                      <a:pt x="2148" y="1418"/>
                      <a:pt x="2156" y="1408"/>
                      <a:pt x="2164" y="1426"/>
                    </a:cubicBezTo>
                    <a:cubicBezTo>
                      <a:pt x="2174" y="1442"/>
                      <a:pt x="2190" y="1442"/>
                      <a:pt x="2190" y="1450"/>
                    </a:cubicBezTo>
                    <a:cubicBezTo>
                      <a:pt x="2190" y="1458"/>
                      <a:pt x="2198" y="1458"/>
                      <a:pt x="2198" y="1468"/>
                    </a:cubicBezTo>
                    <a:lnTo>
                      <a:pt x="2232" y="1468"/>
                    </a:lnTo>
                    <a:cubicBezTo>
                      <a:pt x="2232" y="1476"/>
                      <a:pt x="2232" y="1476"/>
                      <a:pt x="2240" y="1476"/>
                    </a:cubicBezTo>
                    <a:lnTo>
                      <a:pt x="2248" y="1476"/>
                    </a:lnTo>
                    <a:cubicBezTo>
                      <a:pt x="2256" y="1484"/>
                      <a:pt x="2256" y="1476"/>
                      <a:pt x="2256" y="1492"/>
                    </a:cubicBezTo>
                    <a:cubicBezTo>
                      <a:pt x="2264" y="1508"/>
                      <a:pt x="2274" y="1508"/>
                      <a:pt x="2274" y="1518"/>
                    </a:cubicBezTo>
                    <a:cubicBezTo>
                      <a:pt x="2274" y="1526"/>
                      <a:pt x="2282" y="1526"/>
                      <a:pt x="2290" y="1534"/>
                    </a:cubicBezTo>
                    <a:cubicBezTo>
                      <a:pt x="2290" y="1534"/>
                      <a:pt x="2298" y="1526"/>
                      <a:pt x="2307" y="1526"/>
                    </a:cubicBezTo>
                    <a:cubicBezTo>
                      <a:pt x="2315" y="1518"/>
                      <a:pt x="2325" y="1518"/>
                      <a:pt x="2325" y="1518"/>
                    </a:cubicBezTo>
                    <a:cubicBezTo>
                      <a:pt x="2341" y="1542"/>
                      <a:pt x="2349" y="1534"/>
                      <a:pt x="2349" y="1542"/>
                    </a:cubicBezTo>
                    <a:cubicBezTo>
                      <a:pt x="2357" y="1550"/>
                      <a:pt x="2365" y="1550"/>
                      <a:pt x="2365" y="1550"/>
                    </a:cubicBezTo>
                    <a:cubicBezTo>
                      <a:pt x="2365" y="1546"/>
                      <a:pt x="2367" y="1544"/>
                      <a:pt x="2370" y="1544"/>
                    </a:cubicBezTo>
                    <a:cubicBezTo>
                      <a:pt x="2372" y="1544"/>
                      <a:pt x="2375" y="1546"/>
                      <a:pt x="2375" y="1550"/>
                    </a:cubicBezTo>
                    <a:cubicBezTo>
                      <a:pt x="2383" y="1558"/>
                      <a:pt x="2407" y="1568"/>
                      <a:pt x="2399" y="1576"/>
                    </a:cubicBezTo>
                    <a:cubicBezTo>
                      <a:pt x="2391" y="1584"/>
                      <a:pt x="2383" y="1592"/>
                      <a:pt x="2391" y="1592"/>
                    </a:cubicBezTo>
                    <a:cubicBezTo>
                      <a:pt x="2399" y="1600"/>
                      <a:pt x="2433" y="1600"/>
                      <a:pt x="2433" y="1608"/>
                    </a:cubicBezTo>
                    <a:lnTo>
                      <a:pt x="2433" y="1618"/>
                    </a:lnTo>
                    <a:cubicBezTo>
                      <a:pt x="2415" y="1642"/>
                      <a:pt x="2425" y="1642"/>
                      <a:pt x="2433" y="1650"/>
                    </a:cubicBezTo>
                    <a:cubicBezTo>
                      <a:pt x="2441" y="1658"/>
                      <a:pt x="2457" y="1668"/>
                      <a:pt x="2457" y="1676"/>
                    </a:cubicBezTo>
                    <a:cubicBezTo>
                      <a:pt x="2465" y="1684"/>
                      <a:pt x="2483" y="1684"/>
                      <a:pt x="2483" y="1684"/>
                    </a:cubicBezTo>
                    <a:cubicBezTo>
                      <a:pt x="2491" y="1684"/>
                      <a:pt x="2507" y="1668"/>
                      <a:pt x="2507" y="1668"/>
                    </a:cubicBezTo>
                    <a:cubicBezTo>
                      <a:pt x="2515" y="1668"/>
                      <a:pt x="2533" y="1668"/>
                      <a:pt x="2541" y="1684"/>
                    </a:cubicBezTo>
                    <a:cubicBezTo>
                      <a:pt x="2541" y="1700"/>
                      <a:pt x="2565" y="1700"/>
                      <a:pt x="2575" y="1700"/>
                    </a:cubicBezTo>
                    <a:lnTo>
                      <a:pt x="2599" y="1700"/>
                    </a:lnTo>
                    <a:cubicBezTo>
                      <a:pt x="2607" y="1708"/>
                      <a:pt x="2615" y="1726"/>
                      <a:pt x="2625" y="1726"/>
                    </a:cubicBezTo>
                    <a:cubicBezTo>
                      <a:pt x="2633" y="1726"/>
                      <a:pt x="2649" y="1708"/>
                      <a:pt x="2649" y="1692"/>
                    </a:cubicBezTo>
                    <a:cubicBezTo>
                      <a:pt x="2649" y="1684"/>
                      <a:pt x="2665" y="1650"/>
                      <a:pt x="2657" y="1642"/>
                    </a:cubicBezTo>
                    <a:cubicBezTo>
                      <a:pt x="2641" y="1626"/>
                      <a:pt x="2649" y="1626"/>
                      <a:pt x="2641" y="1600"/>
                    </a:cubicBezTo>
                    <a:cubicBezTo>
                      <a:pt x="2633" y="1584"/>
                      <a:pt x="2641" y="1600"/>
                      <a:pt x="2633" y="1576"/>
                    </a:cubicBezTo>
                    <a:cubicBezTo>
                      <a:pt x="2633" y="1557"/>
                      <a:pt x="2641" y="1551"/>
                      <a:pt x="2648" y="1551"/>
                    </a:cubicBezTo>
                    <a:cubicBezTo>
                      <a:pt x="2653" y="1551"/>
                      <a:pt x="2657" y="1555"/>
                      <a:pt x="2657" y="1558"/>
                    </a:cubicBezTo>
                    <a:cubicBezTo>
                      <a:pt x="2657" y="1563"/>
                      <a:pt x="2657" y="1563"/>
                      <a:pt x="2660" y="1563"/>
                    </a:cubicBezTo>
                    <a:cubicBezTo>
                      <a:pt x="2662" y="1563"/>
                      <a:pt x="2666" y="1563"/>
                      <a:pt x="2675" y="1568"/>
                    </a:cubicBezTo>
                    <a:cubicBezTo>
                      <a:pt x="2677" y="1570"/>
                      <a:pt x="2679" y="1570"/>
                      <a:pt x="2681" y="1570"/>
                    </a:cubicBezTo>
                    <a:cubicBezTo>
                      <a:pt x="2691" y="1570"/>
                      <a:pt x="2708" y="1558"/>
                      <a:pt x="2708" y="1558"/>
                    </a:cubicBezTo>
                    <a:lnTo>
                      <a:pt x="2742" y="1526"/>
                    </a:lnTo>
                    <a:lnTo>
                      <a:pt x="2750" y="1508"/>
                    </a:lnTo>
                    <a:lnTo>
                      <a:pt x="2776" y="1500"/>
                    </a:lnTo>
                    <a:cubicBezTo>
                      <a:pt x="2776" y="1500"/>
                      <a:pt x="2784" y="1492"/>
                      <a:pt x="2784" y="1484"/>
                    </a:cubicBezTo>
                    <a:cubicBezTo>
                      <a:pt x="2784" y="1476"/>
                      <a:pt x="2800" y="1468"/>
                      <a:pt x="2792" y="1458"/>
                    </a:cubicBezTo>
                    <a:cubicBezTo>
                      <a:pt x="2792" y="1458"/>
                      <a:pt x="2800" y="1458"/>
                      <a:pt x="2792" y="1450"/>
                    </a:cubicBezTo>
                    <a:cubicBezTo>
                      <a:pt x="2784" y="1442"/>
                      <a:pt x="2766" y="1434"/>
                      <a:pt x="2766" y="1426"/>
                    </a:cubicBezTo>
                    <a:cubicBezTo>
                      <a:pt x="2758" y="1418"/>
                      <a:pt x="2758" y="1392"/>
                      <a:pt x="2766" y="1392"/>
                    </a:cubicBezTo>
                    <a:cubicBezTo>
                      <a:pt x="2776" y="1392"/>
                      <a:pt x="2784" y="1392"/>
                      <a:pt x="2792" y="1400"/>
                    </a:cubicBezTo>
                    <a:cubicBezTo>
                      <a:pt x="2800" y="1400"/>
                      <a:pt x="2808" y="1392"/>
                      <a:pt x="2816" y="1392"/>
                    </a:cubicBezTo>
                    <a:cubicBezTo>
                      <a:pt x="2823" y="1392"/>
                      <a:pt x="2828" y="1388"/>
                      <a:pt x="2831" y="1388"/>
                    </a:cubicBezTo>
                    <a:cubicBezTo>
                      <a:pt x="2833" y="1388"/>
                      <a:pt x="2834" y="1389"/>
                      <a:pt x="2834" y="1392"/>
                    </a:cubicBezTo>
                    <a:cubicBezTo>
                      <a:pt x="2842" y="1400"/>
                      <a:pt x="2834" y="1400"/>
                      <a:pt x="2858" y="1400"/>
                    </a:cubicBezTo>
                    <a:cubicBezTo>
                      <a:pt x="2884" y="1400"/>
                      <a:pt x="2892" y="1392"/>
                      <a:pt x="2900" y="1392"/>
                    </a:cubicBezTo>
                    <a:cubicBezTo>
                      <a:pt x="2908" y="1392"/>
                      <a:pt x="2926" y="1341"/>
                      <a:pt x="2926" y="1333"/>
                    </a:cubicBezTo>
                    <a:cubicBezTo>
                      <a:pt x="2926" y="1325"/>
                      <a:pt x="2934" y="1307"/>
                      <a:pt x="2926" y="1307"/>
                    </a:cubicBezTo>
                    <a:cubicBezTo>
                      <a:pt x="2916" y="1307"/>
                      <a:pt x="2916" y="1283"/>
                      <a:pt x="2916" y="1283"/>
                    </a:cubicBezTo>
                    <a:cubicBezTo>
                      <a:pt x="2908" y="1283"/>
                      <a:pt x="2900" y="1267"/>
                      <a:pt x="2884" y="1267"/>
                    </a:cubicBezTo>
                    <a:cubicBezTo>
                      <a:pt x="2866" y="1257"/>
                      <a:pt x="2850" y="1249"/>
                      <a:pt x="2834" y="1249"/>
                    </a:cubicBezTo>
                    <a:lnTo>
                      <a:pt x="2808" y="1249"/>
                    </a:lnTo>
                    <a:cubicBezTo>
                      <a:pt x="2800" y="1249"/>
                      <a:pt x="2808" y="1249"/>
                      <a:pt x="2792" y="1241"/>
                    </a:cubicBezTo>
                    <a:cubicBezTo>
                      <a:pt x="2774" y="1236"/>
                      <a:pt x="2773" y="1226"/>
                      <a:pt x="2768" y="1226"/>
                    </a:cubicBezTo>
                    <a:cubicBezTo>
                      <a:pt x="2766" y="1226"/>
                      <a:pt x="2763" y="1228"/>
                      <a:pt x="2758" y="1233"/>
                    </a:cubicBezTo>
                    <a:cubicBezTo>
                      <a:pt x="2750" y="1249"/>
                      <a:pt x="2742" y="1241"/>
                      <a:pt x="2742" y="1257"/>
                    </a:cubicBezTo>
                    <a:cubicBezTo>
                      <a:pt x="2734" y="1267"/>
                      <a:pt x="2734" y="1267"/>
                      <a:pt x="2726" y="1267"/>
                    </a:cubicBezTo>
                    <a:lnTo>
                      <a:pt x="2716" y="1267"/>
                    </a:lnTo>
                    <a:cubicBezTo>
                      <a:pt x="2709" y="1270"/>
                      <a:pt x="2703" y="1272"/>
                      <a:pt x="2698" y="1272"/>
                    </a:cubicBezTo>
                    <a:cubicBezTo>
                      <a:pt x="2692" y="1272"/>
                      <a:pt x="2690" y="1268"/>
                      <a:pt x="2700" y="1257"/>
                    </a:cubicBezTo>
                    <a:cubicBezTo>
                      <a:pt x="2708" y="1241"/>
                      <a:pt x="2708" y="1225"/>
                      <a:pt x="2716" y="1225"/>
                    </a:cubicBezTo>
                    <a:cubicBezTo>
                      <a:pt x="2726" y="1217"/>
                      <a:pt x="2742" y="1207"/>
                      <a:pt x="2734" y="1207"/>
                    </a:cubicBezTo>
                    <a:cubicBezTo>
                      <a:pt x="2734" y="1207"/>
                      <a:pt x="2734" y="1183"/>
                      <a:pt x="2716" y="1183"/>
                    </a:cubicBezTo>
                    <a:cubicBezTo>
                      <a:pt x="2709" y="1185"/>
                      <a:pt x="2704" y="1186"/>
                      <a:pt x="2701" y="1186"/>
                    </a:cubicBezTo>
                    <a:cubicBezTo>
                      <a:pt x="2694" y="1186"/>
                      <a:pt x="2695" y="1181"/>
                      <a:pt x="2684" y="1175"/>
                    </a:cubicBezTo>
                    <a:cubicBezTo>
                      <a:pt x="2665" y="1175"/>
                      <a:pt x="2665" y="1157"/>
                      <a:pt x="2657" y="1149"/>
                    </a:cubicBezTo>
                    <a:cubicBezTo>
                      <a:pt x="2657" y="1142"/>
                      <a:pt x="2645" y="1115"/>
                      <a:pt x="2637" y="1115"/>
                    </a:cubicBezTo>
                    <a:cubicBezTo>
                      <a:pt x="2636" y="1115"/>
                      <a:pt x="2634" y="1116"/>
                      <a:pt x="2633" y="1117"/>
                    </a:cubicBezTo>
                    <a:lnTo>
                      <a:pt x="2583" y="1117"/>
                    </a:lnTo>
                    <a:cubicBezTo>
                      <a:pt x="2581" y="1120"/>
                      <a:pt x="2578" y="1120"/>
                      <a:pt x="2575" y="1120"/>
                    </a:cubicBezTo>
                    <a:cubicBezTo>
                      <a:pt x="2569" y="1120"/>
                      <a:pt x="2563" y="1117"/>
                      <a:pt x="2557" y="1117"/>
                    </a:cubicBezTo>
                    <a:cubicBezTo>
                      <a:pt x="2549" y="1117"/>
                      <a:pt x="2549" y="1117"/>
                      <a:pt x="2541" y="1133"/>
                    </a:cubicBezTo>
                    <a:cubicBezTo>
                      <a:pt x="2525" y="1149"/>
                      <a:pt x="2525" y="1149"/>
                      <a:pt x="2515" y="1157"/>
                    </a:cubicBezTo>
                    <a:cubicBezTo>
                      <a:pt x="2507" y="1167"/>
                      <a:pt x="2515" y="1183"/>
                      <a:pt x="2499" y="1191"/>
                    </a:cubicBezTo>
                    <a:cubicBezTo>
                      <a:pt x="2497" y="1193"/>
                      <a:pt x="2496" y="1193"/>
                      <a:pt x="2494" y="1193"/>
                    </a:cubicBezTo>
                    <a:cubicBezTo>
                      <a:pt x="2488" y="1193"/>
                      <a:pt x="2483" y="1181"/>
                      <a:pt x="2483" y="1175"/>
                    </a:cubicBezTo>
                    <a:cubicBezTo>
                      <a:pt x="2475" y="1167"/>
                      <a:pt x="2499" y="1141"/>
                      <a:pt x="2499" y="1141"/>
                    </a:cubicBezTo>
                    <a:cubicBezTo>
                      <a:pt x="2499" y="1141"/>
                      <a:pt x="2507" y="1141"/>
                      <a:pt x="2491" y="1117"/>
                    </a:cubicBezTo>
                    <a:cubicBezTo>
                      <a:pt x="2484" y="1101"/>
                      <a:pt x="2496" y="1073"/>
                      <a:pt x="2481" y="1073"/>
                    </a:cubicBezTo>
                    <a:cubicBezTo>
                      <a:pt x="2480" y="1073"/>
                      <a:pt x="2478" y="1074"/>
                      <a:pt x="2475" y="1075"/>
                    </a:cubicBezTo>
                    <a:cubicBezTo>
                      <a:pt x="2449" y="1075"/>
                      <a:pt x="2465" y="1075"/>
                      <a:pt x="2441" y="1067"/>
                    </a:cubicBezTo>
                    <a:cubicBezTo>
                      <a:pt x="2425" y="1057"/>
                      <a:pt x="2415" y="1049"/>
                      <a:pt x="2407" y="1049"/>
                    </a:cubicBezTo>
                    <a:cubicBezTo>
                      <a:pt x="2407" y="1054"/>
                      <a:pt x="2395" y="1061"/>
                      <a:pt x="2385" y="1061"/>
                    </a:cubicBezTo>
                    <a:cubicBezTo>
                      <a:pt x="2381" y="1061"/>
                      <a:pt x="2377" y="1060"/>
                      <a:pt x="2375" y="1057"/>
                    </a:cubicBezTo>
                    <a:cubicBezTo>
                      <a:pt x="2357" y="1057"/>
                      <a:pt x="2365" y="1041"/>
                      <a:pt x="2349" y="1041"/>
                    </a:cubicBezTo>
                    <a:lnTo>
                      <a:pt x="2333" y="1041"/>
                    </a:lnTo>
                    <a:cubicBezTo>
                      <a:pt x="2329" y="1041"/>
                      <a:pt x="2327" y="1039"/>
                      <a:pt x="2326" y="1039"/>
                    </a:cubicBezTo>
                    <a:cubicBezTo>
                      <a:pt x="2325" y="1039"/>
                      <a:pt x="2325" y="1041"/>
                      <a:pt x="2325" y="1049"/>
                    </a:cubicBezTo>
                    <a:cubicBezTo>
                      <a:pt x="2315" y="1057"/>
                      <a:pt x="2325" y="1057"/>
                      <a:pt x="2315" y="1067"/>
                    </a:cubicBezTo>
                    <a:lnTo>
                      <a:pt x="2298" y="1067"/>
                    </a:lnTo>
                    <a:cubicBezTo>
                      <a:pt x="2290" y="1071"/>
                      <a:pt x="2284" y="1073"/>
                      <a:pt x="2280" y="1073"/>
                    </a:cubicBezTo>
                    <a:cubicBezTo>
                      <a:pt x="2276" y="1073"/>
                      <a:pt x="2274" y="1071"/>
                      <a:pt x="2274" y="1067"/>
                    </a:cubicBezTo>
                    <a:cubicBezTo>
                      <a:pt x="2264" y="1067"/>
                      <a:pt x="2264" y="1067"/>
                      <a:pt x="2256" y="1075"/>
                    </a:cubicBezTo>
                    <a:cubicBezTo>
                      <a:pt x="2248" y="1091"/>
                      <a:pt x="2256" y="1099"/>
                      <a:pt x="2240" y="1099"/>
                    </a:cubicBezTo>
                    <a:cubicBezTo>
                      <a:pt x="2232" y="1099"/>
                      <a:pt x="2224" y="1091"/>
                      <a:pt x="2224" y="1083"/>
                    </a:cubicBezTo>
                    <a:cubicBezTo>
                      <a:pt x="2214" y="1075"/>
                      <a:pt x="2214" y="1075"/>
                      <a:pt x="2224" y="1067"/>
                    </a:cubicBezTo>
                    <a:cubicBezTo>
                      <a:pt x="2232" y="1057"/>
                      <a:pt x="2248" y="1057"/>
                      <a:pt x="2248" y="1049"/>
                    </a:cubicBezTo>
                    <a:cubicBezTo>
                      <a:pt x="2248" y="1041"/>
                      <a:pt x="2256" y="1025"/>
                      <a:pt x="2256" y="1017"/>
                    </a:cubicBezTo>
                    <a:cubicBezTo>
                      <a:pt x="2256" y="1017"/>
                      <a:pt x="2274" y="1007"/>
                      <a:pt x="2248" y="982"/>
                    </a:cubicBezTo>
                    <a:cubicBezTo>
                      <a:pt x="2232" y="956"/>
                      <a:pt x="2264" y="966"/>
                      <a:pt x="2224" y="956"/>
                    </a:cubicBezTo>
                    <a:cubicBezTo>
                      <a:pt x="2184" y="950"/>
                      <a:pt x="2181" y="938"/>
                      <a:pt x="2172" y="938"/>
                    </a:cubicBezTo>
                    <a:cubicBezTo>
                      <a:pt x="2170" y="938"/>
                      <a:pt x="2168" y="939"/>
                      <a:pt x="2164" y="940"/>
                    </a:cubicBezTo>
                    <a:cubicBezTo>
                      <a:pt x="2152" y="944"/>
                      <a:pt x="2148" y="944"/>
                      <a:pt x="2145" y="944"/>
                    </a:cubicBezTo>
                    <a:cubicBezTo>
                      <a:pt x="2142" y="944"/>
                      <a:pt x="2140" y="944"/>
                      <a:pt x="2132" y="948"/>
                    </a:cubicBezTo>
                    <a:cubicBezTo>
                      <a:pt x="2114" y="956"/>
                      <a:pt x="2106" y="966"/>
                      <a:pt x="2098" y="982"/>
                    </a:cubicBezTo>
                    <a:cubicBezTo>
                      <a:pt x="2082" y="991"/>
                      <a:pt x="2098" y="982"/>
                      <a:pt x="2082" y="999"/>
                    </a:cubicBezTo>
                    <a:cubicBezTo>
                      <a:pt x="2082" y="1007"/>
                      <a:pt x="2074" y="1007"/>
                      <a:pt x="2064" y="1007"/>
                    </a:cubicBezTo>
                    <a:cubicBezTo>
                      <a:pt x="2056" y="1007"/>
                      <a:pt x="2048" y="1007"/>
                      <a:pt x="2048" y="1017"/>
                    </a:cubicBezTo>
                    <a:cubicBezTo>
                      <a:pt x="2040" y="1033"/>
                      <a:pt x="2048" y="1033"/>
                      <a:pt x="2040" y="1041"/>
                    </a:cubicBezTo>
                    <a:cubicBezTo>
                      <a:pt x="2039" y="1041"/>
                      <a:pt x="2039" y="1042"/>
                      <a:pt x="2038" y="1042"/>
                    </a:cubicBezTo>
                    <a:cubicBezTo>
                      <a:pt x="2033" y="1042"/>
                      <a:pt x="2040" y="998"/>
                      <a:pt x="2040" y="991"/>
                    </a:cubicBezTo>
                    <a:lnTo>
                      <a:pt x="2040" y="991"/>
                    </a:lnTo>
                    <a:cubicBezTo>
                      <a:pt x="2040" y="995"/>
                      <a:pt x="2036" y="995"/>
                      <a:pt x="2031" y="995"/>
                    </a:cubicBezTo>
                    <a:cubicBezTo>
                      <a:pt x="2025" y="995"/>
                      <a:pt x="2019" y="995"/>
                      <a:pt x="2014" y="999"/>
                    </a:cubicBezTo>
                    <a:cubicBezTo>
                      <a:pt x="2006" y="1017"/>
                      <a:pt x="1990" y="1017"/>
                      <a:pt x="1990" y="1017"/>
                    </a:cubicBezTo>
                    <a:lnTo>
                      <a:pt x="1982" y="1007"/>
                    </a:lnTo>
                    <a:cubicBezTo>
                      <a:pt x="1982" y="1007"/>
                      <a:pt x="1990" y="991"/>
                      <a:pt x="1990" y="982"/>
                    </a:cubicBezTo>
                    <a:cubicBezTo>
                      <a:pt x="1998" y="974"/>
                      <a:pt x="1998" y="966"/>
                      <a:pt x="1998" y="966"/>
                    </a:cubicBezTo>
                    <a:cubicBezTo>
                      <a:pt x="1998" y="966"/>
                      <a:pt x="1990" y="948"/>
                      <a:pt x="1982" y="948"/>
                    </a:cubicBezTo>
                    <a:cubicBezTo>
                      <a:pt x="1970" y="948"/>
                      <a:pt x="1962" y="945"/>
                      <a:pt x="1956" y="945"/>
                    </a:cubicBezTo>
                    <a:cubicBezTo>
                      <a:pt x="1953" y="945"/>
                      <a:pt x="1950" y="946"/>
                      <a:pt x="1948" y="948"/>
                    </a:cubicBezTo>
                    <a:lnTo>
                      <a:pt x="1940" y="948"/>
                    </a:lnTo>
                    <a:cubicBezTo>
                      <a:pt x="1940" y="940"/>
                      <a:pt x="1940" y="940"/>
                      <a:pt x="1931" y="940"/>
                    </a:cubicBezTo>
                    <a:cubicBezTo>
                      <a:pt x="1930" y="942"/>
                      <a:pt x="1929" y="943"/>
                      <a:pt x="1928" y="943"/>
                    </a:cubicBezTo>
                    <a:cubicBezTo>
                      <a:pt x="1923" y="943"/>
                      <a:pt x="1921" y="932"/>
                      <a:pt x="1913" y="932"/>
                    </a:cubicBezTo>
                    <a:cubicBezTo>
                      <a:pt x="1901" y="926"/>
                      <a:pt x="1908" y="913"/>
                      <a:pt x="1904" y="913"/>
                    </a:cubicBezTo>
                    <a:cubicBezTo>
                      <a:pt x="1903" y="913"/>
                      <a:pt x="1901" y="914"/>
                      <a:pt x="1897" y="916"/>
                    </a:cubicBezTo>
                    <a:lnTo>
                      <a:pt x="1873" y="916"/>
                    </a:lnTo>
                    <a:lnTo>
                      <a:pt x="1863" y="906"/>
                    </a:lnTo>
                    <a:cubicBezTo>
                      <a:pt x="1862" y="908"/>
                      <a:pt x="1861" y="909"/>
                      <a:pt x="1859" y="909"/>
                    </a:cubicBezTo>
                    <a:cubicBezTo>
                      <a:pt x="1853" y="909"/>
                      <a:pt x="1846" y="890"/>
                      <a:pt x="1839" y="890"/>
                    </a:cubicBezTo>
                    <a:cubicBezTo>
                      <a:pt x="1839" y="890"/>
                      <a:pt x="1873" y="882"/>
                      <a:pt x="1873" y="874"/>
                    </a:cubicBezTo>
                    <a:cubicBezTo>
                      <a:pt x="1873" y="866"/>
                      <a:pt x="1881" y="840"/>
                      <a:pt x="1881" y="840"/>
                    </a:cubicBezTo>
                    <a:lnTo>
                      <a:pt x="1913" y="840"/>
                    </a:lnTo>
                    <a:cubicBezTo>
                      <a:pt x="1923" y="840"/>
                      <a:pt x="1931" y="832"/>
                      <a:pt x="1931" y="832"/>
                    </a:cubicBezTo>
                    <a:cubicBezTo>
                      <a:pt x="1934" y="835"/>
                      <a:pt x="1937" y="836"/>
                      <a:pt x="1939" y="836"/>
                    </a:cubicBezTo>
                    <a:cubicBezTo>
                      <a:pt x="1944" y="836"/>
                      <a:pt x="1948" y="832"/>
                      <a:pt x="1948" y="832"/>
                    </a:cubicBezTo>
                    <a:lnTo>
                      <a:pt x="1948" y="816"/>
                    </a:lnTo>
                    <a:lnTo>
                      <a:pt x="1940" y="798"/>
                    </a:lnTo>
                    <a:cubicBezTo>
                      <a:pt x="1940" y="798"/>
                      <a:pt x="1955" y="794"/>
                      <a:pt x="1967" y="794"/>
                    </a:cubicBezTo>
                    <a:cubicBezTo>
                      <a:pt x="1973" y="794"/>
                      <a:pt x="1979" y="795"/>
                      <a:pt x="1982" y="798"/>
                    </a:cubicBezTo>
                    <a:lnTo>
                      <a:pt x="2014" y="798"/>
                    </a:lnTo>
                    <a:cubicBezTo>
                      <a:pt x="2024" y="806"/>
                      <a:pt x="2064" y="806"/>
                      <a:pt x="2064" y="806"/>
                    </a:cubicBezTo>
                    <a:cubicBezTo>
                      <a:pt x="2074" y="806"/>
                      <a:pt x="2106" y="790"/>
                      <a:pt x="2106" y="790"/>
                    </a:cubicBezTo>
                    <a:cubicBezTo>
                      <a:pt x="2106" y="790"/>
                      <a:pt x="2132" y="782"/>
                      <a:pt x="2124" y="782"/>
                    </a:cubicBezTo>
                    <a:cubicBezTo>
                      <a:pt x="2114" y="782"/>
                      <a:pt x="2114" y="766"/>
                      <a:pt x="2106" y="766"/>
                    </a:cubicBezTo>
                    <a:cubicBezTo>
                      <a:pt x="2098" y="756"/>
                      <a:pt x="2090" y="740"/>
                      <a:pt x="2074" y="732"/>
                    </a:cubicBezTo>
                    <a:cubicBezTo>
                      <a:pt x="2048" y="732"/>
                      <a:pt x="2040" y="732"/>
                      <a:pt x="2024" y="724"/>
                    </a:cubicBezTo>
                    <a:cubicBezTo>
                      <a:pt x="2006" y="724"/>
                      <a:pt x="1993" y="720"/>
                      <a:pt x="1984" y="720"/>
                    </a:cubicBezTo>
                    <a:cubicBezTo>
                      <a:pt x="1980" y="720"/>
                      <a:pt x="1976" y="721"/>
                      <a:pt x="1974" y="724"/>
                    </a:cubicBezTo>
                    <a:lnTo>
                      <a:pt x="1940" y="724"/>
                    </a:lnTo>
                    <a:cubicBezTo>
                      <a:pt x="1923" y="724"/>
                      <a:pt x="1905" y="716"/>
                      <a:pt x="1897" y="716"/>
                    </a:cubicBezTo>
                    <a:cubicBezTo>
                      <a:pt x="1889" y="716"/>
                      <a:pt x="1881" y="706"/>
                      <a:pt x="1881" y="698"/>
                    </a:cubicBezTo>
                    <a:cubicBezTo>
                      <a:pt x="1881" y="692"/>
                      <a:pt x="1877" y="686"/>
                      <a:pt x="1881" y="686"/>
                    </a:cubicBezTo>
                    <a:cubicBezTo>
                      <a:pt x="1882" y="686"/>
                      <a:pt x="1885" y="687"/>
                      <a:pt x="1889" y="690"/>
                    </a:cubicBezTo>
                    <a:cubicBezTo>
                      <a:pt x="1905" y="690"/>
                      <a:pt x="1931" y="674"/>
                      <a:pt x="1931" y="674"/>
                    </a:cubicBezTo>
                    <a:cubicBezTo>
                      <a:pt x="1938" y="674"/>
                      <a:pt x="1951" y="654"/>
                      <a:pt x="1967" y="654"/>
                    </a:cubicBezTo>
                    <a:cubicBezTo>
                      <a:pt x="1969" y="654"/>
                      <a:pt x="1971" y="655"/>
                      <a:pt x="1974" y="656"/>
                    </a:cubicBezTo>
                    <a:cubicBezTo>
                      <a:pt x="1984" y="656"/>
                      <a:pt x="1999" y="660"/>
                      <a:pt x="2010" y="660"/>
                    </a:cubicBezTo>
                    <a:cubicBezTo>
                      <a:pt x="2016" y="660"/>
                      <a:pt x="2020" y="659"/>
                      <a:pt x="2024" y="656"/>
                    </a:cubicBezTo>
                    <a:cubicBezTo>
                      <a:pt x="2024" y="648"/>
                      <a:pt x="2024" y="648"/>
                      <a:pt x="2032" y="640"/>
                    </a:cubicBezTo>
                    <a:lnTo>
                      <a:pt x="2040" y="615"/>
                    </a:lnTo>
                    <a:cubicBezTo>
                      <a:pt x="2040" y="615"/>
                      <a:pt x="2024" y="555"/>
                      <a:pt x="2006" y="555"/>
                    </a:cubicBezTo>
                    <a:cubicBezTo>
                      <a:pt x="2004" y="557"/>
                      <a:pt x="2002" y="558"/>
                      <a:pt x="2000" y="558"/>
                    </a:cubicBezTo>
                    <a:cubicBezTo>
                      <a:pt x="1991" y="558"/>
                      <a:pt x="1980" y="546"/>
                      <a:pt x="1974" y="539"/>
                    </a:cubicBezTo>
                    <a:lnTo>
                      <a:pt x="1956" y="523"/>
                    </a:lnTo>
                    <a:lnTo>
                      <a:pt x="1948" y="523"/>
                    </a:lnTo>
                    <a:cubicBezTo>
                      <a:pt x="1944" y="519"/>
                      <a:pt x="1942" y="517"/>
                      <a:pt x="1939" y="517"/>
                    </a:cubicBezTo>
                    <a:cubicBezTo>
                      <a:pt x="1936" y="517"/>
                      <a:pt x="1931" y="519"/>
                      <a:pt x="1923" y="523"/>
                    </a:cubicBezTo>
                    <a:cubicBezTo>
                      <a:pt x="1897" y="539"/>
                      <a:pt x="1905" y="547"/>
                      <a:pt x="1881" y="565"/>
                    </a:cubicBezTo>
                    <a:cubicBezTo>
                      <a:pt x="1863" y="581"/>
                      <a:pt x="1881" y="573"/>
                      <a:pt x="1863" y="589"/>
                    </a:cubicBezTo>
                    <a:cubicBezTo>
                      <a:pt x="1855" y="593"/>
                      <a:pt x="1849" y="595"/>
                      <a:pt x="1845" y="595"/>
                    </a:cubicBezTo>
                    <a:cubicBezTo>
                      <a:pt x="1841" y="595"/>
                      <a:pt x="1839" y="593"/>
                      <a:pt x="1839" y="589"/>
                    </a:cubicBezTo>
                    <a:cubicBezTo>
                      <a:pt x="1839" y="589"/>
                      <a:pt x="1831" y="589"/>
                      <a:pt x="1823" y="597"/>
                    </a:cubicBezTo>
                    <a:cubicBezTo>
                      <a:pt x="1820" y="600"/>
                      <a:pt x="1817" y="601"/>
                      <a:pt x="1814" y="601"/>
                    </a:cubicBezTo>
                    <a:cubicBezTo>
                      <a:pt x="1809" y="601"/>
                      <a:pt x="1805" y="597"/>
                      <a:pt x="1805" y="597"/>
                    </a:cubicBezTo>
                    <a:cubicBezTo>
                      <a:pt x="1805" y="597"/>
                      <a:pt x="1813" y="589"/>
                      <a:pt x="1813" y="581"/>
                    </a:cubicBezTo>
                    <a:cubicBezTo>
                      <a:pt x="1813" y="565"/>
                      <a:pt x="1823" y="555"/>
                      <a:pt x="1805" y="547"/>
                    </a:cubicBezTo>
                    <a:lnTo>
                      <a:pt x="1781" y="547"/>
                    </a:lnTo>
                    <a:cubicBezTo>
                      <a:pt x="1781" y="547"/>
                      <a:pt x="1773" y="547"/>
                      <a:pt x="1797" y="531"/>
                    </a:cubicBezTo>
                    <a:cubicBezTo>
                      <a:pt x="1823" y="515"/>
                      <a:pt x="1831" y="505"/>
                      <a:pt x="1847" y="497"/>
                    </a:cubicBezTo>
                    <a:cubicBezTo>
                      <a:pt x="1855" y="497"/>
                      <a:pt x="1873" y="489"/>
                      <a:pt x="1873" y="481"/>
                    </a:cubicBezTo>
                    <a:cubicBezTo>
                      <a:pt x="1873" y="481"/>
                      <a:pt x="1873" y="473"/>
                      <a:pt x="1863" y="465"/>
                    </a:cubicBezTo>
                    <a:cubicBezTo>
                      <a:pt x="1847" y="455"/>
                      <a:pt x="1839" y="447"/>
                      <a:pt x="1831" y="447"/>
                    </a:cubicBezTo>
                    <a:lnTo>
                      <a:pt x="1797" y="447"/>
                    </a:lnTo>
                    <a:cubicBezTo>
                      <a:pt x="1789" y="439"/>
                      <a:pt x="1781" y="439"/>
                      <a:pt x="1781" y="439"/>
                    </a:cubicBezTo>
                    <a:lnTo>
                      <a:pt x="1763" y="439"/>
                    </a:lnTo>
                    <a:lnTo>
                      <a:pt x="1755" y="431"/>
                    </a:lnTo>
                    <a:cubicBezTo>
                      <a:pt x="1747" y="431"/>
                      <a:pt x="1747" y="423"/>
                      <a:pt x="1747" y="423"/>
                    </a:cubicBezTo>
                    <a:cubicBezTo>
                      <a:pt x="1747" y="417"/>
                      <a:pt x="1743" y="411"/>
                      <a:pt x="1738" y="411"/>
                    </a:cubicBezTo>
                    <a:cubicBezTo>
                      <a:pt x="1736" y="411"/>
                      <a:pt x="1733" y="412"/>
                      <a:pt x="1731" y="415"/>
                    </a:cubicBezTo>
                    <a:cubicBezTo>
                      <a:pt x="1713" y="415"/>
                      <a:pt x="1705" y="415"/>
                      <a:pt x="1697" y="423"/>
                    </a:cubicBezTo>
                    <a:cubicBezTo>
                      <a:pt x="1681" y="423"/>
                      <a:pt x="1681" y="423"/>
                      <a:pt x="1673" y="431"/>
                    </a:cubicBezTo>
                    <a:lnTo>
                      <a:pt x="1663" y="431"/>
                    </a:lnTo>
                    <a:lnTo>
                      <a:pt x="1655" y="439"/>
                    </a:lnTo>
                    <a:cubicBezTo>
                      <a:pt x="1649" y="439"/>
                      <a:pt x="1648" y="435"/>
                      <a:pt x="1645" y="435"/>
                    </a:cubicBezTo>
                    <a:cubicBezTo>
                      <a:pt x="1643" y="435"/>
                      <a:pt x="1641" y="436"/>
                      <a:pt x="1639" y="439"/>
                    </a:cubicBezTo>
                    <a:cubicBezTo>
                      <a:pt x="1632" y="445"/>
                      <a:pt x="1626" y="458"/>
                      <a:pt x="1624" y="458"/>
                    </a:cubicBezTo>
                    <a:cubicBezTo>
                      <a:pt x="1623" y="458"/>
                      <a:pt x="1623" y="457"/>
                      <a:pt x="1623" y="455"/>
                    </a:cubicBezTo>
                    <a:cubicBezTo>
                      <a:pt x="1613" y="447"/>
                      <a:pt x="1613" y="431"/>
                      <a:pt x="1623" y="431"/>
                    </a:cubicBezTo>
                    <a:cubicBezTo>
                      <a:pt x="1631" y="431"/>
                      <a:pt x="1639" y="431"/>
                      <a:pt x="1639" y="423"/>
                    </a:cubicBezTo>
                    <a:cubicBezTo>
                      <a:pt x="1631" y="415"/>
                      <a:pt x="1655" y="415"/>
                      <a:pt x="1631" y="415"/>
                    </a:cubicBezTo>
                    <a:lnTo>
                      <a:pt x="1623" y="415"/>
                    </a:lnTo>
                    <a:cubicBezTo>
                      <a:pt x="1613" y="415"/>
                      <a:pt x="1605" y="415"/>
                      <a:pt x="1597" y="423"/>
                    </a:cubicBezTo>
                    <a:cubicBezTo>
                      <a:pt x="1573" y="431"/>
                      <a:pt x="1589" y="423"/>
                      <a:pt x="1563" y="439"/>
                    </a:cubicBezTo>
                    <a:lnTo>
                      <a:pt x="1554" y="447"/>
                    </a:lnTo>
                    <a:lnTo>
                      <a:pt x="1538" y="447"/>
                    </a:lnTo>
                    <a:cubicBezTo>
                      <a:pt x="1532" y="454"/>
                      <a:pt x="1526" y="457"/>
                      <a:pt x="1523" y="457"/>
                    </a:cubicBezTo>
                    <a:cubicBezTo>
                      <a:pt x="1518" y="457"/>
                      <a:pt x="1517" y="452"/>
                      <a:pt x="1522" y="447"/>
                    </a:cubicBezTo>
                    <a:cubicBezTo>
                      <a:pt x="1530" y="439"/>
                      <a:pt x="1538" y="431"/>
                      <a:pt x="1538" y="431"/>
                    </a:cubicBezTo>
                    <a:lnTo>
                      <a:pt x="1554" y="415"/>
                    </a:lnTo>
                    <a:lnTo>
                      <a:pt x="1554" y="397"/>
                    </a:lnTo>
                    <a:cubicBezTo>
                      <a:pt x="1554" y="389"/>
                      <a:pt x="1554" y="373"/>
                      <a:pt x="1546" y="365"/>
                    </a:cubicBezTo>
                    <a:cubicBezTo>
                      <a:pt x="1546" y="365"/>
                      <a:pt x="1540" y="345"/>
                      <a:pt x="1534" y="345"/>
                    </a:cubicBezTo>
                    <a:cubicBezTo>
                      <a:pt x="1533" y="345"/>
                      <a:pt x="1531" y="346"/>
                      <a:pt x="1530" y="347"/>
                    </a:cubicBezTo>
                    <a:cubicBezTo>
                      <a:pt x="1526" y="351"/>
                      <a:pt x="1524" y="353"/>
                      <a:pt x="1523" y="353"/>
                    </a:cubicBezTo>
                    <a:cubicBezTo>
                      <a:pt x="1522" y="353"/>
                      <a:pt x="1522" y="351"/>
                      <a:pt x="1522" y="347"/>
                    </a:cubicBezTo>
                    <a:lnTo>
                      <a:pt x="1504" y="347"/>
                    </a:lnTo>
                    <a:cubicBezTo>
                      <a:pt x="1504" y="355"/>
                      <a:pt x="1496" y="355"/>
                      <a:pt x="1496" y="355"/>
                    </a:cubicBezTo>
                    <a:cubicBezTo>
                      <a:pt x="1496" y="355"/>
                      <a:pt x="1488" y="355"/>
                      <a:pt x="1480" y="365"/>
                    </a:cubicBezTo>
                    <a:cubicBezTo>
                      <a:pt x="1462" y="381"/>
                      <a:pt x="1462" y="389"/>
                      <a:pt x="1446" y="397"/>
                    </a:cubicBezTo>
                    <a:cubicBezTo>
                      <a:pt x="1438" y="397"/>
                      <a:pt x="1430" y="389"/>
                      <a:pt x="1430" y="381"/>
                    </a:cubicBezTo>
                    <a:cubicBezTo>
                      <a:pt x="1430" y="373"/>
                      <a:pt x="1446" y="355"/>
                      <a:pt x="1446" y="355"/>
                    </a:cubicBezTo>
                    <a:cubicBezTo>
                      <a:pt x="1446" y="355"/>
                      <a:pt x="1446" y="347"/>
                      <a:pt x="1454" y="339"/>
                    </a:cubicBezTo>
                    <a:cubicBezTo>
                      <a:pt x="1454" y="331"/>
                      <a:pt x="1454" y="315"/>
                      <a:pt x="1446" y="305"/>
                    </a:cubicBezTo>
                    <a:cubicBezTo>
                      <a:pt x="1446" y="297"/>
                      <a:pt x="1430" y="281"/>
                      <a:pt x="1422" y="281"/>
                    </a:cubicBezTo>
                    <a:cubicBezTo>
                      <a:pt x="1412" y="281"/>
                      <a:pt x="1396" y="255"/>
                      <a:pt x="1380" y="255"/>
                    </a:cubicBezTo>
                    <a:cubicBezTo>
                      <a:pt x="1377" y="258"/>
                      <a:pt x="1376" y="259"/>
                      <a:pt x="1374" y="259"/>
                    </a:cubicBezTo>
                    <a:cubicBezTo>
                      <a:pt x="1371" y="259"/>
                      <a:pt x="1369" y="255"/>
                      <a:pt x="1362" y="255"/>
                    </a:cubicBezTo>
                    <a:cubicBezTo>
                      <a:pt x="1362" y="249"/>
                      <a:pt x="1358" y="243"/>
                      <a:pt x="1353" y="243"/>
                    </a:cubicBezTo>
                    <a:cubicBezTo>
                      <a:pt x="1351" y="243"/>
                      <a:pt x="1348" y="244"/>
                      <a:pt x="1346" y="247"/>
                    </a:cubicBezTo>
                    <a:cubicBezTo>
                      <a:pt x="1338" y="251"/>
                      <a:pt x="1329" y="251"/>
                      <a:pt x="1321" y="251"/>
                    </a:cubicBezTo>
                    <a:cubicBezTo>
                      <a:pt x="1312" y="251"/>
                      <a:pt x="1304" y="251"/>
                      <a:pt x="1296" y="255"/>
                    </a:cubicBezTo>
                    <a:lnTo>
                      <a:pt x="1288" y="255"/>
                    </a:lnTo>
                    <a:cubicBezTo>
                      <a:pt x="1288" y="247"/>
                      <a:pt x="1280" y="247"/>
                      <a:pt x="1280" y="247"/>
                    </a:cubicBezTo>
                    <a:cubicBezTo>
                      <a:pt x="1262" y="255"/>
                      <a:pt x="1254" y="255"/>
                      <a:pt x="1246" y="265"/>
                    </a:cubicBezTo>
                    <a:lnTo>
                      <a:pt x="1238" y="265"/>
                    </a:lnTo>
                    <a:lnTo>
                      <a:pt x="1230" y="273"/>
                    </a:lnTo>
                    <a:lnTo>
                      <a:pt x="1212" y="289"/>
                    </a:lnTo>
                    <a:lnTo>
                      <a:pt x="1196" y="305"/>
                    </a:lnTo>
                    <a:cubicBezTo>
                      <a:pt x="1196" y="305"/>
                      <a:pt x="1187" y="297"/>
                      <a:pt x="1187" y="289"/>
                    </a:cubicBezTo>
                    <a:cubicBezTo>
                      <a:pt x="1187" y="283"/>
                      <a:pt x="1187" y="277"/>
                      <a:pt x="1185" y="277"/>
                    </a:cubicBezTo>
                    <a:cubicBezTo>
                      <a:pt x="1183" y="277"/>
                      <a:pt x="1182" y="278"/>
                      <a:pt x="1179" y="281"/>
                    </a:cubicBezTo>
                    <a:cubicBezTo>
                      <a:pt x="1153" y="315"/>
                      <a:pt x="1171" y="297"/>
                      <a:pt x="1153" y="315"/>
                    </a:cubicBezTo>
                    <a:cubicBezTo>
                      <a:pt x="1137" y="331"/>
                      <a:pt x="1129" y="331"/>
                      <a:pt x="1129" y="331"/>
                    </a:cubicBezTo>
                    <a:lnTo>
                      <a:pt x="1121" y="305"/>
                    </a:lnTo>
                    <a:lnTo>
                      <a:pt x="1111" y="281"/>
                    </a:lnTo>
                    <a:lnTo>
                      <a:pt x="1095" y="281"/>
                    </a:lnTo>
                    <a:cubicBezTo>
                      <a:pt x="1087" y="285"/>
                      <a:pt x="1081" y="287"/>
                      <a:pt x="1078" y="287"/>
                    </a:cubicBezTo>
                    <a:cubicBezTo>
                      <a:pt x="1075" y="287"/>
                      <a:pt x="1075" y="285"/>
                      <a:pt x="1079" y="281"/>
                    </a:cubicBezTo>
                    <a:cubicBezTo>
                      <a:pt x="1087" y="273"/>
                      <a:pt x="1095" y="255"/>
                      <a:pt x="1095" y="247"/>
                    </a:cubicBezTo>
                    <a:cubicBezTo>
                      <a:pt x="1103" y="247"/>
                      <a:pt x="1095" y="222"/>
                      <a:pt x="1087" y="222"/>
                    </a:cubicBezTo>
                    <a:cubicBezTo>
                      <a:pt x="1079" y="230"/>
                      <a:pt x="1079" y="230"/>
                      <a:pt x="1061" y="230"/>
                    </a:cubicBezTo>
                    <a:lnTo>
                      <a:pt x="1053" y="238"/>
                    </a:lnTo>
                    <a:lnTo>
                      <a:pt x="1045" y="238"/>
                    </a:lnTo>
                    <a:cubicBezTo>
                      <a:pt x="1037" y="247"/>
                      <a:pt x="1029" y="247"/>
                      <a:pt x="1029" y="247"/>
                    </a:cubicBezTo>
                    <a:lnTo>
                      <a:pt x="1011" y="247"/>
                    </a:lnTo>
                    <a:cubicBezTo>
                      <a:pt x="995" y="255"/>
                      <a:pt x="987" y="255"/>
                      <a:pt x="987" y="255"/>
                    </a:cubicBezTo>
                    <a:cubicBezTo>
                      <a:pt x="987" y="255"/>
                      <a:pt x="971" y="238"/>
                      <a:pt x="979" y="230"/>
                    </a:cubicBezTo>
                    <a:cubicBezTo>
                      <a:pt x="987" y="230"/>
                      <a:pt x="987" y="222"/>
                      <a:pt x="1003" y="214"/>
                    </a:cubicBezTo>
                    <a:cubicBezTo>
                      <a:pt x="1011" y="214"/>
                      <a:pt x="1021" y="214"/>
                      <a:pt x="1029" y="204"/>
                    </a:cubicBezTo>
                    <a:cubicBezTo>
                      <a:pt x="1029" y="196"/>
                      <a:pt x="1037" y="188"/>
                      <a:pt x="1029" y="172"/>
                    </a:cubicBezTo>
                    <a:lnTo>
                      <a:pt x="1029" y="154"/>
                    </a:lnTo>
                    <a:cubicBezTo>
                      <a:pt x="1029" y="154"/>
                      <a:pt x="1029" y="144"/>
                      <a:pt x="1025" y="144"/>
                    </a:cubicBezTo>
                    <a:cubicBezTo>
                      <a:pt x="1024" y="144"/>
                      <a:pt x="1023" y="145"/>
                      <a:pt x="1021" y="146"/>
                    </a:cubicBezTo>
                    <a:cubicBezTo>
                      <a:pt x="1011" y="146"/>
                      <a:pt x="1011" y="138"/>
                      <a:pt x="1003" y="130"/>
                    </a:cubicBezTo>
                    <a:cubicBezTo>
                      <a:pt x="1003" y="130"/>
                      <a:pt x="999" y="127"/>
                      <a:pt x="995" y="127"/>
                    </a:cubicBezTo>
                    <a:cubicBezTo>
                      <a:pt x="992" y="127"/>
                      <a:pt x="990" y="128"/>
                      <a:pt x="987" y="130"/>
                    </a:cubicBezTo>
                    <a:lnTo>
                      <a:pt x="979" y="130"/>
                    </a:lnTo>
                    <a:lnTo>
                      <a:pt x="971" y="122"/>
                    </a:lnTo>
                    <a:cubicBezTo>
                      <a:pt x="961" y="130"/>
                      <a:pt x="937" y="138"/>
                      <a:pt x="937" y="138"/>
                    </a:cubicBezTo>
                    <a:cubicBezTo>
                      <a:pt x="921" y="130"/>
                      <a:pt x="911" y="122"/>
                      <a:pt x="911" y="122"/>
                    </a:cubicBezTo>
                    <a:lnTo>
                      <a:pt x="887" y="122"/>
                    </a:lnTo>
                    <a:lnTo>
                      <a:pt x="879" y="96"/>
                    </a:lnTo>
                    <a:lnTo>
                      <a:pt x="871" y="72"/>
                    </a:lnTo>
                    <a:lnTo>
                      <a:pt x="853" y="54"/>
                    </a:lnTo>
                    <a:lnTo>
                      <a:pt x="821" y="46"/>
                    </a:lnTo>
                    <a:cubicBezTo>
                      <a:pt x="821" y="46"/>
                      <a:pt x="814" y="36"/>
                      <a:pt x="807" y="36"/>
                    </a:cubicBezTo>
                    <a:cubicBezTo>
                      <a:pt x="806" y="36"/>
                      <a:pt x="804" y="36"/>
                      <a:pt x="802" y="38"/>
                    </a:cubicBezTo>
                    <a:cubicBezTo>
                      <a:pt x="786" y="54"/>
                      <a:pt x="770" y="54"/>
                      <a:pt x="770" y="54"/>
                    </a:cubicBezTo>
                    <a:cubicBezTo>
                      <a:pt x="760" y="46"/>
                      <a:pt x="752" y="38"/>
                      <a:pt x="744" y="38"/>
                    </a:cubicBezTo>
                    <a:cubicBezTo>
                      <a:pt x="720" y="22"/>
                      <a:pt x="720" y="22"/>
                      <a:pt x="710" y="22"/>
                    </a:cubicBezTo>
                    <a:lnTo>
                      <a:pt x="686" y="22"/>
                    </a:lnTo>
                    <a:cubicBezTo>
                      <a:pt x="686" y="14"/>
                      <a:pt x="678" y="14"/>
                      <a:pt x="678" y="14"/>
                    </a:cubicBezTo>
                    <a:lnTo>
                      <a:pt x="594" y="14"/>
                    </a:lnTo>
                    <a:lnTo>
                      <a:pt x="594" y="4"/>
                    </a:lnTo>
                    <a:cubicBezTo>
                      <a:pt x="589" y="4"/>
                      <a:pt x="587" y="0"/>
                      <a:pt x="57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112">
                <a:extLst>
                  <a:ext uri="{FF2B5EF4-FFF2-40B4-BE49-F238E27FC236}">
                    <a16:creationId xmlns:a16="http://schemas.microsoft.com/office/drawing/2014/main" id="{C55ACA65-85DF-B3CA-1256-93B48A2C1B6D}"/>
                  </a:ext>
                </a:extLst>
              </p:cNvPr>
              <p:cNvSpPr/>
              <p:nvPr/>
            </p:nvSpPr>
            <p:spPr>
              <a:xfrm>
                <a:off x="6494303" y="4160769"/>
                <a:ext cx="74623" cy="27102"/>
              </a:xfrm>
              <a:custGeom>
                <a:avLst/>
                <a:gdLst/>
                <a:ahLst/>
                <a:cxnLst/>
                <a:rect l="l" t="t" r="r" b="b"/>
                <a:pathLst>
                  <a:path w="402" h="146" extrusionOk="0">
                    <a:moveTo>
                      <a:pt x="87" y="0"/>
                    </a:moveTo>
                    <a:cubicBezTo>
                      <a:pt x="53" y="0"/>
                      <a:pt x="14" y="8"/>
                      <a:pt x="1" y="22"/>
                    </a:cubicBezTo>
                    <a:cubicBezTo>
                      <a:pt x="1" y="22"/>
                      <a:pt x="27" y="54"/>
                      <a:pt x="69" y="54"/>
                    </a:cubicBezTo>
                    <a:cubicBezTo>
                      <a:pt x="109" y="64"/>
                      <a:pt x="143" y="80"/>
                      <a:pt x="159" y="88"/>
                    </a:cubicBezTo>
                    <a:cubicBezTo>
                      <a:pt x="169" y="96"/>
                      <a:pt x="201" y="122"/>
                      <a:pt x="219" y="122"/>
                    </a:cubicBezTo>
                    <a:cubicBezTo>
                      <a:pt x="235" y="130"/>
                      <a:pt x="269" y="138"/>
                      <a:pt x="294" y="138"/>
                    </a:cubicBezTo>
                    <a:cubicBezTo>
                      <a:pt x="310" y="138"/>
                      <a:pt x="344" y="146"/>
                      <a:pt x="360" y="146"/>
                    </a:cubicBezTo>
                    <a:cubicBezTo>
                      <a:pt x="378" y="138"/>
                      <a:pt x="386" y="122"/>
                      <a:pt x="386" y="122"/>
                    </a:cubicBezTo>
                    <a:cubicBezTo>
                      <a:pt x="386" y="122"/>
                      <a:pt x="402" y="88"/>
                      <a:pt x="386" y="88"/>
                    </a:cubicBezTo>
                    <a:cubicBezTo>
                      <a:pt x="360" y="80"/>
                      <a:pt x="277" y="30"/>
                      <a:pt x="259" y="22"/>
                    </a:cubicBezTo>
                    <a:cubicBezTo>
                      <a:pt x="243" y="14"/>
                      <a:pt x="201" y="4"/>
                      <a:pt x="185" y="4"/>
                    </a:cubicBezTo>
                    <a:lnTo>
                      <a:pt x="119" y="4"/>
                    </a:lnTo>
                    <a:cubicBezTo>
                      <a:pt x="110" y="1"/>
                      <a:pt x="99" y="0"/>
                      <a:pt x="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112">
                <a:extLst>
                  <a:ext uri="{FF2B5EF4-FFF2-40B4-BE49-F238E27FC236}">
                    <a16:creationId xmlns:a16="http://schemas.microsoft.com/office/drawing/2014/main" id="{3E03DE44-EA6B-CE12-F44E-E7F584431EC4}"/>
                  </a:ext>
                </a:extLst>
              </p:cNvPr>
              <p:cNvSpPr/>
              <p:nvPr/>
            </p:nvSpPr>
            <p:spPr>
              <a:xfrm>
                <a:off x="6717616" y="4086887"/>
                <a:ext cx="186" cy="18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112">
                <a:extLst>
                  <a:ext uri="{FF2B5EF4-FFF2-40B4-BE49-F238E27FC236}">
                    <a16:creationId xmlns:a16="http://schemas.microsoft.com/office/drawing/2014/main" id="{DD7B2DB3-533A-A187-3E5D-F1A2C48B3A92}"/>
                  </a:ext>
                </a:extLst>
              </p:cNvPr>
              <p:cNvSpPr/>
              <p:nvPr/>
            </p:nvSpPr>
            <p:spPr>
              <a:xfrm>
                <a:off x="6632412" y="4086887"/>
                <a:ext cx="172636" cy="158342"/>
              </a:xfrm>
              <a:custGeom>
                <a:avLst/>
                <a:gdLst/>
                <a:ahLst/>
                <a:cxnLst/>
                <a:rect l="l" t="t" r="r" b="b"/>
                <a:pathLst>
                  <a:path w="930" h="853" extrusionOk="0">
                    <a:moveTo>
                      <a:pt x="460" y="0"/>
                    </a:moveTo>
                    <a:cubicBezTo>
                      <a:pt x="444" y="0"/>
                      <a:pt x="460" y="0"/>
                      <a:pt x="428" y="10"/>
                    </a:cubicBezTo>
                    <a:cubicBezTo>
                      <a:pt x="407" y="14"/>
                      <a:pt x="400" y="14"/>
                      <a:pt x="396" y="14"/>
                    </a:cubicBezTo>
                    <a:cubicBezTo>
                      <a:pt x="392" y="14"/>
                      <a:pt x="390" y="14"/>
                      <a:pt x="378" y="18"/>
                    </a:cubicBezTo>
                    <a:cubicBezTo>
                      <a:pt x="352" y="27"/>
                      <a:pt x="360" y="35"/>
                      <a:pt x="336" y="43"/>
                    </a:cubicBezTo>
                    <a:cubicBezTo>
                      <a:pt x="310" y="61"/>
                      <a:pt x="310" y="101"/>
                      <a:pt x="302" y="127"/>
                    </a:cubicBezTo>
                    <a:cubicBezTo>
                      <a:pt x="302" y="143"/>
                      <a:pt x="259" y="161"/>
                      <a:pt x="251" y="177"/>
                    </a:cubicBezTo>
                    <a:cubicBezTo>
                      <a:pt x="243" y="193"/>
                      <a:pt x="235" y="201"/>
                      <a:pt x="217" y="227"/>
                    </a:cubicBezTo>
                    <a:cubicBezTo>
                      <a:pt x="201" y="251"/>
                      <a:pt x="201" y="269"/>
                      <a:pt x="185" y="301"/>
                    </a:cubicBezTo>
                    <a:cubicBezTo>
                      <a:pt x="167" y="319"/>
                      <a:pt x="167" y="327"/>
                      <a:pt x="177" y="343"/>
                    </a:cubicBezTo>
                    <a:cubicBezTo>
                      <a:pt x="185" y="361"/>
                      <a:pt x="177" y="385"/>
                      <a:pt x="177" y="385"/>
                    </a:cubicBezTo>
                    <a:lnTo>
                      <a:pt x="143" y="420"/>
                    </a:lnTo>
                    <a:lnTo>
                      <a:pt x="117" y="462"/>
                    </a:lnTo>
                    <a:cubicBezTo>
                      <a:pt x="101" y="462"/>
                      <a:pt x="101" y="478"/>
                      <a:pt x="101" y="494"/>
                    </a:cubicBezTo>
                    <a:cubicBezTo>
                      <a:pt x="101" y="512"/>
                      <a:pt x="101" y="512"/>
                      <a:pt x="93" y="536"/>
                    </a:cubicBezTo>
                    <a:cubicBezTo>
                      <a:pt x="93" y="552"/>
                      <a:pt x="77" y="552"/>
                      <a:pt x="59" y="570"/>
                    </a:cubicBezTo>
                    <a:cubicBezTo>
                      <a:pt x="43" y="578"/>
                      <a:pt x="35" y="602"/>
                      <a:pt x="35" y="602"/>
                    </a:cubicBezTo>
                    <a:lnTo>
                      <a:pt x="77" y="602"/>
                    </a:lnTo>
                    <a:cubicBezTo>
                      <a:pt x="101" y="602"/>
                      <a:pt x="77" y="636"/>
                      <a:pt x="77" y="636"/>
                    </a:cubicBezTo>
                    <a:lnTo>
                      <a:pt x="51" y="662"/>
                    </a:lnTo>
                    <a:cubicBezTo>
                      <a:pt x="35" y="670"/>
                      <a:pt x="35" y="678"/>
                      <a:pt x="17" y="694"/>
                    </a:cubicBezTo>
                    <a:cubicBezTo>
                      <a:pt x="1" y="720"/>
                      <a:pt x="9" y="744"/>
                      <a:pt x="9" y="744"/>
                    </a:cubicBezTo>
                    <a:cubicBezTo>
                      <a:pt x="9" y="744"/>
                      <a:pt x="20" y="748"/>
                      <a:pt x="38" y="748"/>
                    </a:cubicBezTo>
                    <a:cubicBezTo>
                      <a:pt x="46" y="748"/>
                      <a:pt x="56" y="747"/>
                      <a:pt x="67" y="744"/>
                    </a:cubicBezTo>
                    <a:cubicBezTo>
                      <a:pt x="72" y="743"/>
                      <a:pt x="78" y="742"/>
                      <a:pt x="84" y="742"/>
                    </a:cubicBezTo>
                    <a:cubicBezTo>
                      <a:pt x="109" y="742"/>
                      <a:pt x="138" y="752"/>
                      <a:pt x="151" y="752"/>
                    </a:cubicBezTo>
                    <a:cubicBezTo>
                      <a:pt x="167" y="744"/>
                      <a:pt x="217" y="744"/>
                      <a:pt x="259" y="736"/>
                    </a:cubicBezTo>
                    <a:cubicBezTo>
                      <a:pt x="268" y="735"/>
                      <a:pt x="275" y="734"/>
                      <a:pt x="279" y="734"/>
                    </a:cubicBezTo>
                    <a:cubicBezTo>
                      <a:pt x="292" y="734"/>
                      <a:pt x="293" y="739"/>
                      <a:pt x="303" y="739"/>
                    </a:cubicBezTo>
                    <a:cubicBezTo>
                      <a:pt x="306" y="739"/>
                      <a:pt x="311" y="738"/>
                      <a:pt x="318" y="736"/>
                    </a:cubicBezTo>
                    <a:cubicBezTo>
                      <a:pt x="360" y="736"/>
                      <a:pt x="360" y="728"/>
                      <a:pt x="368" y="728"/>
                    </a:cubicBezTo>
                    <a:cubicBezTo>
                      <a:pt x="378" y="728"/>
                      <a:pt x="394" y="720"/>
                      <a:pt x="428" y="702"/>
                    </a:cubicBezTo>
                    <a:cubicBezTo>
                      <a:pt x="460" y="694"/>
                      <a:pt x="460" y="686"/>
                      <a:pt x="478" y="678"/>
                    </a:cubicBezTo>
                    <a:cubicBezTo>
                      <a:pt x="502" y="678"/>
                      <a:pt x="486" y="702"/>
                      <a:pt x="494" y="720"/>
                    </a:cubicBezTo>
                    <a:cubicBezTo>
                      <a:pt x="494" y="736"/>
                      <a:pt x="494" y="736"/>
                      <a:pt x="510" y="744"/>
                    </a:cubicBezTo>
                    <a:cubicBezTo>
                      <a:pt x="518" y="752"/>
                      <a:pt x="536" y="779"/>
                      <a:pt x="536" y="779"/>
                    </a:cubicBezTo>
                    <a:cubicBezTo>
                      <a:pt x="528" y="787"/>
                      <a:pt x="528" y="795"/>
                      <a:pt x="502" y="803"/>
                    </a:cubicBezTo>
                    <a:cubicBezTo>
                      <a:pt x="486" y="813"/>
                      <a:pt x="478" y="821"/>
                      <a:pt x="478" y="829"/>
                    </a:cubicBezTo>
                    <a:cubicBezTo>
                      <a:pt x="473" y="837"/>
                      <a:pt x="475" y="839"/>
                      <a:pt x="480" y="839"/>
                    </a:cubicBezTo>
                    <a:cubicBezTo>
                      <a:pt x="486" y="839"/>
                      <a:pt x="494" y="837"/>
                      <a:pt x="502" y="837"/>
                    </a:cubicBezTo>
                    <a:cubicBezTo>
                      <a:pt x="510" y="841"/>
                      <a:pt x="517" y="843"/>
                      <a:pt x="523" y="843"/>
                    </a:cubicBezTo>
                    <a:cubicBezTo>
                      <a:pt x="530" y="843"/>
                      <a:pt x="536" y="841"/>
                      <a:pt x="544" y="837"/>
                    </a:cubicBezTo>
                    <a:cubicBezTo>
                      <a:pt x="560" y="837"/>
                      <a:pt x="578" y="821"/>
                      <a:pt x="578" y="803"/>
                    </a:cubicBezTo>
                    <a:cubicBezTo>
                      <a:pt x="586" y="787"/>
                      <a:pt x="602" y="779"/>
                      <a:pt x="628" y="762"/>
                    </a:cubicBezTo>
                    <a:cubicBezTo>
                      <a:pt x="644" y="752"/>
                      <a:pt x="669" y="736"/>
                      <a:pt x="660" y="728"/>
                    </a:cubicBezTo>
                    <a:cubicBezTo>
                      <a:pt x="657" y="722"/>
                      <a:pt x="660" y="719"/>
                      <a:pt x="668" y="719"/>
                    </a:cubicBezTo>
                    <a:cubicBezTo>
                      <a:pt x="679" y="719"/>
                      <a:pt x="700" y="724"/>
                      <a:pt x="729" y="728"/>
                    </a:cubicBezTo>
                    <a:lnTo>
                      <a:pt x="729" y="744"/>
                    </a:lnTo>
                    <a:cubicBezTo>
                      <a:pt x="729" y="762"/>
                      <a:pt x="729" y="770"/>
                      <a:pt x="737" y="821"/>
                    </a:cubicBezTo>
                    <a:lnTo>
                      <a:pt x="795" y="795"/>
                    </a:lnTo>
                    <a:lnTo>
                      <a:pt x="837" y="853"/>
                    </a:lnTo>
                    <a:cubicBezTo>
                      <a:pt x="837" y="853"/>
                      <a:pt x="861" y="845"/>
                      <a:pt x="887" y="821"/>
                    </a:cubicBezTo>
                    <a:cubicBezTo>
                      <a:pt x="911" y="795"/>
                      <a:pt x="895" y="803"/>
                      <a:pt x="895" y="787"/>
                    </a:cubicBezTo>
                    <a:cubicBezTo>
                      <a:pt x="895" y="770"/>
                      <a:pt x="895" y="770"/>
                      <a:pt x="903" y="744"/>
                    </a:cubicBezTo>
                    <a:cubicBezTo>
                      <a:pt x="903" y="728"/>
                      <a:pt x="919" y="736"/>
                      <a:pt x="919" y="720"/>
                    </a:cubicBezTo>
                    <a:cubicBezTo>
                      <a:pt x="929" y="702"/>
                      <a:pt x="911" y="670"/>
                      <a:pt x="911" y="670"/>
                    </a:cubicBezTo>
                    <a:lnTo>
                      <a:pt x="853" y="694"/>
                    </a:lnTo>
                    <a:cubicBezTo>
                      <a:pt x="853" y="694"/>
                      <a:pt x="853" y="686"/>
                      <a:pt x="861" y="670"/>
                    </a:cubicBezTo>
                    <a:cubicBezTo>
                      <a:pt x="869" y="652"/>
                      <a:pt x="879" y="644"/>
                      <a:pt x="861" y="602"/>
                    </a:cubicBezTo>
                    <a:cubicBezTo>
                      <a:pt x="861" y="602"/>
                      <a:pt x="837" y="612"/>
                      <a:pt x="819" y="628"/>
                    </a:cubicBezTo>
                    <a:cubicBezTo>
                      <a:pt x="803" y="636"/>
                      <a:pt x="803" y="670"/>
                      <a:pt x="787" y="686"/>
                    </a:cubicBezTo>
                    <a:cubicBezTo>
                      <a:pt x="785" y="687"/>
                      <a:pt x="783" y="688"/>
                      <a:pt x="781" y="688"/>
                    </a:cubicBezTo>
                    <a:cubicBezTo>
                      <a:pt x="764" y="688"/>
                      <a:pt x="745" y="662"/>
                      <a:pt x="745" y="662"/>
                    </a:cubicBezTo>
                    <a:cubicBezTo>
                      <a:pt x="737" y="652"/>
                      <a:pt x="745" y="652"/>
                      <a:pt x="779" y="594"/>
                    </a:cubicBezTo>
                    <a:cubicBezTo>
                      <a:pt x="795" y="578"/>
                      <a:pt x="811" y="578"/>
                      <a:pt x="837" y="552"/>
                    </a:cubicBezTo>
                    <a:cubicBezTo>
                      <a:pt x="861" y="520"/>
                      <a:pt x="861" y="528"/>
                      <a:pt x="861" y="512"/>
                    </a:cubicBezTo>
                    <a:cubicBezTo>
                      <a:pt x="861" y="510"/>
                      <a:pt x="860" y="509"/>
                      <a:pt x="858" y="509"/>
                    </a:cubicBezTo>
                    <a:cubicBezTo>
                      <a:pt x="851" y="509"/>
                      <a:pt x="833" y="521"/>
                      <a:pt x="819" y="528"/>
                    </a:cubicBezTo>
                    <a:cubicBezTo>
                      <a:pt x="811" y="528"/>
                      <a:pt x="803" y="552"/>
                      <a:pt x="787" y="562"/>
                    </a:cubicBezTo>
                    <a:cubicBezTo>
                      <a:pt x="784" y="563"/>
                      <a:pt x="780" y="564"/>
                      <a:pt x="776" y="564"/>
                    </a:cubicBezTo>
                    <a:cubicBezTo>
                      <a:pt x="758" y="564"/>
                      <a:pt x="737" y="552"/>
                      <a:pt x="737" y="552"/>
                    </a:cubicBezTo>
                    <a:cubicBezTo>
                      <a:pt x="737" y="552"/>
                      <a:pt x="733" y="554"/>
                      <a:pt x="732" y="554"/>
                    </a:cubicBezTo>
                    <a:cubicBezTo>
                      <a:pt x="729" y="554"/>
                      <a:pt x="730" y="551"/>
                      <a:pt x="745" y="536"/>
                    </a:cubicBezTo>
                    <a:cubicBezTo>
                      <a:pt x="754" y="527"/>
                      <a:pt x="756" y="524"/>
                      <a:pt x="755" y="524"/>
                    </a:cubicBezTo>
                    <a:cubicBezTo>
                      <a:pt x="754" y="524"/>
                      <a:pt x="750" y="526"/>
                      <a:pt x="746" y="526"/>
                    </a:cubicBezTo>
                    <a:cubicBezTo>
                      <a:pt x="743" y="526"/>
                      <a:pt x="739" y="525"/>
                      <a:pt x="737" y="520"/>
                    </a:cubicBezTo>
                    <a:cubicBezTo>
                      <a:pt x="729" y="494"/>
                      <a:pt x="711" y="502"/>
                      <a:pt x="737" y="462"/>
                    </a:cubicBezTo>
                    <a:cubicBezTo>
                      <a:pt x="741" y="453"/>
                      <a:pt x="747" y="453"/>
                      <a:pt x="752" y="453"/>
                    </a:cubicBezTo>
                    <a:cubicBezTo>
                      <a:pt x="757" y="453"/>
                      <a:pt x="761" y="453"/>
                      <a:pt x="761" y="444"/>
                    </a:cubicBezTo>
                    <a:cubicBezTo>
                      <a:pt x="769" y="428"/>
                      <a:pt x="787" y="428"/>
                      <a:pt x="787" y="412"/>
                    </a:cubicBezTo>
                    <a:cubicBezTo>
                      <a:pt x="787" y="393"/>
                      <a:pt x="737" y="385"/>
                      <a:pt x="729" y="385"/>
                    </a:cubicBezTo>
                    <a:cubicBezTo>
                      <a:pt x="716" y="380"/>
                      <a:pt x="708" y="374"/>
                      <a:pt x="702" y="374"/>
                    </a:cubicBezTo>
                    <a:cubicBezTo>
                      <a:pt x="699" y="374"/>
                      <a:pt x="697" y="375"/>
                      <a:pt x="695" y="377"/>
                    </a:cubicBezTo>
                    <a:cubicBezTo>
                      <a:pt x="693" y="379"/>
                      <a:pt x="689" y="380"/>
                      <a:pt x="685" y="380"/>
                    </a:cubicBezTo>
                    <a:cubicBezTo>
                      <a:pt x="672" y="380"/>
                      <a:pt x="651" y="369"/>
                      <a:pt x="644" y="343"/>
                    </a:cubicBezTo>
                    <a:cubicBezTo>
                      <a:pt x="644" y="343"/>
                      <a:pt x="644" y="342"/>
                      <a:pt x="644" y="342"/>
                    </a:cubicBezTo>
                    <a:cubicBezTo>
                      <a:pt x="639" y="342"/>
                      <a:pt x="618" y="369"/>
                      <a:pt x="618" y="369"/>
                    </a:cubicBezTo>
                    <a:cubicBezTo>
                      <a:pt x="618" y="369"/>
                      <a:pt x="602" y="393"/>
                      <a:pt x="594" y="402"/>
                    </a:cubicBezTo>
                    <a:cubicBezTo>
                      <a:pt x="578" y="412"/>
                      <a:pt x="578" y="436"/>
                      <a:pt x="568" y="444"/>
                    </a:cubicBezTo>
                    <a:cubicBezTo>
                      <a:pt x="560" y="444"/>
                      <a:pt x="544" y="452"/>
                      <a:pt x="544" y="452"/>
                    </a:cubicBezTo>
                    <a:cubicBezTo>
                      <a:pt x="544" y="452"/>
                      <a:pt x="536" y="412"/>
                      <a:pt x="518" y="385"/>
                    </a:cubicBezTo>
                    <a:cubicBezTo>
                      <a:pt x="517" y="384"/>
                      <a:pt x="514" y="383"/>
                      <a:pt x="512" y="383"/>
                    </a:cubicBezTo>
                    <a:cubicBezTo>
                      <a:pt x="501" y="383"/>
                      <a:pt x="482" y="393"/>
                      <a:pt x="468" y="393"/>
                    </a:cubicBezTo>
                    <a:cubicBezTo>
                      <a:pt x="444" y="393"/>
                      <a:pt x="428" y="393"/>
                      <a:pt x="428" y="385"/>
                    </a:cubicBezTo>
                    <a:cubicBezTo>
                      <a:pt x="436" y="369"/>
                      <a:pt x="436" y="361"/>
                      <a:pt x="444" y="351"/>
                    </a:cubicBezTo>
                    <a:cubicBezTo>
                      <a:pt x="452" y="335"/>
                      <a:pt x="444" y="351"/>
                      <a:pt x="468" y="327"/>
                    </a:cubicBezTo>
                    <a:cubicBezTo>
                      <a:pt x="494" y="301"/>
                      <a:pt x="478" y="285"/>
                      <a:pt x="478" y="285"/>
                    </a:cubicBezTo>
                    <a:cubicBezTo>
                      <a:pt x="468" y="285"/>
                      <a:pt x="452" y="293"/>
                      <a:pt x="436" y="293"/>
                    </a:cubicBezTo>
                    <a:cubicBezTo>
                      <a:pt x="410" y="293"/>
                      <a:pt x="410" y="285"/>
                      <a:pt x="394" y="285"/>
                    </a:cubicBezTo>
                    <a:cubicBezTo>
                      <a:pt x="378" y="285"/>
                      <a:pt x="394" y="285"/>
                      <a:pt x="360" y="319"/>
                    </a:cubicBezTo>
                    <a:cubicBezTo>
                      <a:pt x="328" y="351"/>
                      <a:pt x="310" y="377"/>
                      <a:pt x="310" y="377"/>
                    </a:cubicBezTo>
                    <a:cubicBezTo>
                      <a:pt x="310" y="377"/>
                      <a:pt x="310" y="369"/>
                      <a:pt x="328" y="335"/>
                    </a:cubicBezTo>
                    <a:cubicBezTo>
                      <a:pt x="336" y="301"/>
                      <a:pt x="336" y="311"/>
                      <a:pt x="336" y="301"/>
                    </a:cubicBezTo>
                    <a:cubicBezTo>
                      <a:pt x="336" y="285"/>
                      <a:pt x="344" y="277"/>
                      <a:pt x="336" y="261"/>
                    </a:cubicBezTo>
                    <a:cubicBezTo>
                      <a:pt x="336" y="235"/>
                      <a:pt x="352" y="227"/>
                      <a:pt x="368" y="201"/>
                    </a:cubicBezTo>
                    <a:cubicBezTo>
                      <a:pt x="394" y="185"/>
                      <a:pt x="428" y="161"/>
                      <a:pt x="436" y="119"/>
                    </a:cubicBezTo>
                    <a:cubicBezTo>
                      <a:pt x="452" y="85"/>
                      <a:pt x="428" y="101"/>
                      <a:pt x="418" y="77"/>
                    </a:cubicBezTo>
                    <a:cubicBezTo>
                      <a:pt x="402" y="51"/>
                      <a:pt x="428" y="61"/>
                      <a:pt x="452" y="51"/>
                    </a:cubicBezTo>
                    <a:cubicBezTo>
                      <a:pt x="478" y="35"/>
                      <a:pt x="486" y="43"/>
                      <a:pt x="4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112">
                <a:extLst>
                  <a:ext uri="{FF2B5EF4-FFF2-40B4-BE49-F238E27FC236}">
                    <a16:creationId xmlns:a16="http://schemas.microsoft.com/office/drawing/2014/main" id="{37790C67-3E0C-8FE0-2B88-7C034C936B1C}"/>
                  </a:ext>
                </a:extLst>
              </p:cNvPr>
              <p:cNvSpPr/>
              <p:nvPr/>
            </p:nvSpPr>
            <p:spPr>
              <a:xfrm>
                <a:off x="5864831" y="3614827"/>
                <a:ext cx="186373" cy="112492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606" extrusionOk="0">
                    <a:moveTo>
                      <a:pt x="243" y="1"/>
                    </a:moveTo>
                    <a:cubicBezTo>
                      <a:pt x="238" y="1"/>
                      <a:pt x="232" y="2"/>
                      <a:pt x="225" y="5"/>
                    </a:cubicBezTo>
                    <a:cubicBezTo>
                      <a:pt x="183" y="21"/>
                      <a:pt x="109" y="47"/>
                      <a:pt x="133" y="105"/>
                    </a:cubicBezTo>
                    <a:cubicBezTo>
                      <a:pt x="167" y="171"/>
                      <a:pt x="183" y="171"/>
                      <a:pt x="159" y="247"/>
                    </a:cubicBezTo>
                    <a:cubicBezTo>
                      <a:pt x="133" y="313"/>
                      <a:pt x="101" y="305"/>
                      <a:pt x="133" y="348"/>
                    </a:cubicBezTo>
                    <a:cubicBezTo>
                      <a:pt x="167" y="380"/>
                      <a:pt x="175" y="356"/>
                      <a:pt x="159" y="406"/>
                    </a:cubicBezTo>
                    <a:cubicBezTo>
                      <a:pt x="151" y="448"/>
                      <a:pt x="101" y="448"/>
                      <a:pt x="91" y="456"/>
                    </a:cubicBezTo>
                    <a:cubicBezTo>
                      <a:pt x="75" y="472"/>
                      <a:pt x="1" y="488"/>
                      <a:pt x="41" y="506"/>
                    </a:cubicBezTo>
                    <a:cubicBezTo>
                      <a:pt x="65" y="515"/>
                      <a:pt x="82" y="519"/>
                      <a:pt x="101" y="519"/>
                    </a:cubicBezTo>
                    <a:cubicBezTo>
                      <a:pt x="115" y="519"/>
                      <a:pt x="130" y="517"/>
                      <a:pt x="151" y="514"/>
                    </a:cubicBezTo>
                    <a:cubicBezTo>
                      <a:pt x="190" y="501"/>
                      <a:pt x="224" y="473"/>
                      <a:pt x="245" y="473"/>
                    </a:cubicBezTo>
                    <a:cubicBezTo>
                      <a:pt x="251" y="473"/>
                      <a:pt x="255" y="475"/>
                      <a:pt x="259" y="480"/>
                    </a:cubicBezTo>
                    <a:cubicBezTo>
                      <a:pt x="275" y="506"/>
                      <a:pt x="241" y="564"/>
                      <a:pt x="267" y="572"/>
                    </a:cubicBezTo>
                    <a:cubicBezTo>
                      <a:pt x="327" y="589"/>
                      <a:pt x="341" y="605"/>
                      <a:pt x="352" y="605"/>
                    </a:cubicBezTo>
                    <a:cubicBezTo>
                      <a:pt x="358" y="605"/>
                      <a:pt x="364" y="600"/>
                      <a:pt x="376" y="588"/>
                    </a:cubicBezTo>
                    <a:cubicBezTo>
                      <a:pt x="418" y="564"/>
                      <a:pt x="426" y="530"/>
                      <a:pt x="442" y="514"/>
                    </a:cubicBezTo>
                    <a:cubicBezTo>
                      <a:pt x="460" y="506"/>
                      <a:pt x="468" y="488"/>
                      <a:pt x="492" y="464"/>
                    </a:cubicBezTo>
                    <a:cubicBezTo>
                      <a:pt x="526" y="422"/>
                      <a:pt x="534" y="380"/>
                      <a:pt x="534" y="380"/>
                    </a:cubicBezTo>
                    <a:cubicBezTo>
                      <a:pt x="534" y="380"/>
                      <a:pt x="542" y="372"/>
                      <a:pt x="557" y="372"/>
                    </a:cubicBezTo>
                    <a:cubicBezTo>
                      <a:pt x="564" y="372"/>
                      <a:pt x="573" y="374"/>
                      <a:pt x="584" y="380"/>
                    </a:cubicBezTo>
                    <a:cubicBezTo>
                      <a:pt x="618" y="398"/>
                      <a:pt x="634" y="430"/>
                      <a:pt x="668" y="438"/>
                    </a:cubicBezTo>
                    <a:cubicBezTo>
                      <a:pt x="761" y="464"/>
                      <a:pt x="777" y="464"/>
                      <a:pt x="793" y="480"/>
                    </a:cubicBezTo>
                    <a:cubicBezTo>
                      <a:pt x="811" y="488"/>
                      <a:pt x="877" y="498"/>
                      <a:pt x="877" y="498"/>
                    </a:cubicBezTo>
                    <a:cubicBezTo>
                      <a:pt x="935" y="498"/>
                      <a:pt x="943" y="498"/>
                      <a:pt x="969" y="464"/>
                    </a:cubicBezTo>
                    <a:cubicBezTo>
                      <a:pt x="993" y="430"/>
                      <a:pt x="1003" y="448"/>
                      <a:pt x="977" y="406"/>
                    </a:cubicBezTo>
                    <a:cubicBezTo>
                      <a:pt x="943" y="356"/>
                      <a:pt x="943" y="348"/>
                      <a:pt x="927" y="348"/>
                    </a:cubicBezTo>
                    <a:cubicBezTo>
                      <a:pt x="911" y="353"/>
                      <a:pt x="866" y="366"/>
                      <a:pt x="837" y="366"/>
                    </a:cubicBezTo>
                    <a:cubicBezTo>
                      <a:pt x="824" y="366"/>
                      <a:pt x="813" y="363"/>
                      <a:pt x="811" y="356"/>
                    </a:cubicBezTo>
                    <a:cubicBezTo>
                      <a:pt x="777" y="305"/>
                      <a:pt x="753" y="263"/>
                      <a:pt x="753" y="263"/>
                    </a:cubicBezTo>
                    <a:cubicBezTo>
                      <a:pt x="753" y="263"/>
                      <a:pt x="734" y="245"/>
                      <a:pt x="719" y="245"/>
                    </a:cubicBezTo>
                    <a:cubicBezTo>
                      <a:pt x="716" y="245"/>
                      <a:pt x="713" y="246"/>
                      <a:pt x="711" y="247"/>
                    </a:cubicBezTo>
                    <a:cubicBezTo>
                      <a:pt x="698" y="247"/>
                      <a:pt x="680" y="251"/>
                      <a:pt x="667" y="251"/>
                    </a:cubicBezTo>
                    <a:cubicBezTo>
                      <a:pt x="660" y="251"/>
                      <a:pt x="655" y="250"/>
                      <a:pt x="652" y="247"/>
                    </a:cubicBezTo>
                    <a:cubicBezTo>
                      <a:pt x="592" y="205"/>
                      <a:pt x="568" y="179"/>
                      <a:pt x="560" y="179"/>
                    </a:cubicBezTo>
                    <a:cubicBezTo>
                      <a:pt x="521" y="158"/>
                      <a:pt x="500" y="146"/>
                      <a:pt x="488" y="146"/>
                    </a:cubicBezTo>
                    <a:cubicBezTo>
                      <a:pt x="482" y="146"/>
                      <a:pt x="479" y="149"/>
                      <a:pt x="476" y="155"/>
                    </a:cubicBezTo>
                    <a:cubicBezTo>
                      <a:pt x="466" y="160"/>
                      <a:pt x="456" y="177"/>
                      <a:pt x="444" y="177"/>
                    </a:cubicBezTo>
                    <a:cubicBezTo>
                      <a:pt x="436" y="177"/>
                      <a:pt x="427" y="170"/>
                      <a:pt x="418" y="147"/>
                    </a:cubicBezTo>
                    <a:cubicBezTo>
                      <a:pt x="392" y="97"/>
                      <a:pt x="368" y="97"/>
                      <a:pt x="368" y="97"/>
                    </a:cubicBezTo>
                    <a:cubicBezTo>
                      <a:pt x="368" y="97"/>
                      <a:pt x="347" y="121"/>
                      <a:pt x="331" y="121"/>
                    </a:cubicBezTo>
                    <a:cubicBezTo>
                      <a:pt x="326" y="121"/>
                      <a:pt x="321" y="118"/>
                      <a:pt x="317" y="113"/>
                    </a:cubicBezTo>
                    <a:cubicBezTo>
                      <a:pt x="313" y="106"/>
                      <a:pt x="310" y="104"/>
                      <a:pt x="309" y="104"/>
                    </a:cubicBezTo>
                    <a:cubicBezTo>
                      <a:pt x="307" y="104"/>
                      <a:pt x="306" y="107"/>
                      <a:pt x="306" y="107"/>
                    </a:cubicBezTo>
                    <a:cubicBezTo>
                      <a:pt x="305" y="107"/>
                      <a:pt x="304" y="103"/>
                      <a:pt x="301" y="87"/>
                    </a:cubicBezTo>
                    <a:lnTo>
                      <a:pt x="291" y="37"/>
                    </a:lnTo>
                    <a:cubicBezTo>
                      <a:pt x="291" y="37"/>
                      <a:pt x="274" y="1"/>
                      <a:pt x="2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112">
                <a:extLst>
                  <a:ext uri="{FF2B5EF4-FFF2-40B4-BE49-F238E27FC236}">
                    <a16:creationId xmlns:a16="http://schemas.microsoft.com/office/drawing/2014/main" id="{E359C5F3-6D95-D97E-3523-FB4780CBD929}"/>
                  </a:ext>
                </a:extLst>
              </p:cNvPr>
              <p:cNvSpPr/>
              <p:nvPr/>
            </p:nvSpPr>
            <p:spPr>
              <a:xfrm>
                <a:off x="6052503" y="4988127"/>
                <a:ext cx="268607" cy="84090"/>
              </a:xfrm>
              <a:custGeom>
                <a:avLst/>
                <a:gdLst/>
                <a:ahLst/>
                <a:cxnLst/>
                <a:rect l="l" t="t" r="r" b="b"/>
                <a:pathLst>
                  <a:path w="1447" h="453" extrusionOk="0">
                    <a:moveTo>
                      <a:pt x="452" y="0"/>
                    </a:moveTo>
                    <a:cubicBezTo>
                      <a:pt x="433" y="0"/>
                      <a:pt x="417" y="8"/>
                      <a:pt x="375" y="8"/>
                    </a:cubicBezTo>
                    <a:cubicBezTo>
                      <a:pt x="333" y="8"/>
                      <a:pt x="343" y="19"/>
                      <a:pt x="317" y="19"/>
                    </a:cubicBezTo>
                    <a:cubicBezTo>
                      <a:pt x="293" y="27"/>
                      <a:pt x="301" y="27"/>
                      <a:pt x="275" y="27"/>
                    </a:cubicBezTo>
                    <a:cubicBezTo>
                      <a:pt x="256" y="27"/>
                      <a:pt x="235" y="37"/>
                      <a:pt x="220" y="37"/>
                    </a:cubicBezTo>
                    <a:cubicBezTo>
                      <a:pt x="216" y="37"/>
                      <a:pt x="212" y="36"/>
                      <a:pt x="209" y="35"/>
                    </a:cubicBezTo>
                    <a:cubicBezTo>
                      <a:pt x="193" y="35"/>
                      <a:pt x="183" y="51"/>
                      <a:pt x="159" y="51"/>
                    </a:cubicBezTo>
                    <a:cubicBezTo>
                      <a:pt x="133" y="51"/>
                      <a:pt x="133" y="59"/>
                      <a:pt x="117" y="69"/>
                    </a:cubicBezTo>
                    <a:cubicBezTo>
                      <a:pt x="93" y="77"/>
                      <a:pt x="93" y="93"/>
                      <a:pt x="58" y="109"/>
                    </a:cubicBezTo>
                    <a:cubicBezTo>
                      <a:pt x="24" y="127"/>
                      <a:pt x="24" y="143"/>
                      <a:pt x="8" y="151"/>
                    </a:cubicBezTo>
                    <a:cubicBezTo>
                      <a:pt x="0" y="159"/>
                      <a:pt x="24" y="209"/>
                      <a:pt x="32" y="227"/>
                    </a:cubicBezTo>
                    <a:cubicBezTo>
                      <a:pt x="32" y="227"/>
                      <a:pt x="58" y="209"/>
                      <a:pt x="83" y="177"/>
                    </a:cubicBezTo>
                    <a:cubicBezTo>
                      <a:pt x="92" y="164"/>
                      <a:pt x="99" y="161"/>
                      <a:pt x="108" y="161"/>
                    </a:cubicBezTo>
                    <a:cubicBezTo>
                      <a:pt x="117" y="161"/>
                      <a:pt x="128" y="165"/>
                      <a:pt x="144" y="165"/>
                    </a:cubicBezTo>
                    <a:cubicBezTo>
                      <a:pt x="155" y="165"/>
                      <a:pt x="167" y="163"/>
                      <a:pt x="183" y="159"/>
                    </a:cubicBezTo>
                    <a:cubicBezTo>
                      <a:pt x="201" y="151"/>
                      <a:pt x="225" y="143"/>
                      <a:pt x="233" y="119"/>
                    </a:cubicBezTo>
                    <a:cubicBezTo>
                      <a:pt x="243" y="85"/>
                      <a:pt x="259" y="101"/>
                      <a:pt x="293" y="85"/>
                    </a:cubicBezTo>
                    <a:cubicBezTo>
                      <a:pt x="301" y="80"/>
                      <a:pt x="308" y="78"/>
                      <a:pt x="316" y="78"/>
                    </a:cubicBezTo>
                    <a:cubicBezTo>
                      <a:pt x="332" y="78"/>
                      <a:pt x="348" y="87"/>
                      <a:pt x="359" y="93"/>
                    </a:cubicBezTo>
                    <a:cubicBezTo>
                      <a:pt x="375" y="101"/>
                      <a:pt x="359" y="109"/>
                      <a:pt x="359" y="135"/>
                    </a:cubicBezTo>
                    <a:cubicBezTo>
                      <a:pt x="359" y="149"/>
                      <a:pt x="362" y="153"/>
                      <a:pt x="367" y="153"/>
                    </a:cubicBezTo>
                    <a:cubicBezTo>
                      <a:pt x="373" y="153"/>
                      <a:pt x="381" y="149"/>
                      <a:pt x="391" y="149"/>
                    </a:cubicBezTo>
                    <a:cubicBezTo>
                      <a:pt x="394" y="149"/>
                      <a:pt x="398" y="150"/>
                      <a:pt x="401" y="151"/>
                    </a:cubicBezTo>
                    <a:cubicBezTo>
                      <a:pt x="425" y="159"/>
                      <a:pt x="425" y="169"/>
                      <a:pt x="476" y="169"/>
                    </a:cubicBezTo>
                    <a:lnTo>
                      <a:pt x="610" y="169"/>
                    </a:lnTo>
                    <a:cubicBezTo>
                      <a:pt x="617" y="166"/>
                      <a:pt x="622" y="164"/>
                      <a:pt x="627" y="164"/>
                    </a:cubicBezTo>
                    <a:cubicBezTo>
                      <a:pt x="638" y="164"/>
                      <a:pt x="649" y="176"/>
                      <a:pt x="684" y="219"/>
                    </a:cubicBezTo>
                    <a:cubicBezTo>
                      <a:pt x="706" y="237"/>
                      <a:pt x="716" y="243"/>
                      <a:pt x="722" y="243"/>
                    </a:cubicBezTo>
                    <a:cubicBezTo>
                      <a:pt x="733" y="243"/>
                      <a:pt x="731" y="224"/>
                      <a:pt x="752" y="219"/>
                    </a:cubicBezTo>
                    <a:cubicBezTo>
                      <a:pt x="762" y="213"/>
                      <a:pt x="769" y="211"/>
                      <a:pt x="775" y="211"/>
                    </a:cubicBezTo>
                    <a:cubicBezTo>
                      <a:pt x="788" y="211"/>
                      <a:pt x="795" y="222"/>
                      <a:pt x="819" y="227"/>
                    </a:cubicBezTo>
                    <a:cubicBezTo>
                      <a:pt x="845" y="227"/>
                      <a:pt x="853" y="277"/>
                      <a:pt x="861" y="285"/>
                    </a:cubicBezTo>
                    <a:cubicBezTo>
                      <a:pt x="869" y="301"/>
                      <a:pt x="927" y="335"/>
                      <a:pt x="945" y="343"/>
                    </a:cubicBezTo>
                    <a:cubicBezTo>
                      <a:pt x="950" y="343"/>
                      <a:pt x="971" y="340"/>
                      <a:pt x="989" y="340"/>
                    </a:cubicBezTo>
                    <a:cubicBezTo>
                      <a:pt x="997" y="340"/>
                      <a:pt x="1006" y="341"/>
                      <a:pt x="1011" y="343"/>
                    </a:cubicBezTo>
                    <a:cubicBezTo>
                      <a:pt x="1019" y="351"/>
                      <a:pt x="1035" y="359"/>
                      <a:pt x="1027" y="386"/>
                    </a:cubicBezTo>
                    <a:cubicBezTo>
                      <a:pt x="1019" y="402"/>
                      <a:pt x="995" y="428"/>
                      <a:pt x="985" y="444"/>
                    </a:cubicBezTo>
                    <a:cubicBezTo>
                      <a:pt x="976" y="448"/>
                      <a:pt x="983" y="453"/>
                      <a:pt x="1001" y="453"/>
                    </a:cubicBezTo>
                    <a:cubicBezTo>
                      <a:pt x="1014" y="453"/>
                      <a:pt x="1032" y="450"/>
                      <a:pt x="1053" y="444"/>
                    </a:cubicBezTo>
                    <a:cubicBezTo>
                      <a:pt x="1074" y="436"/>
                      <a:pt x="1091" y="434"/>
                      <a:pt x="1104" y="434"/>
                    </a:cubicBezTo>
                    <a:cubicBezTo>
                      <a:pt x="1117" y="434"/>
                      <a:pt x="1127" y="436"/>
                      <a:pt x="1135" y="436"/>
                    </a:cubicBezTo>
                    <a:cubicBezTo>
                      <a:pt x="1153" y="428"/>
                      <a:pt x="1220" y="410"/>
                      <a:pt x="1236" y="410"/>
                    </a:cubicBezTo>
                    <a:cubicBezTo>
                      <a:pt x="1254" y="410"/>
                      <a:pt x="1278" y="410"/>
                      <a:pt x="1286" y="428"/>
                    </a:cubicBezTo>
                    <a:cubicBezTo>
                      <a:pt x="1289" y="432"/>
                      <a:pt x="1293" y="434"/>
                      <a:pt x="1297" y="434"/>
                    </a:cubicBezTo>
                    <a:cubicBezTo>
                      <a:pt x="1315" y="434"/>
                      <a:pt x="1336" y="402"/>
                      <a:pt x="1336" y="402"/>
                    </a:cubicBezTo>
                    <a:cubicBezTo>
                      <a:pt x="1336" y="402"/>
                      <a:pt x="1370" y="402"/>
                      <a:pt x="1378" y="410"/>
                    </a:cubicBezTo>
                    <a:cubicBezTo>
                      <a:pt x="1381" y="411"/>
                      <a:pt x="1386" y="412"/>
                      <a:pt x="1391" y="412"/>
                    </a:cubicBezTo>
                    <a:cubicBezTo>
                      <a:pt x="1413" y="412"/>
                      <a:pt x="1446" y="396"/>
                      <a:pt x="1446" y="369"/>
                    </a:cubicBezTo>
                    <a:cubicBezTo>
                      <a:pt x="1446" y="353"/>
                      <a:pt x="1446" y="350"/>
                      <a:pt x="1445" y="350"/>
                    </a:cubicBezTo>
                    <a:cubicBezTo>
                      <a:pt x="1443" y="350"/>
                      <a:pt x="1441" y="353"/>
                      <a:pt x="1436" y="353"/>
                    </a:cubicBezTo>
                    <a:cubicBezTo>
                      <a:pt x="1433" y="353"/>
                      <a:pt x="1427" y="351"/>
                      <a:pt x="1420" y="343"/>
                    </a:cubicBezTo>
                    <a:cubicBezTo>
                      <a:pt x="1396" y="319"/>
                      <a:pt x="1412" y="327"/>
                      <a:pt x="1386" y="309"/>
                    </a:cubicBezTo>
                    <a:cubicBezTo>
                      <a:pt x="1370" y="293"/>
                      <a:pt x="1362" y="301"/>
                      <a:pt x="1328" y="293"/>
                    </a:cubicBezTo>
                    <a:cubicBezTo>
                      <a:pt x="1317" y="288"/>
                      <a:pt x="1309" y="286"/>
                      <a:pt x="1302" y="286"/>
                    </a:cubicBezTo>
                    <a:cubicBezTo>
                      <a:pt x="1288" y="286"/>
                      <a:pt x="1280" y="293"/>
                      <a:pt x="1270" y="293"/>
                    </a:cubicBezTo>
                    <a:cubicBezTo>
                      <a:pt x="1254" y="293"/>
                      <a:pt x="1262" y="259"/>
                      <a:pt x="1254" y="243"/>
                    </a:cubicBezTo>
                    <a:cubicBezTo>
                      <a:pt x="1254" y="237"/>
                      <a:pt x="1249" y="236"/>
                      <a:pt x="1243" y="236"/>
                    </a:cubicBezTo>
                    <a:cubicBezTo>
                      <a:pt x="1236" y="236"/>
                      <a:pt x="1227" y="237"/>
                      <a:pt x="1220" y="237"/>
                    </a:cubicBezTo>
                    <a:cubicBezTo>
                      <a:pt x="1217" y="237"/>
                      <a:pt x="1213" y="237"/>
                      <a:pt x="1212" y="235"/>
                    </a:cubicBezTo>
                    <a:cubicBezTo>
                      <a:pt x="1196" y="235"/>
                      <a:pt x="1186" y="227"/>
                      <a:pt x="1145" y="227"/>
                    </a:cubicBezTo>
                    <a:cubicBezTo>
                      <a:pt x="1111" y="219"/>
                      <a:pt x="1127" y="227"/>
                      <a:pt x="1119" y="209"/>
                    </a:cubicBezTo>
                    <a:cubicBezTo>
                      <a:pt x="1111" y="185"/>
                      <a:pt x="1095" y="201"/>
                      <a:pt x="1069" y="177"/>
                    </a:cubicBezTo>
                    <a:cubicBezTo>
                      <a:pt x="1052" y="168"/>
                      <a:pt x="1044" y="168"/>
                      <a:pt x="1035" y="168"/>
                    </a:cubicBezTo>
                    <a:cubicBezTo>
                      <a:pt x="1027" y="168"/>
                      <a:pt x="1019" y="168"/>
                      <a:pt x="1003" y="159"/>
                    </a:cubicBezTo>
                    <a:cubicBezTo>
                      <a:pt x="961" y="135"/>
                      <a:pt x="953" y="127"/>
                      <a:pt x="935" y="119"/>
                    </a:cubicBezTo>
                    <a:cubicBezTo>
                      <a:pt x="932" y="117"/>
                      <a:pt x="928" y="117"/>
                      <a:pt x="926" y="117"/>
                    </a:cubicBezTo>
                    <a:cubicBezTo>
                      <a:pt x="912" y="117"/>
                      <a:pt x="902" y="128"/>
                      <a:pt x="891" y="128"/>
                    </a:cubicBezTo>
                    <a:cubicBezTo>
                      <a:pt x="886" y="128"/>
                      <a:pt x="882" y="125"/>
                      <a:pt x="877" y="119"/>
                    </a:cubicBezTo>
                    <a:cubicBezTo>
                      <a:pt x="861" y="101"/>
                      <a:pt x="845" y="109"/>
                      <a:pt x="819" y="77"/>
                    </a:cubicBezTo>
                    <a:cubicBezTo>
                      <a:pt x="819" y="77"/>
                      <a:pt x="800" y="80"/>
                      <a:pt x="783" y="80"/>
                    </a:cubicBezTo>
                    <a:cubicBezTo>
                      <a:pt x="774" y="80"/>
                      <a:pt x="766" y="79"/>
                      <a:pt x="760" y="77"/>
                    </a:cubicBezTo>
                    <a:cubicBezTo>
                      <a:pt x="755" y="77"/>
                      <a:pt x="742" y="80"/>
                      <a:pt x="731" y="80"/>
                    </a:cubicBezTo>
                    <a:cubicBezTo>
                      <a:pt x="726" y="80"/>
                      <a:pt x="721" y="79"/>
                      <a:pt x="718" y="77"/>
                    </a:cubicBezTo>
                    <a:cubicBezTo>
                      <a:pt x="702" y="69"/>
                      <a:pt x="694" y="59"/>
                      <a:pt x="676" y="35"/>
                    </a:cubicBezTo>
                    <a:cubicBezTo>
                      <a:pt x="668" y="19"/>
                      <a:pt x="676" y="19"/>
                      <a:pt x="634" y="8"/>
                    </a:cubicBezTo>
                    <a:cubicBezTo>
                      <a:pt x="630" y="7"/>
                      <a:pt x="625" y="7"/>
                      <a:pt x="621" y="7"/>
                    </a:cubicBezTo>
                    <a:cubicBezTo>
                      <a:pt x="599" y="7"/>
                      <a:pt x="579" y="20"/>
                      <a:pt x="557" y="20"/>
                    </a:cubicBezTo>
                    <a:cubicBezTo>
                      <a:pt x="552" y="20"/>
                      <a:pt x="548" y="20"/>
                      <a:pt x="544" y="19"/>
                    </a:cubicBezTo>
                    <a:cubicBezTo>
                      <a:pt x="518" y="8"/>
                      <a:pt x="476" y="8"/>
                      <a:pt x="4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112">
                <a:extLst>
                  <a:ext uri="{FF2B5EF4-FFF2-40B4-BE49-F238E27FC236}">
                    <a16:creationId xmlns:a16="http://schemas.microsoft.com/office/drawing/2014/main" id="{3066CE98-76C3-1A87-538B-0D80741C73E2}"/>
                  </a:ext>
                </a:extLst>
              </p:cNvPr>
              <p:cNvSpPr/>
              <p:nvPr/>
            </p:nvSpPr>
            <p:spPr>
              <a:xfrm>
                <a:off x="6089629" y="5025067"/>
                <a:ext cx="17449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80" extrusionOk="0">
                    <a:moveTo>
                      <a:pt x="35" y="1"/>
                    </a:moveTo>
                    <a:cubicBezTo>
                      <a:pt x="32" y="1"/>
                      <a:pt x="28" y="1"/>
                      <a:pt x="25" y="2"/>
                    </a:cubicBezTo>
                    <a:cubicBezTo>
                      <a:pt x="1" y="10"/>
                      <a:pt x="1" y="36"/>
                      <a:pt x="17" y="52"/>
                    </a:cubicBezTo>
                    <a:cubicBezTo>
                      <a:pt x="25" y="70"/>
                      <a:pt x="17" y="78"/>
                      <a:pt x="51" y="78"/>
                    </a:cubicBezTo>
                    <a:cubicBezTo>
                      <a:pt x="55" y="77"/>
                      <a:pt x="59" y="76"/>
                      <a:pt x="62" y="76"/>
                    </a:cubicBezTo>
                    <a:cubicBezTo>
                      <a:pt x="71" y="76"/>
                      <a:pt x="78" y="79"/>
                      <a:pt x="83" y="79"/>
                    </a:cubicBezTo>
                    <a:cubicBezTo>
                      <a:pt x="89" y="79"/>
                      <a:pt x="93" y="76"/>
                      <a:pt x="93" y="60"/>
                    </a:cubicBezTo>
                    <a:cubicBezTo>
                      <a:pt x="84" y="31"/>
                      <a:pt x="64" y="1"/>
                      <a:pt x="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112">
                <a:extLst>
                  <a:ext uri="{FF2B5EF4-FFF2-40B4-BE49-F238E27FC236}">
                    <a16:creationId xmlns:a16="http://schemas.microsoft.com/office/drawing/2014/main" id="{F2B1B9C5-CE52-4AC9-35E1-E72628F5942C}"/>
                  </a:ext>
                </a:extLst>
              </p:cNvPr>
              <p:cNvSpPr/>
              <p:nvPr/>
            </p:nvSpPr>
            <p:spPr>
              <a:xfrm>
                <a:off x="6221427" y="5104889"/>
                <a:ext cx="59030" cy="23389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26" extrusionOk="0">
                    <a:moveTo>
                      <a:pt x="141" y="0"/>
                    </a:moveTo>
                    <a:cubicBezTo>
                      <a:pt x="117" y="0"/>
                      <a:pt x="92" y="7"/>
                      <a:pt x="75" y="7"/>
                    </a:cubicBezTo>
                    <a:cubicBezTo>
                      <a:pt x="59" y="7"/>
                      <a:pt x="1" y="31"/>
                      <a:pt x="1" y="41"/>
                    </a:cubicBezTo>
                    <a:cubicBezTo>
                      <a:pt x="1" y="73"/>
                      <a:pt x="25" y="73"/>
                      <a:pt x="51" y="91"/>
                    </a:cubicBezTo>
                    <a:cubicBezTo>
                      <a:pt x="75" y="107"/>
                      <a:pt x="75" y="107"/>
                      <a:pt x="109" y="123"/>
                    </a:cubicBezTo>
                    <a:cubicBezTo>
                      <a:pt x="114" y="125"/>
                      <a:pt x="117" y="126"/>
                      <a:pt x="120" y="126"/>
                    </a:cubicBezTo>
                    <a:cubicBezTo>
                      <a:pt x="133" y="126"/>
                      <a:pt x="130" y="113"/>
                      <a:pt x="151" y="99"/>
                    </a:cubicBezTo>
                    <a:cubicBezTo>
                      <a:pt x="164" y="93"/>
                      <a:pt x="171" y="91"/>
                      <a:pt x="177" y="91"/>
                    </a:cubicBezTo>
                    <a:cubicBezTo>
                      <a:pt x="184" y="91"/>
                      <a:pt x="188" y="94"/>
                      <a:pt x="193" y="94"/>
                    </a:cubicBezTo>
                    <a:cubicBezTo>
                      <a:pt x="195" y="94"/>
                      <a:pt x="198" y="93"/>
                      <a:pt x="201" y="91"/>
                    </a:cubicBezTo>
                    <a:cubicBezTo>
                      <a:pt x="225" y="81"/>
                      <a:pt x="259" y="81"/>
                      <a:pt x="286" y="65"/>
                    </a:cubicBezTo>
                    <a:cubicBezTo>
                      <a:pt x="318" y="57"/>
                      <a:pt x="286" y="65"/>
                      <a:pt x="243" y="31"/>
                    </a:cubicBezTo>
                    <a:cubicBezTo>
                      <a:pt x="229" y="14"/>
                      <a:pt x="222" y="10"/>
                      <a:pt x="215" y="10"/>
                    </a:cubicBezTo>
                    <a:cubicBezTo>
                      <a:pt x="210" y="10"/>
                      <a:pt x="206" y="12"/>
                      <a:pt x="198" y="12"/>
                    </a:cubicBezTo>
                    <a:cubicBezTo>
                      <a:pt x="192" y="12"/>
                      <a:pt x="185" y="11"/>
                      <a:pt x="175" y="7"/>
                    </a:cubicBezTo>
                    <a:cubicBezTo>
                      <a:pt x="165" y="2"/>
                      <a:pt x="153" y="0"/>
                      <a:pt x="1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112">
                <a:extLst>
                  <a:ext uri="{FF2B5EF4-FFF2-40B4-BE49-F238E27FC236}">
                    <a16:creationId xmlns:a16="http://schemas.microsoft.com/office/drawing/2014/main" id="{98895964-0DEF-2EFF-36D7-227CB8CEB135}"/>
                  </a:ext>
                </a:extLst>
              </p:cNvPr>
              <p:cNvSpPr/>
              <p:nvPr/>
            </p:nvSpPr>
            <p:spPr>
              <a:xfrm>
                <a:off x="6317583" y="5051427"/>
                <a:ext cx="150546" cy="62000"/>
              </a:xfrm>
              <a:custGeom>
                <a:avLst/>
                <a:gdLst/>
                <a:ahLst/>
                <a:cxnLst/>
                <a:rect l="l" t="t" r="r" b="b"/>
                <a:pathLst>
                  <a:path w="811" h="334" extrusionOk="0">
                    <a:moveTo>
                      <a:pt x="211" y="1"/>
                    </a:moveTo>
                    <a:cubicBezTo>
                      <a:pt x="182" y="1"/>
                      <a:pt x="173" y="21"/>
                      <a:pt x="151" y="36"/>
                    </a:cubicBezTo>
                    <a:cubicBezTo>
                      <a:pt x="135" y="53"/>
                      <a:pt x="159" y="61"/>
                      <a:pt x="169" y="79"/>
                    </a:cubicBezTo>
                    <a:cubicBezTo>
                      <a:pt x="177" y="95"/>
                      <a:pt x="201" y="87"/>
                      <a:pt x="209" y="95"/>
                    </a:cubicBezTo>
                    <a:cubicBezTo>
                      <a:pt x="219" y="95"/>
                      <a:pt x="235" y="119"/>
                      <a:pt x="227" y="137"/>
                    </a:cubicBezTo>
                    <a:cubicBezTo>
                      <a:pt x="219" y="161"/>
                      <a:pt x="235" y="161"/>
                      <a:pt x="251" y="187"/>
                    </a:cubicBezTo>
                    <a:cubicBezTo>
                      <a:pt x="269" y="211"/>
                      <a:pt x="293" y="203"/>
                      <a:pt x="301" y="219"/>
                    </a:cubicBezTo>
                    <a:cubicBezTo>
                      <a:pt x="319" y="237"/>
                      <a:pt x="277" y="237"/>
                      <a:pt x="251" y="245"/>
                    </a:cubicBezTo>
                    <a:cubicBezTo>
                      <a:pt x="227" y="245"/>
                      <a:pt x="227" y="245"/>
                      <a:pt x="201" y="237"/>
                    </a:cubicBezTo>
                    <a:cubicBezTo>
                      <a:pt x="185" y="229"/>
                      <a:pt x="143" y="229"/>
                      <a:pt x="118" y="211"/>
                    </a:cubicBezTo>
                    <a:cubicBezTo>
                      <a:pt x="115" y="210"/>
                      <a:pt x="111" y="209"/>
                      <a:pt x="107" y="209"/>
                    </a:cubicBezTo>
                    <a:cubicBezTo>
                      <a:pt x="80" y="209"/>
                      <a:pt x="39" y="231"/>
                      <a:pt x="18" y="245"/>
                    </a:cubicBezTo>
                    <a:cubicBezTo>
                      <a:pt x="0" y="261"/>
                      <a:pt x="34" y="279"/>
                      <a:pt x="42" y="295"/>
                    </a:cubicBezTo>
                    <a:lnTo>
                      <a:pt x="76" y="319"/>
                    </a:lnTo>
                    <a:cubicBezTo>
                      <a:pt x="76" y="319"/>
                      <a:pt x="92" y="319"/>
                      <a:pt x="108" y="295"/>
                    </a:cubicBezTo>
                    <a:cubicBezTo>
                      <a:pt x="113" y="288"/>
                      <a:pt x="117" y="286"/>
                      <a:pt x="121" y="286"/>
                    </a:cubicBezTo>
                    <a:cubicBezTo>
                      <a:pt x="127" y="286"/>
                      <a:pt x="133" y="291"/>
                      <a:pt x="143" y="295"/>
                    </a:cubicBezTo>
                    <a:cubicBezTo>
                      <a:pt x="148" y="297"/>
                      <a:pt x="153" y="297"/>
                      <a:pt x="159" y="297"/>
                    </a:cubicBezTo>
                    <a:cubicBezTo>
                      <a:pt x="181" y="297"/>
                      <a:pt x="204" y="287"/>
                      <a:pt x="219" y="287"/>
                    </a:cubicBezTo>
                    <a:cubicBezTo>
                      <a:pt x="227" y="283"/>
                      <a:pt x="235" y="283"/>
                      <a:pt x="244" y="283"/>
                    </a:cubicBezTo>
                    <a:cubicBezTo>
                      <a:pt x="253" y="283"/>
                      <a:pt x="264" y="283"/>
                      <a:pt x="277" y="279"/>
                    </a:cubicBezTo>
                    <a:lnTo>
                      <a:pt x="343" y="279"/>
                    </a:lnTo>
                    <a:cubicBezTo>
                      <a:pt x="369" y="279"/>
                      <a:pt x="359" y="287"/>
                      <a:pt x="377" y="295"/>
                    </a:cubicBezTo>
                    <a:cubicBezTo>
                      <a:pt x="393" y="303"/>
                      <a:pt x="419" y="319"/>
                      <a:pt x="443" y="329"/>
                    </a:cubicBezTo>
                    <a:cubicBezTo>
                      <a:pt x="448" y="332"/>
                      <a:pt x="451" y="333"/>
                      <a:pt x="453" y="333"/>
                    </a:cubicBezTo>
                    <a:cubicBezTo>
                      <a:pt x="461" y="333"/>
                      <a:pt x="443" y="307"/>
                      <a:pt x="443" y="287"/>
                    </a:cubicBezTo>
                    <a:cubicBezTo>
                      <a:pt x="443" y="261"/>
                      <a:pt x="469" y="245"/>
                      <a:pt x="477" y="237"/>
                    </a:cubicBezTo>
                    <a:cubicBezTo>
                      <a:pt x="485" y="229"/>
                      <a:pt x="544" y="229"/>
                      <a:pt x="544" y="229"/>
                    </a:cubicBezTo>
                    <a:cubicBezTo>
                      <a:pt x="552" y="211"/>
                      <a:pt x="586" y="219"/>
                      <a:pt x="602" y="211"/>
                    </a:cubicBezTo>
                    <a:cubicBezTo>
                      <a:pt x="620" y="203"/>
                      <a:pt x="652" y="203"/>
                      <a:pt x="678" y="195"/>
                    </a:cubicBezTo>
                    <a:cubicBezTo>
                      <a:pt x="694" y="187"/>
                      <a:pt x="736" y="187"/>
                      <a:pt x="760" y="187"/>
                    </a:cubicBezTo>
                    <a:cubicBezTo>
                      <a:pt x="786" y="179"/>
                      <a:pt x="810" y="187"/>
                      <a:pt x="802" y="137"/>
                    </a:cubicBezTo>
                    <a:cubicBezTo>
                      <a:pt x="802" y="119"/>
                      <a:pt x="760" y="119"/>
                      <a:pt x="660" y="87"/>
                    </a:cubicBezTo>
                    <a:cubicBezTo>
                      <a:pt x="627" y="74"/>
                      <a:pt x="612" y="69"/>
                      <a:pt x="606" y="69"/>
                    </a:cubicBezTo>
                    <a:cubicBezTo>
                      <a:pt x="603" y="69"/>
                      <a:pt x="602" y="70"/>
                      <a:pt x="602" y="71"/>
                    </a:cubicBezTo>
                    <a:lnTo>
                      <a:pt x="602" y="71"/>
                    </a:lnTo>
                    <a:lnTo>
                      <a:pt x="602" y="69"/>
                    </a:lnTo>
                    <a:cubicBezTo>
                      <a:pt x="578" y="53"/>
                      <a:pt x="578" y="53"/>
                      <a:pt x="560" y="28"/>
                    </a:cubicBezTo>
                    <a:cubicBezTo>
                      <a:pt x="555" y="18"/>
                      <a:pt x="549" y="15"/>
                      <a:pt x="541" y="15"/>
                    </a:cubicBezTo>
                    <a:cubicBezTo>
                      <a:pt x="526" y="15"/>
                      <a:pt x="508" y="29"/>
                      <a:pt x="492" y="29"/>
                    </a:cubicBezTo>
                    <a:cubicBezTo>
                      <a:pt x="490" y="29"/>
                      <a:pt x="488" y="29"/>
                      <a:pt x="485" y="28"/>
                    </a:cubicBezTo>
                    <a:cubicBezTo>
                      <a:pt x="478" y="25"/>
                      <a:pt x="472" y="24"/>
                      <a:pt x="467" y="24"/>
                    </a:cubicBezTo>
                    <a:cubicBezTo>
                      <a:pt x="456" y="24"/>
                      <a:pt x="447" y="31"/>
                      <a:pt x="419" y="36"/>
                    </a:cubicBezTo>
                    <a:cubicBezTo>
                      <a:pt x="390" y="42"/>
                      <a:pt x="381" y="48"/>
                      <a:pt x="372" y="48"/>
                    </a:cubicBezTo>
                    <a:cubicBezTo>
                      <a:pt x="368" y="48"/>
                      <a:pt x="364" y="47"/>
                      <a:pt x="359" y="45"/>
                    </a:cubicBezTo>
                    <a:lnTo>
                      <a:pt x="301" y="45"/>
                    </a:lnTo>
                    <a:cubicBezTo>
                      <a:pt x="269" y="36"/>
                      <a:pt x="269" y="10"/>
                      <a:pt x="227" y="2"/>
                    </a:cubicBezTo>
                    <a:cubicBezTo>
                      <a:pt x="221" y="1"/>
                      <a:pt x="216" y="1"/>
                      <a:pt x="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112">
                <a:extLst>
                  <a:ext uri="{FF2B5EF4-FFF2-40B4-BE49-F238E27FC236}">
                    <a16:creationId xmlns:a16="http://schemas.microsoft.com/office/drawing/2014/main" id="{DE57A5F6-2637-DE45-1CAB-36B4009BF47E}"/>
                  </a:ext>
                </a:extLst>
              </p:cNvPr>
              <p:cNvSpPr/>
              <p:nvPr/>
            </p:nvSpPr>
            <p:spPr>
              <a:xfrm>
                <a:off x="5832160" y="3645085"/>
                <a:ext cx="38797" cy="5736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09" extrusionOk="0">
                    <a:moveTo>
                      <a:pt x="151" y="0"/>
                    </a:moveTo>
                    <a:cubicBezTo>
                      <a:pt x="100" y="100"/>
                      <a:pt x="50" y="209"/>
                      <a:pt x="0" y="309"/>
                    </a:cubicBezTo>
                    <a:cubicBezTo>
                      <a:pt x="8" y="309"/>
                      <a:pt x="16" y="309"/>
                      <a:pt x="16" y="301"/>
                    </a:cubicBezTo>
                    <a:lnTo>
                      <a:pt x="66" y="259"/>
                    </a:lnTo>
                    <a:lnTo>
                      <a:pt x="108" y="243"/>
                    </a:lnTo>
                    <a:cubicBezTo>
                      <a:pt x="108" y="243"/>
                      <a:pt x="108" y="217"/>
                      <a:pt x="116" y="209"/>
                    </a:cubicBezTo>
                    <a:cubicBezTo>
                      <a:pt x="126" y="201"/>
                      <a:pt x="159" y="158"/>
                      <a:pt x="159" y="158"/>
                    </a:cubicBezTo>
                    <a:lnTo>
                      <a:pt x="159" y="134"/>
                    </a:lnTo>
                    <a:lnTo>
                      <a:pt x="201" y="92"/>
                    </a:lnTo>
                    <a:lnTo>
                      <a:pt x="209" y="66"/>
                    </a:lnTo>
                    <a:lnTo>
                      <a:pt x="201" y="8"/>
                    </a:lnTo>
                    <a:lnTo>
                      <a:pt x="167" y="8"/>
                    </a:lnTo>
                    <a:cubicBezTo>
                      <a:pt x="167" y="8"/>
                      <a:pt x="159" y="0"/>
                      <a:pt x="1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112">
                <a:extLst>
                  <a:ext uri="{FF2B5EF4-FFF2-40B4-BE49-F238E27FC236}">
                    <a16:creationId xmlns:a16="http://schemas.microsoft.com/office/drawing/2014/main" id="{55F3307E-E03A-743A-3BA0-FF8AFDD5D280}"/>
                  </a:ext>
                </a:extLst>
              </p:cNvPr>
              <p:cNvSpPr/>
              <p:nvPr/>
            </p:nvSpPr>
            <p:spPr>
              <a:xfrm>
                <a:off x="5860005" y="3598492"/>
                <a:ext cx="36012" cy="45294"/>
              </a:xfrm>
              <a:custGeom>
                <a:avLst/>
                <a:gdLst/>
                <a:ahLst/>
                <a:cxnLst/>
                <a:rect l="l" t="t" r="r" b="b"/>
                <a:pathLst>
                  <a:path w="194" h="244" extrusionOk="0">
                    <a:moveTo>
                      <a:pt x="127" y="0"/>
                    </a:moveTo>
                    <a:cubicBezTo>
                      <a:pt x="85" y="75"/>
                      <a:pt x="43" y="159"/>
                      <a:pt x="1" y="243"/>
                    </a:cubicBezTo>
                    <a:cubicBezTo>
                      <a:pt x="17" y="235"/>
                      <a:pt x="35" y="235"/>
                      <a:pt x="43" y="225"/>
                    </a:cubicBezTo>
                    <a:cubicBezTo>
                      <a:pt x="51" y="209"/>
                      <a:pt x="59" y="201"/>
                      <a:pt x="77" y="185"/>
                    </a:cubicBezTo>
                    <a:lnTo>
                      <a:pt x="109" y="151"/>
                    </a:lnTo>
                    <a:cubicBezTo>
                      <a:pt x="143" y="125"/>
                      <a:pt x="143" y="117"/>
                      <a:pt x="151" y="109"/>
                    </a:cubicBezTo>
                    <a:cubicBezTo>
                      <a:pt x="177" y="75"/>
                      <a:pt x="167" y="85"/>
                      <a:pt x="177" y="59"/>
                    </a:cubicBezTo>
                    <a:lnTo>
                      <a:pt x="193" y="42"/>
                    </a:lnTo>
                    <a:cubicBezTo>
                      <a:pt x="193" y="42"/>
                      <a:pt x="159" y="0"/>
                      <a:pt x="1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112">
                <a:extLst>
                  <a:ext uri="{FF2B5EF4-FFF2-40B4-BE49-F238E27FC236}">
                    <a16:creationId xmlns:a16="http://schemas.microsoft.com/office/drawing/2014/main" id="{FC09234A-7CA0-9029-1461-E598D6600EC8}"/>
                  </a:ext>
                </a:extLst>
              </p:cNvPr>
              <p:cNvSpPr/>
              <p:nvPr/>
            </p:nvSpPr>
            <p:spPr>
              <a:xfrm>
                <a:off x="5630381" y="3730104"/>
                <a:ext cx="1081480" cy="1410417"/>
              </a:xfrm>
              <a:custGeom>
                <a:avLst/>
                <a:gdLst/>
                <a:ahLst/>
                <a:cxnLst/>
                <a:rect l="l" t="t" r="r" b="b"/>
                <a:pathLst>
                  <a:path w="5826" h="7598" extrusionOk="0">
                    <a:moveTo>
                      <a:pt x="2290" y="2091"/>
                    </a:moveTo>
                    <a:lnTo>
                      <a:pt x="2298" y="2099"/>
                    </a:lnTo>
                    <a:cubicBezTo>
                      <a:pt x="2298" y="2091"/>
                      <a:pt x="2298" y="2091"/>
                      <a:pt x="2290" y="2091"/>
                    </a:cubicBezTo>
                    <a:close/>
                    <a:moveTo>
                      <a:pt x="1445" y="2792"/>
                    </a:moveTo>
                    <a:cubicBezTo>
                      <a:pt x="1455" y="2792"/>
                      <a:pt x="1465" y="2795"/>
                      <a:pt x="1472" y="2801"/>
                    </a:cubicBezTo>
                    <a:cubicBezTo>
                      <a:pt x="1488" y="2809"/>
                      <a:pt x="1496" y="2817"/>
                      <a:pt x="1504" y="2825"/>
                    </a:cubicBezTo>
                    <a:cubicBezTo>
                      <a:pt x="1504" y="2827"/>
                      <a:pt x="1506" y="2828"/>
                      <a:pt x="1509" y="2828"/>
                    </a:cubicBezTo>
                    <a:cubicBezTo>
                      <a:pt x="1519" y="2828"/>
                      <a:pt x="1544" y="2817"/>
                      <a:pt x="1564" y="2817"/>
                    </a:cubicBezTo>
                    <a:cubicBezTo>
                      <a:pt x="1570" y="2814"/>
                      <a:pt x="1579" y="2813"/>
                      <a:pt x="1589" y="2813"/>
                    </a:cubicBezTo>
                    <a:cubicBezTo>
                      <a:pt x="1608" y="2813"/>
                      <a:pt x="1631" y="2817"/>
                      <a:pt x="1631" y="2817"/>
                    </a:cubicBezTo>
                    <a:cubicBezTo>
                      <a:pt x="1631" y="2817"/>
                      <a:pt x="1665" y="2843"/>
                      <a:pt x="1665" y="2851"/>
                    </a:cubicBezTo>
                    <a:cubicBezTo>
                      <a:pt x="1665" y="2859"/>
                      <a:pt x="1689" y="2867"/>
                      <a:pt x="1689" y="2885"/>
                    </a:cubicBezTo>
                    <a:cubicBezTo>
                      <a:pt x="1689" y="2893"/>
                      <a:pt x="1747" y="2935"/>
                      <a:pt x="1755" y="2951"/>
                    </a:cubicBezTo>
                    <a:cubicBezTo>
                      <a:pt x="1773" y="2967"/>
                      <a:pt x="1755" y="2985"/>
                      <a:pt x="1755" y="2993"/>
                    </a:cubicBezTo>
                    <a:cubicBezTo>
                      <a:pt x="1755" y="3001"/>
                      <a:pt x="1759" y="3005"/>
                      <a:pt x="1765" y="3005"/>
                    </a:cubicBezTo>
                    <a:cubicBezTo>
                      <a:pt x="1770" y="3005"/>
                      <a:pt x="1777" y="3001"/>
                      <a:pt x="1781" y="2993"/>
                    </a:cubicBezTo>
                    <a:cubicBezTo>
                      <a:pt x="1789" y="2985"/>
                      <a:pt x="1797" y="2959"/>
                      <a:pt x="1805" y="2959"/>
                    </a:cubicBezTo>
                    <a:cubicBezTo>
                      <a:pt x="1818" y="2954"/>
                      <a:pt x="1841" y="2944"/>
                      <a:pt x="1858" y="2944"/>
                    </a:cubicBezTo>
                    <a:cubicBezTo>
                      <a:pt x="1865" y="2944"/>
                      <a:pt x="1871" y="2946"/>
                      <a:pt x="1873" y="2951"/>
                    </a:cubicBezTo>
                    <a:cubicBezTo>
                      <a:pt x="1873" y="2959"/>
                      <a:pt x="1905" y="2985"/>
                      <a:pt x="1897" y="3001"/>
                    </a:cubicBezTo>
                    <a:cubicBezTo>
                      <a:pt x="1889" y="3025"/>
                      <a:pt x="1881" y="3051"/>
                      <a:pt x="1905" y="3059"/>
                    </a:cubicBezTo>
                    <a:cubicBezTo>
                      <a:pt x="1923" y="3068"/>
                      <a:pt x="1965" y="3094"/>
                      <a:pt x="1955" y="3102"/>
                    </a:cubicBezTo>
                    <a:cubicBezTo>
                      <a:pt x="1955" y="3110"/>
                      <a:pt x="1931" y="3118"/>
                      <a:pt x="1931" y="3126"/>
                    </a:cubicBezTo>
                    <a:cubicBezTo>
                      <a:pt x="1931" y="3144"/>
                      <a:pt x="1939" y="3160"/>
                      <a:pt x="1955" y="3160"/>
                    </a:cubicBezTo>
                    <a:cubicBezTo>
                      <a:pt x="1974" y="3160"/>
                      <a:pt x="2016" y="3176"/>
                      <a:pt x="2006" y="3194"/>
                    </a:cubicBezTo>
                    <a:cubicBezTo>
                      <a:pt x="2006" y="3202"/>
                      <a:pt x="1998" y="3218"/>
                      <a:pt x="2016" y="3218"/>
                    </a:cubicBezTo>
                    <a:cubicBezTo>
                      <a:pt x="2024" y="3236"/>
                      <a:pt x="2066" y="3236"/>
                      <a:pt x="2066" y="3236"/>
                    </a:cubicBezTo>
                    <a:cubicBezTo>
                      <a:pt x="2066" y="3236"/>
                      <a:pt x="2159" y="3209"/>
                      <a:pt x="2196" y="3209"/>
                    </a:cubicBezTo>
                    <a:cubicBezTo>
                      <a:pt x="2200" y="3209"/>
                      <a:pt x="2204" y="3209"/>
                      <a:pt x="2206" y="3210"/>
                    </a:cubicBezTo>
                    <a:cubicBezTo>
                      <a:pt x="2213" y="3216"/>
                      <a:pt x="2224" y="3217"/>
                      <a:pt x="2236" y="3217"/>
                    </a:cubicBezTo>
                    <a:cubicBezTo>
                      <a:pt x="2248" y="3217"/>
                      <a:pt x="2262" y="3216"/>
                      <a:pt x="2271" y="3216"/>
                    </a:cubicBezTo>
                    <a:cubicBezTo>
                      <a:pt x="2277" y="3216"/>
                      <a:pt x="2281" y="3216"/>
                      <a:pt x="2282" y="3218"/>
                    </a:cubicBezTo>
                    <a:cubicBezTo>
                      <a:pt x="2290" y="3226"/>
                      <a:pt x="2332" y="3226"/>
                      <a:pt x="2340" y="3226"/>
                    </a:cubicBezTo>
                    <a:cubicBezTo>
                      <a:pt x="2349" y="3236"/>
                      <a:pt x="2375" y="3236"/>
                      <a:pt x="2375" y="3244"/>
                    </a:cubicBezTo>
                    <a:cubicBezTo>
                      <a:pt x="2375" y="3251"/>
                      <a:pt x="2382" y="3253"/>
                      <a:pt x="2391" y="3253"/>
                    </a:cubicBezTo>
                    <a:cubicBezTo>
                      <a:pt x="2404" y="3253"/>
                      <a:pt x="2420" y="3249"/>
                      <a:pt x="2425" y="3244"/>
                    </a:cubicBezTo>
                    <a:cubicBezTo>
                      <a:pt x="2433" y="3244"/>
                      <a:pt x="2475" y="3244"/>
                      <a:pt x="2483" y="3260"/>
                    </a:cubicBezTo>
                    <a:cubicBezTo>
                      <a:pt x="2491" y="3276"/>
                      <a:pt x="2517" y="3294"/>
                      <a:pt x="2525" y="3302"/>
                    </a:cubicBezTo>
                    <a:cubicBezTo>
                      <a:pt x="2525" y="3318"/>
                      <a:pt x="2557" y="3302"/>
                      <a:pt x="2567" y="3326"/>
                    </a:cubicBezTo>
                    <a:cubicBezTo>
                      <a:pt x="2567" y="3352"/>
                      <a:pt x="2607" y="3360"/>
                      <a:pt x="2607" y="3376"/>
                    </a:cubicBezTo>
                    <a:cubicBezTo>
                      <a:pt x="2607" y="3386"/>
                      <a:pt x="2625" y="3402"/>
                      <a:pt x="2625" y="3402"/>
                    </a:cubicBezTo>
                    <a:cubicBezTo>
                      <a:pt x="2617" y="3410"/>
                      <a:pt x="2633" y="3436"/>
                      <a:pt x="2599" y="3453"/>
                    </a:cubicBezTo>
                    <a:cubicBezTo>
                      <a:pt x="2583" y="3458"/>
                      <a:pt x="2569" y="3467"/>
                      <a:pt x="2554" y="3467"/>
                    </a:cubicBezTo>
                    <a:cubicBezTo>
                      <a:pt x="2547" y="3467"/>
                      <a:pt x="2540" y="3466"/>
                      <a:pt x="2533" y="3461"/>
                    </a:cubicBezTo>
                    <a:cubicBezTo>
                      <a:pt x="2517" y="3453"/>
                      <a:pt x="2475" y="3445"/>
                      <a:pt x="2467" y="3436"/>
                    </a:cubicBezTo>
                    <a:cubicBezTo>
                      <a:pt x="2457" y="3418"/>
                      <a:pt x="2425" y="3394"/>
                      <a:pt x="2407" y="3386"/>
                    </a:cubicBezTo>
                    <a:cubicBezTo>
                      <a:pt x="2394" y="3386"/>
                      <a:pt x="2382" y="3371"/>
                      <a:pt x="2373" y="3371"/>
                    </a:cubicBezTo>
                    <a:cubicBezTo>
                      <a:pt x="2371" y="3371"/>
                      <a:pt x="2368" y="3373"/>
                      <a:pt x="2367" y="3376"/>
                    </a:cubicBezTo>
                    <a:cubicBezTo>
                      <a:pt x="2367" y="3386"/>
                      <a:pt x="2367" y="3410"/>
                      <a:pt x="2375" y="3410"/>
                    </a:cubicBezTo>
                    <a:cubicBezTo>
                      <a:pt x="2391" y="3410"/>
                      <a:pt x="2399" y="3426"/>
                      <a:pt x="2417" y="3445"/>
                    </a:cubicBezTo>
                    <a:cubicBezTo>
                      <a:pt x="2433" y="3469"/>
                      <a:pt x="2457" y="3477"/>
                      <a:pt x="2441" y="3495"/>
                    </a:cubicBezTo>
                    <a:cubicBezTo>
                      <a:pt x="2425" y="3519"/>
                      <a:pt x="2425" y="3527"/>
                      <a:pt x="2399" y="3545"/>
                    </a:cubicBezTo>
                    <a:cubicBezTo>
                      <a:pt x="2375" y="3553"/>
                      <a:pt x="2367" y="3553"/>
                      <a:pt x="2367" y="3569"/>
                    </a:cubicBezTo>
                    <a:cubicBezTo>
                      <a:pt x="2367" y="3577"/>
                      <a:pt x="2375" y="3587"/>
                      <a:pt x="2383" y="3611"/>
                    </a:cubicBezTo>
                    <a:cubicBezTo>
                      <a:pt x="2383" y="3645"/>
                      <a:pt x="2391" y="3661"/>
                      <a:pt x="2383" y="3677"/>
                    </a:cubicBezTo>
                    <a:cubicBezTo>
                      <a:pt x="2375" y="3687"/>
                      <a:pt x="2375" y="3703"/>
                      <a:pt x="2357" y="3719"/>
                    </a:cubicBezTo>
                    <a:cubicBezTo>
                      <a:pt x="2340" y="3727"/>
                      <a:pt x="2306" y="3761"/>
                      <a:pt x="2306" y="3761"/>
                    </a:cubicBezTo>
                    <a:cubicBezTo>
                      <a:pt x="2306" y="3761"/>
                      <a:pt x="2290" y="3787"/>
                      <a:pt x="2290" y="3812"/>
                    </a:cubicBezTo>
                    <a:cubicBezTo>
                      <a:pt x="2290" y="3838"/>
                      <a:pt x="2298" y="3846"/>
                      <a:pt x="2282" y="3854"/>
                    </a:cubicBezTo>
                    <a:cubicBezTo>
                      <a:pt x="2266" y="3862"/>
                      <a:pt x="2248" y="3854"/>
                      <a:pt x="2232" y="3878"/>
                    </a:cubicBezTo>
                    <a:cubicBezTo>
                      <a:pt x="2224" y="3896"/>
                      <a:pt x="2198" y="3904"/>
                      <a:pt x="2216" y="3920"/>
                    </a:cubicBezTo>
                    <a:cubicBezTo>
                      <a:pt x="2222" y="3922"/>
                      <a:pt x="2227" y="3923"/>
                      <a:pt x="2233" y="3923"/>
                    </a:cubicBezTo>
                    <a:cubicBezTo>
                      <a:pt x="2244" y="3923"/>
                      <a:pt x="2257" y="3920"/>
                      <a:pt x="2274" y="3920"/>
                    </a:cubicBezTo>
                    <a:cubicBezTo>
                      <a:pt x="2290" y="3920"/>
                      <a:pt x="2306" y="3912"/>
                      <a:pt x="2324" y="3896"/>
                    </a:cubicBezTo>
                    <a:cubicBezTo>
                      <a:pt x="2332" y="3878"/>
                      <a:pt x="2340" y="3862"/>
                      <a:pt x="2367" y="3854"/>
                    </a:cubicBezTo>
                    <a:cubicBezTo>
                      <a:pt x="2383" y="3854"/>
                      <a:pt x="2425" y="3838"/>
                      <a:pt x="2425" y="3838"/>
                    </a:cubicBezTo>
                    <a:cubicBezTo>
                      <a:pt x="2425" y="3838"/>
                      <a:pt x="2433" y="3820"/>
                      <a:pt x="2441" y="3812"/>
                    </a:cubicBezTo>
                    <a:cubicBezTo>
                      <a:pt x="2449" y="3803"/>
                      <a:pt x="2483" y="3795"/>
                      <a:pt x="2483" y="3795"/>
                    </a:cubicBezTo>
                    <a:lnTo>
                      <a:pt x="2525" y="3795"/>
                    </a:lnTo>
                    <a:cubicBezTo>
                      <a:pt x="2540" y="3811"/>
                      <a:pt x="2553" y="3816"/>
                      <a:pt x="2562" y="3816"/>
                    </a:cubicBezTo>
                    <a:cubicBezTo>
                      <a:pt x="2568" y="3816"/>
                      <a:pt x="2572" y="3814"/>
                      <a:pt x="2575" y="3812"/>
                    </a:cubicBezTo>
                    <a:cubicBezTo>
                      <a:pt x="2583" y="3812"/>
                      <a:pt x="2599" y="3787"/>
                      <a:pt x="2599" y="3787"/>
                    </a:cubicBezTo>
                    <a:lnTo>
                      <a:pt x="2617" y="3761"/>
                    </a:lnTo>
                    <a:cubicBezTo>
                      <a:pt x="2617" y="3761"/>
                      <a:pt x="2641" y="3769"/>
                      <a:pt x="2649" y="3769"/>
                    </a:cubicBezTo>
                    <a:cubicBezTo>
                      <a:pt x="2657" y="3769"/>
                      <a:pt x="2691" y="3753"/>
                      <a:pt x="2691" y="3753"/>
                    </a:cubicBezTo>
                    <a:cubicBezTo>
                      <a:pt x="2691" y="3753"/>
                      <a:pt x="2718" y="3745"/>
                      <a:pt x="2726" y="3745"/>
                    </a:cubicBezTo>
                    <a:cubicBezTo>
                      <a:pt x="2734" y="3745"/>
                      <a:pt x="2750" y="3737"/>
                      <a:pt x="2750" y="3737"/>
                    </a:cubicBezTo>
                    <a:cubicBezTo>
                      <a:pt x="2750" y="3737"/>
                      <a:pt x="2776" y="3703"/>
                      <a:pt x="2726" y="3703"/>
                    </a:cubicBezTo>
                    <a:cubicBezTo>
                      <a:pt x="2692" y="3703"/>
                      <a:pt x="2677" y="3700"/>
                      <a:pt x="2668" y="3700"/>
                    </a:cubicBezTo>
                    <a:cubicBezTo>
                      <a:pt x="2664" y="3700"/>
                      <a:pt x="2661" y="3701"/>
                      <a:pt x="2657" y="3703"/>
                    </a:cubicBezTo>
                    <a:cubicBezTo>
                      <a:pt x="2649" y="3703"/>
                      <a:pt x="2641" y="3687"/>
                      <a:pt x="2649" y="3677"/>
                    </a:cubicBezTo>
                    <a:cubicBezTo>
                      <a:pt x="2667" y="3661"/>
                      <a:pt x="2675" y="3653"/>
                      <a:pt x="2699" y="3645"/>
                    </a:cubicBezTo>
                    <a:cubicBezTo>
                      <a:pt x="2734" y="3645"/>
                      <a:pt x="2734" y="3645"/>
                      <a:pt x="2734" y="3611"/>
                    </a:cubicBezTo>
                    <a:cubicBezTo>
                      <a:pt x="2734" y="3577"/>
                      <a:pt x="2707" y="3587"/>
                      <a:pt x="2734" y="3577"/>
                    </a:cubicBezTo>
                    <a:cubicBezTo>
                      <a:pt x="2753" y="3577"/>
                      <a:pt x="2773" y="3567"/>
                      <a:pt x="2785" y="3567"/>
                    </a:cubicBezTo>
                    <a:cubicBezTo>
                      <a:pt x="2788" y="3567"/>
                      <a:pt x="2790" y="3567"/>
                      <a:pt x="2792" y="3569"/>
                    </a:cubicBezTo>
                    <a:cubicBezTo>
                      <a:pt x="2800" y="3573"/>
                      <a:pt x="2808" y="3573"/>
                      <a:pt x="2816" y="3573"/>
                    </a:cubicBezTo>
                    <a:cubicBezTo>
                      <a:pt x="2823" y="3573"/>
                      <a:pt x="2830" y="3573"/>
                      <a:pt x="2834" y="3577"/>
                    </a:cubicBezTo>
                    <a:cubicBezTo>
                      <a:pt x="2834" y="3578"/>
                      <a:pt x="2834" y="3578"/>
                      <a:pt x="2835" y="3578"/>
                    </a:cubicBezTo>
                    <a:cubicBezTo>
                      <a:pt x="2844" y="3578"/>
                      <a:pt x="2893" y="3537"/>
                      <a:pt x="2908" y="3537"/>
                    </a:cubicBezTo>
                    <a:cubicBezTo>
                      <a:pt x="2915" y="3537"/>
                      <a:pt x="2924" y="3532"/>
                      <a:pt x="2932" y="3532"/>
                    </a:cubicBezTo>
                    <a:cubicBezTo>
                      <a:pt x="2936" y="3532"/>
                      <a:pt x="2939" y="3533"/>
                      <a:pt x="2942" y="3537"/>
                    </a:cubicBezTo>
                    <a:cubicBezTo>
                      <a:pt x="2958" y="3545"/>
                      <a:pt x="2942" y="3553"/>
                      <a:pt x="2968" y="3561"/>
                    </a:cubicBezTo>
                    <a:cubicBezTo>
                      <a:pt x="3000" y="3561"/>
                      <a:pt x="3008" y="3553"/>
                      <a:pt x="3026" y="3545"/>
                    </a:cubicBezTo>
                    <a:cubicBezTo>
                      <a:pt x="3042" y="3537"/>
                      <a:pt x="3050" y="3537"/>
                      <a:pt x="3050" y="3527"/>
                    </a:cubicBezTo>
                    <a:cubicBezTo>
                      <a:pt x="3058" y="3527"/>
                      <a:pt x="3068" y="3477"/>
                      <a:pt x="3084" y="3477"/>
                    </a:cubicBezTo>
                    <a:cubicBezTo>
                      <a:pt x="3101" y="3477"/>
                      <a:pt x="3101" y="3453"/>
                      <a:pt x="3135" y="3445"/>
                    </a:cubicBezTo>
                    <a:cubicBezTo>
                      <a:pt x="3169" y="3426"/>
                      <a:pt x="3177" y="3418"/>
                      <a:pt x="3193" y="3410"/>
                    </a:cubicBezTo>
                    <a:cubicBezTo>
                      <a:pt x="3209" y="3402"/>
                      <a:pt x="3235" y="3368"/>
                      <a:pt x="3251" y="3360"/>
                    </a:cubicBezTo>
                    <a:cubicBezTo>
                      <a:pt x="3263" y="3355"/>
                      <a:pt x="3271" y="3345"/>
                      <a:pt x="3272" y="3345"/>
                    </a:cubicBezTo>
                    <a:lnTo>
                      <a:pt x="3272" y="3345"/>
                    </a:lnTo>
                    <a:cubicBezTo>
                      <a:pt x="3272" y="3345"/>
                      <a:pt x="3271" y="3347"/>
                      <a:pt x="3269" y="3352"/>
                    </a:cubicBezTo>
                    <a:cubicBezTo>
                      <a:pt x="3259" y="3368"/>
                      <a:pt x="3185" y="3461"/>
                      <a:pt x="3159" y="3487"/>
                    </a:cubicBezTo>
                    <a:cubicBezTo>
                      <a:pt x="3143" y="3503"/>
                      <a:pt x="3119" y="3495"/>
                      <a:pt x="3119" y="3519"/>
                    </a:cubicBezTo>
                    <a:cubicBezTo>
                      <a:pt x="3119" y="3545"/>
                      <a:pt x="3135" y="3545"/>
                      <a:pt x="3127" y="3569"/>
                    </a:cubicBezTo>
                    <a:cubicBezTo>
                      <a:pt x="3119" y="3595"/>
                      <a:pt x="3127" y="3603"/>
                      <a:pt x="3109" y="3611"/>
                    </a:cubicBezTo>
                    <a:cubicBezTo>
                      <a:pt x="3101" y="3627"/>
                      <a:pt x="3101" y="3627"/>
                      <a:pt x="3084" y="3637"/>
                    </a:cubicBezTo>
                    <a:cubicBezTo>
                      <a:pt x="3068" y="3645"/>
                      <a:pt x="3058" y="3645"/>
                      <a:pt x="3050" y="3653"/>
                    </a:cubicBezTo>
                    <a:cubicBezTo>
                      <a:pt x="3032" y="3672"/>
                      <a:pt x="3047" y="3692"/>
                      <a:pt x="3027" y="3692"/>
                    </a:cubicBezTo>
                    <a:cubicBezTo>
                      <a:pt x="3021" y="3692"/>
                      <a:pt x="3013" y="3691"/>
                      <a:pt x="3000" y="3687"/>
                    </a:cubicBezTo>
                    <a:cubicBezTo>
                      <a:pt x="2942" y="3661"/>
                      <a:pt x="2942" y="3661"/>
                      <a:pt x="2926" y="3661"/>
                    </a:cubicBezTo>
                    <a:cubicBezTo>
                      <a:pt x="2913" y="3665"/>
                      <a:pt x="2901" y="3665"/>
                      <a:pt x="2889" y="3665"/>
                    </a:cubicBezTo>
                    <a:cubicBezTo>
                      <a:pt x="2877" y="3665"/>
                      <a:pt x="2867" y="3665"/>
                      <a:pt x="2858" y="3669"/>
                    </a:cubicBezTo>
                    <a:cubicBezTo>
                      <a:pt x="2850" y="3669"/>
                      <a:pt x="2829" y="3667"/>
                      <a:pt x="2812" y="3667"/>
                    </a:cubicBezTo>
                    <a:cubicBezTo>
                      <a:pt x="2794" y="3667"/>
                      <a:pt x="2780" y="3669"/>
                      <a:pt x="2784" y="3677"/>
                    </a:cubicBezTo>
                    <a:cubicBezTo>
                      <a:pt x="2784" y="3711"/>
                      <a:pt x="2792" y="3737"/>
                      <a:pt x="2784" y="3753"/>
                    </a:cubicBezTo>
                    <a:cubicBezTo>
                      <a:pt x="2776" y="3769"/>
                      <a:pt x="2768" y="3787"/>
                      <a:pt x="2750" y="3803"/>
                    </a:cubicBezTo>
                    <a:cubicBezTo>
                      <a:pt x="2726" y="3820"/>
                      <a:pt x="2691" y="3838"/>
                      <a:pt x="2691" y="3838"/>
                    </a:cubicBezTo>
                    <a:cubicBezTo>
                      <a:pt x="2691" y="3838"/>
                      <a:pt x="2675" y="3878"/>
                      <a:pt x="2667" y="3888"/>
                    </a:cubicBezTo>
                    <a:cubicBezTo>
                      <a:pt x="2657" y="3896"/>
                      <a:pt x="2633" y="3896"/>
                      <a:pt x="2607" y="3904"/>
                    </a:cubicBezTo>
                    <a:cubicBezTo>
                      <a:pt x="2591" y="3920"/>
                      <a:pt x="2557" y="3938"/>
                      <a:pt x="2557" y="3938"/>
                    </a:cubicBezTo>
                    <a:cubicBezTo>
                      <a:pt x="2557" y="3938"/>
                      <a:pt x="2546" y="3930"/>
                      <a:pt x="2532" y="3930"/>
                    </a:cubicBezTo>
                    <a:cubicBezTo>
                      <a:pt x="2524" y="3930"/>
                      <a:pt x="2516" y="3932"/>
                      <a:pt x="2507" y="3938"/>
                    </a:cubicBezTo>
                    <a:cubicBezTo>
                      <a:pt x="2491" y="3954"/>
                      <a:pt x="2491" y="3962"/>
                      <a:pt x="2467" y="3978"/>
                    </a:cubicBezTo>
                    <a:cubicBezTo>
                      <a:pt x="2449" y="3988"/>
                      <a:pt x="2375" y="4004"/>
                      <a:pt x="2340" y="4020"/>
                    </a:cubicBezTo>
                    <a:cubicBezTo>
                      <a:pt x="2333" y="4022"/>
                      <a:pt x="2324" y="4023"/>
                      <a:pt x="2314" y="4023"/>
                    </a:cubicBezTo>
                    <a:cubicBezTo>
                      <a:pt x="2291" y="4023"/>
                      <a:pt x="2263" y="4018"/>
                      <a:pt x="2256" y="4012"/>
                    </a:cubicBezTo>
                    <a:cubicBezTo>
                      <a:pt x="2240" y="4012"/>
                      <a:pt x="2224" y="4004"/>
                      <a:pt x="2206" y="4004"/>
                    </a:cubicBezTo>
                    <a:cubicBezTo>
                      <a:pt x="2190" y="4004"/>
                      <a:pt x="2166" y="4004"/>
                      <a:pt x="2156" y="3988"/>
                    </a:cubicBezTo>
                    <a:cubicBezTo>
                      <a:pt x="2154" y="3982"/>
                      <a:pt x="2150" y="3981"/>
                      <a:pt x="2147" y="3981"/>
                    </a:cubicBezTo>
                    <a:cubicBezTo>
                      <a:pt x="2145" y="3981"/>
                      <a:pt x="2142" y="3982"/>
                      <a:pt x="2141" y="3982"/>
                    </a:cubicBezTo>
                    <a:cubicBezTo>
                      <a:pt x="2140" y="3982"/>
                      <a:pt x="2142" y="3980"/>
                      <a:pt x="2148" y="3970"/>
                    </a:cubicBezTo>
                    <a:cubicBezTo>
                      <a:pt x="2166" y="3954"/>
                      <a:pt x="2148" y="3970"/>
                      <a:pt x="2174" y="3938"/>
                    </a:cubicBezTo>
                    <a:cubicBezTo>
                      <a:pt x="2206" y="3904"/>
                      <a:pt x="2232" y="3820"/>
                      <a:pt x="2240" y="3812"/>
                    </a:cubicBezTo>
                    <a:lnTo>
                      <a:pt x="2266" y="3787"/>
                    </a:lnTo>
                    <a:cubicBezTo>
                      <a:pt x="2274" y="3777"/>
                      <a:pt x="2282" y="3753"/>
                      <a:pt x="2274" y="3745"/>
                    </a:cubicBezTo>
                    <a:cubicBezTo>
                      <a:pt x="2274" y="3737"/>
                      <a:pt x="2266" y="3703"/>
                      <a:pt x="2256" y="3687"/>
                    </a:cubicBezTo>
                    <a:cubicBezTo>
                      <a:pt x="2248" y="3677"/>
                      <a:pt x="2266" y="3661"/>
                      <a:pt x="2256" y="3637"/>
                    </a:cubicBezTo>
                    <a:cubicBezTo>
                      <a:pt x="2240" y="3611"/>
                      <a:pt x="2224" y="3611"/>
                      <a:pt x="2216" y="3611"/>
                    </a:cubicBezTo>
                    <a:cubicBezTo>
                      <a:pt x="2208" y="3611"/>
                      <a:pt x="2213" y="3590"/>
                      <a:pt x="2202" y="3590"/>
                    </a:cubicBezTo>
                    <a:cubicBezTo>
                      <a:pt x="2199" y="3590"/>
                      <a:pt x="2196" y="3591"/>
                      <a:pt x="2190" y="3595"/>
                    </a:cubicBezTo>
                    <a:cubicBezTo>
                      <a:pt x="2166" y="3603"/>
                      <a:pt x="2182" y="3611"/>
                      <a:pt x="2156" y="3637"/>
                    </a:cubicBezTo>
                    <a:cubicBezTo>
                      <a:pt x="2132" y="3653"/>
                      <a:pt x="2132" y="3677"/>
                      <a:pt x="2106" y="3677"/>
                    </a:cubicBezTo>
                    <a:cubicBezTo>
                      <a:pt x="2103" y="3679"/>
                      <a:pt x="2100" y="3679"/>
                      <a:pt x="2097" y="3679"/>
                    </a:cubicBezTo>
                    <a:cubicBezTo>
                      <a:pt x="2078" y="3679"/>
                      <a:pt x="2049" y="3659"/>
                      <a:pt x="2056" y="3645"/>
                    </a:cubicBezTo>
                    <a:cubicBezTo>
                      <a:pt x="2074" y="3637"/>
                      <a:pt x="2066" y="3627"/>
                      <a:pt x="2098" y="3619"/>
                    </a:cubicBezTo>
                    <a:cubicBezTo>
                      <a:pt x="2140" y="3611"/>
                      <a:pt x="2148" y="3603"/>
                      <a:pt x="2148" y="3595"/>
                    </a:cubicBezTo>
                    <a:cubicBezTo>
                      <a:pt x="2140" y="3587"/>
                      <a:pt x="2148" y="3595"/>
                      <a:pt x="2148" y="3561"/>
                    </a:cubicBezTo>
                    <a:cubicBezTo>
                      <a:pt x="2148" y="3527"/>
                      <a:pt x="2132" y="3445"/>
                      <a:pt x="2140" y="3426"/>
                    </a:cubicBezTo>
                    <a:cubicBezTo>
                      <a:pt x="2148" y="3410"/>
                      <a:pt x="2132" y="3368"/>
                      <a:pt x="2116" y="3368"/>
                    </a:cubicBezTo>
                    <a:cubicBezTo>
                      <a:pt x="2098" y="3360"/>
                      <a:pt x="2040" y="3336"/>
                      <a:pt x="2032" y="3336"/>
                    </a:cubicBezTo>
                    <a:cubicBezTo>
                      <a:pt x="2029" y="3338"/>
                      <a:pt x="2025" y="3338"/>
                      <a:pt x="2020" y="3338"/>
                    </a:cubicBezTo>
                    <a:cubicBezTo>
                      <a:pt x="2006" y="3338"/>
                      <a:pt x="1988" y="3333"/>
                      <a:pt x="1976" y="3333"/>
                    </a:cubicBezTo>
                    <a:cubicBezTo>
                      <a:pt x="1971" y="3333"/>
                      <a:pt x="1967" y="3334"/>
                      <a:pt x="1965" y="3336"/>
                    </a:cubicBezTo>
                    <a:cubicBezTo>
                      <a:pt x="1962" y="3338"/>
                      <a:pt x="1959" y="3338"/>
                      <a:pt x="1955" y="3338"/>
                    </a:cubicBezTo>
                    <a:cubicBezTo>
                      <a:pt x="1939" y="3338"/>
                      <a:pt x="1923" y="3326"/>
                      <a:pt x="1923" y="3326"/>
                    </a:cubicBezTo>
                    <a:cubicBezTo>
                      <a:pt x="1923" y="3326"/>
                      <a:pt x="1923" y="3336"/>
                      <a:pt x="1905" y="3352"/>
                    </a:cubicBezTo>
                    <a:cubicBezTo>
                      <a:pt x="1881" y="3386"/>
                      <a:pt x="1881" y="3376"/>
                      <a:pt x="1873" y="3402"/>
                    </a:cubicBezTo>
                    <a:cubicBezTo>
                      <a:pt x="1865" y="3436"/>
                      <a:pt x="1881" y="3418"/>
                      <a:pt x="1865" y="3453"/>
                    </a:cubicBezTo>
                    <a:cubicBezTo>
                      <a:pt x="1852" y="3477"/>
                      <a:pt x="1858" y="3500"/>
                      <a:pt x="1850" y="3500"/>
                    </a:cubicBezTo>
                    <a:cubicBezTo>
                      <a:pt x="1847" y="3500"/>
                      <a:pt x="1841" y="3496"/>
                      <a:pt x="1831" y="3487"/>
                    </a:cubicBezTo>
                    <a:cubicBezTo>
                      <a:pt x="1811" y="3467"/>
                      <a:pt x="1812" y="3458"/>
                      <a:pt x="1806" y="3458"/>
                    </a:cubicBezTo>
                    <a:cubicBezTo>
                      <a:pt x="1804" y="3458"/>
                      <a:pt x="1801" y="3459"/>
                      <a:pt x="1797" y="3461"/>
                    </a:cubicBezTo>
                    <a:cubicBezTo>
                      <a:pt x="1773" y="3477"/>
                      <a:pt x="1781" y="3487"/>
                      <a:pt x="1765" y="3503"/>
                    </a:cubicBezTo>
                    <a:cubicBezTo>
                      <a:pt x="1755" y="3511"/>
                      <a:pt x="1739" y="3527"/>
                      <a:pt x="1739" y="3545"/>
                    </a:cubicBezTo>
                    <a:cubicBezTo>
                      <a:pt x="1739" y="3561"/>
                      <a:pt x="1731" y="3587"/>
                      <a:pt x="1739" y="3603"/>
                    </a:cubicBezTo>
                    <a:cubicBezTo>
                      <a:pt x="1739" y="3611"/>
                      <a:pt x="1747" y="3627"/>
                      <a:pt x="1731" y="3637"/>
                    </a:cubicBezTo>
                    <a:cubicBezTo>
                      <a:pt x="1715" y="3653"/>
                      <a:pt x="1715" y="3695"/>
                      <a:pt x="1723" y="3703"/>
                    </a:cubicBezTo>
                    <a:cubicBezTo>
                      <a:pt x="1723" y="3711"/>
                      <a:pt x="1723" y="3719"/>
                      <a:pt x="1739" y="3727"/>
                    </a:cubicBezTo>
                    <a:cubicBezTo>
                      <a:pt x="1755" y="3745"/>
                      <a:pt x="1781" y="3745"/>
                      <a:pt x="1781" y="3787"/>
                    </a:cubicBezTo>
                    <a:cubicBezTo>
                      <a:pt x="1781" y="3820"/>
                      <a:pt x="1781" y="3828"/>
                      <a:pt x="1773" y="3862"/>
                    </a:cubicBezTo>
                    <a:cubicBezTo>
                      <a:pt x="1765" y="3896"/>
                      <a:pt x="1747" y="3920"/>
                      <a:pt x="1747" y="3938"/>
                    </a:cubicBezTo>
                    <a:cubicBezTo>
                      <a:pt x="1739" y="3962"/>
                      <a:pt x="1765" y="3970"/>
                      <a:pt x="1739" y="3988"/>
                    </a:cubicBezTo>
                    <a:lnTo>
                      <a:pt x="1705" y="4020"/>
                    </a:lnTo>
                    <a:cubicBezTo>
                      <a:pt x="1697" y="4028"/>
                      <a:pt x="1689" y="4028"/>
                      <a:pt x="1681" y="4028"/>
                    </a:cubicBezTo>
                    <a:cubicBezTo>
                      <a:pt x="1681" y="4028"/>
                      <a:pt x="1597" y="4020"/>
                      <a:pt x="1588" y="4004"/>
                    </a:cubicBezTo>
                    <a:cubicBezTo>
                      <a:pt x="1580" y="3996"/>
                      <a:pt x="1572" y="3962"/>
                      <a:pt x="1564" y="3938"/>
                    </a:cubicBezTo>
                    <a:cubicBezTo>
                      <a:pt x="1554" y="3920"/>
                      <a:pt x="1554" y="3904"/>
                      <a:pt x="1554" y="3904"/>
                    </a:cubicBezTo>
                    <a:cubicBezTo>
                      <a:pt x="1546" y="3888"/>
                      <a:pt x="1522" y="3854"/>
                      <a:pt x="1538" y="3820"/>
                    </a:cubicBezTo>
                    <a:cubicBezTo>
                      <a:pt x="1554" y="3777"/>
                      <a:pt x="1564" y="3777"/>
                      <a:pt x="1564" y="3761"/>
                    </a:cubicBezTo>
                    <a:cubicBezTo>
                      <a:pt x="1564" y="3737"/>
                      <a:pt x="1538" y="3687"/>
                      <a:pt x="1546" y="3661"/>
                    </a:cubicBezTo>
                    <a:cubicBezTo>
                      <a:pt x="1554" y="3637"/>
                      <a:pt x="1554" y="3627"/>
                      <a:pt x="1572" y="3611"/>
                    </a:cubicBezTo>
                    <a:cubicBezTo>
                      <a:pt x="1588" y="3595"/>
                      <a:pt x="1597" y="3595"/>
                      <a:pt x="1605" y="3561"/>
                    </a:cubicBezTo>
                    <a:cubicBezTo>
                      <a:pt x="1615" y="3519"/>
                      <a:pt x="1623" y="3503"/>
                      <a:pt x="1623" y="3487"/>
                    </a:cubicBezTo>
                    <a:cubicBezTo>
                      <a:pt x="1623" y="3469"/>
                      <a:pt x="1639" y="3461"/>
                      <a:pt x="1631" y="3436"/>
                    </a:cubicBezTo>
                    <a:cubicBezTo>
                      <a:pt x="1624" y="3416"/>
                      <a:pt x="1623" y="3397"/>
                      <a:pt x="1619" y="3397"/>
                    </a:cubicBezTo>
                    <a:cubicBezTo>
                      <a:pt x="1618" y="3397"/>
                      <a:pt x="1616" y="3399"/>
                      <a:pt x="1615" y="3402"/>
                    </a:cubicBezTo>
                    <a:cubicBezTo>
                      <a:pt x="1605" y="3410"/>
                      <a:pt x="1588" y="3477"/>
                      <a:pt x="1564" y="3519"/>
                    </a:cubicBezTo>
                    <a:cubicBezTo>
                      <a:pt x="1538" y="3553"/>
                      <a:pt x="1538" y="3561"/>
                      <a:pt x="1530" y="3561"/>
                    </a:cubicBezTo>
                    <a:cubicBezTo>
                      <a:pt x="1522" y="3553"/>
                      <a:pt x="1514" y="3537"/>
                      <a:pt x="1530" y="3503"/>
                    </a:cubicBezTo>
                    <a:cubicBezTo>
                      <a:pt x="1554" y="3477"/>
                      <a:pt x="1554" y="3487"/>
                      <a:pt x="1564" y="3445"/>
                    </a:cubicBezTo>
                    <a:cubicBezTo>
                      <a:pt x="1580" y="3410"/>
                      <a:pt x="1580" y="3426"/>
                      <a:pt x="1580" y="3402"/>
                    </a:cubicBezTo>
                    <a:cubicBezTo>
                      <a:pt x="1580" y="3366"/>
                      <a:pt x="1587" y="3343"/>
                      <a:pt x="1593" y="3343"/>
                    </a:cubicBezTo>
                    <a:cubicBezTo>
                      <a:pt x="1594" y="3343"/>
                      <a:pt x="1595" y="3343"/>
                      <a:pt x="1597" y="3344"/>
                    </a:cubicBezTo>
                    <a:cubicBezTo>
                      <a:pt x="1606" y="3348"/>
                      <a:pt x="1614" y="3348"/>
                      <a:pt x="1623" y="3348"/>
                    </a:cubicBezTo>
                    <a:cubicBezTo>
                      <a:pt x="1633" y="3348"/>
                      <a:pt x="1643" y="3348"/>
                      <a:pt x="1655" y="3352"/>
                    </a:cubicBezTo>
                    <a:cubicBezTo>
                      <a:pt x="1672" y="3352"/>
                      <a:pt x="1674" y="3356"/>
                      <a:pt x="1681" y="3356"/>
                    </a:cubicBezTo>
                    <a:cubicBezTo>
                      <a:pt x="1684" y="3356"/>
                      <a:pt x="1689" y="3355"/>
                      <a:pt x="1697" y="3352"/>
                    </a:cubicBezTo>
                    <a:cubicBezTo>
                      <a:pt x="1715" y="3336"/>
                      <a:pt x="1723" y="3310"/>
                      <a:pt x="1739" y="3310"/>
                    </a:cubicBezTo>
                    <a:cubicBezTo>
                      <a:pt x="1747" y="3310"/>
                      <a:pt x="1747" y="3294"/>
                      <a:pt x="1773" y="3294"/>
                    </a:cubicBezTo>
                    <a:cubicBezTo>
                      <a:pt x="1780" y="3292"/>
                      <a:pt x="1785" y="3292"/>
                      <a:pt x="1789" y="3292"/>
                    </a:cubicBezTo>
                    <a:cubicBezTo>
                      <a:pt x="1796" y="3292"/>
                      <a:pt x="1799" y="3294"/>
                      <a:pt x="1802" y="3294"/>
                    </a:cubicBezTo>
                    <a:cubicBezTo>
                      <a:pt x="1805" y="3294"/>
                      <a:pt x="1808" y="3292"/>
                      <a:pt x="1815" y="3286"/>
                    </a:cubicBezTo>
                    <a:cubicBezTo>
                      <a:pt x="1829" y="3277"/>
                      <a:pt x="1831" y="3258"/>
                      <a:pt x="1841" y="3258"/>
                    </a:cubicBezTo>
                    <a:cubicBezTo>
                      <a:pt x="1843" y="3258"/>
                      <a:pt x="1845" y="3259"/>
                      <a:pt x="1847" y="3260"/>
                    </a:cubicBezTo>
                    <a:cubicBezTo>
                      <a:pt x="1856" y="3264"/>
                      <a:pt x="1858" y="3264"/>
                      <a:pt x="1862" y="3264"/>
                    </a:cubicBezTo>
                    <a:cubicBezTo>
                      <a:pt x="1866" y="3264"/>
                      <a:pt x="1872" y="3264"/>
                      <a:pt x="1889" y="3268"/>
                    </a:cubicBezTo>
                    <a:cubicBezTo>
                      <a:pt x="1917" y="3268"/>
                      <a:pt x="1923" y="3264"/>
                      <a:pt x="1933" y="3264"/>
                    </a:cubicBezTo>
                    <a:cubicBezTo>
                      <a:pt x="1939" y="3264"/>
                      <a:pt x="1945" y="3265"/>
                      <a:pt x="1955" y="3268"/>
                    </a:cubicBezTo>
                    <a:cubicBezTo>
                      <a:pt x="1982" y="3268"/>
                      <a:pt x="1982" y="3260"/>
                      <a:pt x="2006" y="3260"/>
                    </a:cubicBezTo>
                    <a:cubicBezTo>
                      <a:pt x="2032" y="3268"/>
                      <a:pt x="2016" y="3268"/>
                      <a:pt x="2032" y="3268"/>
                    </a:cubicBezTo>
                    <a:cubicBezTo>
                      <a:pt x="2034" y="3269"/>
                      <a:pt x="2035" y="3270"/>
                      <a:pt x="2036" y="3270"/>
                    </a:cubicBezTo>
                    <a:cubicBezTo>
                      <a:pt x="2043" y="3270"/>
                      <a:pt x="2027" y="3250"/>
                      <a:pt x="1998" y="3236"/>
                    </a:cubicBezTo>
                    <a:cubicBezTo>
                      <a:pt x="1974" y="3218"/>
                      <a:pt x="1947" y="3210"/>
                      <a:pt x="1931" y="3210"/>
                    </a:cubicBezTo>
                    <a:cubicBezTo>
                      <a:pt x="1928" y="3213"/>
                      <a:pt x="1925" y="3215"/>
                      <a:pt x="1921" y="3215"/>
                    </a:cubicBezTo>
                    <a:cubicBezTo>
                      <a:pt x="1915" y="3215"/>
                      <a:pt x="1908" y="3211"/>
                      <a:pt x="1897" y="3202"/>
                    </a:cubicBezTo>
                    <a:cubicBezTo>
                      <a:pt x="1877" y="3189"/>
                      <a:pt x="1885" y="3174"/>
                      <a:pt x="1874" y="3174"/>
                    </a:cubicBezTo>
                    <a:cubicBezTo>
                      <a:pt x="1872" y="3174"/>
                      <a:pt x="1869" y="3174"/>
                      <a:pt x="1865" y="3176"/>
                    </a:cubicBezTo>
                    <a:cubicBezTo>
                      <a:pt x="1853" y="3176"/>
                      <a:pt x="1846" y="3169"/>
                      <a:pt x="1832" y="3169"/>
                    </a:cubicBezTo>
                    <a:cubicBezTo>
                      <a:pt x="1825" y="3169"/>
                      <a:pt x="1816" y="3170"/>
                      <a:pt x="1805" y="3176"/>
                    </a:cubicBezTo>
                    <a:cubicBezTo>
                      <a:pt x="1799" y="3178"/>
                      <a:pt x="1794" y="3179"/>
                      <a:pt x="1788" y="3179"/>
                    </a:cubicBezTo>
                    <a:cubicBezTo>
                      <a:pt x="1780" y="3179"/>
                      <a:pt x="1773" y="3177"/>
                      <a:pt x="1765" y="3177"/>
                    </a:cubicBezTo>
                    <a:cubicBezTo>
                      <a:pt x="1757" y="3177"/>
                      <a:pt x="1749" y="3179"/>
                      <a:pt x="1739" y="3186"/>
                    </a:cubicBezTo>
                    <a:cubicBezTo>
                      <a:pt x="1715" y="3210"/>
                      <a:pt x="1697" y="3226"/>
                      <a:pt x="1681" y="3226"/>
                    </a:cubicBezTo>
                    <a:cubicBezTo>
                      <a:pt x="1675" y="3229"/>
                      <a:pt x="1670" y="3230"/>
                      <a:pt x="1664" y="3230"/>
                    </a:cubicBezTo>
                    <a:cubicBezTo>
                      <a:pt x="1653" y="3230"/>
                      <a:pt x="1641" y="3226"/>
                      <a:pt x="1631" y="3226"/>
                    </a:cubicBezTo>
                    <a:cubicBezTo>
                      <a:pt x="1617" y="3219"/>
                      <a:pt x="1602" y="3200"/>
                      <a:pt x="1587" y="3200"/>
                    </a:cubicBezTo>
                    <a:cubicBezTo>
                      <a:pt x="1585" y="3200"/>
                      <a:pt x="1583" y="3201"/>
                      <a:pt x="1580" y="3202"/>
                    </a:cubicBezTo>
                    <a:cubicBezTo>
                      <a:pt x="1576" y="3204"/>
                      <a:pt x="1572" y="3205"/>
                      <a:pt x="1569" y="3205"/>
                    </a:cubicBezTo>
                    <a:cubicBezTo>
                      <a:pt x="1549" y="3205"/>
                      <a:pt x="1533" y="3175"/>
                      <a:pt x="1504" y="3168"/>
                    </a:cubicBezTo>
                    <a:cubicBezTo>
                      <a:pt x="1487" y="3162"/>
                      <a:pt x="1474" y="3156"/>
                      <a:pt x="1459" y="3156"/>
                    </a:cubicBezTo>
                    <a:cubicBezTo>
                      <a:pt x="1452" y="3156"/>
                      <a:pt x="1446" y="3157"/>
                      <a:pt x="1438" y="3160"/>
                    </a:cubicBezTo>
                    <a:cubicBezTo>
                      <a:pt x="1426" y="3160"/>
                      <a:pt x="1409" y="3162"/>
                      <a:pt x="1400" y="3162"/>
                    </a:cubicBezTo>
                    <a:cubicBezTo>
                      <a:pt x="1390" y="3162"/>
                      <a:pt x="1388" y="3160"/>
                      <a:pt x="1404" y="3152"/>
                    </a:cubicBezTo>
                    <a:cubicBezTo>
                      <a:pt x="1438" y="3126"/>
                      <a:pt x="1454" y="3110"/>
                      <a:pt x="1480" y="3094"/>
                    </a:cubicBezTo>
                    <a:cubicBezTo>
                      <a:pt x="1504" y="3086"/>
                      <a:pt x="1530" y="3068"/>
                      <a:pt x="1496" y="3059"/>
                    </a:cubicBezTo>
                    <a:cubicBezTo>
                      <a:pt x="1480" y="3055"/>
                      <a:pt x="1468" y="3053"/>
                      <a:pt x="1456" y="3053"/>
                    </a:cubicBezTo>
                    <a:cubicBezTo>
                      <a:pt x="1445" y="3053"/>
                      <a:pt x="1434" y="3055"/>
                      <a:pt x="1422" y="3059"/>
                    </a:cubicBezTo>
                    <a:cubicBezTo>
                      <a:pt x="1396" y="3076"/>
                      <a:pt x="1388" y="3086"/>
                      <a:pt x="1364" y="3118"/>
                    </a:cubicBezTo>
                    <a:cubicBezTo>
                      <a:pt x="1330" y="3144"/>
                      <a:pt x="1322" y="3144"/>
                      <a:pt x="1296" y="3168"/>
                    </a:cubicBezTo>
                    <a:cubicBezTo>
                      <a:pt x="1280" y="3202"/>
                      <a:pt x="1280" y="3210"/>
                      <a:pt x="1254" y="3218"/>
                    </a:cubicBezTo>
                    <a:cubicBezTo>
                      <a:pt x="1246" y="3220"/>
                      <a:pt x="1241" y="3220"/>
                      <a:pt x="1237" y="3220"/>
                    </a:cubicBezTo>
                    <a:cubicBezTo>
                      <a:pt x="1230" y="3220"/>
                      <a:pt x="1226" y="3218"/>
                      <a:pt x="1220" y="3218"/>
                    </a:cubicBezTo>
                    <a:cubicBezTo>
                      <a:pt x="1215" y="3218"/>
                      <a:pt x="1208" y="3220"/>
                      <a:pt x="1195" y="3226"/>
                    </a:cubicBezTo>
                    <a:cubicBezTo>
                      <a:pt x="1163" y="3244"/>
                      <a:pt x="1179" y="3236"/>
                      <a:pt x="1163" y="3244"/>
                    </a:cubicBezTo>
                    <a:cubicBezTo>
                      <a:pt x="1160" y="3246"/>
                      <a:pt x="1156" y="3246"/>
                      <a:pt x="1153" y="3246"/>
                    </a:cubicBezTo>
                    <a:cubicBezTo>
                      <a:pt x="1138" y="3246"/>
                      <a:pt x="1124" y="3236"/>
                      <a:pt x="1103" y="3236"/>
                    </a:cubicBezTo>
                    <a:cubicBezTo>
                      <a:pt x="1087" y="3236"/>
                      <a:pt x="1071" y="3236"/>
                      <a:pt x="1071" y="3226"/>
                    </a:cubicBezTo>
                    <a:cubicBezTo>
                      <a:pt x="1078" y="3219"/>
                      <a:pt x="1091" y="3200"/>
                      <a:pt x="1084" y="3200"/>
                    </a:cubicBezTo>
                    <a:cubicBezTo>
                      <a:pt x="1083" y="3200"/>
                      <a:pt x="1081" y="3201"/>
                      <a:pt x="1079" y="3202"/>
                    </a:cubicBezTo>
                    <a:cubicBezTo>
                      <a:pt x="1074" y="3202"/>
                      <a:pt x="1060" y="3195"/>
                      <a:pt x="1047" y="3195"/>
                    </a:cubicBezTo>
                    <a:cubicBezTo>
                      <a:pt x="1041" y="3195"/>
                      <a:pt x="1034" y="3197"/>
                      <a:pt x="1029" y="3202"/>
                    </a:cubicBezTo>
                    <a:cubicBezTo>
                      <a:pt x="1013" y="3218"/>
                      <a:pt x="1021" y="3210"/>
                      <a:pt x="1003" y="3226"/>
                    </a:cubicBezTo>
                    <a:cubicBezTo>
                      <a:pt x="987" y="3252"/>
                      <a:pt x="953" y="3252"/>
                      <a:pt x="937" y="3252"/>
                    </a:cubicBezTo>
                    <a:cubicBezTo>
                      <a:pt x="934" y="3255"/>
                      <a:pt x="931" y="3256"/>
                      <a:pt x="929" y="3256"/>
                    </a:cubicBezTo>
                    <a:cubicBezTo>
                      <a:pt x="924" y="3256"/>
                      <a:pt x="921" y="3252"/>
                      <a:pt x="921" y="3252"/>
                    </a:cubicBezTo>
                    <a:lnTo>
                      <a:pt x="913" y="3236"/>
                    </a:lnTo>
                    <a:cubicBezTo>
                      <a:pt x="913" y="3218"/>
                      <a:pt x="979" y="3176"/>
                      <a:pt x="987" y="3168"/>
                    </a:cubicBezTo>
                    <a:cubicBezTo>
                      <a:pt x="1003" y="3160"/>
                      <a:pt x="1053" y="3110"/>
                      <a:pt x="1079" y="3086"/>
                    </a:cubicBezTo>
                    <a:cubicBezTo>
                      <a:pt x="1103" y="3068"/>
                      <a:pt x="1145" y="3043"/>
                      <a:pt x="1171" y="3035"/>
                    </a:cubicBezTo>
                    <a:cubicBezTo>
                      <a:pt x="1203" y="3035"/>
                      <a:pt x="1272" y="2975"/>
                      <a:pt x="1280" y="2959"/>
                    </a:cubicBezTo>
                    <a:cubicBezTo>
                      <a:pt x="1280" y="2952"/>
                      <a:pt x="1287" y="2892"/>
                      <a:pt x="1301" y="2892"/>
                    </a:cubicBezTo>
                    <a:cubicBezTo>
                      <a:pt x="1302" y="2892"/>
                      <a:pt x="1303" y="2893"/>
                      <a:pt x="1304" y="2893"/>
                    </a:cubicBezTo>
                    <a:cubicBezTo>
                      <a:pt x="1322" y="2893"/>
                      <a:pt x="1338" y="2909"/>
                      <a:pt x="1338" y="2917"/>
                    </a:cubicBezTo>
                    <a:cubicBezTo>
                      <a:pt x="1338" y="2918"/>
                      <a:pt x="1338" y="2918"/>
                      <a:pt x="1339" y="2918"/>
                    </a:cubicBezTo>
                    <a:cubicBezTo>
                      <a:pt x="1344" y="2918"/>
                      <a:pt x="1373" y="2883"/>
                      <a:pt x="1380" y="2867"/>
                    </a:cubicBezTo>
                    <a:cubicBezTo>
                      <a:pt x="1396" y="2851"/>
                      <a:pt x="1422" y="2817"/>
                      <a:pt x="1414" y="2809"/>
                    </a:cubicBezTo>
                    <a:cubicBezTo>
                      <a:pt x="1414" y="2799"/>
                      <a:pt x="1429" y="2792"/>
                      <a:pt x="1445" y="2792"/>
                    </a:cubicBezTo>
                    <a:close/>
                    <a:moveTo>
                      <a:pt x="2707" y="0"/>
                    </a:moveTo>
                    <a:cubicBezTo>
                      <a:pt x="2705" y="0"/>
                      <a:pt x="2702" y="0"/>
                      <a:pt x="2699" y="1"/>
                    </a:cubicBezTo>
                    <a:cubicBezTo>
                      <a:pt x="2675" y="17"/>
                      <a:pt x="2667" y="9"/>
                      <a:pt x="2649" y="27"/>
                    </a:cubicBezTo>
                    <a:cubicBezTo>
                      <a:pt x="2625" y="51"/>
                      <a:pt x="2599" y="43"/>
                      <a:pt x="2583" y="67"/>
                    </a:cubicBezTo>
                    <a:cubicBezTo>
                      <a:pt x="2575" y="94"/>
                      <a:pt x="2567" y="67"/>
                      <a:pt x="2567" y="118"/>
                    </a:cubicBezTo>
                    <a:cubicBezTo>
                      <a:pt x="2575" y="160"/>
                      <a:pt x="2599" y="136"/>
                      <a:pt x="2607" y="178"/>
                    </a:cubicBezTo>
                    <a:cubicBezTo>
                      <a:pt x="2617" y="210"/>
                      <a:pt x="2625" y="218"/>
                      <a:pt x="2641" y="244"/>
                    </a:cubicBezTo>
                    <a:cubicBezTo>
                      <a:pt x="2643" y="248"/>
                      <a:pt x="2645" y="249"/>
                      <a:pt x="2648" y="249"/>
                    </a:cubicBezTo>
                    <a:cubicBezTo>
                      <a:pt x="2652" y="249"/>
                      <a:pt x="2656" y="245"/>
                      <a:pt x="2657" y="245"/>
                    </a:cubicBezTo>
                    <a:lnTo>
                      <a:pt x="2657" y="245"/>
                    </a:lnTo>
                    <a:cubicBezTo>
                      <a:pt x="2658" y="245"/>
                      <a:pt x="2656" y="248"/>
                      <a:pt x="2649" y="260"/>
                    </a:cubicBezTo>
                    <a:cubicBezTo>
                      <a:pt x="2633" y="302"/>
                      <a:pt x="2649" y="336"/>
                      <a:pt x="2641" y="352"/>
                    </a:cubicBezTo>
                    <a:cubicBezTo>
                      <a:pt x="2633" y="368"/>
                      <a:pt x="2633" y="378"/>
                      <a:pt x="2633" y="394"/>
                    </a:cubicBezTo>
                    <a:cubicBezTo>
                      <a:pt x="2625" y="418"/>
                      <a:pt x="2625" y="410"/>
                      <a:pt x="2641" y="436"/>
                    </a:cubicBezTo>
                    <a:cubicBezTo>
                      <a:pt x="2667" y="461"/>
                      <a:pt x="2691" y="479"/>
                      <a:pt x="2691" y="495"/>
                    </a:cubicBezTo>
                    <a:cubicBezTo>
                      <a:pt x="2691" y="519"/>
                      <a:pt x="2699" y="519"/>
                      <a:pt x="2699" y="537"/>
                    </a:cubicBezTo>
                    <a:cubicBezTo>
                      <a:pt x="2691" y="553"/>
                      <a:pt x="2718" y="569"/>
                      <a:pt x="2726" y="579"/>
                    </a:cubicBezTo>
                    <a:cubicBezTo>
                      <a:pt x="2726" y="595"/>
                      <a:pt x="2742" y="629"/>
                      <a:pt x="2734" y="637"/>
                    </a:cubicBezTo>
                    <a:cubicBezTo>
                      <a:pt x="2718" y="653"/>
                      <a:pt x="2675" y="645"/>
                      <a:pt x="2675" y="661"/>
                    </a:cubicBezTo>
                    <a:cubicBezTo>
                      <a:pt x="2675" y="711"/>
                      <a:pt x="2675" y="711"/>
                      <a:pt x="2657" y="737"/>
                    </a:cubicBezTo>
                    <a:cubicBezTo>
                      <a:pt x="2633" y="769"/>
                      <a:pt x="2607" y="779"/>
                      <a:pt x="2607" y="779"/>
                    </a:cubicBezTo>
                    <a:cubicBezTo>
                      <a:pt x="2607" y="779"/>
                      <a:pt x="2607" y="803"/>
                      <a:pt x="2599" y="811"/>
                    </a:cubicBezTo>
                    <a:cubicBezTo>
                      <a:pt x="2591" y="829"/>
                      <a:pt x="2541" y="870"/>
                      <a:pt x="2567" y="870"/>
                    </a:cubicBezTo>
                    <a:cubicBezTo>
                      <a:pt x="2591" y="870"/>
                      <a:pt x="2641" y="870"/>
                      <a:pt x="2683" y="904"/>
                    </a:cubicBezTo>
                    <a:cubicBezTo>
                      <a:pt x="2718" y="930"/>
                      <a:pt x="2768" y="920"/>
                      <a:pt x="2768" y="930"/>
                    </a:cubicBezTo>
                    <a:lnTo>
                      <a:pt x="2776" y="938"/>
                    </a:lnTo>
                    <a:lnTo>
                      <a:pt x="2808" y="970"/>
                    </a:lnTo>
                    <a:cubicBezTo>
                      <a:pt x="2826" y="996"/>
                      <a:pt x="2850" y="1012"/>
                      <a:pt x="2850" y="1030"/>
                    </a:cubicBezTo>
                    <a:cubicBezTo>
                      <a:pt x="2868" y="1054"/>
                      <a:pt x="2876" y="1054"/>
                      <a:pt x="2876" y="1070"/>
                    </a:cubicBezTo>
                    <a:lnTo>
                      <a:pt x="2876" y="1104"/>
                    </a:lnTo>
                    <a:cubicBezTo>
                      <a:pt x="2884" y="1130"/>
                      <a:pt x="2900" y="1112"/>
                      <a:pt x="2884" y="1188"/>
                    </a:cubicBezTo>
                    <a:cubicBezTo>
                      <a:pt x="2884" y="1188"/>
                      <a:pt x="2876" y="1231"/>
                      <a:pt x="2884" y="1255"/>
                    </a:cubicBezTo>
                    <a:cubicBezTo>
                      <a:pt x="2892" y="1271"/>
                      <a:pt x="2900" y="1305"/>
                      <a:pt x="2900" y="1305"/>
                    </a:cubicBezTo>
                    <a:cubicBezTo>
                      <a:pt x="2900" y="1305"/>
                      <a:pt x="2900" y="1331"/>
                      <a:pt x="2884" y="1339"/>
                    </a:cubicBezTo>
                    <a:cubicBezTo>
                      <a:pt x="2876" y="1347"/>
                      <a:pt x="2892" y="1371"/>
                      <a:pt x="2850" y="1397"/>
                    </a:cubicBezTo>
                    <a:cubicBezTo>
                      <a:pt x="2808" y="1421"/>
                      <a:pt x="2784" y="1431"/>
                      <a:pt x="2768" y="1455"/>
                    </a:cubicBezTo>
                    <a:cubicBezTo>
                      <a:pt x="2758" y="1471"/>
                      <a:pt x="2742" y="1489"/>
                      <a:pt x="2726" y="1513"/>
                    </a:cubicBezTo>
                    <a:cubicBezTo>
                      <a:pt x="2699" y="1531"/>
                      <a:pt x="2707" y="1521"/>
                      <a:pt x="2699" y="1531"/>
                    </a:cubicBezTo>
                    <a:cubicBezTo>
                      <a:pt x="2691" y="1547"/>
                      <a:pt x="2657" y="1563"/>
                      <a:pt x="2649" y="1571"/>
                    </a:cubicBezTo>
                    <a:cubicBezTo>
                      <a:pt x="2633" y="1571"/>
                      <a:pt x="2599" y="1571"/>
                      <a:pt x="2575" y="1582"/>
                    </a:cubicBezTo>
                    <a:cubicBezTo>
                      <a:pt x="2572" y="1584"/>
                      <a:pt x="2570" y="1585"/>
                      <a:pt x="2567" y="1585"/>
                    </a:cubicBezTo>
                    <a:cubicBezTo>
                      <a:pt x="2560" y="1585"/>
                      <a:pt x="2556" y="1573"/>
                      <a:pt x="2547" y="1573"/>
                    </a:cubicBezTo>
                    <a:cubicBezTo>
                      <a:pt x="2543" y="1573"/>
                      <a:pt x="2539" y="1575"/>
                      <a:pt x="2533" y="1582"/>
                    </a:cubicBezTo>
                    <a:cubicBezTo>
                      <a:pt x="2507" y="1598"/>
                      <a:pt x="2499" y="1598"/>
                      <a:pt x="2507" y="1622"/>
                    </a:cubicBezTo>
                    <a:cubicBezTo>
                      <a:pt x="2507" y="1648"/>
                      <a:pt x="2567" y="1672"/>
                      <a:pt x="2567" y="1682"/>
                    </a:cubicBezTo>
                    <a:cubicBezTo>
                      <a:pt x="2557" y="1690"/>
                      <a:pt x="2557" y="1690"/>
                      <a:pt x="2567" y="1722"/>
                    </a:cubicBezTo>
                    <a:cubicBezTo>
                      <a:pt x="2575" y="1756"/>
                      <a:pt x="2575" y="1764"/>
                      <a:pt x="2583" y="1782"/>
                    </a:cubicBezTo>
                    <a:cubicBezTo>
                      <a:pt x="2591" y="1790"/>
                      <a:pt x="2633" y="1798"/>
                      <a:pt x="2617" y="1814"/>
                    </a:cubicBezTo>
                    <a:cubicBezTo>
                      <a:pt x="2599" y="1840"/>
                      <a:pt x="2617" y="1840"/>
                      <a:pt x="2607" y="1864"/>
                    </a:cubicBezTo>
                    <a:cubicBezTo>
                      <a:pt x="2607" y="1890"/>
                      <a:pt x="2625" y="1898"/>
                      <a:pt x="2625" y="1932"/>
                    </a:cubicBezTo>
                    <a:cubicBezTo>
                      <a:pt x="2625" y="1965"/>
                      <a:pt x="2641" y="1999"/>
                      <a:pt x="2649" y="2015"/>
                    </a:cubicBezTo>
                    <a:cubicBezTo>
                      <a:pt x="2649" y="2017"/>
                      <a:pt x="2652" y="2017"/>
                      <a:pt x="2655" y="2017"/>
                    </a:cubicBezTo>
                    <a:cubicBezTo>
                      <a:pt x="2658" y="2017"/>
                      <a:pt x="2661" y="2017"/>
                      <a:pt x="2665" y="2017"/>
                    </a:cubicBezTo>
                    <a:cubicBezTo>
                      <a:pt x="2674" y="2017"/>
                      <a:pt x="2683" y="2019"/>
                      <a:pt x="2683" y="2033"/>
                    </a:cubicBezTo>
                    <a:cubicBezTo>
                      <a:pt x="2691" y="2057"/>
                      <a:pt x="2707" y="2073"/>
                      <a:pt x="2707" y="2083"/>
                    </a:cubicBezTo>
                    <a:cubicBezTo>
                      <a:pt x="2707" y="2099"/>
                      <a:pt x="2691" y="2091"/>
                      <a:pt x="2675" y="2099"/>
                    </a:cubicBezTo>
                    <a:cubicBezTo>
                      <a:pt x="2667" y="2115"/>
                      <a:pt x="2667" y="2133"/>
                      <a:pt x="2657" y="2149"/>
                    </a:cubicBezTo>
                    <a:cubicBezTo>
                      <a:pt x="2649" y="2157"/>
                      <a:pt x="2641" y="2165"/>
                      <a:pt x="2649" y="2173"/>
                    </a:cubicBezTo>
                    <a:cubicBezTo>
                      <a:pt x="2675" y="2199"/>
                      <a:pt x="2691" y="2207"/>
                      <a:pt x="2691" y="2223"/>
                    </a:cubicBezTo>
                    <a:cubicBezTo>
                      <a:pt x="2684" y="2239"/>
                      <a:pt x="2671" y="2275"/>
                      <a:pt x="2661" y="2275"/>
                    </a:cubicBezTo>
                    <a:cubicBezTo>
                      <a:pt x="2660" y="2275"/>
                      <a:pt x="2658" y="2274"/>
                      <a:pt x="2657" y="2273"/>
                    </a:cubicBezTo>
                    <a:cubicBezTo>
                      <a:pt x="2649" y="2257"/>
                      <a:pt x="2625" y="2249"/>
                      <a:pt x="2617" y="2249"/>
                    </a:cubicBezTo>
                    <a:cubicBezTo>
                      <a:pt x="2597" y="2240"/>
                      <a:pt x="2589" y="2230"/>
                      <a:pt x="2582" y="2230"/>
                    </a:cubicBezTo>
                    <a:cubicBezTo>
                      <a:pt x="2578" y="2230"/>
                      <a:pt x="2574" y="2235"/>
                      <a:pt x="2567" y="2249"/>
                    </a:cubicBezTo>
                    <a:cubicBezTo>
                      <a:pt x="2541" y="2273"/>
                      <a:pt x="2541" y="2257"/>
                      <a:pt x="2541" y="2291"/>
                    </a:cubicBezTo>
                    <a:cubicBezTo>
                      <a:pt x="2549" y="2315"/>
                      <a:pt x="2567" y="2307"/>
                      <a:pt x="2575" y="2334"/>
                    </a:cubicBezTo>
                    <a:cubicBezTo>
                      <a:pt x="2578" y="2340"/>
                      <a:pt x="2579" y="2342"/>
                      <a:pt x="2578" y="2342"/>
                    </a:cubicBezTo>
                    <a:cubicBezTo>
                      <a:pt x="2575" y="2342"/>
                      <a:pt x="2543" y="2298"/>
                      <a:pt x="2517" y="2291"/>
                    </a:cubicBezTo>
                    <a:cubicBezTo>
                      <a:pt x="2506" y="2284"/>
                      <a:pt x="2494" y="2281"/>
                      <a:pt x="2483" y="2281"/>
                    </a:cubicBezTo>
                    <a:cubicBezTo>
                      <a:pt x="2467" y="2281"/>
                      <a:pt x="2454" y="2287"/>
                      <a:pt x="2449" y="2291"/>
                    </a:cubicBezTo>
                    <a:cubicBezTo>
                      <a:pt x="2407" y="2315"/>
                      <a:pt x="2391" y="2315"/>
                      <a:pt x="2383" y="2334"/>
                    </a:cubicBezTo>
                    <a:cubicBezTo>
                      <a:pt x="2383" y="2334"/>
                      <a:pt x="2383" y="2324"/>
                      <a:pt x="2399" y="2307"/>
                    </a:cubicBezTo>
                    <a:cubicBezTo>
                      <a:pt x="2417" y="2291"/>
                      <a:pt x="2425" y="2273"/>
                      <a:pt x="2425" y="2273"/>
                    </a:cubicBezTo>
                    <a:cubicBezTo>
                      <a:pt x="2429" y="2261"/>
                      <a:pt x="2431" y="2261"/>
                      <a:pt x="2432" y="2261"/>
                    </a:cubicBezTo>
                    <a:cubicBezTo>
                      <a:pt x="2433" y="2261"/>
                      <a:pt x="2433" y="2261"/>
                      <a:pt x="2433" y="2249"/>
                    </a:cubicBezTo>
                    <a:cubicBezTo>
                      <a:pt x="2433" y="2223"/>
                      <a:pt x="2441" y="2207"/>
                      <a:pt x="2425" y="2207"/>
                    </a:cubicBezTo>
                    <a:cubicBezTo>
                      <a:pt x="2417" y="2199"/>
                      <a:pt x="2399" y="2191"/>
                      <a:pt x="2391" y="2183"/>
                    </a:cubicBezTo>
                    <a:cubicBezTo>
                      <a:pt x="2375" y="2173"/>
                      <a:pt x="2407" y="2173"/>
                      <a:pt x="2367" y="2157"/>
                    </a:cubicBezTo>
                    <a:cubicBezTo>
                      <a:pt x="2324" y="2149"/>
                      <a:pt x="2316" y="2133"/>
                      <a:pt x="2298" y="2133"/>
                    </a:cubicBezTo>
                    <a:cubicBezTo>
                      <a:pt x="2270" y="2133"/>
                      <a:pt x="2254" y="2151"/>
                      <a:pt x="2251" y="2151"/>
                    </a:cubicBezTo>
                    <a:cubicBezTo>
                      <a:pt x="2249" y="2151"/>
                      <a:pt x="2251" y="2146"/>
                      <a:pt x="2256" y="2133"/>
                    </a:cubicBezTo>
                    <a:cubicBezTo>
                      <a:pt x="2274" y="2107"/>
                      <a:pt x="2282" y="2091"/>
                      <a:pt x="2290" y="2091"/>
                    </a:cubicBezTo>
                    <a:lnTo>
                      <a:pt x="2282" y="2091"/>
                    </a:lnTo>
                    <a:cubicBezTo>
                      <a:pt x="2240" y="2065"/>
                      <a:pt x="2248" y="2049"/>
                      <a:pt x="2232" y="2049"/>
                    </a:cubicBezTo>
                    <a:cubicBezTo>
                      <a:pt x="2216" y="2049"/>
                      <a:pt x="2224" y="2033"/>
                      <a:pt x="2206" y="2033"/>
                    </a:cubicBezTo>
                    <a:cubicBezTo>
                      <a:pt x="2182" y="2033"/>
                      <a:pt x="2190" y="2015"/>
                      <a:pt x="2174" y="2007"/>
                    </a:cubicBezTo>
                    <a:cubicBezTo>
                      <a:pt x="2166" y="1991"/>
                      <a:pt x="2156" y="1991"/>
                      <a:pt x="2156" y="1983"/>
                    </a:cubicBezTo>
                    <a:cubicBezTo>
                      <a:pt x="2166" y="1973"/>
                      <a:pt x="2166" y="1983"/>
                      <a:pt x="2166" y="1957"/>
                    </a:cubicBezTo>
                    <a:cubicBezTo>
                      <a:pt x="2174" y="1922"/>
                      <a:pt x="2174" y="1922"/>
                      <a:pt x="2174" y="1906"/>
                    </a:cubicBezTo>
                    <a:cubicBezTo>
                      <a:pt x="2166" y="1890"/>
                      <a:pt x="2190" y="1890"/>
                      <a:pt x="2166" y="1872"/>
                    </a:cubicBezTo>
                    <a:cubicBezTo>
                      <a:pt x="2148" y="1848"/>
                      <a:pt x="2140" y="1806"/>
                      <a:pt x="2140" y="1806"/>
                    </a:cubicBezTo>
                    <a:lnTo>
                      <a:pt x="2140" y="1772"/>
                    </a:lnTo>
                    <a:cubicBezTo>
                      <a:pt x="2140" y="1772"/>
                      <a:pt x="2116" y="1756"/>
                      <a:pt x="2116" y="1748"/>
                    </a:cubicBezTo>
                    <a:cubicBezTo>
                      <a:pt x="2116" y="1732"/>
                      <a:pt x="2106" y="1706"/>
                      <a:pt x="2116" y="1698"/>
                    </a:cubicBezTo>
                    <a:cubicBezTo>
                      <a:pt x="2124" y="1690"/>
                      <a:pt x="2140" y="1672"/>
                      <a:pt x="2140" y="1656"/>
                    </a:cubicBezTo>
                    <a:cubicBezTo>
                      <a:pt x="2140" y="1648"/>
                      <a:pt x="2174" y="1664"/>
                      <a:pt x="2124" y="1614"/>
                    </a:cubicBezTo>
                    <a:cubicBezTo>
                      <a:pt x="2116" y="1606"/>
                      <a:pt x="2116" y="1598"/>
                      <a:pt x="2106" y="1598"/>
                    </a:cubicBezTo>
                    <a:cubicBezTo>
                      <a:pt x="2106" y="1582"/>
                      <a:pt x="2124" y="1590"/>
                      <a:pt x="2106" y="1582"/>
                    </a:cubicBezTo>
                    <a:cubicBezTo>
                      <a:pt x="2082" y="1563"/>
                      <a:pt x="2056" y="1563"/>
                      <a:pt x="2040" y="1563"/>
                    </a:cubicBezTo>
                    <a:cubicBezTo>
                      <a:pt x="2024" y="1571"/>
                      <a:pt x="2006" y="1571"/>
                      <a:pt x="1982" y="1582"/>
                    </a:cubicBezTo>
                    <a:cubicBezTo>
                      <a:pt x="1955" y="1590"/>
                      <a:pt x="1915" y="1590"/>
                      <a:pt x="1897" y="1590"/>
                    </a:cubicBezTo>
                    <a:cubicBezTo>
                      <a:pt x="1881" y="1582"/>
                      <a:pt x="1897" y="1555"/>
                      <a:pt x="1865" y="1555"/>
                    </a:cubicBezTo>
                    <a:cubicBezTo>
                      <a:pt x="1839" y="1555"/>
                      <a:pt x="1839" y="1555"/>
                      <a:pt x="1805" y="1563"/>
                    </a:cubicBezTo>
                    <a:cubicBezTo>
                      <a:pt x="1773" y="1571"/>
                      <a:pt x="1781" y="1563"/>
                      <a:pt x="1747" y="1582"/>
                    </a:cubicBezTo>
                    <a:lnTo>
                      <a:pt x="1723" y="1598"/>
                    </a:lnTo>
                    <a:cubicBezTo>
                      <a:pt x="1679" y="1546"/>
                      <a:pt x="1686" y="1520"/>
                      <a:pt x="1659" y="1520"/>
                    </a:cubicBezTo>
                    <a:cubicBezTo>
                      <a:pt x="1656" y="1520"/>
                      <a:pt x="1652" y="1520"/>
                      <a:pt x="1647" y="1521"/>
                    </a:cubicBezTo>
                    <a:cubicBezTo>
                      <a:pt x="1633" y="1525"/>
                      <a:pt x="1623" y="1526"/>
                      <a:pt x="1616" y="1526"/>
                    </a:cubicBezTo>
                    <a:cubicBezTo>
                      <a:pt x="1603" y="1526"/>
                      <a:pt x="1599" y="1521"/>
                      <a:pt x="1588" y="1521"/>
                    </a:cubicBezTo>
                    <a:cubicBezTo>
                      <a:pt x="1554" y="1505"/>
                      <a:pt x="1597" y="1497"/>
                      <a:pt x="1530" y="1481"/>
                    </a:cubicBezTo>
                    <a:cubicBezTo>
                      <a:pt x="1491" y="1470"/>
                      <a:pt x="1471" y="1466"/>
                      <a:pt x="1458" y="1466"/>
                    </a:cubicBezTo>
                    <a:cubicBezTo>
                      <a:pt x="1450" y="1466"/>
                      <a:pt x="1444" y="1468"/>
                      <a:pt x="1438" y="1471"/>
                    </a:cubicBezTo>
                    <a:cubicBezTo>
                      <a:pt x="1427" y="1471"/>
                      <a:pt x="1420" y="1476"/>
                      <a:pt x="1414" y="1476"/>
                    </a:cubicBezTo>
                    <a:cubicBezTo>
                      <a:pt x="1410" y="1476"/>
                      <a:pt x="1407" y="1475"/>
                      <a:pt x="1404" y="1471"/>
                    </a:cubicBezTo>
                    <a:cubicBezTo>
                      <a:pt x="1364" y="1431"/>
                      <a:pt x="1404" y="1431"/>
                      <a:pt x="1354" y="1413"/>
                    </a:cubicBezTo>
                    <a:cubicBezTo>
                      <a:pt x="1304" y="1389"/>
                      <a:pt x="1304" y="1389"/>
                      <a:pt x="1296" y="1381"/>
                    </a:cubicBezTo>
                    <a:cubicBezTo>
                      <a:pt x="1288" y="1371"/>
                      <a:pt x="1264" y="1363"/>
                      <a:pt x="1254" y="1363"/>
                    </a:cubicBezTo>
                    <a:cubicBezTo>
                      <a:pt x="1246" y="1355"/>
                      <a:pt x="1213" y="1347"/>
                      <a:pt x="1213" y="1347"/>
                    </a:cubicBezTo>
                    <a:lnTo>
                      <a:pt x="1179" y="1339"/>
                    </a:lnTo>
                    <a:cubicBezTo>
                      <a:pt x="1137" y="1331"/>
                      <a:pt x="1137" y="1313"/>
                      <a:pt x="1121" y="1313"/>
                    </a:cubicBezTo>
                    <a:cubicBezTo>
                      <a:pt x="1100" y="1313"/>
                      <a:pt x="1096" y="1303"/>
                      <a:pt x="1083" y="1303"/>
                    </a:cubicBezTo>
                    <a:cubicBezTo>
                      <a:pt x="1080" y="1303"/>
                      <a:pt x="1076" y="1303"/>
                      <a:pt x="1071" y="1305"/>
                    </a:cubicBezTo>
                    <a:cubicBezTo>
                      <a:pt x="1053" y="1310"/>
                      <a:pt x="1047" y="1316"/>
                      <a:pt x="1040" y="1316"/>
                    </a:cubicBezTo>
                    <a:cubicBezTo>
                      <a:pt x="1037" y="1316"/>
                      <a:pt x="1034" y="1315"/>
                      <a:pt x="1029" y="1313"/>
                    </a:cubicBezTo>
                    <a:cubicBezTo>
                      <a:pt x="1013" y="1305"/>
                      <a:pt x="1021" y="1289"/>
                      <a:pt x="995" y="1281"/>
                    </a:cubicBezTo>
                    <a:cubicBezTo>
                      <a:pt x="979" y="1263"/>
                      <a:pt x="979" y="1263"/>
                      <a:pt x="963" y="1255"/>
                    </a:cubicBezTo>
                    <a:cubicBezTo>
                      <a:pt x="945" y="1255"/>
                      <a:pt x="965" y="1248"/>
                      <a:pt x="959" y="1248"/>
                    </a:cubicBezTo>
                    <a:cubicBezTo>
                      <a:pt x="955" y="1248"/>
                      <a:pt x="945" y="1249"/>
                      <a:pt x="921" y="1255"/>
                    </a:cubicBezTo>
                    <a:cubicBezTo>
                      <a:pt x="844" y="1281"/>
                      <a:pt x="836" y="1271"/>
                      <a:pt x="812" y="1281"/>
                    </a:cubicBezTo>
                    <a:cubicBezTo>
                      <a:pt x="794" y="1297"/>
                      <a:pt x="770" y="1313"/>
                      <a:pt x="752" y="1321"/>
                    </a:cubicBezTo>
                    <a:cubicBezTo>
                      <a:pt x="728" y="1331"/>
                      <a:pt x="712" y="1331"/>
                      <a:pt x="694" y="1331"/>
                    </a:cubicBezTo>
                    <a:cubicBezTo>
                      <a:pt x="683" y="1331"/>
                      <a:pt x="668" y="1334"/>
                      <a:pt x="659" y="1334"/>
                    </a:cubicBezTo>
                    <a:cubicBezTo>
                      <a:pt x="655" y="1334"/>
                      <a:pt x="652" y="1334"/>
                      <a:pt x="652" y="1331"/>
                    </a:cubicBezTo>
                    <a:cubicBezTo>
                      <a:pt x="662" y="1313"/>
                      <a:pt x="652" y="1313"/>
                      <a:pt x="678" y="1297"/>
                    </a:cubicBezTo>
                    <a:cubicBezTo>
                      <a:pt x="694" y="1271"/>
                      <a:pt x="702" y="1263"/>
                      <a:pt x="702" y="1255"/>
                    </a:cubicBezTo>
                    <a:cubicBezTo>
                      <a:pt x="694" y="1247"/>
                      <a:pt x="702" y="1247"/>
                      <a:pt x="678" y="1221"/>
                    </a:cubicBezTo>
                    <a:cubicBezTo>
                      <a:pt x="652" y="1188"/>
                      <a:pt x="652" y="1180"/>
                      <a:pt x="644" y="1162"/>
                    </a:cubicBezTo>
                    <a:cubicBezTo>
                      <a:pt x="636" y="1154"/>
                      <a:pt x="636" y="1130"/>
                      <a:pt x="620" y="1112"/>
                    </a:cubicBezTo>
                    <a:cubicBezTo>
                      <a:pt x="612" y="1104"/>
                      <a:pt x="602" y="1104"/>
                      <a:pt x="602" y="1096"/>
                    </a:cubicBezTo>
                    <a:cubicBezTo>
                      <a:pt x="570" y="1205"/>
                      <a:pt x="536" y="1313"/>
                      <a:pt x="502" y="1431"/>
                    </a:cubicBezTo>
                    <a:cubicBezTo>
                      <a:pt x="469" y="1539"/>
                      <a:pt x="435" y="1656"/>
                      <a:pt x="401" y="1764"/>
                    </a:cubicBezTo>
                    <a:cubicBezTo>
                      <a:pt x="361" y="1940"/>
                      <a:pt x="319" y="2107"/>
                      <a:pt x="277" y="2283"/>
                    </a:cubicBezTo>
                    <a:cubicBezTo>
                      <a:pt x="269" y="2315"/>
                      <a:pt x="261" y="2350"/>
                      <a:pt x="261" y="2392"/>
                    </a:cubicBezTo>
                    <a:cubicBezTo>
                      <a:pt x="251" y="2408"/>
                      <a:pt x="243" y="2434"/>
                      <a:pt x="243" y="2450"/>
                    </a:cubicBezTo>
                    <a:cubicBezTo>
                      <a:pt x="243" y="2458"/>
                      <a:pt x="251" y="2466"/>
                      <a:pt x="251" y="2466"/>
                    </a:cubicBezTo>
                    <a:cubicBezTo>
                      <a:pt x="261" y="2474"/>
                      <a:pt x="277" y="2516"/>
                      <a:pt x="277" y="2534"/>
                    </a:cubicBezTo>
                    <a:cubicBezTo>
                      <a:pt x="277" y="2542"/>
                      <a:pt x="277" y="2574"/>
                      <a:pt x="261" y="2608"/>
                    </a:cubicBezTo>
                    <a:cubicBezTo>
                      <a:pt x="246" y="2636"/>
                      <a:pt x="233" y="2663"/>
                      <a:pt x="214" y="2663"/>
                    </a:cubicBezTo>
                    <a:cubicBezTo>
                      <a:pt x="210" y="2663"/>
                      <a:pt x="206" y="2661"/>
                      <a:pt x="201" y="2658"/>
                    </a:cubicBezTo>
                    <a:lnTo>
                      <a:pt x="201" y="2684"/>
                    </a:lnTo>
                    <a:cubicBezTo>
                      <a:pt x="193" y="2725"/>
                      <a:pt x="185" y="2767"/>
                      <a:pt x="177" y="2817"/>
                    </a:cubicBezTo>
                    <a:cubicBezTo>
                      <a:pt x="169" y="2859"/>
                      <a:pt x="161" y="2901"/>
                      <a:pt x="151" y="2943"/>
                    </a:cubicBezTo>
                    <a:cubicBezTo>
                      <a:pt x="151" y="2975"/>
                      <a:pt x="143" y="3009"/>
                      <a:pt x="143" y="3035"/>
                    </a:cubicBezTo>
                    <a:cubicBezTo>
                      <a:pt x="135" y="3051"/>
                      <a:pt x="135" y="3059"/>
                      <a:pt x="135" y="3076"/>
                    </a:cubicBezTo>
                    <a:cubicBezTo>
                      <a:pt x="127" y="3102"/>
                      <a:pt x="127" y="3136"/>
                      <a:pt x="119" y="3160"/>
                    </a:cubicBezTo>
                    <a:cubicBezTo>
                      <a:pt x="111" y="3210"/>
                      <a:pt x="111" y="3260"/>
                      <a:pt x="100" y="3318"/>
                    </a:cubicBezTo>
                    <a:cubicBezTo>
                      <a:pt x="92" y="3368"/>
                      <a:pt x="84" y="3426"/>
                      <a:pt x="76" y="3487"/>
                    </a:cubicBezTo>
                    <a:cubicBezTo>
                      <a:pt x="76" y="3537"/>
                      <a:pt x="68" y="3595"/>
                      <a:pt x="60" y="3653"/>
                    </a:cubicBezTo>
                    <a:cubicBezTo>
                      <a:pt x="60" y="3703"/>
                      <a:pt x="50" y="3745"/>
                      <a:pt x="50" y="3795"/>
                    </a:cubicBezTo>
                    <a:cubicBezTo>
                      <a:pt x="42" y="3812"/>
                      <a:pt x="42" y="3820"/>
                      <a:pt x="42" y="3838"/>
                    </a:cubicBezTo>
                    <a:cubicBezTo>
                      <a:pt x="42" y="3888"/>
                      <a:pt x="34" y="3938"/>
                      <a:pt x="34" y="3988"/>
                    </a:cubicBezTo>
                    <a:cubicBezTo>
                      <a:pt x="26" y="4020"/>
                      <a:pt x="26" y="4054"/>
                      <a:pt x="26" y="4078"/>
                    </a:cubicBezTo>
                    <a:lnTo>
                      <a:pt x="26" y="4120"/>
                    </a:lnTo>
                    <a:cubicBezTo>
                      <a:pt x="18" y="4146"/>
                      <a:pt x="18" y="4178"/>
                      <a:pt x="18" y="4205"/>
                    </a:cubicBezTo>
                    <a:cubicBezTo>
                      <a:pt x="18" y="4271"/>
                      <a:pt x="10" y="4339"/>
                      <a:pt x="10" y="4405"/>
                    </a:cubicBezTo>
                    <a:lnTo>
                      <a:pt x="10" y="4429"/>
                    </a:lnTo>
                    <a:lnTo>
                      <a:pt x="10" y="4489"/>
                    </a:lnTo>
                    <a:cubicBezTo>
                      <a:pt x="0" y="4513"/>
                      <a:pt x="0" y="4547"/>
                      <a:pt x="0" y="4572"/>
                    </a:cubicBezTo>
                    <a:lnTo>
                      <a:pt x="0" y="4740"/>
                    </a:lnTo>
                    <a:lnTo>
                      <a:pt x="0" y="4864"/>
                    </a:lnTo>
                    <a:cubicBezTo>
                      <a:pt x="0" y="5215"/>
                      <a:pt x="18" y="5566"/>
                      <a:pt x="42" y="5925"/>
                    </a:cubicBezTo>
                    <a:cubicBezTo>
                      <a:pt x="50" y="5975"/>
                      <a:pt x="50" y="6017"/>
                      <a:pt x="60" y="6068"/>
                    </a:cubicBezTo>
                    <a:cubicBezTo>
                      <a:pt x="60" y="6102"/>
                      <a:pt x="68" y="6134"/>
                      <a:pt x="68" y="6160"/>
                    </a:cubicBezTo>
                    <a:cubicBezTo>
                      <a:pt x="76" y="6210"/>
                      <a:pt x="76" y="6260"/>
                      <a:pt x="84" y="6310"/>
                    </a:cubicBezTo>
                    <a:cubicBezTo>
                      <a:pt x="92" y="6376"/>
                      <a:pt x="100" y="6435"/>
                      <a:pt x="111" y="6495"/>
                    </a:cubicBezTo>
                    <a:lnTo>
                      <a:pt x="111" y="6519"/>
                    </a:lnTo>
                    <a:cubicBezTo>
                      <a:pt x="119" y="6577"/>
                      <a:pt x="127" y="6635"/>
                      <a:pt x="135" y="6695"/>
                    </a:cubicBezTo>
                    <a:cubicBezTo>
                      <a:pt x="143" y="6735"/>
                      <a:pt x="151" y="6785"/>
                      <a:pt x="161" y="6828"/>
                    </a:cubicBezTo>
                    <a:lnTo>
                      <a:pt x="161" y="6854"/>
                    </a:lnTo>
                    <a:cubicBezTo>
                      <a:pt x="161" y="6878"/>
                      <a:pt x="169" y="6896"/>
                      <a:pt x="169" y="6920"/>
                    </a:cubicBezTo>
                    <a:cubicBezTo>
                      <a:pt x="177" y="6970"/>
                      <a:pt x="185" y="7020"/>
                      <a:pt x="193" y="7070"/>
                    </a:cubicBezTo>
                    <a:cubicBezTo>
                      <a:pt x="211" y="7146"/>
                      <a:pt x="227" y="7221"/>
                      <a:pt x="243" y="7297"/>
                    </a:cubicBezTo>
                    <a:cubicBezTo>
                      <a:pt x="251" y="7347"/>
                      <a:pt x="261" y="7397"/>
                      <a:pt x="269" y="7447"/>
                    </a:cubicBezTo>
                    <a:cubicBezTo>
                      <a:pt x="277" y="7471"/>
                      <a:pt x="285" y="7497"/>
                      <a:pt x="285" y="7521"/>
                    </a:cubicBezTo>
                    <a:cubicBezTo>
                      <a:pt x="293" y="7538"/>
                      <a:pt x="301" y="7564"/>
                      <a:pt x="301" y="7588"/>
                    </a:cubicBezTo>
                    <a:lnTo>
                      <a:pt x="301" y="7598"/>
                    </a:lnTo>
                    <a:lnTo>
                      <a:pt x="853" y="7598"/>
                    </a:lnTo>
                    <a:cubicBezTo>
                      <a:pt x="820" y="7598"/>
                      <a:pt x="802" y="7588"/>
                      <a:pt x="794" y="7588"/>
                    </a:cubicBezTo>
                    <a:cubicBezTo>
                      <a:pt x="762" y="7572"/>
                      <a:pt x="752" y="7564"/>
                      <a:pt x="752" y="7556"/>
                    </a:cubicBezTo>
                    <a:cubicBezTo>
                      <a:pt x="752" y="7548"/>
                      <a:pt x="736" y="7487"/>
                      <a:pt x="720" y="7487"/>
                    </a:cubicBezTo>
                    <a:cubicBezTo>
                      <a:pt x="702" y="7479"/>
                      <a:pt x="702" y="7421"/>
                      <a:pt x="686" y="7421"/>
                    </a:cubicBezTo>
                    <a:cubicBezTo>
                      <a:pt x="684" y="7422"/>
                      <a:pt x="682" y="7423"/>
                      <a:pt x="680" y="7423"/>
                    </a:cubicBezTo>
                    <a:cubicBezTo>
                      <a:pt x="668" y="7423"/>
                      <a:pt x="659" y="7402"/>
                      <a:pt x="636" y="7379"/>
                    </a:cubicBezTo>
                    <a:cubicBezTo>
                      <a:pt x="620" y="7363"/>
                      <a:pt x="602" y="7379"/>
                      <a:pt x="578" y="7329"/>
                    </a:cubicBezTo>
                    <a:cubicBezTo>
                      <a:pt x="574" y="7317"/>
                      <a:pt x="574" y="7313"/>
                      <a:pt x="575" y="7313"/>
                    </a:cubicBezTo>
                    <a:cubicBezTo>
                      <a:pt x="576" y="7313"/>
                      <a:pt x="578" y="7317"/>
                      <a:pt x="578" y="7321"/>
                    </a:cubicBezTo>
                    <a:lnTo>
                      <a:pt x="578" y="7321"/>
                    </a:lnTo>
                    <a:cubicBezTo>
                      <a:pt x="578" y="7313"/>
                      <a:pt x="570" y="7297"/>
                      <a:pt x="562" y="7279"/>
                    </a:cubicBezTo>
                    <a:cubicBezTo>
                      <a:pt x="520" y="7204"/>
                      <a:pt x="507" y="7201"/>
                      <a:pt x="501" y="7201"/>
                    </a:cubicBezTo>
                    <a:cubicBezTo>
                      <a:pt x="500" y="7201"/>
                      <a:pt x="500" y="7201"/>
                      <a:pt x="499" y="7201"/>
                    </a:cubicBezTo>
                    <a:cubicBezTo>
                      <a:pt x="497" y="7201"/>
                      <a:pt x="496" y="7201"/>
                      <a:pt x="494" y="7197"/>
                    </a:cubicBezTo>
                    <a:cubicBezTo>
                      <a:pt x="477" y="7179"/>
                      <a:pt x="461" y="7171"/>
                      <a:pt x="461" y="7128"/>
                    </a:cubicBezTo>
                    <a:cubicBezTo>
                      <a:pt x="451" y="7096"/>
                      <a:pt x="443" y="7046"/>
                      <a:pt x="451" y="7028"/>
                    </a:cubicBezTo>
                    <a:lnTo>
                      <a:pt x="469" y="6978"/>
                    </a:lnTo>
                    <a:cubicBezTo>
                      <a:pt x="469" y="6962"/>
                      <a:pt x="461" y="6936"/>
                      <a:pt x="451" y="6920"/>
                    </a:cubicBezTo>
                    <a:cubicBezTo>
                      <a:pt x="443" y="6912"/>
                      <a:pt x="435" y="6896"/>
                      <a:pt x="443" y="6878"/>
                    </a:cubicBezTo>
                    <a:cubicBezTo>
                      <a:pt x="443" y="6878"/>
                      <a:pt x="486" y="6846"/>
                      <a:pt x="477" y="6836"/>
                    </a:cubicBezTo>
                    <a:cubicBezTo>
                      <a:pt x="477" y="6820"/>
                      <a:pt x="435" y="6745"/>
                      <a:pt x="443" y="6735"/>
                    </a:cubicBezTo>
                    <a:cubicBezTo>
                      <a:pt x="451" y="6719"/>
                      <a:pt x="494" y="6669"/>
                      <a:pt x="494" y="6661"/>
                    </a:cubicBezTo>
                    <a:cubicBezTo>
                      <a:pt x="494" y="6653"/>
                      <a:pt x="494" y="6635"/>
                      <a:pt x="502" y="6619"/>
                    </a:cubicBezTo>
                    <a:lnTo>
                      <a:pt x="502" y="6585"/>
                    </a:lnTo>
                    <a:cubicBezTo>
                      <a:pt x="494" y="6545"/>
                      <a:pt x="502" y="6553"/>
                      <a:pt x="494" y="6511"/>
                    </a:cubicBezTo>
                    <a:cubicBezTo>
                      <a:pt x="477" y="6477"/>
                      <a:pt x="486" y="6461"/>
                      <a:pt x="461" y="6435"/>
                    </a:cubicBezTo>
                    <a:cubicBezTo>
                      <a:pt x="435" y="6402"/>
                      <a:pt x="411" y="6402"/>
                      <a:pt x="419" y="6384"/>
                    </a:cubicBezTo>
                    <a:cubicBezTo>
                      <a:pt x="427" y="6360"/>
                      <a:pt x="427" y="6334"/>
                      <a:pt x="435" y="6318"/>
                    </a:cubicBezTo>
                    <a:cubicBezTo>
                      <a:pt x="451" y="6310"/>
                      <a:pt x="477" y="6294"/>
                      <a:pt x="477" y="6294"/>
                    </a:cubicBezTo>
                    <a:cubicBezTo>
                      <a:pt x="494" y="6252"/>
                      <a:pt x="486" y="6218"/>
                      <a:pt x="502" y="6218"/>
                    </a:cubicBezTo>
                    <a:cubicBezTo>
                      <a:pt x="520" y="6210"/>
                      <a:pt x="528" y="6210"/>
                      <a:pt x="536" y="6202"/>
                    </a:cubicBezTo>
                    <a:cubicBezTo>
                      <a:pt x="544" y="6202"/>
                      <a:pt x="552" y="6168"/>
                      <a:pt x="570" y="6168"/>
                    </a:cubicBezTo>
                    <a:cubicBezTo>
                      <a:pt x="577" y="6166"/>
                      <a:pt x="582" y="6165"/>
                      <a:pt x="585" y="6165"/>
                    </a:cubicBezTo>
                    <a:cubicBezTo>
                      <a:pt x="591" y="6165"/>
                      <a:pt x="593" y="6167"/>
                      <a:pt x="598" y="6167"/>
                    </a:cubicBezTo>
                    <a:cubicBezTo>
                      <a:pt x="602" y="6167"/>
                      <a:pt x="607" y="6166"/>
                      <a:pt x="620" y="6160"/>
                    </a:cubicBezTo>
                    <a:cubicBezTo>
                      <a:pt x="644" y="6152"/>
                      <a:pt x="702" y="6134"/>
                      <a:pt x="702" y="6118"/>
                    </a:cubicBezTo>
                    <a:cubicBezTo>
                      <a:pt x="702" y="6110"/>
                      <a:pt x="702" y="6110"/>
                      <a:pt x="720" y="6094"/>
                    </a:cubicBezTo>
                    <a:cubicBezTo>
                      <a:pt x="744" y="6068"/>
                      <a:pt x="762" y="6084"/>
                      <a:pt x="762" y="6052"/>
                    </a:cubicBezTo>
                    <a:cubicBezTo>
                      <a:pt x="762" y="6017"/>
                      <a:pt x="770" y="6043"/>
                      <a:pt x="762" y="6017"/>
                    </a:cubicBezTo>
                    <a:cubicBezTo>
                      <a:pt x="762" y="6002"/>
                      <a:pt x="765" y="5997"/>
                      <a:pt x="776" y="5997"/>
                    </a:cubicBezTo>
                    <a:cubicBezTo>
                      <a:pt x="782" y="5997"/>
                      <a:pt x="791" y="5998"/>
                      <a:pt x="802" y="6001"/>
                    </a:cubicBezTo>
                    <a:cubicBezTo>
                      <a:pt x="814" y="6004"/>
                      <a:pt x="824" y="6005"/>
                      <a:pt x="833" y="6005"/>
                    </a:cubicBezTo>
                    <a:cubicBezTo>
                      <a:pt x="851" y="6005"/>
                      <a:pt x="863" y="6001"/>
                      <a:pt x="863" y="6001"/>
                    </a:cubicBezTo>
                    <a:cubicBezTo>
                      <a:pt x="903" y="5959"/>
                      <a:pt x="945" y="5933"/>
                      <a:pt x="971" y="5933"/>
                    </a:cubicBezTo>
                    <a:cubicBezTo>
                      <a:pt x="987" y="5943"/>
                      <a:pt x="987" y="5943"/>
                      <a:pt x="1013" y="5951"/>
                    </a:cubicBezTo>
                    <a:cubicBezTo>
                      <a:pt x="1029" y="5967"/>
                      <a:pt x="1003" y="5959"/>
                      <a:pt x="1063" y="5967"/>
                    </a:cubicBezTo>
                    <a:cubicBezTo>
                      <a:pt x="1080" y="5970"/>
                      <a:pt x="1091" y="5971"/>
                      <a:pt x="1099" y="5971"/>
                    </a:cubicBezTo>
                    <a:cubicBezTo>
                      <a:pt x="1114" y="5971"/>
                      <a:pt x="1116" y="5967"/>
                      <a:pt x="1121" y="5967"/>
                    </a:cubicBezTo>
                    <a:cubicBezTo>
                      <a:pt x="1137" y="5967"/>
                      <a:pt x="1153" y="5959"/>
                      <a:pt x="1163" y="5959"/>
                    </a:cubicBezTo>
                    <a:cubicBezTo>
                      <a:pt x="1180" y="5957"/>
                      <a:pt x="1193" y="5956"/>
                      <a:pt x="1203" y="5956"/>
                    </a:cubicBezTo>
                    <a:cubicBezTo>
                      <a:pt x="1224" y="5956"/>
                      <a:pt x="1235" y="5959"/>
                      <a:pt x="1246" y="5959"/>
                    </a:cubicBezTo>
                    <a:cubicBezTo>
                      <a:pt x="1259" y="5967"/>
                      <a:pt x="1267" y="5967"/>
                      <a:pt x="1274" y="5967"/>
                    </a:cubicBezTo>
                    <a:cubicBezTo>
                      <a:pt x="1282" y="5967"/>
                      <a:pt x="1288" y="5967"/>
                      <a:pt x="1296" y="5975"/>
                    </a:cubicBezTo>
                    <a:cubicBezTo>
                      <a:pt x="1314" y="5993"/>
                      <a:pt x="1296" y="6001"/>
                      <a:pt x="1314" y="6009"/>
                    </a:cubicBezTo>
                    <a:cubicBezTo>
                      <a:pt x="1328" y="6014"/>
                      <a:pt x="1334" y="6019"/>
                      <a:pt x="1341" y="6019"/>
                    </a:cubicBezTo>
                    <a:cubicBezTo>
                      <a:pt x="1346" y="6019"/>
                      <a:pt x="1353" y="6016"/>
                      <a:pt x="1364" y="6009"/>
                    </a:cubicBezTo>
                    <a:cubicBezTo>
                      <a:pt x="1388" y="6001"/>
                      <a:pt x="1372" y="6001"/>
                      <a:pt x="1388" y="6001"/>
                    </a:cubicBezTo>
                    <a:cubicBezTo>
                      <a:pt x="1396" y="5993"/>
                      <a:pt x="1404" y="5993"/>
                      <a:pt x="1404" y="5993"/>
                    </a:cubicBezTo>
                    <a:lnTo>
                      <a:pt x="1404" y="5993"/>
                    </a:lnTo>
                    <a:cubicBezTo>
                      <a:pt x="1404" y="5993"/>
                      <a:pt x="1372" y="6017"/>
                      <a:pt x="1414" y="6017"/>
                    </a:cubicBezTo>
                    <a:cubicBezTo>
                      <a:pt x="1454" y="6009"/>
                      <a:pt x="1480" y="5975"/>
                      <a:pt x="1464" y="5975"/>
                    </a:cubicBezTo>
                    <a:cubicBezTo>
                      <a:pt x="1464" y="5975"/>
                      <a:pt x="1475" y="5970"/>
                      <a:pt x="1485" y="5970"/>
                    </a:cubicBezTo>
                    <a:cubicBezTo>
                      <a:pt x="1493" y="5970"/>
                      <a:pt x="1501" y="5973"/>
                      <a:pt x="1504" y="5983"/>
                    </a:cubicBezTo>
                    <a:cubicBezTo>
                      <a:pt x="1512" y="6002"/>
                      <a:pt x="1518" y="6016"/>
                      <a:pt x="1527" y="6016"/>
                    </a:cubicBezTo>
                    <a:cubicBezTo>
                      <a:pt x="1530" y="6016"/>
                      <a:pt x="1534" y="6014"/>
                      <a:pt x="1538" y="6009"/>
                    </a:cubicBezTo>
                    <a:cubicBezTo>
                      <a:pt x="1564" y="5993"/>
                      <a:pt x="1580" y="5975"/>
                      <a:pt x="1564" y="5967"/>
                    </a:cubicBezTo>
                    <a:cubicBezTo>
                      <a:pt x="1546" y="5959"/>
                      <a:pt x="1530" y="5943"/>
                      <a:pt x="1522" y="5925"/>
                    </a:cubicBezTo>
                    <a:lnTo>
                      <a:pt x="1522" y="5893"/>
                    </a:lnTo>
                    <a:lnTo>
                      <a:pt x="1488" y="5875"/>
                    </a:lnTo>
                    <a:cubicBezTo>
                      <a:pt x="1488" y="5875"/>
                      <a:pt x="1496" y="5859"/>
                      <a:pt x="1472" y="5859"/>
                    </a:cubicBezTo>
                    <a:cubicBezTo>
                      <a:pt x="1459" y="5859"/>
                      <a:pt x="1436" y="5861"/>
                      <a:pt x="1419" y="5861"/>
                    </a:cubicBezTo>
                    <a:cubicBezTo>
                      <a:pt x="1402" y="5861"/>
                      <a:pt x="1392" y="5859"/>
                      <a:pt x="1404" y="5851"/>
                    </a:cubicBezTo>
                    <a:cubicBezTo>
                      <a:pt x="1425" y="5829"/>
                      <a:pt x="1434" y="5823"/>
                      <a:pt x="1439" y="5823"/>
                    </a:cubicBezTo>
                    <a:cubicBezTo>
                      <a:pt x="1444" y="5823"/>
                      <a:pt x="1446" y="5829"/>
                      <a:pt x="1454" y="5833"/>
                    </a:cubicBezTo>
                    <a:cubicBezTo>
                      <a:pt x="1458" y="5835"/>
                      <a:pt x="1462" y="5836"/>
                      <a:pt x="1467" y="5836"/>
                    </a:cubicBezTo>
                    <a:cubicBezTo>
                      <a:pt x="1482" y="5836"/>
                      <a:pt x="1500" y="5825"/>
                      <a:pt x="1514" y="5825"/>
                    </a:cubicBezTo>
                    <a:cubicBezTo>
                      <a:pt x="1522" y="5829"/>
                      <a:pt x="1524" y="5831"/>
                      <a:pt x="1527" y="5831"/>
                    </a:cubicBezTo>
                    <a:cubicBezTo>
                      <a:pt x="1530" y="5831"/>
                      <a:pt x="1534" y="5829"/>
                      <a:pt x="1546" y="5825"/>
                    </a:cubicBezTo>
                    <a:cubicBezTo>
                      <a:pt x="1570" y="5814"/>
                      <a:pt x="1570" y="5802"/>
                      <a:pt x="1578" y="5802"/>
                    </a:cubicBezTo>
                    <a:cubicBezTo>
                      <a:pt x="1582" y="5802"/>
                      <a:pt x="1587" y="5804"/>
                      <a:pt x="1597" y="5809"/>
                    </a:cubicBezTo>
                    <a:cubicBezTo>
                      <a:pt x="1623" y="5825"/>
                      <a:pt x="1681" y="5833"/>
                      <a:pt x="1681" y="5833"/>
                    </a:cubicBezTo>
                    <a:cubicBezTo>
                      <a:pt x="1681" y="5833"/>
                      <a:pt x="1681" y="5825"/>
                      <a:pt x="1689" y="5809"/>
                    </a:cubicBezTo>
                    <a:cubicBezTo>
                      <a:pt x="1689" y="5802"/>
                      <a:pt x="1701" y="5781"/>
                      <a:pt x="1711" y="5781"/>
                    </a:cubicBezTo>
                    <a:cubicBezTo>
                      <a:pt x="1712" y="5781"/>
                      <a:pt x="1714" y="5782"/>
                      <a:pt x="1715" y="5783"/>
                    </a:cubicBezTo>
                    <a:cubicBezTo>
                      <a:pt x="1736" y="5806"/>
                      <a:pt x="1755" y="5813"/>
                      <a:pt x="1768" y="5813"/>
                    </a:cubicBezTo>
                    <a:cubicBezTo>
                      <a:pt x="1774" y="5813"/>
                      <a:pt x="1778" y="5811"/>
                      <a:pt x="1781" y="5809"/>
                    </a:cubicBezTo>
                    <a:cubicBezTo>
                      <a:pt x="1789" y="5793"/>
                      <a:pt x="1805" y="5783"/>
                      <a:pt x="1823" y="5783"/>
                    </a:cubicBezTo>
                    <a:cubicBezTo>
                      <a:pt x="1839" y="5775"/>
                      <a:pt x="1865" y="5775"/>
                      <a:pt x="1873" y="5775"/>
                    </a:cubicBezTo>
                    <a:cubicBezTo>
                      <a:pt x="1876" y="5777"/>
                      <a:pt x="1885" y="5778"/>
                      <a:pt x="1896" y="5778"/>
                    </a:cubicBezTo>
                    <a:cubicBezTo>
                      <a:pt x="1918" y="5778"/>
                      <a:pt x="1947" y="5775"/>
                      <a:pt x="1947" y="5775"/>
                    </a:cubicBezTo>
                    <a:lnTo>
                      <a:pt x="2016" y="5783"/>
                    </a:lnTo>
                    <a:lnTo>
                      <a:pt x="2024" y="5817"/>
                    </a:lnTo>
                    <a:cubicBezTo>
                      <a:pt x="2024" y="5817"/>
                      <a:pt x="2066" y="5833"/>
                      <a:pt x="2066" y="5851"/>
                    </a:cubicBezTo>
                    <a:cubicBezTo>
                      <a:pt x="2066" y="5859"/>
                      <a:pt x="2106" y="5875"/>
                      <a:pt x="2106" y="5875"/>
                    </a:cubicBezTo>
                    <a:cubicBezTo>
                      <a:pt x="2140" y="5867"/>
                      <a:pt x="2174" y="5851"/>
                      <a:pt x="2182" y="5851"/>
                    </a:cubicBezTo>
                    <a:cubicBezTo>
                      <a:pt x="2190" y="5843"/>
                      <a:pt x="2224" y="5825"/>
                      <a:pt x="2224" y="5825"/>
                    </a:cubicBezTo>
                    <a:cubicBezTo>
                      <a:pt x="2252" y="5812"/>
                      <a:pt x="2259" y="5806"/>
                      <a:pt x="2262" y="5806"/>
                    </a:cubicBezTo>
                    <a:cubicBezTo>
                      <a:pt x="2265" y="5806"/>
                      <a:pt x="2266" y="5810"/>
                      <a:pt x="2274" y="5817"/>
                    </a:cubicBezTo>
                    <a:cubicBezTo>
                      <a:pt x="2282" y="5833"/>
                      <a:pt x="2282" y="5833"/>
                      <a:pt x="2298" y="5843"/>
                    </a:cubicBezTo>
                    <a:cubicBezTo>
                      <a:pt x="2324" y="5843"/>
                      <a:pt x="2340" y="5851"/>
                      <a:pt x="2357" y="5867"/>
                    </a:cubicBezTo>
                    <a:cubicBezTo>
                      <a:pt x="2367" y="5883"/>
                      <a:pt x="2383" y="5875"/>
                      <a:pt x="2391" y="5893"/>
                    </a:cubicBezTo>
                    <a:cubicBezTo>
                      <a:pt x="2407" y="5909"/>
                      <a:pt x="2425" y="5933"/>
                      <a:pt x="2433" y="5943"/>
                    </a:cubicBezTo>
                    <a:cubicBezTo>
                      <a:pt x="2433" y="5951"/>
                      <a:pt x="2457" y="5983"/>
                      <a:pt x="2457" y="5983"/>
                    </a:cubicBezTo>
                    <a:lnTo>
                      <a:pt x="2467" y="6017"/>
                    </a:lnTo>
                    <a:cubicBezTo>
                      <a:pt x="2441" y="6060"/>
                      <a:pt x="2449" y="6076"/>
                      <a:pt x="2449" y="6102"/>
                    </a:cubicBezTo>
                    <a:lnTo>
                      <a:pt x="2449" y="6152"/>
                    </a:lnTo>
                    <a:cubicBezTo>
                      <a:pt x="2499" y="6184"/>
                      <a:pt x="2483" y="6202"/>
                      <a:pt x="2507" y="6210"/>
                    </a:cubicBezTo>
                    <a:cubicBezTo>
                      <a:pt x="2533" y="6210"/>
                      <a:pt x="2549" y="6244"/>
                      <a:pt x="2549" y="6244"/>
                    </a:cubicBezTo>
                    <a:cubicBezTo>
                      <a:pt x="2549" y="6244"/>
                      <a:pt x="2567" y="6268"/>
                      <a:pt x="2567" y="6276"/>
                    </a:cubicBezTo>
                    <a:cubicBezTo>
                      <a:pt x="2567" y="6284"/>
                      <a:pt x="2583" y="6302"/>
                      <a:pt x="2583" y="6318"/>
                    </a:cubicBezTo>
                    <a:cubicBezTo>
                      <a:pt x="2590" y="6332"/>
                      <a:pt x="2574" y="6364"/>
                      <a:pt x="2578" y="6364"/>
                    </a:cubicBezTo>
                    <a:cubicBezTo>
                      <a:pt x="2579" y="6364"/>
                      <a:pt x="2581" y="6363"/>
                      <a:pt x="2583" y="6360"/>
                    </a:cubicBezTo>
                    <a:lnTo>
                      <a:pt x="2633" y="6410"/>
                    </a:lnTo>
                    <a:cubicBezTo>
                      <a:pt x="2633" y="6410"/>
                      <a:pt x="2649" y="6410"/>
                      <a:pt x="2657" y="6402"/>
                    </a:cubicBezTo>
                    <a:cubicBezTo>
                      <a:pt x="2661" y="6402"/>
                      <a:pt x="2668" y="6401"/>
                      <a:pt x="2674" y="6401"/>
                    </a:cubicBezTo>
                    <a:cubicBezTo>
                      <a:pt x="2683" y="6401"/>
                      <a:pt x="2691" y="6404"/>
                      <a:pt x="2691" y="6419"/>
                    </a:cubicBezTo>
                    <a:cubicBezTo>
                      <a:pt x="2699" y="6435"/>
                      <a:pt x="2707" y="6469"/>
                      <a:pt x="2718" y="6477"/>
                    </a:cubicBezTo>
                    <a:cubicBezTo>
                      <a:pt x="2718" y="6495"/>
                      <a:pt x="2734" y="6495"/>
                      <a:pt x="2750" y="6495"/>
                    </a:cubicBezTo>
                    <a:cubicBezTo>
                      <a:pt x="2758" y="6503"/>
                      <a:pt x="2784" y="6495"/>
                      <a:pt x="2784" y="6511"/>
                    </a:cubicBezTo>
                    <a:lnTo>
                      <a:pt x="2818" y="6469"/>
                    </a:lnTo>
                    <a:cubicBezTo>
                      <a:pt x="2818" y="6469"/>
                      <a:pt x="2818" y="6453"/>
                      <a:pt x="2826" y="6427"/>
                    </a:cubicBezTo>
                    <a:cubicBezTo>
                      <a:pt x="2834" y="6410"/>
                      <a:pt x="2850" y="6384"/>
                      <a:pt x="2850" y="6384"/>
                    </a:cubicBezTo>
                    <a:cubicBezTo>
                      <a:pt x="2850" y="6384"/>
                      <a:pt x="2868" y="6344"/>
                      <a:pt x="2850" y="6334"/>
                    </a:cubicBezTo>
                    <a:cubicBezTo>
                      <a:pt x="2842" y="6334"/>
                      <a:pt x="2842" y="6334"/>
                      <a:pt x="2834" y="6294"/>
                    </a:cubicBezTo>
                    <a:cubicBezTo>
                      <a:pt x="2826" y="6252"/>
                      <a:pt x="2826" y="6244"/>
                      <a:pt x="2834" y="6226"/>
                    </a:cubicBezTo>
                    <a:cubicBezTo>
                      <a:pt x="2834" y="6210"/>
                      <a:pt x="2842" y="6218"/>
                      <a:pt x="2834" y="6202"/>
                    </a:cubicBezTo>
                    <a:cubicBezTo>
                      <a:pt x="2826" y="6184"/>
                      <a:pt x="2834" y="6184"/>
                      <a:pt x="2808" y="6168"/>
                    </a:cubicBezTo>
                    <a:cubicBezTo>
                      <a:pt x="2792" y="6152"/>
                      <a:pt x="2800" y="6134"/>
                      <a:pt x="2784" y="6126"/>
                    </a:cubicBezTo>
                    <a:cubicBezTo>
                      <a:pt x="2758" y="6118"/>
                      <a:pt x="2768" y="6110"/>
                      <a:pt x="2758" y="6076"/>
                    </a:cubicBezTo>
                    <a:cubicBezTo>
                      <a:pt x="2750" y="6076"/>
                      <a:pt x="2750" y="6068"/>
                      <a:pt x="2750" y="6068"/>
                    </a:cubicBezTo>
                    <a:lnTo>
                      <a:pt x="2750" y="6076"/>
                    </a:lnTo>
                    <a:cubicBezTo>
                      <a:pt x="2750" y="6076"/>
                      <a:pt x="2750" y="6068"/>
                      <a:pt x="2742" y="6052"/>
                    </a:cubicBezTo>
                    <a:cubicBezTo>
                      <a:pt x="2726" y="5975"/>
                      <a:pt x="2707" y="5983"/>
                      <a:pt x="2718" y="5959"/>
                    </a:cubicBezTo>
                    <a:cubicBezTo>
                      <a:pt x="2734" y="5925"/>
                      <a:pt x="2742" y="5925"/>
                      <a:pt x="2734" y="5909"/>
                    </a:cubicBezTo>
                    <a:cubicBezTo>
                      <a:pt x="2726" y="5893"/>
                      <a:pt x="2699" y="5875"/>
                      <a:pt x="2691" y="5859"/>
                    </a:cubicBezTo>
                    <a:cubicBezTo>
                      <a:pt x="2683" y="5851"/>
                      <a:pt x="2649" y="5851"/>
                      <a:pt x="2641" y="5809"/>
                    </a:cubicBezTo>
                    <a:cubicBezTo>
                      <a:pt x="2625" y="5775"/>
                      <a:pt x="2625" y="5775"/>
                      <a:pt x="2617" y="5751"/>
                    </a:cubicBezTo>
                    <a:cubicBezTo>
                      <a:pt x="2617" y="5725"/>
                      <a:pt x="2591" y="5733"/>
                      <a:pt x="2617" y="5693"/>
                    </a:cubicBezTo>
                    <a:cubicBezTo>
                      <a:pt x="2633" y="5650"/>
                      <a:pt x="2617" y="5683"/>
                      <a:pt x="2607" y="5632"/>
                    </a:cubicBezTo>
                    <a:cubicBezTo>
                      <a:pt x="2607" y="5592"/>
                      <a:pt x="2591" y="5608"/>
                      <a:pt x="2607" y="5574"/>
                    </a:cubicBezTo>
                    <a:cubicBezTo>
                      <a:pt x="2625" y="5542"/>
                      <a:pt x="2641" y="5516"/>
                      <a:pt x="2649" y="5492"/>
                    </a:cubicBezTo>
                    <a:cubicBezTo>
                      <a:pt x="2657" y="5466"/>
                      <a:pt x="2641" y="5474"/>
                      <a:pt x="2683" y="5442"/>
                    </a:cubicBezTo>
                    <a:cubicBezTo>
                      <a:pt x="2718" y="5400"/>
                      <a:pt x="2768" y="5350"/>
                      <a:pt x="2784" y="5342"/>
                    </a:cubicBezTo>
                    <a:cubicBezTo>
                      <a:pt x="2834" y="5299"/>
                      <a:pt x="2826" y="5299"/>
                      <a:pt x="2842" y="5281"/>
                    </a:cubicBezTo>
                    <a:cubicBezTo>
                      <a:pt x="2858" y="5273"/>
                      <a:pt x="2858" y="5265"/>
                      <a:pt x="2876" y="5249"/>
                    </a:cubicBezTo>
                    <a:cubicBezTo>
                      <a:pt x="2892" y="5223"/>
                      <a:pt x="2892" y="5207"/>
                      <a:pt x="2908" y="5191"/>
                    </a:cubicBezTo>
                    <a:cubicBezTo>
                      <a:pt x="2930" y="5170"/>
                      <a:pt x="2922" y="5155"/>
                      <a:pt x="2942" y="5155"/>
                    </a:cubicBezTo>
                    <a:cubicBezTo>
                      <a:pt x="2946" y="5155"/>
                      <a:pt x="2951" y="5156"/>
                      <a:pt x="2958" y="5157"/>
                    </a:cubicBezTo>
                    <a:cubicBezTo>
                      <a:pt x="2973" y="5164"/>
                      <a:pt x="2984" y="5166"/>
                      <a:pt x="2993" y="5166"/>
                    </a:cubicBezTo>
                    <a:cubicBezTo>
                      <a:pt x="3006" y="5166"/>
                      <a:pt x="3016" y="5162"/>
                      <a:pt x="3026" y="5157"/>
                    </a:cubicBezTo>
                    <a:cubicBezTo>
                      <a:pt x="3030" y="5157"/>
                      <a:pt x="3028" y="5166"/>
                      <a:pt x="3030" y="5166"/>
                    </a:cubicBezTo>
                    <a:cubicBezTo>
                      <a:pt x="3032" y="5166"/>
                      <a:pt x="3038" y="5157"/>
                      <a:pt x="3058" y="5123"/>
                    </a:cubicBezTo>
                    <a:cubicBezTo>
                      <a:pt x="3093" y="5065"/>
                      <a:pt x="3119" y="5057"/>
                      <a:pt x="3119" y="5049"/>
                    </a:cubicBezTo>
                    <a:cubicBezTo>
                      <a:pt x="3126" y="5033"/>
                      <a:pt x="3160" y="5005"/>
                      <a:pt x="3173" y="5005"/>
                    </a:cubicBezTo>
                    <a:cubicBezTo>
                      <a:pt x="3175" y="5005"/>
                      <a:pt x="3176" y="5006"/>
                      <a:pt x="3177" y="5007"/>
                    </a:cubicBezTo>
                    <a:cubicBezTo>
                      <a:pt x="3182" y="5012"/>
                      <a:pt x="3184" y="5018"/>
                      <a:pt x="3190" y="5018"/>
                    </a:cubicBezTo>
                    <a:cubicBezTo>
                      <a:pt x="3193" y="5018"/>
                      <a:pt x="3196" y="5017"/>
                      <a:pt x="3201" y="5015"/>
                    </a:cubicBezTo>
                    <a:cubicBezTo>
                      <a:pt x="3227" y="4999"/>
                      <a:pt x="3251" y="4973"/>
                      <a:pt x="3243" y="4973"/>
                    </a:cubicBezTo>
                    <a:cubicBezTo>
                      <a:pt x="3185" y="4949"/>
                      <a:pt x="3169" y="4941"/>
                      <a:pt x="3177" y="4931"/>
                    </a:cubicBezTo>
                    <a:cubicBezTo>
                      <a:pt x="3193" y="4914"/>
                      <a:pt x="3159" y="4906"/>
                      <a:pt x="3201" y="4906"/>
                    </a:cubicBezTo>
                    <a:cubicBezTo>
                      <a:pt x="3218" y="4902"/>
                      <a:pt x="3226" y="4902"/>
                      <a:pt x="3233" y="4902"/>
                    </a:cubicBezTo>
                    <a:cubicBezTo>
                      <a:pt x="3239" y="4902"/>
                      <a:pt x="3243" y="4902"/>
                      <a:pt x="3251" y="4898"/>
                    </a:cubicBezTo>
                    <a:cubicBezTo>
                      <a:pt x="3277" y="4872"/>
                      <a:pt x="3309" y="4856"/>
                      <a:pt x="3309" y="4848"/>
                    </a:cubicBezTo>
                    <a:cubicBezTo>
                      <a:pt x="3309" y="4830"/>
                      <a:pt x="3319" y="4806"/>
                      <a:pt x="3319" y="4806"/>
                    </a:cubicBezTo>
                    <a:cubicBezTo>
                      <a:pt x="3294" y="4798"/>
                      <a:pt x="3279" y="4798"/>
                      <a:pt x="3270" y="4798"/>
                    </a:cubicBezTo>
                    <a:cubicBezTo>
                      <a:pt x="3261" y="4798"/>
                      <a:pt x="3259" y="4798"/>
                      <a:pt x="3259" y="4790"/>
                    </a:cubicBezTo>
                    <a:cubicBezTo>
                      <a:pt x="3251" y="4764"/>
                      <a:pt x="3259" y="4748"/>
                      <a:pt x="3259" y="4748"/>
                    </a:cubicBezTo>
                    <a:cubicBezTo>
                      <a:pt x="3259" y="4748"/>
                      <a:pt x="3285" y="4748"/>
                      <a:pt x="3277" y="4722"/>
                    </a:cubicBezTo>
                    <a:cubicBezTo>
                      <a:pt x="3269" y="4690"/>
                      <a:pt x="3269" y="4672"/>
                      <a:pt x="3269" y="4656"/>
                    </a:cubicBezTo>
                    <a:cubicBezTo>
                      <a:pt x="3269" y="4642"/>
                      <a:pt x="3269" y="4628"/>
                      <a:pt x="3254" y="4628"/>
                    </a:cubicBezTo>
                    <a:cubicBezTo>
                      <a:pt x="3251" y="4628"/>
                      <a:pt x="3247" y="4628"/>
                      <a:pt x="3243" y="4630"/>
                    </a:cubicBezTo>
                    <a:cubicBezTo>
                      <a:pt x="3233" y="4632"/>
                      <a:pt x="3227" y="4634"/>
                      <a:pt x="3223" y="4634"/>
                    </a:cubicBezTo>
                    <a:cubicBezTo>
                      <a:pt x="3212" y="4634"/>
                      <a:pt x="3212" y="4625"/>
                      <a:pt x="3193" y="4614"/>
                    </a:cubicBezTo>
                    <a:cubicBezTo>
                      <a:pt x="3169" y="4598"/>
                      <a:pt x="3135" y="4590"/>
                      <a:pt x="3151" y="4580"/>
                    </a:cubicBezTo>
                    <a:cubicBezTo>
                      <a:pt x="3154" y="4578"/>
                      <a:pt x="3158" y="4578"/>
                      <a:pt x="3162" y="4578"/>
                    </a:cubicBezTo>
                    <a:cubicBezTo>
                      <a:pt x="3176" y="4578"/>
                      <a:pt x="3189" y="4583"/>
                      <a:pt x="3199" y="4583"/>
                    </a:cubicBezTo>
                    <a:cubicBezTo>
                      <a:pt x="3205" y="4583"/>
                      <a:pt x="3209" y="4581"/>
                      <a:pt x="3209" y="4572"/>
                    </a:cubicBezTo>
                    <a:cubicBezTo>
                      <a:pt x="3209" y="4547"/>
                      <a:pt x="3185" y="4539"/>
                      <a:pt x="3185" y="4539"/>
                    </a:cubicBezTo>
                    <a:cubicBezTo>
                      <a:pt x="3185" y="4539"/>
                      <a:pt x="3159" y="4513"/>
                      <a:pt x="3151" y="4497"/>
                    </a:cubicBezTo>
                    <a:cubicBezTo>
                      <a:pt x="3143" y="4439"/>
                      <a:pt x="3109" y="4421"/>
                      <a:pt x="3135" y="4413"/>
                    </a:cubicBezTo>
                    <a:cubicBezTo>
                      <a:pt x="3136" y="4413"/>
                      <a:pt x="3138" y="4413"/>
                      <a:pt x="3139" y="4413"/>
                    </a:cubicBezTo>
                    <a:cubicBezTo>
                      <a:pt x="3156" y="4413"/>
                      <a:pt x="3154" y="4441"/>
                      <a:pt x="3158" y="4441"/>
                    </a:cubicBezTo>
                    <a:cubicBezTo>
                      <a:pt x="3160" y="4441"/>
                      <a:pt x="3164" y="4430"/>
                      <a:pt x="3177" y="4397"/>
                    </a:cubicBezTo>
                    <a:cubicBezTo>
                      <a:pt x="3219" y="4305"/>
                      <a:pt x="3193" y="4271"/>
                      <a:pt x="3219" y="4263"/>
                    </a:cubicBezTo>
                    <a:cubicBezTo>
                      <a:pt x="3220" y="4262"/>
                      <a:pt x="3221" y="4262"/>
                      <a:pt x="3222" y="4262"/>
                    </a:cubicBezTo>
                    <a:cubicBezTo>
                      <a:pt x="3239" y="4262"/>
                      <a:pt x="3209" y="4324"/>
                      <a:pt x="3219" y="4371"/>
                    </a:cubicBezTo>
                    <a:cubicBezTo>
                      <a:pt x="3227" y="4421"/>
                      <a:pt x="3209" y="4389"/>
                      <a:pt x="3227" y="4421"/>
                    </a:cubicBezTo>
                    <a:cubicBezTo>
                      <a:pt x="3243" y="4455"/>
                      <a:pt x="3269" y="4447"/>
                      <a:pt x="3277" y="4463"/>
                    </a:cubicBezTo>
                    <a:cubicBezTo>
                      <a:pt x="3277" y="4489"/>
                      <a:pt x="3227" y="4505"/>
                      <a:pt x="3259" y="4529"/>
                    </a:cubicBezTo>
                    <a:cubicBezTo>
                      <a:pt x="3271" y="4539"/>
                      <a:pt x="3282" y="4543"/>
                      <a:pt x="3292" y="4543"/>
                    </a:cubicBezTo>
                    <a:cubicBezTo>
                      <a:pt x="3308" y="4543"/>
                      <a:pt x="3319" y="4530"/>
                      <a:pt x="3319" y="4513"/>
                    </a:cubicBezTo>
                    <a:cubicBezTo>
                      <a:pt x="3319" y="4489"/>
                      <a:pt x="3309" y="4471"/>
                      <a:pt x="3335" y="4455"/>
                    </a:cubicBezTo>
                    <a:cubicBezTo>
                      <a:pt x="3351" y="4439"/>
                      <a:pt x="3359" y="4429"/>
                      <a:pt x="3359" y="4421"/>
                    </a:cubicBezTo>
                    <a:cubicBezTo>
                      <a:pt x="3359" y="4413"/>
                      <a:pt x="3377" y="4397"/>
                      <a:pt x="3369" y="4371"/>
                    </a:cubicBezTo>
                    <a:cubicBezTo>
                      <a:pt x="3359" y="4355"/>
                      <a:pt x="3335" y="4347"/>
                      <a:pt x="3335" y="4321"/>
                    </a:cubicBezTo>
                    <a:cubicBezTo>
                      <a:pt x="3335" y="4316"/>
                      <a:pt x="3334" y="4315"/>
                      <a:pt x="3333" y="4315"/>
                    </a:cubicBezTo>
                    <a:cubicBezTo>
                      <a:pt x="3332" y="4315"/>
                      <a:pt x="3331" y="4315"/>
                      <a:pt x="3330" y="4315"/>
                    </a:cubicBezTo>
                    <a:cubicBezTo>
                      <a:pt x="3327" y="4315"/>
                      <a:pt x="3323" y="4313"/>
                      <a:pt x="3319" y="4297"/>
                    </a:cubicBezTo>
                    <a:cubicBezTo>
                      <a:pt x="3319" y="4285"/>
                      <a:pt x="3319" y="4273"/>
                      <a:pt x="3316" y="4265"/>
                    </a:cubicBezTo>
                    <a:lnTo>
                      <a:pt x="3316" y="4265"/>
                    </a:lnTo>
                    <a:cubicBezTo>
                      <a:pt x="3326" y="4277"/>
                      <a:pt x="3338" y="4289"/>
                      <a:pt x="3351" y="4289"/>
                    </a:cubicBezTo>
                    <a:cubicBezTo>
                      <a:pt x="3369" y="4279"/>
                      <a:pt x="3377" y="4279"/>
                      <a:pt x="3385" y="4279"/>
                    </a:cubicBezTo>
                    <a:cubicBezTo>
                      <a:pt x="3390" y="4279"/>
                      <a:pt x="3392" y="4282"/>
                      <a:pt x="3395" y="4282"/>
                    </a:cubicBezTo>
                    <a:cubicBezTo>
                      <a:pt x="3398" y="4282"/>
                      <a:pt x="3402" y="4279"/>
                      <a:pt x="3409" y="4271"/>
                    </a:cubicBezTo>
                    <a:cubicBezTo>
                      <a:pt x="3435" y="4255"/>
                      <a:pt x="3502" y="4197"/>
                      <a:pt x="3486" y="4178"/>
                    </a:cubicBezTo>
                    <a:cubicBezTo>
                      <a:pt x="3478" y="4154"/>
                      <a:pt x="3494" y="4146"/>
                      <a:pt x="3494" y="4120"/>
                    </a:cubicBezTo>
                    <a:cubicBezTo>
                      <a:pt x="3494" y="4104"/>
                      <a:pt x="3510" y="4078"/>
                      <a:pt x="3502" y="4062"/>
                    </a:cubicBezTo>
                    <a:cubicBezTo>
                      <a:pt x="3486" y="4046"/>
                      <a:pt x="3451" y="4062"/>
                      <a:pt x="3451" y="4038"/>
                    </a:cubicBezTo>
                    <a:cubicBezTo>
                      <a:pt x="3451" y="4012"/>
                      <a:pt x="3460" y="3996"/>
                      <a:pt x="3470" y="3978"/>
                    </a:cubicBezTo>
                    <a:cubicBezTo>
                      <a:pt x="3478" y="3970"/>
                      <a:pt x="3502" y="3962"/>
                      <a:pt x="3502" y="3962"/>
                    </a:cubicBezTo>
                    <a:lnTo>
                      <a:pt x="3502" y="4020"/>
                    </a:lnTo>
                    <a:lnTo>
                      <a:pt x="3544" y="3988"/>
                    </a:lnTo>
                    <a:cubicBezTo>
                      <a:pt x="3544" y="3988"/>
                      <a:pt x="3552" y="3970"/>
                      <a:pt x="3570" y="3962"/>
                    </a:cubicBezTo>
                    <a:cubicBezTo>
                      <a:pt x="3586" y="3962"/>
                      <a:pt x="3586" y="3938"/>
                      <a:pt x="3610" y="3938"/>
                    </a:cubicBezTo>
                    <a:cubicBezTo>
                      <a:pt x="3628" y="3938"/>
                      <a:pt x="3652" y="3928"/>
                      <a:pt x="3670" y="3928"/>
                    </a:cubicBezTo>
                    <a:cubicBezTo>
                      <a:pt x="3680" y="3928"/>
                      <a:pt x="3671" y="3941"/>
                      <a:pt x="3674" y="3941"/>
                    </a:cubicBezTo>
                    <a:cubicBezTo>
                      <a:pt x="3676" y="3941"/>
                      <a:pt x="3683" y="3936"/>
                      <a:pt x="3702" y="3920"/>
                    </a:cubicBezTo>
                    <a:cubicBezTo>
                      <a:pt x="3730" y="3899"/>
                      <a:pt x="3753" y="3895"/>
                      <a:pt x="3770" y="3895"/>
                    </a:cubicBezTo>
                    <a:cubicBezTo>
                      <a:pt x="3782" y="3895"/>
                      <a:pt x="3791" y="3897"/>
                      <a:pt x="3797" y="3897"/>
                    </a:cubicBezTo>
                    <a:cubicBezTo>
                      <a:pt x="3799" y="3897"/>
                      <a:pt x="3801" y="3897"/>
                      <a:pt x="3802" y="3896"/>
                    </a:cubicBezTo>
                    <a:cubicBezTo>
                      <a:pt x="3819" y="3892"/>
                      <a:pt x="3824" y="3892"/>
                      <a:pt x="3826" y="3892"/>
                    </a:cubicBezTo>
                    <a:cubicBezTo>
                      <a:pt x="3828" y="3892"/>
                      <a:pt x="3828" y="3892"/>
                      <a:pt x="3837" y="3888"/>
                    </a:cubicBezTo>
                    <a:cubicBezTo>
                      <a:pt x="3845" y="3870"/>
                      <a:pt x="3861" y="3838"/>
                      <a:pt x="3861" y="3838"/>
                    </a:cubicBezTo>
                    <a:cubicBezTo>
                      <a:pt x="3861" y="3838"/>
                      <a:pt x="3887" y="3838"/>
                      <a:pt x="3895" y="3820"/>
                    </a:cubicBezTo>
                    <a:cubicBezTo>
                      <a:pt x="3903" y="3812"/>
                      <a:pt x="3953" y="3795"/>
                      <a:pt x="3945" y="3777"/>
                    </a:cubicBezTo>
                    <a:cubicBezTo>
                      <a:pt x="3937" y="3769"/>
                      <a:pt x="3929" y="3761"/>
                      <a:pt x="3911" y="3737"/>
                    </a:cubicBezTo>
                    <a:cubicBezTo>
                      <a:pt x="3895" y="3719"/>
                      <a:pt x="3921" y="3727"/>
                      <a:pt x="3903" y="3695"/>
                    </a:cubicBezTo>
                    <a:cubicBezTo>
                      <a:pt x="3894" y="3683"/>
                      <a:pt x="3887" y="3681"/>
                      <a:pt x="3883" y="3681"/>
                    </a:cubicBezTo>
                    <a:cubicBezTo>
                      <a:pt x="3880" y="3681"/>
                      <a:pt x="3878" y="3681"/>
                      <a:pt x="3877" y="3681"/>
                    </a:cubicBezTo>
                    <a:cubicBezTo>
                      <a:pt x="3875" y="3681"/>
                      <a:pt x="3875" y="3678"/>
                      <a:pt x="3879" y="3661"/>
                    </a:cubicBezTo>
                    <a:cubicBezTo>
                      <a:pt x="3895" y="3627"/>
                      <a:pt x="3903" y="3637"/>
                      <a:pt x="3895" y="3603"/>
                    </a:cubicBezTo>
                    <a:cubicBezTo>
                      <a:pt x="3895" y="3569"/>
                      <a:pt x="3895" y="3553"/>
                      <a:pt x="3921" y="3537"/>
                    </a:cubicBezTo>
                    <a:cubicBezTo>
                      <a:pt x="3953" y="3519"/>
                      <a:pt x="3945" y="3503"/>
                      <a:pt x="3979" y="3477"/>
                    </a:cubicBezTo>
                    <a:cubicBezTo>
                      <a:pt x="4003" y="3445"/>
                      <a:pt x="3945" y="3453"/>
                      <a:pt x="4011" y="3436"/>
                    </a:cubicBezTo>
                    <a:cubicBezTo>
                      <a:pt x="4031" y="3429"/>
                      <a:pt x="4041" y="3426"/>
                      <a:pt x="4047" y="3426"/>
                    </a:cubicBezTo>
                    <a:cubicBezTo>
                      <a:pt x="4058" y="3426"/>
                      <a:pt x="4048" y="3438"/>
                      <a:pt x="4055" y="3438"/>
                    </a:cubicBezTo>
                    <a:cubicBezTo>
                      <a:pt x="4057" y="3438"/>
                      <a:pt x="4058" y="3437"/>
                      <a:pt x="4061" y="3436"/>
                    </a:cubicBezTo>
                    <a:cubicBezTo>
                      <a:pt x="4079" y="3418"/>
                      <a:pt x="4121" y="3426"/>
                      <a:pt x="4121" y="3410"/>
                    </a:cubicBezTo>
                    <a:cubicBezTo>
                      <a:pt x="4121" y="3402"/>
                      <a:pt x="4137" y="3360"/>
                      <a:pt x="4137" y="3360"/>
                    </a:cubicBezTo>
                    <a:cubicBezTo>
                      <a:pt x="4153" y="3336"/>
                      <a:pt x="4179" y="3336"/>
                      <a:pt x="4187" y="3336"/>
                    </a:cubicBezTo>
                    <a:cubicBezTo>
                      <a:pt x="4195" y="3336"/>
                      <a:pt x="4246" y="3326"/>
                      <a:pt x="4246" y="3326"/>
                    </a:cubicBezTo>
                    <a:lnTo>
                      <a:pt x="4322" y="3294"/>
                    </a:lnTo>
                    <a:cubicBezTo>
                      <a:pt x="4322" y="3294"/>
                      <a:pt x="4338" y="3294"/>
                      <a:pt x="4338" y="3286"/>
                    </a:cubicBezTo>
                    <a:cubicBezTo>
                      <a:pt x="4338" y="3270"/>
                      <a:pt x="4344" y="3250"/>
                      <a:pt x="4356" y="3250"/>
                    </a:cubicBezTo>
                    <a:cubicBezTo>
                      <a:pt x="4358" y="3250"/>
                      <a:pt x="4360" y="3251"/>
                      <a:pt x="4362" y="3252"/>
                    </a:cubicBezTo>
                    <a:cubicBezTo>
                      <a:pt x="4367" y="3256"/>
                      <a:pt x="4379" y="3263"/>
                      <a:pt x="4389" y="3263"/>
                    </a:cubicBezTo>
                    <a:cubicBezTo>
                      <a:pt x="4397" y="3263"/>
                      <a:pt x="4404" y="3259"/>
                      <a:pt x="4404" y="3244"/>
                    </a:cubicBezTo>
                    <a:cubicBezTo>
                      <a:pt x="4410" y="3202"/>
                      <a:pt x="4407" y="3190"/>
                      <a:pt x="4402" y="3190"/>
                    </a:cubicBezTo>
                    <a:cubicBezTo>
                      <a:pt x="4400" y="3190"/>
                      <a:pt x="4398" y="3192"/>
                      <a:pt x="4396" y="3194"/>
                    </a:cubicBezTo>
                    <a:cubicBezTo>
                      <a:pt x="4388" y="3194"/>
                      <a:pt x="4396" y="3186"/>
                      <a:pt x="4396" y="3186"/>
                    </a:cubicBezTo>
                    <a:cubicBezTo>
                      <a:pt x="4406" y="3189"/>
                      <a:pt x="4419" y="3191"/>
                      <a:pt x="4431" y="3191"/>
                    </a:cubicBezTo>
                    <a:cubicBezTo>
                      <a:pt x="4449" y="3191"/>
                      <a:pt x="4466" y="3187"/>
                      <a:pt x="4472" y="3176"/>
                    </a:cubicBezTo>
                    <a:lnTo>
                      <a:pt x="4504" y="3136"/>
                    </a:lnTo>
                    <a:cubicBezTo>
                      <a:pt x="4504" y="3136"/>
                      <a:pt x="4531" y="3161"/>
                      <a:pt x="4543" y="3161"/>
                    </a:cubicBezTo>
                    <a:cubicBezTo>
                      <a:pt x="4544" y="3161"/>
                      <a:pt x="4546" y="3161"/>
                      <a:pt x="4546" y="3160"/>
                    </a:cubicBezTo>
                    <a:cubicBezTo>
                      <a:pt x="4554" y="3152"/>
                      <a:pt x="4597" y="3136"/>
                      <a:pt x="4613" y="3136"/>
                    </a:cubicBezTo>
                    <a:cubicBezTo>
                      <a:pt x="4623" y="3126"/>
                      <a:pt x="4655" y="3118"/>
                      <a:pt x="4663" y="3110"/>
                    </a:cubicBezTo>
                    <a:cubicBezTo>
                      <a:pt x="4681" y="3110"/>
                      <a:pt x="4673" y="3076"/>
                      <a:pt x="4681" y="3076"/>
                    </a:cubicBezTo>
                    <a:lnTo>
                      <a:pt x="4697" y="3076"/>
                    </a:lnTo>
                    <a:cubicBezTo>
                      <a:pt x="4699" y="3075"/>
                      <a:pt x="4700" y="3074"/>
                      <a:pt x="4701" y="3074"/>
                    </a:cubicBezTo>
                    <a:cubicBezTo>
                      <a:pt x="4713" y="3074"/>
                      <a:pt x="4713" y="3102"/>
                      <a:pt x="4713" y="3102"/>
                    </a:cubicBezTo>
                    <a:cubicBezTo>
                      <a:pt x="4697" y="3126"/>
                      <a:pt x="4705" y="3136"/>
                      <a:pt x="4731" y="3136"/>
                    </a:cubicBezTo>
                    <a:cubicBezTo>
                      <a:pt x="4747" y="3126"/>
                      <a:pt x="4781" y="3110"/>
                      <a:pt x="4797" y="3110"/>
                    </a:cubicBezTo>
                    <a:cubicBezTo>
                      <a:pt x="4805" y="3110"/>
                      <a:pt x="4831" y="3118"/>
                      <a:pt x="4831" y="3136"/>
                    </a:cubicBezTo>
                    <a:cubicBezTo>
                      <a:pt x="4831" y="3152"/>
                      <a:pt x="4839" y="3160"/>
                      <a:pt x="4805" y="3168"/>
                    </a:cubicBezTo>
                    <a:cubicBezTo>
                      <a:pt x="4784" y="3168"/>
                      <a:pt x="4794" y="3149"/>
                      <a:pt x="4782" y="3149"/>
                    </a:cubicBezTo>
                    <a:cubicBezTo>
                      <a:pt x="4776" y="3149"/>
                      <a:pt x="4764" y="3154"/>
                      <a:pt x="4739" y="3168"/>
                    </a:cubicBezTo>
                    <a:cubicBezTo>
                      <a:pt x="4701" y="3192"/>
                      <a:pt x="4688" y="3197"/>
                      <a:pt x="4680" y="3197"/>
                    </a:cubicBezTo>
                    <a:cubicBezTo>
                      <a:pt x="4673" y="3197"/>
                      <a:pt x="4671" y="3194"/>
                      <a:pt x="4663" y="3194"/>
                    </a:cubicBezTo>
                    <a:cubicBezTo>
                      <a:pt x="4660" y="3195"/>
                      <a:pt x="4659" y="3195"/>
                      <a:pt x="4658" y="3195"/>
                    </a:cubicBezTo>
                    <a:cubicBezTo>
                      <a:pt x="4653" y="3195"/>
                      <a:pt x="4654" y="3190"/>
                      <a:pt x="4650" y="3190"/>
                    </a:cubicBezTo>
                    <a:cubicBezTo>
                      <a:pt x="4647" y="3190"/>
                      <a:pt x="4642" y="3193"/>
                      <a:pt x="4631" y="3202"/>
                    </a:cubicBezTo>
                    <a:cubicBezTo>
                      <a:pt x="4589" y="3236"/>
                      <a:pt x="4581" y="3252"/>
                      <a:pt x="4554" y="3276"/>
                    </a:cubicBezTo>
                    <a:cubicBezTo>
                      <a:pt x="4530" y="3310"/>
                      <a:pt x="4522" y="3326"/>
                      <a:pt x="4504" y="3344"/>
                    </a:cubicBezTo>
                    <a:cubicBezTo>
                      <a:pt x="4488" y="3360"/>
                      <a:pt x="4512" y="3368"/>
                      <a:pt x="4504" y="3394"/>
                    </a:cubicBezTo>
                    <a:cubicBezTo>
                      <a:pt x="4496" y="3418"/>
                      <a:pt x="4496" y="3436"/>
                      <a:pt x="4522" y="3436"/>
                    </a:cubicBezTo>
                    <a:cubicBezTo>
                      <a:pt x="4542" y="3436"/>
                      <a:pt x="4556" y="3447"/>
                      <a:pt x="4574" y="3447"/>
                    </a:cubicBezTo>
                    <a:cubicBezTo>
                      <a:pt x="4579" y="3447"/>
                      <a:pt x="4583" y="3446"/>
                      <a:pt x="4589" y="3445"/>
                    </a:cubicBezTo>
                    <a:cubicBezTo>
                      <a:pt x="4613" y="3436"/>
                      <a:pt x="4663" y="3418"/>
                      <a:pt x="4673" y="3402"/>
                    </a:cubicBezTo>
                    <a:cubicBezTo>
                      <a:pt x="4681" y="3386"/>
                      <a:pt x="4739" y="3352"/>
                      <a:pt x="4747" y="3326"/>
                    </a:cubicBezTo>
                    <a:cubicBezTo>
                      <a:pt x="4747" y="3302"/>
                      <a:pt x="4763" y="3276"/>
                      <a:pt x="4773" y="3276"/>
                    </a:cubicBezTo>
                    <a:cubicBezTo>
                      <a:pt x="4789" y="3268"/>
                      <a:pt x="4813" y="3252"/>
                      <a:pt x="4839" y="3244"/>
                    </a:cubicBezTo>
                    <a:cubicBezTo>
                      <a:pt x="4873" y="3236"/>
                      <a:pt x="4923" y="3218"/>
                      <a:pt x="4948" y="3210"/>
                    </a:cubicBezTo>
                    <a:cubicBezTo>
                      <a:pt x="4964" y="3202"/>
                      <a:pt x="5014" y="3186"/>
                      <a:pt x="5040" y="3176"/>
                    </a:cubicBezTo>
                    <a:cubicBezTo>
                      <a:pt x="5064" y="3168"/>
                      <a:pt x="5132" y="3144"/>
                      <a:pt x="5140" y="3126"/>
                    </a:cubicBezTo>
                    <a:cubicBezTo>
                      <a:pt x="5148" y="3110"/>
                      <a:pt x="5174" y="3094"/>
                      <a:pt x="5174" y="3094"/>
                    </a:cubicBezTo>
                    <a:lnTo>
                      <a:pt x="5224" y="3086"/>
                    </a:lnTo>
                    <a:cubicBezTo>
                      <a:pt x="5224" y="3086"/>
                      <a:pt x="5190" y="3068"/>
                      <a:pt x="5182" y="3051"/>
                    </a:cubicBezTo>
                    <a:cubicBezTo>
                      <a:pt x="5175" y="3037"/>
                      <a:pt x="5188" y="3000"/>
                      <a:pt x="5178" y="3000"/>
                    </a:cubicBezTo>
                    <a:cubicBezTo>
                      <a:pt x="5177" y="3000"/>
                      <a:pt x="5175" y="3001"/>
                      <a:pt x="5174" y="3001"/>
                    </a:cubicBezTo>
                    <a:cubicBezTo>
                      <a:pt x="5170" y="3003"/>
                      <a:pt x="5166" y="3004"/>
                      <a:pt x="5162" y="3004"/>
                    </a:cubicBezTo>
                    <a:cubicBezTo>
                      <a:pt x="5155" y="3004"/>
                      <a:pt x="5147" y="3002"/>
                      <a:pt x="5137" y="3002"/>
                    </a:cubicBezTo>
                    <a:cubicBezTo>
                      <a:pt x="5129" y="3002"/>
                      <a:pt x="5119" y="3003"/>
                      <a:pt x="5106" y="3009"/>
                    </a:cubicBezTo>
                    <a:cubicBezTo>
                      <a:pt x="5074" y="3025"/>
                      <a:pt x="5064" y="3035"/>
                      <a:pt x="5056" y="3051"/>
                    </a:cubicBezTo>
                    <a:cubicBezTo>
                      <a:pt x="5055" y="3052"/>
                      <a:pt x="5054" y="3053"/>
                      <a:pt x="5053" y="3053"/>
                    </a:cubicBezTo>
                    <a:cubicBezTo>
                      <a:pt x="5046" y="3053"/>
                      <a:pt x="5038" y="3025"/>
                      <a:pt x="5024" y="3025"/>
                    </a:cubicBezTo>
                    <a:cubicBezTo>
                      <a:pt x="4998" y="3025"/>
                      <a:pt x="4948" y="3059"/>
                      <a:pt x="4931" y="3059"/>
                    </a:cubicBezTo>
                    <a:cubicBezTo>
                      <a:pt x="4930" y="3060"/>
                      <a:pt x="4928" y="3060"/>
                      <a:pt x="4926" y="3060"/>
                    </a:cubicBezTo>
                    <a:cubicBezTo>
                      <a:pt x="4903" y="3060"/>
                      <a:pt x="4889" y="3017"/>
                      <a:pt x="4889" y="3017"/>
                    </a:cubicBezTo>
                    <a:lnTo>
                      <a:pt x="4831" y="3025"/>
                    </a:lnTo>
                    <a:cubicBezTo>
                      <a:pt x="4797" y="3017"/>
                      <a:pt x="4781" y="2993"/>
                      <a:pt x="4781" y="2993"/>
                    </a:cubicBezTo>
                    <a:cubicBezTo>
                      <a:pt x="4747" y="2975"/>
                      <a:pt x="4731" y="2975"/>
                      <a:pt x="4731" y="2975"/>
                    </a:cubicBezTo>
                    <a:cubicBezTo>
                      <a:pt x="4731" y="2975"/>
                      <a:pt x="4705" y="2959"/>
                      <a:pt x="4697" y="2951"/>
                    </a:cubicBezTo>
                    <a:lnTo>
                      <a:pt x="4697" y="2917"/>
                    </a:lnTo>
                    <a:cubicBezTo>
                      <a:pt x="4697" y="2917"/>
                      <a:pt x="4689" y="2893"/>
                      <a:pt x="4681" y="2893"/>
                    </a:cubicBezTo>
                    <a:cubicBezTo>
                      <a:pt x="4673" y="2893"/>
                      <a:pt x="4647" y="2859"/>
                      <a:pt x="4639" y="2859"/>
                    </a:cubicBezTo>
                    <a:lnTo>
                      <a:pt x="4605" y="2809"/>
                    </a:lnTo>
                    <a:cubicBezTo>
                      <a:pt x="4605" y="2809"/>
                      <a:pt x="4673" y="2751"/>
                      <a:pt x="4663" y="2735"/>
                    </a:cubicBezTo>
                    <a:cubicBezTo>
                      <a:pt x="4655" y="2717"/>
                      <a:pt x="4647" y="2709"/>
                      <a:pt x="4631" y="2701"/>
                    </a:cubicBezTo>
                    <a:cubicBezTo>
                      <a:pt x="4630" y="2700"/>
                      <a:pt x="4629" y="2700"/>
                      <a:pt x="4628" y="2700"/>
                    </a:cubicBezTo>
                    <a:cubicBezTo>
                      <a:pt x="4614" y="2700"/>
                      <a:pt x="4567" y="2729"/>
                      <a:pt x="4551" y="2729"/>
                    </a:cubicBezTo>
                    <a:cubicBezTo>
                      <a:pt x="4548" y="2729"/>
                      <a:pt x="4546" y="2727"/>
                      <a:pt x="4546" y="2725"/>
                    </a:cubicBezTo>
                    <a:cubicBezTo>
                      <a:pt x="4546" y="2717"/>
                      <a:pt x="4538" y="2709"/>
                      <a:pt x="4530" y="2701"/>
                    </a:cubicBezTo>
                    <a:cubicBezTo>
                      <a:pt x="4522" y="2692"/>
                      <a:pt x="4496" y="2674"/>
                      <a:pt x="4496" y="2674"/>
                    </a:cubicBezTo>
                    <a:cubicBezTo>
                      <a:pt x="4496" y="2674"/>
                      <a:pt x="4605" y="2666"/>
                      <a:pt x="4631" y="2650"/>
                    </a:cubicBezTo>
                    <a:cubicBezTo>
                      <a:pt x="4639" y="2634"/>
                      <a:pt x="4663" y="2624"/>
                      <a:pt x="4681" y="2608"/>
                    </a:cubicBezTo>
                    <a:cubicBezTo>
                      <a:pt x="4697" y="2592"/>
                      <a:pt x="4731" y="2566"/>
                      <a:pt x="4731" y="2550"/>
                    </a:cubicBezTo>
                    <a:cubicBezTo>
                      <a:pt x="4731" y="2534"/>
                      <a:pt x="4689" y="2524"/>
                      <a:pt x="4673" y="2508"/>
                    </a:cubicBezTo>
                    <a:cubicBezTo>
                      <a:pt x="4663" y="2500"/>
                      <a:pt x="4639" y="2474"/>
                      <a:pt x="4623" y="2466"/>
                    </a:cubicBezTo>
                    <a:cubicBezTo>
                      <a:pt x="4605" y="2450"/>
                      <a:pt x="4538" y="2450"/>
                      <a:pt x="4538" y="2450"/>
                    </a:cubicBezTo>
                    <a:cubicBezTo>
                      <a:pt x="4538" y="2450"/>
                      <a:pt x="4520" y="2446"/>
                      <a:pt x="4505" y="2446"/>
                    </a:cubicBezTo>
                    <a:cubicBezTo>
                      <a:pt x="4497" y="2446"/>
                      <a:pt x="4491" y="2447"/>
                      <a:pt x="4488" y="2450"/>
                    </a:cubicBezTo>
                    <a:cubicBezTo>
                      <a:pt x="4480" y="2458"/>
                      <a:pt x="4404" y="2474"/>
                      <a:pt x="4396" y="2484"/>
                    </a:cubicBezTo>
                    <a:cubicBezTo>
                      <a:pt x="4388" y="2492"/>
                      <a:pt x="4396" y="2484"/>
                      <a:pt x="4372" y="2500"/>
                    </a:cubicBezTo>
                    <a:cubicBezTo>
                      <a:pt x="4338" y="2516"/>
                      <a:pt x="4330" y="2524"/>
                      <a:pt x="4322" y="2534"/>
                    </a:cubicBezTo>
                    <a:cubicBezTo>
                      <a:pt x="4304" y="2534"/>
                      <a:pt x="4296" y="2534"/>
                      <a:pt x="4254" y="2550"/>
                    </a:cubicBezTo>
                    <a:cubicBezTo>
                      <a:pt x="4212" y="2566"/>
                      <a:pt x="4204" y="2558"/>
                      <a:pt x="4187" y="2574"/>
                    </a:cubicBezTo>
                    <a:cubicBezTo>
                      <a:pt x="4171" y="2592"/>
                      <a:pt x="4137" y="2624"/>
                      <a:pt x="4111" y="2634"/>
                    </a:cubicBezTo>
                    <a:cubicBezTo>
                      <a:pt x="4087" y="2650"/>
                      <a:pt x="4103" y="2642"/>
                      <a:pt x="4061" y="2674"/>
                    </a:cubicBezTo>
                    <a:cubicBezTo>
                      <a:pt x="4011" y="2709"/>
                      <a:pt x="3987" y="2751"/>
                      <a:pt x="3961" y="2775"/>
                    </a:cubicBezTo>
                    <a:cubicBezTo>
                      <a:pt x="3958" y="2778"/>
                      <a:pt x="3956" y="2779"/>
                      <a:pt x="3955" y="2779"/>
                    </a:cubicBezTo>
                    <a:cubicBezTo>
                      <a:pt x="3953" y="2779"/>
                      <a:pt x="3953" y="2775"/>
                      <a:pt x="3953" y="2775"/>
                    </a:cubicBezTo>
                    <a:lnTo>
                      <a:pt x="3921" y="2809"/>
                    </a:lnTo>
                    <a:lnTo>
                      <a:pt x="3820" y="2909"/>
                    </a:lnTo>
                    <a:cubicBezTo>
                      <a:pt x="3828" y="2893"/>
                      <a:pt x="3845" y="2835"/>
                      <a:pt x="3845" y="2835"/>
                    </a:cubicBezTo>
                    <a:cubicBezTo>
                      <a:pt x="3845" y="2835"/>
                      <a:pt x="3903" y="2793"/>
                      <a:pt x="3911" y="2785"/>
                    </a:cubicBezTo>
                    <a:cubicBezTo>
                      <a:pt x="3921" y="2767"/>
                      <a:pt x="3953" y="2735"/>
                      <a:pt x="3961" y="2725"/>
                    </a:cubicBezTo>
                    <a:cubicBezTo>
                      <a:pt x="3971" y="2709"/>
                      <a:pt x="3979" y="2701"/>
                      <a:pt x="3987" y="2674"/>
                    </a:cubicBezTo>
                    <a:cubicBezTo>
                      <a:pt x="3995" y="2658"/>
                      <a:pt x="3987" y="2650"/>
                      <a:pt x="4011" y="2642"/>
                    </a:cubicBezTo>
                    <a:cubicBezTo>
                      <a:pt x="4029" y="2634"/>
                      <a:pt x="4061" y="2624"/>
                      <a:pt x="4071" y="2608"/>
                    </a:cubicBezTo>
                    <a:cubicBezTo>
                      <a:pt x="4079" y="2592"/>
                      <a:pt x="4095" y="2550"/>
                      <a:pt x="4103" y="2550"/>
                    </a:cubicBezTo>
                    <a:cubicBezTo>
                      <a:pt x="4121" y="2542"/>
                      <a:pt x="4145" y="2516"/>
                      <a:pt x="4145" y="2516"/>
                    </a:cubicBezTo>
                    <a:cubicBezTo>
                      <a:pt x="4145" y="2516"/>
                      <a:pt x="4161" y="2508"/>
                      <a:pt x="4171" y="2508"/>
                    </a:cubicBezTo>
                    <a:cubicBezTo>
                      <a:pt x="4179" y="2508"/>
                      <a:pt x="4204" y="2508"/>
                      <a:pt x="4212" y="2500"/>
                    </a:cubicBezTo>
                    <a:cubicBezTo>
                      <a:pt x="4222" y="2500"/>
                      <a:pt x="4272" y="2458"/>
                      <a:pt x="4272" y="2458"/>
                    </a:cubicBezTo>
                    <a:lnTo>
                      <a:pt x="4304" y="2416"/>
                    </a:lnTo>
                    <a:cubicBezTo>
                      <a:pt x="4304" y="2416"/>
                      <a:pt x="4312" y="2400"/>
                      <a:pt x="4330" y="2392"/>
                    </a:cubicBezTo>
                    <a:cubicBezTo>
                      <a:pt x="4338" y="2374"/>
                      <a:pt x="4354" y="2350"/>
                      <a:pt x="4354" y="2350"/>
                    </a:cubicBezTo>
                    <a:cubicBezTo>
                      <a:pt x="4362" y="2350"/>
                      <a:pt x="4430" y="2307"/>
                      <a:pt x="4430" y="2307"/>
                    </a:cubicBezTo>
                    <a:lnTo>
                      <a:pt x="4472" y="2291"/>
                    </a:lnTo>
                    <a:cubicBezTo>
                      <a:pt x="4472" y="2291"/>
                      <a:pt x="4623" y="2273"/>
                      <a:pt x="4639" y="2273"/>
                    </a:cubicBezTo>
                    <a:cubicBezTo>
                      <a:pt x="4647" y="2273"/>
                      <a:pt x="4663" y="2265"/>
                      <a:pt x="4689" y="2257"/>
                    </a:cubicBezTo>
                    <a:cubicBezTo>
                      <a:pt x="4709" y="2257"/>
                      <a:pt x="4743" y="2240"/>
                      <a:pt x="4758" y="2240"/>
                    </a:cubicBezTo>
                    <a:cubicBezTo>
                      <a:pt x="4760" y="2240"/>
                      <a:pt x="4762" y="2240"/>
                      <a:pt x="4763" y="2241"/>
                    </a:cubicBezTo>
                    <a:cubicBezTo>
                      <a:pt x="4773" y="2241"/>
                      <a:pt x="4781" y="2249"/>
                      <a:pt x="4789" y="2257"/>
                    </a:cubicBezTo>
                    <a:cubicBezTo>
                      <a:pt x="4797" y="2257"/>
                      <a:pt x="4805" y="2265"/>
                      <a:pt x="4813" y="2265"/>
                    </a:cubicBezTo>
                    <a:cubicBezTo>
                      <a:pt x="4815" y="2267"/>
                      <a:pt x="4818" y="2268"/>
                      <a:pt x="4821" y="2268"/>
                    </a:cubicBezTo>
                    <a:cubicBezTo>
                      <a:pt x="4832" y="2268"/>
                      <a:pt x="4850" y="2257"/>
                      <a:pt x="4863" y="2257"/>
                    </a:cubicBezTo>
                    <a:cubicBezTo>
                      <a:pt x="4865" y="2259"/>
                      <a:pt x="4870" y="2260"/>
                      <a:pt x="4876" y="2260"/>
                    </a:cubicBezTo>
                    <a:cubicBezTo>
                      <a:pt x="4900" y="2260"/>
                      <a:pt x="4948" y="2249"/>
                      <a:pt x="4948" y="2249"/>
                    </a:cubicBezTo>
                    <a:lnTo>
                      <a:pt x="4982" y="2265"/>
                    </a:lnTo>
                    <a:lnTo>
                      <a:pt x="5098" y="2257"/>
                    </a:lnTo>
                    <a:cubicBezTo>
                      <a:pt x="5098" y="2257"/>
                      <a:pt x="5129" y="2240"/>
                      <a:pt x="5148" y="2240"/>
                    </a:cubicBezTo>
                    <a:cubicBezTo>
                      <a:pt x="5151" y="2240"/>
                      <a:pt x="5154" y="2240"/>
                      <a:pt x="5156" y="2241"/>
                    </a:cubicBezTo>
                    <a:cubicBezTo>
                      <a:pt x="5174" y="2241"/>
                      <a:pt x="5256" y="2191"/>
                      <a:pt x="5264" y="2183"/>
                    </a:cubicBezTo>
                    <a:cubicBezTo>
                      <a:pt x="5274" y="2183"/>
                      <a:pt x="5298" y="2183"/>
                      <a:pt x="5314" y="2157"/>
                    </a:cubicBezTo>
                    <a:cubicBezTo>
                      <a:pt x="5333" y="2133"/>
                      <a:pt x="5425" y="2099"/>
                      <a:pt x="5425" y="2073"/>
                    </a:cubicBezTo>
                    <a:cubicBezTo>
                      <a:pt x="5415" y="2057"/>
                      <a:pt x="5457" y="2023"/>
                      <a:pt x="5465" y="2015"/>
                    </a:cubicBezTo>
                    <a:cubicBezTo>
                      <a:pt x="5465" y="2007"/>
                      <a:pt x="5507" y="1999"/>
                      <a:pt x="5515" y="1999"/>
                    </a:cubicBezTo>
                    <a:cubicBezTo>
                      <a:pt x="5533" y="1991"/>
                      <a:pt x="5583" y="1991"/>
                      <a:pt x="5607" y="1973"/>
                    </a:cubicBezTo>
                    <a:cubicBezTo>
                      <a:pt x="5623" y="1966"/>
                      <a:pt x="5655" y="1947"/>
                      <a:pt x="5670" y="1947"/>
                    </a:cubicBezTo>
                    <a:cubicBezTo>
                      <a:pt x="5672" y="1947"/>
                      <a:pt x="5674" y="1947"/>
                      <a:pt x="5675" y="1949"/>
                    </a:cubicBezTo>
                    <a:cubicBezTo>
                      <a:pt x="5676" y="1949"/>
                      <a:pt x="5677" y="1950"/>
                      <a:pt x="5679" y="1950"/>
                    </a:cubicBezTo>
                    <a:cubicBezTo>
                      <a:pt x="5694" y="1950"/>
                      <a:pt x="5750" y="1914"/>
                      <a:pt x="5750" y="1914"/>
                    </a:cubicBezTo>
                    <a:lnTo>
                      <a:pt x="5800" y="1872"/>
                    </a:lnTo>
                    <a:lnTo>
                      <a:pt x="5826" y="1822"/>
                    </a:lnTo>
                    <a:lnTo>
                      <a:pt x="5776" y="1782"/>
                    </a:lnTo>
                    <a:lnTo>
                      <a:pt x="5758" y="1748"/>
                    </a:lnTo>
                    <a:cubicBezTo>
                      <a:pt x="5766" y="1706"/>
                      <a:pt x="5808" y="1698"/>
                      <a:pt x="5800" y="1672"/>
                    </a:cubicBezTo>
                    <a:cubicBezTo>
                      <a:pt x="5792" y="1648"/>
                      <a:pt x="5776" y="1640"/>
                      <a:pt x="5776" y="1614"/>
                    </a:cubicBezTo>
                    <a:cubicBezTo>
                      <a:pt x="5776" y="1590"/>
                      <a:pt x="5800" y="1571"/>
                      <a:pt x="5776" y="1563"/>
                    </a:cubicBezTo>
                    <a:cubicBezTo>
                      <a:pt x="5750" y="1547"/>
                      <a:pt x="5708" y="1531"/>
                      <a:pt x="5683" y="1521"/>
                    </a:cubicBezTo>
                    <a:cubicBezTo>
                      <a:pt x="5665" y="1513"/>
                      <a:pt x="5615" y="1513"/>
                      <a:pt x="5599" y="1513"/>
                    </a:cubicBezTo>
                    <a:cubicBezTo>
                      <a:pt x="5583" y="1513"/>
                      <a:pt x="5565" y="1539"/>
                      <a:pt x="5565" y="1547"/>
                    </a:cubicBezTo>
                    <a:cubicBezTo>
                      <a:pt x="5565" y="1555"/>
                      <a:pt x="5583" y="1582"/>
                      <a:pt x="5557" y="1590"/>
                    </a:cubicBezTo>
                    <a:cubicBezTo>
                      <a:pt x="5555" y="1590"/>
                      <a:pt x="5554" y="1591"/>
                      <a:pt x="5553" y="1591"/>
                    </a:cubicBezTo>
                    <a:cubicBezTo>
                      <a:pt x="5545" y="1591"/>
                      <a:pt x="5556" y="1565"/>
                      <a:pt x="5549" y="1513"/>
                    </a:cubicBezTo>
                    <a:cubicBezTo>
                      <a:pt x="5537" y="1475"/>
                      <a:pt x="5529" y="1471"/>
                      <a:pt x="5515" y="1471"/>
                    </a:cubicBezTo>
                    <a:cubicBezTo>
                      <a:pt x="5511" y="1471"/>
                      <a:pt x="5505" y="1471"/>
                      <a:pt x="5499" y="1471"/>
                    </a:cubicBezTo>
                    <a:cubicBezTo>
                      <a:pt x="5475" y="1471"/>
                      <a:pt x="5425" y="1489"/>
                      <a:pt x="5415" y="1497"/>
                    </a:cubicBezTo>
                    <a:cubicBezTo>
                      <a:pt x="5399" y="1505"/>
                      <a:pt x="5357" y="1531"/>
                      <a:pt x="5357" y="1531"/>
                    </a:cubicBezTo>
                    <a:lnTo>
                      <a:pt x="5314" y="1555"/>
                    </a:lnTo>
                    <a:cubicBezTo>
                      <a:pt x="5314" y="1555"/>
                      <a:pt x="5306" y="1571"/>
                      <a:pt x="5282" y="1590"/>
                    </a:cubicBezTo>
                    <a:cubicBezTo>
                      <a:pt x="5248" y="1614"/>
                      <a:pt x="5214" y="1640"/>
                      <a:pt x="5198" y="1640"/>
                    </a:cubicBezTo>
                    <a:cubicBezTo>
                      <a:pt x="5190" y="1640"/>
                      <a:pt x="5174" y="1640"/>
                      <a:pt x="5156" y="1622"/>
                    </a:cubicBezTo>
                    <a:cubicBezTo>
                      <a:pt x="5140" y="1614"/>
                      <a:pt x="5140" y="1590"/>
                      <a:pt x="5156" y="1590"/>
                    </a:cubicBezTo>
                    <a:cubicBezTo>
                      <a:pt x="5164" y="1582"/>
                      <a:pt x="5240" y="1590"/>
                      <a:pt x="5248" y="1571"/>
                    </a:cubicBezTo>
                    <a:cubicBezTo>
                      <a:pt x="5248" y="1555"/>
                      <a:pt x="5282" y="1539"/>
                      <a:pt x="5282" y="1531"/>
                    </a:cubicBezTo>
                    <a:cubicBezTo>
                      <a:pt x="5290" y="1521"/>
                      <a:pt x="5306" y="1521"/>
                      <a:pt x="5314" y="1505"/>
                    </a:cubicBezTo>
                    <a:cubicBezTo>
                      <a:pt x="5325" y="1489"/>
                      <a:pt x="5333" y="1481"/>
                      <a:pt x="5341" y="1481"/>
                    </a:cubicBezTo>
                    <a:cubicBezTo>
                      <a:pt x="5345" y="1484"/>
                      <a:pt x="5353" y="1485"/>
                      <a:pt x="5361" y="1485"/>
                    </a:cubicBezTo>
                    <a:cubicBezTo>
                      <a:pt x="5382" y="1485"/>
                      <a:pt x="5409" y="1478"/>
                      <a:pt x="5415" y="1471"/>
                    </a:cubicBezTo>
                    <a:cubicBezTo>
                      <a:pt x="5425" y="1463"/>
                      <a:pt x="5465" y="1455"/>
                      <a:pt x="5465" y="1455"/>
                    </a:cubicBezTo>
                    <a:lnTo>
                      <a:pt x="5507" y="1431"/>
                    </a:lnTo>
                    <a:lnTo>
                      <a:pt x="5515" y="1431"/>
                    </a:lnTo>
                    <a:lnTo>
                      <a:pt x="5557" y="1405"/>
                    </a:lnTo>
                    <a:cubicBezTo>
                      <a:pt x="5557" y="1405"/>
                      <a:pt x="5499" y="1389"/>
                      <a:pt x="5491" y="1381"/>
                    </a:cubicBezTo>
                    <a:cubicBezTo>
                      <a:pt x="5467" y="1357"/>
                      <a:pt x="5487" y="1320"/>
                      <a:pt x="5470" y="1320"/>
                    </a:cubicBezTo>
                    <a:cubicBezTo>
                      <a:pt x="5469" y="1320"/>
                      <a:pt x="5467" y="1320"/>
                      <a:pt x="5465" y="1321"/>
                    </a:cubicBezTo>
                    <a:cubicBezTo>
                      <a:pt x="5433" y="1331"/>
                      <a:pt x="5415" y="1331"/>
                      <a:pt x="5391" y="1347"/>
                    </a:cubicBezTo>
                    <a:cubicBezTo>
                      <a:pt x="5375" y="1357"/>
                      <a:pt x="5368" y="1364"/>
                      <a:pt x="5362" y="1364"/>
                    </a:cubicBezTo>
                    <a:cubicBezTo>
                      <a:pt x="5358" y="1364"/>
                      <a:pt x="5355" y="1361"/>
                      <a:pt x="5349" y="1355"/>
                    </a:cubicBezTo>
                    <a:cubicBezTo>
                      <a:pt x="5333" y="1331"/>
                      <a:pt x="5341" y="1321"/>
                      <a:pt x="5325" y="1313"/>
                    </a:cubicBezTo>
                    <a:cubicBezTo>
                      <a:pt x="5317" y="1307"/>
                      <a:pt x="5306" y="1280"/>
                      <a:pt x="5297" y="1280"/>
                    </a:cubicBezTo>
                    <a:cubicBezTo>
                      <a:pt x="5295" y="1280"/>
                      <a:pt x="5292" y="1283"/>
                      <a:pt x="5290" y="1289"/>
                    </a:cubicBezTo>
                    <a:cubicBezTo>
                      <a:pt x="5274" y="1305"/>
                      <a:pt x="5264" y="1305"/>
                      <a:pt x="5256" y="1321"/>
                    </a:cubicBezTo>
                    <a:cubicBezTo>
                      <a:pt x="5240" y="1347"/>
                      <a:pt x="5214" y="1347"/>
                      <a:pt x="5206" y="1347"/>
                    </a:cubicBezTo>
                    <a:cubicBezTo>
                      <a:pt x="5206" y="1347"/>
                      <a:pt x="5224" y="1313"/>
                      <a:pt x="5224" y="1305"/>
                    </a:cubicBezTo>
                    <a:cubicBezTo>
                      <a:pt x="5224" y="1297"/>
                      <a:pt x="5190" y="1289"/>
                      <a:pt x="5182" y="1289"/>
                    </a:cubicBezTo>
                    <a:cubicBezTo>
                      <a:pt x="5168" y="1289"/>
                      <a:pt x="5155" y="1278"/>
                      <a:pt x="5146" y="1278"/>
                    </a:cubicBezTo>
                    <a:cubicBezTo>
                      <a:pt x="5144" y="1278"/>
                      <a:pt x="5142" y="1279"/>
                      <a:pt x="5140" y="1281"/>
                    </a:cubicBezTo>
                    <a:cubicBezTo>
                      <a:pt x="5140" y="1281"/>
                      <a:pt x="5139" y="1281"/>
                      <a:pt x="5139" y="1281"/>
                    </a:cubicBezTo>
                    <a:cubicBezTo>
                      <a:pt x="5131" y="1281"/>
                      <a:pt x="5124" y="1221"/>
                      <a:pt x="5124" y="1221"/>
                    </a:cubicBezTo>
                    <a:cubicBezTo>
                      <a:pt x="5124" y="1221"/>
                      <a:pt x="5106" y="1205"/>
                      <a:pt x="5090" y="1188"/>
                    </a:cubicBezTo>
                    <a:cubicBezTo>
                      <a:pt x="5074" y="1170"/>
                      <a:pt x="5090" y="1180"/>
                      <a:pt x="5074" y="1170"/>
                    </a:cubicBezTo>
                    <a:lnTo>
                      <a:pt x="5056" y="1170"/>
                    </a:lnTo>
                    <a:cubicBezTo>
                      <a:pt x="5050" y="1169"/>
                      <a:pt x="5046" y="1169"/>
                      <a:pt x="5043" y="1169"/>
                    </a:cubicBezTo>
                    <a:cubicBezTo>
                      <a:pt x="5024" y="1169"/>
                      <a:pt x="5055" y="1188"/>
                      <a:pt x="5048" y="1188"/>
                    </a:cubicBezTo>
                    <a:cubicBezTo>
                      <a:pt x="5032" y="1188"/>
                      <a:pt x="5024" y="1154"/>
                      <a:pt x="5006" y="1154"/>
                    </a:cubicBezTo>
                    <a:cubicBezTo>
                      <a:pt x="4990" y="1146"/>
                      <a:pt x="4982" y="1104"/>
                      <a:pt x="4964" y="1104"/>
                    </a:cubicBezTo>
                    <a:cubicBezTo>
                      <a:pt x="4957" y="1104"/>
                      <a:pt x="4956" y="1078"/>
                      <a:pt x="4940" y="1078"/>
                    </a:cubicBezTo>
                    <a:cubicBezTo>
                      <a:pt x="4937" y="1078"/>
                      <a:pt x="4935" y="1079"/>
                      <a:pt x="4931" y="1080"/>
                    </a:cubicBezTo>
                    <a:cubicBezTo>
                      <a:pt x="4930" y="1081"/>
                      <a:pt x="4928" y="1081"/>
                      <a:pt x="4926" y="1081"/>
                    </a:cubicBezTo>
                    <a:cubicBezTo>
                      <a:pt x="4910" y="1081"/>
                      <a:pt x="4897" y="1054"/>
                      <a:pt x="4897" y="1054"/>
                    </a:cubicBezTo>
                    <a:cubicBezTo>
                      <a:pt x="4897" y="1054"/>
                      <a:pt x="4855" y="1038"/>
                      <a:pt x="4889" y="1030"/>
                    </a:cubicBezTo>
                    <a:cubicBezTo>
                      <a:pt x="4931" y="1020"/>
                      <a:pt x="4956" y="1012"/>
                      <a:pt x="4956" y="1012"/>
                    </a:cubicBezTo>
                    <a:cubicBezTo>
                      <a:pt x="4956" y="1012"/>
                      <a:pt x="4971" y="969"/>
                      <a:pt x="4959" y="969"/>
                    </a:cubicBezTo>
                    <a:cubicBezTo>
                      <a:pt x="4958" y="969"/>
                      <a:pt x="4957" y="969"/>
                      <a:pt x="4956" y="970"/>
                    </a:cubicBezTo>
                    <a:cubicBezTo>
                      <a:pt x="4939" y="970"/>
                      <a:pt x="4939" y="920"/>
                      <a:pt x="4923" y="912"/>
                    </a:cubicBezTo>
                    <a:cubicBezTo>
                      <a:pt x="4905" y="904"/>
                      <a:pt x="4897" y="888"/>
                      <a:pt x="4881" y="880"/>
                    </a:cubicBezTo>
                    <a:cubicBezTo>
                      <a:pt x="4855" y="862"/>
                      <a:pt x="4855" y="838"/>
                      <a:pt x="4863" y="838"/>
                    </a:cubicBezTo>
                    <a:cubicBezTo>
                      <a:pt x="4873" y="829"/>
                      <a:pt x="4913" y="819"/>
                      <a:pt x="4889" y="803"/>
                    </a:cubicBezTo>
                    <a:cubicBezTo>
                      <a:pt x="4863" y="787"/>
                      <a:pt x="4839" y="769"/>
                      <a:pt x="4813" y="761"/>
                    </a:cubicBezTo>
                    <a:cubicBezTo>
                      <a:pt x="4789" y="753"/>
                      <a:pt x="4789" y="745"/>
                      <a:pt x="4773" y="745"/>
                    </a:cubicBezTo>
                    <a:cubicBezTo>
                      <a:pt x="4755" y="737"/>
                      <a:pt x="4773" y="729"/>
                      <a:pt x="4755" y="703"/>
                    </a:cubicBezTo>
                    <a:cubicBezTo>
                      <a:pt x="4742" y="690"/>
                      <a:pt x="4740" y="676"/>
                      <a:pt x="4731" y="676"/>
                    </a:cubicBezTo>
                    <a:cubicBezTo>
                      <a:pt x="4729" y="676"/>
                      <a:pt x="4726" y="677"/>
                      <a:pt x="4723" y="679"/>
                    </a:cubicBezTo>
                    <a:cubicBezTo>
                      <a:pt x="4714" y="679"/>
                      <a:pt x="4708" y="681"/>
                      <a:pt x="4702" y="681"/>
                    </a:cubicBezTo>
                    <a:cubicBezTo>
                      <a:pt x="4696" y="681"/>
                      <a:pt x="4689" y="679"/>
                      <a:pt x="4681" y="669"/>
                    </a:cubicBezTo>
                    <a:cubicBezTo>
                      <a:pt x="4663" y="645"/>
                      <a:pt x="4673" y="579"/>
                      <a:pt x="4663" y="579"/>
                    </a:cubicBezTo>
                    <a:cubicBezTo>
                      <a:pt x="4663" y="579"/>
                      <a:pt x="4655" y="579"/>
                      <a:pt x="4647" y="569"/>
                    </a:cubicBezTo>
                    <a:cubicBezTo>
                      <a:pt x="4647" y="561"/>
                      <a:pt x="4639" y="553"/>
                      <a:pt x="4613" y="537"/>
                    </a:cubicBezTo>
                    <a:cubicBezTo>
                      <a:pt x="4597" y="511"/>
                      <a:pt x="4589" y="503"/>
                      <a:pt x="4581" y="495"/>
                    </a:cubicBezTo>
                    <a:lnTo>
                      <a:pt x="4581" y="495"/>
                    </a:lnTo>
                    <a:cubicBezTo>
                      <a:pt x="4589" y="503"/>
                      <a:pt x="4597" y="511"/>
                      <a:pt x="4597" y="511"/>
                    </a:cubicBezTo>
                    <a:cubicBezTo>
                      <a:pt x="4597" y="495"/>
                      <a:pt x="4597" y="487"/>
                      <a:pt x="4589" y="479"/>
                    </a:cubicBezTo>
                    <a:cubicBezTo>
                      <a:pt x="4581" y="479"/>
                      <a:pt x="4562" y="469"/>
                      <a:pt x="4554" y="461"/>
                    </a:cubicBezTo>
                    <a:cubicBezTo>
                      <a:pt x="4546" y="461"/>
                      <a:pt x="4546" y="461"/>
                      <a:pt x="4538" y="452"/>
                    </a:cubicBezTo>
                    <a:cubicBezTo>
                      <a:pt x="4522" y="436"/>
                      <a:pt x="4530" y="402"/>
                      <a:pt x="4504" y="394"/>
                    </a:cubicBezTo>
                    <a:cubicBezTo>
                      <a:pt x="4480" y="394"/>
                      <a:pt x="4488" y="386"/>
                      <a:pt x="4480" y="360"/>
                    </a:cubicBezTo>
                    <a:cubicBezTo>
                      <a:pt x="4474" y="340"/>
                      <a:pt x="4472" y="314"/>
                      <a:pt x="4467" y="314"/>
                    </a:cubicBezTo>
                    <a:cubicBezTo>
                      <a:pt x="4465" y="314"/>
                      <a:pt x="4464" y="315"/>
                      <a:pt x="4462" y="318"/>
                    </a:cubicBezTo>
                    <a:cubicBezTo>
                      <a:pt x="4404" y="386"/>
                      <a:pt x="4422" y="386"/>
                      <a:pt x="4404" y="402"/>
                    </a:cubicBezTo>
                    <a:cubicBezTo>
                      <a:pt x="4402" y="410"/>
                      <a:pt x="4400" y="412"/>
                      <a:pt x="4399" y="412"/>
                    </a:cubicBezTo>
                    <a:cubicBezTo>
                      <a:pt x="4398" y="412"/>
                      <a:pt x="4397" y="409"/>
                      <a:pt x="4396" y="409"/>
                    </a:cubicBezTo>
                    <a:cubicBezTo>
                      <a:pt x="4396" y="409"/>
                      <a:pt x="4396" y="412"/>
                      <a:pt x="4396" y="428"/>
                    </a:cubicBezTo>
                    <a:cubicBezTo>
                      <a:pt x="4396" y="469"/>
                      <a:pt x="4346" y="444"/>
                      <a:pt x="4346" y="469"/>
                    </a:cubicBezTo>
                    <a:cubicBezTo>
                      <a:pt x="4346" y="487"/>
                      <a:pt x="4354" y="495"/>
                      <a:pt x="4362" y="511"/>
                    </a:cubicBezTo>
                    <a:cubicBezTo>
                      <a:pt x="4372" y="519"/>
                      <a:pt x="4380" y="519"/>
                      <a:pt x="4380" y="529"/>
                    </a:cubicBezTo>
                    <a:cubicBezTo>
                      <a:pt x="4388" y="537"/>
                      <a:pt x="4388" y="537"/>
                      <a:pt x="4380" y="545"/>
                    </a:cubicBezTo>
                    <a:cubicBezTo>
                      <a:pt x="4378" y="548"/>
                      <a:pt x="4375" y="550"/>
                      <a:pt x="4371" y="550"/>
                    </a:cubicBezTo>
                    <a:cubicBezTo>
                      <a:pt x="4365" y="550"/>
                      <a:pt x="4356" y="546"/>
                      <a:pt x="4351" y="546"/>
                    </a:cubicBezTo>
                    <a:cubicBezTo>
                      <a:pt x="4346" y="546"/>
                      <a:pt x="4343" y="549"/>
                      <a:pt x="4346" y="561"/>
                    </a:cubicBezTo>
                    <a:cubicBezTo>
                      <a:pt x="4346" y="595"/>
                      <a:pt x="4322" y="603"/>
                      <a:pt x="4330" y="619"/>
                    </a:cubicBezTo>
                    <a:cubicBezTo>
                      <a:pt x="4331" y="620"/>
                      <a:pt x="4333" y="621"/>
                      <a:pt x="4336" y="621"/>
                    </a:cubicBezTo>
                    <a:cubicBezTo>
                      <a:pt x="4344" y="621"/>
                      <a:pt x="4356" y="617"/>
                      <a:pt x="4362" y="617"/>
                    </a:cubicBezTo>
                    <a:cubicBezTo>
                      <a:pt x="4369" y="617"/>
                      <a:pt x="4369" y="622"/>
                      <a:pt x="4346" y="645"/>
                    </a:cubicBezTo>
                    <a:cubicBezTo>
                      <a:pt x="4296" y="687"/>
                      <a:pt x="4330" y="737"/>
                      <a:pt x="4304" y="737"/>
                    </a:cubicBezTo>
                    <a:cubicBezTo>
                      <a:pt x="4276" y="730"/>
                      <a:pt x="4272" y="684"/>
                      <a:pt x="4255" y="684"/>
                    </a:cubicBezTo>
                    <a:cubicBezTo>
                      <a:pt x="4252" y="684"/>
                      <a:pt x="4249" y="685"/>
                      <a:pt x="4246" y="687"/>
                    </a:cubicBezTo>
                    <a:cubicBezTo>
                      <a:pt x="4243" y="690"/>
                      <a:pt x="4241" y="691"/>
                      <a:pt x="4240" y="691"/>
                    </a:cubicBezTo>
                    <a:cubicBezTo>
                      <a:pt x="4238" y="691"/>
                      <a:pt x="4238" y="687"/>
                      <a:pt x="4238" y="687"/>
                    </a:cubicBezTo>
                    <a:cubicBezTo>
                      <a:pt x="4238" y="687"/>
                      <a:pt x="4230" y="687"/>
                      <a:pt x="4222" y="695"/>
                    </a:cubicBezTo>
                    <a:cubicBezTo>
                      <a:pt x="4205" y="712"/>
                      <a:pt x="4202" y="712"/>
                      <a:pt x="4201" y="712"/>
                    </a:cubicBezTo>
                    <a:cubicBezTo>
                      <a:pt x="4199" y="712"/>
                      <a:pt x="4199" y="712"/>
                      <a:pt x="4187" y="729"/>
                    </a:cubicBezTo>
                    <a:cubicBezTo>
                      <a:pt x="4187" y="737"/>
                      <a:pt x="4179" y="745"/>
                      <a:pt x="4179" y="745"/>
                    </a:cubicBezTo>
                    <a:lnTo>
                      <a:pt x="4187" y="753"/>
                    </a:lnTo>
                    <a:cubicBezTo>
                      <a:pt x="4187" y="779"/>
                      <a:pt x="4161" y="769"/>
                      <a:pt x="4145" y="779"/>
                    </a:cubicBezTo>
                    <a:cubicBezTo>
                      <a:pt x="4124" y="791"/>
                      <a:pt x="4116" y="791"/>
                      <a:pt x="4112" y="791"/>
                    </a:cubicBezTo>
                    <a:cubicBezTo>
                      <a:pt x="4107" y="791"/>
                      <a:pt x="4107" y="791"/>
                      <a:pt x="4103" y="803"/>
                    </a:cubicBezTo>
                    <a:cubicBezTo>
                      <a:pt x="4097" y="809"/>
                      <a:pt x="4093" y="811"/>
                      <a:pt x="4090" y="811"/>
                    </a:cubicBezTo>
                    <a:cubicBezTo>
                      <a:pt x="4079" y="811"/>
                      <a:pt x="4090" y="777"/>
                      <a:pt x="4071" y="769"/>
                    </a:cubicBezTo>
                    <a:cubicBezTo>
                      <a:pt x="4057" y="769"/>
                      <a:pt x="4058" y="762"/>
                      <a:pt x="4057" y="762"/>
                    </a:cubicBezTo>
                    <a:cubicBezTo>
                      <a:pt x="4056" y="762"/>
                      <a:pt x="4053" y="768"/>
                      <a:pt x="4037" y="787"/>
                    </a:cubicBezTo>
                    <a:cubicBezTo>
                      <a:pt x="4003" y="819"/>
                      <a:pt x="4029" y="803"/>
                      <a:pt x="4003" y="819"/>
                    </a:cubicBezTo>
                    <a:cubicBezTo>
                      <a:pt x="3995" y="826"/>
                      <a:pt x="3986" y="829"/>
                      <a:pt x="3979" y="829"/>
                    </a:cubicBezTo>
                    <a:cubicBezTo>
                      <a:pt x="3966" y="829"/>
                      <a:pt x="3959" y="818"/>
                      <a:pt x="3971" y="795"/>
                    </a:cubicBezTo>
                    <a:cubicBezTo>
                      <a:pt x="3987" y="761"/>
                      <a:pt x="4003" y="745"/>
                      <a:pt x="3995" y="745"/>
                    </a:cubicBezTo>
                    <a:cubicBezTo>
                      <a:pt x="3987" y="737"/>
                      <a:pt x="3987" y="695"/>
                      <a:pt x="3971" y="679"/>
                    </a:cubicBezTo>
                    <a:lnTo>
                      <a:pt x="3961" y="679"/>
                    </a:lnTo>
                    <a:cubicBezTo>
                      <a:pt x="3961" y="669"/>
                      <a:pt x="3953" y="669"/>
                      <a:pt x="3953" y="669"/>
                    </a:cubicBezTo>
                    <a:cubicBezTo>
                      <a:pt x="3953" y="661"/>
                      <a:pt x="3971" y="661"/>
                      <a:pt x="3945" y="661"/>
                    </a:cubicBezTo>
                    <a:cubicBezTo>
                      <a:pt x="3921" y="661"/>
                      <a:pt x="3871" y="687"/>
                      <a:pt x="3853" y="703"/>
                    </a:cubicBezTo>
                    <a:cubicBezTo>
                      <a:pt x="3845" y="703"/>
                      <a:pt x="3837" y="711"/>
                      <a:pt x="3837" y="711"/>
                    </a:cubicBezTo>
                    <a:cubicBezTo>
                      <a:pt x="3812" y="730"/>
                      <a:pt x="3827" y="747"/>
                      <a:pt x="3822" y="747"/>
                    </a:cubicBezTo>
                    <a:cubicBezTo>
                      <a:pt x="3820" y="747"/>
                      <a:pt x="3815" y="744"/>
                      <a:pt x="3802" y="737"/>
                    </a:cubicBezTo>
                    <a:cubicBezTo>
                      <a:pt x="3794" y="737"/>
                      <a:pt x="3786" y="729"/>
                      <a:pt x="3778" y="719"/>
                    </a:cubicBezTo>
                    <a:cubicBezTo>
                      <a:pt x="3752" y="695"/>
                      <a:pt x="3744" y="669"/>
                      <a:pt x="3760" y="669"/>
                    </a:cubicBezTo>
                    <a:cubicBezTo>
                      <a:pt x="3779" y="676"/>
                      <a:pt x="3788" y="682"/>
                      <a:pt x="3798" y="682"/>
                    </a:cubicBezTo>
                    <a:cubicBezTo>
                      <a:pt x="3802" y="682"/>
                      <a:pt x="3806" y="681"/>
                      <a:pt x="3810" y="679"/>
                    </a:cubicBezTo>
                    <a:cubicBezTo>
                      <a:pt x="3828" y="669"/>
                      <a:pt x="3837" y="679"/>
                      <a:pt x="3837" y="661"/>
                    </a:cubicBezTo>
                    <a:lnTo>
                      <a:pt x="3845" y="661"/>
                    </a:lnTo>
                    <a:cubicBezTo>
                      <a:pt x="3845" y="661"/>
                      <a:pt x="3837" y="653"/>
                      <a:pt x="3837" y="637"/>
                    </a:cubicBezTo>
                    <a:cubicBezTo>
                      <a:pt x="3833" y="626"/>
                      <a:pt x="3831" y="622"/>
                      <a:pt x="3830" y="622"/>
                    </a:cubicBezTo>
                    <a:cubicBezTo>
                      <a:pt x="3827" y="622"/>
                      <a:pt x="3829" y="644"/>
                      <a:pt x="3828" y="644"/>
                    </a:cubicBezTo>
                    <a:cubicBezTo>
                      <a:pt x="3827" y="644"/>
                      <a:pt x="3825" y="638"/>
                      <a:pt x="3820" y="619"/>
                    </a:cubicBezTo>
                    <a:cubicBezTo>
                      <a:pt x="3802" y="553"/>
                      <a:pt x="3778" y="561"/>
                      <a:pt x="3770" y="545"/>
                    </a:cubicBezTo>
                    <a:cubicBezTo>
                      <a:pt x="3770" y="519"/>
                      <a:pt x="3760" y="511"/>
                      <a:pt x="3760" y="503"/>
                    </a:cubicBezTo>
                    <a:cubicBezTo>
                      <a:pt x="3752" y="495"/>
                      <a:pt x="3770" y="487"/>
                      <a:pt x="3770" y="452"/>
                    </a:cubicBezTo>
                    <a:cubicBezTo>
                      <a:pt x="3770" y="418"/>
                      <a:pt x="3752" y="418"/>
                      <a:pt x="3752" y="402"/>
                    </a:cubicBezTo>
                    <a:cubicBezTo>
                      <a:pt x="3752" y="386"/>
                      <a:pt x="3710" y="410"/>
                      <a:pt x="3752" y="352"/>
                    </a:cubicBezTo>
                    <a:cubicBezTo>
                      <a:pt x="3786" y="286"/>
                      <a:pt x="3786" y="260"/>
                      <a:pt x="3786" y="260"/>
                    </a:cubicBezTo>
                    <a:cubicBezTo>
                      <a:pt x="3744" y="252"/>
                      <a:pt x="3752" y="252"/>
                      <a:pt x="3736" y="252"/>
                    </a:cubicBezTo>
                    <a:cubicBezTo>
                      <a:pt x="3710" y="252"/>
                      <a:pt x="3720" y="268"/>
                      <a:pt x="3678" y="268"/>
                    </a:cubicBezTo>
                    <a:cubicBezTo>
                      <a:pt x="3674" y="269"/>
                      <a:pt x="3670" y="270"/>
                      <a:pt x="3667" y="270"/>
                    </a:cubicBezTo>
                    <a:cubicBezTo>
                      <a:pt x="3648" y="270"/>
                      <a:pt x="3659" y="244"/>
                      <a:pt x="3652" y="244"/>
                    </a:cubicBezTo>
                    <a:cubicBezTo>
                      <a:pt x="3644" y="252"/>
                      <a:pt x="3594" y="260"/>
                      <a:pt x="3594" y="260"/>
                    </a:cubicBezTo>
                    <a:lnTo>
                      <a:pt x="3570" y="260"/>
                    </a:lnTo>
                    <a:cubicBezTo>
                      <a:pt x="3536" y="244"/>
                      <a:pt x="3520" y="244"/>
                      <a:pt x="3502" y="244"/>
                    </a:cubicBezTo>
                    <a:cubicBezTo>
                      <a:pt x="3502" y="244"/>
                      <a:pt x="3478" y="218"/>
                      <a:pt x="3470" y="202"/>
                    </a:cubicBezTo>
                    <a:cubicBezTo>
                      <a:pt x="3460" y="168"/>
                      <a:pt x="3470" y="160"/>
                      <a:pt x="3451" y="152"/>
                    </a:cubicBezTo>
                    <a:cubicBezTo>
                      <a:pt x="3437" y="152"/>
                      <a:pt x="3436" y="126"/>
                      <a:pt x="3418" y="126"/>
                    </a:cubicBezTo>
                    <a:cubicBezTo>
                      <a:pt x="3416" y="126"/>
                      <a:pt x="3413" y="126"/>
                      <a:pt x="3409" y="128"/>
                    </a:cubicBezTo>
                    <a:cubicBezTo>
                      <a:pt x="3393" y="128"/>
                      <a:pt x="3359" y="118"/>
                      <a:pt x="3351" y="118"/>
                    </a:cubicBezTo>
                    <a:cubicBezTo>
                      <a:pt x="3350" y="119"/>
                      <a:pt x="3349" y="119"/>
                      <a:pt x="3349" y="119"/>
                    </a:cubicBezTo>
                    <a:cubicBezTo>
                      <a:pt x="3343" y="119"/>
                      <a:pt x="3343" y="93"/>
                      <a:pt x="3343" y="85"/>
                    </a:cubicBezTo>
                    <a:cubicBezTo>
                      <a:pt x="3335" y="77"/>
                      <a:pt x="3335" y="59"/>
                      <a:pt x="3309" y="51"/>
                    </a:cubicBezTo>
                    <a:cubicBezTo>
                      <a:pt x="3280" y="44"/>
                      <a:pt x="3304" y="8"/>
                      <a:pt x="3264" y="8"/>
                    </a:cubicBezTo>
                    <a:cubicBezTo>
                      <a:pt x="3260" y="8"/>
                      <a:pt x="3256" y="9"/>
                      <a:pt x="3251" y="9"/>
                    </a:cubicBezTo>
                    <a:cubicBezTo>
                      <a:pt x="3193" y="17"/>
                      <a:pt x="3201" y="35"/>
                      <a:pt x="3201" y="35"/>
                    </a:cubicBezTo>
                    <a:cubicBezTo>
                      <a:pt x="3182" y="29"/>
                      <a:pt x="3167" y="26"/>
                      <a:pt x="3154" y="26"/>
                    </a:cubicBezTo>
                    <a:cubicBezTo>
                      <a:pt x="3132" y="26"/>
                      <a:pt x="3117" y="33"/>
                      <a:pt x="3101" y="43"/>
                    </a:cubicBezTo>
                    <a:cubicBezTo>
                      <a:pt x="3084" y="51"/>
                      <a:pt x="3084" y="51"/>
                      <a:pt x="3058" y="59"/>
                    </a:cubicBezTo>
                    <a:cubicBezTo>
                      <a:pt x="3041" y="72"/>
                      <a:pt x="3049" y="84"/>
                      <a:pt x="3045" y="84"/>
                    </a:cubicBezTo>
                    <a:cubicBezTo>
                      <a:pt x="3044" y="84"/>
                      <a:pt x="3041" y="82"/>
                      <a:pt x="3034" y="77"/>
                    </a:cubicBezTo>
                    <a:cubicBezTo>
                      <a:pt x="3008" y="59"/>
                      <a:pt x="3008" y="51"/>
                      <a:pt x="2992" y="51"/>
                    </a:cubicBezTo>
                    <a:cubicBezTo>
                      <a:pt x="2982" y="51"/>
                      <a:pt x="2978" y="48"/>
                      <a:pt x="2971" y="48"/>
                    </a:cubicBezTo>
                    <a:cubicBezTo>
                      <a:pt x="2968" y="48"/>
                      <a:pt x="2964" y="49"/>
                      <a:pt x="2958" y="51"/>
                    </a:cubicBezTo>
                    <a:cubicBezTo>
                      <a:pt x="2956" y="53"/>
                      <a:pt x="2954" y="53"/>
                      <a:pt x="2952" y="53"/>
                    </a:cubicBezTo>
                    <a:cubicBezTo>
                      <a:pt x="2947" y="53"/>
                      <a:pt x="2947" y="48"/>
                      <a:pt x="2944" y="48"/>
                    </a:cubicBezTo>
                    <a:cubicBezTo>
                      <a:pt x="2942" y="48"/>
                      <a:pt x="2940" y="51"/>
                      <a:pt x="2934" y="59"/>
                    </a:cubicBezTo>
                    <a:cubicBezTo>
                      <a:pt x="2920" y="69"/>
                      <a:pt x="2913" y="76"/>
                      <a:pt x="2908" y="76"/>
                    </a:cubicBezTo>
                    <a:cubicBezTo>
                      <a:pt x="2903" y="76"/>
                      <a:pt x="2899" y="71"/>
                      <a:pt x="2892" y="59"/>
                    </a:cubicBezTo>
                    <a:cubicBezTo>
                      <a:pt x="2876" y="43"/>
                      <a:pt x="2892" y="27"/>
                      <a:pt x="2876" y="27"/>
                    </a:cubicBezTo>
                    <a:cubicBezTo>
                      <a:pt x="2857" y="27"/>
                      <a:pt x="2870" y="5"/>
                      <a:pt x="2859" y="5"/>
                    </a:cubicBezTo>
                    <a:cubicBezTo>
                      <a:pt x="2855" y="5"/>
                      <a:pt x="2848" y="8"/>
                      <a:pt x="2834" y="17"/>
                    </a:cubicBezTo>
                    <a:cubicBezTo>
                      <a:pt x="2796" y="34"/>
                      <a:pt x="2780" y="40"/>
                      <a:pt x="2768" y="40"/>
                    </a:cubicBezTo>
                    <a:cubicBezTo>
                      <a:pt x="2761" y="40"/>
                      <a:pt x="2756" y="38"/>
                      <a:pt x="2750" y="35"/>
                    </a:cubicBezTo>
                    <a:cubicBezTo>
                      <a:pt x="2735" y="28"/>
                      <a:pt x="2727" y="0"/>
                      <a:pt x="2707" y="0"/>
                    </a:cubicBezTo>
                    <a:close/>
                    <a:moveTo>
                      <a:pt x="894" y="7593"/>
                    </a:moveTo>
                    <a:cubicBezTo>
                      <a:pt x="892" y="7593"/>
                      <a:pt x="889" y="7594"/>
                      <a:pt x="887" y="7598"/>
                    </a:cubicBezTo>
                    <a:lnTo>
                      <a:pt x="903" y="7598"/>
                    </a:lnTo>
                    <a:cubicBezTo>
                      <a:pt x="903" y="7598"/>
                      <a:pt x="899" y="7593"/>
                      <a:pt x="894" y="759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112">
                <a:extLst>
                  <a:ext uri="{FF2B5EF4-FFF2-40B4-BE49-F238E27FC236}">
                    <a16:creationId xmlns:a16="http://schemas.microsoft.com/office/drawing/2014/main" id="{902A71DC-1D01-4EAB-74B9-DCFDDE2E386D}"/>
                  </a:ext>
                </a:extLst>
              </p:cNvPr>
              <p:cNvSpPr/>
              <p:nvPr/>
            </p:nvSpPr>
            <p:spPr>
              <a:xfrm>
                <a:off x="5849238" y="5041960"/>
                <a:ext cx="156857" cy="98570"/>
              </a:xfrm>
              <a:custGeom>
                <a:avLst/>
                <a:gdLst/>
                <a:ahLst/>
                <a:cxnLst/>
                <a:rect l="l" t="t" r="r" b="b"/>
                <a:pathLst>
                  <a:path w="845" h="531" extrusionOk="0">
                    <a:moveTo>
                      <a:pt x="725" y="1"/>
                    </a:moveTo>
                    <a:cubicBezTo>
                      <a:pt x="720" y="1"/>
                      <a:pt x="714" y="3"/>
                      <a:pt x="702" y="11"/>
                    </a:cubicBezTo>
                    <a:cubicBezTo>
                      <a:pt x="668" y="37"/>
                      <a:pt x="660" y="37"/>
                      <a:pt x="652" y="45"/>
                    </a:cubicBezTo>
                    <a:cubicBezTo>
                      <a:pt x="649" y="47"/>
                      <a:pt x="644" y="48"/>
                      <a:pt x="637" y="48"/>
                    </a:cubicBezTo>
                    <a:cubicBezTo>
                      <a:pt x="611" y="48"/>
                      <a:pt x="565" y="37"/>
                      <a:pt x="552" y="37"/>
                    </a:cubicBezTo>
                    <a:cubicBezTo>
                      <a:pt x="541" y="37"/>
                      <a:pt x="530" y="34"/>
                      <a:pt x="521" y="34"/>
                    </a:cubicBezTo>
                    <a:cubicBezTo>
                      <a:pt x="516" y="34"/>
                      <a:pt x="512" y="35"/>
                      <a:pt x="510" y="37"/>
                    </a:cubicBezTo>
                    <a:cubicBezTo>
                      <a:pt x="468" y="87"/>
                      <a:pt x="409" y="87"/>
                      <a:pt x="401" y="87"/>
                    </a:cubicBezTo>
                    <a:cubicBezTo>
                      <a:pt x="384" y="87"/>
                      <a:pt x="373" y="83"/>
                      <a:pt x="365" y="83"/>
                    </a:cubicBezTo>
                    <a:cubicBezTo>
                      <a:pt x="357" y="83"/>
                      <a:pt x="351" y="87"/>
                      <a:pt x="343" y="104"/>
                    </a:cubicBezTo>
                    <a:cubicBezTo>
                      <a:pt x="340" y="109"/>
                      <a:pt x="340" y="111"/>
                      <a:pt x="340" y="111"/>
                    </a:cubicBezTo>
                    <a:cubicBezTo>
                      <a:pt x="340" y="111"/>
                      <a:pt x="341" y="109"/>
                      <a:pt x="342" y="109"/>
                    </a:cubicBezTo>
                    <a:cubicBezTo>
                      <a:pt x="343" y="109"/>
                      <a:pt x="343" y="110"/>
                      <a:pt x="343" y="112"/>
                    </a:cubicBezTo>
                    <a:cubicBezTo>
                      <a:pt x="343" y="112"/>
                      <a:pt x="335" y="112"/>
                      <a:pt x="325" y="130"/>
                    </a:cubicBezTo>
                    <a:cubicBezTo>
                      <a:pt x="311" y="147"/>
                      <a:pt x="302" y="149"/>
                      <a:pt x="297" y="149"/>
                    </a:cubicBezTo>
                    <a:cubicBezTo>
                      <a:pt x="295" y="149"/>
                      <a:pt x="293" y="149"/>
                      <a:pt x="292" y="149"/>
                    </a:cubicBezTo>
                    <a:cubicBezTo>
                      <a:pt x="287" y="149"/>
                      <a:pt x="289" y="154"/>
                      <a:pt x="293" y="212"/>
                    </a:cubicBezTo>
                    <a:cubicBezTo>
                      <a:pt x="293" y="312"/>
                      <a:pt x="301" y="312"/>
                      <a:pt x="285" y="330"/>
                    </a:cubicBezTo>
                    <a:cubicBezTo>
                      <a:pt x="275" y="346"/>
                      <a:pt x="275" y="338"/>
                      <a:pt x="267" y="362"/>
                    </a:cubicBezTo>
                    <a:cubicBezTo>
                      <a:pt x="259" y="388"/>
                      <a:pt x="275" y="388"/>
                      <a:pt x="259" y="412"/>
                    </a:cubicBezTo>
                    <a:cubicBezTo>
                      <a:pt x="243" y="430"/>
                      <a:pt x="225" y="446"/>
                      <a:pt x="217" y="454"/>
                    </a:cubicBezTo>
                    <a:cubicBezTo>
                      <a:pt x="193" y="462"/>
                      <a:pt x="217" y="471"/>
                      <a:pt x="193" y="489"/>
                    </a:cubicBezTo>
                    <a:cubicBezTo>
                      <a:pt x="185" y="492"/>
                      <a:pt x="178" y="493"/>
                      <a:pt x="173" y="493"/>
                    </a:cubicBezTo>
                    <a:cubicBezTo>
                      <a:pt x="154" y="493"/>
                      <a:pt x="149" y="479"/>
                      <a:pt x="140" y="479"/>
                    </a:cubicBezTo>
                    <a:cubicBezTo>
                      <a:pt x="139" y="479"/>
                      <a:pt x="137" y="479"/>
                      <a:pt x="135" y="481"/>
                    </a:cubicBezTo>
                    <a:cubicBezTo>
                      <a:pt x="133" y="481"/>
                      <a:pt x="131" y="482"/>
                      <a:pt x="130" y="482"/>
                    </a:cubicBezTo>
                    <a:cubicBezTo>
                      <a:pt x="123" y="482"/>
                      <a:pt x="132" y="466"/>
                      <a:pt x="118" y="466"/>
                    </a:cubicBezTo>
                    <a:cubicBezTo>
                      <a:pt x="114" y="466"/>
                      <a:pt x="109" y="467"/>
                      <a:pt x="101" y="471"/>
                    </a:cubicBezTo>
                    <a:cubicBezTo>
                      <a:pt x="67" y="489"/>
                      <a:pt x="34" y="513"/>
                      <a:pt x="24" y="513"/>
                    </a:cubicBezTo>
                    <a:cubicBezTo>
                      <a:pt x="24" y="513"/>
                      <a:pt x="16" y="521"/>
                      <a:pt x="0" y="531"/>
                    </a:cubicBezTo>
                    <a:lnTo>
                      <a:pt x="676" y="531"/>
                    </a:lnTo>
                    <a:lnTo>
                      <a:pt x="676" y="513"/>
                    </a:lnTo>
                    <a:cubicBezTo>
                      <a:pt x="668" y="505"/>
                      <a:pt x="660" y="489"/>
                      <a:pt x="660" y="481"/>
                    </a:cubicBezTo>
                    <a:cubicBezTo>
                      <a:pt x="652" y="462"/>
                      <a:pt x="626" y="438"/>
                      <a:pt x="644" y="430"/>
                    </a:cubicBezTo>
                    <a:cubicBezTo>
                      <a:pt x="656" y="418"/>
                      <a:pt x="663" y="406"/>
                      <a:pt x="666" y="406"/>
                    </a:cubicBezTo>
                    <a:cubicBezTo>
                      <a:pt x="668" y="406"/>
                      <a:pt x="668" y="408"/>
                      <a:pt x="668" y="412"/>
                    </a:cubicBezTo>
                    <a:cubicBezTo>
                      <a:pt x="676" y="438"/>
                      <a:pt x="694" y="481"/>
                      <a:pt x="694" y="497"/>
                    </a:cubicBezTo>
                    <a:cubicBezTo>
                      <a:pt x="694" y="497"/>
                      <a:pt x="718" y="454"/>
                      <a:pt x="710" y="446"/>
                    </a:cubicBezTo>
                    <a:lnTo>
                      <a:pt x="710" y="396"/>
                    </a:lnTo>
                    <a:cubicBezTo>
                      <a:pt x="718" y="370"/>
                      <a:pt x="718" y="380"/>
                      <a:pt x="726" y="354"/>
                    </a:cubicBezTo>
                    <a:cubicBezTo>
                      <a:pt x="726" y="330"/>
                      <a:pt x="726" y="346"/>
                      <a:pt x="718" y="312"/>
                    </a:cubicBezTo>
                    <a:cubicBezTo>
                      <a:pt x="710" y="270"/>
                      <a:pt x="702" y="254"/>
                      <a:pt x="710" y="230"/>
                    </a:cubicBezTo>
                    <a:cubicBezTo>
                      <a:pt x="726" y="212"/>
                      <a:pt x="702" y="230"/>
                      <a:pt x="744" y="180"/>
                    </a:cubicBezTo>
                    <a:cubicBezTo>
                      <a:pt x="795" y="120"/>
                      <a:pt x="786" y="146"/>
                      <a:pt x="803" y="112"/>
                    </a:cubicBezTo>
                    <a:cubicBezTo>
                      <a:pt x="811" y="69"/>
                      <a:pt x="845" y="87"/>
                      <a:pt x="811" y="53"/>
                    </a:cubicBezTo>
                    <a:cubicBezTo>
                      <a:pt x="776" y="29"/>
                      <a:pt x="786" y="11"/>
                      <a:pt x="760" y="11"/>
                    </a:cubicBezTo>
                    <a:cubicBezTo>
                      <a:pt x="738" y="11"/>
                      <a:pt x="735" y="1"/>
                      <a:pt x="7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112">
                <a:extLst>
                  <a:ext uri="{FF2B5EF4-FFF2-40B4-BE49-F238E27FC236}">
                    <a16:creationId xmlns:a16="http://schemas.microsoft.com/office/drawing/2014/main" id="{74DCF4B9-0DC6-00D6-2661-FC2CED522E95}"/>
                  </a:ext>
                </a:extLst>
              </p:cNvPr>
              <p:cNvSpPr/>
              <p:nvPr/>
            </p:nvSpPr>
            <p:spPr>
              <a:xfrm>
                <a:off x="5887850" y="3452586"/>
                <a:ext cx="126043" cy="149061"/>
              </a:xfrm>
              <a:custGeom>
                <a:avLst/>
                <a:gdLst/>
                <a:ahLst/>
                <a:cxnLst/>
                <a:rect l="l" t="t" r="r" b="b"/>
                <a:pathLst>
                  <a:path w="679" h="803" extrusionOk="0">
                    <a:moveTo>
                      <a:pt x="418" y="0"/>
                    </a:moveTo>
                    <a:cubicBezTo>
                      <a:pt x="268" y="243"/>
                      <a:pt x="135" y="486"/>
                      <a:pt x="1" y="736"/>
                    </a:cubicBezTo>
                    <a:cubicBezTo>
                      <a:pt x="27" y="744"/>
                      <a:pt x="43" y="744"/>
                      <a:pt x="43" y="744"/>
                    </a:cubicBezTo>
                    <a:lnTo>
                      <a:pt x="77" y="728"/>
                    </a:lnTo>
                    <a:lnTo>
                      <a:pt x="109" y="752"/>
                    </a:lnTo>
                    <a:cubicBezTo>
                      <a:pt x="127" y="794"/>
                      <a:pt x="135" y="786"/>
                      <a:pt x="143" y="794"/>
                    </a:cubicBezTo>
                    <a:cubicBezTo>
                      <a:pt x="143" y="794"/>
                      <a:pt x="177" y="802"/>
                      <a:pt x="193" y="802"/>
                    </a:cubicBezTo>
                    <a:cubicBezTo>
                      <a:pt x="193" y="802"/>
                      <a:pt x="210" y="802"/>
                      <a:pt x="218" y="794"/>
                    </a:cubicBezTo>
                    <a:lnTo>
                      <a:pt x="244" y="770"/>
                    </a:lnTo>
                    <a:cubicBezTo>
                      <a:pt x="244" y="770"/>
                      <a:pt x="247" y="774"/>
                      <a:pt x="257" y="774"/>
                    </a:cubicBezTo>
                    <a:cubicBezTo>
                      <a:pt x="262" y="774"/>
                      <a:pt x="269" y="773"/>
                      <a:pt x="278" y="770"/>
                    </a:cubicBezTo>
                    <a:cubicBezTo>
                      <a:pt x="281" y="768"/>
                      <a:pt x="284" y="767"/>
                      <a:pt x="287" y="767"/>
                    </a:cubicBezTo>
                    <a:cubicBezTo>
                      <a:pt x="297" y="767"/>
                      <a:pt x="303" y="780"/>
                      <a:pt x="310" y="786"/>
                    </a:cubicBezTo>
                    <a:cubicBezTo>
                      <a:pt x="344" y="786"/>
                      <a:pt x="344" y="778"/>
                      <a:pt x="352" y="760"/>
                    </a:cubicBezTo>
                    <a:cubicBezTo>
                      <a:pt x="352" y="752"/>
                      <a:pt x="318" y="720"/>
                      <a:pt x="318" y="720"/>
                    </a:cubicBezTo>
                    <a:lnTo>
                      <a:pt x="294" y="694"/>
                    </a:lnTo>
                    <a:lnTo>
                      <a:pt x="260" y="670"/>
                    </a:lnTo>
                    <a:cubicBezTo>
                      <a:pt x="233" y="655"/>
                      <a:pt x="239" y="642"/>
                      <a:pt x="224" y="642"/>
                    </a:cubicBezTo>
                    <a:cubicBezTo>
                      <a:pt x="220" y="642"/>
                      <a:pt x="216" y="643"/>
                      <a:pt x="210" y="644"/>
                    </a:cubicBezTo>
                    <a:cubicBezTo>
                      <a:pt x="202" y="646"/>
                      <a:pt x="195" y="647"/>
                      <a:pt x="189" y="647"/>
                    </a:cubicBezTo>
                    <a:cubicBezTo>
                      <a:pt x="175" y="647"/>
                      <a:pt x="167" y="642"/>
                      <a:pt x="185" y="636"/>
                    </a:cubicBezTo>
                    <a:cubicBezTo>
                      <a:pt x="201" y="632"/>
                      <a:pt x="203" y="632"/>
                      <a:pt x="204" y="632"/>
                    </a:cubicBezTo>
                    <a:cubicBezTo>
                      <a:pt x="205" y="632"/>
                      <a:pt x="205" y="632"/>
                      <a:pt x="218" y="628"/>
                    </a:cubicBezTo>
                    <a:cubicBezTo>
                      <a:pt x="228" y="628"/>
                      <a:pt x="228" y="620"/>
                      <a:pt x="228" y="620"/>
                    </a:cubicBezTo>
                    <a:cubicBezTo>
                      <a:pt x="252" y="652"/>
                      <a:pt x="252" y="644"/>
                      <a:pt x="260" y="652"/>
                    </a:cubicBezTo>
                    <a:cubicBezTo>
                      <a:pt x="278" y="652"/>
                      <a:pt x="286" y="660"/>
                      <a:pt x="294" y="660"/>
                    </a:cubicBezTo>
                    <a:lnTo>
                      <a:pt x="336" y="702"/>
                    </a:lnTo>
                    <a:cubicBezTo>
                      <a:pt x="336" y="710"/>
                      <a:pt x="352" y="702"/>
                      <a:pt x="360" y="720"/>
                    </a:cubicBezTo>
                    <a:cubicBezTo>
                      <a:pt x="386" y="744"/>
                      <a:pt x="394" y="752"/>
                      <a:pt x="394" y="752"/>
                    </a:cubicBezTo>
                    <a:cubicBezTo>
                      <a:pt x="428" y="770"/>
                      <a:pt x="452" y="778"/>
                      <a:pt x="452" y="778"/>
                    </a:cubicBezTo>
                    <a:cubicBezTo>
                      <a:pt x="428" y="736"/>
                      <a:pt x="418" y="760"/>
                      <a:pt x="428" y="736"/>
                    </a:cubicBezTo>
                    <a:cubicBezTo>
                      <a:pt x="428" y="720"/>
                      <a:pt x="410" y="728"/>
                      <a:pt x="428" y="720"/>
                    </a:cubicBezTo>
                    <a:cubicBezTo>
                      <a:pt x="444" y="702"/>
                      <a:pt x="394" y="710"/>
                      <a:pt x="444" y="702"/>
                    </a:cubicBezTo>
                    <a:cubicBezTo>
                      <a:pt x="502" y="694"/>
                      <a:pt x="528" y="678"/>
                      <a:pt x="528" y="678"/>
                    </a:cubicBezTo>
                    <a:cubicBezTo>
                      <a:pt x="528" y="652"/>
                      <a:pt x="494" y="652"/>
                      <a:pt x="528" y="652"/>
                    </a:cubicBezTo>
                    <a:cubicBezTo>
                      <a:pt x="560" y="644"/>
                      <a:pt x="560" y="628"/>
                      <a:pt x="560" y="628"/>
                    </a:cubicBezTo>
                    <a:lnTo>
                      <a:pt x="578" y="594"/>
                    </a:lnTo>
                    <a:cubicBezTo>
                      <a:pt x="578" y="594"/>
                      <a:pt x="595" y="586"/>
                      <a:pt x="611" y="586"/>
                    </a:cubicBezTo>
                    <a:cubicBezTo>
                      <a:pt x="619" y="578"/>
                      <a:pt x="629" y="570"/>
                      <a:pt x="637" y="552"/>
                    </a:cubicBezTo>
                    <a:cubicBezTo>
                      <a:pt x="653" y="520"/>
                      <a:pt x="645" y="520"/>
                      <a:pt x="653" y="510"/>
                    </a:cubicBezTo>
                    <a:cubicBezTo>
                      <a:pt x="669" y="470"/>
                      <a:pt x="679" y="451"/>
                      <a:pt x="661" y="451"/>
                    </a:cubicBezTo>
                    <a:cubicBezTo>
                      <a:pt x="645" y="443"/>
                      <a:pt x="603" y="427"/>
                      <a:pt x="603" y="427"/>
                    </a:cubicBezTo>
                    <a:cubicBezTo>
                      <a:pt x="603" y="427"/>
                      <a:pt x="595" y="401"/>
                      <a:pt x="568" y="393"/>
                    </a:cubicBezTo>
                    <a:cubicBezTo>
                      <a:pt x="544" y="377"/>
                      <a:pt x="528" y="385"/>
                      <a:pt x="518" y="351"/>
                    </a:cubicBezTo>
                    <a:cubicBezTo>
                      <a:pt x="516" y="343"/>
                      <a:pt x="519" y="341"/>
                      <a:pt x="522" y="341"/>
                    </a:cubicBezTo>
                    <a:cubicBezTo>
                      <a:pt x="525" y="341"/>
                      <a:pt x="528" y="343"/>
                      <a:pt x="529" y="343"/>
                    </a:cubicBezTo>
                    <a:cubicBezTo>
                      <a:pt x="531" y="343"/>
                      <a:pt x="527" y="340"/>
                      <a:pt x="510" y="327"/>
                    </a:cubicBezTo>
                    <a:cubicBezTo>
                      <a:pt x="478" y="285"/>
                      <a:pt x="494" y="293"/>
                      <a:pt x="478" y="285"/>
                    </a:cubicBezTo>
                    <a:cubicBezTo>
                      <a:pt x="473" y="277"/>
                      <a:pt x="467" y="277"/>
                      <a:pt x="463" y="277"/>
                    </a:cubicBezTo>
                    <a:cubicBezTo>
                      <a:pt x="460" y="277"/>
                      <a:pt x="460" y="277"/>
                      <a:pt x="468" y="269"/>
                    </a:cubicBezTo>
                    <a:cubicBezTo>
                      <a:pt x="478" y="251"/>
                      <a:pt x="452" y="251"/>
                      <a:pt x="478" y="251"/>
                    </a:cubicBezTo>
                    <a:cubicBezTo>
                      <a:pt x="497" y="251"/>
                      <a:pt x="512" y="241"/>
                      <a:pt x="522" y="241"/>
                    </a:cubicBezTo>
                    <a:cubicBezTo>
                      <a:pt x="524" y="241"/>
                      <a:pt x="526" y="241"/>
                      <a:pt x="528" y="243"/>
                    </a:cubicBezTo>
                    <a:cubicBezTo>
                      <a:pt x="534" y="249"/>
                      <a:pt x="540" y="254"/>
                      <a:pt x="545" y="254"/>
                    </a:cubicBezTo>
                    <a:cubicBezTo>
                      <a:pt x="548" y="254"/>
                      <a:pt x="550" y="253"/>
                      <a:pt x="552" y="251"/>
                    </a:cubicBezTo>
                    <a:cubicBezTo>
                      <a:pt x="560" y="243"/>
                      <a:pt x="552" y="227"/>
                      <a:pt x="560" y="227"/>
                    </a:cubicBezTo>
                    <a:cubicBezTo>
                      <a:pt x="568" y="219"/>
                      <a:pt x="568" y="209"/>
                      <a:pt x="587" y="209"/>
                    </a:cubicBezTo>
                    <a:cubicBezTo>
                      <a:pt x="619" y="209"/>
                      <a:pt x="629" y="201"/>
                      <a:pt x="629" y="193"/>
                    </a:cubicBezTo>
                    <a:cubicBezTo>
                      <a:pt x="629" y="193"/>
                      <a:pt x="645" y="151"/>
                      <a:pt x="637" y="151"/>
                    </a:cubicBezTo>
                    <a:cubicBezTo>
                      <a:pt x="635" y="152"/>
                      <a:pt x="633" y="153"/>
                      <a:pt x="630" y="153"/>
                    </a:cubicBezTo>
                    <a:cubicBezTo>
                      <a:pt x="619" y="153"/>
                      <a:pt x="601" y="143"/>
                      <a:pt x="595" y="143"/>
                    </a:cubicBezTo>
                    <a:cubicBezTo>
                      <a:pt x="589" y="143"/>
                      <a:pt x="579" y="150"/>
                      <a:pt x="573" y="150"/>
                    </a:cubicBezTo>
                    <a:cubicBezTo>
                      <a:pt x="570" y="150"/>
                      <a:pt x="568" y="148"/>
                      <a:pt x="568" y="143"/>
                    </a:cubicBezTo>
                    <a:cubicBezTo>
                      <a:pt x="560" y="127"/>
                      <a:pt x="528" y="135"/>
                      <a:pt x="560" y="119"/>
                    </a:cubicBezTo>
                    <a:cubicBezTo>
                      <a:pt x="603" y="93"/>
                      <a:pt x="603" y="109"/>
                      <a:pt x="603" y="93"/>
                    </a:cubicBezTo>
                    <a:lnTo>
                      <a:pt x="587" y="50"/>
                    </a:lnTo>
                    <a:cubicBezTo>
                      <a:pt x="544" y="34"/>
                      <a:pt x="518" y="42"/>
                      <a:pt x="494" y="34"/>
                    </a:cubicBezTo>
                    <a:cubicBezTo>
                      <a:pt x="488" y="33"/>
                      <a:pt x="484" y="32"/>
                      <a:pt x="480" y="32"/>
                    </a:cubicBezTo>
                    <a:cubicBezTo>
                      <a:pt x="473" y="32"/>
                      <a:pt x="470" y="34"/>
                      <a:pt x="465" y="34"/>
                    </a:cubicBezTo>
                    <a:cubicBezTo>
                      <a:pt x="462" y="34"/>
                      <a:pt x="458" y="32"/>
                      <a:pt x="452" y="26"/>
                    </a:cubicBezTo>
                    <a:cubicBezTo>
                      <a:pt x="436" y="8"/>
                      <a:pt x="452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112">
                <a:extLst>
                  <a:ext uri="{FF2B5EF4-FFF2-40B4-BE49-F238E27FC236}">
                    <a16:creationId xmlns:a16="http://schemas.microsoft.com/office/drawing/2014/main" id="{3CBD8486-8629-A1B5-221C-DD701211662E}"/>
                  </a:ext>
                </a:extLst>
              </p:cNvPr>
              <p:cNvSpPr/>
              <p:nvPr/>
            </p:nvSpPr>
            <p:spPr>
              <a:xfrm>
                <a:off x="6503585" y="4259153"/>
                <a:ext cx="18934" cy="21162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14" extrusionOk="0">
                    <a:moveTo>
                      <a:pt x="43" y="1"/>
                    </a:moveTo>
                    <a:cubicBezTo>
                      <a:pt x="27" y="9"/>
                      <a:pt x="1" y="35"/>
                      <a:pt x="9" y="43"/>
                    </a:cubicBezTo>
                    <a:cubicBezTo>
                      <a:pt x="19" y="59"/>
                      <a:pt x="19" y="75"/>
                      <a:pt x="43" y="85"/>
                    </a:cubicBezTo>
                    <a:cubicBezTo>
                      <a:pt x="64" y="92"/>
                      <a:pt x="84" y="114"/>
                      <a:pt x="91" y="114"/>
                    </a:cubicBezTo>
                    <a:cubicBezTo>
                      <a:pt x="92" y="114"/>
                      <a:pt x="93" y="112"/>
                      <a:pt x="93" y="109"/>
                    </a:cubicBezTo>
                    <a:cubicBezTo>
                      <a:pt x="101" y="93"/>
                      <a:pt x="85" y="67"/>
                      <a:pt x="77" y="59"/>
                    </a:cubicBezTo>
                    <a:cubicBezTo>
                      <a:pt x="69" y="43"/>
                      <a:pt x="59" y="43"/>
                      <a:pt x="59" y="25"/>
                    </a:cubicBezTo>
                    <a:cubicBezTo>
                      <a:pt x="59" y="17"/>
                      <a:pt x="51" y="1"/>
                      <a:pt x="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112">
                <a:extLst>
                  <a:ext uri="{FF2B5EF4-FFF2-40B4-BE49-F238E27FC236}">
                    <a16:creationId xmlns:a16="http://schemas.microsoft.com/office/drawing/2014/main" id="{11A064D9-DD1A-9A8A-66C0-A226D5DFF78C}"/>
                  </a:ext>
                </a:extLst>
              </p:cNvPr>
              <p:cNvSpPr/>
              <p:nvPr/>
            </p:nvSpPr>
            <p:spPr>
              <a:xfrm>
                <a:off x="6522333" y="4270291"/>
                <a:ext cx="40653" cy="17264"/>
              </a:xfrm>
              <a:custGeom>
                <a:avLst/>
                <a:gdLst/>
                <a:ahLst/>
                <a:cxnLst/>
                <a:rect l="l" t="t" r="r" b="b"/>
                <a:pathLst>
                  <a:path w="219" h="93" extrusionOk="0">
                    <a:moveTo>
                      <a:pt x="205" y="0"/>
                    </a:moveTo>
                    <a:cubicBezTo>
                      <a:pt x="200" y="0"/>
                      <a:pt x="192" y="2"/>
                      <a:pt x="177" y="7"/>
                    </a:cubicBezTo>
                    <a:cubicBezTo>
                      <a:pt x="152" y="11"/>
                      <a:pt x="114" y="11"/>
                      <a:pt x="82" y="11"/>
                    </a:cubicBezTo>
                    <a:cubicBezTo>
                      <a:pt x="49" y="11"/>
                      <a:pt x="22" y="11"/>
                      <a:pt x="18" y="15"/>
                    </a:cubicBezTo>
                    <a:cubicBezTo>
                      <a:pt x="8" y="25"/>
                      <a:pt x="0" y="41"/>
                      <a:pt x="18" y="57"/>
                    </a:cubicBezTo>
                    <a:cubicBezTo>
                      <a:pt x="28" y="74"/>
                      <a:pt x="46" y="80"/>
                      <a:pt x="60" y="80"/>
                    </a:cubicBezTo>
                    <a:cubicBezTo>
                      <a:pt x="67" y="80"/>
                      <a:pt x="73" y="78"/>
                      <a:pt x="76" y="75"/>
                    </a:cubicBezTo>
                    <a:cubicBezTo>
                      <a:pt x="84" y="75"/>
                      <a:pt x="108" y="75"/>
                      <a:pt x="126" y="83"/>
                    </a:cubicBezTo>
                    <a:cubicBezTo>
                      <a:pt x="131" y="88"/>
                      <a:pt x="136" y="93"/>
                      <a:pt x="142" y="93"/>
                    </a:cubicBezTo>
                    <a:cubicBezTo>
                      <a:pt x="146" y="93"/>
                      <a:pt x="152" y="90"/>
                      <a:pt x="159" y="83"/>
                    </a:cubicBezTo>
                    <a:cubicBezTo>
                      <a:pt x="177" y="75"/>
                      <a:pt x="177" y="83"/>
                      <a:pt x="193" y="57"/>
                    </a:cubicBezTo>
                    <a:cubicBezTo>
                      <a:pt x="201" y="33"/>
                      <a:pt x="219" y="25"/>
                      <a:pt x="209" y="15"/>
                    </a:cubicBezTo>
                    <a:cubicBezTo>
                      <a:pt x="203" y="10"/>
                      <a:pt x="214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112">
                <a:extLst>
                  <a:ext uri="{FF2B5EF4-FFF2-40B4-BE49-F238E27FC236}">
                    <a16:creationId xmlns:a16="http://schemas.microsoft.com/office/drawing/2014/main" id="{FCA09AC8-3560-9E80-EC99-F0280B3F53AD}"/>
                  </a:ext>
                </a:extLst>
              </p:cNvPr>
              <p:cNvSpPr/>
              <p:nvPr/>
            </p:nvSpPr>
            <p:spPr>
              <a:xfrm>
                <a:off x="6581364" y="4252099"/>
                <a:ext cx="32671" cy="3378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82" extrusionOk="0">
                    <a:moveTo>
                      <a:pt x="110" y="1"/>
                    </a:moveTo>
                    <a:cubicBezTo>
                      <a:pt x="100" y="1"/>
                      <a:pt x="96" y="25"/>
                      <a:pt x="83" y="31"/>
                    </a:cubicBezTo>
                    <a:cubicBezTo>
                      <a:pt x="59" y="47"/>
                      <a:pt x="9" y="131"/>
                      <a:pt x="9" y="139"/>
                    </a:cubicBezTo>
                    <a:cubicBezTo>
                      <a:pt x="1" y="147"/>
                      <a:pt x="1" y="155"/>
                      <a:pt x="1" y="155"/>
                    </a:cubicBezTo>
                    <a:cubicBezTo>
                      <a:pt x="1" y="173"/>
                      <a:pt x="17" y="173"/>
                      <a:pt x="41" y="181"/>
                    </a:cubicBezTo>
                    <a:cubicBezTo>
                      <a:pt x="59" y="181"/>
                      <a:pt x="59" y="181"/>
                      <a:pt x="83" y="163"/>
                    </a:cubicBezTo>
                    <a:cubicBezTo>
                      <a:pt x="117" y="155"/>
                      <a:pt x="141" y="113"/>
                      <a:pt x="159" y="73"/>
                    </a:cubicBezTo>
                    <a:cubicBezTo>
                      <a:pt x="175" y="23"/>
                      <a:pt x="151" y="47"/>
                      <a:pt x="125" y="13"/>
                    </a:cubicBezTo>
                    <a:cubicBezTo>
                      <a:pt x="119" y="4"/>
                      <a:pt x="114" y="1"/>
                      <a:pt x="1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112">
                <a:extLst>
                  <a:ext uri="{FF2B5EF4-FFF2-40B4-BE49-F238E27FC236}">
                    <a16:creationId xmlns:a16="http://schemas.microsoft.com/office/drawing/2014/main" id="{EA720C14-E5F8-D574-141F-F0007E863560}"/>
                  </a:ext>
                </a:extLst>
              </p:cNvPr>
              <p:cNvSpPr/>
              <p:nvPr/>
            </p:nvSpPr>
            <p:spPr>
              <a:xfrm>
                <a:off x="6601597" y="4271590"/>
                <a:ext cx="24689" cy="23018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4" extrusionOk="0">
                    <a:moveTo>
                      <a:pt x="89" y="1"/>
                    </a:moveTo>
                    <a:cubicBezTo>
                      <a:pt x="77" y="1"/>
                      <a:pt x="63" y="15"/>
                      <a:pt x="42" y="26"/>
                    </a:cubicBezTo>
                    <a:cubicBezTo>
                      <a:pt x="8" y="34"/>
                      <a:pt x="16" y="76"/>
                      <a:pt x="8" y="84"/>
                    </a:cubicBezTo>
                    <a:cubicBezTo>
                      <a:pt x="0" y="100"/>
                      <a:pt x="8" y="100"/>
                      <a:pt x="8" y="118"/>
                    </a:cubicBezTo>
                    <a:cubicBezTo>
                      <a:pt x="12" y="122"/>
                      <a:pt x="18" y="124"/>
                      <a:pt x="25" y="124"/>
                    </a:cubicBezTo>
                    <a:cubicBezTo>
                      <a:pt x="36" y="124"/>
                      <a:pt x="49" y="119"/>
                      <a:pt x="58" y="108"/>
                    </a:cubicBezTo>
                    <a:cubicBezTo>
                      <a:pt x="74" y="92"/>
                      <a:pt x="82" y="92"/>
                      <a:pt x="109" y="76"/>
                    </a:cubicBezTo>
                    <a:cubicBezTo>
                      <a:pt x="133" y="58"/>
                      <a:pt x="117" y="50"/>
                      <a:pt x="109" y="18"/>
                    </a:cubicBezTo>
                    <a:cubicBezTo>
                      <a:pt x="103" y="6"/>
                      <a:pt x="96" y="1"/>
                      <a:pt x="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112">
                <a:extLst>
                  <a:ext uri="{FF2B5EF4-FFF2-40B4-BE49-F238E27FC236}">
                    <a16:creationId xmlns:a16="http://schemas.microsoft.com/office/drawing/2014/main" id="{42DF5DAB-5CD8-0313-EC07-09F6087DB176}"/>
                  </a:ext>
                </a:extLst>
              </p:cNvPr>
              <p:cNvSpPr/>
              <p:nvPr/>
            </p:nvSpPr>
            <p:spPr>
              <a:xfrm>
                <a:off x="6109863" y="3490083"/>
                <a:ext cx="55875" cy="46222"/>
              </a:xfrm>
              <a:custGeom>
                <a:avLst/>
                <a:gdLst/>
                <a:ahLst/>
                <a:cxnLst/>
                <a:rect l="l" t="t" r="r" b="b"/>
                <a:pathLst>
                  <a:path w="301" h="249" extrusionOk="0">
                    <a:moveTo>
                      <a:pt x="197" y="1"/>
                    </a:moveTo>
                    <a:cubicBezTo>
                      <a:pt x="167" y="1"/>
                      <a:pt x="134" y="3"/>
                      <a:pt x="116" y="7"/>
                    </a:cubicBezTo>
                    <a:cubicBezTo>
                      <a:pt x="84" y="25"/>
                      <a:pt x="58" y="25"/>
                      <a:pt x="42" y="57"/>
                    </a:cubicBezTo>
                    <a:cubicBezTo>
                      <a:pt x="24" y="99"/>
                      <a:pt x="0" y="107"/>
                      <a:pt x="16" y="167"/>
                    </a:cubicBezTo>
                    <a:cubicBezTo>
                      <a:pt x="34" y="233"/>
                      <a:pt x="0" y="233"/>
                      <a:pt x="58" y="233"/>
                    </a:cubicBezTo>
                    <a:cubicBezTo>
                      <a:pt x="98" y="239"/>
                      <a:pt x="139" y="248"/>
                      <a:pt x="168" y="248"/>
                    </a:cubicBezTo>
                    <a:cubicBezTo>
                      <a:pt x="181" y="248"/>
                      <a:pt x="193" y="246"/>
                      <a:pt x="201" y="241"/>
                    </a:cubicBezTo>
                    <a:cubicBezTo>
                      <a:pt x="225" y="225"/>
                      <a:pt x="267" y="183"/>
                      <a:pt x="285" y="157"/>
                    </a:cubicBezTo>
                    <a:cubicBezTo>
                      <a:pt x="293" y="141"/>
                      <a:pt x="301" y="83"/>
                      <a:pt x="293" y="57"/>
                    </a:cubicBezTo>
                    <a:cubicBezTo>
                      <a:pt x="285" y="33"/>
                      <a:pt x="267" y="17"/>
                      <a:pt x="259" y="7"/>
                    </a:cubicBezTo>
                    <a:cubicBezTo>
                      <a:pt x="255" y="3"/>
                      <a:pt x="228" y="1"/>
                      <a:pt x="1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112">
                <a:extLst>
                  <a:ext uri="{FF2B5EF4-FFF2-40B4-BE49-F238E27FC236}">
                    <a16:creationId xmlns:a16="http://schemas.microsoft.com/office/drawing/2014/main" id="{BAE37314-20F9-AD97-8581-EBF7632B8697}"/>
                  </a:ext>
                </a:extLst>
              </p:cNvPr>
              <p:cNvSpPr/>
              <p:nvPr/>
            </p:nvSpPr>
            <p:spPr>
              <a:xfrm>
                <a:off x="6052503" y="3448316"/>
                <a:ext cx="32485" cy="26731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44" extrusionOk="0">
                    <a:moveTo>
                      <a:pt x="107" y="0"/>
                    </a:moveTo>
                    <a:cubicBezTo>
                      <a:pt x="102" y="0"/>
                      <a:pt x="98" y="2"/>
                      <a:pt x="93" y="7"/>
                    </a:cubicBezTo>
                    <a:cubicBezTo>
                      <a:pt x="50" y="41"/>
                      <a:pt x="8" y="91"/>
                      <a:pt x="0" y="107"/>
                    </a:cubicBezTo>
                    <a:cubicBezTo>
                      <a:pt x="0" y="128"/>
                      <a:pt x="6" y="144"/>
                      <a:pt x="17" y="144"/>
                    </a:cubicBezTo>
                    <a:cubicBezTo>
                      <a:pt x="19" y="144"/>
                      <a:pt x="22" y="143"/>
                      <a:pt x="24" y="142"/>
                    </a:cubicBezTo>
                    <a:cubicBezTo>
                      <a:pt x="42" y="142"/>
                      <a:pt x="32" y="142"/>
                      <a:pt x="75" y="116"/>
                    </a:cubicBezTo>
                    <a:cubicBezTo>
                      <a:pt x="109" y="99"/>
                      <a:pt x="133" y="57"/>
                      <a:pt x="143" y="49"/>
                    </a:cubicBezTo>
                    <a:cubicBezTo>
                      <a:pt x="151" y="31"/>
                      <a:pt x="175" y="7"/>
                      <a:pt x="143" y="7"/>
                    </a:cubicBezTo>
                    <a:cubicBezTo>
                      <a:pt x="125" y="7"/>
                      <a:pt x="116" y="0"/>
                      <a:pt x="1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112">
                <a:extLst>
                  <a:ext uri="{FF2B5EF4-FFF2-40B4-BE49-F238E27FC236}">
                    <a16:creationId xmlns:a16="http://schemas.microsoft.com/office/drawing/2014/main" id="{BCF038A8-292C-4FD4-18E9-9644549BBE2A}"/>
                  </a:ext>
                </a:extLst>
              </p:cNvPr>
              <p:cNvSpPr/>
              <p:nvPr/>
            </p:nvSpPr>
            <p:spPr>
              <a:xfrm>
                <a:off x="6066240" y="3427711"/>
                <a:ext cx="22090" cy="17078"/>
              </a:xfrm>
              <a:custGeom>
                <a:avLst/>
                <a:gdLst/>
                <a:ahLst/>
                <a:cxnLst/>
                <a:rect l="l" t="t" r="r" b="b"/>
                <a:pathLst>
                  <a:path w="119" h="92" extrusionOk="0">
                    <a:moveTo>
                      <a:pt x="53" y="1"/>
                    </a:moveTo>
                    <a:cubicBezTo>
                      <a:pt x="30" y="1"/>
                      <a:pt x="1" y="53"/>
                      <a:pt x="1" y="68"/>
                    </a:cubicBezTo>
                    <a:cubicBezTo>
                      <a:pt x="5" y="86"/>
                      <a:pt x="14" y="92"/>
                      <a:pt x="26" y="92"/>
                    </a:cubicBezTo>
                    <a:cubicBezTo>
                      <a:pt x="36" y="92"/>
                      <a:pt x="48" y="88"/>
                      <a:pt x="59" y="84"/>
                    </a:cubicBezTo>
                    <a:cubicBezTo>
                      <a:pt x="77" y="68"/>
                      <a:pt x="93" y="68"/>
                      <a:pt x="109" y="34"/>
                    </a:cubicBezTo>
                    <a:cubicBezTo>
                      <a:pt x="119" y="10"/>
                      <a:pt x="93" y="18"/>
                      <a:pt x="59" y="2"/>
                    </a:cubicBezTo>
                    <a:cubicBezTo>
                      <a:pt x="57" y="1"/>
                      <a:pt x="55" y="1"/>
                      <a:pt x="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112">
                <a:extLst>
                  <a:ext uri="{FF2B5EF4-FFF2-40B4-BE49-F238E27FC236}">
                    <a16:creationId xmlns:a16="http://schemas.microsoft.com/office/drawing/2014/main" id="{802A3D04-3D99-514E-AAFD-6F31674CB10D}"/>
                  </a:ext>
                </a:extLst>
              </p:cNvPr>
              <p:cNvSpPr/>
              <p:nvPr/>
            </p:nvSpPr>
            <p:spPr>
              <a:xfrm>
                <a:off x="6097426" y="3442005"/>
                <a:ext cx="26359" cy="13551"/>
              </a:xfrm>
              <a:custGeom>
                <a:avLst/>
                <a:gdLst/>
                <a:ahLst/>
                <a:cxnLst/>
                <a:rect l="l" t="t" r="r" b="b"/>
                <a:pathLst>
                  <a:path w="142" h="73" extrusionOk="0">
                    <a:moveTo>
                      <a:pt x="57" y="1"/>
                    </a:moveTo>
                    <a:cubicBezTo>
                      <a:pt x="49" y="1"/>
                      <a:pt x="40" y="3"/>
                      <a:pt x="33" y="7"/>
                    </a:cubicBezTo>
                    <a:cubicBezTo>
                      <a:pt x="17" y="15"/>
                      <a:pt x="1" y="57"/>
                      <a:pt x="25" y="65"/>
                    </a:cubicBezTo>
                    <a:cubicBezTo>
                      <a:pt x="38" y="70"/>
                      <a:pt x="49" y="73"/>
                      <a:pt x="59" y="73"/>
                    </a:cubicBezTo>
                    <a:cubicBezTo>
                      <a:pt x="69" y="73"/>
                      <a:pt x="79" y="70"/>
                      <a:pt x="91" y="65"/>
                    </a:cubicBezTo>
                    <a:cubicBezTo>
                      <a:pt x="109" y="65"/>
                      <a:pt x="141" y="57"/>
                      <a:pt x="117" y="33"/>
                    </a:cubicBezTo>
                    <a:cubicBezTo>
                      <a:pt x="106" y="14"/>
                      <a:pt x="80" y="1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112">
                <a:extLst>
                  <a:ext uri="{FF2B5EF4-FFF2-40B4-BE49-F238E27FC236}">
                    <a16:creationId xmlns:a16="http://schemas.microsoft.com/office/drawing/2014/main" id="{A73EB384-7582-D319-856A-691D69104556}"/>
                  </a:ext>
                </a:extLst>
              </p:cNvPr>
              <p:cNvSpPr/>
              <p:nvPr/>
            </p:nvSpPr>
            <p:spPr>
              <a:xfrm>
                <a:off x="6157756" y="3470963"/>
                <a:ext cx="7982" cy="10767"/>
              </a:xfrm>
              <a:custGeom>
                <a:avLst/>
                <a:gdLst/>
                <a:ahLst/>
                <a:cxnLst/>
                <a:rect l="l" t="t" r="r" b="b"/>
                <a:pathLst>
                  <a:path w="43" h="58" extrusionOk="0">
                    <a:moveTo>
                      <a:pt x="31" y="0"/>
                    </a:moveTo>
                    <a:cubicBezTo>
                      <a:pt x="21" y="0"/>
                      <a:pt x="1" y="21"/>
                      <a:pt x="1" y="28"/>
                    </a:cubicBezTo>
                    <a:cubicBezTo>
                      <a:pt x="7" y="40"/>
                      <a:pt x="8" y="58"/>
                      <a:pt x="17" y="58"/>
                    </a:cubicBezTo>
                    <a:cubicBezTo>
                      <a:pt x="19" y="58"/>
                      <a:pt x="23" y="56"/>
                      <a:pt x="27" y="52"/>
                    </a:cubicBezTo>
                    <a:cubicBezTo>
                      <a:pt x="43" y="44"/>
                      <a:pt x="35" y="10"/>
                      <a:pt x="35" y="2"/>
                    </a:cubicBezTo>
                    <a:cubicBezTo>
                      <a:pt x="34" y="0"/>
                      <a:pt x="33" y="0"/>
                      <a:pt x="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112">
                <a:extLst>
                  <a:ext uri="{FF2B5EF4-FFF2-40B4-BE49-F238E27FC236}">
                    <a16:creationId xmlns:a16="http://schemas.microsoft.com/office/drawing/2014/main" id="{9FE71B0C-0576-FDF8-FC0C-160923B301CA}"/>
                  </a:ext>
                </a:extLst>
              </p:cNvPr>
              <p:cNvSpPr/>
              <p:nvPr/>
            </p:nvSpPr>
            <p:spPr>
              <a:xfrm>
                <a:off x="6175019" y="3495466"/>
                <a:ext cx="37312" cy="16521"/>
              </a:xfrm>
              <a:custGeom>
                <a:avLst/>
                <a:gdLst/>
                <a:ahLst/>
                <a:cxnLst/>
                <a:rect l="l" t="t" r="r" b="b"/>
                <a:pathLst>
                  <a:path w="201" h="89" extrusionOk="0">
                    <a:moveTo>
                      <a:pt x="30" y="1"/>
                    </a:moveTo>
                    <a:cubicBezTo>
                      <a:pt x="23" y="1"/>
                      <a:pt x="22" y="6"/>
                      <a:pt x="16" y="12"/>
                    </a:cubicBezTo>
                    <a:cubicBezTo>
                      <a:pt x="0" y="20"/>
                      <a:pt x="0" y="20"/>
                      <a:pt x="8" y="38"/>
                    </a:cubicBezTo>
                    <a:cubicBezTo>
                      <a:pt x="34" y="54"/>
                      <a:pt x="24" y="88"/>
                      <a:pt x="58" y="88"/>
                    </a:cubicBezTo>
                    <a:cubicBezTo>
                      <a:pt x="100" y="88"/>
                      <a:pt x="108" y="78"/>
                      <a:pt x="150" y="78"/>
                    </a:cubicBezTo>
                    <a:cubicBezTo>
                      <a:pt x="157" y="76"/>
                      <a:pt x="163" y="76"/>
                      <a:pt x="167" y="76"/>
                    </a:cubicBezTo>
                    <a:cubicBezTo>
                      <a:pt x="177" y="76"/>
                      <a:pt x="182" y="78"/>
                      <a:pt x="185" y="78"/>
                    </a:cubicBezTo>
                    <a:cubicBezTo>
                      <a:pt x="188" y="78"/>
                      <a:pt x="190" y="77"/>
                      <a:pt x="193" y="70"/>
                    </a:cubicBezTo>
                    <a:cubicBezTo>
                      <a:pt x="193" y="46"/>
                      <a:pt x="201" y="38"/>
                      <a:pt x="175" y="28"/>
                    </a:cubicBezTo>
                    <a:cubicBezTo>
                      <a:pt x="150" y="20"/>
                      <a:pt x="92" y="12"/>
                      <a:pt x="74" y="12"/>
                    </a:cubicBezTo>
                    <a:cubicBezTo>
                      <a:pt x="58" y="4"/>
                      <a:pt x="58" y="4"/>
                      <a:pt x="42" y="4"/>
                    </a:cubicBezTo>
                    <a:cubicBezTo>
                      <a:pt x="37" y="2"/>
                      <a:pt x="33" y="1"/>
                      <a:pt x="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112">
                <a:extLst>
                  <a:ext uri="{FF2B5EF4-FFF2-40B4-BE49-F238E27FC236}">
                    <a16:creationId xmlns:a16="http://schemas.microsoft.com/office/drawing/2014/main" id="{518EE042-21D0-A23C-8058-D484B7DC6D72}"/>
                  </a:ext>
                </a:extLst>
              </p:cNvPr>
              <p:cNvSpPr/>
              <p:nvPr/>
            </p:nvSpPr>
            <p:spPr>
              <a:xfrm>
                <a:off x="6018162" y="3428825"/>
                <a:ext cx="36012" cy="17264"/>
              </a:xfrm>
              <a:custGeom>
                <a:avLst/>
                <a:gdLst/>
                <a:ahLst/>
                <a:cxnLst/>
                <a:rect l="l" t="t" r="r" b="b"/>
                <a:pathLst>
                  <a:path w="194" h="93" extrusionOk="0">
                    <a:moveTo>
                      <a:pt x="97" y="1"/>
                    </a:moveTo>
                    <a:cubicBezTo>
                      <a:pt x="91" y="1"/>
                      <a:pt x="85" y="4"/>
                      <a:pt x="77" y="12"/>
                    </a:cubicBezTo>
                    <a:cubicBezTo>
                      <a:pt x="58" y="24"/>
                      <a:pt x="53" y="31"/>
                      <a:pt x="42" y="31"/>
                    </a:cubicBezTo>
                    <a:cubicBezTo>
                      <a:pt x="38" y="31"/>
                      <a:pt x="33" y="30"/>
                      <a:pt x="27" y="28"/>
                    </a:cubicBezTo>
                    <a:cubicBezTo>
                      <a:pt x="1" y="28"/>
                      <a:pt x="1" y="36"/>
                      <a:pt x="17" y="62"/>
                    </a:cubicBezTo>
                    <a:cubicBezTo>
                      <a:pt x="37" y="74"/>
                      <a:pt x="46" y="92"/>
                      <a:pt x="64" y="92"/>
                    </a:cubicBezTo>
                    <a:cubicBezTo>
                      <a:pt x="70" y="92"/>
                      <a:pt x="77" y="90"/>
                      <a:pt x="85" y="86"/>
                    </a:cubicBezTo>
                    <a:cubicBezTo>
                      <a:pt x="117" y="78"/>
                      <a:pt x="127" y="62"/>
                      <a:pt x="143" y="54"/>
                    </a:cubicBezTo>
                    <a:cubicBezTo>
                      <a:pt x="167" y="36"/>
                      <a:pt x="193" y="36"/>
                      <a:pt x="151" y="20"/>
                    </a:cubicBezTo>
                    <a:cubicBezTo>
                      <a:pt x="123" y="14"/>
                      <a:pt x="110" y="1"/>
                      <a:pt x="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112">
                <a:extLst>
                  <a:ext uri="{FF2B5EF4-FFF2-40B4-BE49-F238E27FC236}">
                    <a16:creationId xmlns:a16="http://schemas.microsoft.com/office/drawing/2014/main" id="{4191F168-E577-BB8A-5300-0F8C2AA7CF4C}"/>
                  </a:ext>
                </a:extLst>
              </p:cNvPr>
              <p:cNvSpPr/>
              <p:nvPr/>
            </p:nvSpPr>
            <p:spPr>
              <a:xfrm>
                <a:off x="5960802" y="3726020"/>
                <a:ext cx="56060" cy="36755"/>
              </a:xfrm>
              <a:custGeom>
                <a:avLst/>
                <a:gdLst/>
                <a:ahLst/>
                <a:cxnLst/>
                <a:rect l="l" t="t" r="r" b="b"/>
                <a:pathLst>
                  <a:path w="302" h="198" extrusionOk="0">
                    <a:moveTo>
                      <a:pt x="232" y="0"/>
                    </a:moveTo>
                    <a:cubicBezTo>
                      <a:pt x="227" y="0"/>
                      <a:pt x="221" y="2"/>
                      <a:pt x="210" y="7"/>
                    </a:cubicBezTo>
                    <a:cubicBezTo>
                      <a:pt x="167" y="23"/>
                      <a:pt x="109" y="31"/>
                      <a:pt x="109" y="39"/>
                    </a:cubicBezTo>
                    <a:cubicBezTo>
                      <a:pt x="101" y="57"/>
                      <a:pt x="67" y="39"/>
                      <a:pt x="51" y="65"/>
                    </a:cubicBezTo>
                    <a:cubicBezTo>
                      <a:pt x="35" y="99"/>
                      <a:pt x="1" y="116"/>
                      <a:pt x="1" y="140"/>
                    </a:cubicBezTo>
                    <a:cubicBezTo>
                      <a:pt x="1" y="166"/>
                      <a:pt x="1" y="158"/>
                      <a:pt x="51" y="182"/>
                    </a:cubicBezTo>
                    <a:cubicBezTo>
                      <a:pt x="76" y="193"/>
                      <a:pt x="87" y="198"/>
                      <a:pt x="96" y="198"/>
                    </a:cubicBezTo>
                    <a:cubicBezTo>
                      <a:pt x="108" y="198"/>
                      <a:pt x="115" y="189"/>
                      <a:pt x="143" y="174"/>
                    </a:cubicBezTo>
                    <a:cubicBezTo>
                      <a:pt x="185" y="150"/>
                      <a:pt x="194" y="124"/>
                      <a:pt x="218" y="99"/>
                    </a:cubicBezTo>
                    <a:cubicBezTo>
                      <a:pt x="236" y="65"/>
                      <a:pt x="302" y="65"/>
                      <a:pt x="268" y="39"/>
                    </a:cubicBezTo>
                    <a:cubicBezTo>
                      <a:pt x="237" y="16"/>
                      <a:pt x="243" y="0"/>
                      <a:pt x="2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112">
                <a:extLst>
                  <a:ext uri="{FF2B5EF4-FFF2-40B4-BE49-F238E27FC236}">
                    <a16:creationId xmlns:a16="http://schemas.microsoft.com/office/drawing/2014/main" id="{86556F1C-EB15-318B-2A82-83BA567F4DEF}"/>
                  </a:ext>
                </a:extLst>
              </p:cNvPr>
              <p:cNvSpPr/>
              <p:nvPr/>
            </p:nvSpPr>
            <p:spPr>
              <a:xfrm>
                <a:off x="6053989" y="3744212"/>
                <a:ext cx="26545" cy="3582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93" extrusionOk="0">
                    <a:moveTo>
                      <a:pt x="96" y="0"/>
                    </a:moveTo>
                    <a:cubicBezTo>
                      <a:pt x="77" y="0"/>
                      <a:pt x="55" y="10"/>
                      <a:pt x="34" y="26"/>
                    </a:cubicBezTo>
                    <a:cubicBezTo>
                      <a:pt x="8" y="42"/>
                      <a:pt x="0" y="52"/>
                      <a:pt x="8" y="84"/>
                    </a:cubicBezTo>
                    <a:cubicBezTo>
                      <a:pt x="16" y="126"/>
                      <a:pt x="16" y="134"/>
                      <a:pt x="42" y="160"/>
                    </a:cubicBezTo>
                    <a:cubicBezTo>
                      <a:pt x="58" y="176"/>
                      <a:pt x="64" y="192"/>
                      <a:pt x="71" y="192"/>
                    </a:cubicBezTo>
                    <a:cubicBezTo>
                      <a:pt x="74" y="192"/>
                      <a:pt x="78" y="188"/>
                      <a:pt x="85" y="176"/>
                    </a:cubicBezTo>
                    <a:cubicBezTo>
                      <a:pt x="101" y="142"/>
                      <a:pt x="109" y="110"/>
                      <a:pt x="117" y="76"/>
                    </a:cubicBezTo>
                    <a:cubicBezTo>
                      <a:pt x="125" y="42"/>
                      <a:pt x="143" y="18"/>
                      <a:pt x="125" y="9"/>
                    </a:cubicBezTo>
                    <a:cubicBezTo>
                      <a:pt x="116" y="3"/>
                      <a:pt x="106" y="0"/>
                      <a:pt x="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112">
                <a:extLst>
                  <a:ext uri="{FF2B5EF4-FFF2-40B4-BE49-F238E27FC236}">
                    <a16:creationId xmlns:a16="http://schemas.microsoft.com/office/drawing/2014/main" id="{211205AD-F452-96BD-6628-5C04277F5B0F}"/>
                  </a:ext>
                </a:extLst>
              </p:cNvPr>
              <p:cNvSpPr/>
              <p:nvPr/>
            </p:nvSpPr>
            <p:spPr>
              <a:xfrm>
                <a:off x="6094085" y="3695948"/>
                <a:ext cx="26731" cy="15964"/>
              </a:xfrm>
              <a:custGeom>
                <a:avLst/>
                <a:gdLst/>
                <a:ahLst/>
                <a:cxnLst/>
                <a:rect l="l" t="t" r="r" b="b"/>
                <a:pathLst>
                  <a:path w="144" h="86" extrusionOk="0">
                    <a:moveTo>
                      <a:pt x="77" y="1"/>
                    </a:moveTo>
                    <a:cubicBezTo>
                      <a:pt x="69" y="1"/>
                      <a:pt x="35" y="11"/>
                      <a:pt x="27" y="27"/>
                    </a:cubicBezTo>
                    <a:cubicBezTo>
                      <a:pt x="9" y="43"/>
                      <a:pt x="1" y="61"/>
                      <a:pt x="35" y="69"/>
                    </a:cubicBezTo>
                    <a:cubicBezTo>
                      <a:pt x="77" y="69"/>
                      <a:pt x="77" y="77"/>
                      <a:pt x="101" y="77"/>
                    </a:cubicBezTo>
                    <a:cubicBezTo>
                      <a:pt x="117" y="77"/>
                      <a:pt x="123" y="86"/>
                      <a:pt x="127" y="86"/>
                    </a:cubicBezTo>
                    <a:cubicBezTo>
                      <a:pt x="130" y="86"/>
                      <a:pt x="132" y="82"/>
                      <a:pt x="135" y="69"/>
                    </a:cubicBezTo>
                    <a:cubicBezTo>
                      <a:pt x="135" y="43"/>
                      <a:pt x="143" y="27"/>
                      <a:pt x="127" y="19"/>
                    </a:cubicBezTo>
                    <a:cubicBezTo>
                      <a:pt x="109" y="11"/>
                      <a:pt x="93" y="1"/>
                      <a:pt x="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112">
                <a:extLst>
                  <a:ext uri="{FF2B5EF4-FFF2-40B4-BE49-F238E27FC236}">
                    <a16:creationId xmlns:a16="http://schemas.microsoft.com/office/drawing/2014/main" id="{E31CD664-7C4D-DE64-8734-208D7B5EEA9E}"/>
                  </a:ext>
                </a:extLst>
              </p:cNvPr>
              <p:cNvSpPr/>
              <p:nvPr/>
            </p:nvSpPr>
            <p:spPr>
              <a:xfrm>
                <a:off x="6122300" y="3686110"/>
                <a:ext cx="24874" cy="13737"/>
              </a:xfrm>
              <a:custGeom>
                <a:avLst/>
                <a:gdLst/>
                <a:ahLst/>
                <a:cxnLst/>
                <a:rect l="l" t="t" r="r" b="b"/>
                <a:pathLst>
                  <a:path w="134" h="74" extrusionOk="0">
                    <a:moveTo>
                      <a:pt x="61" y="1"/>
                    </a:moveTo>
                    <a:cubicBezTo>
                      <a:pt x="57" y="1"/>
                      <a:pt x="54" y="2"/>
                      <a:pt x="49" y="4"/>
                    </a:cubicBezTo>
                    <a:cubicBezTo>
                      <a:pt x="33" y="4"/>
                      <a:pt x="7" y="22"/>
                      <a:pt x="7" y="30"/>
                    </a:cubicBezTo>
                    <a:cubicBezTo>
                      <a:pt x="0" y="51"/>
                      <a:pt x="52" y="73"/>
                      <a:pt x="75" y="73"/>
                    </a:cubicBezTo>
                    <a:cubicBezTo>
                      <a:pt x="79" y="73"/>
                      <a:pt x="82" y="73"/>
                      <a:pt x="84" y="72"/>
                    </a:cubicBezTo>
                    <a:cubicBezTo>
                      <a:pt x="108" y="54"/>
                      <a:pt x="134" y="64"/>
                      <a:pt x="108" y="38"/>
                    </a:cubicBezTo>
                    <a:cubicBezTo>
                      <a:pt x="83" y="12"/>
                      <a:pt x="73" y="1"/>
                      <a:pt x="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112">
                <a:extLst>
                  <a:ext uri="{FF2B5EF4-FFF2-40B4-BE49-F238E27FC236}">
                    <a16:creationId xmlns:a16="http://schemas.microsoft.com/office/drawing/2014/main" id="{2590A7F2-9AF8-92CB-8EBD-47407CBD7BAD}"/>
                  </a:ext>
                </a:extLst>
              </p:cNvPr>
              <p:cNvSpPr/>
              <p:nvPr/>
            </p:nvSpPr>
            <p:spPr>
              <a:xfrm>
                <a:off x="6270990" y="2575107"/>
                <a:ext cx="1449028" cy="1183206"/>
              </a:xfrm>
              <a:custGeom>
                <a:avLst/>
                <a:gdLst/>
                <a:ahLst/>
                <a:cxnLst/>
                <a:rect l="l" t="t" r="r" b="b"/>
                <a:pathLst>
                  <a:path w="7806" h="6374" extrusionOk="0">
                    <a:moveTo>
                      <a:pt x="3040" y="512"/>
                    </a:moveTo>
                    <a:cubicBezTo>
                      <a:pt x="3039" y="512"/>
                      <a:pt x="3037" y="513"/>
                      <a:pt x="3035" y="516"/>
                    </a:cubicBezTo>
                    <a:cubicBezTo>
                      <a:pt x="3040" y="516"/>
                      <a:pt x="3042" y="512"/>
                      <a:pt x="3040" y="512"/>
                    </a:cubicBezTo>
                    <a:close/>
                    <a:moveTo>
                      <a:pt x="2318" y="3640"/>
                    </a:moveTo>
                    <a:cubicBezTo>
                      <a:pt x="2322" y="3640"/>
                      <a:pt x="2316" y="3666"/>
                      <a:pt x="2325" y="3666"/>
                    </a:cubicBezTo>
                    <a:cubicBezTo>
                      <a:pt x="2325" y="3666"/>
                      <a:pt x="2325" y="3700"/>
                      <a:pt x="2333" y="3709"/>
                    </a:cubicBezTo>
                    <a:cubicBezTo>
                      <a:pt x="2325" y="3700"/>
                      <a:pt x="2315" y="3692"/>
                      <a:pt x="2315" y="3682"/>
                    </a:cubicBezTo>
                    <a:lnTo>
                      <a:pt x="2307" y="3666"/>
                    </a:lnTo>
                    <a:cubicBezTo>
                      <a:pt x="2299" y="3666"/>
                      <a:pt x="2299" y="3650"/>
                      <a:pt x="2315" y="3642"/>
                    </a:cubicBezTo>
                    <a:cubicBezTo>
                      <a:pt x="2316" y="3641"/>
                      <a:pt x="2317" y="3640"/>
                      <a:pt x="2318" y="3640"/>
                    </a:cubicBezTo>
                    <a:close/>
                    <a:moveTo>
                      <a:pt x="5358" y="1"/>
                    </a:moveTo>
                    <a:cubicBezTo>
                      <a:pt x="5347" y="1"/>
                      <a:pt x="5337" y="3"/>
                      <a:pt x="5333" y="7"/>
                    </a:cubicBezTo>
                    <a:cubicBezTo>
                      <a:pt x="5333" y="7"/>
                      <a:pt x="5323" y="15"/>
                      <a:pt x="5315" y="15"/>
                    </a:cubicBezTo>
                    <a:cubicBezTo>
                      <a:pt x="5307" y="15"/>
                      <a:pt x="5307" y="23"/>
                      <a:pt x="5299" y="33"/>
                    </a:cubicBezTo>
                    <a:cubicBezTo>
                      <a:pt x="5299" y="33"/>
                      <a:pt x="5233" y="41"/>
                      <a:pt x="5214" y="41"/>
                    </a:cubicBezTo>
                    <a:lnTo>
                      <a:pt x="5190" y="41"/>
                    </a:lnTo>
                    <a:cubicBezTo>
                      <a:pt x="5172" y="33"/>
                      <a:pt x="5172" y="33"/>
                      <a:pt x="5148" y="15"/>
                    </a:cubicBezTo>
                    <a:cubicBezTo>
                      <a:pt x="5132" y="7"/>
                      <a:pt x="5132" y="7"/>
                      <a:pt x="5122" y="7"/>
                    </a:cubicBezTo>
                    <a:lnTo>
                      <a:pt x="5082" y="7"/>
                    </a:lnTo>
                    <a:cubicBezTo>
                      <a:pt x="5080" y="5"/>
                      <a:pt x="5073" y="5"/>
                      <a:pt x="5064" y="5"/>
                    </a:cubicBezTo>
                    <a:cubicBezTo>
                      <a:pt x="5011" y="5"/>
                      <a:pt x="4864" y="23"/>
                      <a:pt x="4864" y="23"/>
                    </a:cubicBezTo>
                    <a:lnTo>
                      <a:pt x="4821" y="23"/>
                    </a:lnTo>
                    <a:cubicBezTo>
                      <a:pt x="4805" y="33"/>
                      <a:pt x="4797" y="33"/>
                      <a:pt x="4781" y="41"/>
                    </a:cubicBezTo>
                    <a:cubicBezTo>
                      <a:pt x="4771" y="41"/>
                      <a:pt x="4781" y="57"/>
                      <a:pt x="4781" y="57"/>
                    </a:cubicBezTo>
                    <a:cubicBezTo>
                      <a:pt x="4781" y="57"/>
                      <a:pt x="4771" y="83"/>
                      <a:pt x="4771" y="91"/>
                    </a:cubicBezTo>
                    <a:cubicBezTo>
                      <a:pt x="4769" y="93"/>
                      <a:pt x="4766" y="94"/>
                      <a:pt x="4763" y="94"/>
                    </a:cubicBezTo>
                    <a:cubicBezTo>
                      <a:pt x="4755" y="94"/>
                      <a:pt x="4745" y="88"/>
                      <a:pt x="4739" y="83"/>
                    </a:cubicBezTo>
                    <a:cubicBezTo>
                      <a:pt x="4721" y="65"/>
                      <a:pt x="4731" y="65"/>
                      <a:pt x="4721" y="57"/>
                    </a:cubicBezTo>
                    <a:cubicBezTo>
                      <a:pt x="4721" y="49"/>
                      <a:pt x="4697" y="49"/>
                      <a:pt x="4689" y="49"/>
                    </a:cubicBezTo>
                    <a:cubicBezTo>
                      <a:pt x="4689" y="49"/>
                      <a:pt x="4513" y="65"/>
                      <a:pt x="4497" y="65"/>
                    </a:cubicBezTo>
                    <a:cubicBezTo>
                      <a:pt x="4481" y="73"/>
                      <a:pt x="4454" y="73"/>
                      <a:pt x="4446" y="73"/>
                    </a:cubicBezTo>
                    <a:cubicBezTo>
                      <a:pt x="4438" y="83"/>
                      <a:pt x="4404" y="83"/>
                      <a:pt x="4404" y="83"/>
                    </a:cubicBezTo>
                    <a:cubicBezTo>
                      <a:pt x="4396" y="83"/>
                      <a:pt x="4388" y="107"/>
                      <a:pt x="4388" y="107"/>
                    </a:cubicBezTo>
                    <a:cubicBezTo>
                      <a:pt x="4388" y="107"/>
                      <a:pt x="4370" y="133"/>
                      <a:pt x="4362" y="141"/>
                    </a:cubicBezTo>
                    <a:cubicBezTo>
                      <a:pt x="4354" y="141"/>
                      <a:pt x="4354" y="133"/>
                      <a:pt x="4354" y="133"/>
                    </a:cubicBezTo>
                    <a:lnTo>
                      <a:pt x="4338" y="123"/>
                    </a:lnTo>
                    <a:cubicBezTo>
                      <a:pt x="4330" y="123"/>
                      <a:pt x="4304" y="115"/>
                      <a:pt x="4304" y="115"/>
                    </a:cubicBezTo>
                    <a:cubicBezTo>
                      <a:pt x="4304" y="115"/>
                      <a:pt x="4246" y="133"/>
                      <a:pt x="4238" y="141"/>
                    </a:cubicBezTo>
                    <a:cubicBezTo>
                      <a:pt x="4220" y="157"/>
                      <a:pt x="4212" y="157"/>
                      <a:pt x="4196" y="165"/>
                    </a:cubicBezTo>
                    <a:lnTo>
                      <a:pt x="4180" y="165"/>
                    </a:lnTo>
                    <a:cubicBezTo>
                      <a:pt x="4180" y="157"/>
                      <a:pt x="4170" y="157"/>
                      <a:pt x="4162" y="157"/>
                    </a:cubicBezTo>
                    <a:cubicBezTo>
                      <a:pt x="4154" y="165"/>
                      <a:pt x="4138" y="165"/>
                      <a:pt x="4120" y="165"/>
                    </a:cubicBezTo>
                    <a:cubicBezTo>
                      <a:pt x="4104" y="173"/>
                      <a:pt x="4095" y="183"/>
                      <a:pt x="4095" y="191"/>
                    </a:cubicBezTo>
                    <a:cubicBezTo>
                      <a:pt x="4095" y="199"/>
                      <a:pt x="4104" y="215"/>
                      <a:pt x="4112" y="215"/>
                    </a:cubicBezTo>
                    <a:cubicBezTo>
                      <a:pt x="4120" y="223"/>
                      <a:pt x="4130" y="233"/>
                      <a:pt x="4146" y="241"/>
                    </a:cubicBezTo>
                    <a:lnTo>
                      <a:pt x="4188" y="241"/>
                    </a:lnTo>
                    <a:cubicBezTo>
                      <a:pt x="4193" y="239"/>
                      <a:pt x="4200" y="238"/>
                      <a:pt x="4206" y="238"/>
                    </a:cubicBezTo>
                    <a:cubicBezTo>
                      <a:pt x="4218" y="238"/>
                      <a:pt x="4230" y="241"/>
                      <a:pt x="4230" y="241"/>
                    </a:cubicBezTo>
                    <a:cubicBezTo>
                      <a:pt x="4230" y="241"/>
                      <a:pt x="4270" y="249"/>
                      <a:pt x="4262" y="249"/>
                    </a:cubicBezTo>
                    <a:lnTo>
                      <a:pt x="4220" y="249"/>
                    </a:lnTo>
                    <a:cubicBezTo>
                      <a:pt x="4204" y="249"/>
                      <a:pt x="4212" y="257"/>
                      <a:pt x="4204" y="265"/>
                    </a:cubicBezTo>
                    <a:lnTo>
                      <a:pt x="4162" y="265"/>
                    </a:lnTo>
                    <a:cubicBezTo>
                      <a:pt x="4154" y="273"/>
                      <a:pt x="4154" y="283"/>
                      <a:pt x="4154" y="291"/>
                    </a:cubicBezTo>
                    <a:cubicBezTo>
                      <a:pt x="4154" y="291"/>
                      <a:pt x="4146" y="299"/>
                      <a:pt x="4138" y="307"/>
                    </a:cubicBezTo>
                    <a:cubicBezTo>
                      <a:pt x="4138" y="307"/>
                      <a:pt x="4095" y="315"/>
                      <a:pt x="4087" y="315"/>
                    </a:cubicBezTo>
                    <a:cubicBezTo>
                      <a:pt x="4079" y="323"/>
                      <a:pt x="4087" y="323"/>
                      <a:pt x="4095" y="333"/>
                    </a:cubicBezTo>
                    <a:cubicBezTo>
                      <a:pt x="4104" y="333"/>
                      <a:pt x="4130" y="350"/>
                      <a:pt x="4138" y="358"/>
                    </a:cubicBezTo>
                    <a:cubicBezTo>
                      <a:pt x="4146" y="358"/>
                      <a:pt x="4138" y="374"/>
                      <a:pt x="4130" y="374"/>
                    </a:cubicBezTo>
                    <a:cubicBezTo>
                      <a:pt x="4130" y="374"/>
                      <a:pt x="4079" y="366"/>
                      <a:pt x="4069" y="358"/>
                    </a:cubicBezTo>
                    <a:cubicBezTo>
                      <a:pt x="4061" y="350"/>
                      <a:pt x="4053" y="350"/>
                      <a:pt x="4045" y="341"/>
                    </a:cubicBezTo>
                    <a:cubicBezTo>
                      <a:pt x="4037" y="333"/>
                      <a:pt x="4019" y="333"/>
                      <a:pt x="4019" y="323"/>
                    </a:cubicBezTo>
                    <a:cubicBezTo>
                      <a:pt x="4011" y="307"/>
                      <a:pt x="4011" y="307"/>
                      <a:pt x="4037" y="291"/>
                    </a:cubicBezTo>
                    <a:cubicBezTo>
                      <a:pt x="4053" y="273"/>
                      <a:pt x="4045" y="273"/>
                      <a:pt x="4045" y="273"/>
                    </a:cubicBezTo>
                    <a:cubicBezTo>
                      <a:pt x="4037" y="265"/>
                      <a:pt x="4019" y="257"/>
                      <a:pt x="4011" y="257"/>
                    </a:cubicBezTo>
                    <a:lnTo>
                      <a:pt x="3995" y="257"/>
                    </a:lnTo>
                    <a:cubicBezTo>
                      <a:pt x="3987" y="249"/>
                      <a:pt x="3979" y="249"/>
                      <a:pt x="3979" y="249"/>
                    </a:cubicBezTo>
                    <a:cubicBezTo>
                      <a:pt x="3969" y="249"/>
                      <a:pt x="3937" y="257"/>
                      <a:pt x="3919" y="257"/>
                    </a:cubicBezTo>
                    <a:cubicBezTo>
                      <a:pt x="3911" y="265"/>
                      <a:pt x="3929" y="273"/>
                      <a:pt x="3937" y="273"/>
                    </a:cubicBezTo>
                    <a:cubicBezTo>
                      <a:pt x="3937" y="283"/>
                      <a:pt x="3937" y="299"/>
                      <a:pt x="3945" y="299"/>
                    </a:cubicBezTo>
                    <a:cubicBezTo>
                      <a:pt x="3945" y="307"/>
                      <a:pt x="3937" y="315"/>
                      <a:pt x="3929" y="323"/>
                    </a:cubicBezTo>
                    <a:cubicBezTo>
                      <a:pt x="3922" y="323"/>
                      <a:pt x="3920" y="331"/>
                      <a:pt x="3912" y="331"/>
                    </a:cubicBezTo>
                    <a:cubicBezTo>
                      <a:pt x="3908" y="331"/>
                      <a:pt x="3903" y="329"/>
                      <a:pt x="3895" y="323"/>
                    </a:cubicBezTo>
                    <a:cubicBezTo>
                      <a:pt x="3882" y="319"/>
                      <a:pt x="3878" y="319"/>
                      <a:pt x="3875" y="319"/>
                    </a:cubicBezTo>
                    <a:cubicBezTo>
                      <a:pt x="3872" y="319"/>
                      <a:pt x="3870" y="319"/>
                      <a:pt x="3861" y="315"/>
                    </a:cubicBezTo>
                    <a:cubicBezTo>
                      <a:pt x="3856" y="313"/>
                      <a:pt x="3852" y="312"/>
                      <a:pt x="3850" y="312"/>
                    </a:cubicBezTo>
                    <a:cubicBezTo>
                      <a:pt x="3845" y="312"/>
                      <a:pt x="3845" y="315"/>
                      <a:pt x="3845" y="315"/>
                    </a:cubicBezTo>
                    <a:lnTo>
                      <a:pt x="3769" y="315"/>
                    </a:lnTo>
                    <a:cubicBezTo>
                      <a:pt x="3761" y="315"/>
                      <a:pt x="3745" y="307"/>
                      <a:pt x="3737" y="307"/>
                    </a:cubicBezTo>
                    <a:cubicBezTo>
                      <a:pt x="3729" y="299"/>
                      <a:pt x="3729" y="299"/>
                      <a:pt x="3718" y="291"/>
                    </a:cubicBezTo>
                    <a:cubicBezTo>
                      <a:pt x="3702" y="291"/>
                      <a:pt x="3678" y="283"/>
                      <a:pt x="3678" y="283"/>
                    </a:cubicBezTo>
                    <a:cubicBezTo>
                      <a:pt x="3678" y="283"/>
                      <a:pt x="3586" y="265"/>
                      <a:pt x="3560" y="265"/>
                    </a:cubicBezTo>
                    <a:cubicBezTo>
                      <a:pt x="3544" y="265"/>
                      <a:pt x="3544" y="273"/>
                      <a:pt x="3544" y="273"/>
                    </a:cubicBezTo>
                    <a:cubicBezTo>
                      <a:pt x="3536" y="273"/>
                      <a:pt x="3518" y="283"/>
                      <a:pt x="3510" y="283"/>
                    </a:cubicBezTo>
                    <a:lnTo>
                      <a:pt x="3502" y="283"/>
                    </a:lnTo>
                    <a:cubicBezTo>
                      <a:pt x="3494" y="291"/>
                      <a:pt x="3494" y="299"/>
                      <a:pt x="3486" y="299"/>
                    </a:cubicBezTo>
                    <a:cubicBezTo>
                      <a:pt x="3478" y="307"/>
                      <a:pt x="3468" y="307"/>
                      <a:pt x="3468" y="307"/>
                    </a:cubicBezTo>
                    <a:cubicBezTo>
                      <a:pt x="3460" y="315"/>
                      <a:pt x="3436" y="315"/>
                      <a:pt x="3428" y="315"/>
                    </a:cubicBezTo>
                    <a:lnTo>
                      <a:pt x="3410" y="315"/>
                    </a:lnTo>
                    <a:lnTo>
                      <a:pt x="3378" y="323"/>
                    </a:lnTo>
                    <a:lnTo>
                      <a:pt x="3351" y="323"/>
                    </a:lnTo>
                    <a:cubicBezTo>
                      <a:pt x="3351" y="323"/>
                      <a:pt x="3307" y="336"/>
                      <a:pt x="3277" y="336"/>
                    </a:cubicBezTo>
                    <a:cubicBezTo>
                      <a:pt x="3270" y="336"/>
                      <a:pt x="3264" y="335"/>
                      <a:pt x="3259" y="333"/>
                    </a:cubicBezTo>
                    <a:cubicBezTo>
                      <a:pt x="3235" y="333"/>
                      <a:pt x="3251" y="341"/>
                      <a:pt x="3251" y="341"/>
                    </a:cubicBezTo>
                    <a:lnTo>
                      <a:pt x="3185" y="341"/>
                    </a:lnTo>
                    <a:cubicBezTo>
                      <a:pt x="3177" y="341"/>
                      <a:pt x="3193" y="358"/>
                      <a:pt x="3201" y="358"/>
                    </a:cubicBezTo>
                    <a:cubicBezTo>
                      <a:pt x="3201" y="366"/>
                      <a:pt x="3217" y="374"/>
                      <a:pt x="3217" y="384"/>
                    </a:cubicBezTo>
                    <a:cubicBezTo>
                      <a:pt x="3217" y="384"/>
                      <a:pt x="3211" y="409"/>
                      <a:pt x="3209" y="409"/>
                    </a:cubicBezTo>
                    <a:cubicBezTo>
                      <a:pt x="3209" y="409"/>
                      <a:pt x="3209" y="409"/>
                      <a:pt x="3209" y="408"/>
                    </a:cubicBezTo>
                    <a:cubicBezTo>
                      <a:pt x="3205" y="404"/>
                      <a:pt x="3203" y="402"/>
                      <a:pt x="3202" y="402"/>
                    </a:cubicBezTo>
                    <a:cubicBezTo>
                      <a:pt x="3201" y="402"/>
                      <a:pt x="3201" y="404"/>
                      <a:pt x="3201" y="408"/>
                    </a:cubicBezTo>
                    <a:cubicBezTo>
                      <a:pt x="3193" y="408"/>
                      <a:pt x="3193" y="408"/>
                      <a:pt x="3185" y="400"/>
                    </a:cubicBezTo>
                    <a:cubicBezTo>
                      <a:pt x="3177" y="392"/>
                      <a:pt x="3177" y="392"/>
                      <a:pt x="3167" y="392"/>
                    </a:cubicBezTo>
                    <a:cubicBezTo>
                      <a:pt x="3151" y="384"/>
                      <a:pt x="3143" y="384"/>
                      <a:pt x="3143" y="384"/>
                    </a:cubicBezTo>
                    <a:cubicBezTo>
                      <a:pt x="3143" y="374"/>
                      <a:pt x="3127" y="366"/>
                      <a:pt x="3101" y="366"/>
                    </a:cubicBezTo>
                    <a:cubicBezTo>
                      <a:pt x="3085" y="366"/>
                      <a:pt x="3077" y="366"/>
                      <a:pt x="3051" y="374"/>
                    </a:cubicBezTo>
                    <a:cubicBezTo>
                      <a:pt x="3035" y="374"/>
                      <a:pt x="3043" y="384"/>
                      <a:pt x="3035" y="392"/>
                    </a:cubicBezTo>
                    <a:cubicBezTo>
                      <a:pt x="3027" y="400"/>
                      <a:pt x="3027" y="416"/>
                      <a:pt x="3035" y="424"/>
                    </a:cubicBezTo>
                    <a:cubicBezTo>
                      <a:pt x="3035" y="434"/>
                      <a:pt x="3043" y="434"/>
                      <a:pt x="3059" y="434"/>
                    </a:cubicBezTo>
                    <a:cubicBezTo>
                      <a:pt x="3059" y="431"/>
                      <a:pt x="3059" y="430"/>
                      <a:pt x="3061" y="430"/>
                    </a:cubicBezTo>
                    <a:cubicBezTo>
                      <a:pt x="3064" y="430"/>
                      <a:pt x="3070" y="436"/>
                      <a:pt x="3077" y="442"/>
                    </a:cubicBezTo>
                    <a:cubicBezTo>
                      <a:pt x="3085" y="442"/>
                      <a:pt x="3085" y="450"/>
                      <a:pt x="3093" y="450"/>
                    </a:cubicBezTo>
                    <a:cubicBezTo>
                      <a:pt x="3097" y="446"/>
                      <a:pt x="3099" y="444"/>
                      <a:pt x="3101" y="444"/>
                    </a:cubicBezTo>
                    <a:cubicBezTo>
                      <a:pt x="3103" y="444"/>
                      <a:pt x="3105" y="446"/>
                      <a:pt x="3109" y="450"/>
                    </a:cubicBezTo>
                    <a:lnTo>
                      <a:pt x="3127" y="450"/>
                    </a:lnTo>
                    <a:cubicBezTo>
                      <a:pt x="3127" y="442"/>
                      <a:pt x="3193" y="442"/>
                      <a:pt x="3209" y="442"/>
                    </a:cubicBezTo>
                    <a:lnTo>
                      <a:pt x="3301" y="442"/>
                    </a:lnTo>
                    <a:cubicBezTo>
                      <a:pt x="3309" y="442"/>
                      <a:pt x="3309" y="466"/>
                      <a:pt x="3309" y="466"/>
                    </a:cubicBezTo>
                    <a:lnTo>
                      <a:pt x="3267" y="466"/>
                    </a:lnTo>
                    <a:cubicBezTo>
                      <a:pt x="3263" y="470"/>
                      <a:pt x="3259" y="472"/>
                      <a:pt x="3256" y="472"/>
                    </a:cubicBezTo>
                    <a:cubicBezTo>
                      <a:pt x="3253" y="472"/>
                      <a:pt x="3251" y="470"/>
                      <a:pt x="3251" y="466"/>
                    </a:cubicBezTo>
                    <a:cubicBezTo>
                      <a:pt x="3251" y="466"/>
                      <a:pt x="3243" y="466"/>
                      <a:pt x="3235" y="474"/>
                    </a:cubicBezTo>
                    <a:cubicBezTo>
                      <a:pt x="3217" y="474"/>
                      <a:pt x="3193" y="484"/>
                      <a:pt x="3193" y="484"/>
                    </a:cubicBezTo>
                    <a:cubicBezTo>
                      <a:pt x="3193" y="484"/>
                      <a:pt x="3193" y="492"/>
                      <a:pt x="3201" y="500"/>
                    </a:cubicBezTo>
                    <a:cubicBezTo>
                      <a:pt x="3209" y="500"/>
                      <a:pt x="3227" y="508"/>
                      <a:pt x="3227" y="508"/>
                    </a:cubicBezTo>
                    <a:cubicBezTo>
                      <a:pt x="3235" y="508"/>
                      <a:pt x="3259" y="516"/>
                      <a:pt x="3259" y="516"/>
                    </a:cubicBezTo>
                    <a:cubicBezTo>
                      <a:pt x="3259" y="516"/>
                      <a:pt x="3267" y="516"/>
                      <a:pt x="3277" y="524"/>
                    </a:cubicBezTo>
                    <a:cubicBezTo>
                      <a:pt x="3285" y="534"/>
                      <a:pt x="3285" y="534"/>
                      <a:pt x="3293" y="534"/>
                    </a:cubicBezTo>
                    <a:lnTo>
                      <a:pt x="3309" y="534"/>
                    </a:lnTo>
                    <a:lnTo>
                      <a:pt x="3335" y="550"/>
                    </a:lnTo>
                    <a:cubicBezTo>
                      <a:pt x="3343" y="550"/>
                      <a:pt x="3351" y="566"/>
                      <a:pt x="3351" y="566"/>
                    </a:cubicBezTo>
                    <a:cubicBezTo>
                      <a:pt x="3354" y="569"/>
                      <a:pt x="3357" y="570"/>
                      <a:pt x="3360" y="570"/>
                    </a:cubicBezTo>
                    <a:cubicBezTo>
                      <a:pt x="3365" y="570"/>
                      <a:pt x="3371" y="566"/>
                      <a:pt x="3378" y="566"/>
                    </a:cubicBezTo>
                    <a:lnTo>
                      <a:pt x="3386" y="566"/>
                    </a:lnTo>
                    <a:cubicBezTo>
                      <a:pt x="3391" y="566"/>
                      <a:pt x="3393" y="570"/>
                      <a:pt x="3396" y="570"/>
                    </a:cubicBezTo>
                    <a:cubicBezTo>
                      <a:pt x="3397" y="570"/>
                      <a:pt x="3399" y="569"/>
                      <a:pt x="3402" y="566"/>
                    </a:cubicBezTo>
                    <a:cubicBezTo>
                      <a:pt x="3410" y="566"/>
                      <a:pt x="3428" y="584"/>
                      <a:pt x="3436" y="584"/>
                    </a:cubicBezTo>
                    <a:cubicBezTo>
                      <a:pt x="3444" y="584"/>
                      <a:pt x="3452" y="600"/>
                      <a:pt x="3444" y="600"/>
                    </a:cubicBezTo>
                    <a:lnTo>
                      <a:pt x="3418" y="600"/>
                    </a:lnTo>
                    <a:cubicBezTo>
                      <a:pt x="3410" y="600"/>
                      <a:pt x="3402" y="600"/>
                      <a:pt x="3368" y="592"/>
                    </a:cubicBezTo>
                    <a:cubicBezTo>
                      <a:pt x="3335" y="592"/>
                      <a:pt x="3351" y="592"/>
                      <a:pt x="3335" y="574"/>
                    </a:cubicBezTo>
                    <a:cubicBezTo>
                      <a:pt x="3328" y="564"/>
                      <a:pt x="3323" y="561"/>
                      <a:pt x="3320" y="561"/>
                    </a:cubicBezTo>
                    <a:cubicBezTo>
                      <a:pt x="3316" y="561"/>
                      <a:pt x="3314" y="566"/>
                      <a:pt x="3309" y="566"/>
                    </a:cubicBezTo>
                    <a:cubicBezTo>
                      <a:pt x="3301" y="566"/>
                      <a:pt x="3217" y="550"/>
                      <a:pt x="3209" y="542"/>
                    </a:cubicBezTo>
                    <a:cubicBezTo>
                      <a:pt x="3209" y="542"/>
                      <a:pt x="3193" y="542"/>
                      <a:pt x="3185" y="534"/>
                    </a:cubicBezTo>
                    <a:cubicBezTo>
                      <a:pt x="3177" y="534"/>
                      <a:pt x="3159" y="534"/>
                      <a:pt x="3143" y="516"/>
                    </a:cubicBezTo>
                    <a:cubicBezTo>
                      <a:pt x="3135" y="508"/>
                      <a:pt x="3127" y="508"/>
                      <a:pt x="3127" y="508"/>
                    </a:cubicBezTo>
                    <a:cubicBezTo>
                      <a:pt x="3109" y="508"/>
                      <a:pt x="3109" y="516"/>
                      <a:pt x="3059" y="516"/>
                    </a:cubicBezTo>
                    <a:lnTo>
                      <a:pt x="3009" y="516"/>
                    </a:lnTo>
                    <a:cubicBezTo>
                      <a:pt x="3001" y="516"/>
                      <a:pt x="2993" y="524"/>
                      <a:pt x="2985" y="524"/>
                    </a:cubicBezTo>
                    <a:cubicBezTo>
                      <a:pt x="2985" y="534"/>
                      <a:pt x="2958" y="534"/>
                      <a:pt x="2934" y="542"/>
                    </a:cubicBezTo>
                    <a:cubicBezTo>
                      <a:pt x="2923" y="545"/>
                      <a:pt x="2916" y="546"/>
                      <a:pt x="2912" y="546"/>
                    </a:cubicBezTo>
                    <a:cubicBezTo>
                      <a:pt x="2904" y="546"/>
                      <a:pt x="2906" y="542"/>
                      <a:pt x="2900" y="542"/>
                    </a:cubicBezTo>
                    <a:cubicBezTo>
                      <a:pt x="2900" y="542"/>
                      <a:pt x="2908" y="550"/>
                      <a:pt x="2908" y="558"/>
                    </a:cubicBezTo>
                    <a:cubicBezTo>
                      <a:pt x="2908" y="566"/>
                      <a:pt x="2926" y="574"/>
                      <a:pt x="2926" y="574"/>
                    </a:cubicBezTo>
                    <a:cubicBezTo>
                      <a:pt x="2934" y="574"/>
                      <a:pt x="2942" y="584"/>
                      <a:pt x="2950" y="584"/>
                    </a:cubicBezTo>
                    <a:cubicBezTo>
                      <a:pt x="2958" y="592"/>
                      <a:pt x="2966" y="608"/>
                      <a:pt x="2976" y="608"/>
                    </a:cubicBezTo>
                    <a:cubicBezTo>
                      <a:pt x="2985" y="608"/>
                      <a:pt x="3001" y="624"/>
                      <a:pt x="3001" y="624"/>
                    </a:cubicBezTo>
                    <a:lnTo>
                      <a:pt x="3009" y="624"/>
                    </a:lnTo>
                    <a:cubicBezTo>
                      <a:pt x="3017" y="634"/>
                      <a:pt x="3017" y="634"/>
                      <a:pt x="3027" y="634"/>
                    </a:cubicBezTo>
                    <a:cubicBezTo>
                      <a:pt x="3035" y="634"/>
                      <a:pt x="3043" y="642"/>
                      <a:pt x="3059" y="642"/>
                    </a:cubicBezTo>
                    <a:cubicBezTo>
                      <a:pt x="3085" y="642"/>
                      <a:pt x="3077" y="642"/>
                      <a:pt x="3077" y="634"/>
                    </a:cubicBezTo>
                    <a:lnTo>
                      <a:pt x="3077" y="634"/>
                    </a:lnTo>
                    <a:cubicBezTo>
                      <a:pt x="3077" y="634"/>
                      <a:pt x="3101" y="650"/>
                      <a:pt x="3109" y="650"/>
                    </a:cubicBezTo>
                    <a:cubicBezTo>
                      <a:pt x="3117" y="650"/>
                      <a:pt x="3127" y="650"/>
                      <a:pt x="3143" y="658"/>
                    </a:cubicBezTo>
                    <a:lnTo>
                      <a:pt x="3159" y="658"/>
                    </a:lnTo>
                    <a:cubicBezTo>
                      <a:pt x="3167" y="666"/>
                      <a:pt x="3177" y="666"/>
                      <a:pt x="3185" y="666"/>
                    </a:cubicBezTo>
                    <a:cubicBezTo>
                      <a:pt x="3201" y="666"/>
                      <a:pt x="3201" y="674"/>
                      <a:pt x="3217" y="684"/>
                    </a:cubicBezTo>
                    <a:cubicBezTo>
                      <a:pt x="3227" y="692"/>
                      <a:pt x="3217" y="692"/>
                      <a:pt x="3227" y="700"/>
                    </a:cubicBezTo>
                    <a:cubicBezTo>
                      <a:pt x="3235" y="700"/>
                      <a:pt x="3235" y="708"/>
                      <a:pt x="3259" y="716"/>
                    </a:cubicBezTo>
                    <a:cubicBezTo>
                      <a:pt x="3285" y="735"/>
                      <a:pt x="3293" y="735"/>
                      <a:pt x="3293" y="735"/>
                    </a:cubicBezTo>
                    <a:cubicBezTo>
                      <a:pt x="3301" y="735"/>
                      <a:pt x="3309" y="751"/>
                      <a:pt x="3317" y="759"/>
                    </a:cubicBezTo>
                    <a:cubicBezTo>
                      <a:pt x="3317" y="759"/>
                      <a:pt x="3335" y="775"/>
                      <a:pt x="3343" y="775"/>
                    </a:cubicBezTo>
                    <a:cubicBezTo>
                      <a:pt x="3351" y="775"/>
                      <a:pt x="3343" y="785"/>
                      <a:pt x="3343" y="785"/>
                    </a:cubicBezTo>
                    <a:cubicBezTo>
                      <a:pt x="3343" y="785"/>
                      <a:pt x="3327" y="793"/>
                      <a:pt x="3317" y="793"/>
                    </a:cubicBezTo>
                    <a:lnTo>
                      <a:pt x="3267" y="793"/>
                    </a:lnTo>
                    <a:cubicBezTo>
                      <a:pt x="3267" y="793"/>
                      <a:pt x="3243" y="785"/>
                      <a:pt x="3235" y="785"/>
                    </a:cubicBezTo>
                    <a:cubicBezTo>
                      <a:pt x="3235" y="775"/>
                      <a:pt x="3217" y="767"/>
                      <a:pt x="3217" y="767"/>
                    </a:cubicBezTo>
                    <a:lnTo>
                      <a:pt x="3193" y="759"/>
                    </a:lnTo>
                    <a:lnTo>
                      <a:pt x="3167" y="751"/>
                    </a:lnTo>
                    <a:lnTo>
                      <a:pt x="3135" y="743"/>
                    </a:lnTo>
                    <a:lnTo>
                      <a:pt x="3093" y="716"/>
                    </a:lnTo>
                    <a:lnTo>
                      <a:pt x="3067" y="716"/>
                    </a:lnTo>
                    <a:cubicBezTo>
                      <a:pt x="3051" y="716"/>
                      <a:pt x="3051" y="700"/>
                      <a:pt x="3035" y="700"/>
                    </a:cubicBezTo>
                    <a:lnTo>
                      <a:pt x="3009" y="708"/>
                    </a:lnTo>
                    <a:cubicBezTo>
                      <a:pt x="3001" y="700"/>
                      <a:pt x="2993" y="700"/>
                      <a:pt x="2985" y="700"/>
                    </a:cubicBezTo>
                    <a:cubicBezTo>
                      <a:pt x="2985" y="700"/>
                      <a:pt x="2966" y="692"/>
                      <a:pt x="2958" y="684"/>
                    </a:cubicBezTo>
                    <a:lnTo>
                      <a:pt x="2950" y="684"/>
                    </a:lnTo>
                    <a:cubicBezTo>
                      <a:pt x="2950" y="684"/>
                      <a:pt x="2947" y="688"/>
                      <a:pt x="2944" y="688"/>
                    </a:cubicBezTo>
                    <a:cubicBezTo>
                      <a:pt x="2943" y="688"/>
                      <a:pt x="2942" y="687"/>
                      <a:pt x="2942" y="684"/>
                    </a:cubicBezTo>
                    <a:lnTo>
                      <a:pt x="2934" y="684"/>
                    </a:lnTo>
                    <a:cubicBezTo>
                      <a:pt x="2929" y="684"/>
                      <a:pt x="2927" y="688"/>
                      <a:pt x="2924" y="688"/>
                    </a:cubicBezTo>
                    <a:cubicBezTo>
                      <a:pt x="2922" y="688"/>
                      <a:pt x="2920" y="687"/>
                      <a:pt x="2916" y="684"/>
                    </a:cubicBezTo>
                    <a:lnTo>
                      <a:pt x="2892" y="684"/>
                    </a:lnTo>
                    <a:cubicBezTo>
                      <a:pt x="2892" y="684"/>
                      <a:pt x="2834" y="658"/>
                      <a:pt x="2826" y="658"/>
                    </a:cubicBezTo>
                    <a:cubicBezTo>
                      <a:pt x="2816" y="658"/>
                      <a:pt x="2800" y="650"/>
                      <a:pt x="2792" y="650"/>
                    </a:cubicBezTo>
                    <a:lnTo>
                      <a:pt x="2776" y="650"/>
                    </a:lnTo>
                    <a:cubicBezTo>
                      <a:pt x="2776" y="642"/>
                      <a:pt x="2766" y="642"/>
                      <a:pt x="2766" y="642"/>
                    </a:cubicBezTo>
                    <a:cubicBezTo>
                      <a:pt x="2766" y="642"/>
                      <a:pt x="2750" y="642"/>
                      <a:pt x="2742" y="634"/>
                    </a:cubicBezTo>
                    <a:lnTo>
                      <a:pt x="2716" y="634"/>
                    </a:lnTo>
                    <a:cubicBezTo>
                      <a:pt x="2708" y="624"/>
                      <a:pt x="2708" y="624"/>
                      <a:pt x="2708" y="616"/>
                    </a:cubicBezTo>
                    <a:cubicBezTo>
                      <a:pt x="2700" y="608"/>
                      <a:pt x="2700" y="608"/>
                      <a:pt x="2692" y="608"/>
                    </a:cubicBezTo>
                    <a:cubicBezTo>
                      <a:pt x="2688" y="604"/>
                      <a:pt x="2686" y="604"/>
                      <a:pt x="2684" y="604"/>
                    </a:cubicBezTo>
                    <a:cubicBezTo>
                      <a:pt x="2682" y="604"/>
                      <a:pt x="2680" y="604"/>
                      <a:pt x="2676" y="600"/>
                    </a:cubicBezTo>
                    <a:lnTo>
                      <a:pt x="2658" y="600"/>
                    </a:lnTo>
                    <a:cubicBezTo>
                      <a:pt x="2658" y="600"/>
                      <a:pt x="2650" y="608"/>
                      <a:pt x="2626" y="608"/>
                    </a:cubicBezTo>
                    <a:lnTo>
                      <a:pt x="2565" y="608"/>
                    </a:lnTo>
                    <a:cubicBezTo>
                      <a:pt x="2533" y="624"/>
                      <a:pt x="2499" y="650"/>
                      <a:pt x="2457" y="666"/>
                    </a:cubicBezTo>
                    <a:lnTo>
                      <a:pt x="2457" y="674"/>
                    </a:lnTo>
                    <a:cubicBezTo>
                      <a:pt x="2465" y="674"/>
                      <a:pt x="2465" y="700"/>
                      <a:pt x="2465" y="700"/>
                    </a:cubicBezTo>
                    <a:cubicBezTo>
                      <a:pt x="2475" y="700"/>
                      <a:pt x="2483" y="716"/>
                      <a:pt x="2483" y="725"/>
                    </a:cubicBezTo>
                    <a:cubicBezTo>
                      <a:pt x="2483" y="725"/>
                      <a:pt x="2499" y="735"/>
                      <a:pt x="2507" y="743"/>
                    </a:cubicBezTo>
                    <a:cubicBezTo>
                      <a:pt x="2515" y="743"/>
                      <a:pt x="2525" y="751"/>
                      <a:pt x="2533" y="751"/>
                    </a:cubicBezTo>
                    <a:cubicBezTo>
                      <a:pt x="2533" y="751"/>
                      <a:pt x="2549" y="767"/>
                      <a:pt x="2549" y="775"/>
                    </a:cubicBezTo>
                    <a:cubicBezTo>
                      <a:pt x="2557" y="775"/>
                      <a:pt x="2557" y="785"/>
                      <a:pt x="2565" y="785"/>
                    </a:cubicBezTo>
                    <a:lnTo>
                      <a:pt x="2575" y="793"/>
                    </a:lnTo>
                    <a:lnTo>
                      <a:pt x="2607" y="801"/>
                    </a:lnTo>
                    <a:cubicBezTo>
                      <a:pt x="2607" y="801"/>
                      <a:pt x="2616" y="801"/>
                      <a:pt x="2616" y="809"/>
                    </a:cubicBezTo>
                    <a:lnTo>
                      <a:pt x="2616" y="817"/>
                    </a:lnTo>
                    <a:lnTo>
                      <a:pt x="2599" y="817"/>
                    </a:lnTo>
                    <a:cubicBezTo>
                      <a:pt x="2597" y="819"/>
                      <a:pt x="2595" y="820"/>
                      <a:pt x="2594" y="820"/>
                    </a:cubicBezTo>
                    <a:cubicBezTo>
                      <a:pt x="2591" y="820"/>
                      <a:pt x="2589" y="817"/>
                      <a:pt x="2583" y="817"/>
                    </a:cubicBezTo>
                    <a:lnTo>
                      <a:pt x="2499" y="817"/>
                    </a:lnTo>
                    <a:cubicBezTo>
                      <a:pt x="2499" y="817"/>
                      <a:pt x="2483" y="817"/>
                      <a:pt x="2483" y="825"/>
                    </a:cubicBezTo>
                    <a:lnTo>
                      <a:pt x="2483" y="835"/>
                    </a:lnTo>
                    <a:cubicBezTo>
                      <a:pt x="2483" y="843"/>
                      <a:pt x="2465" y="851"/>
                      <a:pt x="2465" y="851"/>
                    </a:cubicBezTo>
                    <a:cubicBezTo>
                      <a:pt x="2457" y="851"/>
                      <a:pt x="2457" y="843"/>
                      <a:pt x="2457" y="835"/>
                    </a:cubicBezTo>
                    <a:cubicBezTo>
                      <a:pt x="2457" y="825"/>
                      <a:pt x="2449" y="825"/>
                      <a:pt x="2449" y="825"/>
                    </a:cubicBezTo>
                    <a:cubicBezTo>
                      <a:pt x="2449" y="825"/>
                      <a:pt x="2433" y="809"/>
                      <a:pt x="2433" y="801"/>
                    </a:cubicBezTo>
                    <a:cubicBezTo>
                      <a:pt x="2425" y="793"/>
                      <a:pt x="2425" y="801"/>
                      <a:pt x="2415" y="785"/>
                    </a:cubicBezTo>
                    <a:cubicBezTo>
                      <a:pt x="2407" y="775"/>
                      <a:pt x="2399" y="775"/>
                      <a:pt x="2399" y="775"/>
                    </a:cubicBezTo>
                    <a:cubicBezTo>
                      <a:pt x="2391" y="775"/>
                      <a:pt x="2383" y="767"/>
                      <a:pt x="2375" y="759"/>
                    </a:cubicBezTo>
                    <a:cubicBezTo>
                      <a:pt x="2369" y="753"/>
                      <a:pt x="2366" y="751"/>
                      <a:pt x="2364" y="751"/>
                    </a:cubicBezTo>
                    <a:cubicBezTo>
                      <a:pt x="2360" y="751"/>
                      <a:pt x="2362" y="759"/>
                      <a:pt x="2357" y="759"/>
                    </a:cubicBezTo>
                    <a:cubicBezTo>
                      <a:pt x="2349" y="759"/>
                      <a:pt x="2341" y="759"/>
                      <a:pt x="2325" y="751"/>
                    </a:cubicBezTo>
                    <a:cubicBezTo>
                      <a:pt x="2315" y="759"/>
                      <a:pt x="2307" y="767"/>
                      <a:pt x="2291" y="775"/>
                    </a:cubicBezTo>
                    <a:cubicBezTo>
                      <a:pt x="2257" y="793"/>
                      <a:pt x="2224" y="817"/>
                      <a:pt x="2190" y="843"/>
                    </a:cubicBezTo>
                    <a:lnTo>
                      <a:pt x="2190" y="859"/>
                    </a:lnTo>
                    <a:cubicBezTo>
                      <a:pt x="2182" y="875"/>
                      <a:pt x="2174" y="875"/>
                      <a:pt x="2164" y="885"/>
                    </a:cubicBezTo>
                    <a:cubicBezTo>
                      <a:pt x="2156" y="893"/>
                      <a:pt x="2156" y="893"/>
                      <a:pt x="2148" y="893"/>
                    </a:cubicBezTo>
                    <a:cubicBezTo>
                      <a:pt x="2148" y="901"/>
                      <a:pt x="2132" y="909"/>
                      <a:pt x="2132" y="917"/>
                    </a:cubicBezTo>
                    <a:cubicBezTo>
                      <a:pt x="2124" y="917"/>
                      <a:pt x="2124" y="943"/>
                      <a:pt x="2124" y="943"/>
                    </a:cubicBezTo>
                    <a:cubicBezTo>
                      <a:pt x="2124" y="951"/>
                      <a:pt x="2106" y="959"/>
                      <a:pt x="2106" y="967"/>
                    </a:cubicBezTo>
                    <a:lnTo>
                      <a:pt x="2098" y="975"/>
                    </a:lnTo>
                    <a:cubicBezTo>
                      <a:pt x="2098" y="975"/>
                      <a:pt x="2090" y="967"/>
                      <a:pt x="2090" y="959"/>
                    </a:cubicBezTo>
                    <a:cubicBezTo>
                      <a:pt x="2090" y="959"/>
                      <a:pt x="2082" y="959"/>
                      <a:pt x="2082" y="951"/>
                    </a:cubicBezTo>
                    <a:cubicBezTo>
                      <a:pt x="2082" y="943"/>
                      <a:pt x="2074" y="925"/>
                      <a:pt x="2082" y="917"/>
                    </a:cubicBezTo>
                    <a:cubicBezTo>
                      <a:pt x="2090" y="909"/>
                      <a:pt x="2098" y="901"/>
                      <a:pt x="2098" y="893"/>
                    </a:cubicBezTo>
                    <a:lnTo>
                      <a:pt x="2098" y="893"/>
                    </a:lnTo>
                    <a:cubicBezTo>
                      <a:pt x="2082" y="909"/>
                      <a:pt x="2064" y="917"/>
                      <a:pt x="2048" y="925"/>
                    </a:cubicBezTo>
                    <a:cubicBezTo>
                      <a:pt x="2024" y="943"/>
                      <a:pt x="1998" y="959"/>
                      <a:pt x="1974" y="975"/>
                    </a:cubicBezTo>
                    <a:cubicBezTo>
                      <a:pt x="1932" y="1001"/>
                      <a:pt x="1890" y="1035"/>
                      <a:pt x="1847" y="1059"/>
                    </a:cubicBezTo>
                    <a:cubicBezTo>
                      <a:pt x="1813" y="1093"/>
                      <a:pt x="1773" y="1118"/>
                      <a:pt x="1731" y="1144"/>
                    </a:cubicBezTo>
                    <a:cubicBezTo>
                      <a:pt x="1689" y="1176"/>
                      <a:pt x="1647" y="1202"/>
                      <a:pt x="1605" y="1236"/>
                    </a:cubicBezTo>
                    <a:cubicBezTo>
                      <a:pt x="1523" y="1294"/>
                      <a:pt x="1446" y="1352"/>
                      <a:pt x="1362" y="1410"/>
                    </a:cubicBezTo>
                    <a:cubicBezTo>
                      <a:pt x="1196" y="1545"/>
                      <a:pt x="1029" y="1669"/>
                      <a:pt x="871" y="1811"/>
                    </a:cubicBezTo>
                    <a:cubicBezTo>
                      <a:pt x="821" y="1854"/>
                      <a:pt x="771" y="1896"/>
                      <a:pt x="728" y="1938"/>
                    </a:cubicBezTo>
                    <a:cubicBezTo>
                      <a:pt x="670" y="1978"/>
                      <a:pt x="610" y="2028"/>
                      <a:pt x="560" y="2078"/>
                    </a:cubicBezTo>
                    <a:cubicBezTo>
                      <a:pt x="520" y="2112"/>
                      <a:pt x="486" y="2146"/>
                      <a:pt x="452" y="2178"/>
                    </a:cubicBezTo>
                    <a:cubicBezTo>
                      <a:pt x="444" y="2188"/>
                      <a:pt x="428" y="2204"/>
                      <a:pt x="410" y="2213"/>
                    </a:cubicBezTo>
                    <a:cubicBezTo>
                      <a:pt x="402" y="2229"/>
                      <a:pt x="386" y="2247"/>
                      <a:pt x="369" y="2255"/>
                    </a:cubicBezTo>
                    <a:cubicBezTo>
                      <a:pt x="327" y="2297"/>
                      <a:pt x="277" y="2347"/>
                      <a:pt x="227" y="2389"/>
                    </a:cubicBezTo>
                    <a:lnTo>
                      <a:pt x="251" y="2389"/>
                    </a:lnTo>
                    <a:cubicBezTo>
                      <a:pt x="259" y="2389"/>
                      <a:pt x="277" y="2389"/>
                      <a:pt x="277" y="2379"/>
                    </a:cubicBezTo>
                    <a:lnTo>
                      <a:pt x="293" y="2379"/>
                    </a:lnTo>
                    <a:cubicBezTo>
                      <a:pt x="293" y="2389"/>
                      <a:pt x="301" y="2389"/>
                      <a:pt x="301" y="2389"/>
                    </a:cubicBezTo>
                    <a:cubicBezTo>
                      <a:pt x="301" y="2379"/>
                      <a:pt x="327" y="2379"/>
                      <a:pt x="335" y="2371"/>
                    </a:cubicBezTo>
                    <a:cubicBezTo>
                      <a:pt x="335" y="2363"/>
                      <a:pt x="343" y="2371"/>
                      <a:pt x="343" y="2355"/>
                    </a:cubicBezTo>
                    <a:cubicBezTo>
                      <a:pt x="351" y="2347"/>
                      <a:pt x="369" y="2339"/>
                      <a:pt x="377" y="2329"/>
                    </a:cubicBezTo>
                    <a:cubicBezTo>
                      <a:pt x="377" y="2321"/>
                      <a:pt x="386" y="2321"/>
                      <a:pt x="386" y="2321"/>
                    </a:cubicBezTo>
                    <a:lnTo>
                      <a:pt x="394" y="2321"/>
                    </a:lnTo>
                    <a:cubicBezTo>
                      <a:pt x="402" y="2321"/>
                      <a:pt x="420" y="2329"/>
                      <a:pt x="420" y="2329"/>
                    </a:cubicBezTo>
                    <a:cubicBezTo>
                      <a:pt x="428" y="2329"/>
                      <a:pt x="452" y="2347"/>
                      <a:pt x="452" y="2347"/>
                    </a:cubicBezTo>
                    <a:cubicBezTo>
                      <a:pt x="460" y="2347"/>
                      <a:pt x="478" y="2355"/>
                      <a:pt x="486" y="2355"/>
                    </a:cubicBezTo>
                    <a:lnTo>
                      <a:pt x="502" y="2379"/>
                    </a:lnTo>
                    <a:cubicBezTo>
                      <a:pt x="502" y="2379"/>
                      <a:pt x="486" y="2397"/>
                      <a:pt x="478" y="2397"/>
                    </a:cubicBezTo>
                    <a:cubicBezTo>
                      <a:pt x="478" y="2397"/>
                      <a:pt x="470" y="2405"/>
                      <a:pt x="460" y="2413"/>
                    </a:cubicBezTo>
                    <a:cubicBezTo>
                      <a:pt x="460" y="2413"/>
                      <a:pt x="460" y="2413"/>
                      <a:pt x="460" y="2413"/>
                    </a:cubicBezTo>
                    <a:lnTo>
                      <a:pt x="460" y="2413"/>
                    </a:lnTo>
                    <a:cubicBezTo>
                      <a:pt x="458" y="2413"/>
                      <a:pt x="457" y="2413"/>
                      <a:pt x="457" y="2414"/>
                    </a:cubicBezTo>
                    <a:lnTo>
                      <a:pt x="457" y="2414"/>
                    </a:lnTo>
                    <a:cubicBezTo>
                      <a:pt x="450" y="2417"/>
                      <a:pt x="443" y="2429"/>
                      <a:pt x="436" y="2429"/>
                    </a:cubicBezTo>
                    <a:cubicBezTo>
                      <a:pt x="430" y="2429"/>
                      <a:pt x="429" y="2434"/>
                      <a:pt x="426" y="2434"/>
                    </a:cubicBezTo>
                    <a:cubicBezTo>
                      <a:pt x="424" y="2434"/>
                      <a:pt x="422" y="2432"/>
                      <a:pt x="420" y="2429"/>
                    </a:cubicBezTo>
                    <a:lnTo>
                      <a:pt x="402" y="2429"/>
                    </a:lnTo>
                    <a:cubicBezTo>
                      <a:pt x="394" y="2421"/>
                      <a:pt x="394" y="2421"/>
                      <a:pt x="386" y="2421"/>
                    </a:cubicBezTo>
                    <a:cubicBezTo>
                      <a:pt x="386" y="2421"/>
                      <a:pt x="369" y="2429"/>
                      <a:pt x="359" y="2429"/>
                    </a:cubicBezTo>
                    <a:cubicBezTo>
                      <a:pt x="343" y="2429"/>
                      <a:pt x="335" y="2439"/>
                      <a:pt x="335" y="2439"/>
                    </a:cubicBezTo>
                    <a:lnTo>
                      <a:pt x="177" y="2447"/>
                    </a:lnTo>
                    <a:lnTo>
                      <a:pt x="169" y="2447"/>
                    </a:lnTo>
                    <a:cubicBezTo>
                      <a:pt x="127" y="2489"/>
                      <a:pt x="85" y="2539"/>
                      <a:pt x="43" y="2579"/>
                    </a:cubicBezTo>
                    <a:cubicBezTo>
                      <a:pt x="27" y="2598"/>
                      <a:pt x="9" y="2606"/>
                      <a:pt x="0" y="2622"/>
                    </a:cubicBezTo>
                    <a:cubicBezTo>
                      <a:pt x="0" y="2630"/>
                      <a:pt x="9" y="2630"/>
                      <a:pt x="9" y="2630"/>
                    </a:cubicBezTo>
                    <a:lnTo>
                      <a:pt x="27" y="2648"/>
                    </a:lnTo>
                    <a:cubicBezTo>
                      <a:pt x="27" y="2644"/>
                      <a:pt x="33" y="2644"/>
                      <a:pt x="39" y="2644"/>
                    </a:cubicBezTo>
                    <a:cubicBezTo>
                      <a:pt x="45" y="2644"/>
                      <a:pt x="51" y="2644"/>
                      <a:pt x="51" y="2640"/>
                    </a:cubicBezTo>
                    <a:lnTo>
                      <a:pt x="59" y="2640"/>
                    </a:lnTo>
                    <a:cubicBezTo>
                      <a:pt x="64" y="2644"/>
                      <a:pt x="66" y="2646"/>
                      <a:pt x="68" y="2646"/>
                    </a:cubicBezTo>
                    <a:cubicBezTo>
                      <a:pt x="71" y="2646"/>
                      <a:pt x="73" y="2644"/>
                      <a:pt x="77" y="2640"/>
                    </a:cubicBezTo>
                    <a:lnTo>
                      <a:pt x="201" y="2640"/>
                    </a:lnTo>
                    <a:lnTo>
                      <a:pt x="209" y="2630"/>
                    </a:lnTo>
                    <a:cubicBezTo>
                      <a:pt x="219" y="2630"/>
                      <a:pt x="251" y="2640"/>
                      <a:pt x="251" y="2640"/>
                    </a:cubicBezTo>
                    <a:lnTo>
                      <a:pt x="259" y="2656"/>
                    </a:lnTo>
                    <a:lnTo>
                      <a:pt x="251" y="2672"/>
                    </a:lnTo>
                    <a:lnTo>
                      <a:pt x="209" y="2680"/>
                    </a:lnTo>
                    <a:lnTo>
                      <a:pt x="185" y="2672"/>
                    </a:lnTo>
                    <a:lnTo>
                      <a:pt x="177" y="2672"/>
                    </a:lnTo>
                    <a:lnTo>
                      <a:pt x="169" y="2680"/>
                    </a:lnTo>
                    <a:cubicBezTo>
                      <a:pt x="167" y="2678"/>
                      <a:pt x="165" y="2678"/>
                      <a:pt x="164" y="2678"/>
                    </a:cubicBezTo>
                    <a:cubicBezTo>
                      <a:pt x="156" y="2678"/>
                      <a:pt x="151" y="2690"/>
                      <a:pt x="151" y="2690"/>
                    </a:cubicBezTo>
                    <a:lnTo>
                      <a:pt x="143" y="2698"/>
                    </a:lnTo>
                    <a:lnTo>
                      <a:pt x="119" y="2698"/>
                    </a:lnTo>
                    <a:lnTo>
                      <a:pt x="109" y="2706"/>
                    </a:lnTo>
                    <a:lnTo>
                      <a:pt x="93" y="2722"/>
                    </a:lnTo>
                    <a:lnTo>
                      <a:pt x="93" y="2740"/>
                    </a:lnTo>
                    <a:lnTo>
                      <a:pt x="101" y="2740"/>
                    </a:lnTo>
                    <a:cubicBezTo>
                      <a:pt x="109" y="2740"/>
                      <a:pt x="119" y="2764"/>
                      <a:pt x="127" y="2772"/>
                    </a:cubicBezTo>
                    <a:lnTo>
                      <a:pt x="143" y="2780"/>
                    </a:lnTo>
                    <a:cubicBezTo>
                      <a:pt x="143" y="2780"/>
                      <a:pt x="151" y="2790"/>
                      <a:pt x="159" y="2790"/>
                    </a:cubicBezTo>
                    <a:lnTo>
                      <a:pt x="169" y="2798"/>
                    </a:lnTo>
                    <a:lnTo>
                      <a:pt x="185" y="2798"/>
                    </a:lnTo>
                    <a:cubicBezTo>
                      <a:pt x="185" y="2798"/>
                      <a:pt x="193" y="2798"/>
                      <a:pt x="201" y="2806"/>
                    </a:cubicBezTo>
                    <a:lnTo>
                      <a:pt x="219" y="2806"/>
                    </a:lnTo>
                    <a:lnTo>
                      <a:pt x="235" y="2822"/>
                    </a:lnTo>
                    <a:cubicBezTo>
                      <a:pt x="235" y="2822"/>
                      <a:pt x="254" y="2826"/>
                      <a:pt x="269" y="2826"/>
                    </a:cubicBezTo>
                    <a:cubicBezTo>
                      <a:pt x="276" y="2826"/>
                      <a:pt x="283" y="2825"/>
                      <a:pt x="285" y="2822"/>
                    </a:cubicBezTo>
                    <a:lnTo>
                      <a:pt x="309" y="2822"/>
                    </a:lnTo>
                    <a:cubicBezTo>
                      <a:pt x="319" y="2814"/>
                      <a:pt x="327" y="2814"/>
                      <a:pt x="335" y="2814"/>
                    </a:cubicBezTo>
                    <a:lnTo>
                      <a:pt x="428" y="2814"/>
                    </a:lnTo>
                    <a:lnTo>
                      <a:pt x="436" y="2806"/>
                    </a:lnTo>
                    <a:cubicBezTo>
                      <a:pt x="436" y="2798"/>
                      <a:pt x="420" y="2798"/>
                      <a:pt x="420" y="2790"/>
                    </a:cubicBezTo>
                    <a:cubicBezTo>
                      <a:pt x="420" y="2780"/>
                      <a:pt x="402" y="2772"/>
                      <a:pt x="402" y="2764"/>
                    </a:cubicBezTo>
                    <a:cubicBezTo>
                      <a:pt x="394" y="2756"/>
                      <a:pt x="402" y="2748"/>
                      <a:pt x="402" y="2748"/>
                    </a:cubicBezTo>
                    <a:cubicBezTo>
                      <a:pt x="404" y="2745"/>
                      <a:pt x="406" y="2744"/>
                      <a:pt x="407" y="2744"/>
                    </a:cubicBezTo>
                    <a:cubicBezTo>
                      <a:pt x="410" y="2744"/>
                      <a:pt x="410" y="2748"/>
                      <a:pt x="410" y="2748"/>
                    </a:cubicBezTo>
                    <a:lnTo>
                      <a:pt x="436" y="2748"/>
                    </a:lnTo>
                    <a:cubicBezTo>
                      <a:pt x="437" y="2747"/>
                      <a:pt x="438" y="2746"/>
                      <a:pt x="439" y="2746"/>
                    </a:cubicBezTo>
                    <a:cubicBezTo>
                      <a:pt x="448" y="2746"/>
                      <a:pt x="460" y="2765"/>
                      <a:pt x="460" y="2772"/>
                    </a:cubicBezTo>
                    <a:cubicBezTo>
                      <a:pt x="470" y="2772"/>
                      <a:pt x="478" y="2780"/>
                      <a:pt x="478" y="2780"/>
                    </a:cubicBezTo>
                    <a:cubicBezTo>
                      <a:pt x="480" y="2783"/>
                      <a:pt x="483" y="2784"/>
                      <a:pt x="485" y="2784"/>
                    </a:cubicBezTo>
                    <a:cubicBezTo>
                      <a:pt x="490" y="2784"/>
                      <a:pt x="494" y="2780"/>
                      <a:pt x="494" y="2780"/>
                    </a:cubicBezTo>
                    <a:cubicBezTo>
                      <a:pt x="494" y="2780"/>
                      <a:pt x="502" y="2780"/>
                      <a:pt x="502" y="2756"/>
                    </a:cubicBezTo>
                    <a:cubicBezTo>
                      <a:pt x="502" y="2740"/>
                      <a:pt x="510" y="2740"/>
                      <a:pt x="510" y="2740"/>
                    </a:cubicBezTo>
                    <a:cubicBezTo>
                      <a:pt x="510" y="2730"/>
                      <a:pt x="528" y="2730"/>
                      <a:pt x="528" y="2730"/>
                    </a:cubicBezTo>
                    <a:cubicBezTo>
                      <a:pt x="528" y="2727"/>
                      <a:pt x="529" y="2726"/>
                      <a:pt x="530" y="2726"/>
                    </a:cubicBezTo>
                    <a:cubicBezTo>
                      <a:pt x="533" y="2726"/>
                      <a:pt x="539" y="2730"/>
                      <a:pt x="544" y="2730"/>
                    </a:cubicBezTo>
                    <a:lnTo>
                      <a:pt x="552" y="2730"/>
                    </a:lnTo>
                    <a:lnTo>
                      <a:pt x="578" y="2740"/>
                    </a:lnTo>
                    <a:lnTo>
                      <a:pt x="578" y="2756"/>
                    </a:lnTo>
                    <a:lnTo>
                      <a:pt x="586" y="2780"/>
                    </a:lnTo>
                    <a:cubicBezTo>
                      <a:pt x="590" y="2776"/>
                      <a:pt x="603" y="2776"/>
                      <a:pt x="614" y="2776"/>
                    </a:cubicBezTo>
                    <a:cubicBezTo>
                      <a:pt x="626" y="2776"/>
                      <a:pt x="636" y="2776"/>
                      <a:pt x="636" y="2772"/>
                    </a:cubicBezTo>
                    <a:lnTo>
                      <a:pt x="644" y="2772"/>
                    </a:lnTo>
                    <a:cubicBezTo>
                      <a:pt x="652" y="2772"/>
                      <a:pt x="670" y="2772"/>
                      <a:pt x="670" y="2764"/>
                    </a:cubicBezTo>
                    <a:cubicBezTo>
                      <a:pt x="678" y="2764"/>
                      <a:pt x="686" y="2764"/>
                      <a:pt x="686" y="2756"/>
                    </a:cubicBezTo>
                    <a:cubicBezTo>
                      <a:pt x="686" y="2748"/>
                      <a:pt x="702" y="2740"/>
                      <a:pt x="702" y="2740"/>
                    </a:cubicBezTo>
                    <a:lnTo>
                      <a:pt x="728" y="2730"/>
                    </a:lnTo>
                    <a:lnTo>
                      <a:pt x="736" y="2722"/>
                    </a:lnTo>
                    <a:lnTo>
                      <a:pt x="744" y="2722"/>
                    </a:lnTo>
                    <a:cubicBezTo>
                      <a:pt x="744" y="2714"/>
                      <a:pt x="753" y="2714"/>
                      <a:pt x="753" y="2706"/>
                    </a:cubicBezTo>
                    <a:cubicBezTo>
                      <a:pt x="753" y="2698"/>
                      <a:pt x="761" y="2698"/>
                      <a:pt x="761" y="2698"/>
                    </a:cubicBezTo>
                    <a:lnTo>
                      <a:pt x="787" y="2698"/>
                    </a:lnTo>
                    <a:cubicBezTo>
                      <a:pt x="787" y="2695"/>
                      <a:pt x="787" y="2694"/>
                      <a:pt x="787" y="2694"/>
                    </a:cubicBezTo>
                    <a:cubicBezTo>
                      <a:pt x="787" y="2694"/>
                      <a:pt x="789" y="2700"/>
                      <a:pt x="795" y="2706"/>
                    </a:cubicBezTo>
                    <a:lnTo>
                      <a:pt x="803" y="2714"/>
                    </a:lnTo>
                    <a:cubicBezTo>
                      <a:pt x="811" y="2714"/>
                      <a:pt x="829" y="2722"/>
                      <a:pt x="829" y="2722"/>
                    </a:cubicBezTo>
                    <a:lnTo>
                      <a:pt x="837" y="2722"/>
                    </a:lnTo>
                    <a:cubicBezTo>
                      <a:pt x="837" y="2730"/>
                      <a:pt x="845" y="2730"/>
                      <a:pt x="845" y="2730"/>
                    </a:cubicBezTo>
                    <a:cubicBezTo>
                      <a:pt x="845" y="2722"/>
                      <a:pt x="861" y="2714"/>
                      <a:pt x="861" y="2714"/>
                    </a:cubicBezTo>
                    <a:cubicBezTo>
                      <a:pt x="871" y="2706"/>
                      <a:pt x="871" y="2706"/>
                      <a:pt x="879" y="2698"/>
                    </a:cubicBezTo>
                    <a:cubicBezTo>
                      <a:pt x="879" y="2698"/>
                      <a:pt x="895" y="2690"/>
                      <a:pt x="903" y="2680"/>
                    </a:cubicBezTo>
                    <a:cubicBezTo>
                      <a:pt x="903" y="2672"/>
                      <a:pt x="911" y="2656"/>
                      <a:pt x="911" y="2656"/>
                    </a:cubicBezTo>
                    <a:lnTo>
                      <a:pt x="929" y="2656"/>
                    </a:lnTo>
                    <a:lnTo>
                      <a:pt x="945" y="2664"/>
                    </a:lnTo>
                    <a:cubicBezTo>
                      <a:pt x="945" y="2664"/>
                      <a:pt x="987" y="2680"/>
                      <a:pt x="995" y="2680"/>
                    </a:cubicBezTo>
                    <a:lnTo>
                      <a:pt x="1037" y="2680"/>
                    </a:lnTo>
                    <a:cubicBezTo>
                      <a:pt x="1041" y="2685"/>
                      <a:pt x="1045" y="2687"/>
                      <a:pt x="1048" y="2687"/>
                    </a:cubicBezTo>
                    <a:cubicBezTo>
                      <a:pt x="1051" y="2687"/>
                      <a:pt x="1053" y="2685"/>
                      <a:pt x="1053" y="2680"/>
                    </a:cubicBezTo>
                    <a:lnTo>
                      <a:pt x="1071" y="2680"/>
                    </a:lnTo>
                    <a:cubicBezTo>
                      <a:pt x="1075" y="2685"/>
                      <a:pt x="1079" y="2687"/>
                      <a:pt x="1082" y="2687"/>
                    </a:cubicBezTo>
                    <a:cubicBezTo>
                      <a:pt x="1085" y="2687"/>
                      <a:pt x="1087" y="2685"/>
                      <a:pt x="1087" y="2680"/>
                    </a:cubicBezTo>
                    <a:cubicBezTo>
                      <a:pt x="1095" y="2680"/>
                      <a:pt x="1103" y="2698"/>
                      <a:pt x="1103" y="2698"/>
                    </a:cubicBezTo>
                    <a:lnTo>
                      <a:pt x="1254" y="2698"/>
                    </a:lnTo>
                    <a:cubicBezTo>
                      <a:pt x="1257" y="2695"/>
                      <a:pt x="1258" y="2694"/>
                      <a:pt x="1260" y="2694"/>
                    </a:cubicBezTo>
                    <a:cubicBezTo>
                      <a:pt x="1263" y="2694"/>
                      <a:pt x="1265" y="2698"/>
                      <a:pt x="1272" y="2698"/>
                    </a:cubicBezTo>
                    <a:cubicBezTo>
                      <a:pt x="1272" y="2706"/>
                      <a:pt x="1280" y="2706"/>
                      <a:pt x="1280" y="2706"/>
                    </a:cubicBezTo>
                    <a:lnTo>
                      <a:pt x="1296" y="2706"/>
                    </a:lnTo>
                    <a:cubicBezTo>
                      <a:pt x="1296" y="2714"/>
                      <a:pt x="1304" y="2714"/>
                      <a:pt x="1304" y="2714"/>
                    </a:cubicBezTo>
                    <a:cubicBezTo>
                      <a:pt x="1312" y="2714"/>
                      <a:pt x="1322" y="2722"/>
                      <a:pt x="1322" y="2722"/>
                    </a:cubicBezTo>
                    <a:lnTo>
                      <a:pt x="1330" y="2722"/>
                    </a:lnTo>
                    <a:cubicBezTo>
                      <a:pt x="1330" y="2722"/>
                      <a:pt x="1354" y="2730"/>
                      <a:pt x="1362" y="2730"/>
                    </a:cubicBezTo>
                    <a:cubicBezTo>
                      <a:pt x="1362" y="2730"/>
                      <a:pt x="1388" y="2730"/>
                      <a:pt x="1396" y="2722"/>
                    </a:cubicBezTo>
                    <a:lnTo>
                      <a:pt x="1412" y="2722"/>
                    </a:lnTo>
                    <a:lnTo>
                      <a:pt x="1422" y="2730"/>
                    </a:lnTo>
                    <a:cubicBezTo>
                      <a:pt x="1424" y="2728"/>
                      <a:pt x="1425" y="2728"/>
                      <a:pt x="1427" y="2728"/>
                    </a:cubicBezTo>
                    <a:cubicBezTo>
                      <a:pt x="1436" y="2728"/>
                      <a:pt x="1448" y="2740"/>
                      <a:pt x="1454" y="2740"/>
                    </a:cubicBezTo>
                    <a:cubicBezTo>
                      <a:pt x="1454" y="2748"/>
                      <a:pt x="1462" y="2748"/>
                      <a:pt x="1462" y="2756"/>
                    </a:cubicBezTo>
                    <a:cubicBezTo>
                      <a:pt x="1472" y="2764"/>
                      <a:pt x="1480" y="2764"/>
                      <a:pt x="1480" y="2764"/>
                    </a:cubicBezTo>
                    <a:lnTo>
                      <a:pt x="1488" y="2780"/>
                    </a:lnTo>
                    <a:lnTo>
                      <a:pt x="1539" y="2780"/>
                    </a:lnTo>
                    <a:cubicBezTo>
                      <a:pt x="1544" y="2780"/>
                      <a:pt x="1549" y="2784"/>
                      <a:pt x="1552" y="2784"/>
                    </a:cubicBezTo>
                    <a:cubicBezTo>
                      <a:pt x="1554" y="2784"/>
                      <a:pt x="1555" y="2783"/>
                      <a:pt x="1555" y="2780"/>
                    </a:cubicBezTo>
                    <a:lnTo>
                      <a:pt x="1581" y="2780"/>
                    </a:lnTo>
                    <a:lnTo>
                      <a:pt x="1589" y="2798"/>
                    </a:lnTo>
                    <a:cubicBezTo>
                      <a:pt x="1589" y="2798"/>
                      <a:pt x="1597" y="2822"/>
                      <a:pt x="1605" y="2822"/>
                    </a:cubicBezTo>
                    <a:cubicBezTo>
                      <a:pt x="1605" y="2822"/>
                      <a:pt x="1613" y="2830"/>
                      <a:pt x="1623" y="2830"/>
                    </a:cubicBezTo>
                    <a:lnTo>
                      <a:pt x="1631" y="2840"/>
                    </a:lnTo>
                    <a:cubicBezTo>
                      <a:pt x="1631" y="2840"/>
                      <a:pt x="1631" y="2848"/>
                      <a:pt x="1639" y="2848"/>
                    </a:cubicBezTo>
                    <a:cubicBezTo>
                      <a:pt x="1639" y="2856"/>
                      <a:pt x="1631" y="2872"/>
                      <a:pt x="1631" y="2872"/>
                    </a:cubicBezTo>
                    <a:lnTo>
                      <a:pt x="1623" y="2880"/>
                    </a:lnTo>
                    <a:cubicBezTo>
                      <a:pt x="1623" y="2890"/>
                      <a:pt x="1631" y="2906"/>
                      <a:pt x="1631" y="2906"/>
                    </a:cubicBezTo>
                    <a:cubicBezTo>
                      <a:pt x="1639" y="2906"/>
                      <a:pt x="1647" y="2930"/>
                      <a:pt x="1647" y="2930"/>
                    </a:cubicBezTo>
                    <a:lnTo>
                      <a:pt x="1673" y="2957"/>
                    </a:lnTo>
                    <a:lnTo>
                      <a:pt x="1689" y="2965"/>
                    </a:lnTo>
                    <a:lnTo>
                      <a:pt x="1723" y="2965"/>
                    </a:lnTo>
                    <a:cubicBezTo>
                      <a:pt x="1723" y="2965"/>
                      <a:pt x="1731" y="2973"/>
                      <a:pt x="1739" y="2973"/>
                    </a:cubicBezTo>
                    <a:cubicBezTo>
                      <a:pt x="1747" y="2981"/>
                      <a:pt x="1755" y="2981"/>
                      <a:pt x="1763" y="2981"/>
                    </a:cubicBezTo>
                    <a:cubicBezTo>
                      <a:pt x="1773" y="2981"/>
                      <a:pt x="1763" y="2991"/>
                      <a:pt x="1789" y="2991"/>
                    </a:cubicBezTo>
                    <a:cubicBezTo>
                      <a:pt x="1805" y="2991"/>
                      <a:pt x="1805" y="3007"/>
                      <a:pt x="1813" y="3007"/>
                    </a:cubicBezTo>
                    <a:cubicBezTo>
                      <a:pt x="1823" y="3015"/>
                      <a:pt x="1813" y="3023"/>
                      <a:pt x="1823" y="3031"/>
                    </a:cubicBezTo>
                    <a:cubicBezTo>
                      <a:pt x="1823" y="3031"/>
                      <a:pt x="1831" y="3057"/>
                      <a:pt x="1839" y="3057"/>
                    </a:cubicBezTo>
                    <a:cubicBezTo>
                      <a:pt x="1839" y="3057"/>
                      <a:pt x="1847" y="3065"/>
                      <a:pt x="1855" y="3065"/>
                    </a:cubicBezTo>
                    <a:cubicBezTo>
                      <a:pt x="1855" y="3065"/>
                      <a:pt x="1855" y="3073"/>
                      <a:pt x="1863" y="3073"/>
                    </a:cubicBezTo>
                    <a:lnTo>
                      <a:pt x="1890" y="3073"/>
                    </a:lnTo>
                    <a:cubicBezTo>
                      <a:pt x="1898" y="3073"/>
                      <a:pt x="1906" y="3091"/>
                      <a:pt x="1914" y="3091"/>
                    </a:cubicBezTo>
                    <a:lnTo>
                      <a:pt x="1940" y="3123"/>
                    </a:lnTo>
                    <a:cubicBezTo>
                      <a:pt x="1940" y="3123"/>
                      <a:pt x="1924" y="3123"/>
                      <a:pt x="1924" y="3131"/>
                    </a:cubicBezTo>
                    <a:lnTo>
                      <a:pt x="1924" y="3165"/>
                    </a:lnTo>
                    <a:cubicBezTo>
                      <a:pt x="1932" y="3181"/>
                      <a:pt x="1940" y="3191"/>
                      <a:pt x="1940" y="3191"/>
                    </a:cubicBezTo>
                    <a:cubicBezTo>
                      <a:pt x="1948" y="3199"/>
                      <a:pt x="1956" y="3223"/>
                      <a:pt x="1956" y="3223"/>
                    </a:cubicBezTo>
                    <a:cubicBezTo>
                      <a:pt x="1964" y="3223"/>
                      <a:pt x="1974" y="3249"/>
                      <a:pt x="1982" y="3249"/>
                    </a:cubicBezTo>
                    <a:cubicBezTo>
                      <a:pt x="1998" y="3257"/>
                      <a:pt x="1998" y="3265"/>
                      <a:pt x="1998" y="3265"/>
                    </a:cubicBezTo>
                    <a:cubicBezTo>
                      <a:pt x="1998" y="3265"/>
                      <a:pt x="2014" y="3281"/>
                      <a:pt x="2014" y="3291"/>
                    </a:cubicBezTo>
                    <a:lnTo>
                      <a:pt x="2024" y="3315"/>
                    </a:lnTo>
                    <a:lnTo>
                      <a:pt x="2032" y="3342"/>
                    </a:lnTo>
                    <a:cubicBezTo>
                      <a:pt x="2032" y="3342"/>
                      <a:pt x="2032" y="3350"/>
                      <a:pt x="2040" y="3350"/>
                    </a:cubicBezTo>
                    <a:cubicBezTo>
                      <a:pt x="2048" y="3350"/>
                      <a:pt x="2064" y="3366"/>
                      <a:pt x="2074" y="3366"/>
                    </a:cubicBezTo>
                    <a:cubicBezTo>
                      <a:pt x="2082" y="3366"/>
                      <a:pt x="2082" y="3382"/>
                      <a:pt x="2090" y="3382"/>
                    </a:cubicBezTo>
                    <a:lnTo>
                      <a:pt x="2090" y="3400"/>
                    </a:lnTo>
                    <a:cubicBezTo>
                      <a:pt x="2090" y="3408"/>
                      <a:pt x="2090" y="3408"/>
                      <a:pt x="2082" y="3424"/>
                    </a:cubicBezTo>
                    <a:cubicBezTo>
                      <a:pt x="2082" y="3442"/>
                      <a:pt x="2074" y="3482"/>
                      <a:pt x="2074" y="3482"/>
                    </a:cubicBezTo>
                    <a:lnTo>
                      <a:pt x="2090" y="3474"/>
                    </a:lnTo>
                    <a:cubicBezTo>
                      <a:pt x="2098" y="3474"/>
                      <a:pt x="2106" y="3482"/>
                      <a:pt x="2114" y="3482"/>
                    </a:cubicBezTo>
                    <a:lnTo>
                      <a:pt x="2156" y="3482"/>
                    </a:lnTo>
                    <a:cubicBezTo>
                      <a:pt x="2164" y="3482"/>
                      <a:pt x="2174" y="3500"/>
                      <a:pt x="2174" y="3500"/>
                    </a:cubicBezTo>
                    <a:lnTo>
                      <a:pt x="2182" y="3524"/>
                    </a:lnTo>
                    <a:lnTo>
                      <a:pt x="2182" y="3550"/>
                    </a:lnTo>
                    <a:cubicBezTo>
                      <a:pt x="2182" y="3550"/>
                      <a:pt x="2174" y="3566"/>
                      <a:pt x="2182" y="3574"/>
                    </a:cubicBezTo>
                    <a:cubicBezTo>
                      <a:pt x="2182" y="3582"/>
                      <a:pt x="2182" y="3592"/>
                      <a:pt x="2190" y="3592"/>
                    </a:cubicBezTo>
                    <a:cubicBezTo>
                      <a:pt x="2198" y="3592"/>
                      <a:pt x="2198" y="3608"/>
                      <a:pt x="2224" y="3608"/>
                    </a:cubicBezTo>
                    <a:cubicBezTo>
                      <a:pt x="2249" y="3608"/>
                      <a:pt x="2232" y="3632"/>
                      <a:pt x="2232" y="3632"/>
                    </a:cubicBezTo>
                    <a:cubicBezTo>
                      <a:pt x="2227" y="3632"/>
                      <a:pt x="2221" y="3625"/>
                      <a:pt x="2213" y="3625"/>
                    </a:cubicBezTo>
                    <a:cubicBezTo>
                      <a:pt x="2208" y="3625"/>
                      <a:pt x="2204" y="3627"/>
                      <a:pt x="2198" y="3632"/>
                    </a:cubicBezTo>
                    <a:cubicBezTo>
                      <a:pt x="2190" y="3650"/>
                      <a:pt x="2198" y="3658"/>
                      <a:pt x="2190" y="3666"/>
                    </a:cubicBezTo>
                    <a:cubicBezTo>
                      <a:pt x="2182" y="3666"/>
                      <a:pt x="2182" y="3674"/>
                      <a:pt x="2182" y="3682"/>
                    </a:cubicBezTo>
                    <a:lnTo>
                      <a:pt x="2174" y="3700"/>
                    </a:lnTo>
                    <a:lnTo>
                      <a:pt x="2156" y="3717"/>
                    </a:lnTo>
                    <a:cubicBezTo>
                      <a:pt x="2156" y="3717"/>
                      <a:pt x="2148" y="3733"/>
                      <a:pt x="2132" y="3751"/>
                    </a:cubicBezTo>
                    <a:cubicBezTo>
                      <a:pt x="2114" y="3759"/>
                      <a:pt x="2114" y="3759"/>
                      <a:pt x="2114" y="3767"/>
                    </a:cubicBezTo>
                    <a:cubicBezTo>
                      <a:pt x="2106" y="3767"/>
                      <a:pt x="2124" y="3775"/>
                      <a:pt x="2132" y="3775"/>
                    </a:cubicBezTo>
                    <a:lnTo>
                      <a:pt x="2148" y="3775"/>
                    </a:lnTo>
                    <a:cubicBezTo>
                      <a:pt x="2148" y="3775"/>
                      <a:pt x="2156" y="3775"/>
                      <a:pt x="2164" y="3759"/>
                    </a:cubicBezTo>
                    <a:cubicBezTo>
                      <a:pt x="2182" y="3743"/>
                      <a:pt x="2190" y="3733"/>
                      <a:pt x="2190" y="3725"/>
                    </a:cubicBezTo>
                    <a:cubicBezTo>
                      <a:pt x="2194" y="3721"/>
                      <a:pt x="2198" y="3721"/>
                      <a:pt x="2201" y="3721"/>
                    </a:cubicBezTo>
                    <a:cubicBezTo>
                      <a:pt x="2204" y="3721"/>
                      <a:pt x="2206" y="3721"/>
                      <a:pt x="2206" y="3717"/>
                    </a:cubicBezTo>
                    <a:cubicBezTo>
                      <a:pt x="2214" y="3717"/>
                      <a:pt x="2206" y="3733"/>
                      <a:pt x="2206" y="3733"/>
                    </a:cubicBezTo>
                    <a:cubicBezTo>
                      <a:pt x="2206" y="3743"/>
                      <a:pt x="2206" y="3743"/>
                      <a:pt x="2198" y="3751"/>
                    </a:cubicBezTo>
                    <a:lnTo>
                      <a:pt x="2190" y="3759"/>
                    </a:lnTo>
                    <a:lnTo>
                      <a:pt x="2174" y="3775"/>
                    </a:lnTo>
                    <a:lnTo>
                      <a:pt x="2140" y="3801"/>
                    </a:lnTo>
                    <a:lnTo>
                      <a:pt x="2124" y="3809"/>
                    </a:lnTo>
                    <a:lnTo>
                      <a:pt x="2098" y="3817"/>
                    </a:lnTo>
                    <a:cubicBezTo>
                      <a:pt x="2098" y="3817"/>
                      <a:pt x="2082" y="3825"/>
                      <a:pt x="2074" y="3825"/>
                    </a:cubicBezTo>
                    <a:lnTo>
                      <a:pt x="2064" y="3843"/>
                    </a:lnTo>
                    <a:cubicBezTo>
                      <a:pt x="2064" y="3843"/>
                      <a:pt x="2064" y="3851"/>
                      <a:pt x="2074" y="3859"/>
                    </a:cubicBezTo>
                    <a:cubicBezTo>
                      <a:pt x="2082" y="3867"/>
                      <a:pt x="2090" y="3883"/>
                      <a:pt x="2090" y="3883"/>
                    </a:cubicBezTo>
                    <a:cubicBezTo>
                      <a:pt x="2098" y="3883"/>
                      <a:pt x="2114" y="3893"/>
                      <a:pt x="2124" y="3893"/>
                    </a:cubicBezTo>
                    <a:cubicBezTo>
                      <a:pt x="2124" y="3893"/>
                      <a:pt x="2148" y="3883"/>
                      <a:pt x="2156" y="3883"/>
                    </a:cubicBezTo>
                    <a:cubicBezTo>
                      <a:pt x="2164" y="3883"/>
                      <a:pt x="2182" y="3883"/>
                      <a:pt x="2190" y="3875"/>
                    </a:cubicBezTo>
                    <a:cubicBezTo>
                      <a:pt x="2190" y="3875"/>
                      <a:pt x="2198" y="3883"/>
                      <a:pt x="2198" y="3893"/>
                    </a:cubicBezTo>
                    <a:lnTo>
                      <a:pt x="2275" y="3883"/>
                    </a:lnTo>
                    <a:cubicBezTo>
                      <a:pt x="2283" y="3875"/>
                      <a:pt x="2299" y="3875"/>
                      <a:pt x="2299" y="3875"/>
                    </a:cubicBezTo>
                    <a:cubicBezTo>
                      <a:pt x="2307" y="3867"/>
                      <a:pt x="2307" y="3859"/>
                      <a:pt x="2315" y="3843"/>
                    </a:cubicBezTo>
                    <a:cubicBezTo>
                      <a:pt x="2325" y="3817"/>
                      <a:pt x="2315" y="3817"/>
                      <a:pt x="2325" y="3809"/>
                    </a:cubicBezTo>
                    <a:lnTo>
                      <a:pt x="2333" y="3801"/>
                    </a:lnTo>
                    <a:cubicBezTo>
                      <a:pt x="2341" y="3801"/>
                      <a:pt x="2349" y="3783"/>
                      <a:pt x="2349" y="3783"/>
                    </a:cubicBezTo>
                    <a:lnTo>
                      <a:pt x="2365" y="3767"/>
                    </a:lnTo>
                    <a:lnTo>
                      <a:pt x="2349" y="3733"/>
                    </a:lnTo>
                    <a:cubicBezTo>
                      <a:pt x="2349" y="3733"/>
                      <a:pt x="2333" y="3717"/>
                      <a:pt x="2333" y="3709"/>
                    </a:cubicBezTo>
                    <a:lnTo>
                      <a:pt x="2333" y="3709"/>
                    </a:lnTo>
                    <a:cubicBezTo>
                      <a:pt x="2349" y="3717"/>
                      <a:pt x="2357" y="3725"/>
                      <a:pt x="2365" y="3725"/>
                    </a:cubicBezTo>
                    <a:cubicBezTo>
                      <a:pt x="2375" y="3725"/>
                      <a:pt x="2375" y="3751"/>
                      <a:pt x="2375" y="3751"/>
                    </a:cubicBezTo>
                    <a:lnTo>
                      <a:pt x="2399" y="3759"/>
                    </a:lnTo>
                    <a:cubicBezTo>
                      <a:pt x="2399" y="3760"/>
                      <a:pt x="2399" y="3760"/>
                      <a:pt x="2400" y="3760"/>
                    </a:cubicBezTo>
                    <a:cubicBezTo>
                      <a:pt x="2406" y="3760"/>
                      <a:pt x="2425" y="3741"/>
                      <a:pt x="2425" y="3733"/>
                    </a:cubicBezTo>
                    <a:lnTo>
                      <a:pt x="2441" y="3733"/>
                    </a:lnTo>
                    <a:cubicBezTo>
                      <a:pt x="2449" y="3733"/>
                      <a:pt x="2449" y="3751"/>
                      <a:pt x="2441" y="3759"/>
                    </a:cubicBezTo>
                    <a:cubicBezTo>
                      <a:pt x="2433" y="3759"/>
                      <a:pt x="2425" y="3775"/>
                      <a:pt x="2425" y="3775"/>
                    </a:cubicBezTo>
                    <a:lnTo>
                      <a:pt x="2425" y="3793"/>
                    </a:lnTo>
                    <a:cubicBezTo>
                      <a:pt x="2425" y="3801"/>
                      <a:pt x="2433" y="3809"/>
                      <a:pt x="2433" y="3809"/>
                    </a:cubicBezTo>
                    <a:lnTo>
                      <a:pt x="2449" y="3809"/>
                    </a:lnTo>
                    <a:lnTo>
                      <a:pt x="2457" y="3801"/>
                    </a:lnTo>
                    <a:lnTo>
                      <a:pt x="2465" y="3801"/>
                    </a:lnTo>
                    <a:cubicBezTo>
                      <a:pt x="2468" y="3798"/>
                      <a:pt x="2472" y="3797"/>
                      <a:pt x="2474" y="3797"/>
                    </a:cubicBezTo>
                    <a:cubicBezTo>
                      <a:pt x="2480" y="3797"/>
                      <a:pt x="2483" y="3801"/>
                      <a:pt x="2483" y="3801"/>
                    </a:cubicBezTo>
                    <a:lnTo>
                      <a:pt x="2491" y="3809"/>
                    </a:lnTo>
                    <a:lnTo>
                      <a:pt x="2533" y="3809"/>
                    </a:lnTo>
                    <a:cubicBezTo>
                      <a:pt x="2535" y="3807"/>
                      <a:pt x="2536" y="3807"/>
                      <a:pt x="2536" y="3807"/>
                    </a:cubicBezTo>
                    <a:cubicBezTo>
                      <a:pt x="2538" y="3807"/>
                      <a:pt x="2533" y="3817"/>
                      <a:pt x="2533" y="3817"/>
                    </a:cubicBezTo>
                    <a:lnTo>
                      <a:pt x="2533" y="3833"/>
                    </a:lnTo>
                    <a:lnTo>
                      <a:pt x="2557" y="3851"/>
                    </a:lnTo>
                    <a:lnTo>
                      <a:pt x="2575" y="3851"/>
                    </a:lnTo>
                    <a:cubicBezTo>
                      <a:pt x="2575" y="3851"/>
                      <a:pt x="2583" y="3851"/>
                      <a:pt x="2583" y="3843"/>
                    </a:cubicBezTo>
                    <a:cubicBezTo>
                      <a:pt x="2591" y="3833"/>
                      <a:pt x="2599" y="3825"/>
                      <a:pt x="2599" y="3825"/>
                    </a:cubicBezTo>
                    <a:cubicBezTo>
                      <a:pt x="2607" y="3825"/>
                      <a:pt x="2616" y="3825"/>
                      <a:pt x="2634" y="3817"/>
                    </a:cubicBezTo>
                    <a:cubicBezTo>
                      <a:pt x="2637" y="3816"/>
                      <a:pt x="2640" y="3815"/>
                      <a:pt x="2642" y="3815"/>
                    </a:cubicBezTo>
                    <a:cubicBezTo>
                      <a:pt x="2658" y="3815"/>
                      <a:pt x="2658" y="3833"/>
                      <a:pt x="2658" y="3833"/>
                    </a:cubicBezTo>
                    <a:cubicBezTo>
                      <a:pt x="2666" y="3843"/>
                      <a:pt x="2650" y="3843"/>
                      <a:pt x="2642" y="3843"/>
                    </a:cubicBezTo>
                    <a:lnTo>
                      <a:pt x="2634" y="3867"/>
                    </a:lnTo>
                    <a:lnTo>
                      <a:pt x="2642" y="3875"/>
                    </a:lnTo>
                    <a:cubicBezTo>
                      <a:pt x="2642" y="3875"/>
                      <a:pt x="2616" y="3893"/>
                      <a:pt x="2607" y="3901"/>
                    </a:cubicBezTo>
                    <a:cubicBezTo>
                      <a:pt x="2607" y="3909"/>
                      <a:pt x="2599" y="3909"/>
                      <a:pt x="2599" y="3909"/>
                    </a:cubicBezTo>
                    <a:lnTo>
                      <a:pt x="2599" y="3925"/>
                    </a:lnTo>
                    <a:lnTo>
                      <a:pt x="2616" y="3933"/>
                    </a:lnTo>
                    <a:cubicBezTo>
                      <a:pt x="2626" y="3925"/>
                      <a:pt x="2650" y="3925"/>
                      <a:pt x="2650" y="3925"/>
                    </a:cubicBezTo>
                    <a:cubicBezTo>
                      <a:pt x="2658" y="3925"/>
                      <a:pt x="2676" y="3943"/>
                      <a:pt x="2684" y="3943"/>
                    </a:cubicBezTo>
                    <a:lnTo>
                      <a:pt x="2692" y="3959"/>
                    </a:lnTo>
                    <a:cubicBezTo>
                      <a:pt x="2692" y="3959"/>
                      <a:pt x="2700" y="3983"/>
                      <a:pt x="2716" y="3983"/>
                    </a:cubicBezTo>
                    <a:cubicBezTo>
                      <a:pt x="2726" y="3983"/>
                      <a:pt x="2726" y="3993"/>
                      <a:pt x="2726" y="3993"/>
                    </a:cubicBezTo>
                    <a:lnTo>
                      <a:pt x="2750" y="4001"/>
                    </a:lnTo>
                    <a:lnTo>
                      <a:pt x="2750" y="4017"/>
                    </a:lnTo>
                    <a:lnTo>
                      <a:pt x="2742" y="4043"/>
                    </a:lnTo>
                    <a:lnTo>
                      <a:pt x="2758" y="4059"/>
                    </a:lnTo>
                    <a:lnTo>
                      <a:pt x="2766" y="4084"/>
                    </a:lnTo>
                    <a:lnTo>
                      <a:pt x="2776" y="4094"/>
                    </a:lnTo>
                    <a:lnTo>
                      <a:pt x="2758" y="4110"/>
                    </a:lnTo>
                    <a:lnTo>
                      <a:pt x="2708" y="4110"/>
                    </a:lnTo>
                    <a:lnTo>
                      <a:pt x="2692" y="4102"/>
                    </a:lnTo>
                    <a:lnTo>
                      <a:pt x="2676" y="4102"/>
                    </a:lnTo>
                    <a:cubicBezTo>
                      <a:pt x="2671" y="4106"/>
                      <a:pt x="2666" y="4108"/>
                      <a:pt x="2662" y="4108"/>
                    </a:cubicBezTo>
                    <a:cubicBezTo>
                      <a:pt x="2658" y="4108"/>
                      <a:pt x="2654" y="4106"/>
                      <a:pt x="2650" y="4102"/>
                    </a:cubicBezTo>
                    <a:lnTo>
                      <a:pt x="2642" y="4102"/>
                    </a:lnTo>
                    <a:lnTo>
                      <a:pt x="2626" y="4084"/>
                    </a:lnTo>
                    <a:lnTo>
                      <a:pt x="2607" y="4084"/>
                    </a:lnTo>
                    <a:cubicBezTo>
                      <a:pt x="2607" y="4084"/>
                      <a:pt x="2575" y="4076"/>
                      <a:pt x="2565" y="4067"/>
                    </a:cubicBezTo>
                    <a:cubicBezTo>
                      <a:pt x="2557" y="4059"/>
                      <a:pt x="2541" y="4059"/>
                      <a:pt x="2533" y="4051"/>
                    </a:cubicBezTo>
                    <a:cubicBezTo>
                      <a:pt x="2533" y="4051"/>
                      <a:pt x="2515" y="4051"/>
                      <a:pt x="2515" y="4043"/>
                    </a:cubicBezTo>
                    <a:cubicBezTo>
                      <a:pt x="2507" y="4043"/>
                      <a:pt x="2499" y="4043"/>
                      <a:pt x="2491" y="4033"/>
                    </a:cubicBezTo>
                    <a:lnTo>
                      <a:pt x="2483" y="4033"/>
                    </a:lnTo>
                    <a:cubicBezTo>
                      <a:pt x="2478" y="4033"/>
                      <a:pt x="2472" y="4038"/>
                      <a:pt x="2468" y="4038"/>
                    </a:cubicBezTo>
                    <a:cubicBezTo>
                      <a:pt x="2466" y="4038"/>
                      <a:pt x="2465" y="4037"/>
                      <a:pt x="2465" y="4033"/>
                    </a:cubicBezTo>
                    <a:cubicBezTo>
                      <a:pt x="2457" y="4033"/>
                      <a:pt x="2433" y="4025"/>
                      <a:pt x="2425" y="4025"/>
                    </a:cubicBezTo>
                    <a:lnTo>
                      <a:pt x="2407" y="4025"/>
                    </a:lnTo>
                    <a:cubicBezTo>
                      <a:pt x="2407" y="4033"/>
                      <a:pt x="2407" y="4033"/>
                      <a:pt x="2399" y="4033"/>
                    </a:cubicBezTo>
                    <a:cubicBezTo>
                      <a:pt x="2399" y="4031"/>
                      <a:pt x="2398" y="4030"/>
                      <a:pt x="2397" y="4030"/>
                    </a:cubicBezTo>
                    <a:cubicBezTo>
                      <a:pt x="2394" y="4030"/>
                      <a:pt x="2388" y="4033"/>
                      <a:pt x="2383" y="4033"/>
                    </a:cubicBezTo>
                    <a:cubicBezTo>
                      <a:pt x="2375" y="4043"/>
                      <a:pt x="2333" y="4043"/>
                      <a:pt x="2325" y="4043"/>
                    </a:cubicBezTo>
                    <a:lnTo>
                      <a:pt x="2299" y="4043"/>
                    </a:lnTo>
                    <a:cubicBezTo>
                      <a:pt x="2299" y="4043"/>
                      <a:pt x="2291" y="4051"/>
                      <a:pt x="2283" y="4051"/>
                    </a:cubicBezTo>
                    <a:cubicBezTo>
                      <a:pt x="2275" y="4051"/>
                      <a:pt x="2275" y="4051"/>
                      <a:pt x="2265" y="4059"/>
                    </a:cubicBezTo>
                    <a:cubicBezTo>
                      <a:pt x="2257" y="4067"/>
                      <a:pt x="2257" y="4076"/>
                      <a:pt x="2257" y="4076"/>
                    </a:cubicBezTo>
                    <a:cubicBezTo>
                      <a:pt x="2257" y="4076"/>
                      <a:pt x="2265" y="4084"/>
                      <a:pt x="2265" y="4094"/>
                    </a:cubicBezTo>
                    <a:cubicBezTo>
                      <a:pt x="2275" y="4094"/>
                      <a:pt x="2283" y="4110"/>
                      <a:pt x="2283" y="4110"/>
                    </a:cubicBezTo>
                    <a:cubicBezTo>
                      <a:pt x="2291" y="4110"/>
                      <a:pt x="2307" y="4126"/>
                      <a:pt x="2307" y="4126"/>
                    </a:cubicBezTo>
                    <a:cubicBezTo>
                      <a:pt x="2307" y="4126"/>
                      <a:pt x="2325" y="4134"/>
                      <a:pt x="2333" y="4134"/>
                    </a:cubicBezTo>
                    <a:cubicBezTo>
                      <a:pt x="2333" y="4134"/>
                      <a:pt x="2341" y="4134"/>
                      <a:pt x="2349" y="4144"/>
                    </a:cubicBezTo>
                    <a:cubicBezTo>
                      <a:pt x="2365" y="4144"/>
                      <a:pt x="2365" y="4144"/>
                      <a:pt x="2375" y="4134"/>
                    </a:cubicBezTo>
                    <a:cubicBezTo>
                      <a:pt x="2383" y="4134"/>
                      <a:pt x="2383" y="4144"/>
                      <a:pt x="2391" y="4144"/>
                    </a:cubicBezTo>
                    <a:cubicBezTo>
                      <a:pt x="2391" y="4144"/>
                      <a:pt x="2398" y="4139"/>
                      <a:pt x="2405" y="4139"/>
                    </a:cubicBezTo>
                    <a:cubicBezTo>
                      <a:pt x="2409" y="4139"/>
                      <a:pt x="2412" y="4140"/>
                      <a:pt x="2415" y="4144"/>
                    </a:cubicBezTo>
                    <a:lnTo>
                      <a:pt x="2441" y="4152"/>
                    </a:lnTo>
                    <a:cubicBezTo>
                      <a:pt x="2449" y="4152"/>
                      <a:pt x="2483" y="4144"/>
                      <a:pt x="2491" y="4144"/>
                    </a:cubicBezTo>
                    <a:cubicBezTo>
                      <a:pt x="2499" y="4144"/>
                      <a:pt x="2507" y="4152"/>
                      <a:pt x="2507" y="4152"/>
                    </a:cubicBezTo>
                    <a:cubicBezTo>
                      <a:pt x="2515" y="4160"/>
                      <a:pt x="2515" y="4168"/>
                      <a:pt x="2515" y="4168"/>
                    </a:cubicBezTo>
                    <a:cubicBezTo>
                      <a:pt x="2515" y="4176"/>
                      <a:pt x="2533" y="4184"/>
                      <a:pt x="2533" y="4184"/>
                    </a:cubicBezTo>
                    <a:cubicBezTo>
                      <a:pt x="2533" y="4184"/>
                      <a:pt x="2544" y="4196"/>
                      <a:pt x="2552" y="4196"/>
                    </a:cubicBezTo>
                    <a:cubicBezTo>
                      <a:pt x="2554" y="4196"/>
                      <a:pt x="2556" y="4195"/>
                      <a:pt x="2557" y="4194"/>
                    </a:cubicBezTo>
                    <a:cubicBezTo>
                      <a:pt x="2557" y="4194"/>
                      <a:pt x="2565" y="4202"/>
                      <a:pt x="2575" y="4202"/>
                    </a:cubicBezTo>
                    <a:cubicBezTo>
                      <a:pt x="2575" y="4210"/>
                      <a:pt x="2583" y="4210"/>
                      <a:pt x="2591" y="4210"/>
                    </a:cubicBezTo>
                    <a:lnTo>
                      <a:pt x="2626" y="4202"/>
                    </a:lnTo>
                    <a:lnTo>
                      <a:pt x="2634" y="4202"/>
                    </a:lnTo>
                    <a:cubicBezTo>
                      <a:pt x="2639" y="4202"/>
                      <a:pt x="2644" y="4205"/>
                      <a:pt x="2647" y="4205"/>
                    </a:cubicBezTo>
                    <a:cubicBezTo>
                      <a:pt x="2649" y="4205"/>
                      <a:pt x="2650" y="4205"/>
                      <a:pt x="2650" y="4202"/>
                    </a:cubicBezTo>
                    <a:cubicBezTo>
                      <a:pt x="2658" y="4202"/>
                      <a:pt x="2666" y="4210"/>
                      <a:pt x="2666" y="4210"/>
                    </a:cubicBezTo>
                    <a:cubicBezTo>
                      <a:pt x="2666" y="4210"/>
                      <a:pt x="2684" y="4210"/>
                      <a:pt x="2692" y="4202"/>
                    </a:cubicBezTo>
                    <a:cubicBezTo>
                      <a:pt x="2692" y="4202"/>
                      <a:pt x="2700" y="4202"/>
                      <a:pt x="2700" y="4194"/>
                    </a:cubicBezTo>
                    <a:cubicBezTo>
                      <a:pt x="2700" y="4190"/>
                      <a:pt x="2701" y="4189"/>
                      <a:pt x="2702" y="4189"/>
                    </a:cubicBezTo>
                    <a:cubicBezTo>
                      <a:pt x="2704" y="4189"/>
                      <a:pt x="2708" y="4194"/>
                      <a:pt x="2708" y="4194"/>
                    </a:cubicBezTo>
                    <a:lnTo>
                      <a:pt x="2726" y="4184"/>
                    </a:lnTo>
                    <a:lnTo>
                      <a:pt x="2734" y="4202"/>
                    </a:lnTo>
                    <a:cubicBezTo>
                      <a:pt x="2734" y="4194"/>
                      <a:pt x="2742" y="4194"/>
                      <a:pt x="2750" y="4194"/>
                    </a:cubicBezTo>
                    <a:cubicBezTo>
                      <a:pt x="2754" y="4198"/>
                      <a:pt x="2756" y="4200"/>
                      <a:pt x="2758" y="4200"/>
                    </a:cubicBezTo>
                    <a:cubicBezTo>
                      <a:pt x="2760" y="4200"/>
                      <a:pt x="2762" y="4198"/>
                      <a:pt x="2766" y="4194"/>
                    </a:cubicBezTo>
                    <a:lnTo>
                      <a:pt x="2792" y="4194"/>
                    </a:lnTo>
                    <a:cubicBezTo>
                      <a:pt x="2792" y="4194"/>
                      <a:pt x="2826" y="4184"/>
                      <a:pt x="2834" y="4184"/>
                    </a:cubicBezTo>
                    <a:lnTo>
                      <a:pt x="2858" y="4184"/>
                    </a:lnTo>
                    <a:lnTo>
                      <a:pt x="2858" y="4202"/>
                    </a:lnTo>
                    <a:lnTo>
                      <a:pt x="2850" y="4210"/>
                    </a:lnTo>
                    <a:cubicBezTo>
                      <a:pt x="2850" y="4218"/>
                      <a:pt x="2858" y="4226"/>
                      <a:pt x="2858" y="4226"/>
                    </a:cubicBezTo>
                    <a:cubicBezTo>
                      <a:pt x="2866" y="4226"/>
                      <a:pt x="2866" y="4244"/>
                      <a:pt x="2858" y="4244"/>
                    </a:cubicBezTo>
                    <a:cubicBezTo>
                      <a:pt x="2858" y="4252"/>
                      <a:pt x="2842" y="4252"/>
                      <a:pt x="2842" y="4252"/>
                    </a:cubicBezTo>
                    <a:lnTo>
                      <a:pt x="2834" y="4268"/>
                    </a:lnTo>
                    <a:lnTo>
                      <a:pt x="2842" y="4284"/>
                    </a:lnTo>
                    <a:cubicBezTo>
                      <a:pt x="2842" y="4294"/>
                      <a:pt x="2850" y="4302"/>
                      <a:pt x="2850" y="4302"/>
                    </a:cubicBezTo>
                    <a:lnTo>
                      <a:pt x="2834" y="4318"/>
                    </a:lnTo>
                    <a:cubicBezTo>
                      <a:pt x="2834" y="4318"/>
                      <a:pt x="2816" y="4334"/>
                      <a:pt x="2808" y="4334"/>
                    </a:cubicBezTo>
                    <a:cubicBezTo>
                      <a:pt x="2792" y="4344"/>
                      <a:pt x="2800" y="4352"/>
                      <a:pt x="2792" y="4360"/>
                    </a:cubicBezTo>
                    <a:lnTo>
                      <a:pt x="2792" y="4368"/>
                    </a:lnTo>
                    <a:cubicBezTo>
                      <a:pt x="2792" y="4376"/>
                      <a:pt x="2800" y="4376"/>
                      <a:pt x="2808" y="4376"/>
                    </a:cubicBezTo>
                    <a:cubicBezTo>
                      <a:pt x="2808" y="4376"/>
                      <a:pt x="2816" y="4376"/>
                      <a:pt x="2816" y="4384"/>
                    </a:cubicBezTo>
                    <a:cubicBezTo>
                      <a:pt x="2826" y="4384"/>
                      <a:pt x="2826" y="4394"/>
                      <a:pt x="2826" y="4394"/>
                    </a:cubicBezTo>
                    <a:cubicBezTo>
                      <a:pt x="2834" y="4394"/>
                      <a:pt x="2834" y="4418"/>
                      <a:pt x="2842" y="4418"/>
                    </a:cubicBezTo>
                    <a:lnTo>
                      <a:pt x="2866" y="4402"/>
                    </a:lnTo>
                    <a:lnTo>
                      <a:pt x="2866" y="4469"/>
                    </a:lnTo>
                    <a:cubicBezTo>
                      <a:pt x="2858" y="4469"/>
                      <a:pt x="2842" y="4469"/>
                      <a:pt x="2842" y="4461"/>
                    </a:cubicBezTo>
                    <a:lnTo>
                      <a:pt x="2826" y="4461"/>
                    </a:lnTo>
                    <a:cubicBezTo>
                      <a:pt x="2816" y="4453"/>
                      <a:pt x="2808" y="4453"/>
                      <a:pt x="2808" y="4453"/>
                    </a:cubicBezTo>
                    <a:cubicBezTo>
                      <a:pt x="2800" y="4444"/>
                      <a:pt x="2792" y="4444"/>
                      <a:pt x="2792" y="4444"/>
                    </a:cubicBezTo>
                    <a:lnTo>
                      <a:pt x="2776" y="4444"/>
                    </a:lnTo>
                    <a:lnTo>
                      <a:pt x="2766" y="4461"/>
                    </a:lnTo>
                    <a:lnTo>
                      <a:pt x="2766" y="4485"/>
                    </a:lnTo>
                    <a:cubicBezTo>
                      <a:pt x="2766" y="4485"/>
                      <a:pt x="2784" y="4495"/>
                      <a:pt x="2792" y="4495"/>
                    </a:cubicBezTo>
                    <a:cubicBezTo>
                      <a:pt x="2800" y="4495"/>
                      <a:pt x="2800" y="4511"/>
                      <a:pt x="2800" y="4511"/>
                    </a:cubicBezTo>
                    <a:lnTo>
                      <a:pt x="2800" y="4519"/>
                    </a:lnTo>
                    <a:cubicBezTo>
                      <a:pt x="2792" y="4519"/>
                      <a:pt x="2766" y="4535"/>
                      <a:pt x="2758" y="4535"/>
                    </a:cubicBezTo>
                    <a:cubicBezTo>
                      <a:pt x="2758" y="4545"/>
                      <a:pt x="2758" y="4553"/>
                      <a:pt x="2766" y="4561"/>
                    </a:cubicBezTo>
                    <a:cubicBezTo>
                      <a:pt x="2766" y="4561"/>
                      <a:pt x="2766" y="4569"/>
                      <a:pt x="2776" y="4569"/>
                    </a:cubicBezTo>
                    <a:cubicBezTo>
                      <a:pt x="2784" y="4569"/>
                      <a:pt x="2784" y="4569"/>
                      <a:pt x="2784" y="4577"/>
                    </a:cubicBezTo>
                    <a:lnTo>
                      <a:pt x="2792" y="4577"/>
                    </a:lnTo>
                    <a:cubicBezTo>
                      <a:pt x="2800" y="4577"/>
                      <a:pt x="2792" y="4585"/>
                      <a:pt x="2792" y="4585"/>
                    </a:cubicBezTo>
                    <a:cubicBezTo>
                      <a:pt x="2784" y="4595"/>
                      <a:pt x="2776" y="4595"/>
                      <a:pt x="2776" y="4595"/>
                    </a:cubicBezTo>
                    <a:cubicBezTo>
                      <a:pt x="2776" y="4595"/>
                      <a:pt x="2766" y="4603"/>
                      <a:pt x="2776" y="4611"/>
                    </a:cubicBezTo>
                    <a:lnTo>
                      <a:pt x="2776" y="4627"/>
                    </a:lnTo>
                    <a:lnTo>
                      <a:pt x="2784" y="4635"/>
                    </a:lnTo>
                    <a:lnTo>
                      <a:pt x="2792" y="4645"/>
                    </a:lnTo>
                    <a:cubicBezTo>
                      <a:pt x="2800" y="4645"/>
                      <a:pt x="2800" y="4653"/>
                      <a:pt x="2800" y="4661"/>
                    </a:cubicBezTo>
                    <a:lnTo>
                      <a:pt x="2808" y="4677"/>
                    </a:lnTo>
                    <a:cubicBezTo>
                      <a:pt x="2816" y="4677"/>
                      <a:pt x="2826" y="4685"/>
                      <a:pt x="2842" y="4685"/>
                    </a:cubicBezTo>
                    <a:cubicBezTo>
                      <a:pt x="2850" y="4685"/>
                      <a:pt x="2842" y="4695"/>
                      <a:pt x="2850" y="4695"/>
                    </a:cubicBezTo>
                    <a:cubicBezTo>
                      <a:pt x="2850" y="4695"/>
                      <a:pt x="2858" y="4695"/>
                      <a:pt x="2866" y="4685"/>
                    </a:cubicBezTo>
                    <a:cubicBezTo>
                      <a:pt x="2866" y="4677"/>
                      <a:pt x="2876" y="4677"/>
                      <a:pt x="2884" y="4677"/>
                    </a:cubicBezTo>
                    <a:cubicBezTo>
                      <a:pt x="2892" y="4677"/>
                      <a:pt x="2900" y="4685"/>
                      <a:pt x="2900" y="4685"/>
                    </a:cubicBezTo>
                    <a:lnTo>
                      <a:pt x="2900" y="4703"/>
                    </a:lnTo>
                    <a:lnTo>
                      <a:pt x="2900" y="4711"/>
                    </a:lnTo>
                    <a:lnTo>
                      <a:pt x="2900" y="4727"/>
                    </a:lnTo>
                    <a:lnTo>
                      <a:pt x="2908" y="4735"/>
                    </a:lnTo>
                    <a:lnTo>
                      <a:pt x="2926" y="4745"/>
                    </a:lnTo>
                    <a:lnTo>
                      <a:pt x="2926" y="4753"/>
                    </a:lnTo>
                    <a:lnTo>
                      <a:pt x="2908" y="4761"/>
                    </a:lnTo>
                    <a:lnTo>
                      <a:pt x="2892" y="4761"/>
                    </a:lnTo>
                    <a:lnTo>
                      <a:pt x="2866" y="4769"/>
                    </a:lnTo>
                    <a:lnTo>
                      <a:pt x="2858" y="4769"/>
                    </a:lnTo>
                    <a:lnTo>
                      <a:pt x="2850" y="4785"/>
                    </a:lnTo>
                    <a:cubicBezTo>
                      <a:pt x="2850" y="4785"/>
                      <a:pt x="2862" y="4790"/>
                      <a:pt x="2872" y="4790"/>
                    </a:cubicBezTo>
                    <a:cubicBezTo>
                      <a:pt x="2877" y="4790"/>
                      <a:pt x="2882" y="4789"/>
                      <a:pt x="2884" y="4785"/>
                    </a:cubicBezTo>
                    <a:cubicBezTo>
                      <a:pt x="2884" y="4785"/>
                      <a:pt x="2908" y="4795"/>
                      <a:pt x="2900" y="4795"/>
                    </a:cubicBezTo>
                    <a:lnTo>
                      <a:pt x="2866" y="4795"/>
                    </a:lnTo>
                    <a:cubicBezTo>
                      <a:pt x="2858" y="4795"/>
                      <a:pt x="2858" y="4803"/>
                      <a:pt x="2858" y="4803"/>
                    </a:cubicBezTo>
                    <a:cubicBezTo>
                      <a:pt x="2858" y="4803"/>
                      <a:pt x="2855" y="4807"/>
                      <a:pt x="2845" y="4807"/>
                    </a:cubicBezTo>
                    <a:cubicBezTo>
                      <a:pt x="2840" y="4807"/>
                      <a:pt x="2834" y="4806"/>
                      <a:pt x="2826" y="4803"/>
                    </a:cubicBezTo>
                    <a:cubicBezTo>
                      <a:pt x="2822" y="4802"/>
                      <a:pt x="2820" y="4801"/>
                      <a:pt x="2818" y="4801"/>
                    </a:cubicBezTo>
                    <a:cubicBezTo>
                      <a:pt x="2811" y="4801"/>
                      <a:pt x="2816" y="4811"/>
                      <a:pt x="2816" y="4811"/>
                    </a:cubicBezTo>
                    <a:cubicBezTo>
                      <a:pt x="2808" y="4811"/>
                      <a:pt x="2800" y="4803"/>
                      <a:pt x="2784" y="4795"/>
                    </a:cubicBezTo>
                    <a:lnTo>
                      <a:pt x="2766" y="4785"/>
                    </a:lnTo>
                    <a:lnTo>
                      <a:pt x="2758" y="4785"/>
                    </a:lnTo>
                    <a:cubicBezTo>
                      <a:pt x="2758" y="4777"/>
                      <a:pt x="2758" y="4777"/>
                      <a:pt x="2750" y="4777"/>
                    </a:cubicBezTo>
                    <a:lnTo>
                      <a:pt x="2742" y="4777"/>
                    </a:lnTo>
                    <a:cubicBezTo>
                      <a:pt x="2738" y="4781"/>
                      <a:pt x="2736" y="4783"/>
                      <a:pt x="2734" y="4783"/>
                    </a:cubicBezTo>
                    <a:cubicBezTo>
                      <a:pt x="2732" y="4783"/>
                      <a:pt x="2730" y="4781"/>
                      <a:pt x="2726" y="4777"/>
                    </a:cubicBezTo>
                    <a:lnTo>
                      <a:pt x="2716" y="4777"/>
                    </a:lnTo>
                    <a:cubicBezTo>
                      <a:pt x="2716" y="4777"/>
                      <a:pt x="2716" y="4785"/>
                      <a:pt x="2708" y="4785"/>
                    </a:cubicBezTo>
                    <a:cubicBezTo>
                      <a:pt x="2705" y="4783"/>
                      <a:pt x="2703" y="4782"/>
                      <a:pt x="2702" y="4782"/>
                    </a:cubicBezTo>
                    <a:cubicBezTo>
                      <a:pt x="2700" y="4782"/>
                      <a:pt x="2700" y="4785"/>
                      <a:pt x="2700" y="4785"/>
                    </a:cubicBezTo>
                    <a:lnTo>
                      <a:pt x="2692" y="4785"/>
                    </a:lnTo>
                    <a:cubicBezTo>
                      <a:pt x="2692" y="4790"/>
                      <a:pt x="2690" y="4793"/>
                      <a:pt x="2688" y="4793"/>
                    </a:cubicBezTo>
                    <a:cubicBezTo>
                      <a:pt x="2686" y="4793"/>
                      <a:pt x="2684" y="4790"/>
                      <a:pt x="2684" y="4785"/>
                    </a:cubicBezTo>
                    <a:lnTo>
                      <a:pt x="2676" y="4785"/>
                    </a:lnTo>
                    <a:cubicBezTo>
                      <a:pt x="2676" y="4777"/>
                      <a:pt x="2642" y="4769"/>
                      <a:pt x="2642" y="4769"/>
                    </a:cubicBezTo>
                    <a:lnTo>
                      <a:pt x="2575" y="4769"/>
                    </a:lnTo>
                    <a:cubicBezTo>
                      <a:pt x="2575" y="4769"/>
                      <a:pt x="2557" y="4777"/>
                      <a:pt x="2549" y="4777"/>
                    </a:cubicBezTo>
                    <a:lnTo>
                      <a:pt x="2533" y="4777"/>
                    </a:lnTo>
                    <a:cubicBezTo>
                      <a:pt x="2525" y="4785"/>
                      <a:pt x="2515" y="4785"/>
                      <a:pt x="2515" y="4785"/>
                    </a:cubicBezTo>
                    <a:cubicBezTo>
                      <a:pt x="2507" y="4785"/>
                      <a:pt x="2499" y="4795"/>
                      <a:pt x="2499" y="4795"/>
                    </a:cubicBezTo>
                    <a:cubicBezTo>
                      <a:pt x="2491" y="4803"/>
                      <a:pt x="2491" y="4811"/>
                      <a:pt x="2491" y="4811"/>
                    </a:cubicBezTo>
                    <a:lnTo>
                      <a:pt x="2483" y="4820"/>
                    </a:lnTo>
                    <a:cubicBezTo>
                      <a:pt x="2483" y="4820"/>
                      <a:pt x="2465" y="4836"/>
                      <a:pt x="2425" y="4862"/>
                    </a:cubicBezTo>
                    <a:cubicBezTo>
                      <a:pt x="2408" y="4874"/>
                      <a:pt x="2408" y="4876"/>
                      <a:pt x="2412" y="4876"/>
                    </a:cubicBezTo>
                    <a:cubicBezTo>
                      <a:pt x="2414" y="4876"/>
                      <a:pt x="2418" y="4875"/>
                      <a:pt x="2420" y="4875"/>
                    </a:cubicBezTo>
                    <a:cubicBezTo>
                      <a:pt x="2423" y="4875"/>
                      <a:pt x="2425" y="4876"/>
                      <a:pt x="2425" y="4878"/>
                    </a:cubicBezTo>
                    <a:lnTo>
                      <a:pt x="2425" y="4886"/>
                    </a:lnTo>
                    <a:lnTo>
                      <a:pt x="2449" y="4886"/>
                    </a:lnTo>
                    <a:cubicBezTo>
                      <a:pt x="2449" y="4878"/>
                      <a:pt x="2475" y="4878"/>
                      <a:pt x="2483" y="4878"/>
                    </a:cubicBezTo>
                    <a:cubicBezTo>
                      <a:pt x="2491" y="4878"/>
                      <a:pt x="2499" y="4870"/>
                      <a:pt x="2507" y="4870"/>
                    </a:cubicBezTo>
                    <a:cubicBezTo>
                      <a:pt x="2515" y="4862"/>
                      <a:pt x="2515" y="4862"/>
                      <a:pt x="2525" y="4862"/>
                    </a:cubicBezTo>
                    <a:cubicBezTo>
                      <a:pt x="2525" y="4870"/>
                      <a:pt x="2525" y="4870"/>
                      <a:pt x="2533" y="4870"/>
                    </a:cubicBezTo>
                    <a:cubicBezTo>
                      <a:pt x="2533" y="4862"/>
                      <a:pt x="2549" y="4862"/>
                      <a:pt x="2557" y="4862"/>
                    </a:cubicBezTo>
                    <a:lnTo>
                      <a:pt x="2591" y="4862"/>
                    </a:lnTo>
                    <a:lnTo>
                      <a:pt x="2642" y="4846"/>
                    </a:lnTo>
                    <a:lnTo>
                      <a:pt x="2676" y="4846"/>
                    </a:lnTo>
                    <a:lnTo>
                      <a:pt x="2684" y="4854"/>
                    </a:lnTo>
                    <a:lnTo>
                      <a:pt x="2716" y="4836"/>
                    </a:lnTo>
                    <a:lnTo>
                      <a:pt x="2726" y="4836"/>
                    </a:lnTo>
                    <a:lnTo>
                      <a:pt x="2734" y="4846"/>
                    </a:lnTo>
                    <a:cubicBezTo>
                      <a:pt x="2734" y="4842"/>
                      <a:pt x="2734" y="4841"/>
                      <a:pt x="2734" y="4841"/>
                    </a:cubicBezTo>
                    <a:cubicBezTo>
                      <a:pt x="2735" y="4841"/>
                      <a:pt x="2737" y="4846"/>
                      <a:pt x="2742" y="4846"/>
                    </a:cubicBezTo>
                    <a:lnTo>
                      <a:pt x="2750" y="4846"/>
                    </a:lnTo>
                    <a:lnTo>
                      <a:pt x="2758" y="4854"/>
                    </a:lnTo>
                    <a:lnTo>
                      <a:pt x="2750" y="4862"/>
                    </a:lnTo>
                    <a:lnTo>
                      <a:pt x="2750" y="4870"/>
                    </a:lnTo>
                    <a:cubicBezTo>
                      <a:pt x="2750" y="4870"/>
                      <a:pt x="2766" y="4878"/>
                      <a:pt x="2776" y="4878"/>
                    </a:cubicBezTo>
                    <a:cubicBezTo>
                      <a:pt x="2776" y="4874"/>
                      <a:pt x="2782" y="4874"/>
                      <a:pt x="2789" y="4874"/>
                    </a:cubicBezTo>
                    <a:cubicBezTo>
                      <a:pt x="2796" y="4874"/>
                      <a:pt x="2804" y="4874"/>
                      <a:pt x="2808" y="4870"/>
                    </a:cubicBezTo>
                    <a:lnTo>
                      <a:pt x="2826" y="4870"/>
                    </a:lnTo>
                    <a:cubicBezTo>
                      <a:pt x="2834" y="4870"/>
                      <a:pt x="2834" y="4870"/>
                      <a:pt x="2842" y="4862"/>
                    </a:cubicBezTo>
                    <a:cubicBezTo>
                      <a:pt x="2850" y="4862"/>
                      <a:pt x="2884" y="4854"/>
                      <a:pt x="2884" y="4854"/>
                    </a:cubicBezTo>
                    <a:cubicBezTo>
                      <a:pt x="2892" y="4854"/>
                      <a:pt x="2884" y="4878"/>
                      <a:pt x="2884" y="4878"/>
                    </a:cubicBezTo>
                    <a:lnTo>
                      <a:pt x="2876" y="4870"/>
                    </a:lnTo>
                    <a:cubicBezTo>
                      <a:pt x="2858" y="4870"/>
                      <a:pt x="2842" y="4886"/>
                      <a:pt x="2842" y="4886"/>
                    </a:cubicBezTo>
                    <a:lnTo>
                      <a:pt x="2816" y="4886"/>
                    </a:lnTo>
                    <a:lnTo>
                      <a:pt x="2816" y="4896"/>
                    </a:lnTo>
                    <a:cubicBezTo>
                      <a:pt x="2816" y="4896"/>
                      <a:pt x="2812" y="4899"/>
                      <a:pt x="2808" y="4899"/>
                    </a:cubicBezTo>
                    <a:cubicBezTo>
                      <a:pt x="2805" y="4899"/>
                      <a:pt x="2803" y="4898"/>
                      <a:pt x="2800" y="4896"/>
                    </a:cubicBezTo>
                    <a:lnTo>
                      <a:pt x="2792" y="4896"/>
                    </a:lnTo>
                    <a:lnTo>
                      <a:pt x="2784" y="4904"/>
                    </a:lnTo>
                    <a:cubicBezTo>
                      <a:pt x="2784" y="4904"/>
                      <a:pt x="2784" y="4896"/>
                      <a:pt x="2776" y="4896"/>
                    </a:cubicBezTo>
                    <a:cubicBezTo>
                      <a:pt x="2776" y="4886"/>
                      <a:pt x="2766" y="4896"/>
                      <a:pt x="2742" y="4878"/>
                    </a:cubicBezTo>
                    <a:cubicBezTo>
                      <a:pt x="2708" y="4862"/>
                      <a:pt x="2742" y="4862"/>
                      <a:pt x="2734" y="4862"/>
                    </a:cubicBezTo>
                    <a:cubicBezTo>
                      <a:pt x="2730" y="4858"/>
                      <a:pt x="2728" y="4856"/>
                      <a:pt x="2726" y="4856"/>
                    </a:cubicBezTo>
                    <a:cubicBezTo>
                      <a:pt x="2723" y="4856"/>
                      <a:pt x="2721" y="4858"/>
                      <a:pt x="2716" y="4862"/>
                    </a:cubicBezTo>
                    <a:lnTo>
                      <a:pt x="2700" y="4862"/>
                    </a:lnTo>
                    <a:cubicBezTo>
                      <a:pt x="2696" y="4858"/>
                      <a:pt x="2694" y="4856"/>
                      <a:pt x="2692" y="4856"/>
                    </a:cubicBezTo>
                    <a:cubicBezTo>
                      <a:pt x="2690" y="4856"/>
                      <a:pt x="2688" y="4858"/>
                      <a:pt x="2684" y="4862"/>
                    </a:cubicBezTo>
                    <a:lnTo>
                      <a:pt x="2626" y="4862"/>
                    </a:lnTo>
                    <a:lnTo>
                      <a:pt x="2607" y="4870"/>
                    </a:lnTo>
                    <a:cubicBezTo>
                      <a:pt x="2599" y="4870"/>
                      <a:pt x="2591" y="4878"/>
                      <a:pt x="2591" y="4878"/>
                    </a:cubicBezTo>
                    <a:lnTo>
                      <a:pt x="2575" y="4886"/>
                    </a:lnTo>
                    <a:cubicBezTo>
                      <a:pt x="2575" y="4886"/>
                      <a:pt x="2564" y="4890"/>
                      <a:pt x="2554" y="4890"/>
                    </a:cubicBezTo>
                    <a:cubicBezTo>
                      <a:pt x="2549" y="4890"/>
                      <a:pt x="2544" y="4889"/>
                      <a:pt x="2541" y="4886"/>
                    </a:cubicBezTo>
                    <a:lnTo>
                      <a:pt x="2515" y="4886"/>
                    </a:lnTo>
                    <a:cubicBezTo>
                      <a:pt x="2513" y="4883"/>
                      <a:pt x="2508" y="4882"/>
                      <a:pt x="2503" y="4882"/>
                    </a:cubicBezTo>
                    <a:cubicBezTo>
                      <a:pt x="2494" y="4882"/>
                      <a:pt x="2483" y="4886"/>
                      <a:pt x="2483" y="4886"/>
                    </a:cubicBezTo>
                    <a:cubicBezTo>
                      <a:pt x="2475" y="4896"/>
                      <a:pt x="2465" y="4896"/>
                      <a:pt x="2457" y="4896"/>
                    </a:cubicBezTo>
                    <a:cubicBezTo>
                      <a:pt x="2457" y="4904"/>
                      <a:pt x="2449" y="4912"/>
                      <a:pt x="2449" y="4920"/>
                    </a:cubicBezTo>
                    <a:cubicBezTo>
                      <a:pt x="2449" y="4928"/>
                      <a:pt x="2457" y="4936"/>
                      <a:pt x="2465" y="4936"/>
                    </a:cubicBezTo>
                    <a:lnTo>
                      <a:pt x="2483" y="4954"/>
                    </a:lnTo>
                    <a:cubicBezTo>
                      <a:pt x="2491" y="4954"/>
                      <a:pt x="2499" y="4962"/>
                      <a:pt x="2507" y="4962"/>
                    </a:cubicBezTo>
                    <a:lnTo>
                      <a:pt x="2541" y="4962"/>
                    </a:lnTo>
                    <a:cubicBezTo>
                      <a:pt x="2541" y="4962"/>
                      <a:pt x="2583" y="4946"/>
                      <a:pt x="2599" y="4936"/>
                    </a:cubicBezTo>
                    <a:cubicBezTo>
                      <a:pt x="2607" y="4936"/>
                      <a:pt x="2616" y="4946"/>
                      <a:pt x="2616" y="4946"/>
                    </a:cubicBezTo>
                    <a:cubicBezTo>
                      <a:pt x="2622" y="4946"/>
                      <a:pt x="2624" y="4949"/>
                      <a:pt x="2628" y="4949"/>
                    </a:cubicBezTo>
                    <a:cubicBezTo>
                      <a:pt x="2629" y="4949"/>
                      <a:pt x="2631" y="4949"/>
                      <a:pt x="2634" y="4946"/>
                    </a:cubicBezTo>
                    <a:cubicBezTo>
                      <a:pt x="2642" y="4946"/>
                      <a:pt x="2634" y="4962"/>
                      <a:pt x="2626" y="4970"/>
                    </a:cubicBezTo>
                    <a:cubicBezTo>
                      <a:pt x="2626" y="4978"/>
                      <a:pt x="2607" y="4996"/>
                      <a:pt x="2591" y="5004"/>
                    </a:cubicBezTo>
                    <a:cubicBezTo>
                      <a:pt x="2586" y="5010"/>
                      <a:pt x="2580" y="5015"/>
                      <a:pt x="2571" y="5015"/>
                    </a:cubicBezTo>
                    <a:cubicBezTo>
                      <a:pt x="2567" y="5015"/>
                      <a:pt x="2563" y="5014"/>
                      <a:pt x="2557" y="5012"/>
                    </a:cubicBezTo>
                    <a:cubicBezTo>
                      <a:pt x="2549" y="5012"/>
                      <a:pt x="2549" y="5012"/>
                      <a:pt x="2541" y="5020"/>
                    </a:cubicBezTo>
                    <a:cubicBezTo>
                      <a:pt x="2541" y="5020"/>
                      <a:pt x="2525" y="5020"/>
                      <a:pt x="2515" y="5028"/>
                    </a:cubicBezTo>
                    <a:lnTo>
                      <a:pt x="2499" y="5046"/>
                    </a:lnTo>
                    <a:cubicBezTo>
                      <a:pt x="2491" y="5054"/>
                      <a:pt x="2491" y="5070"/>
                      <a:pt x="2483" y="5078"/>
                    </a:cubicBezTo>
                    <a:lnTo>
                      <a:pt x="2483" y="5112"/>
                    </a:lnTo>
                    <a:lnTo>
                      <a:pt x="2491" y="5120"/>
                    </a:lnTo>
                    <a:cubicBezTo>
                      <a:pt x="2497" y="5120"/>
                      <a:pt x="2502" y="5124"/>
                      <a:pt x="2505" y="5124"/>
                    </a:cubicBezTo>
                    <a:cubicBezTo>
                      <a:pt x="2506" y="5124"/>
                      <a:pt x="2507" y="5123"/>
                      <a:pt x="2507" y="5120"/>
                    </a:cubicBezTo>
                    <a:lnTo>
                      <a:pt x="2525" y="5120"/>
                    </a:lnTo>
                    <a:cubicBezTo>
                      <a:pt x="2525" y="5120"/>
                      <a:pt x="2591" y="5104"/>
                      <a:pt x="2591" y="5096"/>
                    </a:cubicBezTo>
                    <a:cubicBezTo>
                      <a:pt x="2599" y="5096"/>
                      <a:pt x="2626" y="5062"/>
                      <a:pt x="2634" y="5054"/>
                    </a:cubicBezTo>
                    <a:lnTo>
                      <a:pt x="2642" y="5046"/>
                    </a:lnTo>
                    <a:lnTo>
                      <a:pt x="2692" y="5004"/>
                    </a:lnTo>
                    <a:cubicBezTo>
                      <a:pt x="2692" y="5004"/>
                      <a:pt x="2726" y="4986"/>
                      <a:pt x="2734" y="4978"/>
                    </a:cubicBezTo>
                    <a:cubicBezTo>
                      <a:pt x="2742" y="4970"/>
                      <a:pt x="2750" y="4962"/>
                      <a:pt x="2758" y="4962"/>
                    </a:cubicBezTo>
                    <a:cubicBezTo>
                      <a:pt x="2758" y="4954"/>
                      <a:pt x="2766" y="4954"/>
                      <a:pt x="2792" y="4946"/>
                    </a:cubicBezTo>
                    <a:cubicBezTo>
                      <a:pt x="2808" y="4928"/>
                      <a:pt x="2842" y="4920"/>
                      <a:pt x="2842" y="4920"/>
                    </a:cubicBezTo>
                    <a:lnTo>
                      <a:pt x="2866" y="4928"/>
                    </a:lnTo>
                    <a:lnTo>
                      <a:pt x="2850" y="4946"/>
                    </a:lnTo>
                    <a:cubicBezTo>
                      <a:pt x="2842" y="4946"/>
                      <a:pt x="2834" y="4954"/>
                      <a:pt x="2826" y="4954"/>
                    </a:cubicBezTo>
                    <a:lnTo>
                      <a:pt x="2800" y="4954"/>
                    </a:lnTo>
                    <a:lnTo>
                      <a:pt x="2776" y="4970"/>
                    </a:lnTo>
                    <a:cubicBezTo>
                      <a:pt x="2776" y="4970"/>
                      <a:pt x="2726" y="4996"/>
                      <a:pt x="2708" y="5004"/>
                    </a:cubicBezTo>
                    <a:cubicBezTo>
                      <a:pt x="2692" y="5012"/>
                      <a:pt x="2666" y="5036"/>
                      <a:pt x="2666" y="5036"/>
                    </a:cubicBezTo>
                    <a:lnTo>
                      <a:pt x="2650" y="5054"/>
                    </a:lnTo>
                    <a:lnTo>
                      <a:pt x="2616" y="5086"/>
                    </a:lnTo>
                    <a:cubicBezTo>
                      <a:pt x="2616" y="5096"/>
                      <a:pt x="2599" y="5104"/>
                      <a:pt x="2591" y="5112"/>
                    </a:cubicBezTo>
                    <a:cubicBezTo>
                      <a:pt x="2591" y="5112"/>
                      <a:pt x="2565" y="5120"/>
                      <a:pt x="2557" y="5128"/>
                    </a:cubicBezTo>
                    <a:lnTo>
                      <a:pt x="2541" y="5146"/>
                    </a:lnTo>
                    <a:cubicBezTo>
                      <a:pt x="2533" y="5146"/>
                      <a:pt x="2541" y="5162"/>
                      <a:pt x="2541" y="5162"/>
                    </a:cubicBezTo>
                    <a:lnTo>
                      <a:pt x="2541" y="5178"/>
                    </a:lnTo>
                    <a:lnTo>
                      <a:pt x="2549" y="5186"/>
                    </a:lnTo>
                    <a:cubicBezTo>
                      <a:pt x="2557" y="5186"/>
                      <a:pt x="2565" y="5186"/>
                      <a:pt x="2565" y="5178"/>
                    </a:cubicBezTo>
                    <a:cubicBezTo>
                      <a:pt x="2575" y="5178"/>
                      <a:pt x="2616" y="5170"/>
                      <a:pt x="2616" y="5170"/>
                    </a:cubicBezTo>
                    <a:cubicBezTo>
                      <a:pt x="2626" y="5170"/>
                      <a:pt x="2634" y="5170"/>
                      <a:pt x="2642" y="5162"/>
                    </a:cubicBezTo>
                    <a:cubicBezTo>
                      <a:pt x="2642" y="5162"/>
                      <a:pt x="2676" y="5154"/>
                      <a:pt x="2684" y="5154"/>
                    </a:cubicBezTo>
                    <a:lnTo>
                      <a:pt x="2700" y="5154"/>
                    </a:lnTo>
                    <a:lnTo>
                      <a:pt x="2692" y="5162"/>
                    </a:lnTo>
                    <a:cubicBezTo>
                      <a:pt x="2684" y="5170"/>
                      <a:pt x="2676" y="5178"/>
                      <a:pt x="2666" y="5178"/>
                    </a:cubicBezTo>
                    <a:cubicBezTo>
                      <a:pt x="2658" y="5186"/>
                      <a:pt x="2650" y="5186"/>
                      <a:pt x="2642" y="5186"/>
                    </a:cubicBezTo>
                    <a:lnTo>
                      <a:pt x="2634" y="5186"/>
                    </a:lnTo>
                    <a:cubicBezTo>
                      <a:pt x="2630" y="5192"/>
                      <a:pt x="2628" y="5194"/>
                      <a:pt x="2627" y="5194"/>
                    </a:cubicBezTo>
                    <a:cubicBezTo>
                      <a:pt x="2626" y="5194"/>
                      <a:pt x="2626" y="5192"/>
                      <a:pt x="2626" y="5186"/>
                    </a:cubicBezTo>
                    <a:cubicBezTo>
                      <a:pt x="2616" y="5186"/>
                      <a:pt x="2591" y="5197"/>
                      <a:pt x="2583" y="5197"/>
                    </a:cubicBezTo>
                    <a:lnTo>
                      <a:pt x="2565" y="5213"/>
                    </a:lnTo>
                    <a:lnTo>
                      <a:pt x="2565" y="5229"/>
                    </a:lnTo>
                    <a:lnTo>
                      <a:pt x="2565" y="5247"/>
                    </a:lnTo>
                    <a:lnTo>
                      <a:pt x="2599" y="5255"/>
                    </a:lnTo>
                    <a:cubicBezTo>
                      <a:pt x="2599" y="5255"/>
                      <a:pt x="2607" y="5263"/>
                      <a:pt x="2616" y="5263"/>
                    </a:cubicBezTo>
                    <a:cubicBezTo>
                      <a:pt x="2616" y="5263"/>
                      <a:pt x="2626" y="5271"/>
                      <a:pt x="2634" y="5271"/>
                    </a:cubicBezTo>
                    <a:cubicBezTo>
                      <a:pt x="2642" y="5271"/>
                      <a:pt x="2650" y="5279"/>
                      <a:pt x="2650" y="5279"/>
                    </a:cubicBezTo>
                    <a:lnTo>
                      <a:pt x="2676" y="5279"/>
                    </a:lnTo>
                    <a:cubicBezTo>
                      <a:pt x="2684" y="5271"/>
                      <a:pt x="2692" y="5263"/>
                      <a:pt x="2692" y="5255"/>
                    </a:cubicBezTo>
                    <a:cubicBezTo>
                      <a:pt x="2692" y="5255"/>
                      <a:pt x="2700" y="5255"/>
                      <a:pt x="2700" y="5247"/>
                    </a:cubicBezTo>
                    <a:cubicBezTo>
                      <a:pt x="2708" y="5237"/>
                      <a:pt x="2742" y="5213"/>
                      <a:pt x="2742" y="5213"/>
                    </a:cubicBezTo>
                    <a:cubicBezTo>
                      <a:pt x="2742" y="5213"/>
                      <a:pt x="2758" y="5205"/>
                      <a:pt x="2766" y="5205"/>
                    </a:cubicBezTo>
                    <a:lnTo>
                      <a:pt x="2826" y="5205"/>
                    </a:lnTo>
                    <a:cubicBezTo>
                      <a:pt x="2834" y="5205"/>
                      <a:pt x="2834" y="5213"/>
                      <a:pt x="2834" y="5213"/>
                    </a:cubicBezTo>
                    <a:lnTo>
                      <a:pt x="2826" y="5221"/>
                    </a:lnTo>
                    <a:lnTo>
                      <a:pt x="2792" y="5221"/>
                    </a:lnTo>
                    <a:cubicBezTo>
                      <a:pt x="2792" y="5218"/>
                      <a:pt x="2790" y="5217"/>
                      <a:pt x="2787" y="5217"/>
                    </a:cubicBezTo>
                    <a:cubicBezTo>
                      <a:pt x="2782" y="5217"/>
                      <a:pt x="2773" y="5221"/>
                      <a:pt x="2766" y="5221"/>
                    </a:cubicBezTo>
                    <a:lnTo>
                      <a:pt x="2758" y="5221"/>
                    </a:lnTo>
                    <a:cubicBezTo>
                      <a:pt x="2750" y="5229"/>
                      <a:pt x="2742" y="5229"/>
                      <a:pt x="2742" y="5229"/>
                    </a:cubicBezTo>
                    <a:lnTo>
                      <a:pt x="2734" y="5237"/>
                    </a:lnTo>
                    <a:lnTo>
                      <a:pt x="2716" y="5255"/>
                    </a:lnTo>
                    <a:cubicBezTo>
                      <a:pt x="2716" y="5263"/>
                      <a:pt x="2716" y="5271"/>
                      <a:pt x="2692" y="5279"/>
                    </a:cubicBezTo>
                    <a:cubicBezTo>
                      <a:pt x="2676" y="5287"/>
                      <a:pt x="2692" y="5287"/>
                      <a:pt x="2692" y="5287"/>
                    </a:cubicBezTo>
                    <a:lnTo>
                      <a:pt x="2692" y="5313"/>
                    </a:lnTo>
                    <a:lnTo>
                      <a:pt x="2692" y="5405"/>
                    </a:lnTo>
                    <a:lnTo>
                      <a:pt x="2700" y="5421"/>
                    </a:lnTo>
                    <a:lnTo>
                      <a:pt x="2716" y="5421"/>
                    </a:lnTo>
                    <a:cubicBezTo>
                      <a:pt x="2716" y="5413"/>
                      <a:pt x="2726" y="5405"/>
                      <a:pt x="2734" y="5397"/>
                    </a:cubicBezTo>
                    <a:cubicBezTo>
                      <a:pt x="2734" y="5392"/>
                      <a:pt x="2736" y="5390"/>
                      <a:pt x="2743" y="5390"/>
                    </a:cubicBezTo>
                    <a:cubicBezTo>
                      <a:pt x="2750" y="5390"/>
                      <a:pt x="2763" y="5392"/>
                      <a:pt x="2784" y="5397"/>
                    </a:cubicBezTo>
                    <a:cubicBezTo>
                      <a:pt x="2816" y="5397"/>
                      <a:pt x="2784" y="5397"/>
                      <a:pt x="2792" y="5405"/>
                    </a:cubicBezTo>
                    <a:cubicBezTo>
                      <a:pt x="2792" y="5413"/>
                      <a:pt x="2792" y="5413"/>
                      <a:pt x="2784" y="5421"/>
                    </a:cubicBezTo>
                    <a:lnTo>
                      <a:pt x="2766" y="5429"/>
                    </a:lnTo>
                    <a:lnTo>
                      <a:pt x="2742" y="5437"/>
                    </a:lnTo>
                    <a:lnTo>
                      <a:pt x="2726" y="5447"/>
                    </a:lnTo>
                    <a:lnTo>
                      <a:pt x="2716" y="5455"/>
                    </a:lnTo>
                    <a:lnTo>
                      <a:pt x="2708" y="5471"/>
                    </a:lnTo>
                    <a:lnTo>
                      <a:pt x="2708" y="5487"/>
                    </a:lnTo>
                    <a:cubicBezTo>
                      <a:pt x="2700" y="5497"/>
                      <a:pt x="2708" y="5505"/>
                      <a:pt x="2708" y="5505"/>
                    </a:cubicBezTo>
                    <a:lnTo>
                      <a:pt x="2708" y="5521"/>
                    </a:lnTo>
                    <a:cubicBezTo>
                      <a:pt x="2716" y="5529"/>
                      <a:pt x="2734" y="5547"/>
                      <a:pt x="2734" y="5547"/>
                    </a:cubicBezTo>
                    <a:cubicBezTo>
                      <a:pt x="2742" y="5547"/>
                      <a:pt x="2742" y="5547"/>
                      <a:pt x="2750" y="5537"/>
                    </a:cubicBezTo>
                    <a:lnTo>
                      <a:pt x="2758" y="5521"/>
                    </a:lnTo>
                    <a:cubicBezTo>
                      <a:pt x="2758" y="5513"/>
                      <a:pt x="2766" y="5505"/>
                      <a:pt x="2766" y="5505"/>
                    </a:cubicBezTo>
                    <a:cubicBezTo>
                      <a:pt x="2766" y="5497"/>
                      <a:pt x="2776" y="5487"/>
                      <a:pt x="2776" y="5487"/>
                    </a:cubicBezTo>
                    <a:cubicBezTo>
                      <a:pt x="2776" y="5479"/>
                      <a:pt x="2784" y="5479"/>
                      <a:pt x="2784" y="5471"/>
                    </a:cubicBezTo>
                    <a:cubicBezTo>
                      <a:pt x="2792" y="5471"/>
                      <a:pt x="2800" y="5471"/>
                      <a:pt x="2800" y="5463"/>
                    </a:cubicBezTo>
                    <a:lnTo>
                      <a:pt x="2800" y="5437"/>
                    </a:lnTo>
                    <a:lnTo>
                      <a:pt x="2816" y="5429"/>
                    </a:lnTo>
                    <a:lnTo>
                      <a:pt x="2834" y="5413"/>
                    </a:lnTo>
                    <a:lnTo>
                      <a:pt x="2842" y="5421"/>
                    </a:lnTo>
                    <a:lnTo>
                      <a:pt x="2858" y="5421"/>
                    </a:lnTo>
                    <a:lnTo>
                      <a:pt x="2866" y="5405"/>
                    </a:lnTo>
                    <a:cubicBezTo>
                      <a:pt x="2866" y="5405"/>
                      <a:pt x="2858" y="5371"/>
                      <a:pt x="2858" y="5363"/>
                    </a:cubicBezTo>
                    <a:lnTo>
                      <a:pt x="2858" y="5329"/>
                    </a:lnTo>
                    <a:cubicBezTo>
                      <a:pt x="2866" y="5329"/>
                      <a:pt x="2866" y="5347"/>
                      <a:pt x="2876" y="5355"/>
                    </a:cubicBezTo>
                    <a:cubicBezTo>
                      <a:pt x="2884" y="5363"/>
                      <a:pt x="2900" y="5387"/>
                      <a:pt x="2900" y="5387"/>
                    </a:cubicBezTo>
                    <a:lnTo>
                      <a:pt x="2926" y="5397"/>
                    </a:lnTo>
                    <a:lnTo>
                      <a:pt x="2958" y="5397"/>
                    </a:lnTo>
                    <a:cubicBezTo>
                      <a:pt x="2966" y="5397"/>
                      <a:pt x="2976" y="5405"/>
                      <a:pt x="2976" y="5405"/>
                    </a:cubicBezTo>
                    <a:lnTo>
                      <a:pt x="2993" y="5421"/>
                    </a:lnTo>
                    <a:cubicBezTo>
                      <a:pt x="3001" y="5429"/>
                      <a:pt x="2985" y="5447"/>
                      <a:pt x="2993" y="5455"/>
                    </a:cubicBezTo>
                    <a:cubicBezTo>
                      <a:pt x="2993" y="5455"/>
                      <a:pt x="3001" y="5471"/>
                      <a:pt x="3009" y="5471"/>
                    </a:cubicBezTo>
                    <a:lnTo>
                      <a:pt x="3035" y="5487"/>
                    </a:lnTo>
                    <a:cubicBezTo>
                      <a:pt x="3035" y="5487"/>
                      <a:pt x="3043" y="5505"/>
                      <a:pt x="3035" y="5505"/>
                    </a:cubicBezTo>
                    <a:cubicBezTo>
                      <a:pt x="3035" y="5513"/>
                      <a:pt x="3027" y="5513"/>
                      <a:pt x="3009" y="5513"/>
                    </a:cubicBezTo>
                    <a:cubicBezTo>
                      <a:pt x="3001" y="5505"/>
                      <a:pt x="3001" y="5505"/>
                      <a:pt x="2993" y="5505"/>
                    </a:cubicBezTo>
                    <a:cubicBezTo>
                      <a:pt x="2985" y="5505"/>
                      <a:pt x="2966" y="5505"/>
                      <a:pt x="2958" y="5497"/>
                    </a:cubicBezTo>
                    <a:cubicBezTo>
                      <a:pt x="2950" y="5497"/>
                      <a:pt x="2950" y="5505"/>
                      <a:pt x="2950" y="5505"/>
                    </a:cubicBezTo>
                    <a:cubicBezTo>
                      <a:pt x="2950" y="5505"/>
                      <a:pt x="2942" y="5513"/>
                      <a:pt x="2942" y="5521"/>
                    </a:cubicBezTo>
                    <a:lnTo>
                      <a:pt x="2942" y="5555"/>
                    </a:lnTo>
                    <a:lnTo>
                      <a:pt x="2908" y="5555"/>
                    </a:lnTo>
                    <a:lnTo>
                      <a:pt x="2876" y="5564"/>
                    </a:lnTo>
                    <a:lnTo>
                      <a:pt x="2876" y="5598"/>
                    </a:lnTo>
                    <a:lnTo>
                      <a:pt x="2866" y="5598"/>
                    </a:lnTo>
                    <a:cubicBezTo>
                      <a:pt x="2866" y="5598"/>
                      <a:pt x="2866" y="5606"/>
                      <a:pt x="2858" y="5606"/>
                    </a:cubicBezTo>
                    <a:lnTo>
                      <a:pt x="2834" y="5606"/>
                    </a:lnTo>
                    <a:lnTo>
                      <a:pt x="2834" y="5614"/>
                    </a:lnTo>
                    <a:lnTo>
                      <a:pt x="2826" y="5622"/>
                    </a:lnTo>
                    <a:lnTo>
                      <a:pt x="2816" y="5664"/>
                    </a:lnTo>
                    <a:cubicBezTo>
                      <a:pt x="2826" y="5672"/>
                      <a:pt x="2826" y="5672"/>
                      <a:pt x="2834" y="5672"/>
                    </a:cubicBezTo>
                    <a:cubicBezTo>
                      <a:pt x="2834" y="5674"/>
                      <a:pt x="2835" y="5675"/>
                      <a:pt x="2836" y="5675"/>
                    </a:cubicBezTo>
                    <a:cubicBezTo>
                      <a:pt x="2839" y="5675"/>
                      <a:pt x="2847" y="5669"/>
                      <a:pt x="2858" y="5664"/>
                    </a:cubicBezTo>
                    <a:cubicBezTo>
                      <a:pt x="2858" y="5661"/>
                      <a:pt x="2859" y="5660"/>
                      <a:pt x="2860" y="5660"/>
                    </a:cubicBezTo>
                    <a:cubicBezTo>
                      <a:pt x="2863" y="5660"/>
                      <a:pt x="2866" y="5664"/>
                      <a:pt x="2866" y="5664"/>
                    </a:cubicBezTo>
                    <a:lnTo>
                      <a:pt x="2884" y="5664"/>
                    </a:lnTo>
                    <a:cubicBezTo>
                      <a:pt x="2892" y="5664"/>
                      <a:pt x="2892" y="5672"/>
                      <a:pt x="2892" y="5672"/>
                    </a:cubicBezTo>
                    <a:lnTo>
                      <a:pt x="2892" y="5688"/>
                    </a:lnTo>
                    <a:lnTo>
                      <a:pt x="2884" y="5706"/>
                    </a:lnTo>
                    <a:lnTo>
                      <a:pt x="2900" y="5722"/>
                    </a:lnTo>
                    <a:lnTo>
                      <a:pt x="2884" y="5748"/>
                    </a:lnTo>
                    <a:lnTo>
                      <a:pt x="2908" y="5748"/>
                    </a:lnTo>
                    <a:cubicBezTo>
                      <a:pt x="2908" y="5748"/>
                      <a:pt x="2934" y="5756"/>
                      <a:pt x="2942" y="5756"/>
                    </a:cubicBezTo>
                    <a:cubicBezTo>
                      <a:pt x="2942" y="5753"/>
                      <a:pt x="2943" y="5752"/>
                      <a:pt x="2944" y="5752"/>
                    </a:cubicBezTo>
                    <a:cubicBezTo>
                      <a:pt x="2947" y="5752"/>
                      <a:pt x="2950" y="5756"/>
                      <a:pt x="2950" y="5756"/>
                    </a:cubicBezTo>
                    <a:lnTo>
                      <a:pt x="2926" y="5772"/>
                    </a:lnTo>
                    <a:cubicBezTo>
                      <a:pt x="2926" y="5772"/>
                      <a:pt x="2958" y="5780"/>
                      <a:pt x="2966" y="5788"/>
                    </a:cubicBezTo>
                    <a:cubicBezTo>
                      <a:pt x="2974" y="5796"/>
                      <a:pt x="2982" y="5799"/>
                      <a:pt x="2988" y="5799"/>
                    </a:cubicBezTo>
                    <a:cubicBezTo>
                      <a:pt x="2995" y="5799"/>
                      <a:pt x="3001" y="5794"/>
                      <a:pt x="3001" y="5788"/>
                    </a:cubicBezTo>
                    <a:lnTo>
                      <a:pt x="3027" y="5788"/>
                    </a:lnTo>
                    <a:lnTo>
                      <a:pt x="3027" y="5806"/>
                    </a:lnTo>
                    <a:cubicBezTo>
                      <a:pt x="3027" y="5806"/>
                      <a:pt x="3017" y="5814"/>
                      <a:pt x="3017" y="5822"/>
                    </a:cubicBezTo>
                    <a:lnTo>
                      <a:pt x="3017" y="5830"/>
                    </a:lnTo>
                    <a:lnTo>
                      <a:pt x="3035" y="5848"/>
                    </a:lnTo>
                    <a:lnTo>
                      <a:pt x="3027" y="5864"/>
                    </a:lnTo>
                    <a:lnTo>
                      <a:pt x="3017" y="5872"/>
                    </a:lnTo>
                    <a:lnTo>
                      <a:pt x="3001" y="5888"/>
                    </a:lnTo>
                    <a:lnTo>
                      <a:pt x="3001" y="5906"/>
                    </a:lnTo>
                    <a:cubicBezTo>
                      <a:pt x="3001" y="5914"/>
                      <a:pt x="3009" y="5922"/>
                      <a:pt x="3009" y="5922"/>
                    </a:cubicBezTo>
                    <a:lnTo>
                      <a:pt x="3017" y="5930"/>
                    </a:lnTo>
                    <a:cubicBezTo>
                      <a:pt x="3022" y="5934"/>
                      <a:pt x="3024" y="5937"/>
                      <a:pt x="3026" y="5937"/>
                    </a:cubicBezTo>
                    <a:cubicBezTo>
                      <a:pt x="3029" y="5937"/>
                      <a:pt x="3031" y="5934"/>
                      <a:pt x="3035" y="5930"/>
                    </a:cubicBezTo>
                    <a:cubicBezTo>
                      <a:pt x="3043" y="5930"/>
                      <a:pt x="3043" y="5939"/>
                      <a:pt x="3051" y="5939"/>
                    </a:cubicBezTo>
                    <a:cubicBezTo>
                      <a:pt x="3059" y="5939"/>
                      <a:pt x="3059" y="5949"/>
                      <a:pt x="3067" y="5949"/>
                    </a:cubicBezTo>
                    <a:lnTo>
                      <a:pt x="3077" y="5949"/>
                    </a:lnTo>
                    <a:cubicBezTo>
                      <a:pt x="3077" y="5945"/>
                      <a:pt x="3078" y="5944"/>
                      <a:pt x="3079" y="5944"/>
                    </a:cubicBezTo>
                    <a:cubicBezTo>
                      <a:pt x="3081" y="5944"/>
                      <a:pt x="3085" y="5949"/>
                      <a:pt x="3085" y="5949"/>
                    </a:cubicBezTo>
                    <a:lnTo>
                      <a:pt x="3085" y="5957"/>
                    </a:lnTo>
                    <a:lnTo>
                      <a:pt x="3085" y="5973"/>
                    </a:lnTo>
                    <a:lnTo>
                      <a:pt x="3085" y="5981"/>
                    </a:lnTo>
                    <a:lnTo>
                      <a:pt x="3101" y="5999"/>
                    </a:lnTo>
                    <a:lnTo>
                      <a:pt x="3117" y="6007"/>
                    </a:lnTo>
                    <a:lnTo>
                      <a:pt x="3127" y="6007"/>
                    </a:lnTo>
                    <a:cubicBezTo>
                      <a:pt x="3127" y="6007"/>
                      <a:pt x="3135" y="5989"/>
                      <a:pt x="3167" y="5981"/>
                    </a:cubicBezTo>
                    <a:cubicBezTo>
                      <a:pt x="3172" y="5979"/>
                      <a:pt x="3175" y="5978"/>
                      <a:pt x="3177" y="5978"/>
                    </a:cubicBezTo>
                    <a:cubicBezTo>
                      <a:pt x="3184" y="5978"/>
                      <a:pt x="3167" y="5989"/>
                      <a:pt x="3167" y="5989"/>
                    </a:cubicBezTo>
                    <a:cubicBezTo>
                      <a:pt x="3167" y="5996"/>
                      <a:pt x="3167" y="6002"/>
                      <a:pt x="3171" y="6002"/>
                    </a:cubicBezTo>
                    <a:cubicBezTo>
                      <a:pt x="3172" y="6002"/>
                      <a:pt x="3174" y="6001"/>
                      <a:pt x="3177" y="5999"/>
                    </a:cubicBezTo>
                    <a:cubicBezTo>
                      <a:pt x="3177" y="5999"/>
                      <a:pt x="3185" y="5999"/>
                      <a:pt x="3185" y="6007"/>
                    </a:cubicBezTo>
                    <a:lnTo>
                      <a:pt x="3193" y="6007"/>
                    </a:lnTo>
                    <a:cubicBezTo>
                      <a:pt x="3201" y="6007"/>
                      <a:pt x="3193" y="6023"/>
                      <a:pt x="3193" y="6023"/>
                    </a:cubicBezTo>
                    <a:lnTo>
                      <a:pt x="3185" y="6031"/>
                    </a:lnTo>
                    <a:lnTo>
                      <a:pt x="3177" y="6031"/>
                    </a:lnTo>
                    <a:cubicBezTo>
                      <a:pt x="3167" y="6039"/>
                      <a:pt x="3177" y="6039"/>
                      <a:pt x="3177" y="6049"/>
                    </a:cubicBezTo>
                    <a:cubicBezTo>
                      <a:pt x="3177" y="6049"/>
                      <a:pt x="3181" y="6052"/>
                      <a:pt x="3185" y="6052"/>
                    </a:cubicBezTo>
                    <a:cubicBezTo>
                      <a:pt x="3188" y="6052"/>
                      <a:pt x="3190" y="6051"/>
                      <a:pt x="3193" y="6049"/>
                    </a:cubicBezTo>
                    <a:lnTo>
                      <a:pt x="3193" y="6065"/>
                    </a:lnTo>
                    <a:lnTo>
                      <a:pt x="3193" y="6073"/>
                    </a:lnTo>
                    <a:lnTo>
                      <a:pt x="3193" y="6089"/>
                    </a:lnTo>
                    <a:lnTo>
                      <a:pt x="3217" y="6089"/>
                    </a:lnTo>
                    <a:cubicBezTo>
                      <a:pt x="3217" y="6089"/>
                      <a:pt x="3227" y="6099"/>
                      <a:pt x="3235" y="6099"/>
                    </a:cubicBezTo>
                    <a:cubicBezTo>
                      <a:pt x="3243" y="6099"/>
                      <a:pt x="3251" y="6115"/>
                      <a:pt x="3251" y="6115"/>
                    </a:cubicBezTo>
                    <a:cubicBezTo>
                      <a:pt x="3259" y="6115"/>
                      <a:pt x="3251" y="6123"/>
                      <a:pt x="3251" y="6123"/>
                    </a:cubicBezTo>
                    <a:cubicBezTo>
                      <a:pt x="3251" y="6131"/>
                      <a:pt x="3251" y="6139"/>
                      <a:pt x="3243" y="6139"/>
                    </a:cubicBezTo>
                    <a:lnTo>
                      <a:pt x="3243" y="6149"/>
                    </a:lnTo>
                    <a:cubicBezTo>
                      <a:pt x="3243" y="6157"/>
                      <a:pt x="3251" y="6157"/>
                      <a:pt x="3259" y="6165"/>
                    </a:cubicBezTo>
                    <a:lnTo>
                      <a:pt x="3277" y="6165"/>
                    </a:lnTo>
                    <a:lnTo>
                      <a:pt x="3285" y="6157"/>
                    </a:lnTo>
                    <a:lnTo>
                      <a:pt x="3301" y="6139"/>
                    </a:lnTo>
                    <a:lnTo>
                      <a:pt x="3309" y="6131"/>
                    </a:lnTo>
                    <a:cubicBezTo>
                      <a:pt x="3317" y="6131"/>
                      <a:pt x="3317" y="6139"/>
                      <a:pt x="3317" y="6139"/>
                    </a:cubicBezTo>
                    <a:lnTo>
                      <a:pt x="3327" y="6165"/>
                    </a:lnTo>
                    <a:lnTo>
                      <a:pt x="3335" y="6165"/>
                    </a:lnTo>
                    <a:cubicBezTo>
                      <a:pt x="3343" y="6165"/>
                      <a:pt x="3343" y="6173"/>
                      <a:pt x="3343" y="6173"/>
                    </a:cubicBezTo>
                    <a:lnTo>
                      <a:pt x="3335" y="6181"/>
                    </a:lnTo>
                    <a:lnTo>
                      <a:pt x="3317" y="6189"/>
                    </a:lnTo>
                    <a:lnTo>
                      <a:pt x="3335" y="6257"/>
                    </a:lnTo>
                    <a:cubicBezTo>
                      <a:pt x="3335" y="6257"/>
                      <a:pt x="3335" y="6265"/>
                      <a:pt x="3360" y="6265"/>
                    </a:cubicBezTo>
                    <a:cubicBezTo>
                      <a:pt x="3370" y="6269"/>
                      <a:pt x="3374" y="6271"/>
                      <a:pt x="3375" y="6271"/>
                    </a:cubicBezTo>
                    <a:cubicBezTo>
                      <a:pt x="3377" y="6271"/>
                      <a:pt x="3375" y="6267"/>
                      <a:pt x="3386" y="6257"/>
                    </a:cubicBezTo>
                    <a:cubicBezTo>
                      <a:pt x="3394" y="6253"/>
                      <a:pt x="3398" y="6253"/>
                      <a:pt x="3400" y="6253"/>
                    </a:cubicBezTo>
                    <a:cubicBezTo>
                      <a:pt x="3402" y="6253"/>
                      <a:pt x="3402" y="6253"/>
                      <a:pt x="3402" y="6249"/>
                    </a:cubicBezTo>
                    <a:cubicBezTo>
                      <a:pt x="3410" y="6239"/>
                      <a:pt x="3418" y="6223"/>
                      <a:pt x="3418" y="6215"/>
                    </a:cubicBezTo>
                    <a:cubicBezTo>
                      <a:pt x="3428" y="6215"/>
                      <a:pt x="3444" y="6207"/>
                      <a:pt x="3452" y="6207"/>
                    </a:cubicBezTo>
                    <a:cubicBezTo>
                      <a:pt x="3460" y="6207"/>
                      <a:pt x="3452" y="6223"/>
                      <a:pt x="3460" y="6231"/>
                    </a:cubicBezTo>
                    <a:cubicBezTo>
                      <a:pt x="3460" y="6234"/>
                      <a:pt x="3464" y="6235"/>
                      <a:pt x="3469" y="6235"/>
                    </a:cubicBezTo>
                    <a:cubicBezTo>
                      <a:pt x="3480" y="6235"/>
                      <a:pt x="3497" y="6231"/>
                      <a:pt x="3502" y="6231"/>
                    </a:cubicBezTo>
                    <a:cubicBezTo>
                      <a:pt x="3510" y="6231"/>
                      <a:pt x="3536" y="6207"/>
                      <a:pt x="3536" y="6207"/>
                    </a:cubicBezTo>
                    <a:cubicBezTo>
                      <a:pt x="3544" y="6199"/>
                      <a:pt x="3552" y="6199"/>
                      <a:pt x="3560" y="6189"/>
                    </a:cubicBezTo>
                    <a:cubicBezTo>
                      <a:pt x="3568" y="6189"/>
                      <a:pt x="3602" y="6189"/>
                      <a:pt x="3602" y="6173"/>
                    </a:cubicBezTo>
                    <a:cubicBezTo>
                      <a:pt x="3602" y="6157"/>
                      <a:pt x="3594" y="6165"/>
                      <a:pt x="3610" y="6139"/>
                    </a:cubicBezTo>
                    <a:cubicBezTo>
                      <a:pt x="3613" y="6131"/>
                      <a:pt x="3616" y="6128"/>
                      <a:pt x="3618" y="6128"/>
                    </a:cubicBezTo>
                    <a:cubicBezTo>
                      <a:pt x="3624" y="6128"/>
                      <a:pt x="3628" y="6139"/>
                      <a:pt x="3628" y="6139"/>
                    </a:cubicBezTo>
                    <a:lnTo>
                      <a:pt x="3628" y="6157"/>
                    </a:lnTo>
                    <a:cubicBezTo>
                      <a:pt x="3628" y="6157"/>
                      <a:pt x="3636" y="6165"/>
                      <a:pt x="3644" y="6165"/>
                    </a:cubicBezTo>
                    <a:cubicBezTo>
                      <a:pt x="3644" y="6173"/>
                      <a:pt x="3652" y="6173"/>
                      <a:pt x="3652" y="6173"/>
                    </a:cubicBezTo>
                    <a:cubicBezTo>
                      <a:pt x="3660" y="6173"/>
                      <a:pt x="3694" y="6131"/>
                      <a:pt x="3694" y="6131"/>
                    </a:cubicBezTo>
                    <a:lnTo>
                      <a:pt x="3702" y="6173"/>
                    </a:lnTo>
                    <a:cubicBezTo>
                      <a:pt x="3702" y="6173"/>
                      <a:pt x="3694" y="6207"/>
                      <a:pt x="3686" y="6207"/>
                    </a:cubicBezTo>
                    <a:cubicBezTo>
                      <a:pt x="3686" y="6207"/>
                      <a:pt x="3668" y="6215"/>
                      <a:pt x="3668" y="6223"/>
                    </a:cubicBezTo>
                    <a:cubicBezTo>
                      <a:pt x="3660" y="6231"/>
                      <a:pt x="3660" y="6239"/>
                      <a:pt x="3660" y="6257"/>
                    </a:cubicBezTo>
                    <a:cubicBezTo>
                      <a:pt x="3660" y="6265"/>
                      <a:pt x="3694" y="6265"/>
                      <a:pt x="3702" y="6265"/>
                    </a:cubicBezTo>
                    <a:cubicBezTo>
                      <a:pt x="3718" y="6265"/>
                      <a:pt x="3745" y="6257"/>
                      <a:pt x="3753" y="6249"/>
                    </a:cubicBezTo>
                    <a:lnTo>
                      <a:pt x="3753" y="6249"/>
                    </a:lnTo>
                    <a:cubicBezTo>
                      <a:pt x="3745" y="6257"/>
                      <a:pt x="3745" y="6273"/>
                      <a:pt x="3753" y="6289"/>
                    </a:cubicBezTo>
                    <a:cubicBezTo>
                      <a:pt x="3755" y="6293"/>
                      <a:pt x="3758" y="6294"/>
                      <a:pt x="3761" y="6294"/>
                    </a:cubicBezTo>
                    <a:cubicBezTo>
                      <a:pt x="3767" y="6294"/>
                      <a:pt x="3775" y="6289"/>
                      <a:pt x="3787" y="6289"/>
                    </a:cubicBezTo>
                    <a:cubicBezTo>
                      <a:pt x="3788" y="6288"/>
                      <a:pt x="3789" y="6288"/>
                      <a:pt x="3789" y="6288"/>
                    </a:cubicBezTo>
                    <a:cubicBezTo>
                      <a:pt x="3793" y="6288"/>
                      <a:pt x="3787" y="6307"/>
                      <a:pt x="3787" y="6307"/>
                    </a:cubicBezTo>
                    <a:cubicBezTo>
                      <a:pt x="3779" y="6307"/>
                      <a:pt x="3779" y="6332"/>
                      <a:pt x="3779" y="6340"/>
                    </a:cubicBezTo>
                    <a:cubicBezTo>
                      <a:pt x="3779" y="6348"/>
                      <a:pt x="3789" y="6360"/>
                      <a:pt x="3797" y="6360"/>
                    </a:cubicBezTo>
                    <a:cubicBezTo>
                      <a:pt x="3799" y="6360"/>
                      <a:pt x="3801" y="6359"/>
                      <a:pt x="3803" y="6358"/>
                    </a:cubicBezTo>
                    <a:cubicBezTo>
                      <a:pt x="3819" y="6350"/>
                      <a:pt x="3837" y="6332"/>
                      <a:pt x="3853" y="6324"/>
                    </a:cubicBezTo>
                    <a:cubicBezTo>
                      <a:pt x="3855" y="6322"/>
                      <a:pt x="3857" y="6322"/>
                      <a:pt x="3858" y="6322"/>
                    </a:cubicBezTo>
                    <a:cubicBezTo>
                      <a:pt x="3867" y="6322"/>
                      <a:pt x="3862" y="6340"/>
                      <a:pt x="3869" y="6340"/>
                    </a:cubicBezTo>
                    <a:lnTo>
                      <a:pt x="3903" y="6340"/>
                    </a:lnTo>
                    <a:cubicBezTo>
                      <a:pt x="3911" y="6340"/>
                      <a:pt x="3911" y="6374"/>
                      <a:pt x="3911" y="6374"/>
                    </a:cubicBezTo>
                    <a:cubicBezTo>
                      <a:pt x="3911" y="6374"/>
                      <a:pt x="3945" y="6366"/>
                      <a:pt x="3937" y="6350"/>
                    </a:cubicBezTo>
                    <a:cubicBezTo>
                      <a:pt x="3929" y="6332"/>
                      <a:pt x="3937" y="6340"/>
                      <a:pt x="3945" y="6332"/>
                    </a:cubicBezTo>
                    <a:cubicBezTo>
                      <a:pt x="3948" y="6329"/>
                      <a:pt x="3950" y="6328"/>
                      <a:pt x="3953" y="6328"/>
                    </a:cubicBezTo>
                    <a:cubicBezTo>
                      <a:pt x="3958" y="6328"/>
                      <a:pt x="3964" y="6332"/>
                      <a:pt x="3969" y="6332"/>
                    </a:cubicBezTo>
                    <a:lnTo>
                      <a:pt x="3979" y="6332"/>
                    </a:lnTo>
                    <a:cubicBezTo>
                      <a:pt x="3987" y="6324"/>
                      <a:pt x="3995" y="6316"/>
                      <a:pt x="3995" y="6299"/>
                    </a:cubicBezTo>
                    <a:cubicBezTo>
                      <a:pt x="4003" y="6281"/>
                      <a:pt x="3987" y="6289"/>
                      <a:pt x="3979" y="6281"/>
                    </a:cubicBezTo>
                    <a:cubicBezTo>
                      <a:pt x="3961" y="6273"/>
                      <a:pt x="3953" y="6281"/>
                      <a:pt x="3937" y="6265"/>
                    </a:cubicBezTo>
                    <a:cubicBezTo>
                      <a:pt x="3932" y="6256"/>
                      <a:pt x="3930" y="6252"/>
                      <a:pt x="3931" y="6252"/>
                    </a:cubicBezTo>
                    <a:lnTo>
                      <a:pt x="3931" y="6252"/>
                    </a:lnTo>
                    <a:cubicBezTo>
                      <a:pt x="3932" y="6252"/>
                      <a:pt x="3934" y="6254"/>
                      <a:pt x="3937" y="6257"/>
                    </a:cubicBezTo>
                    <a:cubicBezTo>
                      <a:pt x="3945" y="6257"/>
                      <a:pt x="3953" y="6257"/>
                      <a:pt x="3961" y="6249"/>
                    </a:cubicBezTo>
                    <a:lnTo>
                      <a:pt x="3987" y="6249"/>
                    </a:lnTo>
                    <a:cubicBezTo>
                      <a:pt x="3995" y="6249"/>
                      <a:pt x="4003" y="6249"/>
                      <a:pt x="4011" y="6239"/>
                    </a:cubicBezTo>
                    <a:lnTo>
                      <a:pt x="4019" y="6231"/>
                    </a:lnTo>
                    <a:cubicBezTo>
                      <a:pt x="4019" y="6231"/>
                      <a:pt x="4011" y="6231"/>
                      <a:pt x="4011" y="6223"/>
                    </a:cubicBezTo>
                    <a:cubicBezTo>
                      <a:pt x="4011" y="6207"/>
                      <a:pt x="4019" y="6215"/>
                      <a:pt x="4037" y="6189"/>
                    </a:cubicBezTo>
                    <a:cubicBezTo>
                      <a:pt x="4045" y="6181"/>
                      <a:pt x="4053" y="6181"/>
                      <a:pt x="4053" y="6181"/>
                    </a:cubicBezTo>
                    <a:cubicBezTo>
                      <a:pt x="4057" y="6184"/>
                      <a:pt x="4059" y="6186"/>
                      <a:pt x="4060" y="6186"/>
                    </a:cubicBezTo>
                    <a:cubicBezTo>
                      <a:pt x="4061" y="6186"/>
                      <a:pt x="4061" y="6183"/>
                      <a:pt x="4061" y="6173"/>
                    </a:cubicBezTo>
                    <a:cubicBezTo>
                      <a:pt x="4061" y="6157"/>
                      <a:pt x="4053" y="6165"/>
                      <a:pt x="4045" y="6131"/>
                    </a:cubicBezTo>
                    <a:lnTo>
                      <a:pt x="4045" y="6089"/>
                    </a:lnTo>
                    <a:cubicBezTo>
                      <a:pt x="4049" y="6085"/>
                      <a:pt x="4053" y="6085"/>
                      <a:pt x="4057" y="6085"/>
                    </a:cubicBezTo>
                    <a:cubicBezTo>
                      <a:pt x="4061" y="6085"/>
                      <a:pt x="4065" y="6085"/>
                      <a:pt x="4069" y="6081"/>
                    </a:cubicBezTo>
                    <a:cubicBezTo>
                      <a:pt x="4079" y="6065"/>
                      <a:pt x="4087" y="6065"/>
                      <a:pt x="4087" y="6049"/>
                    </a:cubicBezTo>
                    <a:cubicBezTo>
                      <a:pt x="4079" y="6031"/>
                      <a:pt x="4061" y="6039"/>
                      <a:pt x="4053" y="6023"/>
                    </a:cubicBezTo>
                    <a:cubicBezTo>
                      <a:pt x="4045" y="6015"/>
                      <a:pt x="4061" y="6015"/>
                      <a:pt x="4069" y="6007"/>
                    </a:cubicBezTo>
                    <a:cubicBezTo>
                      <a:pt x="4069" y="5999"/>
                      <a:pt x="4087" y="5999"/>
                      <a:pt x="4087" y="5999"/>
                    </a:cubicBezTo>
                    <a:cubicBezTo>
                      <a:pt x="4095" y="5989"/>
                      <a:pt x="4104" y="5957"/>
                      <a:pt x="4104" y="5957"/>
                    </a:cubicBezTo>
                    <a:lnTo>
                      <a:pt x="4104" y="5906"/>
                    </a:lnTo>
                    <a:cubicBezTo>
                      <a:pt x="4095" y="5898"/>
                      <a:pt x="4095" y="5906"/>
                      <a:pt x="4104" y="5888"/>
                    </a:cubicBezTo>
                    <a:cubicBezTo>
                      <a:pt x="4112" y="5880"/>
                      <a:pt x="4104" y="5864"/>
                      <a:pt x="4104" y="5856"/>
                    </a:cubicBezTo>
                    <a:cubicBezTo>
                      <a:pt x="4104" y="5848"/>
                      <a:pt x="4079" y="5838"/>
                      <a:pt x="4079" y="5830"/>
                    </a:cubicBezTo>
                    <a:cubicBezTo>
                      <a:pt x="4069" y="5822"/>
                      <a:pt x="4069" y="5822"/>
                      <a:pt x="4053" y="5814"/>
                    </a:cubicBezTo>
                    <a:cubicBezTo>
                      <a:pt x="4029" y="5806"/>
                      <a:pt x="4011" y="5806"/>
                      <a:pt x="4011" y="5798"/>
                    </a:cubicBezTo>
                    <a:cubicBezTo>
                      <a:pt x="4003" y="5780"/>
                      <a:pt x="4011" y="5788"/>
                      <a:pt x="4019" y="5772"/>
                    </a:cubicBezTo>
                    <a:cubicBezTo>
                      <a:pt x="4030" y="5758"/>
                      <a:pt x="4037" y="5755"/>
                      <a:pt x="4045" y="5755"/>
                    </a:cubicBezTo>
                    <a:cubicBezTo>
                      <a:pt x="4050" y="5755"/>
                      <a:pt x="4055" y="5756"/>
                      <a:pt x="4061" y="5756"/>
                    </a:cubicBezTo>
                    <a:cubicBezTo>
                      <a:pt x="4069" y="5756"/>
                      <a:pt x="4079" y="5764"/>
                      <a:pt x="4079" y="5764"/>
                    </a:cubicBezTo>
                    <a:lnTo>
                      <a:pt x="4120" y="5764"/>
                    </a:lnTo>
                    <a:cubicBezTo>
                      <a:pt x="4130" y="5756"/>
                      <a:pt x="4154" y="5756"/>
                      <a:pt x="4162" y="5722"/>
                    </a:cubicBezTo>
                    <a:cubicBezTo>
                      <a:pt x="4180" y="5680"/>
                      <a:pt x="4162" y="5698"/>
                      <a:pt x="4162" y="5688"/>
                    </a:cubicBezTo>
                    <a:cubicBezTo>
                      <a:pt x="4170" y="5680"/>
                      <a:pt x="4180" y="5680"/>
                      <a:pt x="4188" y="5672"/>
                    </a:cubicBezTo>
                    <a:cubicBezTo>
                      <a:pt x="4196" y="5664"/>
                      <a:pt x="4196" y="5664"/>
                      <a:pt x="4204" y="5648"/>
                    </a:cubicBezTo>
                    <a:cubicBezTo>
                      <a:pt x="4212" y="5630"/>
                      <a:pt x="4230" y="5630"/>
                      <a:pt x="4238" y="5622"/>
                    </a:cubicBezTo>
                    <a:cubicBezTo>
                      <a:pt x="4246" y="5606"/>
                      <a:pt x="4246" y="5614"/>
                      <a:pt x="4246" y="5598"/>
                    </a:cubicBezTo>
                    <a:cubicBezTo>
                      <a:pt x="4246" y="5588"/>
                      <a:pt x="4212" y="5588"/>
                      <a:pt x="4212" y="5588"/>
                    </a:cubicBezTo>
                    <a:cubicBezTo>
                      <a:pt x="4212" y="5588"/>
                      <a:pt x="4196" y="5572"/>
                      <a:pt x="4196" y="5555"/>
                    </a:cubicBezTo>
                    <a:lnTo>
                      <a:pt x="4212" y="5555"/>
                    </a:lnTo>
                    <a:cubicBezTo>
                      <a:pt x="4216" y="5555"/>
                      <a:pt x="4222" y="5557"/>
                      <a:pt x="4229" y="5557"/>
                    </a:cubicBezTo>
                    <a:cubicBezTo>
                      <a:pt x="4235" y="5557"/>
                      <a:pt x="4242" y="5555"/>
                      <a:pt x="4246" y="5547"/>
                    </a:cubicBezTo>
                    <a:cubicBezTo>
                      <a:pt x="4246" y="5540"/>
                      <a:pt x="4247" y="5537"/>
                      <a:pt x="4250" y="5537"/>
                    </a:cubicBezTo>
                    <a:cubicBezTo>
                      <a:pt x="4253" y="5537"/>
                      <a:pt x="4257" y="5542"/>
                      <a:pt x="4262" y="5547"/>
                    </a:cubicBezTo>
                    <a:cubicBezTo>
                      <a:pt x="4270" y="5555"/>
                      <a:pt x="4270" y="5564"/>
                      <a:pt x="4280" y="5564"/>
                    </a:cubicBezTo>
                    <a:cubicBezTo>
                      <a:pt x="4280" y="5555"/>
                      <a:pt x="4288" y="5547"/>
                      <a:pt x="4288" y="5547"/>
                    </a:cubicBezTo>
                    <a:cubicBezTo>
                      <a:pt x="4288" y="5547"/>
                      <a:pt x="4304" y="5505"/>
                      <a:pt x="4304" y="5487"/>
                    </a:cubicBezTo>
                    <a:cubicBezTo>
                      <a:pt x="4304" y="5463"/>
                      <a:pt x="4296" y="5471"/>
                      <a:pt x="4296" y="5463"/>
                    </a:cubicBezTo>
                    <a:cubicBezTo>
                      <a:pt x="4296" y="5455"/>
                      <a:pt x="4288" y="5455"/>
                      <a:pt x="4270" y="5437"/>
                    </a:cubicBezTo>
                    <a:cubicBezTo>
                      <a:pt x="4267" y="5434"/>
                      <a:pt x="4259" y="5434"/>
                      <a:pt x="4249" y="5434"/>
                    </a:cubicBezTo>
                    <a:cubicBezTo>
                      <a:pt x="4230" y="5434"/>
                      <a:pt x="4204" y="5437"/>
                      <a:pt x="4204" y="5437"/>
                    </a:cubicBezTo>
                    <a:cubicBezTo>
                      <a:pt x="4204" y="5437"/>
                      <a:pt x="4188" y="5437"/>
                      <a:pt x="4188" y="5429"/>
                    </a:cubicBezTo>
                    <a:cubicBezTo>
                      <a:pt x="4187" y="5429"/>
                      <a:pt x="4187" y="5429"/>
                      <a:pt x="4187" y="5429"/>
                    </a:cubicBezTo>
                    <a:lnTo>
                      <a:pt x="4187" y="5429"/>
                    </a:lnTo>
                    <a:cubicBezTo>
                      <a:pt x="4192" y="5427"/>
                      <a:pt x="4205" y="5421"/>
                      <a:pt x="4230" y="5405"/>
                    </a:cubicBezTo>
                    <a:cubicBezTo>
                      <a:pt x="4245" y="5397"/>
                      <a:pt x="4253" y="5394"/>
                      <a:pt x="4257" y="5394"/>
                    </a:cubicBezTo>
                    <a:cubicBezTo>
                      <a:pt x="4262" y="5394"/>
                      <a:pt x="4262" y="5397"/>
                      <a:pt x="4262" y="5397"/>
                    </a:cubicBezTo>
                    <a:cubicBezTo>
                      <a:pt x="4270" y="5397"/>
                      <a:pt x="4270" y="5397"/>
                      <a:pt x="4280" y="5405"/>
                    </a:cubicBezTo>
                    <a:cubicBezTo>
                      <a:pt x="4288" y="5405"/>
                      <a:pt x="4304" y="5405"/>
                      <a:pt x="4312" y="5397"/>
                    </a:cubicBezTo>
                    <a:cubicBezTo>
                      <a:pt x="4330" y="5379"/>
                      <a:pt x="4338" y="5371"/>
                      <a:pt x="4338" y="5355"/>
                    </a:cubicBezTo>
                    <a:cubicBezTo>
                      <a:pt x="4338" y="5347"/>
                      <a:pt x="4330" y="5347"/>
                      <a:pt x="4320" y="5329"/>
                    </a:cubicBezTo>
                    <a:lnTo>
                      <a:pt x="4312" y="5321"/>
                    </a:lnTo>
                    <a:cubicBezTo>
                      <a:pt x="4304" y="5297"/>
                      <a:pt x="4304" y="5305"/>
                      <a:pt x="4296" y="5287"/>
                    </a:cubicBezTo>
                    <a:cubicBezTo>
                      <a:pt x="4293" y="5284"/>
                      <a:pt x="4291" y="5283"/>
                      <a:pt x="4288" y="5283"/>
                    </a:cubicBezTo>
                    <a:cubicBezTo>
                      <a:pt x="4282" y="5283"/>
                      <a:pt x="4277" y="5287"/>
                      <a:pt x="4270" y="5287"/>
                    </a:cubicBezTo>
                    <a:lnTo>
                      <a:pt x="4254" y="5287"/>
                    </a:lnTo>
                    <a:cubicBezTo>
                      <a:pt x="4238" y="5287"/>
                      <a:pt x="4230" y="5287"/>
                      <a:pt x="4220" y="5279"/>
                    </a:cubicBezTo>
                    <a:cubicBezTo>
                      <a:pt x="4220" y="5279"/>
                      <a:pt x="4220" y="5271"/>
                      <a:pt x="4212" y="5247"/>
                    </a:cubicBezTo>
                    <a:cubicBezTo>
                      <a:pt x="4212" y="5237"/>
                      <a:pt x="4214" y="5235"/>
                      <a:pt x="4218" y="5235"/>
                    </a:cubicBezTo>
                    <a:cubicBezTo>
                      <a:pt x="4221" y="5235"/>
                      <a:pt x="4225" y="5237"/>
                      <a:pt x="4230" y="5237"/>
                    </a:cubicBezTo>
                    <a:cubicBezTo>
                      <a:pt x="4238" y="5237"/>
                      <a:pt x="4246" y="5237"/>
                      <a:pt x="4254" y="5229"/>
                    </a:cubicBezTo>
                    <a:cubicBezTo>
                      <a:pt x="4258" y="5225"/>
                      <a:pt x="4260" y="5223"/>
                      <a:pt x="4262" y="5223"/>
                    </a:cubicBezTo>
                    <a:cubicBezTo>
                      <a:pt x="4264" y="5223"/>
                      <a:pt x="4266" y="5225"/>
                      <a:pt x="4270" y="5229"/>
                    </a:cubicBezTo>
                    <a:lnTo>
                      <a:pt x="4288" y="5229"/>
                    </a:lnTo>
                    <a:cubicBezTo>
                      <a:pt x="4288" y="5229"/>
                      <a:pt x="4296" y="5237"/>
                      <a:pt x="4304" y="5237"/>
                    </a:cubicBezTo>
                    <a:cubicBezTo>
                      <a:pt x="4304" y="5244"/>
                      <a:pt x="4308" y="5250"/>
                      <a:pt x="4313" y="5250"/>
                    </a:cubicBezTo>
                    <a:cubicBezTo>
                      <a:pt x="4316" y="5250"/>
                      <a:pt x="4318" y="5249"/>
                      <a:pt x="4320" y="5247"/>
                    </a:cubicBezTo>
                    <a:cubicBezTo>
                      <a:pt x="4330" y="5237"/>
                      <a:pt x="4354" y="5237"/>
                      <a:pt x="4354" y="5221"/>
                    </a:cubicBezTo>
                    <a:cubicBezTo>
                      <a:pt x="4362" y="5205"/>
                      <a:pt x="4362" y="5213"/>
                      <a:pt x="4370" y="5197"/>
                    </a:cubicBezTo>
                    <a:cubicBezTo>
                      <a:pt x="4380" y="5186"/>
                      <a:pt x="4380" y="5186"/>
                      <a:pt x="4388" y="5186"/>
                    </a:cubicBezTo>
                    <a:lnTo>
                      <a:pt x="4396" y="5186"/>
                    </a:lnTo>
                    <a:cubicBezTo>
                      <a:pt x="4404" y="5170"/>
                      <a:pt x="4404" y="5178"/>
                      <a:pt x="4404" y="5170"/>
                    </a:cubicBezTo>
                    <a:cubicBezTo>
                      <a:pt x="4404" y="5162"/>
                      <a:pt x="4404" y="5162"/>
                      <a:pt x="4396" y="5162"/>
                    </a:cubicBezTo>
                    <a:lnTo>
                      <a:pt x="4380" y="5162"/>
                    </a:lnTo>
                    <a:cubicBezTo>
                      <a:pt x="4371" y="5158"/>
                      <a:pt x="4369" y="5158"/>
                      <a:pt x="4366" y="5158"/>
                    </a:cubicBezTo>
                    <a:cubicBezTo>
                      <a:pt x="4364" y="5158"/>
                      <a:pt x="4362" y="5158"/>
                      <a:pt x="4354" y="5154"/>
                    </a:cubicBezTo>
                    <a:cubicBezTo>
                      <a:pt x="4346" y="5136"/>
                      <a:pt x="4346" y="5146"/>
                      <a:pt x="4362" y="5120"/>
                    </a:cubicBezTo>
                    <a:cubicBezTo>
                      <a:pt x="4380" y="5104"/>
                      <a:pt x="4388" y="5104"/>
                      <a:pt x="4396" y="5104"/>
                    </a:cubicBezTo>
                    <a:lnTo>
                      <a:pt x="4396" y="5112"/>
                    </a:lnTo>
                    <a:cubicBezTo>
                      <a:pt x="4400" y="5108"/>
                      <a:pt x="4409" y="5106"/>
                      <a:pt x="4417" y="5106"/>
                    </a:cubicBezTo>
                    <a:cubicBezTo>
                      <a:pt x="4426" y="5106"/>
                      <a:pt x="4434" y="5108"/>
                      <a:pt x="4438" y="5112"/>
                    </a:cubicBezTo>
                    <a:lnTo>
                      <a:pt x="4462" y="5112"/>
                    </a:lnTo>
                    <a:cubicBezTo>
                      <a:pt x="4470" y="5104"/>
                      <a:pt x="4481" y="5104"/>
                      <a:pt x="4489" y="5104"/>
                    </a:cubicBezTo>
                    <a:cubicBezTo>
                      <a:pt x="4513" y="5104"/>
                      <a:pt x="4539" y="5096"/>
                      <a:pt x="4555" y="5086"/>
                    </a:cubicBezTo>
                    <a:cubicBezTo>
                      <a:pt x="4581" y="5070"/>
                      <a:pt x="4581" y="5062"/>
                      <a:pt x="4581" y="5036"/>
                    </a:cubicBezTo>
                    <a:lnTo>
                      <a:pt x="4589" y="5020"/>
                    </a:lnTo>
                    <a:lnTo>
                      <a:pt x="4597" y="5020"/>
                    </a:lnTo>
                    <a:cubicBezTo>
                      <a:pt x="4597" y="5012"/>
                      <a:pt x="4597" y="5012"/>
                      <a:pt x="4605" y="5012"/>
                    </a:cubicBezTo>
                    <a:cubicBezTo>
                      <a:pt x="4605" y="5016"/>
                      <a:pt x="4607" y="5018"/>
                      <a:pt x="4609" y="5018"/>
                    </a:cubicBezTo>
                    <a:cubicBezTo>
                      <a:pt x="4611" y="5018"/>
                      <a:pt x="4613" y="5016"/>
                      <a:pt x="4613" y="5012"/>
                    </a:cubicBezTo>
                    <a:cubicBezTo>
                      <a:pt x="4621" y="4996"/>
                      <a:pt x="4621" y="4986"/>
                      <a:pt x="4621" y="4970"/>
                    </a:cubicBezTo>
                    <a:cubicBezTo>
                      <a:pt x="4613" y="4962"/>
                      <a:pt x="4621" y="4962"/>
                      <a:pt x="4621" y="4954"/>
                    </a:cubicBezTo>
                    <a:cubicBezTo>
                      <a:pt x="4621" y="4946"/>
                      <a:pt x="4631" y="4936"/>
                      <a:pt x="4631" y="4928"/>
                    </a:cubicBezTo>
                    <a:cubicBezTo>
                      <a:pt x="4634" y="4925"/>
                      <a:pt x="4636" y="4924"/>
                      <a:pt x="4639" y="4924"/>
                    </a:cubicBezTo>
                    <a:cubicBezTo>
                      <a:pt x="4643" y="4924"/>
                      <a:pt x="4647" y="4928"/>
                      <a:pt x="4647" y="4928"/>
                    </a:cubicBezTo>
                    <a:cubicBezTo>
                      <a:pt x="4650" y="4925"/>
                      <a:pt x="4653" y="4924"/>
                      <a:pt x="4657" y="4924"/>
                    </a:cubicBezTo>
                    <a:cubicBezTo>
                      <a:pt x="4665" y="4924"/>
                      <a:pt x="4674" y="4928"/>
                      <a:pt x="4681" y="4928"/>
                    </a:cubicBezTo>
                    <a:cubicBezTo>
                      <a:pt x="4681" y="4936"/>
                      <a:pt x="4681" y="4928"/>
                      <a:pt x="4671" y="4946"/>
                    </a:cubicBezTo>
                    <a:cubicBezTo>
                      <a:pt x="4663" y="4954"/>
                      <a:pt x="4655" y="4962"/>
                      <a:pt x="4647" y="4962"/>
                    </a:cubicBezTo>
                    <a:lnTo>
                      <a:pt x="4647" y="4996"/>
                    </a:lnTo>
                    <a:cubicBezTo>
                      <a:pt x="4647" y="4996"/>
                      <a:pt x="4639" y="5012"/>
                      <a:pt x="4631" y="5020"/>
                    </a:cubicBezTo>
                    <a:cubicBezTo>
                      <a:pt x="4631" y="5020"/>
                      <a:pt x="4621" y="5036"/>
                      <a:pt x="4613" y="5046"/>
                    </a:cubicBezTo>
                    <a:cubicBezTo>
                      <a:pt x="4605" y="5046"/>
                      <a:pt x="4613" y="5078"/>
                      <a:pt x="4631" y="5086"/>
                    </a:cubicBezTo>
                    <a:cubicBezTo>
                      <a:pt x="4633" y="5089"/>
                      <a:pt x="4637" y="5090"/>
                      <a:pt x="4641" y="5090"/>
                    </a:cubicBezTo>
                    <a:cubicBezTo>
                      <a:pt x="4651" y="5090"/>
                      <a:pt x="4665" y="5082"/>
                      <a:pt x="4671" y="5070"/>
                    </a:cubicBezTo>
                    <a:lnTo>
                      <a:pt x="4671" y="5046"/>
                    </a:lnTo>
                    <a:cubicBezTo>
                      <a:pt x="4671" y="5028"/>
                      <a:pt x="4671" y="5028"/>
                      <a:pt x="4681" y="5020"/>
                    </a:cubicBezTo>
                    <a:lnTo>
                      <a:pt x="4689" y="5028"/>
                    </a:lnTo>
                    <a:cubicBezTo>
                      <a:pt x="4697" y="5028"/>
                      <a:pt x="4705" y="5036"/>
                      <a:pt x="4705" y="5036"/>
                    </a:cubicBezTo>
                    <a:lnTo>
                      <a:pt x="4713" y="5036"/>
                    </a:lnTo>
                    <a:lnTo>
                      <a:pt x="4713" y="5028"/>
                    </a:lnTo>
                    <a:cubicBezTo>
                      <a:pt x="4717" y="5024"/>
                      <a:pt x="4722" y="5024"/>
                      <a:pt x="4725" y="5024"/>
                    </a:cubicBezTo>
                    <a:cubicBezTo>
                      <a:pt x="4729" y="5024"/>
                      <a:pt x="4731" y="5024"/>
                      <a:pt x="4731" y="5020"/>
                    </a:cubicBezTo>
                    <a:cubicBezTo>
                      <a:pt x="4731" y="5012"/>
                      <a:pt x="4739" y="5004"/>
                      <a:pt x="4755" y="5004"/>
                    </a:cubicBezTo>
                    <a:cubicBezTo>
                      <a:pt x="4755" y="5004"/>
                      <a:pt x="4781" y="5028"/>
                      <a:pt x="4797" y="5028"/>
                    </a:cubicBezTo>
                    <a:cubicBezTo>
                      <a:pt x="4805" y="5028"/>
                      <a:pt x="4797" y="5020"/>
                      <a:pt x="4789" y="5004"/>
                    </a:cubicBezTo>
                    <a:cubicBezTo>
                      <a:pt x="4789" y="4986"/>
                      <a:pt x="4797" y="4996"/>
                      <a:pt x="4797" y="4986"/>
                    </a:cubicBezTo>
                    <a:cubicBezTo>
                      <a:pt x="4789" y="4978"/>
                      <a:pt x="4813" y="4970"/>
                      <a:pt x="4821" y="4962"/>
                    </a:cubicBezTo>
                    <a:lnTo>
                      <a:pt x="4831" y="4970"/>
                    </a:lnTo>
                    <a:cubicBezTo>
                      <a:pt x="4831" y="4977"/>
                      <a:pt x="4856" y="4997"/>
                      <a:pt x="4874" y="4997"/>
                    </a:cubicBezTo>
                    <a:cubicBezTo>
                      <a:pt x="4877" y="4997"/>
                      <a:pt x="4879" y="4997"/>
                      <a:pt x="4882" y="4996"/>
                    </a:cubicBezTo>
                    <a:cubicBezTo>
                      <a:pt x="4890" y="4996"/>
                      <a:pt x="4882" y="4978"/>
                      <a:pt x="4882" y="4970"/>
                    </a:cubicBezTo>
                    <a:cubicBezTo>
                      <a:pt x="4882" y="4962"/>
                      <a:pt x="4898" y="4962"/>
                      <a:pt x="4906" y="4962"/>
                    </a:cubicBezTo>
                    <a:cubicBezTo>
                      <a:pt x="4914" y="4954"/>
                      <a:pt x="4914" y="4946"/>
                      <a:pt x="4922" y="4936"/>
                    </a:cubicBezTo>
                    <a:cubicBezTo>
                      <a:pt x="4922" y="4928"/>
                      <a:pt x="4922" y="4912"/>
                      <a:pt x="4940" y="4912"/>
                    </a:cubicBezTo>
                    <a:cubicBezTo>
                      <a:pt x="4948" y="4909"/>
                      <a:pt x="4952" y="4908"/>
                      <a:pt x="4955" y="4908"/>
                    </a:cubicBezTo>
                    <a:cubicBezTo>
                      <a:pt x="4960" y="4908"/>
                      <a:pt x="4958" y="4912"/>
                      <a:pt x="4964" y="4912"/>
                    </a:cubicBezTo>
                    <a:cubicBezTo>
                      <a:pt x="4973" y="4916"/>
                      <a:pt x="4981" y="4918"/>
                      <a:pt x="4989" y="4918"/>
                    </a:cubicBezTo>
                    <a:cubicBezTo>
                      <a:pt x="4996" y="4918"/>
                      <a:pt x="5002" y="4916"/>
                      <a:pt x="5006" y="4912"/>
                    </a:cubicBezTo>
                    <a:cubicBezTo>
                      <a:pt x="5014" y="4912"/>
                      <a:pt x="5064" y="4896"/>
                      <a:pt x="5064" y="4886"/>
                    </a:cubicBezTo>
                    <a:cubicBezTo>
                      <a:pt x="5072" y="4870"/>
                      <a:pt x="5072" y="4870"/>
                      <a:pt x="5072" y="4862"/>
                    </a:cubicBezTo>
                    <a:cubicBezTo>
                      <a:pt x="5082" y="4846"/>
                      <a:pt x="5072" y="4811"/>
                      <a:pt x="5082" y="4803"/>
                    </a:cubicBezTo>
                    <a:cubicBezTo>
                      <a:pt x="5082" y="4802"/>
                      <a:pt x="5082" y="4802"/>
                      <a:pt x="5083" y="4802"/>
                    </a:cubicBezTo>
                    <a:cubicBezTo>
                      <a:pt x="5086" y="4802"/>
                      <a:pt x="5098" y="4820"/>
                      <a:pt x="5098" y="4820"/>
                    </a:cubicBezTo>
                    <a:cubicBezTo>
                      <a:pt x="5106" y="4820"/>
                      <a:pt x="5122" y="4811"/>
                      <a:pt x="5122" y="4795"/>
                    </a:cubicBezTo>
                    <a:cubicBezTo>
                      <a:pt x="5132" y="4785"/>
                      <a:pt x="5132" y="4777"/>
                      <a:pt x="5140" y="4753"/>
                    </a:cubicBezTo>
                    <a:lnTo>
                      <a:pt x="5148" y="4735"/>
                    </a:lnTo>
                    <a:cubicBezTo>
                      <a:pt x="5148" y="4735"/>
                      <a:pt x="5156" y="4727"/>
                      <a:pt x="5164" y="4711"/>
                    </a:cubicBezTo>
                    <a:cubicBezTo>
                      <a:pt x="5182" y="4703"/>
                      <a:pt x="5198" y="4695"/>
                      <a:pt x="5198" y="4677"/>
                    </a:cubicBezTo>
                    <a:cubicBezTo>
                      <a:pt x="5206" y="4669"/>
                      <a:pt x="5198" y="4661"/>
                      <a:pt x="5198" y="4653"/>
                    </a:cubicBezTo>
                    <a:cubicBezTo>
                      <a:pt x="5198" y="4635"/>
                      <a:pt x="5206" y="4619"/>
                      <a:pt x="5214" y="4603"/>
                    </a:cubicBezTo>
                    <a:cubicBezTo>
                      <a:pt x="5223" y="4585"/>
                      <a:pt x="5233" y="4585"/>
                      <a:pt x="5241" y="4577"/>
                    </a:cubicBezTo>
                    <a:cubicBezTo>
                      <a:pt x="5249" y="4561"/>
                      <a:pt x="5265" y="4561"/>
                      <a:pt x="5265" y="4553"/>
                    </a:cubicBezTo>
                    <a:cubicBezTo>
                      <a:pt x="5273" y="4553"/>
                      <a:pt x="5299" y="4535"/>
                      <a:pt x="5299" y="4527"/>
                    </a:cubicBezTo>
                    <a:cubicBezTo>
                      <a:pt x="5307" y="4519"/>
                      <a:pt x="5341" y="4503"/>
                      <a:pt x="5341" y="4503"/>
                    </a:cubicBezTo>
                    <a:cubicBezTo>
                      <a:pt x="5349" y="4495"/>
                      <a:pt x="5373" y="4495"/>
                      <a:pt x="5383" y="4485"/>
                    </a:cubicBezTo>
                    <a:cubicBezTo>
                      <a:pt x="5399" y="4477"/>
                      <a:pt x="5391" y="4485"/>
                      <a:pt x="5399" y="4461"/>
                    </a:cubicBezTo>
                    <a:cubicBezTo>
                      <a:pt x="5407" y="4444"/>
                      <a:pt x="5383" y="4444"/>
                      <a:pt x="5373" y="4434"/>
                    </a:cubicBezTo>
                    <a:cubicBezTo>
                      <a:pt x="5365" y="4426"/>
                      <a:pt x="5365" y="4402"/>
                      <a:pt x="5349" y="4394"/>
                    </a:cubicBezTo>
                    <a:cubicBezTo>
                      <a:pt x="5341" y="4394"/>
                      <a:pt x="5341" y="4384"/>
                      <a:pt x="5333" y="4368"/>
                    </a:cubicBezTo>
                    <a:cubicBezTo>
                      <a:pt x="5329" y="4358"/>
                      <a:pt x="5331" y="4355"/>
                      <a:pt x="5336" y="4355"/>
                    </a:cubicBezTo>
                    <a:cubicBezTo>
                      <a:pt x="5342" y="4355"/>
                      <a:pt x="5352" y="4360"/>
                      <a:pt x="5357" y="4360"/>
                    </a:cubicBezTo>
                    <a:cubicBezTo>
                      <a:pt x="5373" y="4360"/>
                      <a:pt x="5391" y="4384"/>
                      <a:pt x="5399" y="4384"/>
                    </a:cubicBezTo>
                    <a:cubicBezTo>
                      <a:pt x="5415" y="4384"/>
                      <a:pt x="5423" y="4394"/>
                      <a:pt x="5449" y="4402"/>
                    </a:cubicBezTo>
                    <a:cubicBezTo>
                      <a:pt x="5483" y="4418"/>
                      <a:pt x="5483" y="4434"/>
                      <a:pt x="5491" y="4434"/>
                    </a:cubicBezTo>
                    <a:cubicBezTo>
                      <a:pt x="5494" y="4437"/>
                      <a:pt x="5499" y="4439"/>
                      <a:pt x="5506" y="4439"/>
                    </a:cubicBezTo>
                    <a:cubicBezTo>
                      <a:pt x="5522" y="4439"/>
                      <a:pt x="5546" y="4432"/>
                      <a:pt x="5557" y="4426"/>
                    </a:cubicBezTo>
                    <a:cubicBezTo>
                      <a:pt x="5573" y="4426"/>
                      <a:pt x="5573" y="4418"/>
                      <a:pt x="5573" y="4402"/>
                    </a:cubicBezTo>
                    <a:cubicBezTo>
                      <a:pt x="5573" y="4398"/>
                      <a:pt x="5576" y="4396"/>
                      <a:pt x="5579" y="4396"/>
                    </a:cubicBezTo>
                    <a:cubicBezTo>
                      <a:pt x="5583" y="4396"/>
                      <a:pt x="5588" y="4398"/>
                      <a:pt x="5592" y="4402"/>
                    </a:cubicBezTo>
                    <a:cubicBezTo>
                      <a:pt x="5600" y="4402"/>
                      <a:pt x="5624" y="4418"/>
                      <a:pt x="5624" y="4418"/>
                    </a:cubicBezTo>
                    <a:cubicBezTo>
                      <a:pt x="5634" y="4418"/>
                      <a:pt x="5674" y="4402"/>
                      <a:pt x="5674" y="4402"/>
                    </a:cubicBezTo>
                    <a:cubicBezTo>
                      <a:pt x="5684" y="4394"/>
                      <a:pt x="5684" y="4384"/>
                      <a:pt x="5684" y="4384"/>
                    </a:cubicBezTo>
                    <a:cubicBezTo>
                      <a:pt x="5679" y="4380"/>
                      <a:pt x="5674" y="4378"/>
                      <a:pt x="5670" y="4378"/>
                    </a:cubicBezTo>
                    <a:cubicBezTo>
                      <a:pt x="5666" y="4378"/>
                      <a:pt x="5662" y="4380"/>
                      <a:pt x="5658" y="4384"/>
                    </a:cubicBezTo>
                    <a:cubicBezTo>
                      <a:pt x="5650" y="4384"/>
                      <a:pt x="5650" y="4368"/>
                      <a:pt x="5650" y="4360"/>
                    </a:cubicBezTo>
                    <a:cubicBezTo>
                      <a:pt x="5650" y="4360"/>
                      <a:pt x="5674" y="4360"/>
                      <a:pt x="5674" y="4352"/>
                    </a:cubicBezTo>
                    <a:cubicBezTo>
                      <a:pt x="5674" y="4351"/>
                      <a:pt x="5674" y="4351"/>
                      <a:pt x="5675" y="4351"/>
                    </a:cubicBezTo>
                    <a:cubicBezTo>
                      <a:pt x="5683" y="4351"/>
                      <a:pt x="5716" y="4376"/>
                      <a:pt x="5716" y="4376"/>
                    </a:cubicBezTo>
                    <a:cubicBezTo>
                      <a:pt x="5724" y="4384"/>
                      <a:pt x="5734" y="4384"/>
                      <a:pt x="5734" y="4384"/>
                    </a:cubicBezTo>
                    <a:cubicBezTo>
                      <a:pt x="5742" y="4376"/>
                      <a:pt x="5766" y="4368"/>
                      <a:pt x="5784" y="4344"/>
                    </a:cubicBezTo>
                    <a:cubicBezTo>
                      <a:pt x="5787" y="4341"/>
                      <a:pt x="5789" y="4340"/>
                      <a:pt x="5792" y="4340"/>
                    </a:cubicBezTo>
                    <a:cubicBezTo>
                      <a:pt x="5798" y="4340"/>
                      <a:pt x="5805" y="4344"/>
                      <a:pt x="5816" y="4344"/>
                    </a:cubicBezTo>
                    <a:cubicBezTo>
                      <a:pt x="5821" y="4344"/>
                      <a:pt x="5828" y="4348"/>
                      <a:pt x="5834" y="4348"/>
                    </a:cubicBezTo>
                    <a:cubicBezTo>
                      <a:pt x="5837" y="4348"/>
                      <a:pt x="5840" y="4347"/>
                      <a:pt x="5842" y="4344"/>
                    </a:cubicBezTo>
                    <a:cubicBezTo>
                      <a:pt x="5850" y="4326"/>
                      <a:pt x="5884" y="4334"/>
                      <a:pt x="5900" y="4310"/>
                    </a:cubicBezTo>
                    <a:cubicBezTo>
                      <a:pt x="5908" y="4302"/>
                      <a:pt x="5914" y="4300"/>
                      <a:pt x="5918" y="4300"/>
                    </a:cubicBezTo>
                    <a:cubicBezTo>
                      <a:pt x="5922" y="4300"/>
                      <a:pt x="5924" y="4302"/>
                      <a:pt x="5924" y="4302"/>
                    </a:cubicBezTo>
                    <a:lnTo>
                      <a:pt x="5958" y="4302"/>
                    </a:lnTo>
                    <a:cubicBezTo>
                      <a:pt x="5967" y="4302"/>
                      <a:pt x="6051" y="4268"/>
                      <a:pt x="6051" y="4260"/>
                    </a:cubicBezTo>
                    <a:cubicBezTo>
                      <a:pt x="6051" y="4252"/>
                      <a:pt x="6067" y="4260"/>
                      <a:pt x="6085" y="4244"/>
                    </a:cubicBezTo>
                    <a:cubicBezTo>
                      <a:pt x="6089" y="4234"/>
                      <a:pt x="6096" y="4232"/>
                      <a:pt x="6103" y="4232"/>
                    </a:cubicBezTo>
                    <a:cubicBezTo>
                      <a:pt x="6110" y="4232"/>
                      <a:pt x="6117" y="4234"/>
                      <a:pt x="6125" y="4234"/>
                    </a:cubicBezTo>
                    <a:cubicBezTo>
                      <a:pt x="6134" y="4234"/>
                      <a:pt x="6141" y="4237"/>
                      <a:pt x="6148" y="4237"/>
                    </a:cubicBezTo>
                    <a:cubicBezTo>
                      <a:pt x="6154" y="4237"/>
                      <a:pt x="6159" y="4234"/>
                      <a:pt x="6167" y="4226"/>
                    </a:cubicBezTo>
                    <a:cubicBezTo>
                      <a:pt x="6171" y="4218"/>
                      <a:pt x="6176" y="4216"/>
                      <a:pt x="6179" y="4216"/>
                    </a:cubicBezTo>
                    <a:cubicBezTo>
                      <a:pt x="6183" y="4216"/>
                      <a:pt x="6185" y="4218"/>
                      <a:pt x="6185" y="4218"/>
                    </a:cubicBezTo>
                    <a:cubicBezTo>
                      <a:pt x="6193" y="4218"/>
                      <a:pt x="6193" y="4218"/>
                      <a:pt x="6193" y="4210"/>
                    </a:cubicBezTo>
                    <a:cubicBezTo>
                      <a:pt x="6193" y="4210"/>
                      <a:pt x="6201" y="4210"/>
                      <a:pt x="6217" y="4202"/>
                    </a:cubicBezTo>
                    <a:cubicBezTo>
                      <a:pt x="6225" y="4194"/>
                      <a:pt x="6217" y="4202"/>
                      <a:pt x="6235" y="4184"/>
                    </a:cubicBezTo>
                    <a:cubicBezTo>
                      <a:pt x="6243" y="4160"/>
                      <a:pt x="6243" y="4184"/>
                      <a:pt x="6275" y="4152"/>
                    </a:cubicBezTo>
                    <a:cubicBezTo>
                      <a:pt x="6287" y="4135"/>
                      <a:pt x="6291" y="4129"/>
                      <a:pt x="6295" y="4129"/>
                    </a:cubicBezTo>
                    <a:cubicBezTo>
                      <a:pt x="6297" y="4129"/>
                      <a:pt x="6299" y="4131"/>
                      <a:pt x="6301" y="4134"/>
                    </a:cubicBezTo>
                    <a:lnTo>
                      <a:pt x="6309" y="4134"/>
                    </a:lnTo>
                    <a:cubicBezTo>
                      <a:pt x="6325" y="4126"/>
                      <a:pt x="6344" y="4118"/>
                      <a:pt x="6352" y="4094"/>
                    </a:cubicBezTo>
                    <a:cubicBezTo>
                      <a:pt x="6360" y="4076"/>
                      <a:pt x="6376" y="4076"/>
                      <a:pt x="6386" y="4059"/>
                    </a:cubicBezTo>
                    <a:cubicBezTo>
                      <a:pt x="6394" y="4051"/>
                      <a:pt x="6502" y="3967"/>
                      <a:pt x="6510" y="3959"/>
                    </a:cubicBezTo>
                    <a:cubicBezTo>
                      <a:pt x="6518" y="3951"/>
                      <a:pt x="6526" y="3951"/>
                      <a:pt x="6536" y="3951"/>
                    </a:cubicBezTo>
                    <a:lnTo>
                      <a:pt x="6552" y="3951"/>
                    </a:lnTo>
                    <a:cubicBezTo>
                      <a:pt x="6552" y="3943"/>
                      <a:pt x="6586" y="3925"/>
                      <a:pt x="6586" y="3917"/>
                    </a:cubicBezTo>
                    <a:cubicBezTo>
                      <a:pt x="6594" y="3901"/>
                      <a:pt x="6636" y="3901"/>
                      <a:pt x="6652" y="3893"/>
                    </a:cubicBezTo>
                    <a:cubicBezTo>
                      <a:pt x="6668" y="3883"/>
                      <a:pt x="6702" y="3867"/>
                      <a:pt x="6694" y="3859"/>
                    </a:cubicBezTo>
                    <a:lnTo>
                      <a:pt x="6694" y="3833"/>
                    </a:lnTo>
                    <a:cubicBezTo>
                      <a:pt x="6690" y="3825"/>
                      <a:pt x="6688" y="3823"/>
                      <a:pt x="6686" y="3823"/>
                    </a:cubicBezTo>
                    <a:cubicBezTo>
                      <a:pt x="6684" y="3823"/>
                      <a:pt x="6681" y="3825"/>
                      <a:pt x="6676" y="3825"/>
                    </a:cubicBezTo>
                    <a:lnTo>
                      <a:pt x="6660" y="3825"/>
                    </a:lnTo>
                    <a:cubicBezTo>
                      <a:pt x="6644" y="3825"/>
                      <a:pt x="6626" y="3833"/>
                      <a:pt x="6610" y="3843"/>
                    </a:cubicBezTo>
                    <a:cubicBezTo>
                      <a:pt x="6602" y="3843"/>
                      <a:pt x="6560" y="3859"/>
                      <a:pt x="6552" y="3859"/>
                    </a:cubicBezTo>
                    <a:lnTo>
                      <a:pt x="6536" y="3859"/>
                    </a:lnTo>
                    <a:cubicBezTo>
                      <a:pt x="6529" y="3859"/>
                      <a:pt x="6524" y="3862"/>
                      <a:pt x="6518" y="3862"/>
                    </a:cubicBezTo>
                    <a:cubicBezTo>
                      <a:pt x="6515" y="3862"/>
                      <a:pt x="6513" y="3862"/>
                      <a:pt x="6510" y="3859"/>
                    </a:cubicBezTo>
                    <a:cubicBezTo>
                      <a:pt x="6494" y="3859"/>
                      <a:pt x="6468" y="3833"/>
                      <a:pt x="6460" y="3825"/>
                    </a:cubicBezTo>
                    <a:cubicBezTo>
                      <a:pt x="6454" y="3822"/>
                      <a:pt x="6449" y="3821"/>
                      <a:pt x="6443" y="3821"/>
                    </a:cubicBezTo>
                    <a:cubicBezTo>
                      <a:pt x="6431" y="3821"/>
                      <a:pt x="6418" y="3825"/>
                      <a:pt x="6402" y="3825"/>
                    </a:cubicBezTo>
                    <a:lnTo>
                      <a:pt x="6368" y="3825"/>
                    </a:lnTo>
                    <a:cubicBezTo>
                      <a:pt x="6360" y="3817"/>
                      <a:pt x="6325" y="3817"/>
                      <a:pt x="6325" y="3817"/>
                    </a:cubicBezTo>
                    <a:cubicBezTo>
                      <a:pt x="6317" y="3809"/>
                      <a:pt x="6293" y="3809"/>
                      <a:pt x="6285" y="3809"/>
                    </a:cubicBezTo>
                    <a:lnTo>
                      <a:pt x="6243" y="3809"/>
                    </a:lnTo>
                    <a:cubicBezTo>
                      <a:pt x="6243" y="3809"/>
                      <a:pt x="6225" y="3817"/>
                      <a:pt x="6217" y="3817"/>
                    </a:cubicBezTo>
                    <a:cubicBezTo>
                      <a:pt x="6217" y="3817"/>
                      <a:pt x="6135" y="3851"/>
                      <a:pt x="6125" y="3851"/>
                    </a:cubicBezTo>
                    <a:cubicBezTo>
                      <a:pt x="6117" y="3859"/>
                      <a:pt x="6101" y="3867"/>
                      <a:pt x="6093" y="3867"/>
                    </a:cubicBezTo>
                    <a:lnTo>
                      <a:pt x="6051" y="3867"/>
                    </a:lnTo>
                    <a:cubicBezTo>
                      <a:pt x="6043" y="3867"/>
                      <a:pt x="6043" y="3875"/>
                      <a:pt x="6035" y="3883"/>
                    </a:cubicBezTo>
                    <a:cubicBezTo>
                      <a:pt x="6025" y="3883"/>
                      <a:pt x="6017" y="3901"/>
                      <a:pt x="6017" y="3901"/>
                    </a:cubicBezTo>
                    <a:cubicBezTo>
                      <a:pt x="6017" y="3908"/>
                      <a:pt x="5984" y="3919"/>
                      <a:pt x="5967" y="3919"/>
                    </a:cubicBezTo>
                    <a:cubicBezTo>
                      <a:pt x="5963" y="3919"/>
                      <a:pt x="5960" y="3919"/>
                      <a:pt x="5958" y="3917"/>
                    </a:cubicBezTo>
                    <a:cubicBezTo>
                      <a:pt x="5955" y="3915"/>
                      <a:pt x="5953" y="3915"/>
                      <a:pt x="5950" y="3915"/>
                    </a:cubicBezTo>
                    <a:cubicBezTo>
                      <a:pt x="5941" y="3915"/>
                      <a:pt x="5937" y="3925"/>
                      <a:pt x="5916" y="3925"/>
                    </a:cubicBezTo>
                    <a:cubicBezTo>
                      <a:pt x="5892" y="3925"/>
                      <a:pt x="5884" y="3925"/>
                      <a:pt x="5866" y="3917"/>
                    </a:cubicBezTo>
                    <a:cubicBezTo>
                      <a:pt x="5862" y="3913"/>
                      <a:pt x="5862" y="3913"/>
                      <a:pt x="5865" y="3913"/>
                    </a:cubicBezTo>
                    <a:cubicBezTo>
                      <a:pt x="5869" y="3913"/>
                      <a:pt x="5875" y="3913"/>
                      <a:pt x="5884" y="3909"/>
                    </a:cubicBezTo>
                    <a:lnTo>
                      <a:pt x="5900" y="3909"/>
                    </a:lnTo>
                    <a:cubicBezTo>
                      <a:pt x="5906" y="3909"/>
                      <a:pt x="5907" y="3913"/>
                      <a:pt x="5908" y="3913"/>
                    </a:cubicBezTo>
                    <a:cubicBezTo>
                      <a:pt x="5908" y="3913"/>
                      <a:pt x="5908" y="3912"/>
                      <a:pt x="5908" y="3909"/>
                    </a:cubicBezTo>
                    <a:cubicBezTo>
                      <a:pt x="5908" y="3901"/>
                      <a:pt x="5942" y="3909"/>
                      <a:pt x="5958" y="3893"/>
                    </a:cubicBezTo>
                    <a:lnTo>
                      <a:pt x="5985" y="3893"/>
                    </a:lnTo>
                    <a:cubicBezTo>
                      <a:pt x="5985" y="3893"/>
                      <a:pt x="5993" y="3893"/>
                      <a:pt x="5993" y="3883"/>
                    </a:cubicBezTo>
                    <a:cubicBezTo>
                      <a:pt x="6001" y="3867"/>
                      <a:pt x="6001" y="3867"/>
                      <a:pt x="6009" y="3859"/>
                    </a:cubicBezTo>
                    <a:cubicBezTo>
                      <a:pt x="6017" y="3851"/>
                      <a:pt x="6035" y="3851"/>
                      <a:pt x="6043" y="3851"/>
                    </a:cubicBezTo>
                    <a:cubicBezTo>
                      <a:pt x="6051" y="3843"/>
                      <a:pt x="6059" y="3843"/>
                      <a:pt x="6075" y="3843"/>
                    </a:cubicBezTo>
                    <a:cubicBezTo>
                      <a:pt x="6075" y="3851"/>
                      <a:pt x="6085" y="3851"/>
                      <a:pt x="6093" y="3851"/>
                    </a:cubicBezTo>
                    <a:cubicBezTo>
                      <a:pt x="6101" y="3843"/>
                      <a:pt x="6109" y="3833"/>
                      <a:pt x="6117" y="3817"/>
                    </a:cubicBezTo>
                    <a:cubicBezTo>
                      <a:pt x="6125" y="3793"/>
                      <a:pt x="6125" y="3783"/>
                      <a:pt x="6125" y="3783"/>
                    </a:cubicBezTo>
                    <a:lnTo>
                      <a:pt x="6159" y="3775"/>
                    </a:lnTo>
                    <a:cubicBezTo>
                      <a:pt x="6167" y="3775"/>
                      <a:pt x="6217" y="3751"/>
                      <a:pt x="6235" y="3743"/>
                    </a:cubicBezTo>
                    <a:cubicBezTo>
                      <a:pt x="6251" y="3733"/>
                      <a:pt x="6243" y="3733"/>
                      <a:pt x="6259" y="3709"/>
                    </a:cubicBezTo>
                    <a:cubicBezTo>
                      <a:pt x="6274" y="3694"/>
                      <a:pt x="6272" y="3691"/>
                      <a:pt x="6266" y="3691"/>
                    </a:cubicBezTo>
                    <a:cubicBezTo>
                      <a:pt x="6262" y="3691"/>
                      <a:pt x="6255" y="3692"/>
                      <a:pt x="6251" y="3692"/>
                    </a:cubicBezTo>
                    <a:cubicBezTo>
                      <a:pt x="6251" y="3682"/>
                      <a:pt x="6225" y="3666"/>
                      <a:pt x="6225" y="3658"/>
                    </a:cubicBezTo>
                    <a:cubicBezTo>
                      <a:pt x="6217" y="3658"/>
                      <a:pt x="6201" y="3658"/>
                      <a:pt x="6151" y="3666"/>
                    </a:cubicBezTo>
                    <a:cubicBezTo>
                      <a:pt x="6101" y="3666"/>
                      <a:pt x="6117" y="3666"/>
                      <a:pt x="6117" y="3674"/>
                    </a:cubicBezTo>
                    <a:cubicBezTo>
                      <a:pt x="6109" y="3674"/>
                      <a:pt x="6035" y="3692"/>
                      <a:pt x="6017" y="3700"/>
                    </a:cubicBezTo>
                    <a:cubicBezTo>
                      <a:pt x="6001" y="3700"/>
                      <a:pt x="6009" y="3700"/>
                      <a:pt x="6009" y="3709"/>
                    </a:cubicBezTo>
                    <a:cubicBezTo>
                      <a:pt x="6009" y="3709"/>
                      <a:pt x="5993" y="3725"/>
                      <a:pt x="5975" y="3733"/>
                    </a:cubicBezTo>
                    <a:cubicBezTo>
                      <a:pt x="5950" y="3751"/>
                      <a:pt x="5958" y="3751"/>
                      <a:pt x="5950" y="3759"/>
                    </a:cubicBezTo>
                    <a:cubicBezTo>
                      <a:pt x="5942" y="3775"/>
                      <a:pt x="5916" y="3801"/>
                      <a:pt x="5900" y="3809"/>
                    </a:cubicBezTo>
                    <a:cubicBezTo>
                      <a:pt x="5884" y="3809"/>
                      <a:pt x="5924" y="3825"/>
                      <a:pt x="5924" y="3825"/>
                    </a:cubicBezTo>
                    <a:cubicBezTo>
                      <a:pt x="5924" y="3825"/>
                      <a:pt x="5924" y="3833"/>
                      <a:pt x="5916" y="3833"/>
                    </a:cubicBezTo>
                    <a:cubicBezTo>
                      <a:pt x="5911" y="3833"/>
                      <a:pt x="5906" y="3837"/>
                      <a:pt x="5898" y="3837"/>
                    </a:cubicBezTo>
                    <a:cubicBezTo>
                      <a:pt x="5894" y="3837"/>
                      <a:pt x="5890" y="3836"/>
                      <a:pt x="5884" y="3833"/>
                    </a:cubicBezTo>
                    <a:cubicBezTo>
                      <a:pt x="5874" y="3833"/>
                      <a:pt x="5866" y="3825"/>
                      <a:pt x="5866" y="3817"/>
                    </a:cubicBezTo>
                    <a:cubicBezTo>
                      <a:pt x="5865" y="3815"/>
                      <a:pt x="5863" y="3815"/>
                      <a:pt x="5861" y="3815"/>
                    </a:cubicBezTo>
                    <a:cubicBezTo>
                      <a:pt x="5852" y="3815"/>
                      <a:pt x="5842" y="3825"/>
                      <a:pt x="5842" y="3825"/>
                    </a:cubicBezTo>
                    <a:lnTo>
                      <a:pt x="5816" y="3825"/>
                    </a:lnTo>
                    <a:cubicBezTo>
                      <a:pt x="5800" y="3825"/>
                      <a:pt x="5800" y="3825"/>
                      <a:pt x="5800" y="3817"/>
                    </a:cubicBezTo>
                    <a:cubicBezTo>
                      <a:pt x="5808" y="3809"/>
                      <a:pt x="5816" y="3809"/>
                      <a:pt x="5824" y="3801"/>
                    </a:cubicBezTo>
                    <a:cubicBezTo>
                      <a:pt x="5834" y="3793"/>
                      <a:pt x="5850" y="3783"/>
                      <a:pt x="5858" y="3783"/>
                    </a:cubicBezTo>
                    <a:cubicBezTo>
                      <a:pt x="5858" y="3775"/>
                      <a:pt x="5874" y="3767"/>
                      <a:pt x="5874" y="3759"/>
                    </a:cubicBezTo>
                    <a:cubicBezTo>
                      <a:pt x="5874" y="3759"/>
                      <a:pt x="5900" y="3725"/>
                      <a:pt x="5900" y="3717"/>
                    </a:cubicBezTo>
                    <a:cubicBezTo>
                      <a:pt x="5900" y="3700"/>
                      <a:pt x="5908" y="3700"/>
                      <a:pt x="5934" y="3682"/>
                    </a:cubicBezTo>
                    <a:cubicBezTo>
                      <a:pt x="5958" y="3674"/>
                      <a:pt x="5993" y="3674"/>
                      <a:pt x="6059" y="3666"/>
                    </a:cubicBezTo>
                    <a:cubicBezTo>
                      <a:pt x="6117" y="3666"/>
                      <a:pt x="6067" y="3666"/>
                      <a:pt x="6085" y="3658"/>
                    </a:cubicBezTo>
                    <a:cubicBezTo>
                      <a:pt x="6101" y="3658"/>
                      <a:pt x="6117" y="3658"/>
                      <a:pt x="6125" y="3650"/>
                    </a:cubicBezTo>
                    <a:cubicBezTo>
                      <a:pt x="6143" y="3642"/>
                      <a:pt x="6185" y="3624"/>
                      <a:pt x="6185" y="3624"/>
                    </a:cubicBezTo>
                    <a:cubicBezTo>
                      <a:pt x="6193" y="3624"/>
                      <a:pt x="6209" y="3616"/>
                      <a:pt x="6217" y="3608"/>
                    </a:cubicBezTo>
                    <a:cubicBezTo>
                      <a:pt x="6226" y="3600"/>
                      <a:pt x="6231" y="3598"/>
                      <a:pt x="6233" y="3598"/>
                    </a:cubicBezTo>
                    <a:cubicBezTo>
                      <a:pt x="6235" y="3598"/>
                      <a:pt x="6235" y="3600"/>
                      <a:pt x="6235" y="3600"/>
                    </a:cubicBezTo>
                    <a:lnTo>
                      <a:pt x="6235" y="3574"/>
                    </a:lnTo>
                    <a:cubicBezTo>
                      <a:pt x="6225" y="3566"/>
                      <a:pt x="6117" y="3542"/>
                      <a:pt x="6117" y="3532"/>
                    </a:cubicBezTo>
                    <a:lnTo>
                      <a:pt x="6085" y="3532"/>
                    </a:lnTo>
                    <a:lnTo>
                      <a:pt x="6051" y="3542"/>
                    </a:lnTo>
                    <a:lnTo>
                      <a:pt x="6025" y="3542"/>
                    </a:lnTo>
                    <a:cubicBezTo>
                      <a:pt x="6017" y="3532"/>
                      <a:pt x="6001" y="3532"/>
                      <a:pt x="6001" y="3524"/>
                    </a:cubicBezTo>
                    <a:cubicBezTo>
                      <a:pt x="6001" y="3524"/>
                      <a:pt x="6006" y="3514"/>
                      <a:pt x="6012" y="3514"/>
                    </a:cubicBezTo>
                    <a:cubicBezTo>
                      <a:pt x="6013" y="3514"/>
                      <a:pt x="6015" y="3514"/>
                      <a:pt x="6017" y="3516"/>
                    </a:cubicBezTo>
                    <a:cubicBezTo>
                      <a:pt x="6025" y="3516"/>
                      <a:pt x="6059" y="3508"/>
                      <a:pt x="6059" y="3508"/>
                    </a:cubicBezTo>
                    <a:lnTo>
                      <a:pt x="6085" y="3508"/>
                    </a:lnTo>
                    <a:cubicBezTo>
                      <a:pt x="6087" y="3506"/>
                      <a:pt x="6090" y="3505"/>
                      <a:pt x="6092" y="3505"/>
                    </a:cubicBezTo>
                    <a:cubicBezTo>
                      <a:pt x="6098" y="3505"/>
                      <a:pt x="6106" y="3510"/>
                      <a:pt x="6117" y="3516"/>
                    </a:cubicBezTo>
                    <a:cubicBezTo>
                      <a:pt x="6135" y="3516"/>
                      <a:pt x="6135" y="3524"/>
                      <a:pt x="6151" y="3524"/>
                    </a:cubicBezTo>
                    <a:cubicBezTo>
                      <a:pt x="6151" y="3522"/>
                      <a:pt x="6152" y="3521"/>
                      <a:pt x="6153" y="3521"/>
                    </a:cubicBezTo>
                    <a:cubicBezTo>
                      <a:pt x="6156" y="3521"/>
                      <a:pt x="6161" y="3526"/>
                      <a:pt x="6167" y="3532"/>
                    </a:cubicBezTo>
                    <a:cubicBezTo>
                      <a:pt x="6167" y="3532"/>
                      <a:pt x="6175" y="3542"/>
                      <a:pt x="6185" y="3542"/>
                    </a:cubicBezTo>
                    <a:lnTo>
                      <a:pt x="6217" y="3542"/>
                    </a:lnTo>
                    <a:lnTo>
                      <a:pt x="6259" y="3558"/>
                    </a:lnTo>
                    <a:cubicBezTo>
                      <a:pt x="6309" y="3574"/>
                      <a:pt x="6293" y="3592"/>
                      <a:pt x="6309" y="3600"/>
                    </a:cubicBezTo>
                    <a:cubicBezTo>
                      <a:pt x="6309" y="3600"/>
                      <a:pt x="6336" y="3608"/>
                      <a:pt x="6352" y="3608"/>
                    </a:cubicBezTo>
                    <a:cubicBezTo>
                      <a:pt x="6360" y="3608"/>
                      <a:pt x="6360" y="3624"/>
                      <a:pt x="6376" y="3624"/>
                    </a:cubicBezTo>
                    <a:cubicBezTo>
                      <a:pt x="6394" y="3624"/>
                      <a:pt x="6410" y="3666"/>
                      <a:pt x="6410" y="3666"/>
                    </a:cubicBezTo>
                    <a:lnTo>
                      <a:pt x="6410" y="3692"/>
                    </a:lnTo>
                    <a:cubicBezTo>
                      <a:pt x="6410" y="3692"/>
                      <a:pt x="6418" y="3725"/>
                      <a:pt x="6426" y="3733"/>
                    </a:cubicBezTo>
                    <a:cubicBezTo>
                      <a:pt x="6435" y="3738"/>
                      <a:pt x="6443" y="3740"/>
                      <a:pt x="6452" y="3740"/>
                    </a:cubicBezTo>
                    <a:cubicBezTo>
                      <a:pt x="6460" y="3740"/>
                      <a:pt x="6468" y="3738"/>
                      <a:pt x="6476" y="3733"/>
                    </a:cubicBezTo>
                    <a:cubicBezTo>
                      <a:pt x="6480" y="3729"/>
                      <a:pt x="6483" y="3727"/>
                      <a:pt x="6485" y="3727"/>
                    </a:cubicBezTo>
                    <a:cubicBezTo>
                      <a:pt x="6491" y="3727"/>
                      <a:pt x="6490" y="3743"/>
                      <a:pt x="6502" y="3743"/>
                    </a:cubicBezTo>
                    <a:cubicBezTo>
                      <a:pt x="6510" y="3751"/>
                      <a:pt x="6526" y="3759"/>
                      <a:pt x="6552" y="3759"/>
                    </a:cubicBezTo>
                    <a:cubicBezTo>
                      <a:pt x="6576" y="3759"/>
                      <a:pt x="6594" y="3767"/>
                      <a:pt x="6594" y="3767"/>
                    </a:cubicBezTo>
                    <a:lnTo>
                      <a:pt x="6618" y="3759"/>
                    </a:lnTo>
                    <a:cubicBezTo>
                      <a:pt x="6618" y="3751"/>
                      <a:pt x="6610" y="3733"/>
                      <a:pt x="6610" y="3717"/>
                    </a:cubicBezTo>
                    <a:cubicBezTo>
                      <a:pt x="6602" y="3709"/>
                      <a:pt x="6610" y="3717"/>
                      <a:pt x="6610" y="3700"/>
                    </a:cubicBezTo>
                    <a:cubicBezTo>
                      <a:pt x="6614" y="3692"/>
                      <a:pt x="6622" y="3690"/>
                      <a:pt x="6629" y="3690"/>
                    </a:cubicBezTo>
                    <a:cubicBezTo>
                      <a:pt x="6637" y="3690"/>
                      <a:pt x="6644" y="3692"/>
                      <a:pt x="6644" y="3692"/>
                    </a:cubicBezTo>
                    <a:lnTo>
                      <a:pt x="6644" y="3725"/>
                    </a:lnTo>
                    <a:cubicBezTo>
                      <a:pt x="6644" y="3725"/>
                      <a:pt x="6644" y="3751"/>
                      <a:pt x="6652" y="3751"/>
                    </a:cubicBezTo>
                    <a:cubicBezTo>
                      <a:pt x="6668" y="3751"/>
                      <a:pt x="6694" y="3759"/>
                      <a:pt x="6694" y="3759"/>
                    </a:cubicBezTo>
                    <a:cubicBezTo>
                      <a:pt x="6694" y="3759"/>
                      <a:pt x="6719" y="3759"/>
                      <a:pt x="6737" y="3743"/>
                    </a:cubicBezTo>
                    <a:cubicBezTo>
                      <a:pt x="6745" y="3733"/>
                      <a:pt x="6753" y="3725"/>
                      <a:pt x="6761" y="3700"/>
                    </a:cubicBezTo>
                    <a:lnTo>
                      <a:pt x="6761" y="3666"/>
                    </a:lnTo>
                    <a:cubicBezTo>
                      <a:pt x="6761" y="3650"/>
                      <a:pt x="6745" y="3650"/>
                      <a:pt x="6745" y="3642"/>
                    </a:cubicBezTo>
                    <a:cubicBezTo>
                      <a:pt x="6745" y="3637"/>
                      <a:pt x="6736" y="3637"/>
                      <a:pt x="6727" y="3637"/>
                    </a:cubicBezTo>
                    <a:cubicBezTo>
                      <a:pt x="6717" y="3637"/>
                      <a:pt x="6707" y="3637"/>
                      <a:pt x="6702" y="3632"/>
                    </a:cubicBezTo>
                    <a:cubicBezTo>
                      <a:pt x="6702" y="3624"/>
                      <a:pt x="6694" y="3624"/>
                      <a:pt x="6694" y="3616"/>
                    </a:cubicBezTo>
                    <a:cubicBezTo>
                      <a:pt x="6697" y="3614"/>
                      <a:pt x="6703" y="3613"/>
                      <a:pt x="6709" y="3613"/>
                    </a:cubicBezTo>
                    <a:cubicBezTo>
                      <a:pt x="6721" y="3613"/>
                      <a:pt x="6737" y="3616"/>
                      <a:pt x="6737" y="3616"/>
                    </a:cubicBezTo>
                    <a:lnTo>
                      <a:pt x="6745" y="3592"/>
                    </a:lnTo>
                    <a:lnTo>
                      <a:pt x="6769" y="3574"/>
                    </a:lnTo>
                    <a:cubicBezTo>
                      <a:pt x="6769" y="3574"/>
                      <a:pt x="6777" y="3558"/>
                      <a:pt x="6777" y="3550"/>
                    </a:cubicBezTo>
                    <a:cubicBezTo>
                      <a:pt x="6777" y="3542"/>
                      <a:pt x="6753" y="3516"/>
                      <a:pt x="6753" y="3516"/>
                    </a:cubicBezTo>
                    <a:cubicBezTo>
                      <a:pt x="6753" y="3516"/>
                      <a:pt x="6702" y="3492"/>
                      <a:pt x="6686" y="3492"/>
                    </a:cubicBezTo>
                    <a:lnTo>
                      <a:pt x="6652" y="3516"/>
                    </a:lnTo>
                    <a:cubicBezTo>
                      <a:pt x="6652" y="3516"/>
                      <a:pt x="6636" y="3508"/>
                      <a:pt x="6644" y="3492"/>
                    </a:cubicBezTo>
                    <a:cubicBezTo>
                      <a:pt x="6652" y="3474"/>
                      <a:pt x="6636" y="3466"/>
                      <a:pt x="6626" y="3458"/>
                    </a:cubicBezTo>
                    <a:cubicBezTo>
                      <a:pt x="6626" y="3455"/>
                      <a:pt x="6626" y="3454"/>
                      <a:pt x="6626" y="3454"/>
                    </a:cubicBezTo>
                    <a:cubicBezTo>
                      <a:pt x="6625" y="3454"/>
                      <a:pt x="6624" y="3458"/>
                      <a:pt x="6618" y="3458"/>
                    </a:cubicBezTo>
                    <a:cubicBezTo>
                      <a:pt x="6610" y="3458"/>
                      <a:pt x="6610" y="3458"/>
                      <a:pt x="6610" y="3450"/>
                    </a:cubicBezTo>
                    <a:cubicBezTo>
                      <a:pt x="6618" y="3442"/>
                      <a:pt x="6602" y="3442"/>
                      <a:pt x="6610" y="3432"/>
                    </a:cubicBezTo>
                    <a:cubicBezTo>
                      <a:pt x="6618" y="3416"/>
                      <a:pt x="6594" y="3424"/>
                      <a:pt x="6594" y="3416"/>
                    </a:cubicBezTo>
                    <a:lnTo>
                      <a:pt x="6568" y="3408"/>
                    </a:lnTo>
                    <a:cubicBezTo>
                      <a:pt x="6568" y="3408"/>
                      <a:pt x="6544" y="3392"/>
                      <a:pt x="6544" y="3382"/>
                    </a:cubicBezTo>
                    <a:cubicBezTo>
                      <a:pt x="6544" y="3374"/>
                      <a:pt x="6518" y="3366"/>
                      <a:pt x="6518" y="3358"/>
                    </a:cubicBezTo>
                    <a:cubicBezTo>
                      <a:pt x="6521" y="3355"/>
                      <a:pt x="6519" y="3354"/>
                      <a:pt x="6515" y="3354"/>
                    </a:cubicBezTo>
                    <a:cubicBezTo>
                      <a:pt x="6508" y="3354"/>
                      <a:pt x="6494" y="3358"/>
                      <a:pt x="6494" y="3358"/>
                    </a:cubicBezTo>
                    <a:lnTo>
                      <a:pt x="6468" y="3342"/>
                    </a:lnTo>
                    <a:lnTo>
                      <a:pt x="6426" y="3323"/>
                    </a:lnTo>
                    <a:cubicBezTo>
                      <a:pt x="6426" y="3323"/>
                      <a:pt x="6402" y="3315"/>
                      <a:pt x="6394" y="3307"/>
                    </a:cubicBezTo>
                    <a:cubicBezTo>
                      <a:pt x="6376" y="3299"/>
                      <a:pt x="6352" y="3291"/>
                      <a:pt x="6352" y="3291"/>
                    </a:cubicBezTo>
                    <a:lnTo>
                      <a:pt x="6317" y="3291"/>
                    </a:lnTo>
                    <a:lnTo>
                      <a:pt x="6301" y="3273"/>
                    </a:lnTo>
                    <a:cubicBezTo>
                      <a:pt x="6301" y="3273"/>
                      <a:pt x="6301" y="3241"/>
                      <a:pt x="6309" y="3231"/>
                    </a:cubicBezTo>
                    <a:cubicBezTo>
                      <a:pt x="6309" y="3223"/>
                      <a:pt x="6285" y="3215"/>
                      <a:pt x="6285" y="3215"/>
                    </a:cubicBezTo>
                    <a:cubicBezTo>
                      <a:pt x="6285" y="3215"/>
                      <a:pt x="6275" y="3199"/>
                      <a:pt x="6285" y="3191"/>
                    </a:cubicBezTo>
                    <a:cubicBezTo>
                      <a:pt x="6285" y="3181"/>
                      <a:pt x="6267" y="3173"/>
                      <a:pt x="6259" y="3165"/>
                    </a:cubicBezTo>
                    <a:lnTo>
                      <a:pt x="6243" y="3165"/>
                    </a:lnTo>
                    <a:cubicBezTo>
                      <a:pt x="6238" y="3165"/>
                      <a:pt x="6232" y="3169"/>
                      <a:pt x="6228" y="3169"/>
                    </a:cubicBezTo>
                    <a:cubicBezTo>
                      <a:pt x="6226" y="3169"/>
                      <a:pt x="6225" y="3168"/>
                      <a:pt x="6225" y="3165"/>
                    </a:cubicBezTo>
                    <a:cubicBezTo>
                      <a:pt x="6243" y="3149"/>
                      <a:pt x="6243" y="3157"/>
                      <a:pt x="6251" y="3149"/>
                    </a:cubicBezTo>
                    <a:cubicBezTo>
                      <a:pt x="6259" y="3141"/>
                      <a:pt x="6243" y="3131"/>
                      <a:pt x="6243" y="3115"/>
                    </a:cubicBezTo>
                    <a:cubicBezTo>
                      <a:pt x="6243" y="3107"/>
                      <a:pt x="6243" y="3105"/>
                      <a:pt x="6242" y="3105"/>
                    </a:cubicBezTo>
                    <a:cubicBezTo>
                      <a:pt x="6241" y="3105"/>
                      <a:pt x="6239" y="3107"/>
                      <a:pt x="6235" y="3107"/>
                    </a:cubicBezTo>
                    <a:lnTo>
                      <a:pt x="6193" y="3107"/>
                    </a:lnTo>
                    <a:cubicBezTo>
                      <a:pt x="6185" y="3099"/>
                      <a:pt x="6159" y="3091"/>
                      <a:pt x="6159" y="3091"/>
                    </a:cubicBezTo>
                    <a:lnTo>
                      <a:pt x="6109" y="3091"/>
                    </a:lnTo>
                    <a:cubicBezTo>
                      <a:pt x="6093" y="3099"/>
                      <a:pt x="6075" y="3099"/>
                      <a:pt x="6075" y="3099"/>
                    </a:cubicBezTo>
                    <a:cubicBezTo>
                      <a:pt x="6072" y="3102"/>
                      <a:pt x="6067" y="3102"/>
                      <a:pt x="6061" y="3102"/>
                    </a:cubicBezTo>
                    <a:cubicBezTo>
                      <a:pt x="6049" y="3102"/>
                      <a:pt x="6035" y="3099"/>
                      <a:pt x="6035" y="3099"/>
                    </a:cubicBezTo>
                    <a:cubicBezTo>
                      <a:pt x="6035" y="3099"/>
                      <a:pt x="6017" y="3099"/>
                      <a:pt x="6009" y="3091"/>
                    </a:cubicBezTo>
                    <a:cubicBezTo>
                      <a:pt x="6001" y="3091"/>
                      <a:pt x="5993" y="3065"/>
                      <a:pt x="6001" y="3057"/>
                    </a:cubicBezTo>
                    <a:cubicBezTo>
                      <a:pt x="6009" y="3057"/>
                      <a:pt x="6009" y="3057"/>
                      <a:pt x="6009" y="3065"/>
                    </a:cubicBezTo>
                    <a:cubicBezTo>
                      <a:pt x="6009" y="3065"/>
                      <a:pt x="6012" y="3068"/>
                      <a:pt x="6015" y="3068"/>
                    </a:cubicBezTo>
                    <a:cubicBezTo>
                      <a:pt x="6016" y="3068"/>
                      <a:pt x="6017" y="3067"/>
                      <a:pt x="6017" y="3065"/>
                    </a:cubicBezTo>
                    <a:lnTo>
                      <a:pt x="6025" y="3065"/>
                    </a:lnTo>
                    <a:cubicBezTo>
                      <a:pt x="6025" y="3069"/>
                      <a:pt x="6027" y="3071"/>
                      <a:pt x="6031" y="3071"/>
                    </a:cubicBezTo>
                    <a:cubicBezTo>
                      <a:pt x="6034" y="3071"/>
                      <a:pt x="6039" y="3069"/>
                      <a:pt x="6043" y="3065"/>
                    </a:cubicBezTo>
                    <a:lnTo>
                      <a:pt x="6051" y="3065"/>
                    </a:lnTo>
                    <a:lnTo>
                      <a:pt x="6059" y="3073"/>
                    </a:lnTo>
                    <a:cubicBezTo>
                      <a:pt x="6061" y="3070"/>
                      <a:pt x="6064" y="3069"/>
                      <a:pt x="6067" y="3069"/>
                    </a:cubicBezTo>
                    <a:cubicBezTo>
                      <a:pt x="6073" y="3069"/>
                      <a:pt x="6081" y="3073"/>
                      <a:pt x="6093" y="3073"/>
                    </a:cubicBezTo>
                    <a:cubicBezTo>
                      <a:pt x="6101" y="3073"/>
                      <a:pt x="6101" y="3081"/>
                      <a:pt x="6125" y="3081"/>
                    </a:cubicBezTo>
                    <a:cubicBezTo>
                      <a:pt x="6125" y="3081"/>
                      <a:pt x="6143" y="3081"/>
                      <a:pt x="6167" y="3065"/>
                    </a:cubicBezTo>
                    <a:cubicBezTo>
                      <a:pt x="6167" y="3057"/>
                      <a:pt x="6167" y="3049"/>
                      <a:pt x="6175" y="3041"/>
                    </a:cubicBezTo>
                    <a:cubicBezTo>
                      <a:pt x="6175" y="3041"/>
                      <a:pt x="6185" y="3031"/>
                      <a:pt x="6193" y="3031"/>
                    </a:cubicBezTo>
                    <a:cubicBezTo>
                      <a:pt x="6197" y="3027"/>
                      <a:pt x="6201" y="3025"/>
                      <a:pt x="6204" y="3025"/>
                    </a:cubicBezTo>
                    <a:cubicBezTo>
                      <a:pt x="6207" y="3025"/>
                      <a:pt x="6209" y="3027"/>
                      <a:pt x="6209" y="3031"/>
                    </a:cubicBezTo>
                    <a:lnTo>
                      <a:pt x="6217" y="3031"/>
                    </a:lnTo>
                    <a:cubicBezTo>
                      <a:pt x="6225" y="3031"/>
                      <a:pt x="6225" y="3023"/>
                      <a:pt x="6235" y="3023"/>
                    </a:cubicBezTo>
                    <a:cubicBezTo>
                      <a:pt x="6235" y="3049"/>
                      <a:pt x="6209" y="3049"/>
                      <a:pt x="6243" y="3057"/>
                    </a:cubicBezTo>
                    <a:cubicBezTo>
                      <a:pt x="6252" y="3058"/>
                      <a:pt x="6259" y="3059"/>
                      <a:pt x="6265" y="3059"/>
                    </a:cubicBezTo>
                    <a:cubicBezTo>
                      <a:pt x="6289" y="3059"/>
                      <a:pt x="6298" y="3049"/>
                      <a:pt x="6317" y="3049"/>
                    </a:cubicBezTo>
                    <a:cubicBezTo>
                      <a:pt x="6344" y="3049"/>
                      <a:pt x="6336" y="3065"/>
                      <a:pt x="6376" y="3065"/>
                    </a:cubicBezTo>
                    <a:cubicBezTo>
                      <a:pt x="6386" y="3065"/>
                      <a:pt x="6402" y="3065"/>
                      <a:pt x="6410" y="3073"/>
                    </a:cubicBezTo>
                    <a:cubicBezTo>
                      <a:pt x="6421" y="3076"/>
                      <a:pt x="6428" y="3078"/>
                      <a:pt x="6433" y="3078"/>
                    </a:cubicBezTo>
                    <a:cubicBezTo>
                      <a:pt x="6440" y="3078"/>
                      <a:pt x="6440" y="3074"/>
                      <a:pt x="6436" y="3065"/>
                    </a:cubicBezTo>
                    <a:cubicBezTo>
                      <a:pt x="6418" y="3031"/>
                      <a:pt x="6418" y="3023"/>
                      <a:pt x="6386" y="3023"/>
                    </a:cubicBezTo>
                    <a:cubicBezTo>
                      <a:pt x="6352" y="3023"/>
                      <a:pt x="6329" y="3012"/>
                      <a:pt x="6312" y="3012"/>
                    </a:cubicBezTo>
                    <a:cubicBezTo>
                      <a:pt x="6308" y="3012"/>
                      <a:pt x="6305" y="3013"/>
                      <a:pt x="6301" y="3015"/>
                    </a:cubicBezTo>
                    <a:cubicBezTo>
                      <a:pt x="6293" y="3015"/>
                      <a:pt x="6275" y="2999"/>
                      <a:pt x="6293" y="2999"/>
                    </a:cubicBezTo>
                    <a:cubicBezTo>
                      <a:pt x="6299" y="2999"/>
                      <a:pt x="6296" y="2984"/>
                      <a:pt x="6284" y="2984"/>
                    </a:cubicBezTo>
                    <a:cubicBezTo>
                      <a:pt x="6280" y="2984"/>
                      <a:pt x="6274" y="2986"/>
                      <a:pt x="6267" y="2991"/>
                    </a:cubicBezTo>
                    <a:cubicBezTo>
                      <a:pt x="6251" y="2999"/>
                      <a:pt x="6235" y="2999"/>
                      <a:pt x="6235" y="3007"/>
                    </a:cubicBezTo>
                    <a:cubicBezTo>
                      <a:pt x="6225" y="3007"/>
                      <a:pt x="6217" y="2999"/>
                      <a:pt x="6217" y="2991"/>
                    </a:cubicBezTo>
                    <a:cubicBezTo>
                      <a:pt x="6217" y="2981"/>
                      <a:pt x="6225" y="2973"/>
                      <a:pt x="6225" y="2973"/>
                    </a:cubicBezTo>
                    <a:lnTo>
                      <a:pt x="6251" y="2965"/>
                    </a:lnTo>
                    <a:lnTo>
                      <a:pt x="6275" y="2981"/>
                    </a:lnTo>
                    <a:cubicBezTo>
                      <a:pt x="6275" y="2978"/>
                      <a:pt x="6277" y="2977"/>
                      <a:pt x="6280" y="2977"/>
                    </a:cubicBezTo>
                    <a:cubicBezTo>
                      <a:pt x="6285" y="2977"/>
                      <a:pt x="6293" y="2981"/>
                      <a:pt x="6293" y="2981"/>
                    </a:cubicBezTo>
                    <a:cubicBezTo>
                      <a:pt x="6293" y="2981"/>
                      <a:pt x="6309" y="2973"/>
                      <a:pt x="6317" y="2957"/>
                    </a:cubicBezTo>
                    <a:cubicBezTo>
                      <a:pt x="6317" y="2957"/>
                      <a:pt x="6336" y="2930"/>
                      <a:pt x="6360" y="2922"/>
                    </a:cubicBezTo>
                    <a:lnTo>
                      <a:pt x="6386" y="2922"/>
                    </a:lnTo>
                    <a:cubicBezTo>
                      <a:pt x="6386" y="2922"/>
                      <a:pt x="6418" y="2922"/>
                      <a:pt x="6436" y="2914"/>
                    </a:cubicBezTo>
                    <a:lnTo>
                      <a:pt x="6460" y="2914"/>
                    </a:lnTo>
                    <a:cubicBezTo>
                      <a:pt x="6468" y="2914"/>
                      <a:pt x="6486" y="2922"/>
                      <a:pt x="6494" y="2922"/>
                    </a:cubicBezTo>
                    <a:cubicBezTo>
                      <a:pt x="6502" y="2930"/>
                      <a:pt x="6510" y="2940"/>
                      <a:pt x="6518" y="2940"/>
                    </a:cubicBezTo>
                    <a:cubicBezTo>
                      <a:pt x="6526" y="2940"/>
                      <a:pt x="6544" y="2957"/>
                      <a:pt x="6544" y="2957"/>
                    </a:cubicBezTo>
                    <a:lnTo>
                      <a:pt x="6510" y="2957"/>
                    </a:lnTo>
                    <a:cubicBezTo>
                      <a:pt x="6502" y="2957"/>
                      <a:pt x="6486" y="2957"/>
                      <a:pt x="6476" y="2940"/>
                    </a:cubicBezTo>
                    <a:cubicBezTo>
                      <a:pt x="6471" y="2932"/>
                      <a:pt x="6466" y="2929"/>
                      <a:pt x="6461" y="2929"/>
                    </a:cubicBezTo>
                    <a:cubicBezTo>
                      <a:pt x="6450" y="2929"/>
                      <a:pt x="6441" y="2943"/>
                      <a:pt x="6436" y="2948"/>
                    </a:cubicBezTo>
                    <a:cubicBezTo>
                      <a:pt x="6426" y="2948"/>
                      <a:pt x="6418" y="2948"/>
                      <a:pt x="6410" y="2940"/>
                    </a:cubicBezTo>
                    <a:lnTo>
                      <a:pt x="6394" y="2940"/>
                    </a:lnTo>
                    <a:lnTo>
                      <a:pt x="6394" y="2965"/>
                    </a:lnTo>
                    <a:lnTo>
                      <a:pt x="6394" y="2999"/>
                    </a:lnTo>
                    <a:cubicBezTo>
                      <a:pt x="6410" y="2999"/>
                      <a:pt x="6418" y="3015"/>
                      <a:pt x="6426" y="3015"/>
                    </a:cubicBezTo>
                    <a:cubicBezTo>
                      <a:pt x="6426" y="3015"/>
                      <a:pt x="6444" y="3023"/>
                      <a:pt x="6452" y="3023"/>
                    </a:cubicBezTo>
                    <a:cubicBezTo>
                      <a:pt x="6460" y="3023"/>
                      <a:pt x="6494" y="3031"/>
                      <a:pt x="6510" y="3031"/>
                    </a:cubicBezTo>
                    <a:cubicBezTo>
                      <a:pt x="6526" y="3031"/>
                      <a:pt x="6544" y="3057"/>
                      <a:pt x="6544" y="3057"/>
                    </a:cubicBezTo>
                    <a:cubicBezTo>
                      <a:pt x="6552" y="3057"/>
                      <a:pt x="6610" y="3049"/>
                      <a:pt x="6618" y="3049"/>
                    </a:cubicBezTo>
                    <a:cubicBezTo>
                      <a:pt x="6626" y="3049"/>
                      <a:pt x="6644" y="3031"/>
                      <a:pt x="6660" y="3023"/>
                    </a:cubicBezTo>
                    <a:cubicBezTo>
                      <a:pt x="6676" y="3015"/>
                      <a:pt x="6702" y="3015"/>
                      <a:pt x="6711" y="2999"/>
                    </a:cubicBezTo>
                    <a:lnTo>
                      <a:pt x="6719" y="2991"/>
                    </a:lnTo>
                    <a:cubicBezTo>
                      <a:pt x="6719" y="2991"/>
                      <a:pt x="6745" y="2981"/>
                      <a:pt x="6769" y="2973"/>
                    </a:cubicBezTo>
                    <a:cubicBezTo>
                      <a:pt x="6795" y="2965"/>
                      <a:pt x="6827" y="2965"/>
                      <a:pt x="6827" y="2957"/>
                    </a:cubicBezTo>
                    <a:cubicBezTo>
                      <a:pt x="6837" y="2957"/>
                      <a:pt x="6837" y="2965"/>
                      <a:pt x="6837" y="2965"/>
                    </a:cubicBezTo>
                    <a:cubicBezTo>
                      <a:pt x="6837" y="2965"/>
                      <a:pt x="6861" y="2948"/>
                      <a:pt x="6869" y="2940"/>
                    </a:cubicBezTo>
                    <a:cubicBezTo>
                      <a:pt x="6877" y="2930"/>
                      <a:pt x="6869" y="2922"/>
                      <a:pt x="6869" y="2914"/>
                    </a:cubicBezTo>
                    <a:cubicBezTo>
                      <a:pt x="6861" y="2906"/>
                      <a:pt x="6869" y="2890"/>
                      <a:pt x="6877" y="2864"/>
                    </a:cubicBezTo>
                    <a:cubicBezTo>
                      <a:pt x="6877" y="2856"/>
                      <a:pt x="6869" y="2856"/>
                      <a:pt x="6869" y="2856"/>
                    </a:cubicBezTo>
                    <a:cubicBezTo>
                      <a:pt x="6861" y="2848"/>
                      <a:pt x="6861" y="2856"/>
                      <a:pt x="6837" y="2840"/>
                    </a:cubicBezTo>
                    <a:cubicBezTo>
                      <a:pt x="6829" y="2835"/>
                      <a:pt x="6824" y="2832"/>
                      <a:pt x="6820" y="2832"/>
                    </a:cubicBezTo>
                    <a:cubicBezTo>
                      <a:pt x="6813" y="2832"/>
                      <a:pt x="6811" y="2843"/>
                      <a:pt x="6795" y="2848"/>
                    </a:cubicBezTo>
                    <a:cubicBezTo>
                      <a:pt x="6778" y="2852"/>
                      <a:pt x="6773" y="2854"/>
                      <a:pt x="6771" y="2854"/>
                    </a:cubicBezTo>
                    <a:cubicBezTo>
                      <a:pt x="6769" y="2854"/>
                      <a:pt x="6769" y="2852"/>
                      <a:pt x="6761" y="2848"/>
                    </a:cubicBezTo>
                    <a:cubicBezTo>
                      <a:pt x="6745" y="2848"/>
                      <a:pt x="6745" y="2848"/>
                      <a:pt x="6727" y="2840"/>
                    </a:cubicBezTo>
                    <a:lnTo>
                      <a:pt x="6711" y="2830"/>
                    </a:lnTo>
                    <a:lnTo>
                      <a:pt x="6686" y="2830"/>
                    </a:lnTo>
                    <a:cubicBezTo>
                      <a:pt x="6680" y="2827"/>
                      <a:pt x="6677" y="2827"/>
                      <a:pt x="6676" y="2827"/>
                    </a:cubicBezTo>
                    <a:cubicBezTo>
                      <a:pt x="6672" y="2827"/>
                      <a:pt x="6674" y="2830"/>
                      <a:pt x="6668" y="2830"/>
                    </a:cubicBezTo>
                    <a:cubicBezTo>
                      <a:pt x="6660" y="2840"/>
                      <a:pt x="6652" y="2840"/>
                      <a:pt x="6644" y="2848"/>
                    </a:cubicBezTo>
                    <a:cubicBezTo>
                      <a:pt x="6626" y="2848"/>
                      <a:pt x="6618" y="2840"/>
                      <a:pt x="6610" y="2840"/>
                    </a:cubicBezTo>
                    <a:cubicBezTo>
                      <a:pt x="6610" y="2830"/>
                      <a:pt x="6602" y="2822"/>
                      <a:pt x="6610" y="2814"/>
                    </a:cubicBezTo>
                    <a:cubicBezTo>
                      <a:pt x="6618" y="2806"/>
                      <a:pt x="6618" y="2798"/>
                      <a:pt x="6636" y="2790"/>
                    </a:cubicBezTo>
                    <a:cubicBezTo>
                      <a:pt x="6639" y="2787"/>
                      <a:pt x="6642" y="2786"/>
                      <a:pt x="6644" y="2786"/>
                    </a:cubicBezTo>
                    <a:cubicBezTo>
                      <a:pt x="6649" y="2786"/>
                      <a:pt x="6652" y="2790"/>
                      <a:pt x="6652" y="2790"/>
                    </a:cubicBezTo>
                    <a:lnTo>
                      <a:pt x="6694" y="2790"/>
                    </a:lnTo>
                    <a:cubicBezTo>
                      <a:pt x="6702" y="2790"/>
                      <a:pt x="6702" y="2790"/>
                      <a:pt x="6711" y="2798"/>
                    </a:cubicBezTo>
                    <a:cubicBezTo>
                      <a:pt x="6719" y="2806"/>
                      <a:pt x="6727" y="2814"/>
                      <a:pt x="6727" y="2814"/>
                    </a:cubicBezTo>
                    <a:lnTo>
                      <a:pt x="6737" y="2814"/>
                    </a:lnTo>
                    <a:cubicBezTo>
                      <a:pt x="6745" y="2814"/>
                      <a:pt x="6753" y="2822"/>
                      <a:pt x="6753" y="2822"/>
                    </a:cubicBezTo>
                    <a:cubicBezTo>
                      <a:pt x="6761" y="2822"/>
                      <a:pt x="6777" y="2806"/>
                      <a:pt x="6787" y="2798"/>
                    </a:cubicBezTo>
                    <a:cubicBezTo>
                      <a:pt x="6789" y="2795"/>
                      <a:pt x="6792" y="2795"/>
                      <a:pt x="6794" y="2795"/>
                    </a:cubicBezTo>
                    <a:cubicBezTo>
                      <a:pt x="6799" y="2795"/>
                      <a:pt x="6803" y="2798"/>
                      <a:pt x="6803" y="2798"/>
                    </a:cubicBezTo>
                    <a:lnTo>
                      <a:pt x="6819" y="2798"/>
                    </a:lnTo>
                    <a:cubicBezTo>
                      <a:pt x="6819" y="2798"/>
                      <a:pt x="6837" y="2798"/>
                      <a:pt x="6845" y="2790"/>
                    </a:cubicBezTo>
                    <a:cubicBezTo>
                      <a:pt x="6853" y="2790"/>
                      <a:pt x="6869" y="2780"/>
                      <a:pt x="6869" y="2780"/>
                    </a:cubicBezTo>
                    <a:lnTo>
                      <a:pt x="6895" y="2756"/>
                    </a:lnTo>
                    <a:lnTo>
                      <a:pt x="6911" y="2756"/>
                    </a:lnTo>
                    <a:lnTo>
                      <a:pt x="6919" y="2748"/>
                    </a:lnTo>
                    <a:lnTo>
                      <a:pt x="6953" y="2748"/>
                    </a:lnTo>
                    <a:cubicBezTo>
                      <a:pt x="6961" y="2752"/>
                      <a:pt x="6965" y="2754"/>
                      <a:pt x="6968" y="2754"/>
                    </a:cubicBezTo>
                    <a:cubicBezTo>
                      <a:pt x="6971" y="2754"/>
                      <a:pt x="6973" y="2752"/>
                      <a:pt x="6977" y="2748"/>
                    </a:cubicBezTo>
                    <a:cubicBezTo>
                      <a:pt x="6987" y="2748"/>
                      <a:pt x="6987" y="2740"/>
                      <a:pt x="7003" y="2714"/>
                    </a:cubicBezTo>
                    <a:cubicBezTo>
                      <a:pt x="7011" y="2698"/>
                      <a:pt x="7053" y="2680"/>
                      <a:pt x="7053" y="2680"/>
                    </a:cubicBezTo>
                    <a:cubicBezTo>
                      <a:pt x="7053" y="2680"/>
                      <a:pt x="7088" y="2656"/>
                      <a:pt x="7088" y="2648"/>
                    </a:cubicBezTo>
                    <a:cubicBezTo>
                      <a:pt x="7096" y="2630"/>
                      <a:pt x="7078" y="2630"/>
                      <a:pt x="7069" y="2630"/>
                    </a:cubicBezTo>
                    <a:lnTo>
                      <a:pt x="7053" y="2630"/>
                    </a:lnTo>
                    <a:cubicBezTo>
                      <a:pt x="7053" y="2630"/>
                      <a:pt x="7037" y="2640"/>
                      <a:pt x="7027" y="2640"/>
                    </a:cubicBezTo>
                    <a:cubicBezTo>
                      <a:pt x="7023" y="2644"/>
                      <a:pt x="7021" y="2646"/>
                      <a:pt x="7019" y="2646"/>
                    </a:cubicBezTo>
                    <a:cubicBezTo>
                      <a:pt x="7017" y="2646"/>
                      <a:pt x="7015" y="2644"/>
                      <a:pt x="7011" y="2640"/>
                    </a:cubicBezTo>
                    <a:cubicBezTo>
                      <a:pt x="7003" y="2630"/>
                      <a:pt x="7003" y="2640"/>
                      <a:pt x="7003" y="2622"/>
                    </a:cubicBezTo>
                    <a:lnTo>
                      <a:pt x="6987" y="2622"/>
                    </a:lnTo>
                    <a:cubicBezTo>
                      <a:pt x="6987" y="2619"/>
                      <a:pt x="6986" y="2618"/>
                      <a:pt x="6984" y="2618"/>
                    </a:cubicBezTo>
                    <a:cubicBezTo>
                      <a:pt x="6981" y="2618"/>
                      <a:pt x="6975" y="2622"/>
                      <a:pt x="6969" y="2622"/>
                    </a:cubicBezTo>
                    <a:cubicBezTo>
                      <a:pt x="6969" y="2630"/>
                      <a:pt x="6961" y="2630"/>
                      <a:pt x="6953" y="2640"/>
                    </a:cubicBezTo>
                    <a:lnTo>
                      <a:pt x="6927" y="2640"/>
                    </a:lnTo>
                    <a:cubicBezTo>
                      <a:pt x="6919" y="2630"/>
                      <a:pt x="6911" y="2630"/>
                      <a:pt x="6919" y="2614"/>
                    </a:cubicBezTo>
                    <a:cubicBezTo>
                      <a:pt x="6927" y="2606"/>
                      <a:pt x="6927" y="2606"/>
                      <a:pt x="6937" y="2598"/>
                    </a:cubicBezTo>
                    <a:cubicBezTo>
                      <a:pt x="6945" y="2590"/>
                      <a:pt x="6953" y="2579"/>
                      <a:pt x="6953" y="2579"/>
                    </a:cubicBezTo>
                    <a:cubicBezTo>
                      <a:pt x="6953" y="2579"/>
                      <a:pt x="6945" y="2571"/>
                      <a:pt x="6945" y="2563"/>
                    </a:cubicBezTo>
                    <a:cubicBezTo>
                      <a:pt x="6945" y="2563"/>
                      <a:pt x="6877" y="2547"/>
                      <a:pt x="6869" y="2539"/>
                    </a:cubicBezTo>
                    <a:lnTo>
                      <a:pt x="6845" y="2539"/>
                    </a:lnTo>
                    <a:cubicBezTo>
                      <a:pt x="6845" y="2539"/>
                      <a:pt x="6827" y="2539"/>
                      <a:pt x="6827" y="2529"/>
                    </a:cubicBezTo>
                    <a:cubicBezTo>
                      <a:pt x="6819" y="2521"/>
                      <a:pt x="6819" y="2513"/>
                      <a:pt x="6819" y="2505"/>
                    </a:cubicBezTo>
                    <a:cubicBezTo>
                      <a:pt x="6819" y="2497"/>
                      <a:pt x="6811" y="2497"/>
                      <a:pt x="6819" y="2479"/>
                    </a:cubicBezTo>
                    <a:cubicBezTo>
                      <a:pt x="6819" y="2463"/>
                      <a:pt x="6837" y="2463"/>
                      <a:pt x="6837" y="2463"/>
                    </a:cubicBezTo>
                    <a:lnTo>
                      <a:pt x="6853" y="2463"/>
                    </a:lnTo>
                    <a:cubicBezTo>
                      <a:pt x="6855" y="2462"/>
                      <a:pt x="6856" y="2461"/>
                      <a:pt x="6857" y="2461"/>
                    </a:cubicBezTo>
                    <a:cubicBezTo>
                      <a:pt x="6861" y="2461"/>
                      <a:pt x="6863" y="2471"/>
                      <a:pt x="6869" y="2471"/>
                    </a:cubicBezTo>
                    <a:cubicBezTo>
                      <a:pt x="6869" y="2479"/>
                      <a:pt x="6877" y="2489"/>
                      <a:pt x="6895" y="2489"/>
                    </a:cubicBezTo>
                    <a:cubicBezTo>
                      <a:pt x="6903" y="2489"/>
                      <a:pt x="6911" y="2497"/>
                      <a:pt x="6919" y="2497"/>
                    </a:cubicBezTo>
                    <a:cubicBezTo>
                      <a:pt x="6922" y="2500"/>
                      <a:pt x="6924" y="2501"/>
                      <a:pt x="6925" y="2501"/>
                    </a:cubicBezTo>
                    <a:cubicBezTo>
                      <a:pt x="6929" y="2501"/>
                      <a:pt x="6933" y="2497"/>
                      <a:pt x="6945" y="2497"/>
                    </a:cubicBezTo>
                    <a:cubicBezTo>
                      <a:pt x="6961" y="2489"/>
                      <a:pt x="6961" y="2489"/>
                      <a:pt x="6969" y="2479"/>
                    </a:cubicBezTo>
                    <a:cubicBezTo>
                      <a:pt x="6977" y="2471"/>
                      <a:pt x="6969" y="2463"/>
                      <a:pt x="6977" y="2447"/>
                    </a:cubicBezTo>
                    <a:lnTo>
                      <a:pt x="6977" y="2421"/>
                    </a:lnTo>
                    <a:cubicBezTo>
                      <a:pt x="6987" y="2405"/>
                      <a:pt x="6977" y="2405"/>
                      <a:pt x="6987" y="2397"/>
                    </a:cubicBezTo>
                    <a:cubicBezTo>
                      <a:pt x="6995" y="2379"/>
                      <a:pt x="7003" y="2389"/>
                      <a:pt x="7011" y="2371"/>
                    </a:cubicBezTo>
                    <a:lnTo>
                      <a:pt x="7019" y="2363"/>
                    </a:lnTo>
                    <a:lnTo>
                      <a:pt x="7019" y="2347"/>
                    </a:lnTo>
                    <a:lnTo>
                      <a:pt x="7019" y="2329"/>
                    </a:lnTo>
                    <a:cubicBezTo>
                      <a:pt x="7019" y="2321"/>
                      <a:pt x="6969" y="2247"/>
                      <a:pt x="6969" y="2247"/>
                    </a:cubicBezTo>
                    <a:cubicBezTo>
                      <a:pt x="6969" y="2247"/>
                      <a:pt x="6953" y="2239"/>
                      <a:pt x="6937" y="2239"/>
                    </a:cubicBezTo>
                    <a:cubicBezTo>
                      <a:pt x="6919" y="2239"/>
                      <a:pt x="6919" y="2239"/>
                      <a:pt x="6919" y="2229"/>
                    </a:cubicBezTo>
                    <a:cubicBezTo>
                      <a:pt x="6919" y="2229"/>
                      <a:pt x="6903" y="2221"/>
                      <a:pt x="6903" y="2213"/>
                    </a:cubicBezTo>
                    <a:cubicBezTo>
                      <a:pt x="6903" y="2204"/>
                      <a:pt x="6895" y="2196"/>
                      <a:pt x="6887" y="2188"/>
                    </a:cubicBezTo>
                    <a:cubicBezTo>
                      <a:pt x="6887" y="2188"/>
                      <a:pt x="6877" y="2188"/>
                      <a:pt x="6877" y="2178"/>
                    </a:cubicBezTo>
                    <a:lnTo>
                      <a:pt x="6853" y="2178"/>
                    </a:lnTo>
                    <a:lnTo>
                      <a:pt x="6819" y="2188"/>
                    </a:lnTo>
                    <a:lnTo>
                      <a:pt x="6795" y="2188"/>
                    </a:lnTo>
                    <a:cubicBezTo>
                      <a:pt x="6795" y="2188"/>
                      <a:pt x="6769" y="2192"/>
                      <a:pt x="6746" y="2192"/>
                    </a:cubicBezTo>
                    <a:cubicBezTo>
                      <a:pt x="6735" y="2192"/>
                      <a:pt x="6725" y="2191"/>
                      <a:pt x="6719" y="2188"/>
                    </a:cubicBezTo>
                    <a:lnTo>
                      <a:pt x="6686" y="2188"/>
                    </a:lnTo>
                    <a:cubicBezTo>
                      <a:pt x="6686" y="2188"/>
                      <a:pt x="6675" y="2192"/>
                      <a:pt x="6665" y="2192"/>
                    </a:cubicBezTo>
                    <a:cubicBezTo>
                      <a:pt x="6660" y="2192"/>
                      <a:pt x="6655" y="2191"/>
                      <a:pt x="6652" y="2188"/>
                    </a:cubicBezTo>
                    <a:cubicBezTo>
                      <a:pt x="6644" y="2178"/>
                      <a:pt x="6636" y="2178"/>
                      <a:pt x="6636" y="2178"/>
                    </a:cubicBezTo>
                    <a:cubicBezTo>
                      <a:pt x="6636" y="2178"/>
                      <a:pt x="6610" y="2146"/>
                      <a:pt x="6618" y="2138"/>
                    </a:cubicBezTo>
                    <a:cubicBezTo>
                      <a:pt x="6618" y="2138"/>
                      <a:pt x="6594" y="2120"/>
                      <a:pt x="6586" y="2120"/>
                    </a:cubicBezTo>
                    <a:cubicBezTo>
                      <a:pt x="6576" y="2112"/>
                      <a:pt x="6568" y="2112"/>
                      <a:pt x="6568" y="2112"/>
                    </a:cubicBezTo>
                    <a:lnTo>
                      <a:pt x="6560" y="2112"/>
                    </a:lnTo>
                    <a:cubicBezTo>
                      <a:pt x="6560" y="2112"/>
                      <a:pt x="6552" y="2112"/>
                      <a:pt x="6552" y="2120"/>
                    </a:cubicBezTo>
                    <a:lnTo>
                      <a:pt x="6544" y="2120"/>
                    </a:lnTo>
                    <a:cubicBezTo>
                      <a:pt x="6544" y="2120"/>
                      <a:pt x="6526" y="2112"/>
                      <a:pt x="6526" y="2104"/>
                    </a:cubicBezTo>
                    <a:cubicBezTo>
                      <a:pt x="6518" y="2096"/>
                      <a:pt x="6518" y="2088"/>
                      <a:pt x="6518" y="2078"/>
                    </a:cubicBezTo>
                    <a:cubicBezTo>
                      <a:pt x="6526" y="2062"/>
                      <a:pt x="6526" y="2062"/>
                      <a:pt x="6536" y="2062"/>
                    </a:cubicBezTo>
                    <a:cubicBezTo>
                      <a:pt x="6536" y="2054"/>
                      <a:pt x="6544" y="2054"/>
                      <a:pt x="6552" y="2054"/>
                    </a:cubicBezTo>
                    <a:lnTo>
                      <a:pt x="6560" y="2054"/>
                    </a:lnTo>
                    <a:cubicBezTo>
                      <a:pt x="6568" y="2054"/>
                      <a:pt x="6576" y="2062"/>
                      <a:pt x="6576" y="2070"/>
                    </a:cubicBezTo>
                    <a:cubicBezTo>
                      <a:pt x="6586" y="2070"/>
                      <a:pt x="6586" y="2078"/>
                      <a:pt x="6594" y="2088"/>
                    </a:cubicBezTo>
                    <a:cubicBezTo>
                      <a:pt x="6610" y="2096"/>
                      <a:pt x="6610" y="2104"/>
                      <a:pt x="6618" y="2104"/>
                    </a:cubicBezTo>
                    <a:cubicBezTo>
                      <a:pt x="6624" y="2107"/>
                      <a:pt x="6628" y="2108"/>
                      <a:pt x="6631" y="2108"/>
                    </a:cubicBezTo>
                    <a:cubicBezTo>
                      <a:pt x="6637" y="2108"/>
                      <a:pt x="6639" y="2104"/>
                      <a:pt x="6644" y="2104"/>
                    </a:cubicBezTo>
                    <a:cubicBezTo>
                      <a:pt x="6644" y="2096"/>
                      <a:pt x="6652" y="2096"/>
                      <a:pt x="6668" y="2088"/>
                    </a:cubicBezTo>
                    <a:cubicBezTo>
                      <a:pt x="6676" y="2078"/>
                      <a:pt x="6702" y="2062"/>
                      <a:pt x="6711" y="2054"/>
                    </a:cubicBezTo>
                    <a:cubicBezTo>
                      <a:pt x="6711" y="2046"/>
                      <a:pt x="6727" y="2038"/>
                      <a:pt x="6737" y="2038"/>
                    </a:cubicBezTo>
                    <a:cubicBezTo>
                      <a:pt x="6753" y="2038"/>
                      <a:pt x="6769" y="2028"/>
                      <a:pt x="6769" y="2028"/>
                    </a:cubicBezTo>
                    <a:cubicBezTo>
                      <a:pt x="6777" y="2028"/>
                      <a:pt x="6795" y="2028"/>
                      <a:pt x="6811" y="2020"/>
                    </a:cubicBezTo>
                    <a:lnTo>
                      <a:pt x="6827" y="2020"/>
                    </a:lnTo>
                    <a:cubicBezTo>
                      <a:pt x="6827" y="2012"/>
                      <a:pt x="6845" y="2004"/>
                      <a:pt x="6853" y="2004"/>
                    </a:cubicBezTo>
                    <a:lnTo>
                      <a:pt x="6861" y="2012"/>
                    </a:lnTo>
                    <a:lnTo>
                      <a:pt x="6911" y="2012"/>
                    </a:lnTo>
                    <a:cubicBezTo>
                      <a:pt x="6927" y="2012"/>
                      <a:pt x="6927" y="2020"/>
                      <a:pt x="6937" y="2020"/>
                    </a:cubicBezTo>
                    <a:cubicBezTo>
                      <a:pt x="6945" y="2020"/>
                      <a:pt x="6961" y="2028"/>
                      <a:pt x="6969" y="2028"/>
                    </a:cubicBezTo>
                    <a:lnTo>
                      <a:pt x="7011" y="2020"/>
                    </a:lnTo>
                    <a:cubicBezTo>
                      <a:pt x="7011" y="2020"/>
                      <a:pt x="7019" y="2028"/>
                      <a:pt x="7037" y="2028"/>
                    </a:cubicBezTo>
                    <a:cubicBezTo>
                      <a:pt x="7045" y="2028"/>
                      <a:pt x="7045" y="2028"/>
                      <a:pt x="7078" y="2020"/>
                    </a:cubicBezTo>
                    <a:lnTo>
                      <a:pt x="7096" y="2012"/>
                    </a:lnTo>
                    <a:cubicBezTo>
                      <a:pt x="7104" y="2012"/>
                      <a:pt x="7104" y="2004"/>
                      <a:pt x="7112" y="1988"/>
                    </a:cubicBezTo>
                    <a:cubicBezTo>
                      <a:pt x="7120" y="1970"/>
                      <a:pt x="7112" y="1978"/>
                      <a:pt x="7112" y="1962"/>
                    </a:cubicBezTo>
                    <a:cubicBezTo>
                      <a:pt x="7120" y="1962"/>
                      <a:pt x="7112" y="1938"/>
                      <a:pt x="7112" y="1928"/>
                    </a:cubicBezTo>
                    <a:lnTo>
                      <a:pt x="7104" y="1904"/>
                    </a:lnTo>
                    <a:cubicBezTo>
                      <a:pt x="7104" y="1896"/>
                      <a:pt x="7088" y="1878"/>
                      <a:pt x="7078" y="1870"/>
                    </a:cubicBezTo>
                    <a:lnTo>
                      <a:pt x="7069" y="1888"/>
                    </a:lnTo>
                    <a:cubicBezTo>
                      <a:pt x="7069" y="1888"/>
                      <a:pt x="7019" y="1854"/>
                      <a:pt x="7011" y="1854"/>
                    </a:cubicBezTo>
                    <a:lnTo>
                      <a:pt x="6987" y="1862"/>
                    </a:lnTo>
                    <a:lnTo>
                      <a:pt x="6953" y="1870"/>
                    </a:lnTo>
                    <a:cubicBezTo>
                      <a:pt x="6953" y="1870"/>
                      <a:pt x="6937" y="1881"/>
                      <a:pt x="6926" y="1881"/>
                    </a:cubicBezTo>
                    <a:cubicBezTo>
                      <a:pt x="6923" y="1881"/>
                      <a:pt x="6921" y="1880"/>
                      <a:pt x="6919" y="1878"/>
                    </a:cubicBezTo>
                    <a:cubicBezTo>
                      <a:pt x="6915" y="1870"/>
                      <a:pt x="6911" y="1868"/>
                      <a:pt x="6908" y="1868"/>
                    </a:cubicBezTo>
                    <a:cubicBezTo>
                      <a:pt x="6905" y="1868"/>
                      <a:pt x="6903" y="1870"/>
                      <a:pt x="6903" y="1870"/>
                    </a:cubicBezTo>
                    <a:cubicBezTo>
                      <a:pt x="6903" y="1862"/>
                      <a:pt x="6877" y="1854"/>
                      <a:pt x="6877" y="1854"/>
                    </a:cubicBezTo>
                    <a:lnTo>
                      <a:pt x="6853" y="1854"/>
                    </a:lnTo>
                    <a:cubicBezTo>
                      <a:pt x="6845" y="1846"/>
                      <a:pt x="6837" y="1846"/>
                      <a:pt x="6827" y="1846"/>
                    </a:cubicBezTo>
                    <a:lnTo>
                      <a:pt x="6803" y="1846"/>
                    </a:lnTo>
                    <a:cubicBezTo>
                      <a:pt x="6795" y="1846"/>
                      <a:pt x="6795" y="1837"/>
                      <a:pt x="6795" y="1827"/>
                    </a:cubicBezTo>
                    <a:cubicBezTo>
                      <a:pt x="6787" y="1819"/>
                      <a:pt x="6787" y="1819"/>
                      <a:pt x="6777" y="1819"/>
                    </a:cubicBezTo>
                    <a:cubicBezTo>
                      <a:pt x="6769" y="1819"/>
                      <a:pt x="6761" y="1811"/>
                      <a:pt x="6761" y="1811"/>
                    </a:cubicBezTo>
                    <a:cubicBezTo>
                      <a:pt x="6753" y="1803"/>
                      <a:pt x="6745" y="1795"/>
                      <a:pt x="6753" y="1777"/>
                    </a:cubicBezTo>
                    <a:cubicBezTo>
                      <a:pt x="6757" y="1773"/>
                      <a:pt x="6759" y="1771"/>
                      <a:pt x="6761" y="1771"/>
                    </a:cubicBezTo>
                    <a:cubicBezTo>
                      <a:pt x="6763" y="1771"/>
                      <a:pt x="6765" y="1773"/>
                      <a:pt x="6769" y="1777"/>
                    </a:cubicBezTo>
                    <a:cubicBezTo>
                      <a:pt x="6777" y="1777"/>
                      <a:pt x="6777" y="1769"/>
                      <a:pt x="6803" y="1769"/>
                    </a:cubicBezTo>
                    <a:cubicBezTo>
                      <a:pt x="6808" y="1767"/>
                      <a:pt x="6812" y="1766"/>
                      <a:pt x="6814" y="1766"/>
                    </a:cubicBezTo>
                    <a:cubicBezTo>
                      <a:pt x="6820" y="1766"/>
                      <a:pt x="6821" y="1769"/>
                      <a:pt x="6827" y="1769"/>
                    </a:cubicBezTo>
                    <a:cubicBezTo>
                      <a:pt x="6837" y="1769"/>
                      <a:pt x="6845" y="1777"/>
                      <a:pt x="6853" y="1777"/>
                    </a:cubicBezTo>
                    <a:cubicBezTo>
                      <a:pt x="6861" y="1787"/>
                      <a:pt x="6869" y="1795"/>
                      <a:pt x="6877" y="1795"/>
                    </a:cubicBezTo>
                    <a:cubicBezTo>
                      <a:pt x="6877" y="1795"/>
                      <a:pt x="6895" y="1803"/>
                      <a:pt x="6903" y="1803"/>
                    </a:cubicBezTo>
                    <a:lnTo>
                      <a:pt x="6927" y="1803"/>
                    </a:lnTo>
                    <a:lnTo>
                      <a:pt x="6945" y="1795"/>
                    </a:lnTo>
                    <a:lnTo>
                      <a:pt x="6961" y="1795"/>
                    </a:lnTo>
                    <a:cubicBezTo>
                      <a:pt x="6961" y="1795"/>
                      <a:pt x="6977" y="1787"/>
                      <a:pt x="6987" y="1787"/>
                    </a:cubicBezTo>
                    <a:lnTo>
                      <a:pt x="6987" y="1769"/>
                    </a:lnTo>
                    <a:lnTo>
                      <a:pt x="6953" y="1753"/>
                    </a:lnTo>
                    <a:lnTo>
                      <a:pt x="6937" y="1745"/>
                    </a:lnTo>
                    <a:lnTo>
                      <a:pt x="6911" y="1737"/>
                    </a:lnTo>
                    <a:lnTo>
                      <a:pt x="6895" y="1727"/>
                    </a:lnTo>
                    <a:cubicBezTo>
                      <a:pt x="6887" y="1727"/>
                      <a:pt x="6877" y="1719"/>
                      <a:pt x="6877" y="1719"/>
                    </a:cubicBezTo>
                    <a:lnTo>
                      <a:pt x="6819" y="1719"/>
                    </a:lnTo>
                    <a:cubicBezTo>
                      <a:pt x="6811" y="1719"/>
                      <a:pt x="6803" y="1727"/>
                      <a:pt x="6795" y="1727"/>
                    </a:cubicBezTo>
                    <a:cubicBezTo>
                      <a:pt x="6803" y="1719"/>
                      <a:pt x="6795" y="1719"/>
                      <a:pt x="6787" y="1719"/>
                    </a:cubicBezTo>
                    <a:cubicBezTo>
                      <a:pt x="6777" y="1719"/>
                      <a:pt x="6753" y="1711"/>
                      <a:pt x="6745" y="1711"/>
                    </a:cubicBezTo>
                    <a:cubicBezTo>
                      <a:pt x="6737" y="1703"/>
                      <a:pt x="6727" y="1703"/>
                      <a:pt x="6711" y="1703"/>
                    </a:cubicBezTo>
                    <a:cubicBezTo>
                      <a:pt x="6694" y="1703"/>
                      <a:pt x="6702" y="1711"/>
                      <a:pt x="6694" y="1711"/>
                    </a:cubicBezTo>
                    <a:cubicBezTo>
                      <a:pt x="6694" y="1711"/>
                      <a:pt x="6676" y="1711"/>
                      <a:pt x="6668" y="1719"/>
                    </a:cubicBezTo>
                    <a:cubicBezTo>
                      <a:pt x="6668" y="1719"/>
                      <a:pt x="6652" y="1737"/>
                      <a:pt x="6644" y="1737"/>
                    </a:cubicBezTo>
                    <a:cubicBezTo>
                      <a:pt x="6644" y="1745"/>
                      <a:pt x="6644" y="1745"/>
                      <a:pt x="6626" y="1769"/>
                    </a:cubicBezTo>
                    <a:cubicBezTo>
                      <a:pt x="6618" y="1787"/>
                      <a:pt x="6602" y="1803"/>
                      <a:pt x="6602" y="1803"/>
                    </a:cubicBezTo>
                    <a:cubicBezTo>
                      <a:pt x="6602" y="1803"/>
                      <a:pt x="6586" y="1803"/>
                      <a:pt x="6586" y="1795"/>
                    </a:cubicBezTo>
                    <a:cubicBezTo>
                      <a:pt x="6576" y="1787"/>
                      <a:pt x="6586" y="1787"/>
                      <a:pt x="6586" y="1777"/>
                    </a:cubicBezTo>
                    <a:cubicBezTo>
                      <a:pt x="6586" y="1769"/>
                      <a:pt x="6576" y="1761"/>
                      <a:pt x="6586" y="1745"/>
                    </a:cubicBezTo>
                    <a:cubicBezTo>
                      <a:pt x="6586" y="1727"/>
                      <a:pt x="6586" y="1737"/>
                      <a:pt x="6594" y="1727"/>
                    </a:cubicBezTo>
                    <a:cubicBezTo>
                      <a:pt x="6602" y="1719"/>
                      <a:pt x="6602" y="1719"/>
                      <a:pt x="6610" y="1703"/>
                    </a:cubicBezTo>
                    <a:cubicBezTo>
                      <a:pt x="6626" y="1695"/>
                      <a:pt x="6618" y="1687"/>
                      <a:pt x="6626" y="1677"/>
                    </a:cubicBezTo>
                    <a:cubicBezTo>
                      <a:pt x="6636" y="1669"/>
                      <a:pt x="6636" y="1653"/>
                      <a:pt x="6636" y="1653"/>
                    </a:cubicBezTo>
                    <a:cubicBezTo>
                      <a:pt x="6644" y="1653"/>
                      <a:pt x="6626" y="1645"/>
                      <a:pt x="6626" y="1645"/>
                    </a:cubicBezTo>
                    <a:cubicBezTo>
                      <a:pt x="6626" y="1637"/>
                      <a:pt x="6636" y="1577"/>
                      <a:pt x="6644" y="1577"/>
                    </a:cubicBezTo>
                    <a:cubicBezTo>
                      <a:pt x="6660" y="1569"/>
                      <a:pt x="6660" y="1569"/>
                      <a:pt x="6668" y="1553"/>
                    </a:cubicBezTo>
                    <a:lnTo>
                      <a:pt x="6668" y="1537"/>
                    </a:lnTo>
                    <a:cubicBezTo>
                      <a:pt x="6668" y="1519"/>
                      <a:pt x="6660" y="1519"/>
                      <a:pt x="6660" y="1519"/>
                    </a:cubicBezTo>
                    <a:cubicBezTo>
                      <a:pt x="6652" y="1511"/>
                      <a:pt x="6652" y="1503"/>
                      <a:pt x="6652" y="1477"/>
                    </a:cubicBezTo>
                    <a:cubicBezTo>
                      <a:pt x="6660" y="1460"/>
                      <a:pt x="6660" y="1469"/>
                      <a:pt x="6676" y="1460"/>
                    </a:cubicBezTo>
                    <a:cubicBezTo>
                      <a:pt x="6694" y="1444"/>
                      <a:pt x="6702" y="1444"/>
                      <a:pt x="6711" y="1444"/>
                    </a:cubicBezTo>
                    <a:cubicBezTo>
                      <a:pt x="6711" y="1440"/>
                      <a:pt x="6713" y="1438"/>
                      <a:pt x="6715" y="1438"/>
                    </a:cubicBezTo>
                    <a:cubicBezTo>
                      <a:pt x="6717" y="1438"/>
                      <a:pt x="6719" y="1440"/>
                      <a:pt x="6719" y="1444"/>
                    </a:cubicBezTo>
                    <a:lnTo>
                      <a:pt x="6727" y="1444"/>
                    </a:lnTo>
                    <a:cubicBezTo>
                      <a:pt x="6727" y="1444"/>
                      <a:pt x="6761" y="1426"/>
                      <a:pt x="6769" y="1426"/>
                    </a:cubicBezTo>
                    <a:cubicBezTo>
                      <a:pt x="6769" y="1426"/>
                      <a:pt x="6777" y="1426"/>
                      <a:pt x="6795" y="1418"/>
                    </a:cubicBezTo>
                    <a:cubicBezTo>
                      <a:pt x="6803" y="1410"/>
                      <a:pt x="6811" y="1402"/>
                      <a:pt x="6811" y="1402"/>
                    </a:cubicBezTo>
                    <a:cubicBezTo>
                      <a:pt x="6819" y="1394"/>
                      <a:pt x="6795" y="1386"/>
                      <a:pt x="6803" y="1376"/>
                    </a:cubicBezTo>
                    <a:cubicBezTo>
                      <a:pt x="6819" y="1368"/>
                      <a:pt x="6819" y="1368"/>
                      <a:pt x="6827" y="1352"/>
                    </a:cubicBezTo>
                    <a:cubicBezTo>
                      <a:pt x="6845" y="1344"/>
                      <a:pt x="6853" y="1336"/>
                      <a:pt x="6861" y="1326"/>
                    </a:cubicBezTo>
                    <a:cubicBezTo>
                      <a:pt x="6877" y="1318"/>
                      <a:pt x="6895" y="1318"/>
                      <a:pt x="6903" y="1310"/>
                    </a:cubicBezTo>
                    <a:cubicBezTo>
                      <a:pt x="6903" y="1310"/>
                      <a:pt x="6919" y="1302"/>
                      <a:pt x="6919" y="1294"/>
                    </a:cubicBezTo>
                    <a:cubicBezTo>
                      <a:pt x="6919" y="1286"/>
                      <a:pt x="6911" y="1268"/>
                      <a:pt x="6911" y="1268"/>
                    </a:cubicBezTo>
                    <a:lnTo>
                      <a:pt x="6853" y="1268"/>
                    </a:lnTo>
                    <a:lnTo>
                      <a:pt x="6861" y="1260"/>
                    </a:lnTo>
                    <a:cubicBezTo>
                      <a:pt x="6861" y="1260"/>
                      <a:pt x="6845" y="1252"/>
                      <a:pt x="6845" y="1244"/>
                    </a:cubicBezTo>
                    <a:cubicBezTo>
                      <a:pt x="6845" y="1244"/>
                      <a:pt x="6837" y="1236"/>
                      <a:pt x="6837" y="1210"/>
                    </a:cubicBezTo>
                    <a:cubicBezTo>
                      <a:pt x="6827" y="1186"/>
                      <a:pt x="6837" y="1202"/>
                      <a:pt x="6845" y="1186"/>
                    </a:cubicBezTo>
                    <a:cubicBezTo>
                      <a:pt x="6845" y="1168"/>
                      <a:pt x="6853" y="1168"/>
                      <a:pt x="6861" y="1152"/>
                    </a:cubicBezTo>
                    <a:cubicBezTo>
                      <a:pt x="6869" y="1144"/>
                      <a:pt x="6877" y="1144"/>
                      <a:pt x="6895" y="1136"/>
                    </a:cubicBezTo>
                    <a:cubicBezTo>
                      <a:pt x="6895" y="1136"/>
                      <a:pt x="6903" y="1144"/>
                      <a:pt x="6911" y="1144"/>
                    </a:cubicBezTo>
                    <a:lnTo>
                      <a:pt x="6919" y="1152"/>
                    </a:lnTo>
                    <a:lnTo>
                      <a:pt x="6937" y="1152"/>
                    </a:lnTo>
                    <a:cubicBezTo>
                      <a:pt x="6945" y="1152"/>
                      <a:pt x="6969" y="1152"/>
                      <a:pt x="6987" y="1144"/>
                    </a:cubicBezTo>
                    <a:lnTo>
                      <a:pt x="7011" y="1144"/>
                    </a:lnTo>
                    <a:cubicBezTo>
                      <a:pt x="7019" y="1136"/>
                      <a:pt x="7027" y="1126"/>
                      <a:pt x="7037" y="1110"/>
                    </a:cubicBezTo>
                    <a:cubicBezTo>
                      <a:pt x="7045" y="1093"/>
                      <a:pt x="7053" y="1102"/>
                      <a:pt x="7061" y="1093"/>
                    </a:cubicBezTo>
                    <a:cubicBezTo>
                      <a:pt x="7078" y="1075"/>
                      <a:pt x="7096" y="1075"/>
                      <a:pt x="7104" y="1067"/>
                    </a:cubicBezTo>
                    <a:cubicBezTo>
                      <a:pt x="7112" y="1051"/>
                      <a:pt x="7112" y="1035"/>
                      <a:pt x="7112" y="1025"/>
                    </a:cubicBezTo>
                    <a:cubicBezTo>
                      <a:pt x="7112" y="1025"/>
                      <a:pt x="7096" y="1025"/>
                      <a:pt x="7096" y="1017"/>
                    </a:cubicBezTo>
                    <a:cubicBezTo>
                      <a:pt x="7096" y="1015"/>
                      <a:pt x="7096" y="1014"/>
                      <a:pt x="7095" y="1014"/>
                    </a:cubicBezTo>
                    <a:cubicBezTo>
                      <a:pt x="7095" y="1014"/>
                      <a:pt x="7093" y="1017"/>
                      <a:pt x="7088" y="1017"/>
                    </a:cubicBezTo>
                    <a:cubicBezTo>
                      <a:pt x="7088" y="1009"/>
                      <a:pt x="7078" y="1009"/>
                      <a:pt x="7078" y="1009"/>
                    </a:cubicBezTo>
                    <a:lnTo>
                      <a:pt x="7019" y="1009"/>
                    </a:lnTo>
                    <a:cubicBezTo>
                      <a:pt x="7011" y="1009"/>
                      <a:pt x="7003" y="1017"/>
                      <a:pt x="7003" y="1017"/>
                    </a:cubicBezTo>
                    <a:cubicBezTo>
                      <a:pt x="7001" y="1015"/>
                      <a:pt x="6998" y="1014"/>
                      <a:pt x="6996" y="1014"/>
                    </a:cubicBezTo>
                    <a:cubicBezTo>
                      <a:pt x="6991" y="1014"/>
                      <a:pt x="6987" y="1017"/>
                      <a:pt x="6987" y="1017"/>
                    </a:cubicBezTo>
                    <a:lnTo>
                      <a:pt x="6927" y="1017"/>
                    </a:lnTo>
                    <a:cubicBezTo>
                      <a:pt x="6919" y="1025"/>
                      <a:pt x="6911" y="1025"/>
                      <a:pt x="6903" y="1025"/>
                    </a:cubicBezTo>
                    <a:lnTo>
                      <a:pt x="6887" y="1025"/>
                    </a:lnTo>
                    <a:cubicBezTo>
                      <a:pt x="6877" y="1025"/>
                      <a:pt x="6877" y="1025"/>
                      <a:pt x="6877" y="1017"/>
                    </a:cubicBezTo>
                    <a:cubicBezTo>
                      <a:pt x="6877" y="1017"/>
                      <a:pt x="6869" y="1009"/>
                      <a:pt x="6861" y="1009"/>
                    </a:cubicBezTo>
                    <a:cubicBezTo>
                      <a:pt x="6853" y="1001"/>
                      <a:pt x="6837" y="1001"/>
                      <a:pt x="6827" y="1001"/>
                    </a:cubicBezTo>
                    <a:cubicBezTo>
                      <a:pt x="6819" y="1001"/>
                      <a:pt x="6819" y="1009"/>
                      <a:pt x="6803" y="1017"/>
                    </a:cubicBezTo>
                    <a:cubicBezTo>
                      <a:pt x="6795" y="1021"/>
                      <a:pt x="6791" y="1021"/>
                      <a:pt x="6787" y="1021"/>
                    </a:cubicBezTo>
                    <a:cubicBezTo>
                      <a:pt x="6784" y="1021"/>
                      <a:pt x="6782" y="1021"/>
                      <a:pt x="6777" y="1025"/>
                    </a:cubicBezTo>
                    <a:cubicBezTo>
                      <a:pt x="6769" y="1025"/>
                      <a:pt x="6769" y="1035"/>
                      <a:pt x="6769" y="1035"/>
                    </a:cubicBezTo>
                    <a:lnTo>
                      <a:pt x="6769" y="1043"/>
                    </a:lnTo>
                    <a:lnTo>
                      <a:pt x="6769" y="1059"/>
                    </a:lnTo>
                    <a:lnTo>
                      <a:pt x="6769" y="1085"/>
                    </a:lnTo>
                    <a:cubicBezTo>
                      <a:pt x="6761" y="1085"/>
                      <a:pt x="6753" y="1102"/>
                      <a:pt x="6745" y="1110"/>
                    </a:cubicBezTo>
                    <a:cubicBezTo>
                      <a:pt x="6737" y="1118"/>
                      <a:pt x="6745" y="1126"/>
                      <a:pt x="6745" y="1126"/>
                    </a:cubicBezTo>
                    <a:cubicBezTo>
                      <a:pt x="6745" y="1126"/>
                      <a:pt x="6727" y="1136"/>
                      <a:pt x="6719" y="1136"/>
                    </a:cubicBezTo>
                    <a:lnTo>
                      <a:pt x="6711" y="1136"/>
                    </a:lnTo>
                    <a:cubicBezTo>
                      <a:pt x="6711" y="1126"/>
                      <a:pt x="6702" y="1126"/>
                      <a:pt x="6694" y="1110"/>
                    </a:cubicBezTo>
                    <a:lnTo>
                      <a:pt x="6694" y="1085"/>
                    </a:lnTo>
                    <a:cubicBezTo>
                      <a:pt x="6694" y="1075"/>
                      <a:pt x="6719" y="1051"/>
                      <a:pt x="6719" y="1051"/>
                    </a:cubicBezTo>
                    <a:lnTo>
                      <a:pt x="6727" y="1043"/>
                    </a:lnTo>
                    <a:lnTo>
                      <a:pt x="6737" y="1043"/>
                    </a:lnTo>
                    <a:cubicBezTo>
                      <a:pt x="6737" y="1043"/>
                      <a:pt x="6777" y="1001"/>
                      <a:pt x="6787" y="1001"/>
                    </a:cubicBezTo>
                    <a:lnTo>
                      <a:pt x="6795" y="1001"/>
                    </a:lnTo>
                    <a:lnTo>
                      <a:pt x="6795" y="1009"/>
                    </a:lnTo>
                    <a:cubicBezTo>
                      <a:pt x="6803" y="1001"/>
                      <a:pt x="6811" y="1001"/>
                      <a:pt x="6819" y="993"/>
                    </a:cubicBezTo>
                    <a:lnTo>
                      <a:pt x="6845" y="993"/>
                    </a:lnTo>
                    <a:lnTo>
                      <a:pt x="6853" y="1001"/>
                    </a:lnTo>
                    <a:lnTo>
                      <a:pt x="6869" y="1001"/>
                    </a:lnTo>
                    <a:cubicBezTo>
                      <a:pt x="6873" y="997"/>
                      <a:pt x="6877" y="997"/>
                      <a:pt x="6882" y="997"/>
                    </a:cubicBezTo>
                    <a:cubicBezTo>
                      <a:pt x="6886" y="997"/>
                      <a:pt x="6891" y="997"/>
                      <a:pt x="6895" y="993"/>
                    </a:cubicBezTo>
                    <a:lnTo>
                      <a:pt x="6919" y="993"/>
                    </a:lnTo>
                    <a:cubicBezTo>
                      <a:pt x="6927" y="993"/>
                      <a:pt x="6927" y="985"/>
                      <a:pt x="6937" y="985"/>
                    </a:cubicBezTo>
                    <a:lnTo>
                      <a:pt x="6969" y="985"/>
                    </a:lnTo>
                    <a:cubicBezTo>
                      <a:pt x="6969" y="985"/>
                      <a:pt x="6977" y="985"/>
                      <a:pt x="6987" y="993"/>
                    </a:cubicBezTo>
                    <a:lnTo>
                      <a:pt x="7011" y="993"/>
                    </a:lnTo>
                    <a:cubicBezTo>
                      <a:pt x="7014" y="991"/>
                      <a:pt x="7017" y="990"/>
                      <a:pt x="7019" y="990"/>
                    </a:cubicBezTo>
                    <a:cubicBezTo>
                      <a:pt x="7024" y="990"/>
                      <a:pt x="7027" y="993"/>
                      <a:pt x="7027" y="993"/>
                    </a:cubicBezTo>
                    <a:lnTo>
                      <a:pt x="7069" y="993"/>
                    </a:lnTo>
                    <a:cubicBezTo>
                      <a:pt x="7069" y="993"/>
                      <a:pt x="7096" y="985"/>
                      <a:pt x="7104" y="985"/>
                    </a:cubicBezTo>
                    <a:cubicBezTo>
                      <a:pt x="7112" y="985"/>
                      <a:pt x="7196" y="951"/>
                      <a:pt x="7204" y="943"/>
                    </a:cubicBezTo>
                    <a:cubicBezTo>
                      <a:pt x="7204" y="943"/>
                      <a:pt x="7212" y="935"/>
                      <a:pt x="7228" y="925"/>
                    </a:cubicBezTo>
                    <a:cubicBezTo>
                      <a:pt x="7238" y="909"/>
                      <a:pt x="7246" y="909"/>
                      <a:pt x="7262" y="901"/>
                    </a:cubicBezTo>
                    <a:lnTo>
                      <a:pt x="7262" y="893"/>
                    </a:lnTo>
                    <a:cubicBezTo>
                      <a:pt x="7270" y="893"/>
                      <a:pt x="7278" y="885"/>
                      <a:pt x="7288" y="859"/>
                    </a:cubicBezTo>
                    <a:cubicBezTo>
                      <a:pt x="7296" y="843"/>
                      <a:pt x="7288" y="843"/>
                      <a:pt x="7278" y="843"/>
                    </a:cubicBezTo>
                    <a:lnTo>
                      <a:pt x="7262" y="843"/>
                    </a:lnTo>
                    <a:cubicBezTo>
                      <a:pt x="7259" y="841"/>
                      <a:pt x="7257" y="841"/>
                      <a:pt x="7255" y="841"/>
                    </a:cubicBezTo>
                    <a:cubicBezTo>
                      <a:pt x="7249" y="841"/>
                      <a:pt x="7252" y="851"/>
                      <a:pt x="7246" y="851"/>
                    </a:cubicBezTo>
                    <a:cubicBezTo>
                      <a:pt x="7246" y="851"/>
                      <a:pt x="7220" y="854"/>
                      <a:pt x="7200" y="854"/>
                    </a:cubicBezTo>
                    <a:cubicBezTo>
                      <a:pt x="7190" y="854"/>
                      <a:pt x="7181" y="854"/>
                      <a:pt x="7178" y="851"/>
                    </a:cubicBezTo>
                    <a:lnTo>
                      <a:pt x="7170" y="843"/>
                    </a:lnTo>
                    <a:lnTo>
                      <a:pt x="7096" y="843"/>
                    </a:lnTo>
                    <a:cubicBezTo>
                      <a:pt x="7093" y="840"/>
                      <a:pt x="7091" y="839"/>
                      <a:pt x="7090" y="839"/>
                    </a:cubicBezTo>
                    <a:cubicBezTo>
                      <a:pt x="7088" y="839"/>
                      <a:pt x="7088" y="843"/>
                      <a:pt x="7088" y="843"/>
                    </a:cubicBezTo>
                    <a:cubicBezTo>
                      <a:pt x="7078" y="843"/>
                      <a:pt x="7061" y="851"/>
                      <a:pt x="7061" y="859"/>
                    </a:cubicBezTo>
                    <a:lnTo>
                      <a:pt x="7045" y="867"/>
                    </a:lnTo>
                    <a:cubicBezTo>
                      <a:pt x="7045" y="867"/>
                      <a:pt x="7003" y="875"/>
                      <a:pt x="6995" y="875"/>
                    </a:cubicBezTo>
                    <a:cubicBezTo>
                      <a:pt x="6987" y="875"/>
                      <a:pt x="6987" y="859"/>
                      <a:pt x="6987" y="859"/>
                    </a:cubicBezTo>
                    <a:lnTo>
                      <a:pt x="7037" y="825"/>
                    </a:lnTo>
                    <a:cubicBezTo>
                      <a:pt x="7037" y="825"/>
                      <a:pt x="7045" y="817"/>
                      <a:pt x="7061" y="817"/>
                    </a:cubicBezTo>
                    <a:cubicBezTo>
                      <a:pt x="7061" y="814"/>
                      <a:pt x="7062" y="813"/>
                      <a:pt x="7064" y="813"/>
                    </a:cubicBezTo>
                    <a:cubicBezTo>
                      <a:pt x="7066" y="813"/>
                      <a:pt x="7069" y="817"/>
                      <a:pt x="7069" y="817"/>
                    </a:cubicBezTo>
                    <a:cubicBezTo>
                      <a:pt x="7078" y="817"/>
                      <a:pt x="7088" y="825"/>
                      <a:pt x="7096" y="825"/>
                    </a:cubicBezTo>
                    <a:lnTo>
                      <a:pt x="7128" y="809"/>
                    </a:lnTo>
                    <a:lnTo>
                      <a:pt x="7228" y="809"/>
                    </a:lnTo>
                    <a:cubicBezTo>
                      <a:pt x="7228" y="809"/>
                      <a:pt x="7212" y="817"/>
                      <a:pt x="7228" y="817"/>
                    </a:cubicBezTo>
                    <a:cubicBezTo>
                      <a:pt x="7238" y="809"/>
                      <a:pt x="7238" y="809"/>
                      <a:pt x="7246" y="809"/>
                    </a:cubicBezTo>
                    <a:cubicBezTo>
                      <a:pt x="7262" y="801"/>
                      <a:pt x="7288" y="801"/>
                      <a:pt x="7296" y="801"/>
                    </a:cubicBezTo>
                    <a:cubicBezTo>
                      <a:pt x="7304" y="801"/>
                      <a:pt x="7304" y="793"/>
                      <a:pt x="7312" y="785"/>
                    </a:cubicBezTo>
                    <a:cubicBezTo>
                      <a:pt x="7320" y="775"/>
                      <a:pt x="7338" y="775"/>
                      <a:pt x="7338" y="775"/>
                    </a:cubicBezTo>
                    <a:lnTo>
                      <a:pt x="7378" y="759"/>
                    </a:lnTo>
                    <a:lnTo>
                      <a:pt x="7404" y="759"/>
                    </a:lnTo>
                    <a:cubicBezTo>
                      <a:pt x="7404" y="759"/>
                      <a:pt x="7438" y="751"/>
                      <a:pt x="7446" y="751"/>
                    </a:cubicBezTo>
                    <a:cubicBezTo>
                      <a:pt x="7446" y="751"/>
                      <a:pt x="7479" y="735"/>
                      <a:pt x="7489" y="725"/>
                    </a:cubicBezTo>
                    <a:cubicBezTo>
                      <a:pt x="7497" y="708"/>
                      <a:pt x="7479" y="700"/>
                      <a:pt x="7479" y="692"/>
                    </a:cubicBezTo>
                    <a:cubicBezTo>
                      <a:pt x="7479" y="692"/>
                      <a:pt x="7471" y="684"/>
                      <a:pt x="7471" y="674"/>
                    </a:cubicBezTo>
                    <a:cubicBezTo>
                      <a:pt x="7463" y="666"/>
                      <a:pt x="7471" y="666"/>
                      <a:pt x="7471" y="658"/>
                    </a:cubicBezTo>
                    <a:cubicBezTo>
                      <a:pt x="7471" y="654"/>
                      <a:pt x="7473" y="654"/>
                      <a:pt x="7476" y="654"/>
                    </a:cubicBezTo>
                    <a:cubicBezTo>
                      <a:pt x="7479" y="654"/>
                      <a:pt x="7484" y="654"/>
                      <a:pt x="7489" y="650"/>
                    </a:cubicBezTo>
                    <a:lnTo>
                      <a:pt x="7579" y="650"/>
                    </a:lnTo>
                    <a:cubicBezTo>
                      <a:pt x="7589" y="642"/>
                      <a:pt x="7597" y="642"/>
                      <a:pt x="7605" y="634"/>
                    </a:cubicBezTo>
                    <a:cubicBezTo>
                      <a:pt x="7613" y="624"/>
                      <a:pt x="7655" y="608"/>
                      <a:pt x="7655" y="608"/>
                    </a:cubicBezTo>
                    <a:cubicBezTo>
                      <a:pt x="7663" y="600"/>
                      <a:pt x="7689" y="592"/>
                      <a:pt x="7689" y="592"/>
                    </a:cubicBezTo>
                    <a:cubicBezTo>
                      <a:pt x="7697" y="592"/>
                      <a:pt x="7771" y="500"/>
                      <a:pt x="7789" y="484"/>
                    </a:cubicBezTo>
                    <a:cubicBezTo>
                      <a:pt x="7805" y="466"/>
                      <a:pt x="7797" y="466"/>
                      <a:pt x="7805" y="458"/>
                    </a:cubicBezTo>
                    <a:cubicBezTo>
                      <a:pt x="7805" y="458"/>
                      <a:pt x="7789" y="458"/>
                      <a:pt x="7771" y="450"/>
                    </a:cubicBezTo>
                    <a:cubicBezTo>
                      <a:pt x="7755" y="434"/>
                      <a:pt x="7747" y="434"/>
                      <a:pt x="7747" y="434"/>
                    </a:cubicBezTo>
                    <a:cubicBezTo>
                      <a:pt x="7747" y="424"/>
                      <a:pt x="7721" y="416"/>
                      <a:pt x="7705" y="408"/>
                    </a:cubicBezTo>
                    <a:cubicBezTo>
                      <a:pt x="7700" y="405"/>
                      <a:pt x="7694" y="404"/>
                      <a:pt x="7689" y="404"/>
                    </a:cubicBezTo>
                    <a:cubicBezTo>
                      <a:pt x="7678" y="404"/>
                      <a:pt x="7668" y="408"/>
                      <a:pt x="7663" y="408"/>
                    </a:cubicBezTo>
                    <a:lnTo>
                      <a:pt x="7589" y="408"/>
                    </a:lnTo>
                    <a:cubicBezTo>
                      <a:pt x="7589" y="408"/>
                      <a:pt x="7489" y="392"/>
                      <a:pt x="7463" y="374"/>
                    </a:cubicBezTo>
                    <a:lnTo>
                      <a:pt x="7438" y="366"/>
                    </a:lnTo>
                    <a:cubicBezTo>
                      <a:pt x="7432" y="366"/>
                      <a:pt x="7430" y="369"/>
                      <a:pt x="7429" y="369"/>
                    </a:cubicBezTo>
                    <a:cubicBezTo>
                      <a:pt x="7428" y="369"/>
                      <a:pt x="7428" y="368"/>
                      <a:pt x="7428" y="366"/>
                    </a:cubicBezTo>
                    <a:cubicBezTo>
                      <a:pt x="7420" y="366"/>
                      <a:pt x="7396" y="374"/>
                      <a:pt x="7396" y="384"/>
                    </a:cubicBezTo>
                    <a:cubicBezTo>
                      <a:pt x="7388" y="384"/>
                      <a:pt x="7362" y="384"/>
                      <a:pt x="7354" y="392"/>
                    </a:cubicBezTo>
                    <a:lnTo>
                      <a:pt x="7246" y="392"/>
                    </a:lnTo>
                    <a:cubicBezTo>
                      <a:pt x="7243" y="394"/>
                      <a:pt x="7239" y="395"/>
                      <a:pt x="7235" y="395"/>
                    </a:cubicBezTo>
                    <a:cubicBezTo>
                      <a:pt x="7226" y="395"/>
                      <a:pt x="7215" y="392"/>
                      <a:pt x="7204" y="392"/>
                    </a:cubicBezTo>
                    <a:cubicBezTo>
                      <a:pt x="7196" y="400"/>
                      <a:pt x="7188" y="408"/>
                      <a:pt x="7188" y="416"/>
                    </a:cubicBezTo>
                    <a:cubicBezTo>
                      <a:pt x="7178" y="416"/>
                      <a:pt x="7162" y="424"/>
                      <a:pt x="7154" y="424"/>
                    </a:cubicBezTo>
                    <a:cubicBezTo>
                      <a:pt x="7146" y="434"/>
                      <a:pt x="7078" y="466"/>
                      <a:pt x="7069" y="474"/>
                    </a:cubicBezTo>
                    <a:cubicBezTo>
                      <a:pt x="7061" y="492"/>
                      <a:pt x="7053" y="500"/>
                      <a:pt x="7053" y="508"/>
                    </a:cubicBezTo>
                    <a:cubicBezTo>
                      <a:pt x="7045" y="508"/>
                      <a:pt x="7027" y="524"/>
                      <a:pt x="7027" y="534"/>
                    </a:cubicBezTo>
                    <a:cubicBezTo>
                      <a:pt x="7027" y="534"/>
                      <a:pt x="7011" y="558"/>
                      <a:pt x="7003" y="558"/>
                    </a:cubicBezTo>
                    <a:cubicBezTo>
                      <a:pt x="7003" y="566"/>
                      <a:pt x="6995" y="584"/>
                      <a:pt x="6987" y="584"/>
                    </a:cubicBezTo>
                    <a:cubicBezTo>
                      <a:pt x="6987" y="584"/>
                      <a:pt x="6961" y="584"/>
                      <a:pt x="6953" y="574"/>
                    </a:cubicBezTo>
                    <a:lnTo>
                      <a:pt x="6903" y="574"/>
                    </a:lnTo>
                    <a:cubicBezTo>
                      <a:pt x="6903" y="566"/>
                      <a:pt x="6887" y="566"/>
                      <a:pt x="6887" y="566"/>
                    </a:cubicBezTo>
                    <a:cubicBezTo>
                      <a:pt x="6884" y="563"/>
                      <a:pt x="6874" y="563"/>
                      <a:pt x="6862" y="563"/>
                    </a:cubicBezTo>
                    <a:cubicBezTo>
                      <a:pt x="6838" y="563"/>
                      <a:pt x="6805" y="566"/>
                      <a:pt x="6795" y="566"/>
                    </a:cubicBezTo>
                    <a:cubicBezTo>
                      <a:pt x="6787" y="566"/>
                      <a:pt x="6777" y="574"/>
                      <a:pt x="6777" y="574"/>
                    </a:cubicBezTo>
                    <a:cubicBezTo>
                      <a:pt x="6769" y="574"/>
                      <a:pt x="6761" y="584"/>
                      <a:pt x="6761" y="584"/>
                    </a:cubicBezTo>
                    <a:cubicBezTo>
                      <a:pt x="6753" y="584"/>
                      <a:pt x="6745" y="600"/>
                      <a:pt x="6737" y="600"/>
                    </a:cubicBezTo>
                    <a:lnTo>
                      <a:pt x="6711" y="616"/>
                    </a:lnTo>
                    <a:lnTo>
                      <a:pt x="6711" y="600"/>
                    </a:lnTo>
                    <a:cubicBezTo>
                      <a:pt x="6711" y="592"/>
                      <a:pt x="6719" y="584"/>
                      <a:pt x="6727" y="566"/>
                    </a:cubicBezTo>
                    <a:cubicBezTo>
                      <a:pt x="6727" y="550"/>
                      <a:pt x="6719" y="550"/>
                      <a:pt x="6719" y="542"/>
                    </a:cubicBezTo>
                    <a:lnTo>
                      <a:pt x="6694" y="542"/>
                    </a:lnTo>
                    <a:cubicBezTo>
                      <a:pt x="6686" y="550"/>
                      <a:pt x="6668" y="550"/>
                      <a:pt x="6660" y="550"/>
                    </a:cubicBezTo>
                    <a:cubicBezTo>
                      <a:pt x="6652" y="558"/>
                      <a:pt x="6652" y="558"/>
                      <a:pt x="6644" y="566"/>
                    </a:cubicBezTo>
                    <a:cubicBezTo>
                      <a:pt x="6636" y="566"/>
                      <a:pt x="6636" y="566"/>
                      <a:pt x="6618" y="574"/>
                    </a:cubicBezTo>
                    <a:cubicBezTo>
                      <a:pt x="6602" y="584"/>
                      <a:pt x="6610" y="592"/>
                      <a:pt x="6602" y="592"/>
                    </a:cubicBezTo>
                    <a:cubicBezTo>
                      <a:pt x="6602" y="600"/>
                      <a:pt x="6586" y="608"/>
                      <a:pt x="6586" y="608"/>
                    </a:cubicBezTo>
                    <a:lnTo>
                      <a:pt x="6494" y="674"/>
                    </a:lnTo>
                    <a:cubicBezTo>
                      <a:pt x="6494" y="674"/>
                      <a:pt x="6476" y="692"/>
                      <a:pt x="6460" y="700"/>
                    </a:cubicBezTo>
                    <a:cubicBezTo>
                      <a:pt x="6452" y="700"/>
                      <a:pt x="6452" y="708"/>
                      <a:pt x="6444" y="708"/>
                    </a:cubicBezTo>
                    <a:cubicBezTo>
                      <a:pt x="6444" y="708"/>
                      <a:pt x="6436" y="716"/>
                      <a:pt x="6426" y="725"/>
                    </a:cubicBezTo>
                    <a:cubicBezTo>
                      <a:pt x="6418" y="735"/>
                      <a:pt x="6394" y="751"/>
                      <a:pt x="6394" y="759"/>
                    </a:cubicBezTo>
                    <a:cubicBezTo>
                      <a:pt x="6386" y="759"/>
                      <a:pt x="6352" y="775"/>
                      <a:pt x="6352" y="785"/>
                    </a:cubicBezTo>
                    <a:cubicBezTo>
                      <a:pt x="6344" y="785"/>
                      <a:pt x="6293" y="817"/>
                      <a:pt x="6275" y="835"/>
                    </a:cubicBezTo>
                    <a:cubicBezTo>
                      <a:pt x="6251" y="843"/>
                      <a:pt x="6267" y="843"/>
                      <a:pt x="6259" y="851"/>
                    </a:cubicBezTo>
                    <a:cubicBezTo>
                      <a:pt x="6251" y="859"/>
                      <a:pt x="6251" y="859"/>
                      <a:pt x="6251" y="867"/>
                    </a:cubicBezTo>
                    <a:cubicBezTo>
                      <a:pt x="6243" y="867"/>
                      <a:pt x="6235" y="885"/>
                      <a:pt x="6235" y="893"/>
                    </a:cubicBezTo>
                    <a:lnTo>
                      <a:pt x="6201" y="909"/>
                    </a:lnTo>
                    <a:cubicBezTo>
                      <a:pt x="6201" y="909"/>
                      <a:pt x="6209" y="901"/>
                      <a:pt x="6217" y="893"/>
                    </a:cubicBezTo>
                    <a:cubicBezTo>
                      <a:pt x="6225" y="885"/>
                      <a:pt x="6217" y="875"/>
                      <a:pt x="6217" y="875"/>
                    </a:cubicBezTo>
                    <a:cubicBezTo>
                      <a:pt x="6217" y="867"/>
                      <a:pt x="6217" y="859"/>
                      <a:pt x="6225" y="859"/>
                    </a:cubicBezTo>
                    <a:lnTo>
                      <a:pt x="6225" y="835"/>
                    </a:lnTo>
                    <a:cubicBezTo>
                      <a:pt x="6235" y="835"/>
                      <a:pt x="6267" y="809"/>
                      <a:pt x="6285" y="785"/>
                    </a:cubicBezTo>
                    <a:lnTo>
                      <a:pt x="6293" y="775"/>
                    </a:lnTo>
                    <a:lnTo>
                      <a:pt x="6317" y="751"/>
                    </a:lnTo>
                    <a:lnTo>
                      <a:pt x="6336" y="743"/>
                    </a:lnTo>
                    <a:cubicBezTo>
                      <a:pt x="6336" y="743"/>
                      <a:pt x="6344" y="735"/>
                      <a:pt x="6352" y="725"/>
                    </a:cubicBezTo>
                    <a:cubicBezTo>
                      <a:pt x="6360" y="708"/>
                      <a:pt x="6368" y="708"/>
                      <a:pt x="6368" y="700"/>
                    </a:cubicBezTo>
                    <a:cubicBezTo>
                      <a:pt x="6376" y="692"/>
                      <a:pt x="6444" y="592"/>
                      <a:pt x="6460" y="542"/>
                    </a:cubicBezTo>
                    <a:cubicBezTo>
                      <a:pt x="6468" y="508"/>
                      <a:pt x="6468" y="508"/>
                      <a:pt x="6460" y="508"/>
                    </a:cubicBezTo>
                    <a:cubicBezTo>
                      <a:pt x="6460" y="500"/>
                      <a:pt x="6452" y="492"/>
                      <a:pt x="6452" y="474"/>
                    </a:cubicBezTo>
                    <a:cubicBezTo>
                      <a:pt x="6444" y="458"/>
                      <a:pt x="6436" y="450"/>
                      <a:pt x="6426" y="434"/>
                    </a:cubicBezTo>
                    <a:cubicBezTo>
                      <a:pt x="6426" y="430"/>
                      <a:pt x="6425" y="429"/>
                      <a:pt x="6423" y="429"/>
                    </a:cubicBezTo>
                    <a:cubicBezTo>
                      <a:pt x="6420" y="429"/>
                      <a:pt x="6415" y="434"/>
                      <a:pt x="6410" y="434"/>
                    </a:cubicBezTo>
                    <a:lnTo>
                      <a:pt x="6376" y="434"/>
                    </a:lnTo>
                    <a:cubicBezTo>
                      <a:pt x="6368" y="430"/>
                      <a:pt x="6363" y="429"/>
                      <a:pt x="6360" y="429"/>
                    </a:cubicBezTo>
                    <a:cubicBezTo>
                      <a:pt x="6354" y="429"/>
                      <a:pt x="6354" y="434"/>
                      <a:pt x="6344" y="434"/>
                    </a:cubicBezTo>
                    <a:cubicBezTo>
                      <a:pt x="6325" y="434"/>
                      <a:pt x="6325" y="442"/>
                      <a:pt x="6309" y="442"/>
                    </a:cubicBezTo>
                    <a:cubicBezTo>
                      <a:pt x="6293" y="450"/>
                      <a:pt x="6275" y="450"/>
                      <a:pt x="6275" y="450"/>
                    </a:cubicBezTo>
                    <a:cubicBezTo>
                      <a:pt x="6275" y="450"/>
                      <a:pt x="6225" y="458"/>
                      <a:pt x="6217" y="466"/>
                    </a:cubicBezTo>
                    <a:cubicBezTo>
                      <a:pt x="6209" y="466"/>
                      <a:pt x="6185" y="474"/>
                      <a:pt x="6175" y="484"/>
                    </a:cubicBezTo>
                    <a:cubicBezTo>
                      <a:pt x="6159" y="484"/>
                      <a:pt x="6151" y="492"/>
                      <a:pt x="6151" y="500"/>
                    </a:cubicBezTo>
                    <a:cubicBezTo>
                      <a:pt x="6143" y="508"/>
                      <a:pt x="6143" y="516"/>
                      <a:pt x="6143" y="524"/>
                    </a:cubicBezTo>
                    <a:cubicBezTo>
                      <a:pt x="6143" y="524"/>
                      <a:pt x="6151" y="550"/>
                      <a:pt x="6151" y="558"/>
                    </a:cubicBezTo>
                    <a:lnTo>
                      <a:pt x="6135" y="574"/>
                    </a:lnTo>
                    <a:lnTo>
                      <a:pt x="6085" y="574"/>
                    </a:lnTo>
                    <a:cubicBezTo>
                      <a:pt x="6067" y="584"/>
                      <a:pt x="6075" y="584"/>
                      <a:pt x="6075" y="584"/>
                    </a:cubicBezTo>
                    <a:lnTo>
                      <a:pt x="6067" y="584"/>
                    </a:lnTo>
                    <a:cubicBezTo>
                      <a:pt x="6059" y="592"/>
                      <a:pt x="6059" y="592"/>
                      <a:pt x="6051" y="592"/>
                    </a:cubicBezTo>
                    <a:cubicBezTo>
                      <a:pt x="6051" y="592"/>
                      <a:pt x="6035" y="600"/>
                      <a:pt x="6025" y="600"/>
                    </a:cubicBezTo>
                    <a:cubicBezTo>
                      <a:pt x="6019" y="600"/>
                      <a:pt x="6014" y="604"/>
                      <a:pt x="6009" y="604"/>
                    </a:cubicBezTo>
                    <a:cubicBezTo>
                      <a:pt x="6006" y="604"/>
                      <a:pt x="6003" y="603"/>
                      <a:pt x="6001" y="600"/>
                    </a:cubicBezTo>
                    <a:cubicBezTo>
                      <a:pt x="6001" y="599"/>
                      <a:pt x="5999" y="598"/>
                      <a:pt x="5997" y="598"/>
                    </a:cubicBezTo>
                    <a:cubicBezTo>
                      <a:pt x="5988" y="598"/>
                      <a:pt x="5967" y="608"/>
                      <a:pt x="5967" y="608"/>
                    </a:cubicBezTo>
                    <a:lnTo>
                      <a:pt x="5924" y="634"/>
                    </a:lnTo>
                    <a:cubicBezTo>
                      <a:pt x="5924" y="634"/>
                      <a:pt x="5900" y="642"/>
                      <a:pt x="5892" y="642"/>
                    </a:cubicBezTo>
                    <a:cubicBezTo>
                      <a:pt x="5892" y="650"/>
                      <a:pt x="5874" y="658"/>
                      <a:pt x="5874" y="658"/>
                    </a:cubicBezTo>
                    <a:cubicBezTo>
                      <a:pt x="5874" y="658"/>
                      <a:pt x="5858" y="674"/>
                      <a:pt x="5842" y="674"/>
                    </a:cubicBezTo>
                    <a:cubicBezTo>
                      <a:pt x="5824" y="684"/>
                      <a:pt x="5816" y="684"/>
                      <a:pt x="5784" y="700"/>
                    </a:cubicBezTo>
                    <a:cubicBezTo>
                      <a:pt x="5773" y="703"/>
                      <a:pt x="5768" y="704"/>
                      <a:pt x="5766" y="704"/>
                    </a:cubicBezTo>
                    <a:cubicBezTo>
                      <a:pt x="5762" y="704"/>
                      <a:pt x="5771" y="700"/>
                      <a:pt x="5766" y="700"/>
                    </a:cubicBezTo>
                    <a:cubicBezTo>
                      <a:pt x="5750" y="700"/>
                      <a:pt x="5742" y="708"/>
                      <a:pt x="5742" y="716"/>
                    </a:cubicBezTo>
                    <a:cubicBezTo>
                      <a:pt x="5734" y="716"/>
                      <a:pt x="5716" y="716"/>
                      <a:pt x="5734" y="692"/>
                    </a:cubicBezTo>
                    <a:cubicBezTo>
                      <a:pt x="5742" y="674"/>
                      <a:pt x="5742" y="674"/>
                      <a:pt x="5750" y="674"/>
                    </a:cubicBezTo>
                    <a:lnTo>
                      <a:pt x="5758" y="674"/>
                    </a:lnTo>
                    <a:cubicBezTo>
                      <a:pt x="5766" y="674"/>
                      <a:pt x="5784" y="666"/>
                      <a:pt x="5800" y="666"/>
                    </a:cubicBezTo>
                    <a:cubicBezTo>
                      <a:pt x="5808" y="658"/>
                      <a:pt x="5842" y="650"/>
                      <a:pt x="5858" y="634"/>
                    </a:cubicBezTo>
                    <a:cubicBezTo>
                      <a:pt x="5874" y="624"/>
                      <a:pt x="5900" y="624"/>
                      <a:pt x="5908" y="608"/>
                    </a:cubicBezTo>
                    <a:cubicBezTo>
                      <a:pt x="5924" y="600"/>
                      <a:pt x="5934" y="600"/>
                      <a:pt x="5950" y="592"/>
                    </a:cubicBezTo>
                    <a:cubicBezTo>
                      <a:pt x="5967" y="584"/>
                      <a:pt x="5967" y="574"/>
                      <a:pt x="5975" y="566"/>
                    </a:cubicBezTo>
                    <a:cubicBezTo>
                      <a:pt x="5993" y="558"/>
                      <a:pt x="6001" y="550"/>
                      <a:pt x="6009" y="542"/>
                    </a:cubicBezTo>
                    <a:cubicBezTo>
                      <a:pt x="6009" y="534"/>
                      <a:pt x="6001" y="516"/>
                      <a:pt x="5993" y="508"/>
                    </a:cubicBezTo>
                    <a:cubicBezTo>
                      <a:pt x="5993" y="500"/>
                      <a:pt x="5985" y="500"/>
                      <a:pt x="5967" y="484"/>
                    </a:cubicBezTo>
                    <a:cubicBezTo>
                      <a:pt x="5964" y="478"/>
                      <a:pt x="5962" y="476"/>
                      <a:pt x="5961" y="476"/>
                    </a:cubicBezTo>
                    <a:cubicBezTo>
                      <a:pt x="5958" y="476"/>
                      <a:pt x="5958" y="484"/>
                      <a:pt x="5958" y="484"/>
                    </a:cubicBezTo>
                    <a:cubicBezTo>
                      <a:pt x="5958" y="484"/>
                      <a:pt x="5934" y="484"/>
                      <a:pt x="5900" y="474"/>
                    </a:cubicBezTo>
                    <a:cubicBezTo>
                      <a:pt x="5874" y="474"/>
                      <a:pt x="5866" y="492"/>
                      <a:pt x="5850" y="492"/>
                    </a:cubicBezTo>
                    <a:lnTo>
                      <a:pt x="5824" y="492"/>
                    </a:lnTo>
                    <a:cubicBezTo>
                      <a:pt x="5816" y="492"/>
                      <a:pt x="5792" y="500"/>
                      <a:pt x="5784" y="508"/>
                    </a:cubicBezTo>
                    <a:cubicBezTo>
                      <a:pt x="5774" y="508"/>
                      <a:pt x="5734" y="516"/>
                      <a:pt x="5734" y="516"/>
                    </a:cubicBezTo>
                    <a:lnTo>
                      <a:pt x="5708" y="516"/>
                    </a:lnTo>
                    <a:cubicBezTo>
                      <a:pt x="5684" y="516"/>
                      <a:pt x="5642" y="516"/>
                      <a:pt x="5624" y="508"/>
                    </a:cubicBezTo>
                    <a:cubicBezTo>
                      <a:pt x="5616" y="508"/>
                      <a:pt x="5608" y="508"/>
                      <a:pt x="5600" y="516"/>
                    </a:cubicBezTo>
                    <a:lnTo>
                      <a:pt x="5541" y="516"/>
                    </a:lnTo>
                    <a:cubicBezTo>
                      <a:pt x="5533" y="524"/>
                      <a:pt x="5515" y="524"/>
                      <a:pt x="5507" y="524"/>
                    </a:cubicBezTo>
                    <a:cubicBezTo>
                      <a:pt x="5499" y="516"/>
                      <a:pt x="5499" y="516"/>
                      <a:pt x="5491" y="516"/>
                    </a:cubicBezTo>
                    <a:cubicBezTo>
                      <a:pt x="5487" y="520"/>
                      <a:pt x="5485" y="522"/>
                      <a:pt x="5483" y="522"/>
                    </a:cubicBezTo>
                    <a:cubicBezTo>
                      <a:pt x="5481" y="522"/>
                      <a:pt x="5478" y="520"/>
                      <a:pt x="5473" y="516"/>
                    </a:cubicBezTo>
                    <a:cubicBezTo>
                      <a:pt x="5465" y="516"/>
                      <a:pt x="5465" y="534"/>
                      <a:pt x="5457" y="534"/>
                    </a:cubicBezTo>
                    <a:cubicBezTo>
                      <a:pt x="5449" y="534"/>
                      <a:pt x="5423" y="550"/>
                      <a:pt x="5415" y="558"/>
                    </a:cubicBezTo>
                    <a:cubicBezTo>
                      <a:pt x="5407" y="558"/>
                      <a:pt x="5407" y="566"/>
                      <a:pt x="5407" y="566"/>
                    </a:cubicBezTo>
                    <a:lnTo>
                      <a:pt x="5383" y="550"/>
                    </a:lnTo>
                    <a:cubicBezTo>
                      <a:pt x="5373" y="550"/>
                      <a:pt x="5365" y="558"/>
                      <a:pt x="5357" y="558"/>
                    </a:cubicBezTo>
                    <a:cubicBezTo>
                      <a:pt x="5357" y="566"/>
                      <a:pt x="5291" y="574"/>
                      <a:pt x="5283" y="574"/>
                    </a:cubicBezTo>
                    <a:cubicBezTo>
                      <a:pt x="5265" y="574"/>
                      <a:pt x="5265" y="584"/>
                      <a:pt x="5257" y="592"/>
                    </a:cubicBezTo>
                    <a:cubicBezTo>
                      <a:pt x="5249" y="592"/>
                      <a:pt x="5233" y="600"/>
                      <a:pt x="5214" y="600"/>
                    </a:cubicBezTo>
                    <a:cubicBezTo>
                      <a:pt x="5190" y="600"/>
                      <a:pt x="5182" y="608"/>
                      <a:pt x="5164" y="608"/>
                    </a:cubicBezTo>
                    <a:cubicBezTo>
                      <a:pt x="5162" y="606"/>
                      <a:pt x="5159" y="605"/>
                      <a:pt x="5156" y="605"/>
                    </a:cubicBezTo>
                    <a:cubicBezTo>
                      <a:pt x="5151" y="605"/>
                      <a:pt x="5146" y="608"/>
                      <a:pt x="5140" y="608"/>
                    </a:cubicBezTo>
                    <a:cubicBezTo>
                      <a:pt x="5132" y="608"/>
                      <a:pt x="5106" y="616"/>
                      <a:pt x="5098" y="616"/>
                    </a:cubicBezTo>
                    <a:lnTo>
                      <a:pt x="5090" y="624"/>
                    </a:lnTo>
                    <a:lnTo>
                      <a:pt x="5072" y="624"/>
                    </a:lnTo>
                    <a:cubicBezTo>
                      <a:pt x="5072" y="624"/>
                      <a:pt x="5064" y="642"/>
                      <a:pt x="5056" y="642"/>
                    </a:cubicBezTo>
                    <a:cubicBezTo>
                      <a:pt x="5056" y="642"/>
                      <a:pt x="5048" y="650"/>
                      <a:pt x="5040" y="650"/>
                    </a:cubicBezTo>
                    <a:cubicBezTo>
                      <a:pt x="5022" y="650"/>
                      <a:pt x="4990" y="666"/>
                      <a:pt x="4990" y="666"/>
                    </a:cubicBezTo>
                    <a:cubicBezTo>
                      <a:pt x="4982" y="666"/>
                      <a:pt x="4964" y="658"/>
                      <a:pt x="4964" y="650"/>
                    </a:cubicBezTo>
                    <a:cubicBezTo>
                      <a:pt x="4964" y="634"/>
                      <a:pt x="4972" y="634"/>
                      <a:pt x="4972" y="634"/>
                    </a:cubicBezTo>
                    <a:cubicBezTo>
                      <a:pt x="4982" y="634"/>
                      <a:pt x="4998" y="624"/>
                      <a:pt x="5006" y="624"/>
                    </a:cubicBezTo>
                    <a:cubicBezTo>
                      <a:pt x="5006" y="624"/>
                      <a:pt x="5014" y="624"/>
                      <a:pt x="5022" y="634"/>
                    </a:cubicBezTo>
                    <a:lnTo>
                      <a:pt x="5040" y="634"/>
                    </a:lnTo>
                    <a:cubicBezTo>
                      <a:pt x="5048" y="634"/>
                      <a:pt x="5056" y="616"/>
                      <a:pt x="5064" y="608"/>
                    </a:cubicBezTo>
                    <a:cubicBezTo>
                      <a:pt x="5072" y="608"/>
                      <a:pt x="5090" y="600"/>
                      <a:pt x="5098" y="592"/>
                    </a:cubicBezTo>
                    <a:cubicBezTo>
                      <a:pt x="5114" y="584"/>
                      <a:pt x="5140" y="584"/>
                      <a:pt x="5148" y="584"/>
                    </a:cubicBezTo>
                    <a:cubicBezTo>
                      <a:pt x="5156" y="574"/>
                      <a:pt x="5182" y="574"/>
                      <a:pt x="5198" y="566"/>
                    </a:cubicBezTo>
                    <a:lnTo>
                      <a:pt x="5233" y="566"/>
                    </a:lnTo>
                    <a:cubicBezTo>
                      <a:pt x="5233" y="566"/>
                      <a:pt x="5265" y="566"/>
                      <a:pt x="5273" y="550"/>
                    </a:cubicBezTo>
                    <a:cubicBezTo>
                      <a:pt x="5291" y="524"/>
                      <a:pt x="5315" y="542"/>
                      <a:pt x="5333" y="524"/>
                    </a:cubicBezTo>
                    <a:cubicBezTo>
                      <a:pt x="5341" y="520"/>
                      <a:pt x="5347" y="520"/>
                      <a:pt x="5352" y="520"/>
                    </a:cubicBezTo>
                    <a:cubicBezTo>
                      <a:pt x="5357" y="520"/>
                      <a:pt x="5361" y="520"/>
                      <a:pt x="5365" y="516"/>
                    </a:cubicBezTo>
                    <a:cubicBezTo>
                      <a:pt x="5373" y="516"/>
                      <a:pt x="5391" y="516"/>
                      <a:pt x="5407" y="500"/>
                    </a:cubicBezTo>
                    <a:lnTo>
                      <a:pt x="5433" y="500"/>
                    </a:lnTo>
                    <a:cubicBezTo>
                      <a:pt x="5449" y="500"/>
                      <a:pt x="5457" y="500"/>
                      <a:pt x="5473" y="492"/>
                    </a:cubicBezTo>
                    <a:cubicBezTo>
                      <a:pt x="5479" y="489"/>
                      <a:pt x="5484" y="488"/>
                      <a:pt x="5488" y="488"/>
                    </a:cubicBezTo>
                    <a:cubicBezTo>
                      <a:pt x="5497" y="488"/>
                      <a:pt x="5502" y="492"/>
                      <a:pt x="5507" y="492"/>
                    </a:cubicBezTo>
                    <a:lnTo>
                      <a:pt x="5515" y="492"/>
                    </a:lnTo>
                    <a:cubicBezTo>
                      <a:pt x="5523" y="492"/>
                      <a:pt x="5549" y="484"/>
                      <a:pt x="5549" y="484"/>
                    </a:cubicBezTo>
                    <a:cubicBezTo>
                      <a:pt x="5549" y="484"/>
                      <a:pt x="5592" y="484"/>
                      <a:pt x="5600" y="474"/>
                    </a:cubicBezTo>
                    <a:lnTo>
                      <a:pt x="5642" y="474"/>
                    </a:lnTo>
                    <a:cubicBezTo>
                      <a:pt x="5642" y="474"/>
                      <a:pt x="5686" y="478"/>
                      <a:pt x="5723" y="478"/>
                    </a:cubicBezTo>
                    <a:cubicBezTo>
                      <a:pt x="5741" y="478"/>
                      <a:pt x="5758" y="477"/>
                      <a:pt x="5766" y="474"/>
                    </a:cubicBezTo>
                    <a:cubicBezTo>
                      <a:pt x="5792" y="474"/>
                      <a:pt x="5824" y="466"/>
                      <a:pt x="5842" y="458"/>
                    </a:cubicBezTo>
                    <a:cubicBezTo>
                      <a:pt x="5866" y="450"/>
                      <a:pt x="5892" y="450"/>
                      <a:pt x="5900" y="450"/>
                    </a:cubicBezTo>
                    <a:cubicBezTo>
                      <a:pt x="5908" y="450"/>
                      <a:pt x="5924" y="450"/>
                      <a:pt x="5934" y="442"/>
                    </a:cubicBezTo>
                    <a:lnTo>
                      <a:pt x="5950" y="442"/>
                    </a:lnTo>
                    <a:cubicBezTo>
                      <a:pt x="5950" y="442"/>
                      <a:pt x="5950" y="445"/>
                      <a:pt x="5953" y="445"/>
                    </a:cubicBezTo>
                    <a:cubicBezTo>
                      <a:pt x="5954" y="445"/>
                      <a:pt x="5956" y="444"/>
                      <a:pt x="5958" y="442"/>
                    </a:cubicBezTo>
                    <a:cubicBezTo>
                      <a:pt x="5967" y="442"/>
                      <a:pt x="6093" y="424"/>
                      <a:pt x="6093" y="424"/>
                    </a:cubicBezTo>
                    <a:lnTo>
                      <a:pt x="6109" y="408"/>
                    </a:lnTo>
                    <a:lnTo>
                      <a:pt x="6143" y="408"/>
                    </a:lnTo>
                    <a:cubicBezTo>
                      <a:pt x="6151" y="400"/>
                      <a:pt x="6193" y="392"/>
                      <a:pt x="6201" y="392"/>
                    </a:cubicBezTo>
                    <a:cubicBezTo>
                      <a:pt x="6209" y="384"/>
                      <a:pt x="6360" y="350"/>
                      <a:pt x="6368" y="333"/>
                    </a:cubicBezTo>
                    <a:cubicBezTo>
                      <a:pt x="6386" y="315"/>
                      <a:pt x="6376" y="323"/>
                      <a:pt x="6410" y="307"/>
                    </a:cubicBezTo>
                    <a:cubicBezTo>
                      <a:pt x="6423" y="299"/>
                      <a:pt x="6427" y="297"/>
                      <a:pt x="6428" y="297"/>
                    </a:cubicBezTo>
                    <a:lnTo>
                      <a:pt x="6428" y="297"/>
                    </a:lnTo>
                    <a:cubicBezTo>
                      <a:pt x="6428" y="297"/>
                      <a:pt x="6426" y="299"/>
                      <a:pt x="6426" y="299"/>
                    </a:cubicBezTo>
                    <a:cubicBezTo>
                      <a:pt x="6426" y="299"/>
                      <a:pt x="6452" y="291"/>
                      <a:pt x="6460" y="283"/>
                    </a:cubicBezTo>
                    <a:cubicBezTo>
                      <a:pt x="6468" y="283"/>
                      <a:pt x="6486" y="265"/>
                      <a:pt x="6494" y="249"/>
                    </a:cubicBezTo>
                    <a:cubicBezTo>
                      <a:pt x="6494" y="233"/>
                      <a:pt x="6486" y="241"/>
                      <a:pt x="6486" y="233"/>
                    </a:cubicBezTo>
                    <a:cubicBezTo>
                      <a:pt x="6476" y="223"/>
                      <a:pt x="6468" y="223"/>
                      <a:pt x="6468" y="223"/>
                    </a:cubicBezTo>
                    <a:lnTo>
                      <a:pt x="6444" y="223"/>
                    </a:lnTo>
                    <a:cubicBezTo>
                      <a:pt x="6444" y="223"/>
                      <a:pt x="6418" y="207"/>
                      <a:pt x="6410" y="207"/>
                    </a:cubicBezTo>
                    <a:lnTo>
                      <a:pt x="6394" y="191"/>
                    </a:lnTo>
                    <a:cubicBezTo>
                      <a:pt x="6394" y="189"/>
                      <a:pt x="6392" y="188"/>
                      <a:pt x="6390" y="188"/>
                    </a:cubicBezTo>
                    <a:cubicBezTo>
                      <a:pt x="6383" y="188"/>
                      <a:pt x="6371" y="193"/>
                      <a:pt x="6360" y="199"/>
                    </a:cubicBezTo>
                    <a:lnTo>
                      <a:pt x="6309" y="199"/>
                    </a:lnTo>
                    <a:lnTo>
                      <a:pt x="6275" y="183"/>
                    </a:lnTo>
                    <a:cubicBezTo>
                      <a:pt x="6275" y="183"/>
                      <a:pt x="6251" y="183"/>
                      <a:pt x="6243" y="191"/>
                    </a:cubicBezTo>
                    <a:lnTo>
                      <a:pt x="6225" y="183"/>
                    </a:lnTo>
                    <a:cubicBezTo>
                      <a:pt x="6217" y="183"/>
                      <a:pt x="6201" y="191"/>
                      <a:pt x="6193" y="199"/>
                    </a:cubicBezTo>
                    <a:cubicBezTo>
                      <a:pt x="6188" y="199"/>
                      <a:pt x="6178" y="203"/>
                      <a:pt x="6170" y="203"/>
                    </a:cubicBezTo>
                    <a:cubicBezTo>
                      <a:pt x="6165" y="203"/>
                      <a:pt x="6162" y="202"/>
                      <a:pt x="6159" y="199"/>
                    </a:cubicBezTo>
                    <a:lnTo>
                      <a:pt x="6143" y="191"/>
                    </a:lnTo>
                    <a:cubicBezTo>
                      <a:pt x="6143" y="183"/>
                      <a:pt x="6075" y="183"/>
                      <a:pt x="6067" y="183"/>
                    </a:cubicBezTo>
                    <a:lnTo>
                      <a:pt x="6043" y="191"/>
                    </a:lnTo>
                    <a:cubicBezTo>
                      <a:pt x="6035" y="191"/>
                      <a:pt x="6009" y="199"/>
                      <a:pt x="5975" y="215"/>
                    </a:cubicBezTo>
                    <a:cubicBezTo>
                      <a:pt x="5955" y="231"/>
                      <a:pt x="5947" y="234"/>
                      <a:pt x="5944" y="234"/>
                    </a:cubicBezTo>
                    <a:cubicBezTo>
                      <a:pt x="5942" y="234"/>
                      <a:pt x="5942" y="233"/>
                      <a:pt x="5942" y="233"/>
                    </a:cubicBezTo>
                    <a:cubicBezTo>
                      <a:pt x="5942" y="233"/>
                      <a:pt x="5967" y="199"/>
                      <a:pt x="5967" y="191"/>
                    </a:cubicBezTo>
                    <a:cubicBezTo>
                      <a:pt x="5975" y="191"/>
                      <a:pt x="5985" y="183"/>
                      <a:pt x="5993" y="183"/>
                    </a:cubicBezTo>
                    <a:cubicBezTo>
                      <a:pt x="5993" y="173"/>
                      <a:pt x="6017" y="157"/>
                      <a:pt x="6017" y="157"/>
                    </a:cubicBezTo>
                    <a:lnTo>
                      <a:pt x="6025" y="141"/>
                    </a:lnTo>
                    <a:cubicBezTo>
                      <a:pt x="6035" y="133"/>
                      <a:pt x="6017" y="115"/>
                      <a:pt x="6017" y="107"/>
                    </a:cubicBezTo>
                    <a:cubicBezTo>
                      <a:pt x="6009" y="107"/>
                      <a:pt x="6001" y="99"/>
                      <a:pt x="5993" y="91"/>
                    </a:cubicBezTo>
                    <a:lnTo>
                      <a:pt x="5967" y="91"/>
                    </a:lnTo>
                    <a:cubicBezTo>
                      <a:pt x="5967" y="91"/>
                      <a:pt x="5942" y="91"/>
                      <a:pt x="5934" y="99"/>
                    </a:cubicBezTo>
                    <a:lnTo>
                      <a:pt x="5892" y="99"/>
                    </a:lnTo>
                    <a:cubicBezTo>
                      <a:pt x="5890" y="96"/>
                      <a:pt x="5887" y="96"/>
                      <a:pt x="5885" y="96"/>
                    </a:cubicBezTo>
                    <a:cubicBezTo>
                      <a:pt x="5878" y="96"/>
                      <a:pt x="5870" y="101"/>
                      <a:pt x="5858" y="107"/>
                    </a:cubicBezTo>
                    <a:lnTo>
                      <a:pt x="5850" y="107"/>
                    </a:lnTo>
                    <a:cubicBezTo>
                      <a:pt x="5850" y="114"/>
                      <a:pt x="5806" y="134"/>
                      <a:pt x="5795" y="134"/>
                    </a:cubicBezTo>
                    <a:cubicBezTo>
                      <a:pt x="5793" y="134"/>
                      <a:pt x="5792" y="134"/>
                      <a:pt x="5792" y="133"/>
                    </a:cubicBezTo>
                    <a:cubicBezTo>
                      <a:pt x="5784" y="133"/>
                      <a:pt x="5774" y="141"/>
                      <a:pt x="5774" y="141"/>
                    </a:cubicBezTo>
                    <a:cubicBezTo>
                      <a:pt x="5774" y="141"/>
                      <a:pt x="5742" y="149"/>
                      <a:pt x="5734" y="149"/>
                    </a:cubicBezTo>
                    <a:cubicBezTo>
                      <a:pt x="5716" y="149"/>
                      <a:pt x="5716" y="157"/>
                      <a:pt x="5658" y="165"/>
                    </a:cubicBezTo>
                    <a:cubicBezTo>
                      <a:pt x="5600" y="173"/>
                      <a:pt x="5634" y="173"/>
                      <a:pt x="5600" y="173"/>
                    </a:cubicBezTo>
                    <a:cubicBezTo>
                      <a:pt x="5573" y="173"/>
                      <a:pt x="5592" y="165"/>
                      <a:pt x="5592" y="165"/>
                    </a:cubicBezTo>
                    <a:lnTo>
                      <a:pt x="5541" y="165"/>
                    </a:lnTo>
                    <a:cubicBezTo>
                      <a:pt x="5533" y="162"/>
                      <a:pt x="5527" y="161"/>
                      <a:pt x="5523" y="161"/>
                    </a:cubicBezTo>
                    <a:cubicBezTo>
                      <a:pt x="5514" y="161"/>
                      <a:pt x="5513" y="165"/>
                      <a:pt x="5507" y="165"/>
                    </a:cubicBezTo>
                    <a:cubicBezTo>
                      <a:pt x="5504" y="168"/>
                      <a:pt x="5498" y="170"/>
                      <a:pt x="5495" y="170"/>
                    </a:cubicBezTo>
                    <a:cubicBezTo>
                      <a:pt x="5489" y="170"/>
                      <a:pt x="5493" y="164"/>
                      <a:pt x="5541" y="149"/>
                    </a:cubicBezTo>
                    <a:cubicBezTo>
                      <a:pt x="5566" y="141"/>
                      <a:pt x="5577" y="139"/>
                      <a:pt x="5580" y="139"/>
                    </a:cubicBezTo>
                    <a:cubicBezTo>
                      <a:pt x="5583" y="139"/>
                      <a:pt x="5578" y="141"/>
                      <a:pt x="5573" y="141"/>
                    </a:cubicBezTo>
                    <a:cubicBezTo>
                      <a:pt x="5573" y="141"/>
                      <a:pt x="5573" y="149"/>
                      <a:pt x="5583" y="149"/>
                    </a:cubicBezTo>
                    <a:lnTo>
                      <a:pt x="5624" y="149"/>
                    </a:lnTo>
                    <a:cubicBezTo>
                      <a:pt x="5634" y="141"/>
                      <a:pt x="5666" y="141"/>
                      <a:pt x="5684" y="133"/>
                    </a:cubicBezTo>
                    <a:cubicBezTo>
                      <a:pt x="5708" y="123"/>
                      <a:pt x="5750" y="123"/>
                      <a:pt x="5774" y="107"/>
                    </a:cubicBezTo>
                    <a:cubicBezTo>
                      <a:pt x="5800" y="99"/>
                      <a:pt x="5824" y="91"/>
                      <a:pt x="5842" y="83"/>
                    </a:cubicBezTo>
                    <a:cubicBezTo>
                      <a:pt x="5858" y="65"/>
                      <a:pt x="5858" y="83"/>
                      <a:pt x="5884" y="57"/>
                    </a:cubicBezTo>
                    <a:cubicBezTo>
                      <a:pt x="5891" y="47"/>
                      <a:pt x="5892" y="45"/>
                      <a:pt x="5889" y="45"/>
                    </a:cubicBezTo>
                    <a:cubicBezTo>
                      <a:pt x="5887" y="45"/>
                      <a:pt x="5882" y="47"/>
                      <a:pt x="5875" y="47"/>
                    </a:cubicBezTo>
                    <a:cubicBezTo>
                      <a:pt x="5869" y="47"/>
                      <a:pt x="5860" y="45"/>
                      <a:pt x="5850" y="41"/>
                    </a:cubicBezTo>
                    <a:cubicBezTo>
                      <a:pt x="5838" y="32"/>
                      <a:pt x="5831" y="30"/>
                      <a:pt x="5828" y="30"/>
                    </a:cubicBezTo>
                    <a:cubicBezTo>
                      <a:pt x="5824" y="30"/>
                      <a:pt x="5824" y="33"/>
                      <a:pt x="5824" y="33"/>
                    </a:cubicBezTo>
                    <a:lnTo>
                      <a:pt x="5784" y="33"/>
                    </a:lnTo>
                    <a:cubicBezTo>
                      <a:pt x="5774" y="33"/>
                      <a:pt x="5742" y="23"/>
                      <a:pt x="5734" y="23"/>
                    </a:cubicBezTo>
                    <a:cubicBezTo>
                      <a:pt x="5724" y="15"/>
                      <a:pt x="5700" y="15"/>
                      <a:pt x="5684" y="15"/>
                    </a:cubicBezTo>
                    <a:cubicBezTo>
                      <a:pt x="5658" y="15"/>
                      <a:pt x="5642" y="23"/>
                      <a:pt x="5634" y="23"/>
                    </a:cubicBezTo>
                    <a:cubicBezTo>
                      <a:pt x="5616" y="33"/>
                      <a:pt x="5491" y="33"/>
                      <a:pt x="5491" y="33"/>
                    </a:cubicBezTo>
                    <a:cubicBezTo>
                      <a:pt x="5491" y="33"/>
                      <a:pt x="5473" y="33"/>
                      <a:pt x="5465" y="23"/>
                    </a:cubicBezTo>
                    <a:cubicBezTo>
                      <a:pt x="5457" y="23"/>
                      <a:pt x="5433" y="15"/>
                      <a:pt x="5433" y="15"/>
                    </a:cubicBezTo>
                    <a:cubicBezTo>
                      <a:pt x="5433" y="15"/>
                      <a:pt x="5407" y="7"/>
                      <a:pt x="5391" y="7"/>
                    </a:cubicBezTo>
                    <a:cubicBezTo>
                      <a:pt x="5382" y="3"/>
                      <a:pt x="5369" y="1"/>
                      <a:pt x="53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112">
                <a:extLst>
                  <a:ext uri="{FF2B5EF4-FFF2-40B4-BE49-F238E27FC236}">
                    <a16:creationId xmlns:a16="http://schemas.microsoft.com/office/drawing/2014/main" id="{3E048AC3-7938-2A98-0010-42090EA7125B}"/>
                  </a:ext>
                </a:extLst>
              </p:cNvPr>
              <p:cNvSpPr/>
              <p:nvPr/>
            </p:nvSpPr>
            <p:spPr>
              <a:xfrm>
                <a:off x="6676035" y="3348447"/>
                <a:ext cx="88360" cy="46964"/>
              </a:xfrm>
              <a:custGeom>
                <a:avLst/>
                <a:gdLst/>
                <a:ahLst/>
                <a:cxnLst/>
                <a:rect l="l" t="t" r="r" b="b"/>
                <a:pathLst>
                  <a:path w="476" h="253" extrusionOk="0">
                    <a:moveTo>
                      <a:pt x="137" y="0"/>
                    </a:moveTo>
                    <a:cubicBezTo>
                      <a:pt x="104" y="0"/>
                      <a:pt x="69" y="3"/>
                      <a:pt x="32" y="18"/>
                    </a:cubicBezTo>
                    <a:cubicBezTo>
                      <a:pt x="0" y="44"/>
                      <a:pt x="32" y="86"/>
                      <a:pt x="50" y="102"/>
                    </a:cubicBezTo>
                    <a:cubicBezTo>
                      <a:pt x="52" y="103"/>
                      <a:pt x="54" y="104"/>
                      <a:pt x="57" y="104"/>
                    </a:cubicBezTo>
                    <a:cubicBezTo>
                      <a:pt x="66" y="104"/>
                      <a:pt x="82" y="99"/>
                      <a:pt x="92" y="99"/>
                    </a:cubicBezTo>
                    <a:cubicBezTo>
                      <a:pt x="99" y="99"/>
                      <a:pt x="103" y="101"/>
                      <a:pt x="101" y="110"/>
                    </a:cubicBezTo>
                    <a:cubicBezTo>
                      <a:pt x="101" y="128"/>
                      <a:pt x="24" y="118"/>
                      <a:pt x="32" y="144"/>
                    </a:cubicBezTo>
                    <a:cubicBezTo>
                      <a:pt x="42" y="168"/>
                      <a:pt x="59" y="194"/>
                      <a:pt x="83" y="202"/>
                    </a:cubicBezTo>
                    <a:cubicBezTo>
                      <a:pt x="96" y="202"/>
                      <a:pt x="137" y="189"/>
                      <a:pt x="163" y="189"/>
                    </a:cubicBezTo>
                    <a:cubicBezTo>
                      <a:pt x="172" y="189"/>
                      <a:pt x="179" y="190"/>
                      <a:pt x="183" y="194"/>
                    </a:cubicBezTo>
                    <a:cubicBezTo>
                      <a:pt x="217" y="236"/>
                      <a:pt x="117" y="210"/>
                      <a:pt x="151" y="236"/>
                    </a:cubicBezTo>
                    <a:cubicBezTo>
                      <a:pt x="163" y="248"/>
                      <a:pt x="181" y="250"/>
                      <a:pt x="199" y="250"/>
                    </a:cubicBezTo>
                    <a:cubicBezTo>
                      <a:pt x="208" y="250"/>
                      <a:pt x="217" y="250"/>
                      <a:pt x="224" y="250"/>
                    </a:cubicBezTo>
                    <a:cubicBezTo>
                      <a:pt x="232" y="250"/>
                      <a:pt x="238" y="250"/>
                      <a:pt x="243" y="252"/>
                    </a:cubicBezTo>
                    <a:cubicBezTo>
                      <a:pt x="259" y="252"/>
                      <a:pt x="367" y="218"/>
                      <a:pt x="383" y="210"/>
                    </a:cubicBezTo>
                    <a:cubicBezTo>
                      <a:pt x="393" y="202"/>
                      <a:pt x="383" y="202"/>
                      <a:pt x="434" y="178"/>
                    </a:cubicBezTo>
                    <a:cubicBezTo>
                      <a:pt x="476" y="160"/>
                      <a:pt x="476" y="128"/>
                      <a:pt x="460" y="102"/>
                    </a:cubicBezTo>
                    <a:cubicBezTo>
                      <a:pt x="434" y="86"/>
                      <a:pt x="343" y="102"/>
                      <a:pt x="325" y="78"/>
                    </a:cubicBezTo>
                    <a:cubicBezTo>
                      <a:pt x="317" y="52"/>
                      <a:pt x="293" y="36"/>
                      <a:pt x="267" y="18"/>
                    </a:cubicBezTo>
                    <a:cubicBezTo>
                      <a:pt x="243" y="2"/>
                      <a:pt x="243" y="2"/>
                      <a:pt x="201" y="2"/>
                    </a:cubicBezTo>
                    <a:cubicBezTo>
                      <a:pt x="181" y="2"/>
                      <a:pt x="159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112">
                <a:extLst>
                  <a:ext uri="{FF2B5EF4-FFF2-40B4-BE49-F238E27FC236}">
                    <a16:creationId xmlns:a16="http://schemas.microsoft.com/office/drawing/2014/main" id="{5F7798AF-DF0A-5B34-BD89-739023120E61}"/>
                  </a:ext>
                </a:extLst>
              </p:cNvPr>
              <p:cNvSpPr/>
              <p:nvPr/>
            </p:nvSpPr>
            <p:spPr>
              <a:xfrm>
                <a:off x="6711676" y="3416202"/>
                <a:ext cx="76108" cy="52162"/>
              </a:xfrm>
              <a:custGeom>
                <a:avLst/>
                <a:gdLst/>
                <a:ahLst/>
                <a:cxnLst/>
                <a:rect l="l" t="t" r="r" b="b"/>
                <a:pathLst>
                  <a:path w="410" h="281" extrusionOk="0">
                    <a:moveTo>
                      <a:pt x="216" y="0"/>
                    </a:moveTo>
                    <a:cubicBezTo>
                      <a:pt x="198" y="0"/>
                      <a:pt x="178" y="4"/>
                      <a:pt x="159" y="14"/>
                    </a:cubicBezTo>
                    <a:cubicBezTo>
                      <a:pt x="141" y="14"/>
                      <a:pt x="167" y="14"/>
                      <a:pt x="183" y="46"/>
                    </a:cubicBezTo>
                    <a:cubicBezTo>
                      <a:pt x="201" y="72"/>
                      <a:pt x="201" y="64"/>
                      <a:pt x="159" y="80"/>
                    </a:cubicBezTo>
                    <a:cubicBezTo>
                      <a:pt x="125" y="88"/>
                      <a:pt x="67" y="96"/>
                      <a:pt x="101" y="104"/>
                    </a:cubicBezTo>
                    <a:cubicBezTo>
                      <a:pt x="125" y="122"/>
                      <a:pt x="151" y="122"/>
                      <a:pt x="175" y="122"/>
                    </a:cubicBezTo>
                    <a:cubicBezTo>
                      <a:pt x="201" y="130"/>
                      <a:pt x="175" y="154"/>
                      <a:pt x="151" y="164"/>
                    </a:cubicBezTo>
                    <a:cubicBezTo>
                      <a:pt x="125" y="164"/>
                      <a:pt x="83" y="180"/>
                      <a:pt x="83" y="196"/>
                    </a:cubicBezTo>
                    <a:cubicBezTo>
                      <a:pt x="83" y="214"/>
                      <a:pt x="41" y="204"/>
                      <a:pt x="33" y="230"/>
                    </a:cubicBezTo>
                    <a:cubicBezTo>
                      <a:pt x="33" y="264"/>
                      <a:pt x="1" y="280"/>
                      <a:pt x="33" y="280"/>
                    </a:cubicBezTo>
                    <a:cubicBezTo>
                      <a:pt x="67" y="280"/>
                      <a:pt x="117" y="246"/>
                      <a:pt x="141" y="238"/>
                    </a:cubicBezTo>
                    <a:cubicBezTo>
                      <a:pt x="159" y="222"/>
                      <a:pt x="167" y="222"/>
                      <a:pt x="183" y="222"/>
                    </a:cubicBezTo>
                    <a:lnTo>
                      <a:pt x="242" y="222"/>
                    </a:lnTo>
                    <a:lnTo>
                      <a:pt x="284" y="188"/>
                    </a:lnTo>
                    <a:cubicBezTo>
                      <a:pt x="284" y="188"/>
                      <a:pt x="302" y="228"/>
                      <a:pt x="326" y="228"/>
                    </a:cubicBezTo>
                    <a:cubicBezTo>
                      <a:pt x="331" y="228"/>
                      <a:pt x="336" y="226"/>
                      <a:pt x="342" y="222"/>
                    </a:cubicBezTo>
                    <a:cubicBezTo>
                      <a:pt x="368" y="196"/>
                      <a:pt x="384" y="188"/>
                      <a:pt x="392" y="180"/>
                    </a:cubicBezTo>
                    <a:cubicBezTo>
                      <a:pt x="410" y="172"/>
                      <a:pt x="402" y="146"/>
                      <a:pt x="384" y="146"/>
                    </a:cubicBezTo>
                    <a:lnTo>
                      <a:pt x="326" y="146"/>
                    </a:lnTo>
                    <a:cubicBezTo>
                      <a:pt x="268" y="146"/>
                      <a:pt x="233" y="138"/>
                      <a:pt x="233" y="138"/>
                    </a:cubicBezTo>
                    <a:cubicBezTo>
                      <a:pt x="233" y="138"/>
                      <a:pt x="292" y="104"/>
                      <a:pt x="326" y="104"/>
                    </a:cubicBezTo>
                    <a:cubicBezTo>
                      <a:pt x="332" y="106"/>
                      <a:pt x="337" y="108"/>
                      <a:pt x="341" y="108"/>
                    </a:cubicBezTo>
                    <a:cubicBezTo>
                      <a:pt x="351" y="108"/>
                      <a:pt x="349" y="96"/>
                      <a:pt x="342" y="72"/>
                    </a:cubicBezTo>
                    <a:cubicBezTo>
                      <a:pt x="334" y="38"/>
                      <a:pt x="342" y="30"/>
                      <a:pt x="318" y="30"/>
                    </a:cubicBezTo>
                    <a:cubicBezTo>
                      <a:pt x="301" y="30"/>
                      <a:pt x="290" y="32"/>
                      <a:pt x="283" y="32"/>
                    </a:cubicBezTo>
                    <a:cubicBezTo>
                      <a:pt x="276" y="32"/>
                      <a:pt x="272" y="30"/>
                      <a:pt x="268" y="22"/>
                    </a:cubicBezTo>
                    <a:cubicBezTo>
                      <a:pt x="268" y="11"/>
                      <a:pt x="245" y="0"/>
                      <a:pt x="2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112">
                <a:extLst>
                  <a:ext uri="{FF2B5EF4-FFF2-40B4-BE49-F238E27FC236}">
                    <a16:creationId xmlns:a16="http://schemas.microsoft.com/office/drawing/2014/main" id="{716217B9-1885-DA38-A481-CF497AFAD179}"/>
                  </a:ext>
                </a:extLst>
              </p:cNvPr>
              <p:cNvSpPr/>
              <p:nvPr/>
            </p:nvSpPr>
            <p:spPr>
              <a:xfrm>
                <a:off x="7446957" y="3148707"/>
                <a:ext cx="74623" cy="21347"/>
              </a:xfrm>
              <a:custGeom>
                <a:avLst/>
                <a:gdLst/>
                <a:ahLst/>
                <a:cxnLst/>
                <a:rect l="l" t="t" r="r" b="b"/>
                <a:pathLst>
                  <a:path w="402" h="115" extrusionOk="0">
                    <a:moveTo>
                      <a:pt x="151" y="1"/>
                    </a:moveTo>
                    <a:cubicBezTo>
                      <a:pt x="109" y="1"/>
                      <a:pt x="83" y="9"/>
                      <a:pt x="67" y="9"/>
                    </a:cubicBezTo>
                    <a:cubicBezTo>
                      <a:pt x="63" y="13"/>
                      <a:pt x="59" y="13"/>
                      <a:pt x="54" y="13"/>
                    </a:cubicBezTo>
                    <a:cubicBezTo>
                      <a:pt x="50" y="13"/>
                      <a:pt x="46" y="13"/>
                      <a:pt x="41" y="17"/>
                    </a:cubicBezTo>
                    <a:cubicBezTo>
                      <a:pt x="33" y="17"/>
                      <a:pt x="1" y="25"/>
                      <a:pt x="25" y="41"/>
                    </a:cubicBezTo>
                    <a:cubicBezTo>
                      <a:pt x="59" y="59"/>
                      <a:pt x="75" y="59"/>
                      <a:pt x="83" y="67"/>
                    </a:cubicBezTo>
                    <a:cubicBezTo>
                      <a:pt x="97" y="80"/>
                      <a:pt x="126" y="94"/>
                      <a:pt x="142" y="94"/>
                    </a:cubicBezTo>
                    <a:cubicBezTo>
                      <a:pt x="146" y="94"/>
                      <a:pt x="149" y="93"/>
                      <a:pt x="151" y="91"/>
                    </a:cubicBezTo>
                    <a:cubicBezTo>
                      <a:pt x="151" y="91"/>
                      <a:pt x="156" y="89"/>
                      <a:pt x="165" y="89"/>
                    </a:cubicBezTo>
                    <a:cubicBezTo>
                      <a:pt x="174" y="89"/>
                      <a:pt x="187" y="92"/>
                      <a:pt x="201" y="101"/>
                    </a:cubicBezTo>
                    <a:cubicBezTo>
                      <a:pt x="211" y="111"/>
                      <a:pt x="219" y="114"/>
                      <a:pt x="226" y="114"/>
                    </a:cubicBezTo>
                    <a:cubicBezTo>
                      <a:pt x="235" y="114"/>
                      <a:pt x="244" y="109"/>
                      <a:pt x="259" y="109"/>
                    </a:cubicBezTo>
                    <a:cubicBezTo>
                      <a:pt x="283" y="109"/>
                      <a:pt x="325" y="109"/>
                      <a:pt x="341" y="91"/>
                    </a:cubicBezTo>
                    <a:cubicBezTo>
                      <a:pt x="359" y="75"/>
                      <a:pt x="402" y="83"/>
                      <a:pt x="359" y="51"/>
                    </a:cubicBezTo>
                    <a:cubicBezTo>
                      <a:pt x="317" y="25"/>
                      <a:pt x="217" y="17"/>
                      <a:pt x="201" y="17"/>
                    </a:cubicBezTo>
                    <a:cubicBezTo>
                      <a:pt x="183" y="17"/>
                      <a:pt x="183" y="1"/>
                      <a:pt x="1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112">
                <a:extLst>
                  <a:ext uri="{FF2B5EF4-FFF2-40B4-BE49-F238E27FC236}">
                    <a16:creationId xmlns:a16="http://schemas.microsoft.com/office/drawing/2014/main" id="{9282C19E-C1B6-A793-2C96-E8A3D9127749}"/>
                  </a:ext>
                </a:extLst>
              </p:cNvPr>
              <p:cNvSpPr/>
              <p:nvPr/>
            </p:nvSpPr>
            <p:spPr>
              <a:xfrm>
                <a:off x="7445101" y="3162630"/>
                <a:ext cx="60887" cy="34342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85" extrusionOk="0">
                    <a:moveTo>
                      <a:pt x="85" y="0"/>
                    </a:moveTo>
                    <a:cubicBezTo>
                      <a:pt x="69" y="8"/>
                      <a:pt x="51" y="8"/>
                      <a:pt x="43" y="16"/>
                    </a:cubicBezTo>
                    <a:cubicBezTo>
                      <a:pt x="19" y="34"/>
                      <a:pt x="0" y="34"/>
                      <a:pt x="35" y="58"/>
                    </a:cubicBezTo>
                    <a:cubicBezTo>
                      <a:pt x="69" y="92"/>
                      <a:pt x="69" y="100"/>
                      <a:pt x="93" y="100"/>
                    </a:cubicBezTo>
                    <a:cubicBezTo>
                      <a:pt x="106" y="100"/>
                      <a:pt x="110" y="98"/>
                      <a:pt x="116" y="98"/>
                    </a:cubicBezTo>
                    <a:cubicBezTo>
                      <a:pt x="121" y="98"/>
                      <a:pt x="127" y="100"/>
                      <a:pt x="143" y="108"/>
                    </a:cubicBezTo>
                    <a:cubicBezTo>
                      <a:pt x="152" y="115"/>
                      <a:pt x="156" y="116"/>
                      <a:pt x="158" y="116"/>
                    </a:cubicBezTo>
                    <a:cubicBezTo>
                      <a:pt x="160" y="116"/>
                      <a:pt x="161" y="115"/>
                      <a:pt x="162" y="115"/>
                    </a:cubicBezTo>
                    <a:cubicBezTo>
                      <a:pt x="166" y="115"/>
                      <a:pt x="172" y="117"/>
                      <a:pt x="193" y="134"/>
                    </a:cubicBezTo>
                    <a:cubicBezTo>
                      <a:pt x="235" y="167"/>
                      <a:pt x="227" y="158"/>
                      <a:pt x="261" y="177"/>
                    </a:cubicBezTo>
                    <a:cubicBezTo>
                      <a:pt x="277" y="180"/>
                      <a:pt x="293" y="184"/>
                      <a:pt x="305" y="184"/>
                    </a:cubicBezTo>
                    <a:cubicBezTo>
                      <a:pt x="318" y="184"/>
                      <a:pt x="327" y="180"/>
                      <a:pt x="327" y="167"/>
                    </a:cubicBezTo>
                    <a:cubicBezTo>
                      <a:pt x="327" y="150"/>
                      <a:pt x="311" y="126"/>
                      <a:pt x="293" y="108"/>
                    </a:cubicBezTo>
                    <a:cubicBezTo>
                      <a:pt x="285" y="100"/>
                      <a:pt x="311" y="108"/>
                      <a:pt x="311" y="92"/>
                    </a:cubicBezTo>
                    <a:cubicBezTo>
                      <a:pt x="319" y="76"/>
                      <a:pt x="311" y="66"/>
                      <a:pt x="277" y="58"/>
                    </a:cubicBezTo>
                    <a:cubicBezTo>
                      <a:pt x="251" y="50"/>
                      <a:pt x="261" y="50"/>
                      <a:pt x="235" y="42"/>
                    </a:cubicBezTo>
                    <a:cubicBezTo>
                      <a:pt x="211" y="34"/>
                      <a:pt x="201" y="34"/>
                      <a:pt x="177" y="34"/>
                    </a:cubicBezTo>
                    <a:cubicBezTo>
                      <a:pt x="151" y="34"/>
                      <a:pt x="143" y="26"/>
                      <a:pt x="119" y="16"/>
                    </a:cubicBezTo>
                    <a:cubicBezTo>
                      <a:pt x="101" y="16"/>
                      <a:pt x="93" y="0"/>
                      <a:pt x="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112">
                <a:extLst>
                  <a:ext uri="{FF2B5EF4-FFF2-40B4-BE49-F238E27FC236}">
                    <a16:creationId xmlns:a16="http://schemas.microsoft.com/office/drawing/2014/main" id="{AAE60CF7-A637-EC76-B3DB-2E64404AD591}"/>
                  </a:ext>
                </a:extLst>
              </p:cNvPr>
              <p:cNvSpPr/>
              <p:nvPr/>
            </p:nvSpPr>
            <p:spPr>
              <a:xfrm>
                <a:off x="6638723" y="3234098"/>
                <a:ext cx="25988" cy="724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43" y="0"/>
                    </a:moveTo>
                    <a:cubicBezTo>
                      <a:pt x="33" y="8"/>
                      <a:pt x="1" y="16"/>
                      <a:pt x="9" y="32"/>
                    </a:cubicBezTo>
                    <a:cubicBezTo>
                      <a:pt x="12" y="36"/>
                      <a:pt x="17" y="37"/>
                      <a:pt x="25" y="37"/>
                    </a:cubicBezTo>
                    <a:cubicBezTo>
                      <a:pt x="39" y="37"/>
                      <a:pt x="62" y="32"/>
                      <a:pt x="83" y="32"/>
                    </a:cubicBezTo>
                    <a:cubicBezTo>
                      <a:pt x="93" y="36"/>
                      <a:pt x="104" y="38"/>
                      <a:pt x="114" y="38"/>
                    </a:cubicBezTo>
                    <a:cubicBezTo>
                      <a:pt x="129" y="38"/>
                      <a:pt x="139" y="32"/>
                      <a:pt x="133" y="16"/>
                    </a:cubicBezTo>
                    <a:cubicBezTo>
                      <a:pt x="125" y="0"/>
                      <a:pt x="51" y="0"/>
                      <a:pt x="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112">
                <a:extLst>
                  <a:ext uri="{FF2B5EF4-FFF2-40B4-BE49-F238E27FC236}">
                    <a16:creationId xmlns:a16="http://schemas.microsoft.com/office/drawing/2014/main" id="{1D34C9C4-4F77-FC49-6BA0-A38934EA9DB7}"/>
                  </a:ext>
                </a:extLst>
              </p:cNvPr>
              <p:cNvSpPr/>
              <p:nvPr/>
            </p:nvSpPr>
            <p:spPr>
              <a:xfrm>
                <a:off x="6649490" y="3245421"/>
                <a:ext cx="26174" cy="22647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22" extrusionOk="0">
                    <a:moveTo>
                      <a:pt x="134" y="0"/>
                    </a:moveTo>
                    <a:cubicBezTo>
                      <a:pt x="132" y="0"/>
                      <a:pt x="129" y="2"/>
                      <a:pt x="125" y="5"/>
                    </a:cubicBezTo>
                    <a:cubicBezTo>
                      <a:pt x="121" y="7"/>
                      <a:pt x="116" y="8"/>
                      <a:pt x="109" y="8"/>
                    </a:cubicBezTo>
                    <a:cubicBezTo>
                      <a:pt x="103" y="8"/>
                      <a:pt x="95" y="7"/>
                      <a:pt x="88" y="7"/>
                    </a:cubicBezTo>
                    <a:cubicBezTo>
                      <a:pt x="74" y="7"/>
                      <a:pt x="59" y="9"/>
                      <a:pt x="51" y="21"/>
                    </a:cubicBezTo>
                    <a:cubicBezTo>
                      <a:pt x="43" y="31"/>
                      <a:pt x="9" y="39"/>
                      <a:pt x="35" y="39"/>
                    </a:cubicBezTo>
                    <a:cubicBezTo>
                      <a:pt x="59" y="39"/>
                      <a:pt x="85" y="39"/>
                      <a:pt x="75" y="55"/>
                    </a:cubicBezTo>
                    <a:cubicBezTo>
                      <a:pt x="73" y="60"/>
                      <a:pt x="67" y="61"/>
                      <a:pt x="59" y="61"/>
                    </a:cubicBezTo>
                    <a:cubicBezTo>
                      <a:pt x="51" y="61"/>
                      <a:pt x="42" y="60"/>
                      <a:pt x="34" y="60"/>
                    </a:cubicBezTo>
                    <a:cubicBezTo>
                      <a:pt x="25" y="60"/>
                      <a:pt x="17" y="62"/>
                      <a:pt x="17" y="71"/>
                    </a:cubicBezTo>
                    <a:cubicBezTo>
                      <a:pt x="17" y="100"/>
                      <a:pt x="0" y="116"/>
                      <a:pt x="13" y="116"/>
                    </a:cubicBezTo>
                    <a:cubicBezTo>
                      <a:pt x="16" y="116"/>
                      <a:pt x="20" y="115"/>
                      <a:pt x="25" y="114"/>
                    </a:cubicBezTo>
                    <a:cubicBezTo>
                      <a:pt x="54" y="108"/>
                      <a:pt x="71" y="95"/>
                      <a:pt x="76" y="95"/>
                    </a:cubicBezTo>
                    <a:cubicBezTo>
                      <a:pt x="79" y="95"/>
                      <a:pt x="78" y="98"/>
                      <a:pt x="75" y="106"/>
                    </a:cubicBezTo>
                    <a:cubicBezTo>
                      <a:pt x="75" y="117"/>
                      <a:pt x="79" y="122"/>
                      <a:pt x="83" y="122"/>
                    </a:cubicBezTo>
                    <a:cubicBezTo>
                      <a:pt x="89" y="122"/>
                      <a:pt x="97" y="114"/>
                      <a:pt x="101" y="106"/>
                    </a:cubicBezTo>
                    <a:cubicBezTo>
                      <a:pt x="117" y="89"/>
                      <a:pt x="135" y="47"/>
                      <a:pt x="135" y="31"/>
                    </a:cubicBezTo>
                    <a:cubicBezTo>
                      <a:pt x="135" y="17"/>
                      <a:pt x="140" y="0"/>
                      <a:pt x="1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112">
                <a:extLst>
                  <a:ext uri="{FF2B5EF4-FFF2-40B4-BE49-F238E27FC236}">
                    <a16:creationId xmlns:a16="http://schemas.microsoft.com/office/drawing/2014/main" id="{1D1C7C31-DFA0-504B-BF7E-223DADE77CE2}"/>
                  </a:ext>
                </a:extLst>
              </p:cNvPr>
              <p:cNvSpPr/>
              <p:nvPr/>
            </p:nvSpPr>
            <p:spPr>
              <a:xfrm>
                <a:off x="6700538" y="3299440"/>
                <a:ext cx="14294" cy="13737"/>
              </a:xfrm>
              <a:custGeom>
                <a:avLst/>
                <a:gdLst/>
                <a:ahLst/>
                <a:cxnLst/>
                <a:rect l="l" t="t" r="r" b="b"/>
                <a:pathLst>
                  <a:path w="77" h="74" extrusionOk="0">
                    <a:moveTo>
                      <a:pt x="47" y="1"/>
                    </a:moveTo>
                    <a:cubicBezTo>
                      <a:pt x="42" y="1"/>
                      <a:pt x="37" y="5"/>
                      <a:pt x="35" y="15"/>
                    </a:cubicBezTo>
                    <a:cubicBezTo>
                      <a:pt x="27" y="31"/>
                      <a:pt x="1" y="31"/>
                      <a:pt x="11" y="57"/>
                    </a:cubicBezTo>
                    <a:cubicBezTo>
                      <a:pt x="27" y="73"/>
                      <a:pt x="1" y="73"/>
                      <a:pt x="43" y="73"/>
                    </a:cubicBezTo>
                    <a:cubicBezTo>
                      <a:pt x="77" y="73"/>
                      <a:pt x="77" y="65"/>
                      <a:pt x="77" y="41"/>
                    </a:cubicBezTo>
                    <a:cubicBezTo>
                      <a:pt x="77" y="23"/>
                      <a:pt x="60" y="1"/>
                      <a:pt x="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112">
                <a:extLst>
                  <a:ext uri="{FF2B5EF4-FFF2-40B4-BE49-F238E27FC236}">
                    <a16:creationId xmlns:a16="http://schemas.microsoft.com/office/drawing/2014/main" id="{15B5E490-6BDF-D99E-9CE9-437028427AD1}"/>
                  </a:ext>
                </a:extLst>
              </p:cNvPr>
              <p:cNvSpPr/>
              <p:nvPr/>
            </p:nvSpPr>
            <p:spPr>
              <a:xfrm>
                <a:off x="6716131" y="3293685"/>
                <a:ext cx="21904" cy="12066"/>
              </a:xfrm>
              <a:custGeom>
                <a:avLst/>
                <a:gdLst/>
                <a:ahLst/>
                <a:cxnLst/>
                <a:rect l="l" t="t" r="r" b="b"/>
                <a:pathLst>
                  <a:path w="118" h="65" extrusionOk="0">
                    <a:moveTo>
                      <a:pt x="66" y="1"/>
                    </a:moveTo>
                    <a:cubicBezTo>
                      <a:pt x="63" y="1"/>
                      <a:pt x="61" y="2"/>
                      <a:pt x="59" y="4"/>
                    </a:cubicBezTo>
                    <a:cubicBezTo>
                      <a:pt x="51" y="4"/>
                      <a:pt x="27" y="4"/>
                      <a:pt x="27" y="22"/>
                    </a:cubicBezTo>
                    <a:cubicBezTo>
                      <a:pt x="17" y="46"/>
                      <a:pt x="1" y="62"/>
                      <a:pt x="35" y="62"/>
                    </a:cubicBezTo>
                    <a:cubicBezTo>
                      <a:pt x="52" y="62"/>
                      <a:pt x="58" y="65"/>
                      <a:pt x="62" y="65"/>
                    </a:cubicBezTo>
                    <a:cubicBezTo>
                      <a:pt x="66" y="65"/>
                      <a:pt x="69" y="63"/>
                      <a:pt x="77" y="54"/>
                    </a:cubicBezTo>
                    <a:cubicBezTo>
                      <a:pt x="101" y="46"/>
                      <a:pt x="117" y="38"/>
                      <a:pt x="93" y="22"/>
                    </a:cubicBezTo>
                    <a:cubicBezTo>
                      <a:pt x="81" y="9"/>
                      <a:pt x="73" y="1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112">
                <a:extLst>
                  <a:ext uri="{FF2B5EF4-FFF2-40B4-BE49-F238E27FC236}">
                    <a16:creationId xmlns:a16="http://schemas.microsoft.com/office/drawing/2014/main" id="{CD2A639C-89AC-111C-5EE7-3BAE85B712F0}"/>
                  </a:ext>
                </a:extLst>
              </p:cNvPr>
              <p:cNvSpPr/>
              <p:nvPr/>
            </p:nvSpPr>
            <p:spPr>
              <a:xfrm>
                <a:off x="6706293" y="3280691"/>
                <a:ext cx="14850" cy="10581"/>
              </a:xfrm>
              <a:custGeom>
                <a:avLst/>
                <a:gdLst/>
                <a:ahLst/>
                <a:cxnLst/>
                <a:rect l="l" t="t" r="r" b="b"/>
                <a:pathLst>
                  <a:path w="80" h="57" extrusionOk="0">
                    <a:moveTo>
                      <a:pt x="38" y="1"/>
                    </a:moveTo>
                    <a:cubicBezTo>
                      <a:pt x="34" y="1"/>
                      <a:pt x="43" y="10"/>
                      <a:pt x="20" y="16"/>
                    </a:cubicBezTo>
                    <a:cubicBezTo>
                      <a:pt x="0" y="22"/>
                      <a:pt x="35" y="56"/>
                      <a:pt x="53" y="56"/>
                    </a:cubicBezTo>
                    <a:cubicBezTo>
                      <a:pt x="57" y="56"/>
                      <a:pt x="60" y="54"/>
                      <a:pt x="62" y="50"/>
                    </a:cubicBezTo>
                    <a:cubicBezTo>
                      <a:pt x="62" y="32"/>
                      <a:pt x="80" y="32"/>
                      <a:pt x="54" y="8"/>
                    </a:cubicBezTo>
                    <a:cubicBezTo>
                      <a:pt x="43" y="3"/>
                      <a:pt x="39" y="1"/>
                      <a:pt x="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112">
                <a:extLst>
                  <a:ext uri="{FF2B5EF4-FFF2-40B4-BE49-F238E27FC236}">
                    <a16:creationId xmlns:a16="http://schemas.microsoft.com/office/drawing/2014/main" id="{AC658D13-BF72-F31C-C25E-BDE6EC677117}"/>
                  </a:ext>
                </a:extLst>
              </p:cNvPr>
              <p:cNvSpPr/>
              <p:nvPr/>
            </p:nvSpPr>
            <p:spPr>
              <a:xfrm>
                <a:off x="6728568" y="3289416"/>
                <a:ext cx="22090" cy="11695"/>
              </a:xfrm>
              <a:custGeom>
                <a:avLst/>
                <a:gdLst/>
                <a:ahLst/>
                <a:cxnLst/>
                <a:rect l="l" t="t" r="r" b="b"/>
                <a:pathLst>
                  <a:path w="119" h="63" extrusionOk="0">
                    <a:moveTo>
                      <a:pt x="24" y="1"/>
                    </a:moveTo>
                    <a:cubicBezTo>
                      <a:pt x="22" y="1"/>
                      <a:pt x="20" y="1"/>
                      <a:pt x="18" y="3"/>
                    </a:cubicBezTo>
                    <a:cubicBezTo>
                      <a:pt x="0" y="3"/>
                      <a:pt x="26" y="11"/>
                      <a:pt x="50" y="19"/>
                    </a:cubicBezTo>
                    <a:cubicBezTo>
                      <a:pt x="68" y="27"/>
                      <a:pt x="42" y="61"/>
                      <a:pt x="76" y="61"/>
                    </a:cubicBezTo>
                    <a:cubicBezTo>
                      <a:pt x="81" y="62"/>
                      <a:pt x="85" y="63"/>
                      <a:pt x="89" y="63"/>
                    </a:cubicBezTo>
                    <a:cubicBezTo>
                      <a:pt x="110" y="63"/>
                      <a:pt x="109" y="44"/>
                      <a:pt x="100" y="35"/>
                    </a:cubicBezTo>
                    <a:cubicBezTo>
                      <a:pt x="92" y="19"/>
                      <a:pt x="118" y="27"/>
                      <a:pt x="84" y="19"/>
                    </a:cubicBezTo>
                    <a:cubicBezTo>
                      <a:pt x="57" y="12"/>
                      <a:pt x="36" y="1"/>
                      <a:pt x="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112">
                <a:extLst>
                  <a:ext uri="{FF2B5EF4-FFF2-40B4-BE49-F238E27FC236}">
                    <a16:creationId xmlns:a16="http://schemas.microsoft.com/office/drawing/2014/main" id="{A5649319-7E2B-9E97-A70A-A9184496FF7B}"/>
                  </a:ext>
                </a:extLst>
              </p:cNvPr>
              <p:cNvSpPr/>
              <p:nvPr/>
            </p:nvSpPr>
            <p:spPr>
              <a:xfrm>
                <a:off x="6749545" y="3309464"/>
                <a:ext cx="20048" cy="872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7" extrusionOk="0">
                    <a:moveTo>
                      <a:pt x="58" y="0"/>
                    </a:moveTo>
                    <a:cubicBezTo>
                      <a:pt x="55" y="0"/>
                      <a:pt x="52" y="1"/>
                      <a:pt x="48" y="3"/>
                    </a:cubicBezTo>
                    <a:cubicBezTo>
                      <a:pt x="21" y="3"/>
                      <a:pt x="5" y="11"/>
                      <a:pt x="5" y="27"/>
                    </a:cubicBezTo>
                    <a:cubicBezTo>
                      <a:pt x="0" y="43"/>
                      <a:pt x="5" y="46"/>
                      <a:pt x="17" y="46"/>
                    </a:cubicBezTo>
                    <a:cubicBezTo>
                      <a:pt x="24" y="46"/>
                      <a:pt x="35" y="45"/>
                      <a:pt x="48" y="45"/>
                    </a:cubicBezTo>
                    <a:cubicBezTo>
                      <a:pt x="63" y="45"/>
                      <a:pt x="76" y="46"/>
                      <a:pt x="86" y="46"/>
                    </a:cubicBezTo>
                    <a:cubicBezTo>
                      <a:pt x="101" y="46"/>
                      <a:pt x="108" y="43"/>
                      <a:pt x="98" y="27"/>
                    </a:cubicBezTo>
                    <a:cubicBezTo>
                      <a:pt x="78" y="9"/>
                      <a:pt x="69" y="0"/>
                      <a:pt x="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112">
                <a:extLst>
                  <a:ext uri="{FF2B5EF4-FFF2-40B4-BE49-F238E27FC236}">
                    <a16:creationId xmlns:a16="http://schemas.microsoft.com/office/drawing/2014/main" id="{4AF75951-DBAE-F84F-5ED0-61F85E42F2D9}"/>
                  </a:ext>
                </a:extLst>
              </p:cNvPr>
              <p:cNvSpPr/>
              <p:nvPr/>
            </p:nvSpPr>
            <p:spPr>
              <a:xfrm>
                <a:off x="7969692" y="3730290"/>
                <a:ext cx="223499" cy="305733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1647" extrusionOk="0">
                    <a:moveTo>
                      <a:pt x="325" y="0"/>
                    </a:moveTo>
                    <a:cubicBezTo>
                      <a:pt x="325" y="0"/>
                      <a:pt x="267" y="8"/>
                      <a:pt x="259" y="16"/>
                    </a:cubicBezTo>
                    <a:cubicBezTo>
                      <a:pt x="255" y="21"/>
                      <a:pt x="249" y="23"/>
                      <a:pt x="244" y="23"/>
                    </a:cubicBezTo>
                    <a:cubicBezTo>
                      <a:pt x="227" y="23"/>
                      <a:pt x="209" y="8"/>
                      <a:pt x="209" y="8"/>
                    </a:cubicBezTo>
                    <a:lnTo>
                      <a:pt x="159" y="8"/>
                    </a:lnTo>
                    <a:cubicBezTo>
                      <a:pt x="159" y="50"/>
                      <a:pt x="132" y="93"/>
                      <a:pt x="132" y="93"/>
                    </a:cubicBezTo>
                    <a:lnTo>
                      <a:pt x="108" y="84"/>
                    </a:lnTo>
                    <a:lnTo>
                      <a:pt x="124" y="159"/>
                    </a:lnTo>
                    <a:cubicBezTo>
                      <a:pt x="124" y="159"/>
                      <a:pt x="110" y="157"/>
                      <a:pt x="95" y="157"/>
                    </a:cubicBezTo>
                    <a:cubicBezTo>
                      <a:pt x="81" y="157"/>
                      <a:pt x="66" y="159"/>
                      <a:pt x="66" y="167"/>
                    </a:cubicBezTo>
                    <a:cubicBezTo>
                      <a:pt x="66" y="185"/>
                      <a:pt x="50" y="201"/>
                      <a:pt x="58" y="217"/>
                    </a:cubicBezTo>
                    <a:cubicBezTo>
                      <a:pt x="66" y="235"/>
                      <a:pt x="66" y="259"/>
                      <a:pt x="66" y="259"/>
                    </a:cubicBezTo>
                    <a:cubicBezTo>
                      <a:pt x="66" y="259"/>
                      <a:pt x="92" y="285"/>
                      <a:pt x="100" y="293"/>
                    </a:cubicBezTo>
                    <a:cubicBezTo>
                      <a:pt x="108" y="309"/>
                      <a:pt x="66" y="377"/>
                      <a:pt x="66" y="377"/>
                    </a:cubicBezTo>
                    <a:lnTo>
                      <a:pt x="32" y="393"/>
                    </a:lnTo>
                    <a:cubicBezTo>
                      <a:pt x="32" y="393"/>
                      <a:pt x="0" y="435"/>
                      <a:pt x="16" y="435"/>
                    </a:cubicBezTo>
                    <a:lnTo>
                      <a:pt x="32" y="451"/>
                    </a:lnTo>
                    <a:cubicBezTo>
                      <a:pt x="32" y="451"/>
                      <a:pt x="42" y="451"/>
                      <a:pt x="42" y="443"/>
                    </a:cubicBezTo>
                    <a:cubicBezTo>
                      <a:pt x="50" y="443"/>
                      <a:pt x="58" y="435"/>
                      <a:pt x="58" y="435"/>
                    </a:cubicBezTo>
                    <a:lnTo>
                      <a:pt x="66" y="451"/>
                    </a:lnTo>
                    <a:lnTo>
                      <a:pt x="58" y="468"/>
                    </a:lnTo>
                    <a:cubicBezTo>
                      <a:pt x="58" y="468"/>
                      <a:pt x="42" y="478"/>
                      <a:pt x="50" y="486"/>
                    </a:cubicBezTo>
                    <a:cubicBezTo>
                      <a:pt x="58" y="486"/>
                      <a:pt x="66" y="478"/>
                      <a:pt x="66" y="478"/>
                    </a:cubicBezTo>
                    <a:cubicBezTo>
                      <a:pt x="74" y="478"/>
                      <a:pt x="82" y="468"/>
                      <a:pt x="92" y="460"/>
                    </a:cubicBezTo>
                    <a:lnTo>
                      <a:pt x="100" y="451"/>
                    </a:lnTo>
                    <a:lnTo>
                      <a:pt x="100" y="435"/>
                    </a:lnTo>
                    <a:lnTo>
                      <a:pt x="108" y="417"/>
                    </a:lnTo>
                    <a:lnTo>
                      <a:pt x="116" y="409"/>
                    </a:lnTo>
                    <a:lnTo>
                      <a:pt x="142" y="417"/>
                    </a:lnTo>
                    <a:cubicBezTo>
                      <a:pt x="142" y="409"/>
                      <a:pt x="146" y="407"/>
                      <a:pt x="150" y="407"/>
                    </a:cubicBezTo>
                    <a:cubicBezTo>
                      <a:pt x="154" y="407"/>
                      <a:pt x="159" y="409"/>
                      <a:pt x="159" y="409"/>
                    </a:cubicBezTo>
                    <a:cubicBezTo>
                      <a:pt x="159" y="409"/>
                      <a:pt x="159" y="417"/>
                      <a:pt x="150" y="427"/>
                    </a:cubicBezTo>
                    <a:cubicBezTo>
                      <a:pt x="150" y="435"/>
                      <a:pt x="116" y="460"/>
                      <a:pt x="116" y="468"/>
                    </a:cubicBezTo>
                    <a:lnTo>
                      <a:pt x="116" y="486"/>
                    </a:lnTo>
                    <a:cubicBezTo>
                      <a:pt x="116" y="494"/>
                      <a:pt x="100" y="494"/>
                      <a:pt x="92" y="502"/>
                    </a:cubicBezTo>
                    <a:cubicBezTo>
                      <a:pt x="92" y="506"/>
                      <a:pt x="90" y="506"/>
                      <a:pt x="89" y="506"/>
                    </a:cubicBezTo>
                    <a:cubicBezTo>
                      <a:pt x="87" y="506"/>
                      <a:pt x="87" y="506"/>
                      <a:pt x="92" y="510"/>
                    </a:cubicBezTo>
                    <a:cubicBezTo>
                      <a:pt x="92" y="528"/>
                      <a:pt x="74" y="536"/>
                      <a:pt x="92" y="536"/>
                    </a:cubicBezTo>
                    <a:cubicBezTo>
                      <a:pt x="98" y="536"/>
                      <a:pt x="103" y="539"/>
                      <a:pt x="106" y="539"/>
                    </a:cubicBezTo>
                    <a:cubicBezTo>
                      <a:pt x="107" y="539"/>
                      <a:pt x="108" y="538"/>
                      <a:pt x="108" y="536"/>
                    </a:cubicBezTo>
                    <a:cubicBezTo>
                      <a:pt x="116" y="536"/>
                      <a:pt x="124" y="518"/>
                      <a:pt x="132" y="518"/>
                    </a:cubicBezTo>
                    <a:cubicBezTo>
                      <a:pt x="132" y="518"/>
                      <a:pt x="142" y="510"/>
                      <a:pt x="150" y="510"/>
                    </a:cubicBezTo>
                    <a:cubicBezTo>
                      <a:pt x="153" y="512"/>
                      <a:pt x="156" y="513"/>
                      <a:pt x="159" y="513"/>
                    </a:cubicBezTo>
                    <a:cubicBezTo>
                      <a:pt x="167" y="513"/>
                      <a:pt x="175" y="507"/>
                      <a:pt x="175" y="502"/>
                    </a:cubicBezTo>
                    <a:cubicBezTo>
                      <a:pt x="175" y="494"/>
                      <a:pt x="183" y="486"/>
                      <a:pt x="193" y="486"/>
                    </a:cubicBezTo>
                    <a:cubicBezTo>
                      <a:pt x="193" y="494"/>
                      <a:pt x="217" y="510"/>
                      <a:pt x="217" y="510"/>
                    </a:cubicBezTo>
                    <a:cubicBezTo>
                      <a:pt x="217" y="518"/>
                      <a:pt x="209" y="536"/>
                      <a:pt x="209" y="544"/>
                    </a:cubicBezTo>
                    <a:cubicBezTo>
                      <a:pt x="209" y="552"/>
                      <a:pt x="201" y="568"/>
                      <a:pt x="209" y="568"/>
                    </a:cubicBezTo>
                    <a:lnTo>
                      <a:pt x="233" y="578"/>
                    </a:lnTo>
                    <a:cubicBezTo>
                      <a:pt x="233" y="586"/>
                      <a:pt x="251" y="594"/>
                      <a:pt x="243" y="594"/>
                    </a:cubicBezTo>
                    <a:cubicBezTo>
                      <a:pt x="233" y="602"/>
                      <a:pt x="225" y="610"/>
                      <a:pt x="225" y="610"/>
                    </a:cubicBezTo>
                    <a:lnTo>
                      <a:pt x="251" y="610"/>
                    </a:lnTo>
                    <a:cubicBezTo>
                      <a:pt x="251" y="618"/>
                      <a:pt x="243" y="636"/>
                      <a:pt x="233" y="644"/>
                    </a:cubicBezTo>
                    <a:cubicBezTo>
                      <a:pt x="225" y="652"/>
                      <a:pt x="217" y="668"/>
                      <a:pt x="217" y="668"/>
                    </a:cubicBezTo>
                    <a:cubicBezTo>
                      <a:pt x="217" y="668"/>
                      <a:pt x="217" y="678"/>
                      <a:pt x="209" y="686"/>
                    </a:cubicBezTo>
                    <a:cubicBezTo>
                      <a:pt x="209" y="694"/>
                      <a:pt x="193" y="702"/>
                      <a:pt x="193" y="710"/>
                    </a:cubicBezTo>
                    <a:cubicBezTo>
                      <a:pt x="193" y="718"/>
                      <a:pt x="193" y="736"/>
                      <a:pt x="201" y="744"/>
                    </a:cubicBezTo>
                    <a:cubicBezTo>
                      <a:pt x="209" y="744"/>
                      <a:pt x="209" y="752"/>
                      <a:pt x="217" y="760"/>
                    </a:cubicBezTo>
                    <a:cubicBezTo>
                      <a:pt x="217" y="762"/>
                      <a:pt x="219" y="763"/>
                      <a:pt x="222" y="763"/>
                    </a:cubicBezTo>
                    <a:cubicBezTo>
                      <a:pt x="232" y="763"/>
                      <a:pt x="251" y="758"/>
                      <a:pt x="261" y="758"/>
                    </a:cubicBezTo>
                    <a:cubicBezTo>
                      <a:pt x="265" y="758"/>
                      <a:pt x="267" y="759"/>
                      <a:pt x="267" y="760"/>
                    </a:cubicBezTo>
                    <a:cubicBezTo>
                      <a:pt x="275" y="760"/>
                      <a:pt x="293" y="752"/>
                      <a:pt x="301" y="752"/>
                    </a:cubicBezTo>
                    <a:lnTo>
                      <a:pt x="309" y="744"/>
                    </a:lnTo>
                    <a:lnTo>
                      <a:pt x="343" y="744"/>
                    </a:lnTo>
                    <a:cubicBezTo>
                      <a:pt x="343" y="747"/>
                      <a:pt x="345" y="748"/>
                      <a:pt x="347" y="748"/>
                    </a:cubicBezTo>
                    <a:cubicBezTo>
                      <a:pt x="352" y="748"/>
                      <a:pt x="359" y="744"/>
                      <a:pt x="359" y="744"/>
                    </a:cubicBezTo>
                    <a:cubicBezTo>
                      <a:pt x="367" y="736"/>
                      <a:pt x="375" y="736"/>
                      <a:pt x="375" y="728"/>
                    </a:cubicBezTo>
                    <a:cubicBezTo>
                      <a:pt x="375" y="728"/>
                      <a:pt x="367" y="718"/>
                      <a:pt x="383" y="718"/>
                    </a:cubicBezTo>
                    <a:cubicBezTo>
                      <a:pt x="409" y="710"/>
                      <a:pt x="425" y="710"/>
                      <a:pt x="425" y="710"/>
                    </a:cubicBezTo>
                    <a:cubicBezTo>
                      <a:pt x="425" y="710"/>
                      <a:pt x="433" y="718"/>
                      <a:pt x="433" y="728"/>
                    </a:cubicBezTo>
                    <a:cubicBezTo>
                      <a:pt x="433" y="736"/>
                      <a:pt x="433" y="744"/>
                      <a:pt x="425" y="744"/>
                    </a:cubicBezTo>
                    <a:cubicBezTo>
                      <a:pt x="417" y="752"/>
                      <a:pt x="409" y="752"/>
                      <a:pt x="409" y="768"/>
                    </a:cubicBezTo>
                    <a:cubicBezTo>
                      <a:pt x="401" y="778"/>
                      <a:pt x="401" y="794"/>
                      <a:pt x="401" y="794"/>
                    </a:cubicBezTo>
                    <a:cubicBezTo>
                      <a:pt x="405" y="798"/>
                      <a:pt x="411" y="798"/>
                      <a:pt x="416" y="798"/>
                    </a:cubicBezTo>
                    <a:cubicBezTo>
                      <a:pt x="421" y="798"/>
                      <a:pt x="425" y="798"/>
                      <a:pt x="425" y="802"/>
                    </a:cubicBezTo>
                    <a:cubicBezTo>
                      <a:pt x="433" y="810"/>
                      <a:pt x="459" y="818"/>
                      <a:pt x="459" y="828"/>
                    </a:cubicBezTo>
                    <a:cubicBezTo>
                      <a:pt x="451" y="828"/>
                      <a:pt x="451" y="845"/>
                      <a:pt x="459" y="845"/>
                    </a:cubicBezTo>
                    <a:cubicBezTo>
                      <a:pt x="459" y="853"/>
                      <a:pt x="467" y="853"/>
                      <a:pt x="475" y="853"/>
                    </a:cubicBezTo>
                    <a:cubicBezTo>
                      <a:pt x="483" y="861"/>
                      <a:pt x="501" y="861"/>
                      <a:pt x="501" y="861"/>
                    </a:cubicBezTo>
                    <a:cubicBezTo>
                      <a:pt x="501" y="861"/>
                      <a:pt x="509" y="861"/>
                      <a:pt x="501" y="879"/>
                    </a:cubicBezTo>
                    <a:cubicBezTo>
                      <a:pt x="493" y="895"/>
                      <a:pt x="483" y="895"/>
                      <a:pt x="483" y="903"/>
                    </a:cubicBezTo>
                    <a:cubicBezTo>
                      <a:pt x="483" y="911"/>
                      <a:pt x="493" y="919"/>
                      <a:pt x="493" y="919"/>
                    </a:cubicBezTo>
                    <a:cubicBezTo>
                      <a:pt x="493" y="929"/>
                      <a:pt x="501" y="919"/>
                      <a:pt x="493" y="945"/>
                    </a:cubicBezTo>
                    <a:cubicBezTo>
                      <a:pt x="493" y="961"/>
                      <a:pt x="501" y="961"/>
                      <a:pt x="501" y="969"/>
                    </a:cubicBezTo>
                    <a:lnTo>
                      <a:pt x="501" y="1003"/>
                    </a:lnTo>
                    <a:cubicBezTo>
                      <a:pt x="493" y="1011"/>
                      <a:pt x="483" y="1019"/>
                      <a:pt x="483" y="1019"/>
                    </a:cubicBezTo>
                    <a:cubicBezTo>
                      <a:pt x="483" y="1019"/>
                      <a:pt x="467" y="1011"/>
                      <a:pt x="459" y="1011"/>
                    </a:cubicBezTo>
                    <a:cubicBezTo>
                      <a:pt x="451" y="1019"/>
                      <a:pt x="433" y="1019"/>
                      <a:pt x="425" y="1019"/>
                    </a:cubicBezTo>
                    <a:cubicBezTo>
                      <a:pt x="409" y="1019"/>
                      <a:pt x="401" y="1019"/>
                      <a:pt x="401" y="1029"/>
                    </a:cubicBezTo>
                    <a:cubicBezTo>
                      <a:pt x="393" y="1037"/>
                      <a:pt x="383" y="1037"/>
                      <a:pt x="375" y="1037"/>
                    </a:cubicBezTo>
                    <a:lnTo>
                      <a:pt x="367" y="1037"/>
                    </a:lnTo>
                    <a:cubicBezTo>
                      <a:pt x="359" y="1037"/>
                      <a:pt x="367" y="1037"/>
                      <a:pt x="359" y="1045"/>
                    </a:cubicBezTo>
                    <a:cubicBezTo>
                      <a:pt x="343" y="1061"/>
                      <a:pt x="343" y="1061"/>
                      <a:pt x="343" y="1069"/>
                    </a:cubicBezTo>
                    <a:cubicBezTo>
                      <a:pt x="343" y="1069"/>
                      <a:pt x="343" y="1079"/>
                      <a:pt x="333" y="1087"/>
                    </a:cubicBezTo>
                    <a:cubicBezTo>
                      <a:pt x="333" y="1087"/>
                      <a:pt x="343" y="1095"/>
                      <a:pt x="343" y="1103"/>
                    </a:cubicBezTo>
                    <a:cubicBezTo>
                      <a:pt x="351" y="1111"/>
                      <a:pt x="367" y="1119"/>
                      <a:pt x="367" y="1129"/>
                    </a:cubicBezTo>
                    <a:cubicBezTo>
                      <a:pt x="375" y="1129"/>
                      <a:pt x="393" y="1129"/>
                      <a:pt x="393" y="1137"/>
                    </a:cubicBezTo>
                    <a:lnTo>
                      <a:pt x="393" y="1169"/>
                    </a:lnTo>
                    <a:cubicBezTo>
                      <a:pt x="383" y="1179"/>
                      <a:pt x="375" y="1179"/>
                      <a:pt x="367" y="1187"/>
                    </a:cubicBezTo>
                    <a:cubicBezTo>
                      <a:pt x="367" y="1187"/>
                      <a:pt x="351" y="1195"/>
                      <a:pt x="359" y="1204"/>
                    </a:cubicBezTo>
                    <a:cubicBezTo>
                      <a:pt x="359" y="1212"/>
                      <a:pt x="367" y="1220"/>
                      <a:pt x="359" y="1230"/>
                    </a:cubicBezTo>
                    <a:cubicBezTo>
                      <a:pt x="351" y="1238"/>
                      <a:pt x="325" y="1246"/>
                      <a:pt x="317" y="1254"/>
                    </a:cubicBezTo>
                    <a:cubicBezTo>
                      <a:pt x="315" y="1255"/>
                      <a:pt x="313" y="1256"/>
                      <a:pt x="312" y="1256"/>
                    </a:cubicBezTo>
                    <a:cubicBezTo>
                      <a:pt x="308" y="1256"/>
                      <a:pt x="306" y="1254"/>
                      <a:pt x="304" y="1254"/>
                    </a:cubicBezTo>
                    <a:cubicBezTo>
                      <a:pt x="302" y="1254"/>
                      <a:pt x="301" y="1256"/>
                      <a:pt x="301" y="1262"/>
                    </a:cubicBezTo>
                    <a:cubicBezTo>
                      <a:pt x="293" y="1270"/>
                      <a:pt x="283" y="1270"/>
                      <a:pt x="275" y="1280"/>
                    </a:cubicBezTo>
                    <a:cubicBezTo>
                      <a:pt x="267" y="1288"/>
                      <a:pt x="251" y="1288"/>
                      <a:pt x="251" y="1288"/>
                    </a:cubicBezTo>
                    <a:cubicBezTo>
                      <a:pt x="251" y="1288"/>
                      <a:pt x="243" y="1330"/>
                      <a:pt x="243" y="1338"/>
                    </a:cubicBezTo>
                    <a:lnTo>
                      <a:pt x="267" y="1346"/>
                    </a:lnTo>
                    <a:cubicBezTo>
                      <a:pt x="275" y="1346"/>
                      <a:pt x="293" y="1338"/>
                      <a:pt x="293" y="1338"/>
                    </a:cubicBezTo>
                    <a:cubicBezTo>
                      <a:pt x="296" y="1341"/>
                      <a:pt x="298" y="1341"/>
                      <a:pt x="301" y="1341"/>
                    </a:cubicBezTo>
                    <a:cubicBezTo>
                      <a:pt x="306" y="1341"/>
                      <a:pt x="312" y="1338"/>
                      <a:pt x="317" y="1338"/>
                    </a:cubicBezTo>
                    <a:lnTo>
                      <a:pt x="343" y="1330"/>
                    </a:lnTo>
                    <a:cubicBezTo>
                      <a:pt x="343" y="1330"/>
                      <a:pt x="367" y="1346"/>
                      <a:pt x="375" y="1346"/>
                    </a:cubicBezTo>
                    <a:cubicBezTo>
                      <a:pt x="383" y="1346"/>
                      <a:pt x="433" y="1362"/>
                      <a:pt x="433" y="1362"/>
                    </a:cubicBezTo>
                    <a:cubicBezTo>
                      <a:pt x="433" y="1362"/>
                      <a:pt x="433" y="1354"/>
                      <a:pt x="443" y="1354"/>
                    </a:cubicBezTo>
                    <a:lnTo>
                      <a:pt x="467" y="1380"/>
                    </a:lnTo>
                    <a:cubicBezTo>
                      <a:pt x="467" y="1380"/>
                      <a:pt x="475" y="1370"/>
                      <a:pt x="483" y="1370"/>
                    </a:cubicBezTo>
                    <a:cubicBezTo>
                      <a:pt x="493" y="1370"/>
                      <a:pt x="517" y="1362"/>
                      <a:pt x="517" y="1362"/>
                    </a:cubicBezTo>
                    <a:lnTo>
                      <a:pt x="544" y="1346"/>
                    </a:lnTo>
                    <a:cubicBezTo>
                      <a:pt x="544" y="1338"/>
                      <a:pt x="560" y="1330"/>
                      <a:pt x="560" y="1330"/>
                    </a:cubicBezTo>
                    <a:lnTo>
                      <a:pt x="568" y="1330"/>
                    </a:lnTo>
                    <a:cubicBezTo>
                      <a:pt x="576" y="1330"/>
                      <a:pt x="594" y="1312"/>
                      <a:pt x="594" y="1312"/>
                    </a:cubicBezTo>
                    <a:lnTo>
                      <a:pt x="594" y="1312"/>
                    </a:lnTo>
                    <a:cubicBezTo>
                      <a:pt x="594" y="1312"/>
                      <a:pt x="584" y="1354"/>
                      <a:pt x="584" y="1362"/>
                    </a:cubicBezTo>
                    <a:cubicBezTo>
                      <a:pt x="580" y="1366"/>
                      <a:pt x="574" y="1366"/>
                      <a:pt x="569" y="1366"/>
                    </a:cubicBezTo>
                    <a:cubicBezTo>
                      <a:pt x="564" y="1366"/>
                      <a:pt x="560" y="1366"/>
                      <a:pt x="560" y="1370"/>
                    </a:cubicBezTo>
                    <a:cubicBezTo>
                      <a:pt x="552" y="1380"/>
                      <a:pt x="552" y="1388"/>
                      <a:pt x="544" y="1396"/>
                    </a:cubicBezTo>
                    <a:cubicBezTo>
                      <a:pt x="534" y="1404"/>
                      <a:pt x="517" y="1412"/>
                      <a:pt x="509" y="1412"/>
                    </a:cubicBezTo>
                    <a:cubicBezTo>
                      <a:pt x="504" y="1412"/>
                      <a:pt x="499" y="1408"/>
                      <a:pt x="496" y="1408"/>
                    </a:cubicBezTo>
                    <a:cubicBezTo>
                      <a:pt x="494" y="1408"/>
                      <a:pt x="493" y="1409"/>
                      <a:pt x="493" y="1412"/>
                    </a:cubicBezTo>
                    <a:cubicBezTo>
                      <a:pt x="483" y="1420"/>
                      <a:pt x="467" y="1420"/>
                      <a:pt x="467" y="1420"/>
                    </a:cubicBezTo>
                    <a:cubicBezTo>
                      <a:pt x="467" y="1420"/>
                      <a:pt x="467" y="1410"/>
                      <a:pt x="463" y="1410"/>
                    </a:cubicBezTo>
                    <a:cubicBezTo>
                      <a:pt x="462" y="1410"/>
                      <a:pt x="461" y="1410"/>
                      <a:pt x="459" y="1412"/>
                    </a:cubicBezTo>
                    <a:cubicBezTo>
                      <a:pt x="451" y="1412"/>
                      <a:pt x="451" y="1404"/>
                      <a:pt x="443" y="1404"/>
                    </a:cubicBezTo>
                    <a:cubicBezTo>
                      <a:pt x="433" y="1412"/>
                      <a:pt x="417" y="1412"/>
                      <a:pt x="417" y="1420"/>
                    </a:cubicBezTo>
                    <a:cubicBezTo>
                      <a:pt x="409" y="1420"/>
                      <a:pt x="367" y="1454"/>
                      <a:pt x="367" y="1454"/>
                    </a:cubicBezTo>
                    <a:lnTo>
                      <a:pt x="359" y="1462"/>
                    </a:lnTo>
                    <a:cubicBezTo>
                      <a:pt x="351" y="1470"/>
                      <a:pt x="343" y="1488"/>
                      <a:pt x="343" y="1496"/>
                    </a:cubicBezTo>
                    <a:cubicBezTo>
                      <a:pt x="333" y="1504"/>
                      <a:pt x="325" y="1512"/>
                      <a:pt x="317" y="1520"/>
                    </a:cubicBezTo>
                    <a:cubicBezTo>
                      <a:pt x="317" y="1530"/>
                      <a:pt x="301" y="1520"/>
                      <a:pt x="283" y="1546"/>
                    </a:cubicBezTo>
                    <a:cubicBezTo>
                      <a:pt x="267" y="1570"/>
                      <a:pt x="251" y="1589"/>
                      <a:pt x="251" y="1589"/>
                    </a:cubicBezTo>
                    <a:cubicBezTo>
                      <a:pt x="251" y="1597"/>
                      <a:pt x="233" y="1605"/>
                      <a:pt x="233" y="1605"/>
                    </a:cubicBezTo>
                    <a:cubicBezTo>
                      <a:pt x="217" y="1631"/>
                      <a:pt x="225" y="1631"/>
                      <a:pt x="225" y="1639"/>
                    </a:cubicBezTo>
                    <a:cubicBezTo>
                      <a:pt x="225" y="1647"/>
                      <a:pt x="243" y="1647"/>
                      <a:pt x="251" y="1647"/>
                    </a:cubicBezTo>
                    <a:lnTo>
                      <a:pt x="267" y="1647"/>
                    </a:lnTo>
                    <a:lnTo>
                      <a:pt x="283" y="1621"/>
                    </a:lnTo>
                    <a:cubicBezTo>
                      <a:pt x="309" y="1597"/>
                      <a:pt x="325" y="1581"/>
                      <a:pt x="325" y="1581"/>
                    </a:cubicBezTo>
                    <a:lnTo>
                      <a:pt x="351" y="1581"/>
                    </a:lnTo>
                    <a:cubicBezTo>
                      <a:pt x="351" y="1581"/>
                      <a:pt x="359" y="1570"/>
                      <a:pt x="367" y="1570"/>
                    </a:cubicBezTo>
                    <a:cubicBezTo>
                      <a:pt x="372" y="1570"/>
                      <a:pt x="374" y="1563"/>
                      <a:pt x="380" y="1563"/>
                    </a:cubicBezTo>
                    <a:cubicBezTo>
                      <a:pt x="383" y="1563"/>
                      <a:pt x="387" y="1565"/>
                      <a:pt x="393" y="1570"/>
                    </a:cubicBezTo>
                    <a:cubicBezTo>
                      <a:pt x="409" y="1589"/>
                      <a:pt x="417" y="1581"/>
                      <a:pt x="425" y="1589"/>
                    </a:cubicBezTo>
                    <a:lnTo>
                      <a:pt x="443" y="1589"/>
                    </a:lnTo>
                    <a:cubicBezTo>
                      <a:pt x="444" y="1590"/>
                      <a:pt x="446" y="1590"/>
                      <a:pt x="448" y="1590"/>
                    </a:cubicBezTo>
                    <a:cubicBezTo>
                      <a:pt x="459" y="1590"/>
                      <a:pt x="483" y="1570"/>
                      <a:pt x="483" y="1570"/>
                    </a:cubicBezTo>
                    <a:lnTo>
                      <a:pt x="493" y="1546"/>
                    </a:lnTo>
                    <a:lnTo>
                      <a:pt x="509" y="1520"/>
                    </a:lnTo>
                    <a:cubicBezTo>
                      <a:pt x="509" y="1520"/>
                      <a:pt x="509" y="1512"/>
                      <a:pt x="517" y="1512"/>
                    </a:cubicBezTo>
                    <a:cubicBezTo>
                      <a:pt x="525" y="1512"/>
                      <a:pt x="552" y="1504"/>
                      <a:pt x="560" y="1504"/>
                    </a:cubicBezTo>
                    <a:lnTo>
                      <a:pt x="594" y="1504"/>
                    </a:lnTo>
                    <a:cubicBezTo>
                      <a:pt x="602" y="1504"/>
                      <a:pt x="644" y="1496"/>
                      <a:pt x="644" y="1496"/>
                    </a:cubicBezTo>
                    <a:cubicBezTo>
                      <a:pt x="652" y="1496"/>
                      <a:pt x="684" y="1488"/>
                      <a:pt x="684" y="1488"/>
                    </a:cubicBezTo>
                    <a:lnTo>
                      <a:pt x="702" y="1462"/>
                    </a:lnTo>
                    <a:lnTo>
                      <a:pt x="744" y="1470"/>
                    </a:lnTo>
                    <a:cubicBezTo>
                      <a:pt x="744" y="1480"/>
                      <a:pt x="768" y="1488"/>
                      <a:pt x="768" y="1488"/>
                    </a:cubicBezTo>
                    <a:lnTo>
                      <a:pt x="826" y="1480"/>
                    </a:lnTo>
                    <a:cubicBezTo>
                      <a:pt x="826" y="1480"/>
                      <a:pt x="834" y="1462"/>
                      <a:pt x="844" y="1454"/>
                    </a:cubicBezTo>
                    <a:cubicBezTo>
                      <a:pt x="852" y="1454"/>
                      <a:pt x="945" y="1462"/>
                      <a:pt x="945" y="1462"/>
                    </a:cubicBezTo>
                    <a:cubicBezTo>
                      <a:pt x="953" y="1462"/>
                      <a:pt x="985" y="1462"/>
                      <a:pt x="995" y="1454"/>
                    </a:cubicBezTo>
                    <a:lnTo>
                      <a:pt x="1019" y="1438"/>
                    </a:lnTo>
                    <a:cubicBezTo>
                      <a:pt x="1027" y="1438"/>
                      <a:pt x="1111" y="1396"/>
                      <a:pt x="1111" y="1396"/>
                    </a:cubicBezTo>
                    <a:lnTo>
                      <a:pt x="1145" y="1362"/>
                    </a:lnTo>
                    <a:lnTo>
                      <a:pt x="1153" y="1346"/>
                    </a:lnTo>
                    <a:cubicBezTo>
                      <a:pt x="1153" y="1346"/>
                      <a:pt x="1135" y="1330"/>
                      <a:pt x="1127" y="1330"/>
                    </a:cubicBezTo>
                    <a:cubicBezTo>
                      <a:pt x="1127" y="1330"/>
                      <a:pt x="1111" y="1330"/>
                      <a:pt x="1095" y="1338"/>
                    </a:cubicBezTo>
                    <a:cubicBezTo>
                      <a:pt x="1090" y="1340"/>
                      <a:pt x="1085" y="1341"/>
                      <a:pt x="1080" y="1341"/>
                    </a:cubicBezTo>
                    <a:cubicBezTo>
                      <a:pt x="1068" y="1341"/>
                      <a:pt x="1056" y="1336"/>
                      <a:pt x="1045" y="1330"/>
                    </a:cubicBezTo>
                    <a:cubicBezTo>
                      <a:pt x="1035" y="1320"/>
                      <a:pt x="1027" y="1320"/>
                      <a:pt x="1045" y="1312"/>
                    </a:cubicBezTo>
                    <a:cubicBezTo>
                      <a:pt x="1053" y="1304"/>
                      <a:pt x="1085" y="1280"/>
                      <a:pt x="1085" y="1280"/>
                    </a:cubicBezTo>
                    <a:cubicBezTo>
                      <a:pt x="1095" y="1270"/>
                      <a:pt x="1103" y="1262"/>
                      <a:pt x="1111" y="1254"/>
                    </a:cubicBezTo>
                    <a:cubicBezTo>
                      <a:pt x="1119" y="1246"/>
                      <a:pt x="1145" y="1220"/>
                      <a:pt x="1153" y="1220"/>
                    </a:cubicBezTo>
                    <a:cubicBezTo>
                      <a:pt x="1153" y="1212"/>
                      <a:pt x="1177" y="1187"/>
                      <a:pt x="1177" y="1179"/>
                    </a:cubicBezTo>
                    <a:lnTo>
                      <a:pt x="1177" y="1145"/>
                    </a:lnTo>
                    <a:lnTo>
                      <a:pt x="1195" y="1129"/>
                    </a:lnTo>
                    <a:lnTo>
                      <a:pt x="1203" y="1103"/>
                    </a:lnTo>
                    <a:cubicBezTo>
                      <a:pt x="1203" y="1103"/>
                      <a:pt x="1185" y="1079"/>
                      <a:pt x="1177" y="1069"/>
                    </a:cubicBezTo>
                    <a:cubicBezTo>
                      <a:pt x="1169" y="1061"/>
                      <a:pt x="1169" y="1045"/>
                      <a:pt x="1153" y="1045"/>
                    </a:cubicBezTo>
                    <a:cubicBezTo>
                      <a:pt x="1145" y="1037"/>
                      <a:pt x="1127" y="1029"/>
                      <a:pt x="1111" y="1029"/>
                    </a:cubicBezTo>
                    <a:cubicBezTo>
                      <a:pt x="1106" y="1032"/>
                      <a:pt x="1101" y="1033"/>
                      <a:pt x="1097" y="1033"/>
                    </a:cubicBezTo>
                    <a:cubicBezTo>
                      <a:pt x="1089" y="1033"/>
                      <a:pt x="1082" y="1029"/>
                      <a:pt x="1077" y="1029"/>
                    </a:cubicBezTo>
                    <a:cubicBezTo>
                      <a:pt x="1069" y="1033"/>
                      <a:pt x="1065" y="1033"/>
                      <a:pt x="1062" y="1033"/>
                    </a:cubicBezTo>
                    <a:cubicBezTo>
                      <a:pt x="1059" y="1033"/>
                      <a:pt x="1057" y="1033"/>
                      <a:pt x="1053" y="1037"/>
                    </a:cubicBezTo>
                    <a:cubicBezTo>
                      <a:pt x="1035" y="1053"/>
                      <a:pt x="1019" y="1061"/>
                      <a:pt x="1011" y="1061"/>
                    </a:cubicBezTo>
                    <a:cubicBezTo>
                      <a:pt x="1010" y="1062"/>
                      <a:pt x="1008" y="1063"/>
                      <a:pt x="1006" y="1063"/>
                    </a:cubicBezTo>
                    <a:cubicBezTo>
                      <a:pt x="994" y="1063"/>
                      <a:pt x="968" y="1045"/>
                      <a:pt x="961" y="1045"/>
                    </a:cubicBezTo>
                    <a:lnTo>
                      <a:pt x="961" y="1029"/>
                    </a:lnTo>
                    <a:cubicBezTo>
                      <a:pt x="969" y="1029"/>
                      <a:pt x="969" y="1019"/>
                      <a:pt x="977" y="1011"/>
                    </a:cubicBezTo>
                    <a:lnTo>
                      <a:pt x="985" y="995"/>
                    </a:lnTo>
                    <a:cubicBezTo>
                      <a:pt x="977" y="987"/>
                      <a:pt x="977" y="969"/>
                      <a:pt x="969" y="961"/>
                    </a:cubicBezTo>
                    <a:cubicBezTo>
                      <a:pt x="961" y="945"/>
                      <a:pt x="935" y="937"/>
                      <a:pt x="935" y="937"/>
                    </a:cubicBezTo>
                    <a:lnTo>
                      <a:pt x="927" y="911"/>
                    </a:lnTo>
                    <a:lnTo>
                      <a:pt x="911" y="895"/>
                    </a:lnTo>
                    <a:cubicBezTo>
                      <a:pt x="903" y="895"/>
                      <a:pt x="894" y="869"/>
                      <a:pt x="894" y="861"/>
                    </a:cubicBezTo>
                    <a:lnTo>
                      <a:pt x="894" y="828"/>
                    </a:lnTo>
                    <a:cubicBezTo>
                      <a:pt x="884" y="828"/>
                      <a:pt x="860" y="802"/>
                      <a:pt x="860" y="802"/>
                    </a:cubicBezTo>
                    <a:lnTo>
                      <a:pt x="860" y="794"/>
                    </a:lnTo>
                    <a:cubicBezTo>
                      <a:pt x="860" y="786"/>
                      <a:pt x="860" y="768"/>
                      <a:pt x="852" y="768"/>
                    </a:cubicBezTo>
                    <a:cubicBezTo>
                      <a:pt x="844" y="760"/>
                      <a:pt x="860" y="752"/>
                      <a:pt x="826" y="752"/>
                    </a:cubicBezTo>
                    <a:cubicBezTo>
                      <a:pt x="802" y="752"/>
                      <a:pt x="802" y="736"/>
                      <a:pt x="794" y="736"/>
                    </a:cubicBezTo>
                    <a:cubicBezTo>
                      <a:pt x="776" y="736"/>
                      <a:pt x="734" y="728"/>
                      <a:pt x="734" y="728"/>
                    </a:cubicBezTo>
                    <a:cubicBezTo>
                      <a:pt x="734" y="728"/>
                      <a:pt x="726" y="694"/>
                      <a:pt x="718" y="694"/>
                    </a:cubicBezTo>
                    <a:cubicBezTo>
                      <a:pt x="710" y="694"/>
                      <a:pt x="694" y="652"/>
                      <a:pt x="694" y="652"/>
                    </a:cubicBezTo>
                    <a:cubicBezTo>
                      <a:pt x="694" y="652"/>
                      <a:pt x="694" y="628"/>
                      <a:pt x="684" y="628"/>
                    </a:cubicBezTo>
                    <a:cubicBezTo>
                      <a:pt x="676" y="628"/>
                      <a:pt x="668" y="602"/>
                      <a:pt x="660" y="602"/>
                    </a:cubicBezTo>
                    <a:cubicBezTo>
                      <a:pt x="652" y="602"/>
                      <a:pt x="652" y="586"/>
                      <a:pt x="644" y="578"/>
                    </a:cubicBezTo>
                    <a:cubicBezTo>
                      <a:pt x="644" y="568"/>
                      <a:pt x="644" y="552"/>
                      <a:pt x="634" y="552"/>
                    </a:cubicBezTo>
                    <a:lnTo>
                      <a:pt x="610" y="528"/>
                    </a:lnTo>
                    <a:lnTo>
                      <a:pt x="594" y="518"/>
                    </a:lnTo>
                    <a:lnTo>
                      <a:pt x="576" y="518"/>
                    </a:lnTo>
                    <a:cubicBezTo>
                      <a:pt x="576" y="518"/>
                      <a:pt x="576" y="500"/>
                      <a:pt x="571" y="500"/>
                    </a:cubicBezTo>
                    <a:cubicBezTo>
                      <a:pt x="570" y="500"/>
                      <a:pt x="569" y="500"/>
                      <a:pt x="568" y="502"/>
                    </a:cubicBezTo>
                    <a:cubicBezTo>
                      <a:pt x="562" y="504"/>
                      <a:pt x="558" y="505"/>
                      <a:pt x="554" y="505"/>
                    </a:cubicBezTo>
                    <a:cubicBezTo>
                      <a:pt x="547" y="505"/>
                      <a:pt x="544" y="502"/>
                      <a:pt x="544" y="502"/>
                    </a:cubicBezTo>
                    <a:cubicBezTo>
                      <a:pt x="544" y="502"/>
                      <a:pt x="544" y="498"/>
                      <a:pt x="541" y="498"/>
                    </a:cubicBezTo>
                    <a:cubicBezTo>
                      <a:pt x="539" y="498"/>
                      <a:pt x="537" y="499"/>
                      <a:pt x="534" y="502"/>
                    </a:cubicBezTo>
                    <a:cubicBezTo>
                      <a:pt x="532" y="503"/>
                      <a:pt x="530" y="504"/>
                      <a:pt x="528" y="504"/>
                    </a:cubicBezTo>
                    <a:cubicBezTo>
                      <a:pt x="520" y="504"/>
                      <a:pt x="509" y="494"/>
                      <a:pt x="509" y="494"/>
                    </a:cubicBezTo>
                    <a:cubicBezTo>
                      <a:pt x="509" y="494"/>
                      <a:pt x="509" y="486"/>
                      <a:pt x="501" y="486"/>
                    </a:cubicBezTo>
                    <a:cubicBezTo>
                      <a:pt x="493" y="494"/>
                      <a:pt x="459" y="510"/>
                      <a:pt x="459" y="510"/>
                    </a:cubicBezTo>
                    <a:cubicBezTo>
                      <a:pt x="451" y="510"/>
                      <a:pt x="459" y="494"/>
                      <a:pt x="459" y="486"/>
                    </a:cubicBezTo>
                    <a:cubicBezTo>
                      <a:pt x="459" y="478"/>
                      <a:pt x="467" y="468"/>
                      <a:pt x="475" y="468"/>
                    </a:cubicBezTo>
                    <a:cubicBezTo>
                      <a:pt x="493" y="460"/>
                      <a:pt x="501" y="451"/>
                      <a:pt x="501" y="451"/>
                    </a:cubicBezTo>
                    <a:cubicBezTo>
                      <a:pt x="501" y="451"/>
                      <a:pt x="509" y="435"/>
                      <a:pt x="509" y="427"/>
                    </a:cubicBezTo>
                    <a:cubicBezTo>
                      <a:pt x="501" y="427"/>
                      <a:pt x="501" y="409"/>
                      <a:pt x="501" y="409"/>
                    </a:cubicBezTo>
                    <a:cubicBezTo>
                      <a:pt x="501" y="401"/>
                      <a:pt x="517" y="385"/>
                      <a:pt x="517" y="385"/>
                    </a:cubicBezTo>
                    <a:cubicBezTo>
                      <a:pt x="517" y="385"/>
                      <a:pt x="534" y="377"/>
                      <a:pt x="544" y="367"/>
                    </a:cubicBezTo>
                    <a:cubicBezTo>
                      <a:pt x="544" y="359"/>
                      <a:pt x="560" y="327"/>
                      <a:pt x="560" y="327"/>
                    </a:cubicBezTo>
                    <a:lnTo>
                      <a:pt x="560" y="301"/>
                    </a:lnTo>
                    <a:lnTo>
                      <a:pt x="584" y="277"/>
                    </a:lnTo>
                    <a:lnTo>
                      <a:pt x="594" y="259"/>
                    </a:lnTo>
                    <a:cubicBezTo>
                      <a:pt x="602" y="251"/>
                      <a:pt x="610" y="243"/>
                      <a:pt x="610" y="227"/>
                    </a:cubicBezTo>
                    <a:cubicBezTo>
                      <a:pt x="602" y="209"/>
                      <a:pt x="602" y="201"/>
                      <a:pt x="602" y="201"/>
                    </a:cubicBezTo>
                    <a:cubicBezTo>
                      <a:pt x="602" y="201"/>
                      <a:pt x="610" y="193"/>
                      <a:pt x="602" y="185"/>
                    </a:cubicBezTo>
                    <a:cubicBezTo>
                      <a:pt x="602" y="178"/>
                      <a:pt x="602" y="147"/>
                      <a:pt x="586" y="147"/>
                    </a:cubicBezTo>
                    <a:cubicBezTo>
                      <a:pt x="583" y="147"/>
                      <a:pt x="580" y="148"/>
                      <a:pt x="576" y="151"/>
                    </a:cubicBezTo>
                    <a:cubicBezTo>
                      <a:pt x="552" y="159"/>
                      <a:pt x="544" y="159"/>
                      <a:pt x="534" y="159"/>
                    </a:cubicBezTo>
                    <a:cubicBezTo>
                      <a:pt x="528" y="159"/>
                      <a:pt x="523" y="155"/>
                      <a:pt x="517" y="155"/>
                    </a:cubicBezTo>
                    <a:cubicBezTo>
                      <a:pt x="516" y="155"/>
                      <a:pt x="514" y="155"/>
                      <a:pt x="513" y="156"/>
                    </a:cubicBezTo>
                    <a:lnTo>
                      <a:pt x="513" y="156"/>
                    </a:lnTo>
                    <a:cubicBezTo>
                      <a:pt x="515" y="154"/>
                      <a:pt x="517" y="152"/>
                      <a:pt x="512" y="152"/>
                    </a:cubicBezTo>
                    <a:cubicBezTo>
                      <a:pt x="509" y="152"/>
                      <a:pt x="500" y="153"/>
                      <a:pt x="483" y="159"/>
                    </a:cubicBezTo>
                    <a:cubicBezTo>
                      <a:pt x="433" y="177"/>
                      <a:pt x="401" y="177"/>
                      <a:pt x="401" y="177"/>
                    </a:cubicBezTo>
                    <a:cubicBezTo>
                      <a:pt x="401" y="177"/>
                      <a:pt x="389" y="165"/>
                      <a:pt x="380" y="165"/>
                    </a:cubicBezTo>
                    <a:cubicBezTo>
                      <a:pt x="378" y="165"/>
                      <a:pt x="377" y="165"/>
                      <a:pt x="375" y="167"/>
                    </a:cubicBezTo>
                    <a:cubicBezTo>
                      <a:pt x="367" y="177"/>
                      <a:pt x="351" y="185"/>
                      <a:pt x="351" y="185"/>
                    </a:cubicBezTo>
                    <a:cubicBezTo>
                      <a:pt x="351" y="185"/>
                      <a:pt x="343" y="201"/>
                      <a:pt x="333" y="201"/>
                    </a:cubicBezTo>
                    <a:cubicBezTo>
                      <a:pt x="330" y="203"/>
                      <a:pt x="328" y="204"/>
                      <a:pt x="325" y="204"/>
                    </a:cubicBezTo>
                    <a:cubicBezTo>
                      <a:pt x="320" y="204"/>
                      <a:pt x="317" y="201"/>
                      <a:pt x="317" y="201"/>
                    </a:cubicBezTo>
                    <a:cubicBezTo>
                      <a:pt x="317" y="193"/>
                      <a:pt x="309" y="185"/>
                      <a:pt x="309" y="167"/>
                    </a:cubicBezTo>
                    <a:cubicBezTo>
                      <a:pt x="301" y="159"/>
                      <a:pt x="301" y="151"/>
                      <a:pt x="301" y="151"/>
                    </a:cubicBezTo>
                    <a:cubicBezTo>
                      <a:pt x="309" y="139"/>
                      <a:pt x="313" y="137"/>
                      <a:pt x="316" y="137"/>
                    </a:cubicBezTo>
                    <a:cubicBezTo>
                      <a:pt x="317" y="137"/>
                      <a:pt x="319" y="137"/>
                      <a:pt x="320" y="137"/>
                    </a:cubicBezTo>
                    <a:cubicBezTo>
                      <a:pt x="321" y="137"/>
                      <a:pt x="323" y="137"/>
                      <a:pt x="325" y="135"/>
                    </a:cubicBezTo>
                    <a:cubicBezTo>
                      <a:pt x="343" y="117"/>
                      <a:pt x="325" y="109"/>
                      <a:pt x="343" y="101"/>
                    </a:cubicBezTo>
                    <a:cubicBezTo>
                      <a:pt x="351" y="93"/>
                      <a:pt x="375" y="76"/>
                      <a:pt x="383" y="66"/>
                    </a:cubicBezTo>
                    <a:cubicBezTo>
                      <a:pt x="401" y="50"/>
                      <a:pt x="393" y="34"/>
                      <a:pt x="393" y="34"/>
                    </a:cubicBezTo>
                    <a:lnTo>
                      <a:pt x="383" y="8"/>
                    </a:lnTo>
                    <a:lnTo>
                      <a:pt x="3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112">
                <a:extLst>
                  <a:ext uri="{FF2B5EF4-FFF2-40B4-BE49-F238E27FC236}">
                    <a16:creationId xmlns:a16="http://schemas.microsoft.com/office/drawing/2014/main" id="{DC5D43CE-C66D-33D3-F8A6-E0009471A189}"/>
                  </a:ext>
                </a:extLst>
              </p:cNvPr>
              <p:cNvSpPr/>
              <p:nvPr/>
            </p:nvSpPr>
            <p:spPr>
              <a:xfrm>
                <a:off x="7880960" y="3858375"/>
                <a:ext cx="118246" cy="135696"/>
              </a:xfrm>
              <a:custGeom>
                <a:avLst/>
                <a:gdLst/>
                <a:ahLst/>
                <a:cxnLst/>
                <a:rect l="l" t="t" r="r" b="b"/>
                <a:pathLst>
                  <a:path w="637" h="731" extrusionOk="0">
                    <a:moveTo>
                      <a:pt x="488" y="1"/>
                    </a:moveTo>
                    <a:cubicBezTo>
                      <a:pt x="475" y="1"/>
                      <a:pt x="460" y="4"/>
                      <a:pt x="460" y="4"/>
                    </a:cubicBezTo>
                    <a:lnTo>
                      <a:pt x="428" y="12"/>
                    </a:lnTo>
                    <a:lnTo>
                      <a:pt x="370" y="62"/>
                    </a:lnTo>
                    <a:cubicBezTo>
                      <a:pt x="370" y="62"/>
                      <a:pt x="370" y="96"/>
                      <a:pt x="360" y="104"/>
                    </a:cubicBezTo>
                    <a:cubicBezTo>
                      <a:pt x="360" y="104"/>
                      <a:pt x="336" y="128"/>
                      <a:pt x="328" y="138"/>
                    </a:cubicBezTo>
                    <a:lnTo>
                      <a:pt x="294" y="171"/>
                    </a:lnTo>
                    <a:lnTo>
                      <a:pt x="294" y="197"/>
                    </a:lnTo>
                    <a:lnTo>
                      <a:pt x="352" y="221"/>
                    </a:lnTo>
                    <a:cubicBezTo>
                      <a:pt x="352" y="221"/>
                      <a:pt x="302" y="213"/>
                      <a:pt x="294" y="213"/>
                    </a:cubicBezTo>
                    <a:cubicBezTo>
                      <a:pt x="278" y="205"/>
                      <a:pt x="278" y="205"/>
                      <a:pt x="278" y="189"/>
                    </a:cubicBezTo>
                    <a:cubicBezTo>
                      <a:pt x="278" y="179"/>
                      <a:pt x="259" y="171"/>
                      <a:pt x="259" y="171"/>
                    </a:cubicBezTo>
                    <a:lnTo>
                      <a:pt x="243" y="189"/>
                    </a:lnTo>
                    <a:lnTo>
                      <a:pt x="209" y="221"/>
                    </a:lnTo>
                    <a:lnTo>
                      <a:pt x="159" y="221"/>
                    </a:lnTo>
                    <a:cubicBezTo>
                      <a:pt x="151" y="229"/>
                      <a:pt x="135" y="239"/>
                      <a:pt x="127" y="239"/>
                    </a:cubicBezTo>
                    <a:cubicBezTo>
                      <a:pt x="119" y="239"/>
                      <a:pt x="93" y="229"/>
                      <a:pt x="77" y="229"/>
                    </a:cubicBezTo>
                    <a:cubicBezTo>
                      <a:pt x="74" y="226"/>
                      <a:pt x="71" y="225"/>
                      <a:pt x="66" y="225"/>
                    </a:cubicBezTo>
                    <a:cubicBezTo>
                      <a:pt x="58" y="225"/>
                      <a:pt x="48" y="229"/>
                      <a:pt x="43" y="229"/>
                    </a:cubicBezTo>
                    <a:cubicBezTo>
                      <a:pt x="43" y="225"/>
                      <a:pt x="34" y="223"/>
                      <a:pt x="26" y="223"/>
                    </a:cubicBezTo>
                    <a:cubicBezTo>
                      <a:pt x="17" y="223"/>
                      <a:pt x="9" y="225"/>
                      <a:pt x="9" y="229"/>
                    </a:cubicBezTo>
                    <a:cubicBezTo>
                      <a:pt x="1" y="229"/>
                      <a:pt x="1" y="229"/>
                      <a:pt x="1" y="247"/>
                    </a:cubicBezTo>
                    <a:cubicBezTo>
                      <a:pt x="1" y="255"/>
                      <a:pt x="1" y="279"/>
                      <a:pt x="9" y="279"/>
                    </a:cubicBezTo>
                    <a:cubicBezTo>
                      <a:pt x="19" y="279"/>
                      <a:pt x="35" y="297"/>
                      <a:pt x="35" y="297"/>
                    </a:cubicBezTo>
                    <a:cubicBezTo>
                      <a:pt x="43" y="297"/>
                      <a:pt x="69" y="305"/>
                      <a:pt x="69" y="321"/>
                    </a:cubicBezTo>
                    <a:cubicBezTo>
                      <a:pt x="59" y="339"/>
                      <a:pt x="51" y="347"/>
                      <a:pt x="35" y="363"/>
                    </a:cubicBezTo>
                    <a:cubicBezTo>
                      <a:pt x="27" y="371"/>
                      <a:pt x="27" y="379"/>
                      <a:pt x="35" y="389"/>
                    </a:cubicBezTo>
                    <a:cubicBezTo>
                      <a:pt x="35" y="397"/>
                      <a:pt x="37" y="399"/>
                      <a:pt x="40" y="399"/>
                    </a:cubicBezTo>
                    <a:cubicBezTo>
                      <a:pt x="43" y="399"/>
                      <a:pt x="47" y="397"/>
                      <a:pt x="51" y="397"/>
                    </a:cubicBezTo>
                    <a:lnTo>
                      <a:pt x="93" y="397"/>
                    </a:lnTo>
                    <a:cubicBezTo>
                      <a:pt x="96" y="396"/>
                      <a:pt x="100" y="395"/>
                      <a:pt x="104" y="395"/>
                    </a:cubicBezTo>
                    <a:cubicBezTo>
                      <a:pt x="119" y="395"/>
                      <a:pt x="137" y="405"/>
                      <a:pt x="143" y="405"/>
                    </a:cubicBezTo>
                    <a:cubicBezTo>
                      <a:pt x="159" y="405"/>
                      <a:pt x="151" y="421"/>
                      <a:pt x="151" y="429"/>
                    </a:cubicBezTo>
                    <a:cubicBezTo>
                      <a:pt x="151" y="429"/>
                      <a:pt x="135" y="439"/>
                      <a:pt x="127" y="447"/>
                    </a:cubicBezTo>
                    <a:cubicBezTo>
                      <a:pt x="127" y="455"/>
                      <a:pt x="119" y="471"/>
                      <a:pt x="119" y="479"/>
                    </a:cubicBezTo>
                    <a:cubicBezTo>
                      <a:pt x="127" y="489"/>
                      <a:pt x="143" y="497"/>
                      <a:pt x="143" y="497"/>
                    </a:cubicBezTo>
                    <a:lnTo>
                      <a:pt x="119" y="548"/>
                    </a:lnTo>
                    <a:lnTo>
                      <a:pt x="85" y="564"/>
                    </a:lnTo>
                    <a:cubicBezTo>
                      <a:pt x="77" y="572"/>
                      <a:pt x="59" y="590"/>
                      <a:pt x="51" y="590"/>
                    </a:cubicBezTo>
                    <a:cubicBezTo>
                      <a:pt x="43" y="598"/>
                      <a:pt x="27" y="622"/>
                      <a:pt x="27" y="630"/>
                    </a:cubicBezTo>
                    <a:cubicBezTo>
                      <a:pt x="19" y="630"/>
                      <a:pt x="27" y="656"/>
                      <a:pt x="27" y="664"/>
                    </a:cubicBezTo>
                    <a:cubicBezTo>
                      <a:pt x="35" y="672"/>
                      <a:pt x="51" y="698"/>
                      <a:pt x="59" y="706"/>
                    </a:cubicBezTo>
                    <a:cubicBezTo>
                      <a:pt x="77" y="706"/>
                      <a:pt x="85" y="714"/>
                      <a:pt x="101" y="714"/>
                    </a:cubicBezTo>
                    <a:cubicBezTo>
                      <a:pt x="119" y="722"/>
                      <a:pt x="127" y="730"/>
                      <a:pt x="143" y="730"/>
                    </a:cubicBezTo>
                    <a:cubicBezTo>
                      <a:pt x="151" y="730"/>
                      <a:pt x="159" y="722"/>
                      <a:pt x="193" y="714"/>
                    </a:cubicBezTo>
                    <a:cubicBezTo>
                      <a:pt x="227" y="698"/>
                      <a:pt x="219" y="706"/>
                      <a:pt x="259" y="680"/>
                    </a:cubicBezTo>
                    <a:cubicBezTo>
                      <a:pt x="310" y="664"/>
                      <a:pt x="302" y="664"/>
                      <a:pt x="310" y="656"/>
                    </a:cubicBezTo>
                    <a:cubicBezTo>
                      <a:pt x="328" y="640"/>
                      <a:pt x="336" y="630"/>
                      <a:pt x="344" y="622"/>
                    </a:cubicBezTo>
                    <a:cubicBezTo>
                      <a:pt x="360" y="606"/>
                      <a:pt x="370" y="598"/>
                      <a:pt x="378" y="580"/>
                    </a:cubicBezTo>
                    <a:cubicBezTo>
                      <a:pt x="386" y="572"/>
                      <a:pt x="402" y="572"/>
                      <a:pt x="410" y="572"/>
                    </a:cubicBezTo>
                    <a:cubicBezTo>
                      <a:pt x="413" y="569"/>
                      <a:pt x="417" y="568"/>
                      <a:pt x="421" y="568"/>
                    </a:cubicBezTo>
                    <a:cubicBezTo>
                      <a:pt x="430" y="568"/>
                      <a:pt x="439" y="572"/>
                      <a:pt x="444" y="572"/>
                    </a:cubicBezTo>
                    <a:cubicBezTo>
                      <a:pt x="452" y="572"/>
                      <a:pt x="486" y="564"/>
                      <a:pt x="494" y="564"/>
                    </a:cubicBezTo>
                    <a:cubicBezTo>
                      <a:pt x="510" y="556"/>
                      <a:pt x="520" y="556"/>
                      <a:pt x="520" y="556"/>
                    </a:cubicBezTo>
                    <a:cubicBezTo>
                      <a:pt x="520" y="556"/>
                      <a:pt x="560" y="397"/>
                      <a:pt x="560" y="355"/>
                    </a:cubicBezTo>
                    <a:cubicBezTo>
                      <a:pt x="552" y="305"/>
                      <a:pt x="552" y="313"/>
                      <a:pt x="552" y="305"/>
                    </a:cubicBezTo>
                    <a:cubicBezTo>
                      <a:pt x="552" y="297"/>
                      <a:pt x="528" y="271"/>
                      <a:pt x="520" y="263"/>
                    </a:cubicBezTo>
                    <a:lnTo>
                      <a:pt x="520" y="229"/>
                    </a:lnTo>
                    <a:cubicBezTo>
                      <a:pt x="528" y="221"/>
                      <a:pt x="560" y="213"/>
                      <a:pt x="560" y="213"/>
                    </a:cubicBezTo>
                    <a:cubicBezTo>
                      <a:pt x="578" y="205"/>
                      <a:pt x="586" y="197"/>
                      <a:pt x="594" y="189"/>
                    </a:cubicBezTo>
                    <a:cubicBezTo>
                      <a:pt x="602" y="189"/>
                      <a:pt x="628" y="163"/>
                      <a:pt x="628" y="155"/>
                    </a:cubicBezTo>
                    <a:cubicBezTo>
                      <a:pt x="637" y="147"/>
                      <a:pt x="628" y="138"/>
                      <a:pt x="628" y="128"/>
                    </a:cubicBezTo>
                    <a:cubicBezTo>
                      <a:pt x="628" y="120"/>
                      <a:pt x="610" y="104"/>
                      <a:pt x="610" y="96"/>
                    </a:cubicBezTo>
                    <a:cubicBezTo>
                      <a:pt x="602" y="88"/>
                      <a:pt x="570" y="54"/>
                      <a:pt x="552" y="38"/>
                    </a:cubicBezTo>
                    <a:cubicBezTo>
                      <a:pt x="536" y="20"/>
                      <a:pt x="528" y="20"/>
                      <a:pt x="528" y="20"/>
                    </a:cubicBezTo>
                    <a:lnTo>
                      <a:pt x="502" y="4"/>
                    </a:lnTo>
                    <a:cubicBezTo>
                      <a:pt x="499" y="1"/>
                      <a:pt x="494" y="1"/>
                      <a:pt x="4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112">
                <a:extLst>
                  <a:ext uri="{FF2B5EF4-FFF2-40B4-BE49-F238E27FC236}">
                    <a16:creationId xmlns:a16="http://schemas.microsoft.com/office/drawing/2014/main" id="{85CD9D9B-1A4E-0B51-EC33-63A3A474E7D3}"/>
                  </a:ext>
                </a:extLst>
              </p:cNvPr>
              <p:cNvSpPr/>
              <p:nvPr/>
            </p:nvSpPr>
            <p:spPr>
              <a:xfrm>
                <a:off x="8318491" y="2698737"/>
                <a:ext cx="277888" cy="198995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1072" extrusionOk="0">
                    <a:moveTo>
                      <a:pt x="736" y="0"/>
                    </a:moveTo>
                    <a:cubicBezTo>
                      <a:pt x="728" y="0"/>
                      <a:pt x="710" y="0"/>
                      <a:pt x="694" y="8"/>
                    </a:cubicBezTo>
                    <a:cubicBezTo>
                      <a:pt x="686" y="18"/>
                      <a:pt x="678" y="8"/>
                      <a:pt x="686" y="26"/>
                    </a:cubicBezTo>
                    <a:cubicBezTo>
                      <a:pt x="686" y="42"/>
                      <a:pt x="694" y="42"/>
                      <a:pt x="702" y="50"/>
                    </a:cubicBezTo>
                    <a:cubicBezTo>
                      <a:pt x="710" y="59"/>
                      <a:pt x="710" y="59"/>
                      <a:pt x="710" y="69"/>
                    </a:cubicBezTo>
                    <a:cubicBezTo>
                      <a:pt x="720" y="77"/>
                      <a:pt x="728" y="77"/>
                      <a:pt x="710" y="85"/>
                    </a:cubicBezTo>
                    <a:cubicBezTo>
                      <a:pt x="694" y="93"/>
                      <a:pt x="686" y="93"/>
                      <a:pt x="686" y="93"/>
                    </a:cubicBezTo>
                    <a:lnTo>
                      <a:pt x="686" y="109"/>
                    </a:lnTo>
                    <a:cubicBezTo>
                      <a:pt x="686" y="127"/>
                      <a:pt x="678" y="135"/>
                      <a:pt x="686" y="143"/>
                    </a:cubicBezTo>
                    <a:cubicBezTo>
                      <a:pt x="694" y="159"/>
                      <a:pt x="710" y="169"/>
                      <a:pt x="710" y="177"/>
                    </a:cubicBezTo>
                    <a:cubicBezTo>
                      <a:pt x="720" y="185"/>
                      <a:pt x="744" y="185"/>
                      <a:pt x="736" y="201"/>
                    </a:cubicBezTo>
                    <a:cubicBezTo>
                      <a:pt x="728" y="219"/>
                      <a:pt x="720" y="235"/>
                      <a:pt x="720" y="235"/>
                    </a:cubicBezTo>
                    <a:cubicBezTo>
                      <a:pt x="728" y="243"/>
                      <a:pt x="736" y="243"/>
                      <a:pt x="736" y="251"/>
                    </a:cubicBezTo>
                    <a:cubicBezTo>
                      <a:pt x="744" y="259"/>
                      <a:pt x="752" y="269"/>
                      <a:pt x="760" y="277"/>
                    </a:cubicBezTo>
                    <a:cubicBezTo>
                      <a:pt x="770" y="293"/>
                      <a:pt x="778" y="293"/>
                      <a:pt x="778" y="309"/>
                    </a:cubicBezTo>
                    <a:cubicBezTo>
                      <a:pt x="778" y="319"/>
                      <a:pt x="778" y="327"/>
                      <a:pt x="770" y="327"/>
                    </a:cubicBezTo>
                    <a:cubicBezTo>
                      <a:pt x="770" y="327"/>
                      <a:pt x="628" y="185"/>
                      <a:pt x="594" y="143"/>
                    </a:cubicBezTo>
                    <a:cubicBezTo>
                      <a:pt x="577" y="114"/>
                      <a:pt x="576" y="94"/>
                      <a:pt x="563" y="94"/>
                    </a:cubicBezTo>
                    <a:cubicBezTo>
                      <a:pt x="557" y="94"/>
                      <a:pt x="549" y="98"/>
                      <a:pt x="536" y="109"/>
                    </a:cubicBezTo>
                    <a:cubicBezTo>
                      <a:pt x="501" y="135"/>
                      <a:pt x="493" y="135"/>
                      <a:pt x="477" y="169"/>
                    </a:cubicBezTo>
                    <a:cubicBezTo>
                      <a:pt x="469" y="201"/>
                      <a:pt x="427" y="201"/>
                      <a:pt x="451" y="227"/>
                    </a:cubicBezTo>
                    <a:cubicBezTo>
                      <a:pt x="469" y="251"/>
                      <a:pt x="493" y="277"/>
                      <a:pt x="485" y="293"/>
                    </a:cubicBezTo>
                    <a:cubicBezTo>
                      <a:pt x="484" y="296"/>
                      <a:pt x="482" y="297"/>
                      <a:pt x="479" y="297"/>
                    </a:cubicBezTo>
                    <a:cubicBezTo>
                      <a:pt x="468" y="297"/>
                      <a:pt x="447" y="274"/>
                      <a:pt x="427" y="259"/>
                    </a:cubicBezTo>
                    <a:cubicBezTo>
                      <a:pt x="409" y="243"/>
                      <a:pt x="377" y="235"/>
                      <a:pt x="377" y="235"/>
                    </a:cubicBezTo>
                    <a:lnTo>
                      <a:pt x="335" y="235"/>
                    </a:lnTo>
                    <a:lnTo>
                      <a:pt x="343" y="201"/>
                    </a:lnTo>
                    <a:lnTo>
                      <a:pt x="343" y="201"/>
                    </a:lnTo>
                    <a:cubicBezTo>
                      <a:pt x="343" y="201"/>
                      <a:pt x="324" y="203"/>
                      <a:pt x="309" y="203"/>
                    </a:cubicBezTo>
                    <a:cubicBezTo>
                      <a:pt x="293" y="203"/>
                      <a:pt x="281" y="201"/>
                      <a:pt x="293" y="193"/>
                    </a:cubicBezTo>
                    <a:cubicBezTo>
                      <a:pt x="327" y="185"/>
                      <a:pt x="343" y="169"/>
                      <a:pt x="377" y="169"/>
                    </a:cubicBezTo>
                    <a:cubicBezTo>
                      <a:pt x="401" y="169"/>
                      <a:pt x="427" y="135"/>
                      <a:pt x="427" y="135"/>
                    </a:cubicBezTo>
                    <a:cubicBezTo>
                      <a:pt x="427" y="135"/>
                      <a:pt x="448" y="92"/>
                      <a:pt x="425" y="92"/>
                    </a:cubicBezTo>
                    <a:cubicBezTo>
                      <a:pt x="424" y="92"/>
                      <a:pt x="422" y="92"/>
                      <a:pt x="419" y="93"/>
                    </a:cubicBezTo>
                    <a:cubicBezTo>
                      <a:pt x="385" y="101"/>
                      <a:pt x="351" y="127"/>
                      <a:pt x="327" y="135"/>
                    </a:cubicBezTo>
                    <a:cubicBezTo>
                      <a:pt x="301" y="143"/>
                      <a:pt x="293" y="143"/>
                      <a:pt x="277" y="143"/>
                    </a:cubicBezTo>
                    <a:cubicBezTo>
                      <a:pt x="251" y="151"/>
                      <a:pt x="219" y="151"/>
                      <a:pt x="219" y="151"/>
                    </a:cubicBezTo>
                    <a:lnTo>
                      <a:pt x="169" y="193"/>
                    </a:lnTo>
                    <a:cubicBezTo>
                      <a:pt x="160" y="158"/>
                      <a:pt x="171" y="131"/>
                      <a:pt x="156" y="131"/>
                    </a:cubicBezTo>
                    <a:cubicBezTo>
                      <a:pt x="153" y="131"/>
                      <a:pt x="149" y="132"/>
                      <a:pt x="143" y="135"/>
                    </a:cubicBezTo>
                    <a:cubicBezTo>
                      <a:pt x="108" y="151"/>
                      <a:pt x="100" y="135"/>
                      <a:pt x="92" y="159"/>
                    </a:cubicBezTo>
                    <a:cubicBezTo>
                      <a:pt x="58" y="209"/>
                      <a:pt x="50" y="227"/>
                      <a:pt x="42" y="227"/>
                    </a:cubicBezTo>
                    <a:lnTo>
                      <a:pt x="18" y="193"/>
                    </a:lnTo>
                    <a:cubicBezTo>
                      <a:pt x="18" y="193"/>
                      <a:pt x="0" y="219"/>
                      <a:pt x="8" y="235"/>
                    </a:cubicBezTo>
                    <a:cubicBezTo>
                      <a:pt x="26" y="251"/>
                      <a:pt x="34" y="285"/>
                      <a:pt x="34" y="285"/>
                    </a:cubicBezTo>
                    <a:cubicBezTo>
                      <a:pt x="34" y="285"/>
                      <a:pt x="42" y="301"/>
                      <a:pt x="58" y="319"/>
                    </a:cubicBezTo>
                    <a:cubicBezTo>
                      <a:pt x="76" y="343"/>
                      <a:pt x="34" y="335"/>
                      <a:pt x="58" y="351"/>
                    </a:cubicBezTo>
                    <a:cubicBezTo>
                      <a:pt x="58" y="351"/>
                      <a:pt x="58" y="359"/>
                      <a:pt x="68" y="369"/>
                    </a:cubicBezTo>
                    <a:lnTo>
                      <a:pt x="118" y="369"/>
                    </a:lnTo>
                    <a:cubicBezTo>
                      <a:pt x="118" y="359"/>
                      <a:pt x="134" y="351"/>
                      <a:pt x="134" y="343"/>
                    </a:cubicBezTo>
                    <a:cubicBezTo>
                      <a:pt x="134" y="343"/>
                      <a:pt x="126" y="335"/>
                      <a:pt x="134" y="327"/>
                    </a:cubicBezTo>
                    <a:cubicBezTo>
                      <a:pt x="134" y="327"/>
                      <a:pt x="134" y="319"/>
                      <a:pt x="143" y="309"/>
                    </a:cubicBezTo>
                    <a:cubicBezTo>
                      <a:pt x="143" y="309"/>
                      <a:pt x="169" y="309"/>
                      <a:pt x="169" y="319"/>
                    </a:cubicBezTo>
                    <a:cubicBezTo>
                      <a:pt x="169" y="327"/>
                      <a:pt x="169" y="343"/>
                      <a:pt x="159" y="343"/>
                    </a:cubicBezTo>
                    <a:lnTo>
                      <a:pt x="143" y="351"/>
                    </a:lnTo>
                    <a:lnTo>
                      <a:pt x="143" y="377"/>
                    </a:lnTo>
                    <a:cubicBezTo>
                      <a:pt x="143" y="393"/>
                      <a:pt x="134" y="393"/>
                      <a:pt x="143" y="393"/>
                    </a:cubicBezTo>
                    <a:cubicBezTo>
                      <a:pt x="147" y="397"/>
                      <a:pt x="155" y="397"/>
                      <a:pt x="163" y="397"/>
                    </a:cubicBezTo>
                    <a:cubicBezTo>
                      <a:pt x="170" y="397"/>
                      <a:pt x="177" y="397"/>
                      <a:pt x="177" y="401"/>
                    </a:cubicBezTo>
                    <a:cubicBezTo>
                      <a:pt x="185" y="409"/>
                      <a:pt x="201" y="419"/>
                      <a:pt x="193" y="427"/>
                    </a:cubicBezTo>
                    <a:cubicBezTo>
                      <a:pt x="190" y="430"/>
                      <a:pt x="186" y="431"/>
                      <a:pt x="182" y="431"/>
                    </a:cubicBezTo>
                    <a:cubicBezTo>
                      <a:pt x="175" y="431"/>
                      <a:pt x="165" y="427"/>
                      <a:pt x="159" y="427"/>
                    </a:cubicBezTo>
                    <a:cubicBezTo>
                      <a:pt x="151" y="427"/>
                      <a:pt x="134" y="419"/>
                      <a:pt x="134" y="409"/>
                    </a:cubicBezTo>
                    <a:lnTo>
                      <a:pt x="118" y="401"/>
                    </a:lnTo>
                    <a:cubicBezTo>
                      <a:pt x="118" y="401"/>
                      <a:pt x="110" y="398"/>
                      <a:pt x="105" y="398"/>
                    </a:cubicBezTo>
                    <a:cubicBezTo>
                      <a:pt x="102" y="398"/>
                      <a:pt x="100" y="399"/>
                      <a:pt x="100" y="401"/>
                    </a:cubicBezTo>
                    <a:lnTo>
                      <a:pt x="76" y="401"/>
                    </a:lnTo>
                    <a:cubicBezTo>
                      <a:pt x="71" y="401"/>
                      <a:pt x="69" y="398"/>
                      <a:pt x="69" y="398"/>
                    </a:cubicBezTo>
                    <a:cubicBezTo>
                      <a:pt x="68" y="398"/>
                      <a:pt x="68" y="399"/>
                      <a:pt x="68" y="401"/>
                    </a:cubicBezTo>
                    <a:cubicBezTo>
                      <a:pt x="58" y="419"/>
                      <a:pt x="84" y="427"/>
                      <a:pt x="92" y="436"/>
                    </a:cubicBezTo>
                    <a:cubicBezTo>
                      <a:pt x="100" y="436"/>
                      <a:pt x="118" y="436"/>
                      <a:pt x="118" y="444"/>
                    </a:cubicBezTo>
                    <a:cubicBezTo>
                      <a:pt x="126" y="452"/>
                      <a:pt x="126" y="460"/>
                      <a:pt x="126" y="470"/>
                    </a:cubicBezTo>
                    <a:cubicBezTo>
                      <a:pt x="118" y="478"/>
                      <a:pt x="118" y="478"/>
                      <a:pt x="118" y="486"/>
                    </a:cubicBezTo>
                    <a:cubicBezTo>
                      <a:pt x="126" y="494"/>
                      <a:pt x="126" y="510"/>
                      <a:pt x="134" y="510"/>
                    </a:cubicBezTo>
                    <a:cubicBezTo>
                      <a:pt x="143" y="510"/>
                      <a:pt x="159" y="520"/>
                      <a:pt x="159" y="528"/>
                    </a:cubicBezTo>
                    <a:lnTo>
                      <a:pt x="193" y="528"/>
                    </a:lnTo>
                    <a:cubicBezTo>
                      <a:pt x="193" y="528"/>
                      <a:pt x="200" y="524"/>
                      <a:pt x="205" y="524"/>
                    </a:cubicBezTo>
                    <a:cubicBezTo>
                      <a:pt x="207" y="524"/>
                      <a:pt x="209" y="525"/>
                      <a:pt x="209" y="528"/>
                    </a:cubicBezTo>
                    <a:cubicBezTo>
                      <a:pt x="219" y="528"/>
                      <a:pt x="227" y="528"/>
                      <a:pt x="235" y="536"/>
                    </a:cubicBezTo>
                    <a:cubicBezTo>
                      <a:pt x="235" y="536"/>
                      <a:pt x="219" y="536"/>
                      <a:pt x="227" y="552"/>
                    </a:cubicBezTo>
                    <a:cubicBezTo>
                      <a:pt x="227" y="560"/>
                      <a:pt x="227" y="578"/>
                      <a:pt x="235" y="578"/>
                    </a:cubicBezTo>
                    <a:cubicBezTo>
                      <a:pt x="243" y="586"/>
                      <a:pt x="259" y="586"/>
                      <a:pt x="269" y="586"/>
                    </a:cubicBezTo>
                    <a:cubicBezTo>
                      <a:pt x="269" y="586"/>
                      <a:pt x="277" y="586"/>
                      <a:pt x="285" y="594"/>
                    </a:cubicBezTo>
                    <a:cubicBezTo>
                      <a:pt x="285" y="602"/>
                      <a:pt x="293" y="628"/>
                      <a:pt x="293" y="628"/>
                    </a:cubicBezTo>
                    <a:lnTo>
                      <a:pt x="369" y="628"/>
                    </a:lnTo>
                    <a:cubicBezTo>
                      <a:pt x="369" y="631"/>
                      <a:pt x="372" y="632"/>
                      <a:pt x="375" y="632"/>
                    </a:cubicBezTo>
                    <a:cubicBezTo>
                      <a:pt x="382" y="632"/>
                      <a:pt x="393" y="628"/>
                      <a:pt x="393" y="628"/>
                    </a:cubicBezTo>
                    <a:cubicBezTo>
                      <a:pt x="393" y="628"/>
                      <a:pt x="400" y="632"/>
                      <a:pt x="408" y="632"/>
                    </a:cubicBezTo>
                    <a:cubicBezTo>
                      <a:pt x="412" y="632"/>
                      <a:pt x="416" y="631"/>
                      <a:pt x="419" y="628"/>
                    </a:cubicBezTo>
                    <a:cubicBezTo>
                      <a:pt x="427" y="628"/>
                      <a:pt x="427" y="620"/>
                      <a:pt x="443" y="620"/>
                    </a:cubicBezTo>
                    <a:cubicBezTo>
                      <a:pt x="451" y="620"/>
                      <a:pt x="451" y="610"/>
                      <a:pt x="459" y="610"/>
                    </a:cubicBezTo>
                    <a:cubicBezTo>
                      <a:pt x="469" y="602"/>
                      <a:pt x="485" y="594"/>
                      <a:pt x="485" y="594"/>
                    </a:cubicBezTo>
                    <a:cubicBezTo>
                      <a:pt x="485" y="594"/>
                      <a:pt x="493" y="578"/>
                      <a:pt x="501" y="578"/>
                    </a:cubicBezTo>
                    <a:lnTo>
                      <a:pt x="510" y="570"/>
                    </a:lnTo>
                    <a:cubicBezTo>
                      <a:pt x="520" y="570"/>
                      <a:pt x="528" y="570"/>
                      <a:pt x="528" y="560"/>
                    </a:cubicBezTo>
                    <a:lnTo>
                      <a:pt x="528" y="528"/>
                    </a:lnTo>
                    <a:lnTo>
                      <a:pt x="528" y="502"/>
                    </a:lnTo>
                    <a:cubicBezTo>
                      <a:pt x="520" y="486"/>
                      <a:pt x="528" y="470"/>
                      <a:pt x="528" y="470"/>
                    </a:cubicBezTo>
                    <a:cubicBezTo>
                      <a:pt x="533" y="462"/>
                      <a:pt x="535" y="456"/>
                      <a:pt x="538" y="456"/>
                    </a:cubicBezTo>
                    <a:cubicBezTo>
                      <a:pt x="540" y="456"/>
                      <a:pt x="541" y="457"/>
                      <a:pt x="544" y="460"/>
                    </a:cubicBezTo>
                    <a:cubicBezTo>
                      <a:pt x="552" y="470"/>
                      <a:pt x="570" y="478"/>
                      <a:pt x="578" y="478"/>
                    </a:cubicBezTo>
                    <a:cubicBezTo>
                      <a:pt x="581" y="479"/>
                      <a:pt x="584" y="480"/>
                      <a:pt x="586" y="480"/>
                    </a:cubicBezTo>
                    <a:cubicBezTo>
                      <a:pt x="597" y="480"/>
                      <a:pt x="603" y="470"/>
                      <a:pt x="610" y="470"/>
                    </a:cubicBezTo>
                    <a:cubicBezTo>
                      <a:pt x="610" y="460"/>
                      <a:pt x="628" y="444"/>
                      <a:pt x="628" y="444"/>
                    </a:cubicBezTo>
                    <a:lnTo>
                      <a:pt x="644" y="427"/>
                    </a:lnTo>
                    <a:cubicBezTo>
                      <a:pt x="644" y="436"/>
                      <a:pt x="660" y="452"/>
                      <a:pt x="652" y="460"/>
                    </a:cubicBezTo>
                    <a:cubicBezTo>
                      <a:pt x="636" y="470"/>
                      <a:pt x="636" y="470"/>
                      <a:pt x="628" y="478"/>
                    </a:cubicBezTo>
                    <a:cubicBezTo>
                      <a:pt x="624" y="478"/>
                      <a:pt x="619" y="476"/>
                      <a:pt x="616" y="476"/>
                    </a:cubicBezTo>
                    <a:cubicBezTo>
                      <a:pt x="612" y="476"/>
                      <a:pt x="610" y="478"/>
                      <a:pt x="610" y="486"/>
                    </a:cubicBezTo>
                    <a:cubicBezTo>
                      <a:pt x="610" y="502"/>
                      <a:pt x="610" y="510"/>
                      <a:pt x="620" y="520"/>
                    </a:cubicBezTo>
                    <a:cubicBezTo>
                      <a:pt x="624" y="524"/>
                      <a:pt x="628" y="524"/>
                      <a:pt x="632" y="524"/>
                    </a:cubicBezTo>
                    <a:cubicBezTo>
                      <a:pt x="636" y="524"/>
                      <a:pt x="640" y="524"/>
                      <a:pt x="644" y="528"/>
                    </a:cubicBezTo>
                    <a:cubicBezTo>
                      <a:pt x="652" y="536"/>
                      <a:pt x="670" y="536"/>
                      <a:pt x="678" y="536"/>
                    </a:cubicBezTo>
                    <a:cubicBezTo>
                      <a:pt x="686" y="536"/>
                      <a:pt x="702" y="528"/>
                      <a:pt x="702" y="528"/>
                    </a:cubicBezTo>
                    <a:cubicBezTo>
                      <a:pt x="710" y="528"/>
                      <a:pt x="728" y="528"/>
                      <a:pt x="728" y="520"/>
                    </a:cubicBezTo>
                    <a:cubicBezTo>
                      <a:pt x="736" y="510"/>
                      <a:pt x="744" y="510"/>
                      <a:pt x="744" y="502"/>
                    </a:cubicBezTo>
                    <a:cubicBezTo>
                      <a:pt x="752" y="502"/>
                      <a:pt x="770" y="486"/>
                      <a:pt x="770" y="486"/>
                    </a:cubicBezTo>
                    <a:lnTo>
                      <a:pt x="778" y="470"/>
                    </a:lnTo>
                    <a:cubicBezTo>
                      <a:pt x="786" y="460"/>
                      <a:pt x="786" y="460"/>
                      <a:pt x="794" y="452"/>
                    </a:cubicBezTo>
                    <a:cubicBezTo>
                      <a:pt x="794" y="452"/>
                      <a:pt x="798" y="448"/>
                      <a:pt x="803" y="448"/>
                    </a:cubicBezTo>
                    <a:cubicBezTo>
                      <a:pt x="805" y="448"/>
                      <a:pt x="808" y="449"/>
                      <a:pt x="810" y="452"/>
                    </a:cubicBezTo>
                    <a:cubicBezTo>
                      <a:pt x="810" y="470"/>
                      <a:pt x="810" y="478"/>
                      <a:pt x="802" y="486"/>
                    </a:cubicBezTo>
                    <a:cubicBezTo>
                      <a:pt x="792" y="486"/>
                      <a:pt x="792" y="479"/>
                      <a:pt x="790" y="479"/>
                    </a:cubicBezTo>
                    <a:cubicBezTo>
                      <a:pt x="790" y="479"/>
                      <a:pt x="789" y="480"/>
                      <a:pt x="786" y="486"/>
                    </a:cubicBezTo>
                    <a:cubicBezTo>
                      <a:pt x="786" y="502"/>
                      <a:pt x="794" y="502"/>
                      <a:pt x="786" y="510"/>
                    </a:cubicBezTo>
                    <a:cubicBezTo>
                      <a:pt x="786" y="520"/>
                      <a:pt x="786" y="528"/>
                      <a:pt x="778" y="536"/>
                    </a:cubicBezTo>
                    <a:cubicBezTo>
                      <a:pt x="773" y="536"/>
                      <a:pt x="771" y="532"/>
                      <a:pt x="763" y="532"/>
                    </a:cubicBezTo>
                    <a:cubicBezTo>
                      <a:pt x="759" y="532"/>
                      <a:pt x="753" y="533"/>
                      <a:pt x="744" y="536"/>
                    </a:cubicBezTo>
                    <a:cubicBezTo>
                      <a:pt x="728" y="544"/>
                      <a:pt x="720" y="544"/>
                      <a:pt x="710" y="552"/>
                    </a:cubicBezTo>
                    <a:cubicBezTo>
                      <a:pt x="699" y="552"/>
                      <a:pt x="703" y="541"/>
                      <a:pt x="702" y="541"/>
                    </a:cubicBezTo>
                    <a:lnTo>
                      <a:pt x="702" y="541"/>
                    </a:lnTo>
                    <a:cubicBezTo>
                      <a:pt x="701" y="541"/>
                      <a:pt x="699" y="544"/>
                      <a:pt x="694" y="552"/>
                    </a:cubicBezTo>
                    <a:cubicBezTo>
                      <a:pt x="686" y="578"/>
                      <a:pt x="694" y="578"/>
                      <a:pt x="686" y="586"/>
                    </a:cubicBezTo>
                    <a:cubicBezTo>
                      <a:pt x="670" y="594"/>
                      <a:pt x="652" y="594"/>
                      <a:pt x="652" y="594"/>
                    </a:cubicBezTo>
                    <a:cubicBezTo>
                      <a:pt x="647" y="594"/>
                      <a:pt x="641" y="590"/>
                      <a:pt x="636" y="590"/>
                    </a:cubicBezTo>
                    <a:cubicBezTo>
                      <a:pt x="633" y="590"/>
                      <a:pt x="630" y="591"/>
                      <a:pt x="628" y="594"/>
                    </a:cubicBezTo>
                    <a:cubicBezTo>
                      <a:pt x="620" y="610"/>
                      <a:pt x="610" y="602"/>
                      <a:pt x="602" y="610"/>
                    </a:cubicBezTo>
                    <a:cubicBezTo>
                      <a:pt x="594" y="628"/>
                      <a:pt x="586" y="636"/>
                      <a:pt x="578" y="636"/>
                    </a:cubicBezTo>
                    <a:cubicBezTo>
                      <a:pt x="578" y="636"/>
                      <a:pt x="570" y="632"/>
                      <a:pt x="562" y="632"/>
                    </a:cubicBezTo>
                    <a:cubicBezTo>
                      <a:pt x="558" y="632"/>
                      <a:pt x="554" y="633"/>
                      <a:pt x="552" y="636"/>
                    </a:cubicBezTo>
                    <a:lnTo>
                      <a:pt x="520" y="636"/>
                    </a:lnTo>
                    <a:cubicBezTo>
                      <a:pt x="510" y="644"/>
                      <a:pt x="493" y="644"/>
                      <a:pt x="485" y="652"/>
                    </a:cubicBezTo>
                    <a:lnTo>
                      <a:pt x="477" y="652"/>
                    </a:lnTo>
                    <a:cubicBezTo>
                      <a:pt x="459" y="652"/>
                      <a:pt x="451" y="644"/>
                      <a:pt x="451" y="644"/>
                    </a:cubicBezTo>
                    <a:cubicBezTo>
                      <a:pt x="443" y="652"/>
                      <a:pt x="435" y="652"/>
                      <a:pt x="427" y="660"/>
                    </a:cubicBezTo>
                    <a:cubicBezTo>
                      <a:pt x="419" y="678"/>
                      <a:pt x="419" y="660"/>
                      <a:pt x="419" y="694"/>
                    </a:cubicBezTo>
                    <a:cubicBezTo>
                      <a:pt x="419" y="720"/>
                      <a:pt x="409" y="744"/>
                      <a:pt x="435" y="760"/>
                    </a:cubicBezTo>
                    <a:cubicBezTo>
                      <a:pt x="443" y="765"/>
                      <a:pt x="449" y="768"/>
                      <a:pt x="456" y="768"/>
                    </a:cubicBezTo>
                    <a:cubicBezTo>
                      <a:pt x="462" y="768"/>
                      <a:pt x="468" y="765"/>
                      <a:pt x="477" y="760"/>
                    </a:cubicBezTo>
                    <a:cubicBezTo>
                      <a:pt x="485" y="752"/>
                      <a:pt x="501" y="744"/>
                      <a:pt x="501" y="744"/>
                    </a:cubicBezTo>
                    <a:cubicBezTo>
                      <a:pt x="510" y="736"/>
                      <a:pt x="528" y="736"/>
                      <a:pt x="536" y="736"/>
                    </a:cubicBezTo>
                    <a:lnTo>
                      <a:pt x="578" y="736"/>
                    </a:lnTo>
                    <a:cubicBezTo>
                      <a:pt x="578" y="736"/>
                      <a:pt x="594" y="728"/>
                      <a:pt x="602" y="728"/>
                    </a:cubicBezTo>
                    <a:lnTo>
                      <a:pt x="628" y="728"/>
                    </a:lnTo>
                    <a:lnTo>
                      <a:pt x="636" y="720"/>
                    </a:lnTo>
                    <a:cubicBezTo>
                      <a:pt x="652" y="710"/>
                      <a:pt x="652" y="710"/>
                      <a:pt x="660" y="710"/>
                    </a:cubicBezTo>
                    <a:cubicBezTo>
                      <a:pt x="670" y="710"/>
                      <a:pt x="686" y="702"/>
                      <a:pt x="686" y="702"/>
                    </a:cubicBezTo>
                    <a:cubicBezTo>
                      <a:pt x="689" y="705"/>
                      <a:pt x="690" y="706"/>
                      <a:pt x="692" y="706"/>
                    </a:cubicBezTo>
                    <a:cubicBezTo>
                      <a:pt x="695" y="706"/>
                      <a:pt x="697" y="702"/>
                      <a:pt x="702" y="702"/>
                    </a:cubicBezTo>
                    <a:cubicBezTo>
                      <a:pt x="710" y="710"/>
                      <a:pt x="710" y="710"/>
                      <a:pt x="720" y="710"/>
                    </a:cubicBezTo>
                    <a:cubicBezTo>
                      <a:pt x="720" y="710"/>
                      <a:pt x="728" y="710"/>
                      <a:pt x="736" y="702"/>
                    </a:cubicBezTo>
                    <a:cubicBezTo>
                      <a:pt x="741" y="702"/>
                      <a:pt x="747" y="699"/>
                      <a:pt x="752" y="699"/>
                    </a:cubicBezTo>
                    <a:cubicBezTo>
                      <a:pt x="755" y="699"/>
                      <a:pt x="758" y="700"/>
                      <a:pt x="760" y="702"/>
                    </a:cubicBezTo>
                    <a:lnTo>
                      <a:pt x="802" y="702"/>
                    </a:lnTo>
                    <a:cubicBezTo>
                      <a:pt x="802" y="702"/>
                      <a:pt x="821" y="685"/>
                      <a:pt x="827" y="685"/>
                    </a:cubicBezTo>
                    <a:cubicBezTo>
                      <a:pt x="828" y="685"/>
                      <a:pt x="828" y="685"/>
                      <a:pt x="828" y="686"/>
                    </a:cubicBezTo>
                    <a:cubicBezTo>
                      <a:pt x="828" y="702"/>
                      <a:pt x="802" y="710"/>
                      <a:pt x="802" y="710"/>
                    </a:cubicBezTo>
                    <a:cubicBezTo>
                      <a:pt x="802" y="710"/>
                      <a:pt x="806" y="707"/>
                      <a:pt x="801" y="707"/>
                    </a:cubicBezTo>
                    <a:cubicBezTo>
                      <a:pt x="799" y="707"/>
                      <a:pt x="794" y="708"/>
                      <a:pt x="786" y="710"/>
                    </a:cubicBezTo>
                    <a:cubicBezTo>
                      <a:pt x="760" y="710"/>
                      <a:pt x="760" y="710"/>
                      <a:pt x="744" y="720"/>
                    </a:cubicBezTo>
                    <a:cubicBezTo>
                      <a:pt x="743" y="722"/>
                      <a:pt x="741" y="722"/>
                      <a:pt x="740" y="722"/>
                    </a:cubicBezTo>
                    <a:cubicBezTo>
                      <a:pt x="738" y="722"/>
                      <a:pt x="736" y="720"/>
                      <a:pt x="734" y="720"/>
                    </a:cubicBezTo>
                    <a:cubicBezTo>
                      <a:pt x="733" y="720"/>
                      <a:pt x="731" y="722"/>
                      <a:pt x="728" y="728"/>
                    </a:cubicBezTo>
                    <a:cubicBezTo>
                      <a:pt x="710" y="736"/>
                      <a:pt x="736" y="736"/>
                      <a:pt x="694" y="736"/>
                    </a:cubicBezTo>
                    <a:cubicBezTo>
                      <a:pt x="660" y="736"/>
                      <a:pt x="660" y="736"/>
                      <a:pt x="644" y="744"/>
                    </a:cubicBezTo>
                    <a:cubicBezTo>
                      <a:pt x="628" y="744"/>
                      <a:pt x="620" y="744"/>
                      <a:pt x="610" y="752"/>
                    </a:cubicBezTo>
                    <a:cubicBezTo>
                      <a:pt x="602" y="760"/>
                      <a:pt x="594" y="760"/>
                      <a:pt x="602" y="778"/>
                    </a:cubicBezTo>
                    <a:cubicBezTo>
                      <a:pt x="602" y="786"/>
                      <a:pt x="602" y="786"/>
                      <a:pt x="610" y="794"/>
                    </a:cubicBezTo>
                    <a:lnTo>
                      <a:pt x="620" y="803"/>
                    </a:lnTo>
                    <a:cubicBezTo>
                      <a:pt x="620" y="803"/>
                      <a:pt x="586" y="803"/>
                      <a:pt x="586" y="811"/>
                    </a:cubicBezTo>
                    <a:lnTo>
                      <a:pt x="560" y="811"/>
                    </a:lnTo>
                    <a:cubicBezTo>
                      <a:pt x="552" y="811"/>
                      <a:pt x="552" y="794"/>
                      <a:pt x="544" y="794"/>
                    </a:cubicBezTo>
                    <a:cubicBezTo>
                      <a:pt x="538" y="794"/>
                      <a:pt x="536" y="791"/>
                      <a:pt x="531" y="791"/>
                    </a:cubicBezTo>
                    <a:cubicBezTo>
                      <a:pt x="528" y="791"/>
                      <a:pt x="525" y="792"/>
                      <a:pt x="520" y="794"/>
                    </a:cubicBezTo>
                    <a:cubicBezTo>
                      <a:pt x="520" y="789"/>
                      <a:pt x="515" y="783"/>
                      <a:pt x="509" y="783"/>
                    </a:cubicBezTo>
                    <a:cubicBezTo>
                      <a:pt x="506" y="783"/>
                      <a:pt x="504" y="784"/>
                      <a:pt x="501" y="786"/>
                    </a:cubicBezTo>
                    <a:lnTo>
                      <a:pt x="477" y="803"/>
                    </a:lnTo>
                    <a:cubicBezTo>
                      <a:pt x="469" y="811"/>
                      <a:pt x="469" y="803"/>
                      <a:pt x="459" y="821"/>
                    </a:cubicBezTo>
                    <a:cubicBezTo>
                      <a:pt x="451" y="829"/>
                      <a:pt x="451" y="829"/>
                      <a:pt x="451" y="845"/>
                    </a:cubicBezTo>
                    <a:cubicBezTo>
                      <a:pt x="451" y="853"/>
                      <a:pt x="451" y="861"/>
                      <a:pt x="459" y="871"/>
                    </a:cubicBezTo>
                    <a:cubicBezTo>
                      <a:pt x="464" y="875"/>
                      <a:pt x="469" y="875"/>
                      <a:pt x="474" y="875"/>
                    </a:cubicBezTo>
                    <a:cubicBezTo>
                      <a:pt x="479" y="875"/>
                      <a:pt x="485" y="875"/>
                      <a:pt x="493" y="879"/>
                    </a:cubicBezTo>
                    <a:cubicBezTo>
                      <a:pt x="501" y="887"/>
                      <a:pt x="510" y="887"/>
                      <a:pt x="520" y="895"/>
                    </a:cubicBezTo>
                    <a:cubicBezTo>
                      <a:pt x="528" y="903"/>
                      <a:pt x="536" y="911"/>
                      <a:pt x="544" y="911"/>
                    </a:cubicBezTo>
                    <a:lnTo>
                      <a:pt x="586" y="911"/>
                    </a:lnTo>
                    <a:cubicBezTo>
                      <a:pt x="602" y="921"/>
                      <a:pt x="602" y="921"/>
                      <a:pt x="610" y="929"/>
                    </a:cubicBezTo>
                    <a:cubicBezTo>
                      <a:pt x="613" y="932"/>
                      <a:pt x="615" y="932"/>
                      <a:pt x="617" y="932"/>
                    </a:cubicBezTo>
                    <a:cubicBezTo>
                      <a:pt x="621" y="932"/>
                      <a:pt x="622" y="929"/>
                      <a:pt x="628" y="929"/>
                    </a:cubicBezTo>
                    <a:cubicBezTo>
                      <a:pt x="628" y="937"/>
                      <a:pt x="636" y="945"/>
                      <a:pt x="652" y="945"/>
                    </a:cubicBezTo>
                    <a:lnTo>
                      <a:pt x="686" y="945"/>
                    </a:lnTo>
                    <a:cubicBezTo>
                      <a:pt x="694" y="945"/>
                      <a:pt x="702" y="937"/>
                      <a:pt x="702" y="937"/>
                    </a:cubicBezTo>
                    <a:lnTo>
                      <a:pt x="728" y="937"/>
                    </a:lnTo>
                    <a:lnTo>
                      <a:pt x="744" y="929"/>
                    </a:lnTo>
                    <a:lnTo>
                      <a:pt x="794" y="929"/>
                    </a:lnTo>
                    <a:cubicBezTo>
                      <a:pt x="794" y="929"/>
                      <a:pt x="810" y="929"/>
                      <a:pt x="802" y="937"/>
                    </a:cubicBezTo>
                    <a:cubicBezTo>
                      <a:pt x="802" y="945"/>
                      <a:pt x="786" y="953"/>
                      <a:pt x="778" y="953"/>
                    </a:cubicBezTo>
                    <a:lnTo>
                      <a:pt x="744" y="953"/>
                    </a:lnTo>
                    <a:cubicBezTo>
                      <a:pt x="744" y="953"/>
                      <a:pt x="720" y="953"/>
                      <a:pt x="710" y="961"/>
                    </a:cubicBezTo>
                    <a:cubicBezTo>
                      <a:pt x="705" y="961"/>
                      <a:pt x="703" y="957"/>
                      <a:pt x="702" y="957"/>
                    </a:cubicBezTo>
                    <a:cubicBezTo>
                      <a:pt x="702" y="957"/>
                      <a:pt x="702" y="958"/>
                      <a:pt x="702" y="961"/>
                    </a:cubicBezTo>
                    <a:cubicBezTo>
                      <a:pt x="694" y="971"/>
                      <a:pt x="686" y="979"/>
                      <a:pt x="694" y="987"/>
                    </a:cubicBezTo>
                    <a:cubicBezTo>
                      <a:pt x="702" y="987"/>
                      <a:pt x="710" y="995"/>
                      <a:pt x="720" y="1003"/>
                    </a:cubicBezTo>
                    <a:lnTo>
                      <a:pt x="736" y="1003"/>
                    </a:lnTo>
                    <a:cubicBezTo>
                      <a:pt x="741" y="1003"/>
                      <a:pt x="750" y="999"/>
                      <a:pt x="756" y="999"/>
                    </a:cubicBezTo>
                    <a:cubicBezTo>
                      <a:pt x="758" y="999"/>
                      <a:pt x="760" y="1000"/>
                      <a:pt x="760" y="1003"/>
                    </a:cubicBezTo>
                    <a:cubicBezTo>
                      <a:pt x="763" y="1005"/>
                      <a:pt x="764" y="1006"/>
                      <a:pt x="765" y="1006"/>
                    </a:cubicBezTo>
                    <a:cubicBezTo>
                      <a:pt x="765" y="1006"/>
                      <a:pt x="766" y="1005"/>
                      <a:pt x="766" y="1005"/>
                    </a:cubicBezTo>
                    <a:cubicBezTo>
                      <a:pt x="767" y="1005"/>
                      <a:pt x="769" y="1007"/>
                      <a:pt x="778" y="1021"/>
                    </a:cubicBezTo>
                    <a:cubicBezTo>
                      <a:pt x="794" y="1037"/>
                      <a:pt x="802" y="1029"/>
                      <a:pt x="810" y="1037"/>
                    </a:cubicBezTo>
                    <a:cubicBezTo>
                      <a:pt x="820" y="1045"/>
                      <a:pt x="810" y="1053"/>
                      <a:pt x="820" y="1061"/>
                    </a:cubicBezTo>
                    <a:cubicBezTo>
                      <a:pt x="828" y="1071"/>
                      <a:pt x="828" y="1071"/>
                      <a:pt x="836" y="1071"/>
                    </a:cubicBezTo>
                    <a:lnTo>
                      <a:pt x="887" y="1071"/>
                    </a:lnTo>
                    <a:cubicBezTo>
                      <a:pt x="895" y="1071"/>
                      <a:pt x="903" y="1071"/>
                      <a:pt x="911" y="1061"/>
                    </a:cubicBezTo>
                    <a:cubicBezTo>
                      <a:pt x="921" y="1053"/>
                      <a:pt x="929" y="1053"/>
                      <a:pt x="937" y="1045"/>
                    </a:cubicBezTo>
                    <a:lnTo>
                      <a:pt x="937" y="1021"/>
                    </a:lnTo>
                    <a:cubicBezTo>
                      <a:pt x="934" y="1015"/>
                      <a:pt x="930" y="1014"/>
                      <a:pt x="927" y="1014"/>
                    </a:cubicBezTo>
                    <a:cubicBezTo>
                      <a:pt x="925" y="1014"/>
                      <a:pt x="924" y="1014"/>
                      <a:pt x="923" y="1014"/>
                    </a:cubicBezTo>
                    <a:cubicBezTo>
                      <a:pt x="920" y="1014"/>
                      <a:pt x="920" y="1012"/>
                      <a:pt x="929" y="995"/>
                    </a:cubicBezTo>
                    <a:cubicBezTo>
                      <a:pt x="937" y="961"/>
                      <a:pt x="937" y="961"/>
                      <a:pt x="945" y="945"/>
                    </a:cubicBezTo>
                    <a:cubicBezTo>
                      <a:pt x="953" y="921"/>
                      <a:pt x="971" y="903"/>
                      <a:pt x="979" y="895"/>
                    </a:cubicBezTo>
                    <a:cubicBezTo>
                      <a:pt x="979" y="887"/>
                      <a:pt x="987" y="879"/>
                      <a:pt x="987" y="871"/>
                    </a:cubicBezTo>
                    <a:cubicBezTo>
                      <a:pt x="987" y="861"/>
                      <a:pt x="995" y="845"/>
                      <a:pt x="995" y="837"/>
                    </a:cubicBezTo>
                    <a:cubicBezTo>
                      <a:pt x="995" y="821"/>
                      <a:pt x="1003" y="811"/>
                      <a:pt x="1003" y="803"/>
                    </a:cubicBezTo>
                    <a:cubicBezTo>
                      <a:pt x="1011" y="794"/>
                      <a:pt x="1021" y="786"/>
                      <a:pt x="1021" y="786"/>
                    </a:cubicBezTo>
                    <a:cubicBezTo>
                      <a:pt x="1029" y="786"/>
                      <a:pt x="1021" y="786"/>
                      <a:pt x="1037" y="778"/>
                    </a:cubicBezTo>
                    <a:cubicBezTo>
                      <a:pt x="1045" y="778"/>
                      <a:pt x="1061" y="770"/>
                      <a:pt x="1061" y="770"/>
                    </a:cubicBezTo>
                    <a:cubicBezTo>
                      <a:pt x="1071" y="770"/>
                      <a:pt x="1079" y="770"/>
                      <a:pt x="1087" y="760"/>
                    </a:cubicBezTo>
                    <a:cubicBezTo>
                      <a:pt x="1087" y="752"/>
                      <a:pt x="1095" y="744"/>
                      <a:pt x="1095" y="736"/>
                    </a:cubicBezTo>
                    <a:cubicBezTo>
                      <a:pt x="1095" y="728"/>
                      <a:pt x="1111" y="720"/>
                      <a:pt x="1103" y="710"/>
                    </a:cubicBezTo>
                    <a:lnTo>
                      <a:pt x="1103" y="686"/>
                    </a:lnTo>
                    <a:cubicBezTo>
                      <a:pt x="1103" y="678"/>
                      <a:pt x="1095" y="670"/>
                      <a:pt x="1095" y="660"/>
                    </a:cubicBezTo>
                    <a:cubicBezTo>
                      <a:pt x="1103" y="652"/>
                      <a:pt x="1087" y="660"/>
                      <a:pt x="1103" y="644"/>
                    </a:cubicBezTo>
                    <a:cubicBezTo>
                      <a:pt x="1111" y="620"/>
                      <a:pt x="1071" y="636"/>
                      <a:pt x="1111" y="620"/>
                    </a:cubicBezTo>
                    <a:cubicBezTo>
                      <a:pt x="1145" y="602"/>
                      <a:pt x="1153" y="602"/>
                      <a:pt x="1153" y="594"/>
                    </a:cubicBezTo>
                    <a:cubicBezTo>
                      <a:pt x="1161" y="594"/>
                      <a:pt x="1171" y="570"/>
                      <a:pt x="1171" y="570"/>
                    </a:cubicBezTo>
                    <a:cubicBezTo>
                      <a:pt x="1161" y="560"/>
                      <a:pt x="1171" y="536"/>
                      <a:pt x="1171" y="520"/>
                    </a:cubicBezTo>
                    <a:cubicBezTo>
                      <a:pt x="1171" y="510"/>
                      <a:pt x="1161" y="502"/>
                      <a:pt x="1171" y="494"/>
                    </a:cubicBezTo>
                    <a:cubicBezTo>
                      <a:pt x="1171" y="478"/>
                      <a:pt x="1161" y="486"/>
                      <a:pt x="1187" y="478"/>
                    </a:cubicBezTo>
                    <a:cubicBezTo>
                      <a:pt x="1221" y="470"/>
                      <a:pt x="1221" y="470"/>
                      <a:pt x="1229" y="460"/>
                    </a:cubicBezTo>
                    <a:cubicBezTo>
                      <a:pt x="1229" y="452"/>
                      <a:pt x="1237" y="452"/>
                      <a:pt x="1245" y="444"/>
                    </a:cubicBezTo>
                    <a:cubicBezTo>
                      <a:pt x="1245" y="444"/>
                      <a:pt x="1245" y="436"/>
                      <a:pt x="1254" y="436"/>
                    </a:cubicBezTo>
                    <a:cubicBezTo>
                      <a:pt x="1262" y="436"/>
                      <a:pt x="1262" y="436"/>
                      <a:pt x="1280" y="427"/>
                    </a:cubicBezTo>
                    <a:cubicBezTo>
                      <a:pt x="1288" y="427"/>
                      <a:pt x="1330" y="419"/>
                      <a:pt x="1338" y="419"/>
                    </a:cubicBezTo>
                    <a:cubicBezTo>
                      <a:pt x="1346" y="409"/>
                      <a:pt x="1362" y="409"/>
                      <a:pt x="1362" y="409"/>
                    </a:cubicBezTo>
                    <a:cubicBezTo>
                      <a:pt x="1372" y="401"/>
                      <a:pt x="1380" y="393"/>
                      <a:pt x="1388" y="393"/>
                    </a:cubicBezTo>
                    <a:lnTo>
                      <a:pt x="1404" y="393"/>
                    </a:lnTo>
                    <a:cubicBezTo>
                      <a:pt x="1412" y="393"/>
                      <a:pt x="1404" y="393"/>
                      <a:pt x="1422" y="385"/>
                    </a:cubicBezTo>
                    <a:cubicBezTo>
                      <a:pt x="1438" y="385"/>
                      <a:pt x="1454" y="377"/>
                      <a:pt x="1462" y="377"/>
                    </a:cubicBezTo>
                    <a:cubicBezTo>
                      <a:pt x="1469" y="377"/>
                      <a:pt x="1471" y="384"/>
                      <a:pt x="1474" y="384"/>
                    </a:cubicBezTo>
                    <a:cubicBezTo>
                      <a:pt x="1476" y="384"/>
                      <a:pt x="1477" y="383"/>
                      <a:pt x="1480" y="377"/>
                    </a:cubicBezTo>
                    <a:cubicBezTo>
                      <a:pt x="1496" y="351"/>
                      <a:pt x="1496" y="351"/>
                      <a:pt x="1488" y="343"/>
                    </a:cubicBezTo>
                    <a:cubicBezTo>
                      <a:pt x="1488" y="337"/>
                      <a:pt x="1483" y="325"/>
                      <a:pt x="1477" y="325"/>
                    </a:cubicBezTo>
                    <a:cubicBezTo>
                      <a:pt x="1475" y="325"/>
                      <a:pt x="1474" y="326"/>
                      <a:pt x="1472" y="327"/>
                    </a:cubicBezTo>
                    <a:cubicBezTo>
                      <a:pt x="1462" y="327"/>
                      <a:pt x="1472" y="319"/>
                      <a:pt x="1454" y="319"/>
                    </a:cubicBezTo>
                    <a:lnTo>
                      <a:pt x="1404" y="319"/>
                    </a:lnTo>
                    <a:cubicBezTo>
                      <a:pt x="1380" y="319"/>
                      <a:pt x="1372" y="319"/>
                      <a:pt x="1362" y="309"/>
                    </a:cubicBezTo>
                    <a:lnTo>
                      <a:pt x="1346" y="301"/>
                    </a:lnTo>
                    <a:cubicBezTo>
                      <a:pt x="1346" y="301"/>
                      <a:pt x="1354" y="285"/>
                      <a:pt x="1346" y="285"/>
                    </a:cubicBezTo>
                    <a:cubicBezTo>
                      <a:pt x="1346" y="277"/>
                      <a:pt x="1354" y="277"/>
                      <a:pt x="1338" y="269"/>
                    </a:cubicBezTo>
                    <a:cubicBezTo>
                      <a:pt x="1332" y="262"/>
                      <a:pt x="1334" y="256"/>
                      <a:pt x="1330" y="256"/>
                    </a:cubicBezTo>
                    <a:cubicBezTo>
                      <a:pt x="1329" y="256"/>
                      <a:pt x="1326" y="257"/>
                      <a:pt x="1322" y="259"/>
                    </a:cubicBezTo>
                    <a:cubicBezTo>
                      <a:pt x="1296" y="269"/>
                      <a:pt x="1304" y="269"/>
                      <a:pt x="1296" y="277"/>
                    </a:cubicBezTo>
                    <a:cubicBezTo>
                      <a:pt x="1288" y="285"/>
                      <a:pt x="1280" y="285"/>
                      <a:pt x="1272" y="285"/>
                    </a:cubicBezTo>
                    <a:cubicBezTo>
                      <a:pt x="1262" y="285"/>
                      <a:pt x="1262" y="277"/>
                      <a:pt x="1254" y="269"/>
                    </a:cubicBezTo>
                    <a:cubicBezTo>
                      <a:pt x="1245" y="269"/>
                      <a:pt x="1245" y="259"/>
                      <a:pt x="1237" y="259"/>
                    </a:cubicBezTo>
                    <a:cubicBezTo>
                      <a:pt x="1229" y="259"/>
                      <a:pt x="1237" y="251"/>
                      <a:pt x="1229" y="251"/>
                    </a:cubicBezTo>
                    <a:cubicBezTo>
                      <a:pt x="1221" y="251"/>
                      <a:pt x="1229" y="243"/>
                      <a:pt x="1211" y="243"/>
                    </a:cubicBezTo>
                    <a:cubicBezTo>
                      <a:pt x="1199" y="243"/>
                      <a:pt x="1195" y="241"/>
                      <a:pt x="1192" y="241"/>
                    </a:cubicBezTo>
                    <a:cubicBezTo>
                      <a:pt x="1189" y="241"/>
                      <a:pt x="1187" y="243"/>
                      <a:pt x="1179" y="251"/>
                    </a:cubicBezTo>
                    <a:cubicBezTo>
                      <a:pt x="1153" y="259"/>
                      <a:pt x="1153" y="259"/>
                      <a:pt x="1145" y="259"/>
                    </a:cubicBezTo>
                    <a:lnTo>
                      <a:pt x="1121" y="259"/>
                    </a:lnTo>
                    <a:cubicBezTo>
                      <a:pt x="1111" y="259"/>
                      <a:pt x="1121" y="251"/>
                      <a:pt x="1111" y="243"/>
                    </a:cubicBezTo>
                    <a:cubicBezTo>
                      <a:pt x="1103" y="243"/>
                      <a:pt x="1095" y="243"/>
                      <a:pt x="1103" y="227"/>
                    </a:cubicBezTo>
                    <a:lnTo>
                      <a:pt x="1103" y="209"/>
                    </a:lnTo>
                    <a:lnTo>
                      <a:pt x="1103" y="185"/>
                    </a:lnTo>
                    <a:lnTo>
                      <a:pt x="1103" y="169"/>
                    </a:lnTo>
                    <a:cubicBezTo>
                      <a:pt x="1103" y="159"/>
                      <a:pt x="1103" y="151"/>
                      <a:pt x="1087" y="151"/>
                    </a:cubicBezTo>
                    <a:cubicBezTo>
                      <a:pt x="1079" y="151"/>
                      <a:pt x="1071" y="135"/>
                      <a:pt x="1071" y="135"/>
                    </a:cubicBezTo>
                    <a:cubicBezTo>
                      <a:pt x="1061" y="135"/>
                      <a:pt x="1053" y="127"/>
                      <a:pt x="1037" y="127"/>
                    </a:cubicBezTo>
                    <a:cubicBezTo>
                      <a:pt x="1032" y="127"/>
                      <a:pt x="1033" y="123"/>
                      <a:pt x="1030" y="123"/>
                    </a:cubicBezTo>
                    <a:cubicBezTo>
                      <a:pt x="1029" y="123"/>
                      <a:pt x="1026" y="124"/>
                      <a:pt x="1021" y="127"/>
                    </a:cubicBezTo>
                    <a:cubicBezTo>
                      <a:pt x="1003" y="135"/>
                      <a:pt x="1003" y="135"/>
                      <a:pt x="995" y="143"/>
                    </a:cubicBezTo>
                    <a:cubicBezTo>
                      <a:pt x="987" y="159"/>
                      <a:pt x="987" y="169"/>
                      <a:pt x="987" y="177"/>
                    </a:cubicBezTo>
                    <a:cubicBezTo>
                      <a:pt x="987" y="185"/>
                      <a:pt x="995" y="185"/>
                      <a:pt x="987" y="193"/>
                    </a:cubicBezTo>
                    <a:cubicBezTo>
                      <a:pt x="980" y="196"/>
                      <a:pt x="975" y="198"/>
                      <a:pt x="970" y="198"/>
                    </a:cubicBezTo>
                    <a:cubicBezTo>
                      <a:pt x="963" y="198"/>
                      <a:pt x="957" y="194"/>
                      <a:pt x="953" y="185"/>
                    </a:cubicBezTo>
                    <a:lnTo>
                      <a:pt x="953" y="159"/>
                    </a:lnTo>
                    <a:cubicBezTo>
                      <a:pt x="953" y="151"/>
                      <a:pt x="961" y="143"/>
                      <a:pt x="961" y="135"/>
                    </a:cubicBezTo>
                    <a:cubicBezTo>
                      <a:pt x="971" y="127"/>
                      <a:pt x="979" y="119"/>
                      <a:pt x="971" y="109"/>
                    </a:cubicBezTo>
                    <a:cubicBezTo>
                      <a:pt x="971" y="109"/>
                      <a:pt x="979" y="93"/>
                      <a:pt x="971" y="85"/>
                    </a:cubicBezTo>
                    <a:cubicBezTo>
                      <a:pt x="953" y="77"/>
                      <a:pt x="903" y="42"/>
                      <a:pt x="895" y="34"/>
                    </a:cubicBezTo>
                    <a:cubicBezTo>
                      <a:pt x="887" y="26"/>
                      <a:pt x="844" y="18"/>
                      <a:pt x="836" y="18"/>
                    </a:cubicBezTo>
                    <a:cubicBezTo>
                      <a:pt x="836" y="18"/>
                      <a:pt x="820" y="18"/>
                      <a:pt x="802" y="26"/>
                    </a:cubicBezTo>
                    <a:cubicBezTo>
                      <a:pt x="786" y="26"/>
                      <a:pt x="770" y="34"/>
                      <a:pt x="770" y="34"/>
                    </a:cubicBezTo>
                    <a:cubicBezTo>
                      <a:pt x="770" y="34"/>
                      <a:pt x="770" y="18"/>
                      <a:pt x="752" y="18"/>
                    </a:cubicBezTo>
                    <a:cubicBezTo>
                      <a:pt x="744" y="18"/>
                      <a:pt x="744" y="0"/>
                      <a:pt x="7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112">
                <a:extLst>
                  <a:ext uri="{FF2B5EF4-FFF2-40B4-BE49-F238E27FC236}">
                    <a16:creationId xmlns:a16="http://schemas.microsoft.com/office/drawing/2014/main" id="{62B4341A-70B3-4EE1-870E-5C0F34FC02FB}"/>
                  </a:ext>
                </a:extLst>
              </p:cNvPr>
              <p:cNvSpPr/>
              <p:nvPr/>
            </p:nvSpPr>
            <p:spPr>
              <a:xfrm>
                <a:off x="8492240" y="2658084"/>
                <a:ext cx="242247" cy="78707"/>
              </a:xfrm>
              <a:custGeom>
                <a:avLst/>
                <a:gdLst/>
                <a:ahLst/>
                <a:cxnLst/>
                <a:rect l="l" t="t" r="r" b="b"/>
                <a:pathLst>
                  <a:path w="1305" h="424" extrusionOk="0">
                    <a:moveTo>
                      <a:pt x="706" y="1"/>
                    </a:moveTo>
                    <a:cubicBezTo>
                      <a:pt x="703" y="1"/>
                      <a:pt x="699" y="1"/>
                      <a:pt x="695" y="3"/>
                    </a:cubicBezTo>
                    <a:cubicBezTo>
                      <a:pt x="676" y="19"/>
                      <a:pt x="652" y="11"/>
                      <a:pt x="644" y="37"/>
                    </a:cubicBezTo>
                    <a:cubicBezTo>
                      <a:pt x="636" y="61"/>
                      <a:pt x="644" y="61"/>
                      <a:pt x="636" y="87"/>
                    </a:cubicBezTo>
                    <a:cubicBezTo>
                      <a:pt x="626" y="111"/>
                      <a:pt x="618" y="95"/>
                      <a:pt x="618" y="119"/>
                    </a:cubicBezTo>
                    <a:cubicBezTo>
                      <a:pt x="618" y="137"/>
                      <a:pt x="626" y="153"/>
                      <a:pt x="618" y="161"/>
                    </a:cubicBezTo>
                    <a:cubicBezTo>
                      <a:pt x="602" y="161"/>
                      <a:pt x="586" y="145"/>
                      <a:pt x="586" y="137"/>
                    </a:cubicBezTo>
                    <a:cubicBezTo>
                      <a:pt x="576" y="137"/>
                      <a:pt x="552" y="119"/>
                      <a:pt x="544" y="119"/>
                    </a:cubicBezTo>
                    <a:cubicBezTo>
                      <a:pt x="536" y="119"/>
                      <a:pt x="544" y="111"/>
                      <a:pt x="536" y="103"/>
                    </a:cubicBezTo>
                    <a:cubicBezTo>
                      <a:pt x="536" y="87"/>
                      <a:pt x="526" y="87"/>
                      <a:pt x="518" y="87"/>
                    </a:cubicBezTo>
                    <a:cubicBezTo>
                      <a:pt x="508" y="81"/>
                      <a:pt x="505" y="73"/>
                      <a:pt x="497" y="73"/>
                    </a:cubicBezTo>
                    <a:cubicBezTo>
                      <a:pt x="493" y="73"/>
                      <a:pt x="486" y="77"/>
                      <a:pt x="476" y="87"/>
                    </a:cubicBezTo>
                    <a:cubicBezTo>
                      <a:pt x="460" y="111"/>
                      <a:pt x="468" y="103"/>
                      <a:pt x="460" y="111"/>
                    </a:cubicBezTo>
                    <a:cubicBezTo>
                      <a:pt x="444" y="111"/>
                      <a:pt x="444" y="103"/>
                      <a:pt x="418" y="103"/>
                    </a:cubicBezTo>
                    <a:cubicBezTo>
                      <a:pt x="402" y="103"/>
                      <a:pt x="386" y="69"/>
                      <a:pt x="368" y="69"/>
                    </a:cubicBezTo>
                    <a:cubicBezTo>
                      <a:pt x="352" y="69"/>
                      <a:pt x="336" y="61"/>
                      <a:pt x="326" y="61"/>
                    </a:cubicBezTo>
                    <a:cubicBezTo>
                      <a:pt x="318" y="61"/>
                      <a:pt x="309" y="53"/>
                      <a:pt x="293" y="53"/>
                    </a:cubicBezTo>
                    <a:cubicBezTo>
                      <a:pt x="288" y="53"/>
                      <a:pt x="275" y="46"/>
                      <a:pt x="264" y="46"/>
                    </a:cubicBezTo>
                    <a:cubicBezTo>
                      <a:pt x="259" y="46"/>
                      <a:pt x="254" y="48"/>
                      <a:pt x="251" y="53"/>
                    </a:cubicBezTo>
                    <a:cubicBezTo>
                      <a:pt x="251" y="54"/>
                      <a:pt x="250" y="54"/>
                      <a:pt x="249" y="54"/>
                    </a:cubicBezTo>
                    <a:cubicBezTo>
                      <a:pt x="243" y="54"/>
                      <a:pt x="237" y="32"/>
                      <a:pt x="230" y="32"/>
                    </a:cubicBezTo>
                    <a:cubicBezTo>
                      <a:pt x="229" y="32"/>
                      <a:pt x="227" y="34"/>
                      <a:pt x="225" y="37"/>
                    </a:cubicBezTo>
                    <a:cubicBezTo>
                      <a:pt x="209" y="45"/>
                      <a:pt x="185" y="45"/>
                      <a:pt x="209" y="53"/>
                    </a:cubicBezTo>
                    <a:cubicBezTo>
                      <a:pt x="235" y="61"/>
                      <a:pt x="235" y="61"/>
                      <a:pt x="243" y="77"/>
                    </a:cubicBezTo>
                    <a:cubicBezTo>
                      <a:pt x="251" y="95"/>
                      <a:pt x="259" y="87"/>
                      <a:pt x="259" y="103"/>
                    </a:cubicBezTo>
                    <a:cubicBezTo>
                      <a:pt x="251" y="119"/>
                      <a:pt x="251" y="137"/>
                      <a:pt x="243" y="137"/>
                    </a:cubicBezTo>
                    <a:cubicBezTo>
                      <a:pt x="225" y="127"/>
                      <a:pt x="243" y="111"/>
                      <a:pt x="217" y="111"/>
                    </a:cubicBezTo>
                    <a:cubicBezTo>
                      <a:pt x="193" y="111"/>
                      <a:pt x="193" y="103"/>
                      <a:pt x="175" y="103"/>
                    </a:cubicBezTo>
                    <a:cubicBezTo>
                      <a:pt x="164" y="103"/>
                      <a:pt x="161" y="91"/>
                      <a:pt x="160" y="91"/>
                    </a:cubicBezTo>
                    <a:cubicBezTo>
                      <a:pt x="159" y="91"/>
                      <a:pt x="159" y="94"/>
                      <a:pt x="159" y="103"/>
                    </a:cubicBezTo>
                    <a:cubicBezTo>
                      <a:pt x="151" y="119"/>
                      <a:pt x="167" y="111"/>
                      <a:pt x="175" y="127"/>
                    </a:cubicBezTo>
                    <a:cubicBezTo>
                      <a:pt x="185" y="137"/>
                      <a:pt x="201" y="137"/>
                      <a:pt x="201" y="145"/>
                    </a:cubicBezTo>
                    <a:cubicBezTo>
                      <a:pt x="201" y="161"/>
                      <a:pt x="193" y="169"/>
                      <a:pt x="175" y="169"/>
                    </a:cubicBezTo>
                    <a:cubicBezTo>
                      <a:pt x="159" y="161"/>
                      <a:pt x="135" y="145"/>
                      <a:pt x="135" y="145"/>
                    </a:cubicBezTo>
                    <a:cubicBezTo>
                      <a:pt x="109" y="119"/>
                      <a:pt x="101" y="103"/>
                      <a:pt x="101" y="103"/>
                    </a:cubicBezTo>
                    <a:cubicBezTo>
                      <a:pt x="83" y="98"/>
                      <a:pt x="70" y="87"/>
                      <a:pt x="61" y="87"/>
                    </a:cubicBezTo>
                    <a:cubicBezTo>
                      <a:pt x="57" y="87"/>
                      <a:pt x="53" y="89"/>
                      <a:pt x="51" y="95"/>
                    </a:cubicBezTo>
                    <a:cubicBezTo>
                      <a:pt x="35" y="111"/>
                      <a:pt x="35" y="103"/>
                      <a:pt x="35" y="119"/>
                    </a:cubicBezTo>
                    <a:cubicBezTo>
                      <a:pt x="35" y="127"/>
                      <a:pt x="51" y="145"/>
                      <a:pt x="43" y="145"/>
                    </a:cubicBezTo>
                    <a:cubicBezTo>
                      <a:pt x="30" y="149"/>
                      <a:pt x="23" y="149"/>
                      <a:pt x="20" y="149"/>
                    </a:cubicBezTo>
                    <a:cubicBezTo>
                      <a:pt x="17" y="149"/>
                      <a:pt x="17" y="149"/>
                      <a:pt x="17" y="153"/>
                    </a:cubicBezTo>
                    <a:lnTo>
                      <a:pt x="1" y="169"/>
                    </a:lnTo>
                    <a:cubicBezTo>
                      <a:pt x="1" y="169"/>
                      <a:pt x="17" y="187"/>
                      <a:pt x="35" y="187"/>
                    </a:cubicBezTo>
                    <a:cubicBezTo>
                      <a:pt x="51" y="187"/>
                      <a:pt x="51" y="195"/>
                      <a:pt x="67" y="195"/>
                    </a:cubicBezTo>
                    <a:cubicBezTo>
                      <a:pt x="76" y="191"/>
                      <a:pt x="90" y="189"/>
                      <a:pt x="103" y="189"/>
                    </a:cubicBezTo>
                    <a:cubicBezTo>
                      <a:pt x="115" y="189"/>
                      <a:pt x="125" y="191"/>
                      <a:pt x="125" y="195"/>
                    </a:cubicBezTo>
                    <a:cubicBezTo>
                      <a:pt x="117" y="195"/>
                      <a:pt x="109" y="211"/>
                      <a:pt x="85" y="219"/>
                    </a:cubicBezTo>
                    <a:cubicBezTo>
                      <a:pt x="73" y="219"/>
                      <a:pt x="55" y="216"/>
                      <a:pt x="46" y="216"/>
                    </a:cubicBezTo>
                    <a:cubicBezTo>
                      <a:pt x="42" y="216"/>
                      <a:pt x="40" y="217"/>
                      <a:pt x="43" y="219"/>
                    </a:cubicBezTo>
                    <a:cubicBezTo>
                      <a:pt x="67" y="237"/>
                      <a:pt x="75" y="245"/>
                      <a:pt x="75" y="253"/>
                    </a:cubicBezTo>
                    <a:cubicBezTo>
                      <a:pt x="85" y="261"/>
                      <a:pt x="93" y="278"/>
                      <a:pt x="93" y="278"/>
                    </a:cubicBezTo>
                    <a:cubicBezTo>
                      <a:pt x="110" y="287"/>
                      <a:pt x="125" y="289"/>
                      <a:pt x="136" y="289"/>
                    </a:cubicBezTo>
                    <a:cubicBezTo>
                      <a:pt x="145" y="289"/>
                      <a:pt x="151" y="288"/>
                      <a:pt x="151" y="288"/>
                    </a:cubicBezTo>
                    <a:cubicBezTo>
                      <a:pt x="159" y="296"/>
                      <a:pt x="167" y="304"/>
                      <a:pt x="175" y="312"/>
                    </a:cubicBezTo>
                    <a:cubicBezTo>
                      <a:pt x="175" y="320"/>
                      <a:pt x="151" y="320"/>
                      <a:pt x="175" y="320"/>
                    </a:cubicBezTo>
                    <a:cubicBezTo>
                      <a:pt x="201" y="312"/>
                      <a:pt x="217" y="312"/>
                      <a:pt x="225" y="312"/>
                    </a:cubicBezTo>
                    <a:cubicBezTo>
                      <a:pt x="235" y="312"/>
                      <a:pt x="243" y="304"/>
                      <a:pt x="259" y="304"/>
                    </a:cubicBezTo>
                    <a:cubicBezTo>
                      <a:pt x="267" y="304"/>
                      <a:pt x="301" y="296"/>
                      <a:pt x="301" y="296"/>
                    </a:cubicBezTo>
                    <a:lnTo>
                      <a:pt x="352" y="288"/>
                    </a:lnTo>
                    <a:lnTo>
                      <a:pt x="394" y="278"/>
                    </a:lnTo>
                    <a:cubicBezTo>
                      <a:pt x="394" y="278"/>
                      <a:pt x="410" y="269"/>
                      <a:pt x="418" y="269"/>
                    </a:cubicBezTo>
                    <a:cubicBezTo>
                      <a:pt x="426" y="261"/>
                      <a:pt x="460" y="253"/>
                      <a:pt x="476" y="253"/>
                    </a:cubicBezTo>
                    <a:cubicBezTo>
                      <a:pt x="486" y="245"/>
                      <a:pt x="476" y="237"/>
                      <a:pt x="502" y="237"/>
                    </a:cubicBezTo>
                    <a:cubicBezTo>
                      <a:pt x="504" y="238"/>
                      <a:pt x="506" y="239"/>
                      <a:pt x="507" y="239"/>
                    </a:cubicBezTo>
                    <a:cubicBezTo>
                      <a:pt x="517" y="239"/>
                      <a:pt x="528" y="227"/>
                      <a:pt x="541" y="227"/>
                    </a:cubicBezTo>
                    <a:cubicBezTo>
                      <a:pt x="547" y="227"/>
                      <a:pt x="553" y="230"/>
                      <a:pt x="560" y="237"/>
                    </a:cubicBezTo>
                    <a:cubicBezTo>
                      <a:pt x="580" y="262"/>
                      <a:pt x="579" y="272"/>
                      <a:pt x="563" y="272"/>
                    </a:cubicBezTo>
                    <a:cubicBezTo>
                      <a:pt x="558" y="272"/>
                      <a:pt x="552" y="271"/>
                      <a:pt x="544" y="269"/>
                    </a:cubicBezTo>
                    <a:cubicBezTo>
                      <a:pt x="527" y="269"/>
                      <a:pt x="517" y="266"/>
                      <a:pt x="511" y="266"/>
                    </a:cubicBezTo>
                    <a:cubicBezTo>
                      <a:pt x="507" y="266"/>
                      <a:pt x="505" y="267"/>
                      <a:pt x="502" y="269"/>
                    </a:cubicBezTo>
                    <a:cubicBezTo>
                      <a:pt x="486" y="278"/>
                      <a:pt x="460" y="278"/>
                      <a:pt x="452" y="288"/>
                    </a:cubicBezTo>
                    <a:cubicBezTo>
                      <a:pt x="451" y="289"/>
                      <a:pt x="450" y="289"/>
                      <a:pt x="449" y="289"/>
                    </a:cubicBezTo>
                    <a:cubicBezTo>
                      <a:pt x="445" y="289"/>
                      <a:pt x="443" y="281"/>
                      <a:pt x="437" y="281"/>
                    </a:cubicBezTo>
                    <a:cubicBezTo>
                      <a:pt x="434" y="281"/>
                      <a:pt x="431" y="283"/>
                      <a:pt x="426" y="288"/>
                    </a:cubicBezTo>
                    <a:cubicBezTo>
                      <a:pt x="414" y="296"/>
                      <a:pt x="410" y="296"/>
                      <a:pt x="408" y="296"/>
                    </a:cubicBezTo>
                    <a:cubicBezTo>
                      <a:pt x="406" y="296"/>
                      <a:pt x="406" y="296"/>
                      <a:pt x="402" y="304"/>
                    </a:cubicBezTo>
                    <a:cubicBezTo>
                      <a:pt x="402" y="320"/>
                      <a:pt x="394" y="312"/>
                      <a:pt x="376" y="320"/>
                    </a:cubicBezTo>
                    <a:cubicBezTo>
                      <a:pt x="360" y="328"/>
                      <a:pt x="344" y="328"/>
                      <a:pt x="336" y="328"/>
                    </a:cubicBezTo>
                    <a:cubicBezTo>
                      <a:pt x="327" y="333"/>
                      <a:pt x="318" y="333"/>
                      <a:pt x="311" y="333"/>
                    </a:cubicBezTo>
                    <a:cubicBezTo>
                      <a:pt x="303" y="333"/>
                      <a:pt x="297" y="333"/>
                      <a:pt x="293" y="338"/>
                    </a:cubicBezTo>
                    <a:cubicBezTo>
                      <a:pt x="290" y="339"/>
                      <a:pt x="287" y="340"/>
                      <a:pt x="285" y="340"/>
                    </a:cubicBezTo>
                    <a:cubicBezTo>
                      <a:pt x="280" y="340"/>
                      <a:pt x="277" y="337"/>
                      <a:pt x="276" y="337"/>
                    </a:cubicBezTo>
                    <a:cubicBezTo>
                      <a:pt x="275" y="337"/>
                      <a:pt x="275" y="339"/>
                      <a:pt x="275" y="346"/>
                    </a:cubicBezTo>
                    <a:cubicBezTo>
                      <a:pt x="271" y="354"/>
                      <a:pt x="274" y="356"/>
                      <a:pt x="278" y="356"/>
                    </a:cubicBezTo>
                    <a:cubicBezTo>
                      <a:pt x="283" y="356"/>
                      <a:pt x="289" y="354"/>
                      <a:pt x="293" y="354"/>
                    </a:cubicBezTo>
                    <a:cubicBezTo>
                      <a:pt x="299" y="356"/>
                      <a:pt x="304" y="357"/>
                      <a:pt x="309" y="357"/>
                    </a:cubicBezTo>
                    <a:cubicBezTo>
                      <a:pt x="320" y="357"/>
                      <a:pt x="329" y="354"/>
                      <a:pt x="336" y="354"/>
                    </a:cubicBezTo>
                    <a:cubicBezTo>
                      <a:pt x="352" y="362"/>
                      <a:pt x="368" y="370"/>
                      <a:pt x="376" y="370"/>
                    </a:cubicBezTo>
                    <a:cubicBezTo>
                      <a:pt x="386" y="378"/>
                      <a:pt x="394" y="378"/>
                      <a:pt x="410" y="378"/>
                    </a:cubicBezTo>
                    <a:lnTo>
                      <a:pt x="452" y="378"/>
                    </a:lnTo>
                    <a:cubicBezTo>
                      <a:pt x="452" y="378"/>
                      <a:pt x="460" y="396"/>
                      <a:pt x="468" y="396"/>
                    </a:cubicBezTo>
                    <a:cubicBezTo>
                      <a:pt x="476" y="396"/>
                      <a:pt x="518" y="388"/>
                      <a:pt x="518" y="388"/>
                    </a:cubicBezTo>
                    <a:lnTo>
                      <a:pt x="594" y="388"/>
                    </a:lnTo>
                    <a:cubicBezTo>
                      <a:pt x="594" y="388"/>
                      <a:pt x="626" y="378"/>
                      <a:pt x="636" y="378"/>
                    </a:cubicBezTo>
                    <a:cubicBezTo>
                      <a:pt x="642" y="378"/>
                      <a:pt x="651" y="374"/>
                      <a:pt x="658" y="374"/>
                    </a:cubicBezTo>
                    <a:cubicBezTo>
                      <a:pt x="662" y="374"/>
                      <a:pt x="666" y="375"/>
                      <a:pt x="668" y="378"/>
                    </a:cubicBezTo>
                    <a:cubicBezTo>
                      <a:pt x="668" y="378"/>
                      <a:pt x="695" y="396"/>
                      <a:pt x="703" y="396"/>
                    </a:cubicBezTo>
                    <a:cubicBezTo>
                      <a:pt x="711" y="404"/>
                      <a:pt x="719" y="404"/>
                      <a:pt x="727" y="412"/>
                    </a:cubicBezTo>
                    <a:cubicBezTo>
                      <a:pt x="734" y="418"/>
                      <a:pt x="748" y="423"/>
                      <a:pt x="758" y="423"/>
                    </a:cubicBezTo>
                    <a:cubicBezTo>
                      <a:pt x="763" y="423"/>
                      <a:pt x="766" y="422"/>
                      <a:pt x="769" y="420"/>
                    </a:cubicBezTo>
                    <a:lnTo>
                      <a:pt x="803" y="420"/>
                    </a:lnTo>
                    <a:cubicBezTo>
                      <a:pt x="803" y="420"/>
                      <a:pt x="796" y="423"/>
                      <a:pt x="808" y="423"/>
                    </a:cubicBezTo>
                    <a:cubicBezTo>
                      <a:pt x="814" y="423"/>
                      <a:pt x="826" y="423"/>
                      <a:pt x="845" y="420"/>
                    </a:cubicBezTo>
                    <a:cubicBezTo>
                      <a:pt x="895" y="412"/>
                      <a:pt x="903" y="412"/>
                      <a:pt x="911" y="404"/>
                    </a:cubicBezTo>
                    <a:cubicBezTo>
                      <a:pt x="919" y="404"/>
                      <a:pt x="937" y="396"/>
                      <a:pt x="937" y="396"/>
                    </a:cubicBezTo>
                    <a:cubicBezTo>
                      <a:pt x="937" y="396"/>
                      <a:pt x="969" y="370"/>
                      <a:pt x="977" y="370"/>
                    </a:cubicBezTo>
                    <a:lnTo>
                      <a:pt x="1019" y="354"/>
                    </a:lnTo>
                    <a:cubicBezTo>
                      <a:pt x="1062" y="354"/>
                      <a:pt x="1096" y="354"/>
                      <a:pt x="1096" y="346"/>
                    </a:cubicBezTo>
                    <a:cubicBezTo>
                      <a:pt x="1096" y="346"/>
                      <a:pt x="1128" y="320"/>
                      <a:pt x="1138" y="304"/>
                    </a:cubicBezTo>
                    <a:cubicBezTo>
                      <a:pt x="1138" y="296"/>
                      <a:pt x="1128" y="304"/>
                      <a:pt x="1146" y="278"/>
                    </a:cubicBezTo>
                    <a:cubicBezTo>
                      <a:pt x="1154" y="261"/>
                      <a:pt x="1170" y="253"/>
                      <a:pt x="1178" y="245"/>
                    </a:cubicBezTo>
                    <a:cubicBezTo>
                      <a:pt x="1188" y="245"/>
                      <a:pt x="1212" y="227"/>
                      <a:pt x="1212" y="227"/>
                    </a:cubicBezTo>
                    <a:cubicBezTo>
                      <a:pt x="1212" y="227"/>
                      <a:pt x="1238" y="211"/>
                      <a:pt x="1246" y="211"/>
                    </a:cubicBezTo>
                    <a:cubicBezTo>
                      <a:pt x="1246" y="203"/>
                      <a:pt x="1262" y="187"/>
                      <a:pt x="1270" y="187"/>
                    </a:cubicBezTo>
                    <a:cubicBezTo>
                      <a:pt x="1278" y="177"/>
                      <a:pt x="1288" y="169"/>
                      <a:pt x="1288" y="169"/>
                    </a:cubicBezTo>
                    <a:cubicBezTo>
                      <a:pt x="1288" y="169"/>
                      <a:pt x="1296" y="153"/>
                      <a:pt x="1296" y="145"/>
                    </a:cubicBezTo>
                    <a:cubicBezTo>
                      <a:pt x="1304" y="137"/>
                      <a:pt x="1296" y="119"/>
                      <a:pt x="1288" y="111"/>
                    </a:cubicBezTo>
                    <a:cubicBezTo>
                      <a:pt x="1278" y="111"/>
                      <a:pt x="1288" y="87"/>
                      <a:pt x="1278" y="77"/>
                    </a:cubicBezTo>
                    <a:cubicBezTo>
                      <a:pt x="1267" y="71"/>
                      <a:pt x="1263" y="66"/>
                      <a:pt x="1260" y="66"/>
                    </a:cubicBezTo>
                    <a:cubicBezTo>
                      <a:pt x="1258" y="66"/>
                      <a:pt x="1256" y="67"/>
                      <a:pt x="1254" y="69"/>
                    </a:cubicBezTo>
                    <a:cubicBezTo>
                      <a:pt x="1238" y="69"/>
                      <a:pt x="1220" y="61"/>
                      <a:pt x="1204" y="61"/>
                    </a:cubicBezTo>
                    <a:cubicBezTo>
                      <a:pt x="1195" y="64"/>
                      <a:pt x="1187" y="64"/>
                      <a:pt x="1178" y="64"/>
                    </a:cubicBezTo>
                    <a:cubicBezTo>
                      <a:pt x="1162" y="64"/>
                      <a:pt x="1145" y="61"/>
                      <a:pt x="1128" y="61"/>
                    </a:cubicBezTo>
                    <a:cubicBezTo>
                      <a:pt x="1120" y="64"/>
                      <a:pt x="1113" y="64"/>
                      <a:pt x="1106" y="64"/>
                    </a:cubicBezTo>
                    <a:cubicBezTo>
                      <a:pt x="1093" y="64"/>
                      <a:pt x="1082" y="61"/>
                      <a:pt x="1070" y="61"/>
                    </a:cubicBezTo>
                    <a:cubicBezTo>
                      <a:pt x="1053" y="61"/>
                      <a:pt x="1037" y="45"/>
                      <a:pt x="1027" y="45"/>
                    </a:cubicBezTo>
                    <a:cubicBezTo>
                      <a:pt x="1015" y="45"/>
                      <a:pt x="1007" y="34"/>
                      <a:pt x="997" y="34"/>
                    </a:cubicBezTo>
                    <a:cubicBezTo>
                      <a:pt x="994" y="34"/>
                      <a:pt x="991" y="35"/>
                      <a:pt x="987" y="37"/>
                    </a:cubicBezTo>
                    <a:cubicBezTo>
                      <a:pt x="969" y="37"/>
                      <a:pt x="969" y="27"/>
                      <a:pt x="953" y="27"/>
                    </a:cubicBezTo>
                    <a:cubicBezTo>
                      <a:pt x="932" y="27"/>
                      <a:pt x="918" y="17"/>
                      <a:pt x="905" y="17"/>
                    </a:cubicBezTo>
                    <a:cubicBezTo>
                      <a:pt x="901" y="17"/>
                      <a:pt x="898" y="17"/>
                      <a:pt x="895" y="19"/>
                    </a:cubicBezTo>
                    <a:cubicBezTo>
                      <a:pt x="877" y="27"/>
                      <a:pt x="887" y="19"/>
                      <a:pt x="861" y="37"/>
                    </a:cubicBezTo>
                    <a:cubicBezTo>
                      <a:pt x="858" y="38"/>
                      <a:pt x="855" y="39"/>
                      <a:pt x="854" y="39"/>
                    </a:cubicBezTo>
                    <a:cubicBezTo>
                      <a:pt x="850" y="39"/>
                      <a:pt x="848" y="37"/>
                      <a:pt x="845" y="37"/>
                    </a:cubicBezTo>
                    <a:cubicBezTo>
                      <a:pt x="841" y="37"/>
                      <a:pt x="836" y="38"/>
                      <a:pt x="827" y="45"/>
                    </a:cubicBezTo>
                    <a:cubicBezTo>
                      <a:pt x="811" y="61"/>
                      <a:pt x="827" y="53"/>
                      <a:pt x="803" y="77"/>
                    </a:cubicBezTo>
                    <a:cubicBezTo>
                      <a:pt x="777" y="103"/>
                      <a:pt x="795" y="95"/>
                      <a:pt x="761" y="103"/>
                    </a:cubicBezTo>
                    <a:cubicBezTo>
                      <a:pt x="738" y="103"/>
                      <a:pt x="727" y="110"/>
                      <a:pt x="724" y="110"/>
                    </a:cubicBezTo>
                    <a:cubicBezTo>
                      <a:pt x="723" y="110"/>
                      <a:pt x="724" y="108"/>
                      <a:pt x="727" y="103"/>
                    </a:cubicBezTo>
                    <a:cubicBezTo>
                      <a:pt x="727" y="87"/>
                      <a:pt x="727" y="69"/>
                      <a:pt x="737" y="61"/>
                    </a:cubicBezTo>
                    <a:cubicBezTo>
                      <a:pt x="745" y="53"/>
                      <a:pt x="753" y="37"/>
                      <a:pt x="745" y="27"/>
                    </a:cubicBezTo>
                    <a:cubicBezTo>
                      <a:pt x="745" y="19"/>
                      <a:pt x="719" y="11"/>
                      <a:pt x="719" y="11"/>
                    </a:cubicBezTo>
                    <a:cubicBezTo>
                      <a:pt x="719" y="11"/>
                      <a:pt x="719" y="1"/>
                      <a:pt x="7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112">
                <a:extLst>
                  <a:ext uri="{FF2B5EF4-FFF2-40B4-BE49-F238E27FC236}">
                    <a16:creationId xmlns:a16="http://schemas.microsoft.com/office/drawing/2014/main" id="{2FC59967-73E2-A394-C788-9B029928EC5A}"/>
                  </a:ext>
                </a:extLst>
              </p:cNvPr>
              <p:cNvSpPr/>
              <p:nvPr/>
            </p:nvSpPr>
            <p:spPr>
              <a:xfrm>
                <a:off x="8555911" y="2771319"/>
                <a:ext cx="130498" cy="7276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392" extrusionOk="0">
                    <a:moveTo>
                      <a:pt x="217" y="0"/>
                    </a:moveTo>
                    <a:cubicBezTo>
                      <a:pt x="215" y="0"/>
                      <a:pt x="213" y="1"/>
                      <a:pt x="209" y="2"/>
                    </a:cubicBezTo>
                    <a:cubicBezTo>
                      <a:pt x="193" y="10"/>
                      <a:pt x="143" y="18"/>
                      <a:pt x="143" y="28"/>
                    </a:cubicBezTo>
                    <a:cubicBezTo>
                      <a:pt x="151" y="36"/>
                      <a:pt x="125" y="45"/>
                      <a:pt x="101" y="45"/>
                    </a:cubicBezTo>
                    <a:cubicBezTo>
                      <a:pt x="78" y="45"/>
                      <a:pt x="86" y="33"/>
                      <a:pt x="83" y="33"/>
                    </a:cubicBezTo>
                    <a:cubicBezTo>
                      <a:pt x="82" y="33"/>
                      <a:pt x="78" y="36"/>
                      <a:pt x="67" y="45"/>
                    </a:cubicBezTo>
                    <a:cubicBezTo>
                      <a:pt x="33" y="69"/>
                      <a:pt x="1" y="61"/>
                      <a:pt x="17" y="79"/>
                    </a:cubicBezTo>
                    <a:cubicBezTo>
                      <a:pt x="23" y="85"/>
                      <a:pt x="41" y="97"/>
                      <a:pt x="52" y="97"/>
                    </a:cubicBezTo>
                    <a:cubicBezTo>
                      <a:pt x="55" y="97"/>
                      <a:pt x="57" y="96"/>
                      <a:pt x="59" y="95"/>
                    </a:cubicBezTo>
                    <a:lnTo>
                      <a:pt x="93" y="95"/>
                    </a:lnTo>
                    <a:cubicBezTo>
                      <a:pt x="93" y="95"/>
                      <a:pt x="101" y="111"/>
                      <a:pt x="109" y="119"/>
                    </a:cubicBezTo>
                    <a:cubicBezTo>
                      <a:pt x="133" y="137"/>
                      <a:pt x="151" y="137"/>
                      <a:pt x="159" y="137"/>
                    </a:cubicBezTo>
                    <a:cubicBezTo>
                      <a:pt x="167" y="137"/>
                      <a:pt x="167" y="137"/>
                      <a:pt x="159" y="161"/>
                    </a:cubicBezTo>
                    <a:cubicBezTo>
                      <a:pt x="151" y="187"/>
                      <a:pt x="167" y="203"/>
                      <a:pt x="175" y="203"/>
                    </a:cubicBezTo>
                    <a:cubicBezTo>
                      <a:pt x="179" y="207"/>
                      <a:pt x="186" y="207"/>
                      <a:pt x="193" y="207"/>
                    </a:cubicBezTo>
                    <a:cubicBezTo>
                      <a:pt x="201" y="207"/>
                      <a:pt x="209" y="207"/>
                      <a:pt x="217" y="211"/>
                    </a:cubicBezTo>
                    <a:cubicBezTo>
                      <a:pt x="227" y="211"/>
                      <a:pt x="240" y="202"/>
                      <a:pt x="246" y="202"/>
                    </a:cubicBezTo>
                    <a:cubicBezTo>
                      <a:pt x="249" y="202"/>
                      <a:pt x="250" y="206"/>
                      <a:pt x="243" y="219"/>
                    </a:cubicBezTo>
                    <a:cubicBezTo>
                      <a:pt x="225" y="261"/>
                      <a:pt x="251" y="245"/>
                      <a:pt x="217" y="269"/>
                    </a:cubicBezTo>
                    <a:cubicBezTo>
                      <a:pt x="183" y="303"/>
                      <a:pt x="175" y="303"/>
                      <a:pt x="159" y="329"/>
                    </a:cubicBezTo>
                    <a:cubicBezTo>
                      <a:pt x="143" y="345"/>
                      <a:pt x="143" y="345"/>
                      <a:pt x="151" y="353"/>
                    </a:cubicBezTo>
                    <a:cubicBezTo>
                      <a:pt x="159" y="353"/>
                      <a:pt x="201" y="345"/>
                      <a:pt x="209" y="345"/>
                    </a:cubicBezTo>
                    <a:cubicBezTo>
                      <a:pt x="217" y="353"/>
                      <a:pt x="183" y="345"/>
                      <a:pt x="209" y="361"/>
                    </a:cubicBezTo>
                    <a:cubicBezTo>
                      <a:pt x="218" y="368"/>
                      <a:pt x="226" y="370"/>
                      <a:pt x="233" y="370"/>
                    </a:cubicBezTo>
                    <a:cubicBezTo>
                      <a:pt x="242" y="370"/>
                      <a:pt x="250" y="367"/>
                      <a:pt x="257" y="367"/>
                    </a:cubicBezTo>
                    <a:cubicBezTo>
                      <a:pt x="261" y="367"/>
                      <a:pt x="264" y="368"/>
                      <a:pt x="267" y="369"/>
                    </a:cubicBezTo>
                    <a:cubicBezTo>
                      <a:pt x="271" y="377"/>
                      <a:pt x="279" y="380"/>
                      <a:pt x="288" y="380"/>
                    </a:cubicBezTo>
                    <a:cubicBezTo>
                      <a:pt x="300" y="380"/>
                      <a:pt x="313" y="375"/>
                      <a:pt x="317" y="369"/>
                    </a:cubicBezTo>
                    <a:cubicBezTo>
                      <a:pt x="317" y="361"/>
                      <a:pt x="368" y="329"/>
                      <a:pt x="368" y="319"/>
                    </a:cubicBezTo>
                    <a:cubicBezTo>
                      <a:pt x="376" y="311"/>
                      <a:pt x="394" y="303"/>
                      <a:pt x="394" y="303"/>
                    </a:cubicBezTo>
                    <a:lnTo>
                      <a:pt x="394" y="303"/>
                    </a:lnTo>
                    <a:cubicBezTo>
                      <a:pt x="394" y="303"/>
                      <a:pt x="402" y="345"/>
                      <a:pt x="384" y="353"/>
                    </a:cubicBezTo>
                    <a:cubicBezTo>
                      <a:pt x="376" y="369"/>
                      <a:pt x="360" y="369"/>
                      <a:pt x="376" y="387"/>
                    </a:cubicBezTo>
                    <a:cubicBezTo>
                      <a:pt x="378" y="390"/>
                      <a:pt x="385" y="391"/>
                      <a:pt x="392" y="391"/>
                    </a:cubicBezTo>
                    <a:cubicBezTo>
                      <a:pt x="407" y="391"/>
                      <a:pt x="426" y="387"/>
                      <a:pt x="426" y="387"/>
                    </a:cubicBezTo>
                    <a:cubicBezTo>
                      <a:pt x="426" y="387"/>
                      <a:pt x="452" y="387"/>
                      <a:pt x="460" y="369"/>
                    </a:cubicBezTo>
                    <a:cubicBezTo>
                      <a:pt x="460" y="361"/>
                      <a:pt x="468" y="353"/>
                      <a:pt x="468" y="353"/>
                    </a:cubicBezTo>
                    <a:lnTo>
                      <a:pt x="502" y="345"/>
                    </a:lnTo>
                    <a:cubicBezTo>
                      <a:pt x="502" y="345"/>
                      <a:pt x="518" y="345"/>
                      <a:pt x="534" y="329"/>
                    </a:cubicBezTo>
                    <a:cubicBezTo>
                      <a:pt x="544" y="319"/>
                      <a:pt x="584" y="311"/>
                      <a:pt x="594" y="295"/>
                    </a:cubicBezTo>
                    <a:cubicBezTo>
                      <a:pt x="594" y="287"/>
                      <a:pt x="602" y="279"/>
                      <a:pt x="618" y="269"/>
                    </a:cubicBezTo>
                    <a:cubicBezTo>
                      <a:pt x="626" y="253"/>
                      <a:pt x="610" y="261"/>
                      <a:pt x="626" y="253"/>
                    </a:cubicBezTo>
                    <a:cubicBezTo>
                      <a:pt x="644" y="245"/>
                      <a:pt x="676" y="237"/>
                      <a:pt x="676" y="237"/>
                    </a:cubicBezTo>
                    <a:cubicBezTo>
                      <a:pt x="676" y="237"/>
                      <a:pt x="702" y="219"/>
                      <a:pt x="684" y="211"/>
                    </a:cubicBezTo>
                    <a:cubicBezTo>
                      <a:pt x="664" y="211"/>
                      <a:pt x="661" y="193"/>
                      <a:pt x="650" y="193"/>
                    </a:cubicBezTo>
                    <a:cubicBezTo>
                      <a:pt x="649" y="193"/>
                      <a:pt x="647" y="194"/>
                      <a:pt x="644" y="195"/>
                    </a:cubicBezTo>
                    <a:cubicBezTo>
                      <a:pt x="626" y="195"/>
                      <a:pt x="594" y="203"/>
                      <a:pt x="584" y="203"/>
                    </a:cubicBezTo>
                    <a:cubicBezTo>
                      <a:pt x="580" y="207"/>
                      <a:pt x="568" y="209"/>
                      <a:pt x="555" y="209"/>
                    </a:cubicBezTo>
                    <a:cubicBezTo>
                      <a:pt x="543" y="209"/>
                      <a:pt x="530" y="207"/>
                      <a:pt x="526" y="203"/>
                    </a:cubicBezTo>
                    <a:cubicBezTo>
                      <a:pt x="502" y="179"/>
                      <a:pt x="494" y="179"/>
                      <a:pt x="494" y="179"/>
                    </a:cubicBezTo>
                    <a:cubicBezTo>
                      <a:pt x="452" y="169"/>
                      <a:pt x="452" y="161"/>
                      <a:pt x="460" y="161"/>
                    </a:cubicBezTo>
                    <a:cubicBezTo>
                      <a:pt x="468" y="161"/>
                      <a:pt x="484" y="145"/>
                      <a:pt x="484" y="137"/>
                    </a:cubicBezTo>
                    <a:lnTo>
                      <a:pt x="484" y="111"/>
                    </a:lnTo>
                    <a:cubicBezTo>
                      <a:pt x="460" y="111"/>
                      <a:pt x="444" y="103"/>
                      <a:pt x="434" y="103"/>
                    </a:cubicBezTo>
                    <a:cubicBezTo>
                      <a:pt x="423" y="103"/>
                      <a:pt x="412" y="99"/>
                      <a:pt x="399" y="99"/>
                    </a:cubicBezTo>
                    <a:cubicBezTo>
                      <a:pt x="392" y="99"/>
                      <a:pt x="384" y="100"/>
                      <a:pt x="376" y="103"/>
                    </a:cubicBezTo>
                    <a:cubicBezTo>
                      <a:pt x="368" y="107"/>
                      <a:pt x="362" y="109"/>
                      <a:pt x="357" y="109"/>
                    </a:cubicBezTo>
                    <a:cubicBezTo>
                      <a:pt x="352" y="109"/>
                      <a:pt x="348" y="107"/>
                      <a:pt x="343" y="103"/>
                    </a:cubicBezTo>
                    <a:cubicBezTo>
                      <a:pt x="325" y="103"/>
                      <a:pt x="317" y="95"/>
                      <a:pt x="317" y="87"/>
                    </a:cubicBezTo>
                    <a:cubicBezTo>
                      <a:pt x="325" y="69"/>
                      <a:pt x="317" y="61"/>
                      <a:pt x="317" y="53"/>
                    </a:cubicBezTo>
                    <a:cubicBezTo>
                      <a:pt x="317" y="45"/>
                      <a:pt x="309" y="28"/>
                      <a:pt x="309" y="28"/>
                    </a:cubicBezTo>
                    <a:cubicBezTo>
                      <a:pt x="309" y="28"/>
                      <a:pt x="301" y="10"/>
                      <a:pt x="283" y="10"/>
                    </a:cubicBezTo>
                    <a:cubicBezTo>
                      <a:pt x="270" y="10"/>
                      <a:pt x="263" y="0"/>
                      <a:pt x="252" y="0"/>
                    </a:cubicBezTo>
                    <a:cubicBezTo>
                      <a:pt x="249" y="0"/>
                      <a:pt x="246" y="1"/>
                      <a:pt x="243" y="2"/>
                    </a:cubicBezTo>
                    <a:cubicBezTo>
                      <a:pt x="239" y="4"/>
                      <a:pt x="236" y="5"/>
                      <a:pt x="234" y="5"/>
                    </a:cubicBezTo>
                    <a:cubicBezTo>
                      <a:pt x="227" y="5"/>
                      <a:pt x="224" y="0"/>
                      <a:pt x="2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112">
                <a:extLst>
                  <a:ext uri="{FF2B5EF4-FFF2-40B4-BE49-F238E27FC236}">
                    <a16:creationId xmlns:a16="http://schemas.microsoft.com/office/drawing/2014/main" id="{9B8944B3-C53B-5B45-6081-2979A2BC548B}"/>
                  </a:ext>
                </a:extLst>
              </p:cNvPr>
              <p:cNvSpPr/>
              <p:nvPr/>
            </p:nvSpPr>
            <p:spPr>
              <a:xfrm>
                <a:off x="8375665" y="4277902"/>
                <a:ext cx="53090" cy="75737"/>
              </a:xfrm>
              <a:custGeom>
                <a:avLst/>
                <a:gdLst/>
                <a:ahLst/>
                <a:cxnLst/>
                <a:rect l="l" t="t" r="r" b="b"/>
                <a:pathLst>
                  <a:path w="286" h="408" extrusionOk="0">
                    <a:moveTo>
                      <a:pt x="151" y="0"/>
                    </a:moveTo>
                    <a:cubicBezTo>
                      <a:pt x="111" y="24"/>
                      <a:pt x="51" y="34"/>
                      <a:pt x="35" y="84"/>
                    </a:cubicBezTo>
                    <a:cubicBezTo>
                      <a:pt x="1" y="159"/>
                      <a:pt x="101" y="225"/>
                      <a:pt x="111" y="301"/>
                    </a:cubicBezTo>
                    <a:cubicBezTo>
                      <a:pt x="111" y="343"/>
                      <a:pt x="77" y="385"/>
                      <a:pt x="119" y="401"/>
                    </a:cubicBezTo>
                    <a:cubicBezTo>
                      <a:pt x="126" y="405"/>
                      <a:pt x="133" y="407"/>
                      <a:pt x="138" y="407"/>
                    </a:cubicBezTo>
                    <a:cubicBezTo>
                      <a:pt x="167" y="407"/>
                      <a:pt x="181" y="364"/>
                      <a:pt x="202" y="351"/>
                    </a:cubicBezTo>
                    <a:cubicBezTo>
                      <a:pt x="252" y="325"/>
                      <a:pt x="262" y="359"/>
                      <a:pt x="278" y="301"/>
                    </a:cubicBezTo>
                    <a:cubicBezTo>
                      <a:pt x="286" y="251"/>
                      <a:pt x="262" y="225"/>
                      <a:pt x="262" y="185"/>
                    </a:cubicBezTo>
                    <a:cubicBezTo>
                      <a:pt x="244" y="84"/>
                      <a:pt x="252" y="66"/>
                      <a:pt x="169" y="58"/>
                    </a:cubicBezTo>
                    <a:lnTo>
                      <a:pt x="185" y="34"/>
                    </a:lnTo>
                    <a:lnTo>
                      <a:pt x="185" y="24"/>
                    </a:lnTo>
                    <a:cubicBezTo>
                      <a:pt x="169" y="16"/>
                      <a:pt x="161" y="8"/>
                      <a:pt x="1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112">
                <a:extLst>
                  <a:ext uri="{FF2B5EF4-FFF2-40B4-BE49-F238E27FC236}">
                    <a16:creationId xmlns:a16="http://schemas.microsoft.com/office/drawing/2014/main" id="{53604B5C-79F1-3DAC-E0BC-4E1B3FB8A0B0}"/>
                  </a:ext>
                </a:extLst>
              </p:cNvPr>
              <p:cNvSpPr/>
              <p:nvPr/>
            </p:nvSpPr>
            <p:spPr>
              <a:xfrm>
                <a:off x="8386617" y="4232422"/>
                <a:ext cx="31371" cy="45665"/>
              </a:xfrm>
              <a:custGeom>
                <a:avLst/>
                <a:gdLst/>
                <a:ahLst/>
                <a:cxnLst/>
                <a:rect l="l" t="t" r="r" b="b"/>
                <a:pathLst>
                  <a:path w="169" h="246" extrusionOk="0">
                    <a:moveTo>
                      <a:pt x="125" y="0"/>
                    </a:moveTo>
                    <a:cubicBezTo>
                      <a:pt x="98" y="0"/>
                      <a:pt x="76" y="61"/>
                      <a:pt x="76" y="61"/>
                    </a:cubicBezTo>
                    <a:cubicBezTo>
                      <a:pt x="66" y="58"/>
                      <a:pt x="57" y="56"/>
                      <a:pt x="50" y="56"/>
                    </a:cubicBezTo>
                    <a:cubicBezTo>
                      <a:pt x="0" y="56"/>
                      <a:pt x="27" y="124"/>
                      <a:pt x="34" y="161"/>
                    </a:cubicBezTo>
                    <a:cubicBezTo>
                      <a:pt x="52" y="203"/>
                      <a:pt x="68" y="219"/>
                      <a:pt x="92" y="245"/>
                    </a:cubicBezTo>
                    <a:cubicBezTo>
                      <a:pt x="153" y="203"/>
                      <a:pt x="161" y="169"/>
                      <a:pt x="153" y="103"/>
                    </a:cubicBezTo>
                    <a:cubicBezTo>
                      <a:pt x="153" y="79"/>
                      <a:pt x="169" y="11"/>
                      <a:pt x="134" y="3"/>
                    </a:cubicBezTo>
                    <a:cubicBezTo>
                      <a:pt x="131" y="1"/>
                      <a:pt x="128" y="0"/>
                      <a:pt x="1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112">
                <a:extLst>
                  <a:ext uri="{FF2B5EF4-FFF2-40B4-BE49-F238E27FC236}">
                    <a16:creationId xmlns:a16="http://schemas.microsoft.com/office/drawing/2014/main" id="{C1EC5D58-6E01-6C8E-B75B-12A722420F37}"/>
                  </a:ext>
                </a:extLst>
              </p:cNvPr>
              <p:cNvSpPr/>
              <p:nvPr/>
            </p:nvSpPr>
            <p:spPr>
              <a:xfrm>
                <a:off x="8498552" y="4356424"/>
                <a:ext cx="80563" cy="49006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4" extrusionOk="0">
                    <a:moveTo>
                      <a:pt x="393" y="0"/>
                    </a:moveTo>
                    <a:cubicBezTo>
                      <a:pt x="337" y="0"/>
                      <a:pt x="312" y="71"/>
                      <a:pt x="251" y="79"/>
                    </a:cubicBezTo>
                    <a:cubicBezTo>
                      <a:pt x="245" y="79"/>
                      <a:pt x="239" y="80"/>
                      <a:pt x="232" y="80"/>
                    </a:cubicBezTo>
                    <a:cubicBezTo>
                      <a:pt x="188" y="80"/>
                      <a:pt x="148" y="61"/>
                      <a:pt x="100" y="61"/>
                    </a:cubicBezTo>
                    <a:cubicBezTo>
                      <a:pt x="92" y="61"/>
                      <a:pt x="84" y="61"/>
                      <a:pt x="75" y="62"/>
                    </a:cubicBezTo>
                    <a:lnTo>
                      <a:pt x="109" y="52"/>
                    </a:lnTo>
                    <a:cubicBezTo>
                      <a:pt x="98" y="46"/>
                      <a:pt x="86" y="43"/>
                      <a:pt x="76" y="43"/>
                    </a:cubicBezTo>
                    <a:cubicBezTo>
                      <a:pt x="33" y="43"/>
                      <a:pt x="1" y="90"/>
                      <a:pt x="1" y="137"/>
                    </a:cubicBezTo>
                    <a:cubicBezTo>
                      <a:pt x="11" y="134"/>
                      <a:pt x="21" y="133"/>
                      <a:pt x="30" y="133"/>
                    </a:cubicBezTo>
                    <a:cubicBezTo>
                      <a:pt x="82" y="133"/>
                      <a:pt x="125" y="166"/>
                      <a:pt x="167" y="187"/>
                    </a:cubicBezTo>
                    <a:cubicBezTo>
                      <a:pt x="217" y="213"/>
                      <a:pt x="275" y="237"/>
                      <a:pt x="326" y="253"/>
                    </a:cubicBezTo>
                    <a:cubicBezTo>
                      <a:pt x="335" y="259"/>
                      <a:pt x="355" y="264"/>
                      <a:pt x="374" y="264"/>
                    </a:cubicBezTo>
                    <a:cubicBezTo>
                      <a:pt x="388" y="264"/>
                      <a:pt x="402" y="261"/>
                      <a:pt x="410" y="253"/>
                    </a:cubicBezTo>
                    <a:cubicBezTo>
                      <a:pt x="434" y="229"/>
                      <a:pt x="392" y="195"/>
                      <a:pt x="384" y="171"/>
                    </a:cubicBezTo>
                    <a:cubicBezTo>
                      <a:pt x="360" y="103"/>
                      <a:pt x="426" y="71"/>
                      <a:pt x="410" y="2"/>
                    </a:cubicBezTo>
                    <a:cubicBezTo>
                      <a:pt x="404" y="1"/>
                      <a:pt x="398" y="0"/>
                      <a:pt x="3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112">
                <a:extLst>
                  <a:ext uri="{FF2B5EF4-FFF2-40B4-BE49-F238E27FC236}">
                    <a16:creationId xmlns:a16="http://schemas.microsoft.com/office/drawing/2014/main" id="{9557647D-23FE-C5A1-0AA1-7D32C4430254}"/>
                  </a:ext>
                </a:extLst>
              </p:cNvPr>
              <p:cNvSpPr/>
              <p:nvPr/>
            </p:nvSpPr>
            <p:spPr>
              <a:xfrm>
                <a:off x="7784990" y="4204206"/>
                <a:ext cx="1358997" cy="936318"/>
              </a:xfrm>
              <a:custGeom>
                <a:avLst/>
                <a:gdLst/>
                <a:ahLst/>
                <a:cxnLst/>
                <a:rect l="l" t="t" r="r" b="b"/>
                <a:pathLst>
                  <a:path w="7321" h="5044" extrusionOk="0">
                    <a:moveTo>
                      <a:pt x="6719" y="1987"/>
                    </a:moveTo>
                    <a:cubicBezTo>
                      <a:pt x="6724" y="1993"/>
                      <a:pt x="6726" y="2008"/>
                      <a:pt x="6726" y="2017"/>
                    </a:cubicBezTo>
                    <a:lnTo>
                      <a:pt x="6726" y="2017"/>
                    </a:lnTo>
                    <a:cubicBezTo>
                      <a:pt x="6723" y="2004"/>
                      <a:pt x="6721" y="1991"/>
                      <a:pt x="6719" y="1987"/>
                    </a:cubicBezTo>
                    <a:close/>
                    <a:moveTo>
                      <a:pt x="6918" y="1"/>
                    </a:moveTo>
                    <a:cubicBezTo>
                      <a:pt x="6898" y="1"/>
                      <a:pt x="6869" y="4"/>
                      <a:pt x="6869" y="4"/>
                    </a:cubicBezTo>
                    <a:cubicBezTo>
                      <a:pt x="6869" y="4"/>
                      <a:pt x="6842" y="14"/>
                      <a:pt x="6823" y="14"/>
                    </a:cubicBezTo>
                    <a:cubicBezTo>
                      <a:pt x="6818" y="14"/>
                      <a:pt x="6814" y="14"/>
                      <a:pt x="6811" y="12"/>
                    </a:cubicBezTo>
                    <a:cubicBezTo>
                      <a:pt x="6798" y="8"/>
                      <a:pt x="6787" y="8"/>
                      <a:pt x="6779" y="8"/>
                    </a:cubicBezTo>
                    <a:cubicBezTo>
                      <a:pt x="6771" y="8"/>
                      <a:pt x="6765" y="8"/>
                      <a:pt x="6761" y="4"/>
                    </a:cubicBezTo>
                    <a:cubicBezTo>
                      <a:pt x="6759" y="2"/>
                      <a:pt x="6755" y="2"/>
                      <a:pt x="6751" y="2"/>
                    </a:cubicBezTo>
                    <a:cubicBezTo>
                      <a:pt x="6738" y="2"/>
                      <a:pt x="6717" y="6"/>
                      <a:pt x="6703" y="6"/>
                    </a:cubicBezTo>
                    <a:cubicBezTo>
                      <a:pt x="6698" y="6"/>
                      <a:pt x="6695" y="6"/>
                      <a:pt x="6692" y="4"/>
                    </a:cubicBezTo>
                    <a:cubicBezTo>
                      <a:pt x="6691" y="3"/>
                      <a:pt x="6688" y="2"/>
                      <a:pt x="6685" y="2"/>
                    </a:cubicBezTo>
                    <a:cubicBezTo>
                      <a:pt x="6673" y="2"/>
                      <a:pt x="6652" y="12"/>
                      <a:pt x="6652" y="12"/>
                    </a:cubicBezTo>
                    <a:lnTo>
                      <a:pt x="6602" y="30"/>
                    </a:lnTo>
                    <a:cubicBezTo>
                      <a:pt x="6602" y="30"/>
                      <a:pt x="6460" y="138"/>
                      <a:pt x="6442" y="147"/>
                    </a:cubicBezTo>
                    <a:cubicBezTo>
                      <a:pt x="6434" y="163"/>
                      <a:pt x="6402" y="181"/>
                      <a:pt x="6392" y="181"/>
                    </a:cubicBezTo>
                    <a:cubicBezTo>
                      <a:pt x="6385" y="181"/>
                      <a:pt x="6368" y="191"/>
                      <a:pt x="6358" y="191"/>
                    </a:cubicBezTo>
                    <a:cubicBezTo>
                      <a:pt x="6355" y="191"/>
                      <a:pt x="6353" y="190"/>
                      <a:pt x="6351" y="189"/>
                    </a:cubicBezTo>
                    <a:cubicBezTo>
                      <a:pt x="6349" y="187"/>
                      <a:pt x="6348" y="186"/>
                      <a:pt x="6346" y="186"/>
                    </a:cubicBezTo>
                    <a:cubicBezTo>
                      <a:pt x="6339" y="186"/>
                      <a:pt x="6333" y="197"/>
                      <a:pt x="6333" y="197"/>
                    </a:cubicBezTo>
                    <a:cubicBezTo>
                      <a:pt x="6333" y="197"/>
                      <a:pt x="6323" y="199"/>
                      <a:pt x="6310" y="199"/>
                    </a:cubicBezTo>
                    <a:cubicBezTo>
                      <a:pt x="6298" y="199"/>
                      <a:pt x="6283" y="197"/>
                      <a:pt x="6275" y="189"/>
                    </a:cubicBezTo>
                    <a:cubicBezTo>
                      <a:pt x="6274" y="187"/>
                      <a:pt x="6272" y="186"/>
                      <a:pt x="6270" y="186"/>
                    </a:cubicBezTo>
                    <a:cubicBezTo>
                      <a:pt x="6260" y="186"/>
                      <a:pt x="6243" y="200"/>
                      <a:pt x="6209" y="213"/>
                    </a:cubicBezTo>
                    <a:cubicBezTo>
                      <a:pt x="6159" y="221"/>
                      <a:pt x="6183" y="221"/>
                      <a:pt x="6183" y="231"/>
                    </a:cubicBezTo>
                    <a:cubicBezTo>
                      <a:pt x="6167" y="231"/>
                      <a:pt x="6151" y="247"/>
                      <a:pt x="6125" y="247"/>
                    </a:cubicBezTo>
                    <a:cubicBezTo>
                      <a:pt x="6117" y="247"/>
                      <a:pt x="6101" y="263"/>
                      <a:pt x="6091" y="271"/>
                    </a:cubicBezTo>
                    <a:cubicBezTo>
                      <a:pt x="6083" y="281"/>
                      <a:pt x="6083" y="289"/>
                      <a:pt x="6083" y="297"/>
                    </a:cubicBezTo>
                    <a:lnTo>
                      <a:pt x="6067" y="313"/>
                    </a:lnTo>
                    <a:lnTo>
                      <a:pt x="6041" y="331"/>
                    </a:lnTo>
                    <a:cubicBezTo>
                      <a:pt x="6041" y="331"/>
                      <a:pt x="6009" y="347"/>
                      <a:pt x="6001" y="347"/>
                    </a:cubicBezTo>
                    <a:cubicBezTo>
                      <a:pt x="5995" y="349"/>
                      <a:pt x="5984" y="350"/>
                      <a:pt x="5971" y="350"/>
                    </a:cubicBezTo>
                    <a:cubicBezTo>
                      <a:pt x="5937" y="350"/>
                      <a:pt x="5886" y="345"/>
                      <a:pt x="5850" y="339"/>
                    </a:cubicBezTo>
                    <a:lnTo>
                      <a:pt x="5790" y="339"/>
                    </a:lnTo>
                    <a:cubicBezTo>
                      <a:pt x="5774" y="339"/>
                      <a:pt x="5782" y="347"/>
                      <a:pt x="5766" y="363"/>
                    </a:cubicBezTo>
                    <a:cubicBezTo>
                      <a:pt x="5750" y="371"/>
                      <a:pt x="5750" y="371"/>
                      <a:pt x="5750" y="381"/>
                    </a:cubicBezTo>
                    <a:lnTo>
                      <a:pt x="5740" y="389"/>
                    </a:lnTo>
                    <a:cubicBezTo>
                      <a:pt x="5732" y="405"/>
                      <a:pt x="5724" y="413"/>
                      <a:pt x="5716" y="431"/>
                    </a:cubicBezTo>
                    <a:cubicBezTo>
                      <a:pt x="5700" y="447"/>
                      <a:pt x="5716" y="463"/>
                      <a:pt x="5724" y="489"/>
                    </a:cubicBezTo>
                    <a:cubicBezTo>
                      <a:pt x="5726" y="497"/>
                      <a:pt x="5730" y="500"/>
                      <a:pt x="5734" y="500"/>
                    </a:cubicBezTo>
                    <a:cubicBezTo>
                      <a:pt x="5742" y="500"/>
                      <a:pt x="5752" y="487"/>
                      <a:pt x="5758" y="481"/>
                    </a:cubicBezTo>
                    <a:cubicBezTo>
                      <a:pt x="5766" y="481"/>
                      <a:pt x="5766" y="481"/>
                      <a:pt x="5774" y="489"/>
                    </a:cubicBezTo>
                    <a:cubicBezTo>
                      <a:pt x="5790" y="489"/>
                      <a:pt x="5808" y="497"/>
                      <a:pt x="5808" y="505"/>
                    </a:cubicBezTo>
                    <a:cubicBezTo>
                      <a:pt x="5808" y="514"/>
                      <a:pt x="5782" y="548"/>
                      <a:pt x="5824" y="582"/>
                    </a:cubicBezTo>
                    <a:cubicBezTo>
                      <a:pt x="5866" y="622"/>
                      <a:pt x="5824" y="598"/>
                      <a:pt x="5850" y="622"/>
                    </a:cubicBezTo>
                    <a:cubicBezTo>
                      <a:pt x="5858" y="632"/>
                      <a:pt x="5866" y="648"/>
                      <a:pt x="5866" y="648"/>
                    </a:cubicBezTo>
                    <a:cubicBezTo>
                      <a:pt x="5866" y="648"/>
                      <a:pt x="5840" y="672"/>
                      <a:pt x="5824" y="690"/>
                    </a:cubicBezTo>
                    <a:cubicBezTo>
                      <a:pt x="5824" y="690"/>
                      <a:pt x="5816" y="690"/>
                      <a:pt x="5816" y="698"/>
                    </a:cubicBezTo>
                    <a:cubicBezTo>
                      <a:pt x="5808" y="706"/>
                      <a:pt x="5800" y="706"/>
                      <a:pt x="5800" y="706"/>
                    </a:cubicBezTo>
                    <a:lnTo>
                      <a:pt x="5816" y="722"/>
                    </a:lnTo>
                    <a:lnTo>
                      <a:pt x="5832" y="722"/>
                    </a:lnTo>
                    <a:cubicBezTo>
                      <a:pt x="5850" y="722"/>
                      <a:pt x="5866" y="740"/>
                      <a:pt x="5874" y="740"/>
                    </a:cubicBezTo>
                    <a:cubicBezTo>
                      <a:pt x="5882" y="740"/>
                      <a:pt x="5890" y="756"/>
                      <a:pt x="5874" y="764"/>
                    </a:cubicBezTo>
                    <a:cubicBezTo>
                      <a:pt x="5858" y="772"/>
                      <a:pt x="5832" y="790"/>
                      <a:pt x="5824" y="790"/>
                    </a:cubicBezTo>
                    <a:lnTo>
                      <a:pt x="5824" y="798"/>
                    </a:lnTo>
                    <a:cubicBezTo>
                      <a:pt x="5832" y="798"/>
                      <a:pt x="5850" y="814"/>
                      <a:pt x="5858" y="814"/>
                    </a:cubicBezTo>
                    <a:cubicBezTo>
                      <a:pt x="5874" y="814"/>
                      <a:pt x="5882" y="832"/>
                      <a:pt x="5882" y="832"/>
                    </a:cubicBezTo>
                    <a:cubicBezTo>
                      <a:pt x="5882" y="832"/>
                      <a:pt x="5900" y="856"/>
                      <a:pt x="5908" y="864"/>
                    </a:cubicBezTo>
                    <a:cubicBezTo>
                      <a:pt x="5916" y="864"/>
                      <a:pt x="5940" y="872"/>
                      <a:pt x="5966" y="872"/>
                    </a:cubicBezTo>
                    <a:cubicBezTo>
                      <a:pt x="5971" y="871"/>
                      <a:pt x="5974" y="870"/>
                      <a:pt x="5976" y="870"/>
                    </a:cubicBezTo>
                    <a:cubicBezTo>
                      <a:pt x="5988" y="870"/>
                      <a:pt x="5982" y="884"/>
                      <a:pt x="5982" y="891"/>
                    </a:cubicBezTo>
                    <a:cubicBezTo>
                      <a:pt x="5991" y="899"/>
                      <a:pt x="6009" y="923"/>
                      <a:pt x="6025" y="923"/>
                    </a:cubicBezTo>
                    <a:cubicBezTo>
                      <a:pt x="6025" y="923"/>
                      <a:pt x="6033" y="933"/>
                      <a:pt x="6041" y="941"/>
                    </a:cubicBezTo>
                    <a:cubicBezTo>
                      <a:pt x="6041" y="933"/>
                      <a:pt x="6041" y="941"/>
                      <a:pt x="6051" y="923"/>
                    </a:cubicBezTo>
                    <a:cubicBezTo>
                      <a:pt x="6051" y="917"/>
                      <a:pt x="6052" y="915"/>
                      <a:pt x="6054" y="915"/>
                    </a:cubicBezTo>
                    <a:cubicBezTo>
                      <a:pt x="6056" y="915"/>
                      <a:pt x="6058" y="917"/>
                      <a:pt x="6061" y="917"/>
                    </a:cubicBezTo>
                    <a:cubicBezTo>
                      <a:pt x="6063" y="917"/>
                      <a:pt x="6065" y="916"/>
                      <a:pt x="6067" y="915"/>
                    </a:cubicBezTo>
                    <a:cubicBezTo>
                      <a:pt x="6070" y="913"/>
                      <a:pt x="6072" y="912"/>
                      <a:pt x="6074" y="912"/>
                    </a:cubicBezTo>
                    <a:cubicBezTo>
                      <a:pt x="6084" y="912"/>
                      <a:pt x="6090" y="926"/>
                      <a:pt x="6125" y="941"/>
                    </a:cubicBezTo>
                    <a:cubicBezTo>
                      <a:pt x="6125" y="941"/>
                      <a:pt x="6151" y="957"/>
                      <a:pt x="6183" y="965"/>
                    </a:cubicBezTo>
                    <a:cubicBezTo>
                      <a:pt x="6209" y="973"/>
                      <a:pt x="6201" y="983"/>
                      <a:pt x="6209" y="999"/>
                    </a:cubicBezTo>
                    <a:cubicBezTo>
                      <a:pt x="6211" y="1001"/>
                      <a:pt x="6217" y="1002"/>
                      <a:pt x="6225" y="1002"/>
                    </a:cubicBezTo>
                    <a:cubicBezTo>
                      <a:pt x="6244" y="1002"/>
                      <a:pt x="6274" y="996"/>
                      <a:pt x="6291" y="991"/>
                    </a:cubicBezTo>
                    <a:cubicBezTo>
                      <a:pt x="6300" y="987"/>
                      <a:pt x="6309" y="987"/>
                      <a:pt x="6316" y="987"/>
                    </a:cubicBezTo>
                    <a:cubicBezTo>
                      <a:pt x="6323" y="987"/>
                      <a:pt x="6329" y="987"/>
                      <a:pt x="6333" y="983"/>
                    </a:cubicBezTo>
                    <a:cubicBezTo>
                      <a:pt x="6341" y="973"/>
                      <a:pt x="6368" y="991"/>
                      <a:pt x="6376" y="949"/>
                    </a:cubicBezTo>
                    <a:cubicBezTo>
                      <a:pt x="6376" y="899"/>
                      <a:pt x="6376" y="933"/>
                      <a:pt x="6384" y="899"/>
                    </a:cubicBezTo>
                    <a:lnTo>
                      <a:pt x="6384" y="891"/>
                    </a:lnTo>
                    <a:cubicBezTo>
                      <a:pt x="6384" y="891"/>
                      <a:pt x="6384" y="894"/>
                      <a:pt x="6386" y="894"/>
                    </a:cubicBezTo>
                    <a:cubicBezTo>
                      <a:pt x="6387" y="894"/>
                      <a:pt x="6389" y="893"/>
                      <a:pt x="6392" y="891"/>
                    </a:cubicBezTo>
                    <a:cubicBezTo>
                      <a:pt x="6401" y="887"/>
                      <a:pt x="6401" y="887"/>
                      <a:pt x="6405" y="887"/>
                    </a:cubicBezTo>
                    <a:cubicBezTo>
                      <a:pt x="6409" y="887"/>
                      <a:pt x="6417" y="887"/>
                      <a:pt x="6442" y="882"/>
                    </a:cubicBezTo>
                    <a:cubicBezTo>
                      <a:pt x="6464" y="876"/>
                      <a:pt x="6475" y="874"/>
                      <a:pt x="6480" y="874"/>
                    </a:cubicBezTo>
                    <a:cubicBezTo>
                      <a:pt x="6485" y="874"/>
                      <a:pt x="6485" y="876"/>
                      <a:pt x="6486" y="876"/>
                    </a:cubicBezTo>
                    <a:cubicBezTo>
                      <a:pt x="6486" y="876"/>
                      <a:pt x="6488" y="875"/>
                      <a:pt x="6492" y="872"/>
                    </a:cubicBezTo>
                    <a:cubicBezTo>
                      <a:pt x="6518" y="872"/>
                      <a:pt x="6510" y="899"/>
                      <a:pt x="6518" y="899"/>
                    </a:cubicBezTo>
                    <a:cubicBezTo>
                      <a:pt x="6526" y="899"/>
                      <a:pt x="6534" y="915"/>
                      <a:pt x="6560" y="923"/>
                    </a:cubicBezTo>
                    <a:cubicBezTo>
                      <a:pt x="6584" y="933"/>
                      <a:pt x="6584" y="949"/>
                      <a:pt x="6592" y="949"/>
                    </a:cubicBezTo>
                    <a:cubicBezTo>
                      <a:pt x="6610" y="949"/>
                      <a:pt x="6602" y="973"/>
                      <a:pt x="6618" y="973"/>
                    </a:cubicBezTo>
                    <a:cubicBezTo>
                      <a:pt x="6634" y="973"/>
                      <a:pt x="6634" y="991"/>
                      <a:pt x="6660" y="991"/>
                    </a:cubicBezTo>
                    <a:cubicBezTo>
                      <a:pt x="6660" y="991"/>
                      <a:pt x="6684" y="983"/>
                      <a:pt x="6702" y="983"/>
                    </a:cubicBezTo>
                    <a:cubicBezTo>
                      <a:pt x="6718" y="965"/>
                      <a:pt x="6743" y="957"/>
                      <a:pt x="6753" y="949"/>
                    </a:cubicBezTo>
                    <a:cubicBezTo>
                      <a:pt x="6758" y="949"/>
                      <a:pt x="6767" y="952"/>
                      <a:pt x="6775" y="952"/>
                    </a:cubicBezTo>
                    <a:cubicBezTo>
                      <a:pt x="6778" y="952"/>
                      <a:pt x="6782" y="951"/>
                      <a:pt x="6785" y="949"/>
                    </a:cubicBezTo>
                    <a:cubicBezTo>
                      <a:pt x="6803" y="941"/>
                      <a:pt x="6819" y="923"/>
                      <a:pt x="6827" y="907"/>
                    </a:cubicBezTo>
                    <a:cubicBezTo>
                      <a:pt x="6843" y="891"/>
                      <a:pt x="6853" y="891"/>
                      <a:pt x="6861" y="882"/>
                    </a:cubicBezTo>
                    <a:cubicBezTo>
                      <a:pt x="6861" y="872"/>
                      <a:pt x="6877" y="856"/>
                      <a:pt x="6893" y="840"/>
                    </a:cubicBezTo>
                    <a:cubicBezTo>
                      <a:pt x="6899" y="835"/>
                      <a:pt x="6902" y="833"/>
                      <a:pt x="6904" y="833"/>
                    </a:cubicBezTo>
                    <a:cubicBezTo>
                      <a:pt x="6908" y="833"/>
                      <a:pt x="6908" y="843"/>
                      <a:pt x="6919" y="848"/>
                    </a:cubicBezTo>
                    <a:cubicBezTo>
                      <a:pt x="6919" y="848"/>
                      <a:pt x="6941" y="859"/>
                      <a:pt x="6958" y="859"/>
                    </a:cubicBezTo>
                    <a:cubicBezTo>
                      <a:pt x="6962" y="859"/>
                      <a:pt x="6966" y="858"/>
                      <a:pt x="6969" y="856"/>
                    </a:cubicBezTo>
                    <a:cubicBezTo>
                      <a:pt x="6993" y="856"/>
                      <a:pt x="7027" y="856"/>
                      <a:pt x="7053" y="832"/>
                    </a:cubicBezTo>
                    <a:cubicBezTo>
                      <a:pt x="7061" y="822"/>
                      <a:pt x="7069" y="832"/>
                      <a:pt x="7085" y="814"/>
                    </a:cubicBezTo>
                    <a:cubicBezTo>
                      <a:pt x="7087" y="811"/>
                      <a:pt x="7088" y="810"/>
                      <a:pt x="7089" y="810"/>
                    </a:cubicBezTo>
                    <a:cubicBezTo>
                      <a:pt x="7093" y="810"/>
                      <a:pt x="7092" y="838"/>
                      <a:pt x="7085" y="907"/>
                    </a:cubicBezTo>
                    <a:cubicBezTo>
                      <a:pt x="7081" y="945"/>
                      <a:pt x="7079" y="953"/>
                      <a:pt x="7077" y="953"/>
                    </a:cubicBezTo>
                    <a:cubicBezTo>
                      <a:pt x="7076" y="953"/>
                      <a:pt x="7074" y="948"/>
                      <a:pt x="7071" y="948"/>
                    </a:cubicBezTo>
                    <a:cubicBezTo>
                      <a:pt x="7071" y="948"/>
                      <a:pt x="7070" y="948"/>
                      <a:pt x="7069" y="949"/>
                    </a:cubicBezTo>
                    <a:cubicBezTo>
                      <a:pt x="7061" y="965"/>
                      <a:pt x="7069" y="965"/>
                      <a:pt x="7069" y="973"/>
                    </a:cubicBezTo>
                    <a:lnTo>
                      <a:pt x="7069" y="983"/>
                    </a:lnTo>
                    <a:cubicBezTo>
                      <a:pt x="7069" y="991"/>
                      <a:pt x="7085" y="1015"/>
                      <a:pt x="7085" y="1033"/>
                    </a:cubicBezTo>
                    <a:cubicBezTo>
                      <a:pt x="7085" y="1041"/>
                      <a:pt x="7077" y="1057"/>
                      <a:pt x="7085" y="1115"/>
                    </a:cubicBezTo>
                    <a:lnTo>
                      <a:pt x="7093" y="1141"/>
                    </a:lnTo>
                    <a:lnTo>
                      <a:pt x="7093" y="1149"/>
                    </a:lnTo>
                    <a:lnTo>
                      <a:pt x="7093" y="1183"/>
                    </a:lnTo>
                    <a:cubicBezTo>
                      <a:pt x="7093" y="1207"/>
                      <a:pt x="7085" y="1207"/>
                      <a:pt x="7085" y="1215"/>
                    </a:cubicBezTo>
                    <a:cubicBezTo>
                      <a:pt x="7077" y="1223"/>
                      <a:pt x="7069" y="1241"/>
                      <a:pt x="7061" y="1258"/>
                    </a:cubicBezTo>
                    <a:cubicBezTo>
                      <a:pt x="7043" y="1284"/>
                      <a:pt x="7043" y="1292"/>
                      <a:pt x="7035" y="1316"/>
                    </a:cubicBezTo>
                    <a:cubicBezTo>
                      <a:pt x="7027" y="1350"/>
                      <a:pt x="7019" y="1358"/>
                      <a:pt x="7019" y="1358"/>
                    </a:cubicBezTo>
                    <a:cubicBezTo>
                      <a:pt x="7011" y="1366"/>
                      <a:pt x="7011" y="1384"/>
                      <a:pt x="7003" y="1400"/>
                    </a:cubicBezTo>
                    <a:cubicBezTo>
                      <a:pt x="6993" y="1408"/>
                      <a:pt x="6993" y="1424"/>
                      <a:pt x="6993" y="1424"/>
                    </a:cubicBezTo>
                    <a:cubicBezTo>
                      <a:pt x="6993" y="1424"/>
                      <a:pt x="6993" y="1450"/>
                      <a:pt x="7003" y="1474"/>
                    </a:cubicBezTo>
                    <a:cubicBezTo>
                      <a:pt x="7003" y="1500"/>
                      <a:pt x="7003" y="1500"/>
                      <a:pt x="6993" y="1508"/>
                    </a:cubicBezTo>
                    <a:cubicBezTo>
                      <a:pt x="6985" y="1524"/>
                      <a:pt x="6993" y="1524"/>
                      <a:pt x="6977" y="1550"/>
                    </a:cubicBezTo>
                    <a:cubicBezTo>
                      <a:pt x="6969" y="1574"/>
                      <a:pt x="6969" y="1574"/>
                      <a:pt x="6961" y="1592"/>
                    </a:cubicBezTo>
                    <a:cubicBezTo>
                      <a:pt x="6943" y="1608"/>
                      <a:pt x="6953" y="1616"/>
                      <a:pt x="6943" y="1635"/>
                    </a:cubicBezTo>
                    <a:cubicBezTo>
                      <a:pt x="6935" y="1643"/>
                      <a:pt x="6927" y="1659"/>
                      <a:pt x="6911" y="1667"/>
                    </a:cubicBezTo>
                    <a:cubicBezTo>
                      <a:pt x="6927" y="1685"/>
                      <a:pt x="6935" y="1693"/>
                      <a:pt x="6935" y="1701"/>
                    </a:cubicBezTo>
                    <a:cubicBezTo>
                      <a:pt x="6935" y="1709"/>
                      <a:pt x="6935" y="1717"/>
                      <a:pt x="6943" y="1725"/>
                    </a:cubicBezTo>
                    <a:cubicBezTo>
                      <a:pt x="6953" y="1767"/>
                      <a:pt x="6985" y="1801"/>
                      <a:pt x="7003" y="1835"/>
                    </a:cubicBezTo>
                    <a:cubicBezTo>
                      <a:pt x="7019" y="1867"/>
                      <a:pt x="7043" y="1935"/>
                      <a:pt x="7043" y="1985"/>
                    </a:cubicBezTo>
                    <a:cubicBezTo>
                      <a:pt x="7035" y="1943"/>
                      <a:pt x="7019" y="1893"/>
                      <a:pt x="7011" y="1867"/>
                    </a:cubicBezTo>
                    <a:cubicBezTo>
                      <a:pt x="6985" y="1835"/>
                      <a:pt x="6961" y="1801"/>
                      <a:pt x="6943" y="1767"/>
                    </a:cubicBezTo>
                    <a:cubicBezTo>
                      <a:pt x="6935" y="1735"/>
                      <a:pt x="6943" y="1725"/>
                      <a:pt x="6919" y="1709"/>
                    </a:cubicBezTo>
                    <a:cubicBezTo>
                      <a:pt x="6911" y="1709"/>
                      <a:pt x="6911" y="1717"/>
                      <a:pt x="6903" y="1725"/>
                    </a:cubicBezTo>
                    <a:cubicBezTo>
                      <a:pt x="6887" y="1741"/>
                      <a:pt x="6884" y="1744"/>
                      <a:pt x="6882" y="1744"/>
                    </a:cubicBezTo>
                    <a:cubicBezTo>
                      <a:pt x="6881" y="1744"/>
                      <a:pt x="6880" y="1743"/>
                      <a:pt x="6877" y="1743"/>
                    </a:cubicBezTo>
                    <a:cubicBezTo>
                      <a:pt x="6877" y="1751"/>
                      <a:pt x="6769" y="1759"/>
                      <a:pt x="6726" y="1767"/>
                    </a:cubicBezTo>
                    <a:cubicBezTo>
                      <a:pt x="6717" y="1769"/>
                      <a:pt x="6709" y="1770"/>
                      <a:pt x="6704" y="1770"/>
                    </a:cubicBezTo>
                    <a:cubicBezTo>
                      <a:pt x="6692" y="1770"/>
                      <a:pt x="6690" y="1765"/>
                      <a:pt x="6684" y="1759"/>
                    </a:cubicBezTo>
                    <a:cubicBezTo>
                      <a:pt x="6676" y="1743"/>
                      <a:pt x="6660" y="1751"/>
                      <a:pt x="6652" y="1735"/>
                    </a:cubicBezTo>
                    <a:cubicBezTo>
                      <a:pt x="6646" y="1728"/>
                      <a:pt x="6640" y="1726"/>
                      <a:pt x="6636" y="1726"/>
                    </a:cubicBezTo>
                    <a:cubicBezTo>
                      <a:pt x="6631" y="1726"/>
                      <a:pt x="6628" y="1728"/>
                      <a:pt x="6624" y="1728"/>
                    </a:cubicBezTo>
                    <a:cubicBezTo>
                      <a:pt x="6622" y="1728"/>
                      <a:pt x="6620" y="1727"/>
                      <a:pt x="6618" y="1725"/>
                    </a:cubicBezTo>
                    <a:cubicBezTo>
                      <a:pt x="6614" y="1721"/>
                      <a:pt x="6604" y="1721"/>
                      <a:pt x="6594" y="1721"/>
                    </a:cubicBezTo>
                    <a:cubicBezTo>
                      <a:pt x="6585" y="1721"/>
                      <a:pt x="6576" y="1721"/>
                      <a:pt x="6576" y="1717"/>
                    </a:cubicBezTo>
                    <a:cubicBezTo>
                      <a:pt x="6575" y="1715"/>
                      <a:pt x="6569" y="1715"/>
                      <a:pt x="6562" y="1715"/>
                    </a:cubicBezTo>
                    <a:cubicBezTo>
                      <a:pt x="6530" y="1715"/>
                      <a:pt x="6453" y="1727"/>
                      <a:pt x="6426" y="1735"/>
                    </a:cubicBezTo>
                    <a:cubicBezTo>
                      <a:pt x="6402" y="1743"/>
                      <a:pt x="6410" y="1751"/>
                      <a:pt x="6410" y="1751"/>
                    </a:cubicBezTo>
                    <a:cubicBezTo>
                      <a:pt x="6410" y="1751"/>
                      <a:pt x="6368" y="1785"/>
                      <a:pt x="6341" y="1801"/>
                    </a:cubicBezTo>
                    <a:cubicBezTo>
                      <a:pt x="6317" y="1825"/>
                      <a:pt x="6301" y="1843"/>
                      <a:pt x="6283" y="1843"/>
                    </a:cubicBezTo>
                    <a:cubicBezTo>
                      <a:pt x="6275" y="1847"/>
                      <a:pt x="6271" y="1849"/>
                      <a:pt x="6268" y="1849"/>
                    </a:cubicBezTo>
                    <a:cubicBezTo>
                      <a:pt x="6265" y="1849"/>
                      <a:pt x="6263" y="1847"/>
                      <a:pt x="6259" y="1843"/>
                    </a:cubicBezTo>
                    <a:cubicBezTo>
                      <a:pt x="6251" y="1843"/>
                      <a:pt x="6241" y="1843"/>
                      <a:pt x="6225" y="1835"/>
                    </a:cubicBezTo>
                    <a:cubicBezTo>
                      <a:pt x="6209" y="1825"/>
                      <a:pt x="6201" y="1825"/>
                      <a:pt x="6175" y="1825"/>
                    </a:cubicBezTo>
                    <a:cubicBezTo>
                      <a:pt x="6163" y="1821"/>
                      <a:pt x="6152" y="1821"/>
                      <a:pt x="6144" y="1821"/>
                    </a:cubicBezTo>
                    <a:cubicBezTo>
                      <a:pt x="6135" y="1821"/>
                      <a:pt x="6129" y="1821"/>
                      <a:pt x="6125" y="1817"/>
                    </a:cubicBezTo>
                    <a:lnTo>
                      <a:pt x="6075" y="1817"/>
                    </a:lnTo>
                    <a:cubicBezTo>
                      <a:pt x="6072" y="1814"/>
                      <a:pt x="6066" y="1813"/>
                      <a:pt x="6060" y="1813"/>
                    </a:cubicBezTo>
                    <a:cubicBezTo>
                      <a:pt x="6048" y="1813"/>
                      <a:pt x="6033" y="1817"/>
                      <a:pt x="6033" y="1817"/>
                    </a:cubicBezTo>
                    <a:cubicBezTo>
                      <a:pt x="6033" y="1817"/>
                      <a:pt x="6025" y="1809"/>
                      <a:pt x="6009" y="1809"/>
                    </a:cubicBezTo>
                    <a:cubicBezTo>
                      <a:pt x="5974" y="1801"/>
                      <a:pt x="5916" y="1785"/>
                      <a:pt x="5908" y="1785"/>
                    </a:cubicBezTo>
                    <a:cubicBezTo>
                      <a:pt x="5908" y="1775"/>
                      <a:pt x="5816" y="1775"/>
                      <a:pt x="5816" y="1775"/>
                    </a:cubicBezTo>
                    <a:cubicBezTo>
                      <a:pt x="5816" y="1775"/>
                      <a:pt x="5797" y="1779"/>
                      <a:pt x="5785" y="1779"/>
                    </a:cubicBezTo>
                    <a:cubicBezTo>
                      <a:pt x="5779" y="1779"/>
                      <a:pt x="5774" y="1778"/>
                      <a:pt x="5774" y="1775"/>
                    </a:cubicBezTo>
                    <a:cubicBezTo>
                      <a:pt x="5770" y="1775"/>
                      <a:pt x="5760" y="1778"/>
                      <a:pt x="5749" y="1778"/>
                    </a:cubicBezTo>
                    <a:cubicBezTo>
                      <a:pt x="5739" y="1778"/>
                      <a:pt x="5727" y="1775"/>
                      <a:pt x="5716" y="1767"/>
                    </a:cubicBezTo>
                    <a:lnTo>
                      <a:pt x="5708" y="1767"/>
                    </a:lnTo>
                    <a:cubicBezTo>
                      <a:pt x="5700" y="1767"/>
                      <a:pt x="5700" y="1767"/>
                      <a:pt x="5700" y="1759"/>
                    </a:cubicBezTo>
                    <a:cubicBezTo>
                      <a:pt x="5690" y="1759"/>
                      <a:pt x="5682" y="1751"/>
                      <a:pt x="5666" y="1743"/>
                    </a:cubicBezTo>
                    <a:cubicBezTo>
                      <a:pt x="5650" y="1717"/>
                      <a:pt x="5666" y="1735"/>
                      <a:pt x="5658" y="1717"/>
                    </a:cubicBezTo>
                    <a:cubicBezTo>
                      <a:pt x="5654" y="1713"/>
                      <a:pt x="5649" y="1713"/>
                      <a:pt x="5644" y="1713"/>
                    </a:cubicBezTo>
                    <a:cubicBezTo>
                      <a:pt x="5638" y="1713"/>
                      <a:pt x="5632" y="1713"/>
                      <a:pt x="5624" y="1709"/>
                    </a:cubicBezTo>
                    <a:cubicBezTo>
                      <a:pt x="5599" y="1709"/>
                      <a:pt x="5581" y="1717"/>
                      <a:pt x="5573" y="1725"/>
                    </a:cubicBezTo>
                    <a:lnTo>
                      <a:pt x="5531" y="1725"/>
                    </a:lnTo>
                    <a:cubicBezTo>
                      <a:pt x="5531" y="1725"/>
                      <a:pt x="5431" y="1725"/>
                      <a:pt x="5423" y="1717"/>
                    </a:cubicBezTo>
                    <a:cubicBezTo>
                      <a:pt x="5415" y="1709"/>
                      <a:pt x="5407" y="1717"/>
                      <a:pt x="5399" y="1701"/>
                    </a:cubicBezTo>
                    <a:cubicBezTo>
                      <a:pt x="5399" y="1693"/>
                      <a:pt x="5373" y="1693"/>
                      <a:pt x="5373" y="1675"/>
                    </a:cubicBezTo>
                    <a:cubicBezTo>
                      <a:pt x="5373" y="1659"/>
                      <a:pt x="5357" y="1659"/>
                      <a:pt x="5339" y="1643"/>
                    </a:cubicBezTo>
                    <a:cubicBezTo>
                      <a:pt x="5333" y="1640"/>
                      <a:pt x="5329" y="1639"/>
                      <a:pt x="5325" y="1639"/>
                    </a:cubicBezTo>
                    <a:cubicBezTo>
                      <a:pt x="5317" y="1639"/>
                      <a:pt x="5312" y="1643"/>
                      <a:pt x="5307" y="1643"/>
                    </a:cubicBezTo>
                    <a:cubicBezTo>
                      <a:pt x="5303" y="1639"/>
                      <a:pt x="5296" y="1639"/>
                      <a:pt x="5288" y="1639"/>
                    </a:cubicBezTo>
                    <a:cubicBezTo>
                      <a:pt x="5279" y="1639"/>
                      <a:pt x="5269" y="1639"/>
                      <a:pt x="5257" y="1635"/>
                    </a:cubicBezTo>
                    <a:cubicBezTo>
                      <a:pt x="5238" y="1616"/>
                      <a:pt x="5238" y="1624"/>
                      <a:pt x="5230" y="1616"/>
                    </a:cubicBezTo>
                    <a:cubicBezTo>
                      <a:pt x="5214" y="1616"/>
                      <a:pt x="5172" y="1635"/>
                      <a:pt x="5148" y="1643"/>
                    </a:cubicBezTo>
                    <a:cubicBezTo>
                      <a:pt x="5122" y="1651"/>
                      <a:pt x="5130" y="1651"/>
                      <a:pt x="5122" y="1659"/>
                    </a:cubicBezTo>
                    <a:cubicBezTo>
                      <a:pt x="5122" y="1667"/>
                      <a:pt x="5080" y="1693"/>
                      <a:pt x="5064" y="1693"/>
                    </a:cubicBezTo>
                    <a:cubicBezTo>
                      <a:pt x="5062" y="1692"/>
                      <a:pt x="5060" y="1691"/>
                      <a:pt x="5058" y="1691"/>
                    </a:cubicBezTo>
                    <a:cubicBezTo>
                      <a:pt x="5045" y="1691"/>
                      <a:pt x="5036" y="1710"/>
                      <a:pt x="5022" y="1717"/>
                    </a:cubicBezTo>
                    <a:cubicBezTo>
                      <a:pt x="5006" y="1725"/>
                      <a:pt x="4998" y="1743"/>
                      <a:pt x="4980" y="1759"/>
                    </a:cubicBezTo>
                    <a:cubicBezTo>
                      <a:pt x="4972" y="1775"/>
                      <a:pt x="4964" y="1809"/>
                      <a:pt x="4964" y="1809"/>
                    </a:cubicBezTo>
                    <a:cubicBezTo>
                      <a:pt x="4964" y="1809"/>
                      <a:pt x="4988" y="1851"/>
                      <a:pt x="4988" y="1859"/>
                    </a:cubicBezTo>
                    <a:cubicBezTo>
                      <a:pt x="4988" y="1867"/>
                      <a:pt x="5006" y="1901"/>
                      <a:pt x="5006" y="1909"/>
                    </a:cubicBezTo>
                    <a:cubicBezTo>
                      <a:pt x="5014" y="1917"/>
                      <a:pt x="4980" y="1985"/>
                      <a:pt x="4980" y="1985"/>
                    </a:cubicBezTo>
                    <a:lnTo>
                      <a:pt x="4930" y="2010"/>
                    </a:lnTo>
                    <a:cubicBezTo>
                      <a:pt x="4930" y="2010"/>
                      <a:pt x="4898" y="2036"/>
                      <a:pt x="4880" y="2036"/>
                    </a:cubicBezTo>
                    <a:cubicBezTo>
                      <a:pt x="4872" y="2044"/>
                      <a:pt x="4855" y="2044"/>
                      <a:pt x="4847" y="2052"/>
                    </a:cubicBezTo>
                    <a:cubicBezTo>
                      <a:pt x="4837" y="2052"/>
                      <a:pt x="4813" y="2026"/>
                      <a:pt x="4797" y="2010"/>
                    </a:cubicBezTo>
                    <a:cubicBezTo>
                      <a:pt x="4779" y="2002"/>
                      <a:pt x="4763" y="1993"/>
                      <a:pt x="4755" y="1985"/>
                    </a:cubicBezTo>
                    <a:cubicBezTo>
                      <a:pt x="4737" y="1975"/>
                      <a:pt x="4721" y="1985"/>
                      <a:pt x="4705" y="1967"/>
                    </a:cubicBezTo>
                    <a:cubicBezTo>
                      <a:pt x="4687" y="1951"/>
                      <a:pt x="4655" y="1959"/>
                      <a:pt x="4647" y="1951"/>
                    </a:cubicBezTo>
                    <a:cubicBezTo>
                      <a:pt x="4637" y="1943"/>
                      <a:pt x="4613" y="1943"/>
                      <a:pt x="4613" y="1943"/>
                    </a:cubicBezTo>
                    <a:cubicBezTo>
                      <a:pt x="4613" y="1943"/>
                      <a:pt x="4513" y="1935"/>
                      <a:pt x="4513" y="1925"/>
                    </a:cubicBezTo>
                    <a:cubicBezTo>
                      <a:pt x="4511" y="1924"/>
                      <a:pt x="4510" y="1924"/>
                      <a:pt x="4508" y="1924"/>
                    </a:cubicBezTo>
                    <a:cubicBezTo>
                      <a:pt x="4496" y="1924"/>
                      <a:pt x="4468" y="1943"/>
                      <a:pt x="4454" y="1943"/>
                    </a:cubicBezTo>
                    <a:cubicBezTo>
                      <a:pt x="4428" y="1943"/>
                      <a:pt x="4436" y="1943"/>
                      <a:pt x="4428" y="1935"/>
                    </a:cubicBezTo>
                    <a:cubicBezTo>
                      <a:pt x="4424" y="1926"/>
                      <a:pt x="4415" y="1924"/>
                      <a:pt x="4407" y="1924"/>
                    </a:cubicBezTo>
                    <a:cubicBezTo>
                      <a:pt x="4399" y="1924"/>
                      <a:pt x="4391" y="1925"/>
                      <a:pt x="4386" y="1925"/>
                    </a:cubicBezTo>
                    <a:cubicBezTo>
                      <a:pt x="4370" y="1917"/>
                      <a:pt x="4378" y="1901"/>
                      <a:pt x="4370" y="1885"/>
                    </a:cubicBezTo>
                    <a:cubicBezTo>
                      <a:pt x="4370" y="1859"/>
                      <a:pt x="4346" y="1851"/>
                      <a:pt x="4336" y="1825"/>
                    </a:cubicBezTo>
                    <a:cubicBezTo>
                      <a:pt x="4320" y="1801"/>
                      <a:pt x="4320" y="1801"/>
                      <a:pt x="4320" y="1793"/>
                    </a:cubicBezTo>
                    <a:cubicBezTo>
                      <a:pt x="4312" y="1785"/>
                      <a:pt x="4304" y="1775"/>
                      <a:pt x="4296" y="1767"/>
                    </a:cubicBezTo>
                    <a:cubicBezTo>
                      <a:pt x="4278" y="1767"/>
                      <a:pt x="4254" y="1785"/>
                      <a:pt x="4236" y="1785"/>
                    </a:cubicBezTo>
                    <a:cubicBezTo>
                      <a:pt x="4228" y="1775"/>
                      <a:pt x="4146" y="1735"/>
                      <a:pt x="4146" y="1735"/>
                    </a:cubicBezTo>
                    <a:lnTo>
                      <a:pt x="4061" y="1725"/>
                    </a:lnTo>
                    <a:cubicBezTo>
                      <a:pt x="4061" y="1725"/>
                      <a:pt x="4005" y="1737"/>
                      <a:pt x="3980" y="1737"/>
                    </a:cubicBezTo>
                    <a:cubicBezTo>
                      <a:pt x="3975" y="1737"/>
                      <a:pt x="3971" y="1736"/>
                      <a:pt x="3969" y="1735"/>
                    </a:cubicBezTo>
                    <a:cubicBezTo>
                      <a:pt x="3969" y="1733"/>
                      <a:pt x="3968" y="1732"/>
                      <a:pt x="3966" y="1732"/>
                    </a:cubicBezTo>
                    <a:cubicBezTo>
                      <a:pt x="3959" y="1732"/>
                      <a:pt x="3941" y="1744"/>
                      <a:pt x="3927" y="1751"/>
                    </a:cubicBezTo>
                    <a:cubicBezTo>
                      <a:pt x="3911" y="1751"/>
                      <a:pt x="3903" y="1743"/>
                      <a:pt x="3903" y="1743"/>
                    </a:cubicBezTo>
                    <a:cubicBezTo>
                      <a:pt x="3903" y="1743"/>
                      <a:pt x="3877" y="1735"/>
                      <a:pt x="3869" y="1725"/>
                    </a:cubicBezTo>
                    <a:cubicBezTo>
                      <a:pt x="3853" y="1709"/>
                      <a:pt x="3845" y="1709"/>
                      <a:pt x="3827" y="1709"/>
                    </a:cubicBezTo>
                    <a:cubicBezTo>
                      <a:pt x="3819" y="1701"/>
                      <a:pt x="3803" y="1701"/>
                      <a:pt x="3795" y="1693"/>
                    </a:cubicBezTo>
                    <a:cubicBezTo>
                      <a:pt x="3785" y="1693"/>
                      <a:pt x="3777" y="1685"/>
                      <a:pt x="3777" y="1685"/>
                    </a:cubicBezTo>
                    <a:cubicBezTo>
                      <a:pt x="3761" y="1675"/>
                      <a:pt x="3752" y="1659"/>
                      <a:pt x="3744" y="1651"/>
                    </a:cubicBezTo>
                    <a:cubicBezTo>
                      <a:pt x="3734" y="1643"/>
                      <a:pt x="3726" y="1624"/>
                      <a:pt x="3710" y="1616"/>
                    </a:cubicBezTo>
                    <a:cubicBezTo>
                      <a:pt x="3708" y="1614"/>
                      <a:pt x="3703" y="1613"/>
                      <a:pt x="3698" y="1613"/>
                    </a:cubicBezTo>
                    <a:cubicBezTo>
                      <a:pt x="3688" y="1613"/>
                      <a:pt x="3676" y="1616"/>
                      <a:pt x="3676" y="1616"/>
                    </a:cubicBezTo>
                    <a:cubicBezTo>
                      <a:pt x="3676" y="1616"/>
                      <a:pt x="3670" y="1636"/>
                      <a:pt x="3658" y="1636"/>
                    </a:cubicBezTo>
                    <a:cubicBezTo>
                      <a:pt x="3656" y="1636"/>
                      <a:pt x="3654" y="1636"/>
                      <a:pt x="3652" y="1635"/>
                    </a:cubicBezTo>
                    <a:cubicBezTo>
                      <a:pt x="3644" y="1635"/>
                      <a:pt x="3626" y="1635"/>
                      <a:pt x="3618" y="1616"/>
                    </a:cubicBezTo>
                    <a:cubicBezTo>
                      <a:pt x="3602" y="1600"/>
                      <a:pt x="3594" y="1600"/>
                      <a:pt x="3584" y="1584"/>
                    </a:cubicBezTo>
                    <a:cubicBezTo>
                      <a:pt x="3568" y="1566"/>
                      <a:pt x="3584" y="1574"/>
                      <a:pt x="3594" y="1566"/>
                    </a:cubicBezTo>
                    <a:cubicBezTo>
                      <a:pt x="3610" y="1550"/>
                      <a:pt x="3610" y="1542"/>
                      <a:pt x="3618" y="1534"/>
                    </a:cubicBezTo>
                    <a:cubicBezTo>
                      <a:pt x="3618" y="1524"/>
                      <a:pt x="3652" y="1516"/>
                      <a:pt x="3652" y="1508"/>
                    </a:cubicBezTo>
                    <a:cubicBezTo>
                      <a:pt x="3652" y="1500"/>
                      <a:pt x="3676" y="1492"/>
                      <a:pt x="3684" y="1474"/>
                    </a:cubicBezTo>
                    <a:cubicBezTo>
                      <a:pt x="3702" y="1458"/>
                      <a:pt x="3702" y="1442"/>
                      <a:pt x="3710" y="1424"/>
                    </a:cubicBezTo>
                    <a:cubicBezTo>
                      <a:pt x="3718" y="1408"/>
                      <a:pt x="3710" y="1408"/>
                      <a:pt x="3710" y="1392"/>
                    </a:cubicBezTo>
                    <a:lnTo>
                      <a:pt x="3710" y="1366"/>
                    </a:lnTo>
                    <a:cubicBezTo>
                      <a:pt x="3710" y="1358"/>
                      <a:pt x="3660" y="1292"/>
                      <a:pt x="3652" y="1284"/>
                    </a:cubicBezTo>
                    <a:cubicBezTo>
                      <a:pt x="3634" y="1274"/>
                      <a:pt x="3626" y="1266"/>
                      <a:pt x="3618" y="1249"/>
                    </a:cubicBezTo>
                    <a:cubicBezTo>
                      <a:pt x="3618" y="1241"/>
                      <a:pt x="3626" y="1241"/>
                      <a:pt x="3634" y="1223"/>
                    </a:cubicBezTo>
                    <a:cubicBezTo>
                      <a:pt x="3634" y="1207"/>
                      <a:pt x="3652" y="1207"/>
                      <a:pt x="3652" y="1183"/>
                    </a:cubicBezTo>
                    <a:cubicBezTo>
                      <a:pt x="3660" y="1165"/>
                      <a:pt x="3676" y="1157"/>
                      <a:pt x="3684" y="1123"/>
                    </a:cubicBezTo>
                    <a:cubicBezTo>
                      <a:pt x="3684" y="1123"/>
                      <a:pt x="3660" y="1107"/>
                      <a:pt x="3652" y="1107"/>
                    </a:cubicBezTo>
                    <a:cubicBezTo>
                      <a:pt x="3652" y="1115"/>
                      <a:pt x="3618" y="1149"/>
                      <a:pt x="3594" y="1157"/>
                    </a:cubicBezTo>
                    <a:cubicBezTo>
                      <a:pt x="3584" y="1157"/>
                      <a:pt x="3584" y="1165"/>
                      <a:pt x="3576" y="1165"/>
                    </a:cubicBezTo>
                    <a:cubicBezTo>
                      <a:pt x="3584" y="1157"/>
                      <a:pt x="3594" y="1157"/>
                      <a:pt x="3584" y="1149"/>
                    </a:cubicBezTo>
                    <a:cubicBezTo>
                      <a:pt x="3584" y="1133"/>
                      <a:pt x="3576" y="1107"/>
                      <a:pt x="3576" y="1091"/>
                    </a:cubicBezTo>
                    <a:cubicBezTo>
                      <a:pt x="3568" y="1083"/>
                      <a:pt x="3552" y="1083"/>
                      <a:pt x="3526" y="1065"/>
                    </a:cubicBezTo>
                    <a:cubicBezTo>
                      <a:pt x="3522" y="1063"/>
                      <a:pt x="3519" y="1063"/>
                      <a:pt x="3517" y="1063"/>
                    </a:cubicBezTo>
                    <a:cubicBezTo>
                      <a:pt x="3509" y="1063"/>
                      <a:pt x="3504" y="1067"/>
                      <a:pt x="3499" y="1067"/>
                    </a:cubicBezTo>
                    <a:cubicBezTo>
                      <a:pt x="3497" y="1067"/>
                      <a:pt x="3495" y="1067"/>
                      <a:pt x="3494" y="1065"/>
                    </a:cubicBezTo>
                    <a:cubicBezTo>
                      <a:pt x="3484" y="1065"/>
                      <a:pt x="3460" y="1091"/>
                      <a:pt x="3452" y="1091"/>
                    </a:cubicBezTo>
                    <a:cubicBezTo>
                      <a:pt x="3452" y="1099"/>
                      <a:pt x="3426" y="1115"/>
                      <a:pt x="3426" y="1115"/>
                    </a:cubicBezTo>
                    <a:cubicBezTo>
                      <a:pt x="3426" y="1115"/>
                      <a:pt x="3351" y="1149"/>
                      <a:pt x="3317" y="1157"/>
                    </a:cubicBezTo>
                    <a:lnTo>
                      <a:pt x="3309" y="1165"/>
                    </a:lnTo>
                    <a:cubicBezTo>
                      <a:pt x="3308" y="1164"/>
                      <a:pt x="3305" y="1163"/>
                      <a:pt x="3302" y="1163"/>
                    </a:cubicBezTo>
                    <a:cubicBezTo>
                      <a:pt x="3289" y="1163"/>
                      <a:pt x="3266" y="1173"/>
                      <a:pt x="3259" y="1173"/>
                    </a:cubicBezTo>
                    <a:cubicBezTo>
                      <a:pt x="3251" y="1165"/>
                      <a:pt x="3233" y="1173"/>
                      <a:pt x="3217" y="1149"/>
                    </a:cubicBezTo>
                    <a:cubicBezTo>
                      <a:pt x="3212" y="1142"/>
                      <a:pt x="3209" y="1139"/>
                      <a:pt x="3205" y="1139"/>
                    </a:cubicBezTo>
                    <a:cubicBezTo>
                      <a:pt x="3198" y="1139"/>
                      <a:pt x="3192" y="1150"/>
                      <a:pt x="3186" y="1150"/>
                    </a:cubicBezTo>
                    <a:cubicBezTo>
                      <a:pt x="3185" y="1150"/>
                      <a:pt x="3184" y="1150"/>
                      <a:pt x="3183" y="1149"/>
                    </a:cubicBezTo>
                    <a:cubicBezTo>
                      <a:pt x="3183" y="1148"/>
                      <a:pt x="3182" y="1147"/>
                      <a:pt x="3181" y="1147"/>
                    </a:cubicBezTo>
                    <a:cubicBezTo>
                      <a:pt x="3177" y="1147"/>
                      <a:pt x="3167" y="1157"/>
                      <a:pt x="3167" y="1157"/>
                    </a:cubicBezTo>
                    <a:cubicBezTo>
                      <a:pt x="3166" y="1156"/>
                      <a:pt x="3164" y="1156"/>
                      <a:pt x="3162" y="1156"/>
                    </a:cubicBezTo>
                    <a:cubicBezTo>
                      <a:pt x="3152" y="1156"/>
                      <a:pt x="3132" y="1167"/>
                      <a:pt x="3122" y="1167"/>
                    </a:cubicBezTo>
                    <a:cubicBezTo>
                      <a:pt x="3120" y="1167"/>
                      <a:pt x="3118" y="1166"/>
                      <a:pt x="3117" y="1165"/>
                    </a:cubicBezTo>
                    <a:cubicBezTo>
                      <a:pt x="3113" y="1161"/>
                      <a:pt x="3109" y="1161"/>
                      <a:pt x="3105" y="1161"/>
                    </a:cubicBezTo>
                    <a:cubicBezTo>
                      <a:pt x="3101" y="1161"/>
                      <a:pt x="3097" y="1161"/>
                      <a:pt x="3093" y="1157"/>
                    </a:cubicBezTo>
                    <a:cubicBezTo>
                      <a:pt x="3089" y="1155"/>
                      <a:pt x="3084" y="1154"/>
                      <a:pt x="3077" y="1154"/>
                    </a:cubicBezTo>
                    <a:cubicBezTo>
                      <a:pt x="3064" y="1154"/>
                      <a:pt x="3048" y="1157"/>
                      <a:pt x="3043" y="1157"/>
                    </a:cubicBezTo>
                    <a:cubicBezTo>
                      <a:pt x="3033" y="1157"/>
                      <a:pt x="3017" y="1165"/>
                      <a:pt x="3008" y="1173"/>
                    </a:cubicBezTo>
                    <a:cubicBezTo>
                      <a:pt x="3000" y="1173"/>
                      <a:pt x="2982" y="1199"/>
                      <a:pt x="2982" y="1199"/>
                    </a:cubicBezTo>
                    <a:cubicBezTo>
                      <a:pt x="2982" y="1199"/>
                      <a:pt x="2924" y="1241"/>
                      <a:pt x="2900" y="1241"/>
                    </a:cubicBezTo>
                    <a:cubicBezTo>
                      <a:pt x="2892" y="1241"/>
                      <a:pt x="2866" y="1223"/>
                      <a:pt x="2866" y="1223"/>
                    </a:cubicBezTo>
                    <a:lnTo>
                      <a:pt x="2850" y="1207"/>
                    </a:lnTo>
                    <a:lnTo>
                      <a:pt x="2732" y="1199"/>
                    </a:lnTo>
                    <a:cubicBezTo>
                      <a:pt x="2732" y="1199"/>
                      <a:pt x="2682" y="1215"/>
                      <a:pt x="2674" y="1215"/>
                    </a:cubicBezTo>
                    <a:cubicBezTo>
                      <a:pt x="2671" y="1213"/>
                      <a:pt x="2667" y="1212"/>
                      <a:pt x="2661" y="1212"/>
                    </a:cubicBezTo>
                    <a:cubicBezTo>
                      <a:pt x="2646" y="1212"/>
                      <a:pt x="2624" y="1218"/>
                      <a:pt x="2607" y="1223"/>
                    </a:cubicBezTo>
                    <a:cubicBezTo>
                      <a:pt x="2581" y="1223"/>
                      <a:pt x="2599" y="1233"/>
                      <a:pt x="2581" y="1233"/>
                    </a:cubicBezTo>
                    <a:cubicBezTo>
                      <a:pt x="2580" y="1232"/>
                      <a:pt x="2579" y="1231"/>
                      <a:pt x="2577" y="1231"/>
                    </a:cubicBezTo>
                    <a:cubicBezTo>
                      <a:pt x="2568" y="1231"/>
                      <a:pt x="2555" y="1251"/>
                      <a:pt x="2541" y="1258"/>
                    </a:cubicBezTo>
                    <a:cubicBezTo>
                      <a:pt x="2531" y="1258"/>
                      <a:pt x="2491" y="1284"/>
                      <a:pt x="2481" y="1284"/>
                    </a:cubicBezTo>
                    <a:cubicBezTo>
                      <a:pt x="2465" y="1284"/>
                      <a:pt x="2365" y="1308"/>
                      <a:pt x="2341" y="1308"/>
                    </a:cubicBezTo>
                    <a:cubicBezTo>
                      <a:pt x="2337" y="1307"/>
                      <a:pt x="2334" y="1306"/>
                      <a:pt x="2331" y="1306"/>
                    </a:cubicBezTo>
                    <a:cubicBezTo>
                      <a:pt x="2305" y="1306"/>
                      <a:pt x="2298" y="1334"/>
                      <a:pt x="2291" y="1334"/>
                    </a:cubicBezTo>
                    <a:cubicBezTo>
                      <a:pt x="2288" y="1332"/>
                      <a:pt x="2285" y="1331"/>
                      <a:pt x="2283" y="1331"/>
                    </a:cubicBezTo>
                    <a:cubicBezTo>
                      <a:pt x="2270" y="1331"/>
                      <a:pt x="2263" y="1351"/>
                      <a:pt x="2256" y="1358"/>
                    </a:cubicBezTo>
                    <a:cubicBezTo>
                      <a:pt x="2248" y="1366"/>
                      <a:pt x="2230" y="1384"/>
                      <a:pt x="2222" y="1384"/>
                    </a:cubicBezTo>
                    <a:cubicBezTo>
                      <a:pt x="2214" y="1392"/>
                      <a:pt x="2180" y="1424"/>
                      <a:pt x="2172" y="1424"/>
                    </a:cubicBezTo>
                    <a:cubicBezTo>
                      <a:pt x="2164" y="1424"/>
                      <a:pt x="2164" y="1408"/>
                      <a:pt x="2164" y="1408"/>
                    </a:cubicBezTo>
                    <a:cubicBezTo>
                      <a:pt x="2164" y="1408"/>
                      <a:pt x="2064" y="1450"/>
                      <a:pt x="2056" y="1450"/>
                    </a:cubicBezTo>
                    <a:cubicBezTo>
                      <a:pt x="2048" y="1450"/>
                      <a:pt x="2040" y="1466"/>
                      <a:pt x="2030" y="1474"/>
                    </a:cubicBezTo>
                    <a:cubicBezTo>
                      <a:pt x="2022" y="1484"/>
                      <a:pt x="2006" y="1500"/>
                      <a:pt x="1998" y="1508"/>
                    </a:cubicBezTo>
                    <a:lnTo>
                      <a:pt x="1972" y="1542"/>
                    </a:lnTo>
                    <a:lnTo>
                      <a:pt x="1948" y="1566"/>
                    </a:lnTo>
                    <a:cubicBezTo>
                      <a:pt x="1948" y="1566"/>
                      <a:pt x="1932" y="1577"/>
                      <a:pt x="1921" y="1577"/>
                    </a:cubicBezTo>
                    <a:cubicBezTo>
                      <a:pt x="1918" y="1577"/>
                      <a:pt x="1915" y="1577"/>
                      <a:pt x="1914" y="1574"/>
                    </a:cubicBezTo>
                    <a:cubicBezTo>
                      <a:pt x="1908" y="1574"/>
                      <a:pt x="1903" y="1579"/>
                      <a:pt x="1895" y="1579"/>
                    </a:cubicBezTo>
                    <a:cubicBezTo>
                      <a:pt x="1890" y="1579"/>
                      <a:pt x="1885" y="1578"/>
                      <a:pt x="1879" y="1574"/>
                    </a:cubicBezTo>
                    <a:cubicBezTo>
                      <a:pt x="1869" y="1574"/>
                      <a:pt x="1862" y="1579"/>
                      <a:pt x="1856" y="1579"/>
                    </a:cubicBezTo>
                    <a:cubicBezTo>
                      <a:pt x="1853" y="1579"/>
                      <a:pt x="1850" y="1578"/>
                      <a:pt x="1847" y="1574"/>
                    </a:cubicBezTo>
                    <a:cubicBezTo>
                      <a:pt x="1847" y="1558"/>
                      <a:pt x="1829" y="1566"/>
                      <a:pt x="1821" y="1558"/>
                    </a:cubicBezTo>
                    <a:cubicBezTo>
                      <a:pt x="1821" y="1557"/>
                      <a:pt x="1821" y="1557"/>
                      <a:pt x="1819" y="1557"/>
                    </a:cubicBezTo>
                    <a:cubicBezTo>
                      <a:pt x="1814" y="1557"/>
                      <a:pt x="1801" y="1564"/>
                      <a:pt x="1791" y="1564"/>
                    </a:cubicBezTo>
                    <a:cubicBezTo>
                      <a:pt x="1786" y="1564"/>
                      <a:pt x="1782" y="1563"/>
                      <a:pt x="1779" y="1558"/>
                    </a:cubicBezTo>
                    <a:cubicBezTo>
                      <a:pt x="1771" y="1550"/>
                      <a:pt x="1771" y="1550"/>
                      <a:pt x="1763" y="1542"/>
                    </a:cubicBezTo>
                    <a:cubicBezTo>
                      <a:pt x="1758" y="1536"/>
                      <a:pt x="1753" y="1534"/>
                      <a:pt x="1749" y="1534"/>
                    </a:cubicBezTo>
                    <a:cubicBezTo>
                      <a:pt x="1742" y="1534"/>
                      <a:pt x="1736" y="1542"/>
                      <a:pt x="1729" y="1542"/>
                    </a:cubicBezTo>
                    <a:cubicBezTo>
                      <a:pt x="1713" y="1542"/>
                      <a:pt x="1697" y="1550"/>
                      <a:pt x="1697" y="1550"/>
                    </a:cubicBezTo>
                    <a:lnTo>
                      <a:pt x="1671" y="1566"/>
                    </a:lnTo>
                    <a:cubicBezTo>
                      <a:pt x="1671" y="1566"/>
                      <a:pt x="1621" y="1574"/>
                      <a:pt x="1613" y="1574"/>
                    </a:cubicBezTo>
                    <a:cubicBezTo>
                      <a:pt x="1610" y="1577"/>
                      <a:pt x="1606" y="1579"/>
                      <a:pt x="1600" y="1579"/>
                    </a:cubicBezTo>
                    <a:cubicBezTo>
                      <a:pt x="1587" y="1579"/>
                      <a:pt x="1571" y="1572"/>
                      <a:pt x="1571" y="1566"/>
                    </a:cubicBezTo>
                    <a:cubicBezTo>
                      <a:pt x="1569" y="1565"/>
                      <a:pt x="1565" y="1564"/>
                      <a:pt x="1560" y="1564"/>
                    </a:cubicBezTo>
                    <a:cubicBezTo>
                      <a:pt x="1551" y="1564"/>
                      <a:pt x="1538" y="1566"/>
                      <a:pt x="1528" y="1566"/>
                    </a:cubicBezTo>
                    <a:cubicBezTo>
                      <a:pt x="1519" y="1566"/>
                      <a:pt x="1512" y="1564"/>
                      <a:pt x="1512" y="1558"/>
                    </a:cubicBezTo>
                    <a:cubicBezTo>
                      <a:pt x="1504" y="1542"/>
                      <a:pt x="1438" y="1542"/>
                      <a:pt x="1438" y="1524"/>
                    </a:cubicBezTo>
                    <a:cubicBezTo>
                      <a:pt x="1438" y="1508"/>
                      <a:pt x="1420" y="1516"/>
                      <a:pt x="1412" y="1500"/>
                    </a:cubicBezTo>
                    <a:cubicBezTo>
                      <a:pt x="1412" y="1492"/>
                      <a:pt x="1388" y="1492"/>
                      <a:pt x="1388" y="1484"/>
                    </a:cubicBezTo>
                    <a:cubicBezTo>
                      <a:pt x="1388" y="1482"/>
                      <a:pt x="1388" y="1482"/>
                      <a:pt x="1387" y="1482"/>
                    </a:cubicBezTo>
                    <a:cubicBezTo>
                      <a:pt x="1383" y="1482"/>
                      <a:pt x="1369" y="1500"/>
                      <a:pt x="1362" y="1500"/>
                    </a:cubicBezTo>
                    <a:cubicBezTo>
                      <a:pt x="1362" y="1508"/>
                      <a:pt x="1354" y="1524"/>
                      <a:pt x="1346" y="1542"/>
                    </a:cubicBezTo>
                    <a:cubicBezTo>
                      <a:pt x="1338" y="1566"/>
                      <a:pt x="1346" y="1566"/>
                      <a:pt x="1338" y="1574"/>
                    </a:cubicBezTo>
                    <a:cubicBezTo>
                      <a:pt x="1338" y="1592"/>
                      <a:pt x="1312" y="1659"/>
                      <a:pt x="1312" y="1659"/>
                    </a:cubicBezTo>
                    <a:cubicBezTo>
                      <a:pt x="1312" y="1659"/>
                      <a:pt x="1304" y="1685"/>
                      <a:pt x="1296" y="1693"/>
                    </a:cubicBezTo>
                    <a:cubicBezTo>
                      <a:pt x="1296" y="1701"/>
                      <a:pt x="1288" y="1717"/>
                      <a:pt x="1288" y="1725"/>
                    </a:cubicBezTo>
                    <a:cubicBezTo>
                      <a:pt x="1288" y="1735"/>
                      <a:pt x="1278" y="1759"/>
                      <a:pt x="1270" y="1759"/>
                    </a:cubicBezTo>
                    <a:cubicBezTo>
                      <a:pt x="1263" y="1766"/>
                      <a:pt x="1249" y="1794"/>
                      <a:pt x="1240" y="1794"/>
                    </a:cubicBezTo>
                    <a:cubicBezTo>
                      <a:pt x="1239" y="1794"/>
                      <a:pt x="1239" y="1794"/>
                      <a:pt x="1238" y="1793"/>
                    </a:cubicBezTo>
                    <a:cubicBezTo>
                      <a:pt x="1228" y="1793"/>
                      <a:pt x="1212" y="1825"/>
                      <a:pt x="1212" y="1825"/>
                    </a:cubicBezTo>
                    <a:lnTo>
                      <a:pt x="1145" y="1859"/>
                    </a:lnTo>
                    <a:cubicBezTo>
                      <a:pt x="1145" y="1859"/>
                      <a:pt x="1116" y="1877"/>
                      <a:pt x="1102" y="1877"/>
                    </a:cubicBezTo>
                    <a:cubicBezTo>
                      <a:pt x="1099" y="1877"/>
                      <a:pt x="1097" y="1877"/>
                      <a:pt x="1095" y="1875"/>
                    </a:cubicBezTo>
                    <a:cubicBezTo>
                      <a:pt x="1095" y="1874"/>
                      <a:pt x="1093" y="1874"/>
                      <a:pt x="1092" y="1874"/>
                    </a:cubicBezTo>
                    <a:cubicBezTo>
                      <a:pt x="1082" y="1874"/>
                      <a:pt x="1061" y="1901"/>
                      <a:pt x="1061" y="1901"/>
                    </a:cubicBezTo>
                    <a:cubicBezTo>
                      <a:pt x="1053" y="1901"/>
                      <a:pt x="1037" y="1925"/>
                      <a:pt x="1019" y="1951"/>
                    </a:cubicBezTo>
                    <a:cubicBezTo>
                      <a:pt x="995" y="1975"/>
                      <a:pt x="995" y="1993"/>
                      <a:pt x="977" y="2002"/>
                    </a:cubicBezTo>
                    <a:cubicBezTo>
                      <a:pt x="969" y="2010"/>
                      <a:pt x="953" y="2044"/>
                      <a:pt x="953" y="2052"/>
                    </a:cubicBezTo>
                    <a:cubicBezTo>
                      <a:pt x="945" y="2052"/>
                      <a:pt x="927" y="2094"/>
                      <a:pt x="919" y="2102"/>
                    </a:cubicBezTo>
                    <a:cubicBezTo>
                      <a:pt x="911" y="2110"/>
                      <a:pt x="919" y="2136"/>
                      <a:pt x="919" y="2136"/>
                    </a:cubicBezTo>
                    <a:cubicBezTo>
                      <a:pt x="919" y="2136"/>
                      <a:pt x="895" y="2302"/>
                      <a:pt x="895" y="2318"/>
                    </a:cubicBezTo>
                    <a:cubicBezTo>
                      <a:pt x="895" y="2336"/>
                      <a:pt x="903" y="2360"/>
                      <a:pt x="911" y="2360"/>
                    </a:cubicBezTo>
                    <a:cubicBezTo>
                      <a:pt x="919" y="2360"/>
                      <a:pt x="911" y="2403"/>
                      <a:pt x="919" y="2411"/>
                    </a:cubicBezTo>
                    <a:cubicBezTo>
                      <a:pt x="919" y="2419"/>
                      <a:pt x="911" y="2427"/>
                      <a:pt x="911" y="2437"/>
                    </a:cubicBezTo>
                    <a:cubicBezTo>
                      <a:pt x="903" y="2445"/>
                      <a:pt x="895" y="2477"/>
                      <a:pt x="887" y="2487"/>
                    </a:cubicBezTo>
                    <a:cubicBezTo>
                      <a:pt x="877" y="2495"/>
                      <a:pt x="869" y="2519"/>
                      <a:pt x="861" y="2527"/>
                    </a:cubicBezTo>
                    <a:cubicBezTo>
                      <a:pt x="853" y="2527"/>
                      <a:pt x="845" y="2545"/>
                      <a:pt x="837" y="2561"/>
                    </a:cubicBezTo>
                    <a:cubicBezTo>
                      <a:pt x="819" y="2577"/>
                      <a:pt x="803" y="2577"/>
                      <a:pt x="795" y="2587"/>
                    </a:cubicBezTo>
                    <a:cubicBezTo>
                      <a:pt x="776" y="2595"/>
                      <a:pt x="776" y="2611"/>
                      <a:pt x="776" y="2611"/>
                    </a:cubicBezTo>
                    <a:lnTo>
                      <a:pt x="760" y="2637"/>
                    </a:lnTo>
                    <a:cubicBezTo>
                      <a:pt x="760" y="2637"/>
                      <a:pt x="744" y="2661"/>
                      <a:pt x="736" y="2669"/>
                    </a:cubicBezTo>
                    <a:cubicBezTo>
                      <a:pt x="718" y="2677"/>
                      <a:pt x="710" y="2695"/>
                      <a:pt x="694" y="2703"/>
                    </a:cubicBezTo>
                    <a:cubicBezTo>
                      <a:pt x="676" y="2711"/>
                      <a:pt x="652" y="2727"/>
                      <a:pt x="644" y="2727"/>
                    </a:cubicBezTo>
                    <a:cubicBezTo>
                      <a:pt x="644" y="2727"/>
                      <a:pt x="610" y="2745"/>
                      <a:pt x="576" y="2762"/>
                    </a:cubicBezTo>
                    <a:cubicBezTo>
                      <a:pt x="544" y="2778"/>
                      <a:pt x="510" y="2796"/>
                      <a:pt x="502" y="2796"/>
                    </a:cubicBezTo>
                    <a:cubicBezTo>
                      <a:pt x="494" y="2796"/>
                      <a:pt x="468" y="2838"/>
                      <a:pt x="460" y="2846"/>
                    </a:cubicBezTo>
                    <a:cubicBezTo>
                      <a:pt x="452" y="2862"/>
                      <a:pt x="444" y="2920"/>
                      <a:pt x="444" y="2920"/>
                    </a:cubicBezTo>
                    <a:lnTo>
                      <a:pt x="426" y="2962"/>
                    </a:lnTo>
                    <a:cubicBezTo>
                      <a:pt x="426" y="2962"/>
                      <a:pt x="393" y="3004"/>
                      <a:pt x="385" y="3004"/>
                    </a:cubicBezTo>
                    <a:cubicBezTo>
                      <a:pt x="375" y="3004"/>
                      <a:pt x="343" y="3038"/>
                      <a:pt x="343" y="3038"/>
                    </a:cubicBezTo>
                    <a:cubicBezTo>
                      <a:pt x="343" y="3038"/>
                      <a:pt x="309" y="3078"/>
                      <a:pt x="301" y="3078"/>
                    </a:cubicBezTo>
                    <a:cubicBezTo>
                      <a:pt x="293" y="3078"/>
                      <a:pt x="293" y="3129"/>
                      <a:pt x="293" y="3129"/>
                    </a:cubicBezTo>
                    <a:lnTo>
                      <a:pt x="285" y="3179"/>
                    </a:lnTo>
                    <a:cubicBezTo>
                      <a:pt x="275" y="3189"/>
                      <a:pt x="259" y="3247"/>
                      <a:pt x="259" y="3247"/>
                    </a:cubicBezTo>
                    <a:cubicBezTo>
                      <a:pt x="259" y="3247"/>
                      <a:pt x="235" y="3289"/>
                      <a:pt x="225" y="3297"/>
                    </a:cubicBezTo>
                    <a:cubicBezTo>
                      <a:pt x="225" y="3305"/>
                      <a:pt x="201" y="3329"/>
                      <a:pt x="201" y="3339"/>
                    </a:cubicBezTo>
                    <a:cubicBezTo>
                      <a:pt x="193" y="3347"/>
                      <a:pt x="175" y="3363"/>
                      <a:pt x="167" y="3371"/>
                    </a:cubicBezTo>
                    <a:cubicBezTo>
                      <a:pt x="159" y="3379"/>
                      <a:pt x="151" y="3405"/>
                      <a:pt x="143" y="3413"/>
                    </a:cubicBezTo>
                    <a:lnTo>
                      <a:pt x="143" y="3455"/>
                    </a:lnTo>
                    <a:cubicBezTo>
                      <a:pt x="135" y="3479"/>
                      <a:pt x="135" y="3498"/>
                      <a:pt x="135" y="3514"/>
                    </a:cubicBezTo>
                    <a:cubicBezTo>
                      <a:pt x="125" y="3530"/>
                      <a:pt x="101" y="3606"/>
                      <a:pt x="85" y="3622"/>
                    </a:cubicBezTo>
                    <a:cubicBezTo>
                      <a:pt x="59" y="3648"/>
                      <a:pt x="51" y="3664"/>
                      <a:pt x="43" y="3672"/>
                    </a:cubicBezTo>
                    <a:cubicBezTo>
                      <a:pt x="34" y="3690"/>
                      <a:pt x="24" y="3706"/>
                      <a:pt x="24" y="3714"/>
                    </a:cubicBezTo>
                    <a:cubicBezTo>
                      <a:pt x="24" y="3722"/>
                      <a:pt x="24" y="3756"/>
                      <a:pt x="16" y="3790"/>
                    </a:cubicBezTo>
                    <a:lnTo>
                      <a:pt x="8" y="3790"/>
                    </a:lnTo>
                    <a:lnTo>
                      <a:pt x="8" y="3814"/>
                    </a:lnTo>
                    <a:cubicBezTo>
                      <a:pt x="0" y="3848"/>
                      <a:pt x="8" y="3873"/>
                      <a:pt x="16" y="3873"/>
                    </a:cubicBezTo>
                    <a:cubicBezTo>
                      <a:pt x="16" y="3873"/>
                      <a:pt x="24" y="3873"/>
                      <a:pt x="43" y="3856"/>
                    </a:cubicBezTo>
                    <a:cubicBezTo>
                      <a:pt x="45" y="3855"/>
                      <a:pt x="48" y="3854"/>
                      <a:pt x="51" y="3854"/>
                    </a:cubicBezTo>
                    <a:cubicBezTo>
                      <a:pt x="74" y="3854"/>
                      <a:pt x="102" y="3907"/>
                      <a:pt x="109" y="3907"/>
                    </a:cubicBezTo>
                    <a:cubicBezTo>
                      <a:pt x="117" y="3907"/>
                      <a:pt x="159" y="3999"/>
                      <a:pt x="159" y="3999"/>
                    </a:cubicBezTo>
                    <a:cubicBezTo>
                      <a:pt x="159" y="4007"/>
                      <a:pt x="151" y="4031"/>
                      <a:pt x="135" y="4049"/>
                    </a:cubicBezTo>
                    <a:cubicBezTo>
                      <a:pt x="117" y="4057"/>
                      <a:pt x="125" y="4081"/>
                      <a:pt x="125" y="4081"/>
                    </a:cubicBezTo>
                    <a:cubicBezTo>
                      <a:pt x="125" y="4081"/>
                      <a:pt x="143" y="4107"/>
                      <a:pt x="151" y="4115"/>
                    </a:cubicBezTo>
                    <a:cubicBezTo>
                      <a:pt x="159" y="4115"/>
                      <a:pt x="167" y="4141"/>
                      <a:pt x="167" y="4141"/>
                    </a:cubicBezTo>
                    <a:lnTo>
                      <a:pt x="185" y="4199"/>
                    </a:lnTo>
                    <a:cubicBezTo>
                      <a:pt x="185" y="4199"/>
                      <a:pt x="209" y="4266"/>
                      <a:pt x="209" y="4274"/>
                    </a:cubicBezTo>
                    <a:lnTo>
                      <a:pt x="193" y="4316"/>
                    </a:lnTo>
                    <a:cubicBezTo>
                      <a:pt x="193" y="4316"/>
                      <a:pt x="159" y="4350"/>
                      <a:pt x="167" y="4400"/>
                    </a:cubicBezTo>
                    <a:cubicBezTo>
                      <a:pt x="167" y="4442"/>
                      <a:pt x="167" y="4458"/>
                      <a:pt x="159" y="4466"/>
                    </a:cubicBezTo>
                    <a:cubicBezTo>
                      <a:pt x="159" y="4466"/>
                      <a:pt x="159" y="4474"/>
                      <a:pt x="151" y="4482"/>
                    </a:cubicBezTo>
                    <a:lnTo>
                      <a:pt x="151" y="4508"/>
                    </a:lnTo>
                    <a:cubicBezTo>
                      <a:pt x="151" y="4508"/>
                      <a:pt x="151" y="4566"/>
                      <a:pt x="135" y="4582"/>
                    </a:cubicBezTo>
                    <a:cubicBezTo>
                      <a:pt x="117" y="4592"/>
                      <a:pt x="135" y="4617"/>
                      <a:pt x="125" y="4625"/>
                    </a:cubicBezTo>
                    <a:cubicBezTo>
                      <a:pt x="125" y="4625"/>
                      <a:pt x="93" y="4667"/>
                      <a:pt x="75" y="4683"/>
                    </a:cubicBezTo>
                    <a:cubicBezTo>
                      <a:pt x="59" y="4693"/>
                      <a:pt x="59" y="4725"/>
                      <a:pt x="67" y="4725"/>
                    </a:cubicBezTo>
                    <a:cubicBezTo>
                      <a:pt x="75" y="4725"/>
                      <a:pt x="93" y="4759"/>
                      <a:pt x="101" y="4767"/>
                    </a:cubicBezTo>
                    <a:cubicBezTo>
                      <a:pt x="108" y="4767"/>
                      <a:pt x="109" y="4794"/>
                      <a:pt x="120" y="4794"/>
                    </a:cubicBezTo>
                    <a:cubicBezTo>
                      <a:pt x="122" y="4794"/>
                      <a:pt x="123" y="4794"/>
                      <a:pt x="125" y="4793"/>
                    </a:cubicBezTo>
                    <a:cubicBezTo>
                      <a:pt x="135" y="4793"/>
                      <a:pt x="167" y="4833"/>
                      <a:pt x="167" y="4833"/>
                    </a:cubicBezTo>
                    <a:cubicBezTo>
                      <a:pt x="167" y="4833"/>
                      <a:pt x="174" y="4884"/>
                      <a:pt x="175" y="4884"/>
                    </a:cubicBezTo>
                    <a:cubicBezTo>
                      <a:pt x="175" y="4884"/>
                      <a:pt x="175" y="4884"/>
                      <a:pt x="175" y="4883"/>
                    </a:cubicBezTo>
                    <a:cubicBezTo>
                      <a:pt x="185" y="4883"/>
                      <a:pt x="175" y="4893"/>
                      <a:pt x="167" y="4909"/>
                    </a:cubicBezTo>
                    <a:cubicBezTo>
                      <a:pt x="151" y="4925"/>
                      <a:pt x="151" y="4933"/>
                      <a:pt x="151" y="4951"/>
                    </a:cubicBezTo>
                    <a:cubicBezTo>
                      <a:pt x="151" y="4959"/>
                      <a:pt x="159" y="4975"/>
                      <a:pt x="159" y="4975"/>
                    </a:cubicBezTo>
                    <a:lnTo>
                      <a:pt x="167" y="5026"/>
                    </a:lnTo>
                    <a:lnTo>
                      <a:pt x="167" y="5044"/>
                    </a:lnTo>
                    <a:lnTo>
                      <a:pt x="7320" y="5044"/>
                    </a:lnTo>
                    <a:lnTo>
                      <a:pt x="7320" y="3004"/>
                    </a:lnTo>
                    <a:cubicBezTo>
                      <a:pt x="7312" y="2996"/>
                      <a:pt x="7312" y="2978"/>
                      <a:pt x="7304" y="2978"/>
                    </a:cubicBezTo>
                    <a:cubicBezTo>
                      <a:pt x="7304" y="2962"/>
                      <a:pt x="7278" y="2962"/>
                      <a:pt x="7270" y="2954"/>
                    </a:cubicBezTo>
                    <a:cubicBezTo>
                      <a:pt x="7262" y="2946"/>
                      <a:pt x="7244" y="2946"/>
                      <a:pt x="7228" y="2938"/>
                    </a:cubicBezTo>
                    <a:lnTo>
                      <a:pt x="7228" y="2928"/>
                    </a:lnTo>
                    <a:cubicBezTo>
                      <a:pt x="7212" y="2920"/>
                      <a:pt x="7212" y="2912"/>
                      <a:pt x="7204" y="2904"/>
                    </a:cubicBezTo>
                    <a:cubicBezTo>
                      <a:pt x="7204" y="2888"/>
                      <a:pt x="7194" y="2862"/>
                      <a:pt x="7194" y="2854"/>
                    </a:cubicBezTo>
                    <a:cubicBezTo>
                      <a:pt x="7194" y="2846"/>
                      <a:pt x="7212" y="2820"/>
                      <a:pt x="7212" y="2820"/>
                    </a:cubicBezTo>
                    <a:lnTo>
                      <a:pt x="7212" y="2796"/>
                    </a:lnTo>
                    <a:cubicBezTo>
                      <a:pt x="7204" y="2788"/>
                      <a:pt x="7204" y="2788"/>
                      <a:pt x="7204" y="2778"/>
                    </a:cubicBezTo>
                    <a:cubicBezTo>
                      <a:pt x="7204" y="2770"/>
                      <a:pt x="7204" y="2762"/>
                      <a:pt x="7194" y="2762"/>
                    </a:cubicBezTo>
                    <a:cubicBezTo>
                      <a:pt x="7186" y="2754"/>
                      <a:pt x="7170" y="2737"/>
                      <a:pt x="7170" y="2737"/>
                    </a:cubicBezTo>
                    <a:cubicBezTo>
                      <a:pt x="7170" y="2737"/>
                      <a:pt x="7144" y="2719"/>
                      <a:pt x="7144" y="2703"/>
                    </a:cubicBezTo>
                    <a:cubicBezTo>
                      <a:pt x="7144" y="2687"/>
                      <a:pt x="7103" y="2669"/>
                      <a:pt x="7103" y="2653"/>
                    </a:cubicBezTo>
                    <a:cubicBezTo>
                      <a:pt x="7103" y="2645"/>
                      <a:pt x="7069" y="2619"/>
                      <a:pt x="7061" y="2611"/>
                    </a:cubicBezTo>
                    <a:cubicBezTo>
                      <a:pt x="7061" y="2603"/>
                      <a:pt x="7043" y="2577"/>
                      <a:pt x="7043" y="2569"/>
                    </a:cubicBezTo>
                    <a:cubicBezTo>
                      <a:pt x="7043" y="2569"/>
                      <a:pt x="6969" y="2445"/>
                      <a:pt x="6969" y="2427"/>
                    </a:cubicBezTo>
                    <a:cubicBezTo>
                      <a:pt x="6961" y="2403"/>
                      <a:pt x="6961" y="2411"/>
                      <a:pt x="6953" y="2395"/>
                    </a:cubicBezTo>
                    <a:cubicBezTo>
                      <a:pt x="6943" y="2387"/>
                      <a:pt x="6935" y="2377"/>
                      <a:pt x="6935" y="2368"/>
                    </a:cubicBezTo>
                    <a:cubicBezTo>
                      <a:pt x="6927" y="2352"/>
                      <a:pt x="6919" y="2344"/>
                      <a:pt x="6911" y="2336"/>
                    </a:cubicBezTo>
                    <a:cubicBezTo>
                      <a:pt x="6903" y="2326"/>
                      <a:pt x="6893" y="2310"/>
                      <a:pt x="6885" y="2302"/>
                    </a:cubicBezTo>
                    <a:cubicBezTo>
                      <a:pt x="6877" y="2286"/>
                      <a:pt x="6877" y="2286"/>
                      <a:pt x="6877" y="2276"/>
                    </a:cubicBezTo>
                    <a:cubicBezTo>
                      <a:pt x="6877" y="2276"/>
                      <a:pt x="6869" y="2252"/>
                      <a:pt x="6861" y="2236"/>
                    </a:cubicBezTo>
                    <a:cubicBezTo>
                      <a:pt x="6853" y="2218"/>
                      <a:pt x="6827" y="2194"/>
                      <a:pt x="6827" y="2186"/>
                    </a:cubicBezTo>
                    <a:cubicBezTo>
                      <a:pt x="6819" y="2168"/>
                      <a:pt x="6811" y="2168"/>
                      <a:pt x="6803" y="2160"/>
                    </a:cubicBezTo>
                    <a:cubicBezTo>
                      <a:pt x="6793" y="2152"/>
                      <a:pt x="6753" y="2126"/>
                      <a:pt x="6753" y="2126"/>
                    </a:cubicBezTo>
                    <a:lnTo>
                      <a:pt x="6735" y="2060"/>
                    </a:lnTo>
                    <a:cubicBezTo>
                      <a:pt x="6735" y="2060"/>
                      <a:pt x="6732" y="2044"/>
                      <a:pt x="6728" y="2027"/>
                    </a:cubicBezTo>
                    <a:lnTo>
                      <a:pt x="6728" y="2027"/>
                    </a:lnTo>
                    <a:cubicBezTo>
                      <a:pt x="6735" y="2034"/>
                      <a:pt x="6762" y="2060"/>
                      <a:pt x="6769" y="2060"/>
                    </a:cubicBezTo>
                    <a:cubicBezTo>
                      <a:pt x="6777" y="2068"/>
                      <a:pt x="6793" y="2086"/>
                      <a:pt x="6803" y="2086"/>
                    </a:cubicBezTo>
                    <a:cubicBezTo>
                      <a:pt x="6804" y="2084"/>
                      <a:pt x="6805" y="2084"/>
                      <a:pt x="6805" y="2084"/>
                    </a:cubicBezTo>
                    <a:cubicBezTo>
                      <a:pt x="6811" y="2084"/>
                      <a:pt x="6811" y="2110"/>
                      <a:pt x="6811" y="2110"/>
                    </a:cubicBezTo>
                    <a:cubicBezTo>
                      <a:pt x="6819" y="2110"/>
                      <a:pt x="6843" y="2160"/>
                      <a:pt x="6853" y="2168"/>
                    </a:cubicBezTo>
                    <a:cubicBezTo>
                      <a:pt x="6861" y="2176"/>
                      <a:pt x="6861" y="2186"/>
                      <a:pt x="6861" y="2186"/>
                    </a:cubicBezTo>
                    <a:cubicBezTo>
                      <a:pt x="6861" y="2186"/>
                      <a:pt x="6893" y="2218"/>
                      <a:pt x="6903" y="2218"/>
                    </a:cubicBezTo>
                    <a:cubicBezTo>
                      <a:pt x="6911" y="2226"/>
                      <a:pt x="6935" y="2260"/>
                      <a:pt x="6935" y="2260"/>
                    </a:cubicBezTo>
                    <a:lnTo>
                      <a:pt x="6985" y="2244"/>
                    </a:lnTo>
                    <a:cubicBezTo>
                      <a:pt x="6985" y="2226"/>
                      <a:pt x="6993" y="2202"/>
                      <a:pt x="6993" y="2186"/>
                    </a:cubicBezTo>
                    <a:cubicBezTo>
                      <a:pt x="6993" y="2176"/>
                      <a:pt x="7003" y="2144"/>
                      <a:pt x="7003" y="2144"/>
                    </a:cubicBezTo>
                    <a:lnTo>
                      <a:pt x="7011" y="2094"/>
                    </a:lnTo>
                    <a:lnTo>
                      <a:pt x="7019" y="2052"/>
                    </a:lnTo>
                    <a:lnTo>
                      <a:pt x="7027" y="2052"/>
                    </a:lnTo>
                    <a:cubicBezTo>
                      <a:pt x="7019" y="2068"/>
                      <a:pt x="7019" y="2076"/>
                      <a:pt x="7019" y="2076"/>
                    </a:cubicBezTo>
                    <a:cubicBezTo>
                      <a:pt x="7011" y="2086"/>
                      <a:pt x="7019" y="2118"/>
                      <a:pt x="7011" y="2126"/>
                    </a:cubicBezTo>
                    <a:cubicBezTo>
                      <a:pt x="7011" y="2136"/>
                      <a:pt x="7019" y="2160"/>
                      <a:pt x="7019" y="2160"/>
                    </a:cubicBezTo>
                    <a:cubicBezTo>
                      <a:pt x="7019" y="2160"/>
                      <a:pt x="7043" y="2176"/>
                      <a:pt x="7061" y="2176"/>
                    </a:cubicBezTo>
                    <a:cubicBezTo>
                      <a:pt x="7064" y="2175"/>
                      <a:pt x="7065" y="2174"/>
                      <a:pt x="7067" y="2174"/>
                    </a:cubicBezTo>
                    <a:cubicBezTo>
                      <a:pt x="7078" y="2174"/>
                      <a:pt x="7078" y="2194"/>
                      <a:pt x="7085" y="2194"/>
                    </a:cubicBezTo>
                    <a:cubicBezTo>
                      <a:pt x="7103" y="2202"/>
                      <a:pt x="7112" y="2218"/>
                      <a:pt x="7128" y="2218"/>
                    </a:cubicBezTo>
                    <a:cubicBezTo>
                      <a:pt x="7144" y="2218"/>
                      <a:pt x="7144" y="2244"/>
                      <a:pt x="7154" y="2252"/>
                    </a:cubicBezTo>
                    <a:cubicBezTo>
                      <a:pt x="7162" y="2252"/>
                      <a:pt x="7162" y="2276"/>
                      <a:pt x="7170" y="2286"/>
                    </a:cubicBezTo>
                    <a:cubicBezTo>
                      <a:pt x="7178" y="2286"/>
                      <a:pt x="7194" y="2310"/>
                      <a:pt x="7194" y="2310"/>
                    </a:cubicBezTo>
                    <a:cubicBezTo>
                      <a:pt x="7194" y="2310"/>
                      <a:pt x="7212" y="2336"/>
                      <a:pt x="7228" y="2344"/>
                    </a:cubicBezTo>
                    <a:cubicBezTo>
                      <a:pt x="7244" y="2352"/>
                      <a:pt x="7236" y="2360"/>
                      <a:pt x="7244" y="2360"/>
                    </a:cubicBezTo>
                    <a:cubicBezTo>
                      <a:pt x="7254" y="2368"/>
                      <a:pt x="7262" y="2395"/>
                      <a:pt x="7278" y="2411"/>
                    </a:cubicBezTo>
                    <a:cubicBezTo>
                      <a:pt x="7286" y="2437"/>
                      <a:pt x="7304" y="2453"/>
                      <a:pt x="7312" y="2461"/>
                    </a:cubicBezTo>
                    <a:lnTo>
                      <a:pt x="7320" y="2469"/>
                    </a:lnTo>
                    <a:lnTo>
                      <a:pt x="7320" y="120"/>
                    </a:lnTo>
                    <a:cubicBezTo>
                      <a:pt x="7270" y="120"/>
                      <a:pt x="7186" y="120"/>
                      <a:pt x="7178" y="112"/>
                    </a:cubicBezTo>
                    <a:cubicBezTo>
                      <a:pt x="7162" y="104"/>
                      <a:pt x="7112" y="96"/>
                      <a:pt x="7112" y="96"/>
                    </a:cubicBezTo>
                    <a:cubicBezTo>
                      <a:pt x="7112" y="96"/>
                      <a:pt x="7093" y="88"/>
                      <a:pt x="7085" y="70"/>
                    </a:cubicBezTo>
                    <a:cubicBezTo>
                      <a:pt x="7085" y="54"/>
                      <a:pt x="7069" y="62"/>
                      <a:pt x="7061" y="54"/>
                    </a:cubicBezTo>
                    <a:cubicBezTo>
                      <a:pt x="7061" y="52"/>
                      <a:pt x="7058" y="51"/>
                      <a:pt x="7054" y="51"/>
                    </a:cubicBezTo>
                    <a:cubicBezTo>
                      <a:pt x="7046" y="51"/>
                      <a:pt x="7033" y="54"/>
                      <a:pt x="7027" y="54"/>
                    </a:cubicBezTo>
                    <a:cubicBezTo>
                      <a:pt x="7011" y="54"/>
                      <a:pt x="6993" y="54"/>
                      <a:pt x="6985" y="38"/>
                    </a:cubicBezTo>
                    <a:cubicBezTo>
                      <a:pt x="6977" y="30"/>
                      <a:pt x="6943" y="38"/>
                      <a:pt x="6935" y="20"/>
                    </a:cubicBezTo>
                    <a:cubicBezTo>
                      <a:pt x="6927" y="12"/>
                      <a:pt x="6935" y="4"/>
                      <a:pt x="6935" y="4"/>
                    </a:cubicBezTo>
                    <a:cubicBezTo>
                      <a:pt x="6935" y="1"/>
                      <a:pt x="6928" y="1"/>
                      <a:pt x="69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112">
                <a:extLst>
                  <a:ext uri="{FF2B5EF4-FFF2-40B4-BE49-F238E27FC236}">
                    <a16:creationId xmlns:a16="http://schemas.microsoft.com/office/drawing/2014/main" id="{D893A279-C727-1BFD-760F-F63137A3BB66}"/>
                  </a:ext>
                </a:extLst>
              </p:cNvPr>
              <p:cNvSpPr/>
              <p:nvPr/>
            </p:nvSpPr>
            <p:spPr>
              <a:xfrm>
                <a:off x="7932380" y="3140540"/>
                <a:ext cx="1211607" cy="1329853"/>
              </a:xfrm>
              <a:custGeom>
                <a:avLst/>
                <a:gdLst/>
                <a:ahLst/>
                <a:cxnLst/>
                <a:rect l="l" t="t" r="r" b="b"/>
                <a:pathLst>
                  <a:path w="6527" h="7164" extrusionOk="0">
                    <a:moveTo>
                      <a:pt x="3384" y="3203"/>
                    </a:moveTo>
                    <a:cubicBezTo>
                      <a:pt x="3384" y="3204"/>
                      <a:pt x="3384" y="3204"/>
                      <a:pt x="3384" y="3206"/>
                    </a:cubicBezTo>
                    <a:lnTo>
                      <a:pt x="3384" y="3206"/>
                    </a:lnTo>
                    <a:cubicBezTo>
                      <a:pt x="3384" y="3205"/>
                      <a:pt x="3384" y="3204"/>
                      <a:pt x="3384" y="3203"/>
                    </a:cubicBezTo>
                    <a:close/>
                    <a:moveTo>
                      <a:pt x="4656" y="1"/>
                    </a:moveTo>
                    <a:cubicBezTo>
                      <a:pt x="4633" y="1"/>
                      <a:pt x="4609" y="12"/>
                      <a:pt x="4595" y="19"/>
                    </a:cubicBezTo>
                    <a:cubicBezTo>
                      <a:pt x="4579" y="27"/>
                      <a:pt x="4563" y="27"/>
                      <a:pt x="4563" y="53"/>
                    </a:cubicBezTo>
                    <a:cubicBezTo>
                      <a:pt x="4563" y="69"/>
                      <a:pt x="4555" y="127"/>
                      <a:pt x="4555" y="127"/>
                    </a:cubicBezTo>
                    <a:cubicBezTo>
                      <a:pt x="4555" y="127"/>
                      <a:pt x="4529" y="161"/>
                      <a:pt x="4521" y="161"/>
                    </a:cubicBezTo>
                    <a:cubicBezTo>
                      <a:pt x="4520" y="160"/>
                      <a:pt x="4518" y="160"/>
                      <a:pt x="4516" y="160"/>
                    </a:cubicBezTo>
                    <a:cubicBezTo>
                      <a:pt x="4507" y="160"/>
                      <a:pt x="4492" y="171"/>
                      <a:pt x="4483" y="171"/>
                    </a:cubicBezTo>
                    <a:cubicBezTo>
                      <a:pt x="4481" y="171"/>
                      <a:pt x="4480" y="170"/>
                      <a:pt x="4479" y="169"/>
                    </a:cubicBezTo>
                    <a:cubicBezTo>
                      <a:pt x="4463" y="169"/>
                      <a:pt x="4463" y="161"/>
                      <a:pt x="4471" y="153"/>
                    </a:cubicBezTo>
                    <a:cubicBezTo>
                      <a:pt x="4479" y="135"/>
                      <a:pt x="4471" y="69"/>
                      <a:pt x="4455" y="61"/>
                    </a:cubicBezTo>
                    <a:cubicBezTo>
                      <a:pt x="4444" y="61"/>
                      <a:pt x="4436" y="77"/>
                      <a:pt x="4428" y="95"/>
                    </a:cubicBezTo>
                    <a:cubicBezTo>
                      <a:pt x="4428" y="111"/>
                      <a:pt x="4404" y="135"/>
                      <a:pt x="4404" y="153"/>
                    </a:cubicBezTo>
                    <a:cubicBezTo>
                      <a:pt x="4394" y="169"/>
                      <a:pt x="4344" y="211"/>
                      <a:pt x="4336" y="219"/>
                    </a:cubicBezTo>
                    <a:cubicBezTo>
                      <a:pt x="4330" y="219"/>
                      <a:pt x="4307" y="241"/>
                      <a:pt x="4282" y="241"/>
                    </a:cubicBezTo>
                    <a:cubicBezTo>
                      <a:pt x="4276" y="241"/>
                      <a:pt x="4269" y="239"/>
                      <a:pt x="4262" y="235"/>
                    </a:cubicBezTo>
                    <a:cubicBezTo>
                      <a:pt x="4254" y="235"/>
                      <a:pt x="4254" y="227"/>
                      <a:pt x="4270" y="203"/>
                    </a:cubicBezTo>
                    <a:cubicBezTo>
                      <a:pt x="4286" y="169"/>
                      <a:pt x="4312" y="135"/>
                      <a:pt x="4336" y="111"/>
                    </a:cubicBezTo>
                    <a:cubicBezTo>
                      <a:pt x="4370" y="95"/>
                      <a:pt x="4370" y="35"/>
                      <a:pt x="4370" y="35"/>
                    </a:cubicBezTo>
                    <a:lnTo>
                      <a:pt x="4370" y="35"/>
                    </a:lnTo>
                    <a:cubicBezTo>
                      <a:pt x="4370" y="35"/>
                      <a:pt x="4328" y="69"/>
                      <a:pt x="4304" y="69"/>
                    </a:cubicBezTo>
                    <a:cubicBezTo>
                      <a:pt x="4278" y="69"/>
                      <a:pt x="4236" y="85"/>
                      <a:pt x="4236" y="85"/>
                    </a:cubicBezTo>
                    <a:cubicBezTo>
                      <a:pt x="4236" y="85"/>
                      <a:pt x="4228" y="111"/>
                      <a:pt x="4236" y="127"/>
                    </a:cubicBezTo>
                    <a:cubicBezTo>
                      <a:pt x="4236" y="145"/>
                      <a:pt x="4186" y="169"/>
                      <a:pt x="4178" y="177"/>
                    </a:cubicBezTo>
                    <a:cubicBezTo>
                      <a:pt x="4170" y="177"/>
                      <a:pt x="4144" y="185"/>
                      <a:pt x="4136" y="185"/>
                    </a:cubicBezTo>
                    <a:cubicBezTo>
                      <a:pt x="4128" y="185"/>
                      <a:pt x="4120" y="211"/>
                      <a:pt x="4112" y="219"/>
                    </a:cubicBezTo>
                    <a:cubicBezTo>
                      <a:pt x="4104" y="235"/>
                      <a:pt x="4061" y="245"/>
                      <a:pt x="4061" y="245"/>
                    </a:cubicBezTo>
                    <a:cubicBezTo>
                      <a:pt x="4061" y="245"/>
                      <a:pt x="4027" y="269"/>
                      <a:pt x="4019" y="269"/>
                    </a:cubicBezTo>
                    <a:cubicBezTo>
                      <a:pt x="4011" y="277"/>
                      <a:pt x="4003" y="286"/>
                      <a:pt x="3993" y="286"/>
                    </a:cubicBezTo>
                    <a:cubicBezTo>
                      <a:pt x="3993" y="286"/>
                      <a:pt x="3953" y="312"/>
                      <a:pt x="3935" y="312"/>
                    </a:cubicBezTo>
                    <a:cubicBezTo>
                      <a:pt x="3919" y="304"/>
                      <a:pt x="3893" y="296"/>
                      <a:pt x="3885" y="286"/>
                    </a:cubicBezTo>
                    <a:cubicBezTo>
                      <a:pt x="3883" y="284"/>
                      <a:pt x="3881" y="283"/>
                      <a:pt x="3878" y="283"/>
                    </a:cubicBezTo>
                    <a:cubicBezTo>
                      <a:pt x="3869" y="283"/>
                      <a:pt x="3854" y="289"/>
                      <a:pt x="3844" y="289"/>
                    </a:cubicBezTo>
                    <a:cubicBezTo>
                      <a:pt x="3840" y="289"/>
                      <a:pt x="3837" y="288"/>
                      <a:pt x="3835" y="286"/>
                    </a:cubicBezTo>
                    <a:cubicBezTo>
                      <a:pt x="3827" y="286"/>
                      <a:pt x="3835" y="286"/>
                      <a:pt x="3835" y="304"/>
                    </a:cubicBezTo>
                    <a:cubicBezTo>
                      <a:pt x="3843" y="320"/>
                      <a:pt x="3861" y="328"/>
                      <a:pt x="3861" y="328"/>
                    </a:cubicBezTo>
                    <a:cubicBezTo>
                      <a:pt x="3861" y="336"/>
                      <a:pt x="3827" y="362"/>
                      <a:pt x="3819" y="362"/>
                    </a:cubicBezTo>
                    <a:cubicBezTo>
                      <a:pt x="3813" y="362"/>
                      <a:pt x="3800" y="365"/>
                      <a:pt x="3792" y="365"/>
                    </a:cubicBezTo>
                    <a:cubicBezTo>
                      <a:pt x="3788" y="365"/>
                      <a:pt x="3785" y="364"/>
                      <a:pt x="3785" y="362"/>
                    </a:cubicBezTo>
                    <a:cubicBezTo>
                      <a:pt x="3785" y="354"/>
                      <a:pt x="3774" y="352"/>
                      <a:pt x="3762" y="352"/>
                    </a:cubicBezTo>
                    <a:cubicBezTo>
                      <a:pt x="3749" y="352"/>
                      <a:pt x="3735" y="354"/>
                      <a:pt x="3727" y="354"/>
                    </a:cubicBezTo>
                    <a:cubicBezTo>
                      <a:pt x="3719" y="362"/>
                      <a:pt x="3735" y="370"/>
                      <a:pt x="3727" y="386"/>
                    </a:cubicBezTo>
                    <a:cubicBezTo>
                      <a:pt x="3727" y="404"/>
                      <a:pt x="3626" y="454"/>
                      <a:pt x="3626" y="454"/>
                    </a:cubicBezTo>
                    <a:cubicBezTo>
                      <a:pt x="3626" y="454"/>
                      <a:pt x="3602" y="470"/>
                      <a:pt x="3576" y="470"/>
                    </a:cubicBezTo>
                    <a:cubicBezTo>
                      <a:pt x="3568" y="470"/>
                      <a:pt x="3552" y="462"/>
                      <a:pt x="3542" y="446"/>
                    </a:cubicBezTo>
                    <a:cubicBezTo>
                      <a:pt x="3542" y="428"/>
                      <a:pt x="3510" y="420"/>
                      <a:pt x="3502" y="412"/>
                    </a:cubicBezTo>
                    <a:cubicBezTo>
                      <a:pt x="3502" y="412"/>
                      <a:pt x="3468" y="428"/>
                      <a:pt x="3468" y="436"/>
                    </a:cubicBezTo>
                    <a:cubicBezTo>
                      <a:pt x="3460" y="446"/>
                      <a:pt x="3460" y="462"/>
                      <a:pt x="3460" y="462"/>
                    </a:cubicBezTo>
                    <a:lnTo>
                      <a:pt x="3468" y="512"/>
                    </a:lnTo>
                    <a:cubicBezTo>
                      <a:pt x="3468" y="512"/>
                      <a:pt x="3426" y="536"/>
                      <a:pt x="3418" y="536"/>
                    </a:cubicBezTo>
                    <a:cubicBezTo>
                      <a:pt x="3410" y="536"/>
                      <a:pt x="3384" y="554"/>
                      <a:pt x="3376" y="554"/>
                    </a:cubicBezTo>
                    <a:cubicBezTo>
                      <a:pt x="3376" y="554"/>
                      <a:pt x="3352" y="546"/>
                      <a:pt x="3352" y="520"/>
                    </a:cubicBezTo>
                    <a:cubicBezTo>
                      <a:pt x="3342" y="496"/>
                      <a:pt x="3309" y="496"/>
                      <a:pt x="3301" y="478"/>
                    </a:cubicBezTo>
                    <a:cubicBezTo>
                      <a:pt x="3301" y="478"/>
                      <a:pt x="3300" y="477"/>
                      <a:pt x="3299" y="477"/>
                    </a:cubicBezTo>
                    <a:cubicBezTo>
                      <a:pt x="3286" y="477"/>
                      <a:pt x="3251" y="529"/>
                      <a:pt x="3251" y="536"/>
                    </a:cubicBezTo>
                    <a:lnTo>
                      <a:pt x="3251" y="570"/>
                    </a:lnTo>
                    <a:lnTo>
                      <a:pt x="3275" y="596"/>
                    </a:lnTo>
                    <a:cubicBezTo>
                      <a:pt x="3283" y="604"/>
                      <a:pt x="3291" y="620"/>
                      <a:pt x="3283" y="620"/>
                    </a:cubicBezTo>
                    <a:cubicBezTo>
                      <a:pt x="3277" y="620"/>
                      <a:pt x="3265" y="631"/>
                      <a:pt x="3257" y="631"/>
                    </a:cubicBezTo>
                    <a:cubicBezTo>
                      <a:pt x="3255" y="631"/>
                      <a:pt x="3253" y="630"/>
                      <a:pt x="3251" y="628"/>
                    </a:cubicBezTo>
                    <a:cubicBezTo>
                      <a:pt x="3251" y="628"/>
                      <a:pt x="3229" y="625"/>
                      <a:pt x="3214" y="625"/>
                    </a:cubicBezTo>
                    <a:cubicBezTo>
                      <a:pt x="3207" y="625"/>
                      <a:pt x="3201" y="626"/>
                      <a:pt x="3201" y="628"/>
                    </a:cubicBezTo>
                    <a:cubicBezTo>
                      <a:pt x="3201" y="636"/>
                      <a:pt x="3209" y="654"/>
                      <a:pt x="3217" y="654"/>
                    </a:cubicBezTo>
                    <a:cubicBezTo>
                      <a:pt x="3209" y="654"/>
                      <a:pt x="3209" y="671"/>
                      <a:pt x="3209" y="671"/>
                    </a:cubicBezTo>
                    <a:lnTo>
                      <a:pt x="3183" y="705"/>
                    </a:lnTo>
                    <a:cubicBezTo>
                      <a:pt x="3183" y="705"/>
                      <a:pt x="3169" y="708"/>
                      <a:pt x="3156" y="708"/>
                    </a:cubicBezTo>
                    <a:cubicBezTo>
                      <a:pt x="3150" y="708"/>
                      <a:pt x="3144" y="707"/>
                      <a:pt x="3141" y="705"/>
                    </a:cubicBezTo>
                    <a:cubicBezTo>
                      <a:pt x="3141" y="697"/>
                      <a:pt x="3125" y="679"/>
                      <a:pt x="3125" y="671"/>
                    </a:cubicBezTo>
                    <a:cubicBezTo>
                      <a:pt x="3124" y="669"/>
                      <a:pt x="3123" y="669"/>
                      <a:pt x="3121" y="669"/>
                    </a:cubicBezTo>
                    <a:cubicBezTo>
                      <a:pt x="3113" y="669"/>
                      <a:pt x="3098" y="689"/>
                      <a:pt x="3083" y="705"/>
                    </a:cubicBezTo>
                    <a:cubicBezTo>
                      <a:pt x="3079" y="707"/>
                      <a:pt x="3075" y="708"/>
                      <a:pt x="3072" y="708"/>
                    </a:cubicBezTo>
                    <a:cubicBezTo>
                      <a:pt x="3063" y="708"/>
                      <a:pt x="3059" y="700"/>
                      <a:pt x="3059" y="687"/>
                    </a:cubicBezTo>
                    <a:cubicBezTo>
                      <a:pt x="3067" y="671"/>
                      <a:pt x="3067" y="612"/>
                      <a:pt x="3051" y="612"/>
                    </a:cubicBezTo>
                    <a:cubicBezTo>
                      <a:pt x="3033" y="612"/>
                      <a:pt x="3009" y="646"/>
                      <a:pt x="3009" y="654"/>
                    </a:cubicBezTo>
                    <a:cubicBezTo>
                      <a:pt x="3001" y="663"/>
                      <a:pt x="2991" y="705"/>
                      <a:pt x="2983" y="713"/>
                    </a:cubicBezTo>
                    <a:cubicBezTo>
                      <a:pt x="2983" y="729"/>
                      <a:pt x="2950" y="763"/>
                      <a:pt x="2940" y="771"/>
                    </a:cubicBezTo>
                    <a:cubicBezTo>
                      <a:pt x="2924" y="787"/>
                      <a:pt x="2916" y="829"/>
                      <a:pt x="2916" y="837"/>
                    </a:cubicBezTo>
                    <a:cubicBezTo>
                      <a:pt x="2924" y="821"/>
                      <a:pt x="2932" y="821"/>
                      <a:pt x="2958" y="813"/>
                    </a:cubicBezTo>
                    <a:cubicBezTo>
                      <a:pt x="2961" y="812"/>
                      <a:pt x="2963" y="811"/>
                      <a:pt x="2964" y="811"/>
                    </a:cubicBezTo>
                    <a:cubicBezTo>
                      <a:pt x="2975" y="811"/>
                      <a:pt x="2976" y="829"/>
                      <a:pt x="2983" y="829"/>
                    </a:cubicBezTo>
                    <a:cubicBezTo>
                      <a:pt x="3001" y="821"/>
                      <a:pt x="3009" y="829"/>
                      <a:pt x="3033" y="813"/>
                    </a:cubicBezTo>
                    <a:cubicBezTo>
                      <a:pt x="3040" y="803"/>
                      <a:pt x="3044" y="801"/>
                      <a:pt x="3047" y="801"/>
                    </a:cubicBezTo>
                    <a:cubicBezTo>
                      <a:pt x="3051" y="801"/>
                      <a:pt x="3053" y="803"/>
                      <a:pt x="3056" y="803"/>
                    </a:cubicBezTo>
                    <a:cubicBezTo>
                      <a:pt x="3059" y="803"/>
                      <a:pt x="3062" y="801"/>
                      <a:pt x="3067" y="797"/>
                    </a:cubicBezTo>
                    <a:cubicBezTo>
                      <a:pt x="3070" y="795"/>
                      <a:pt x="3073" y="794"/>
                      <a:pt x="3076" y="794"/>
                    </a:cubicBezTo>
                    <a:cubicBezTo>
                      <a:pt x="3082" y="794"/>
                      <a:pt x="3086" y="799"/>
                      <a:pt x="3096" y="799"/>
                    </a:cubicBezTo>
                    <a:cubicBezTo>
                      <a:pt x="3100" y="799"/>
                      <a:pt x="3104" y="798"/>
                      <a:pt x="3109" y="797"/>
                    </a:cubicBezTo>
                    <a:cubicBezTo>
                      <a:pt x="3113" y="796"/>
                      <a:pt x="3116" y="795"/>
                      <a:pt x="3119" y="795"/>
                    </a:cubicBezTo>
                    <a:cubicBezTo>
                      <a:pt x="3137" y="795"/>
                      <a:pt x="3126" y="823"/>
                      <a:pt x="3133" y="837"/>
                    </a:cubicBezTo>
                    <a:cubicBezTo>
                      <a:pt x="3141" y="855"/>
                      <a:pt x="3117" y="879"/>
                      <a:pt x="3117" y="879"/>
                    </a:cubicBezTo>
                    <a:cubicBezTo>
                      <a:pt x="3117" y="879"/>
                      <a:pt x="3108" y="881"/>
                      <a:pt x="3100" y="881"/>
                    </a:cubicBezTo>
                    <a:cubicBezTo>
                      <a:pt x="3091" y="881"/>
                      <a:pt x="3083" y="879"/>
                      <a:pt x="3083" y="871"/>
                    </a:cubicBezTo>
                    <a:cubicBezTo>
                      <a:pt x="3083" y="855"/>
                      <a:pt x="3067" y="847"/>
                      <a:pt x="3059" y="847"/>
                    </a:cubicBezTo>
                    <a:cubicBezTo>
                      <a:pt x="3057" y="846"/>
                      <a:pt x="3055" y="845"/>
                      <a:pt x="3053" y="845"/>
                    </a:cubicBezTo>
                    <a:cubicBezTo>
                      <a:pt x="3037" y="845"/>
                      <a:pt x="3025" y="879"/>
                      <a:pt x="3025" y="879"/>
                    </a:cubicBezTo>
                    <a:cubicBezTo>
                      <a:pt x="3025" y="879"/>
                      <a:pt x="3016" y="881"/>
                      <a:pt x="3008" y="881"/>
                    </a:cubicBezTo>
                    <a:cubicBezTo>
                      <a:pt x="2999" y="881"/>
                      <a:pt x="2991" y="879"/>
                      <a:pt x="2991" y="871"/>
                    </a:cubicBezTo>
                    <a:cubicBezTo>
                      <a:pt x="2991" y="870"/>
                      <a:pt x="2990" y="870"/>
                      <a:pt x="2990" y="870"/>
                    </a:cubicBezTo>
                    <a:cubicBezTo>
                      <a:pt x="2987" y="870"/>
                      <a:pt x="2970" y="898"/>
                      <a:pt x="2961" y="898"/>
                    </a:cubicBezTo>
                    <a:cubicBezTo>
                      <a:pt x="2960" y="898"/>
                      <a:pt x="2959" y="898"/>
                      <a:pt x="2958" y="897"/>
                    </a:cubicBezTo>
                    <a:cubicBezTo>
                      <a:pt x="2950" y="897"/>
                      <a:pt x="2950" y="913"/>
                      <a:pt x="2958" y="929"/>
                    </a:cubicBezTo>
                    <a:cubicBezTo>
                      <a:pt x="2958" y="947"/>
                      <a:pt x="2950" y="955"/>
                      <a:pt x="2940" y="955"/>
                    </a:cubicBezTo>
                    <a:cubicBezTo>
                      <a:pt x="2940" y="955"/>
                      <a:pt x="2923" y="973"/>
                      <a:pt x="2913" y="973"/>
                    </a:cubicBezTo>
                    <a:cubicBezTo>
                      <a:pt x="2911" y="973"/>
                      <a:pt x="2910" y="972"/>
                      <a:pt x="2908" y="971"/>
                    </a:cubicBezTo>
                    <a:cubicBezTo>
                      <a:pt x="2900" y="971"/>
                      <a:pt x="2882" y="997"/>
                      <a:pt x="2882" y="1021"/>
                    </a:cubicBezTo>
                    <a:cubicBezTo>
                      <a:pt x="2882" y="1048"/>
                      <a:pt x="2890" y="1048"/>
                      <a:pt x="2900" y="1048"/>
                    </a:cubicBezTo>
                    <a:cubicBezTo>
                      <a:pt x="2900" y="1048"/>
                      <a:pt x="2866" y="1098"/>
                      <a:pt x="2850" y="1098"/>
                    </a:cubicBezTo>
                    <a:cubicBezTo>
                      <a:pt x="2840" y="1106"/>
                      <a:pt x="2824" y="1138"/>
                      <a:pt x="2816" y="1148"/>
                    </a:cubicBezTo>
                    <a:cubicBezTo>
                      <a:pt x="2808" y="1156"/>
                      <a:pt x="2808" y="1172"/>
                      <a:pt x="2808" y="1172"/>
                    </a:cubicBezTo>
                    <a:cubicBezTo>
                      <a:pt x="2808" y="1172"/>
                      <a:pt x="2800" y="1172"/>
                      <a:pt x="2800" y="1180"/>
                    </a:cubicBezTo>
                    <a:cubicBezTo>
                      <a:pt x="2774" y="1206"/>
                      <a:pt x="2708" y="1280"/>
                      <a:pt x="2716" y="1306"/>
                    </a:cubicBezTo>
                    <a:cubicBezTo>
                      <a:pt x="2724" y="1330"/>
                      <a:pt x="2716" y="1330"/>
                      <a:pt x="2732" y="1338"/>
                    </a:cubicBezTo>
                    <a:cubicBezTo>
                      <a:pt x="2740" y="1338"/>
                      <a:pt x="2700" y="1356"/>
                      <a:pt x="2682" y="1356"/>
                    </a:cubicBezTo>
                    <a:lnTo>
                      <a:pt x="2632" y="1356"/>
                    </a:lnTo>
                    <a:cubicBezTo>
                      <a:pt x="2616" y="1364"/>
                      <a:pt x="2616" y="1388"/>
                      <a:pt x="2608" y="1415"/>
                    </a:cubicBezTo>
                    <a:cubicBezTo>
                      <a:pt x="2608" y="1423"/>
                      <a:pt x="2666" y="1423"/>
                      <a:pt x="2650" y="1431"/>
                    </a:cubicBezTo>
                    <a:cubicBezTo>
                      <a:pt x="2640" y="1439"/>
                      <a:pt x="2632" y="1439"/>
                      <a:pt x="2624" y="1457"/>
                    </a:cubicBezTo>
                    <a:cubicBezTo>
                      <a:pt x="2624" y="1465"/>
                      <a:pt x="2616" y="1473"/>
                      <a:pt x="2616" y="1481"/>
                    </a:cubicBezTo>
                    <a:lnTo>
                      <a:pt x="2616" y="1523"/>
                    </a:lnTo>
                    <a:lnTo>
                      <a:pt x="2608" y="1557"/>
                    </a:lnTo>
                    <a:lnTo>
                      <a:pt x="2573" y="1581"/>
                    </a:lnTo>
                    <a:cubicBezTo>
                      <a:pt x="2573" y="1581"/>
                      <a:pt x="2557" y="1589"/>
                      <a:pt x="2549" y="1589"/>
                    </a:cubicBezTo>
                    <a:cubicBezTo>
                      <a:pt x="2548" y="1588"/>
                      <a:pt x="2547" y="1587"/>
                      <a:pt x="2546" y="1587"/>
                    </a:cubicBezTo>
                    <a:cubicBezTo>
                      <a:pt x="2539" y="1587"/>
                      <a:pt x="2539" y="1607"/>
                      <a:pt x="2539" y="1607"/>
                    </a:cubicBezTo>
                    <a:cubicBezTo>
                      <a:pt x="2539" y="1607"/>
                      <a:pt x="2531" y="1649"/>
                      <a:pt x="2531" y="1665"/>
                    </a:cubicBezTo>
                    <a:cubicBezTo>
                      <a:pt x="2531" y="1673"/>
                      <a:pt x="2515" y="1689"/>
                      <a:pt x="2515" y="1689"/>
                    </a:cubicBezTo>
                    <a:lnTo>
                      <a:pt x="2499" y="1715"/>
                    </a:lnTo>
                    <a:cubicBezTo>
                      <a:pt x="2492" y="1721"/>
                      <a:pt x="2479" y="1730"/>
                      <a:pt x="2468" y="1730"/>
                    </a:cubicBezTo>
                    <a:cubicBezTo>
                      <a:pt x="2464" y="1730"/>
                      <a:pt x="2460" y="1728"/>
                      <a:pt x="2457" y="1723"/>
                    </a:cubicBezTo>
                    <a:cubicBezTo>
                      <a:pt x="2457" y="1721"/>
                      <a:pt x="2455" y="1720"/>
                      <a:pt x="2452" y="1720"/>
                    </a:cubicBezTo>
                    <a:cubicBezTo>
                      <a:pt x="2446" y="1720"/>
                      <a:pt x="2436" y="1723"/>
                      <a:pt x="2431" y="1723"/>
                    </a:cubicBezTo>
                    <a:lnTo>
                      <a:pt x="2407" y="1749"/>
                    </a:lnTo>
                    <a:lnTo>
                      <a:pt x="2389" y="1790"/>
                    </a:lnTo>
                    <a:cubicBezTo>
                      <a:pt x="2389" y="1800"/>
                      <a:pt x="2339" y="1840"/>
                      <a:pt x="2331" y="1840"/>
                    </a:cubicBezTo>
                    <a:cubicBezTo>
                      <a:pt x="2323" y="1840"/>
                      <a:pt x="2299" y="1866"/>
                      <a:pt x="2289" y="1866"/>
                    </a:cubicBezTo>
                    <a:cubicBezTo>
                      <a:pt x="2281" y="1866"/>
                      <a:pt x="2273" y="1908"/>
                      <a:pt x="2273" y="1924"/>
                    </a:cubicBezTo>
                    <a:cubicBezTo>
                      <a:pt x="2273" y="1932"/>
                      <a:pt x="2249" y="1966"/>
                      <a:pt x="2249" y="1966"/>
                    </a:cubicBezTo>
                    <a:lnTo>
                      <a:pt x="2214" y="2000"/>
                    </a:lnTo>
                    <a:cubicBezTo>
                      <a:pt x="2214" y="2000"/>
                      <a:pt x="2195" y="2018"/>
                      <a:pt x="2185" y="2018"/>
                    </a:cubicBezTo>
                    <a:cubicBezTo>
                      <a:pt x="2183" y="2018"/>
                      <a:pt x="2182" y="2017"/>
                      <a:pt x="2180" y="2016"/>
                    </a:cubicBezTo>
                    <a:cubicBezTo>
                      <a:pt x="2180" y="2008"/>
                      <a:pt x="2188" y="1982"/>
                      <a:pt x="2188" y="1966"/>
                    </a:cubicBezTo>
                    <a:cubicBezTo>
                      <a:pt x="2192" y="1960"/>
                      <a:pt x="2191" y="1959"/>
                      <a:pt x="2187" y="1959"/>
                    </a:cubicBezTo>
                    <a:cubicBezTo>
                      <a:pt x="2183" y="1959"/>
                      <a:pt x="2176" y="1960"/>
                      <a:pt x="2168" y="1960"/>
                    </a:cubicBezTo>
                    <a:cubicBezTo>
                      <a:pt x="2164" y="1960"/>
                      <a:pt x="2160" y="1960"/>
                      <a:pt x="2156" y="1958"/>
                    </a:cubicBezTo>
                    <a:cubicBezTo>
                      <a:pt x="2155" y="1957"/>
                      <a:pt x="2154" y="1956"/>
                      <a:pt x="2153" y="1956"/>
                    </a:cubicBezTo>
                    <a:cubicBezTo>
                      <a:pt x="2146" y="1956"/>
                      <a:pt x="2137" y="1976"/>
                      <a:pt x="2130" y="1990"/>
                    </a:cubicBezTo>
                    <a:cubicBezTo>
                      <a:pt x="2122" y="2000"/>
                      <a:pt x="2130" y="2024"/>
                      <a:pt x="2122" y="2040"/>
                    </a:cubicBezTo>
                    <a:cubicBezTo>
                      <a:pt x="2114" y="2058"/>
                      <a:pt x="2106" y="2074"/>
                      <a:pt x="2106" y="2082"/>
                    </a:cubicBezTo>
                    <a:cubicBezTo>
                      <a:pt x="2098" y="2100"/>
                      <a:pt x="2038" y="2100"/>
                      <a:pt x="2030" y="2100"/>
                    </a:cubicBezTo>
                    <a:cubicBezTo>
                      <a:pt x="2014" y="2100"/>
                      <a:pt x="1988" y="2108"/>
                      <a:pt x="1980" y="2108"/>
                    </a:cubicBezTo>
                    <a:cubicBezTo>
                      <a:pt x="1964" y="2108"/>
                      <a:pt x="1956" y="2116"/>
                      <a:pt x="1948" y="2132"/>
                    </a:cubicBezTo>
                    <a:cubicBezTo>
                      <a:pt x="1938" y="2151"/>
                      <a:pt x="1948" y="2167"/>
                      <a:pt x="1948" y="2167"/>
                    </a:cubicBezTo>
                    <a:cubicBezTo>
                      <a:pt x="1948" y="2167"/>
                      <a:pt x="1930" y="2191"/>
                      <a:pt x="1922" y="2191"/>
                    </a:cubicBezTo>
                    <a:cubicBezTo>
                      <a:pt x="1916" y="2191"/>
                      <a:pt x="1903" y="2195"/>
                      <a:pt x="1892" y="2195"/>
                    </a:cubicBezTo>
                    <a:cubicBezTo>
                      <a:pt x="1887" y="2195"/>
                      <a:pt x="1882" y="2194"/>
                      <a:pt x="1880" y="2191"/>
                    </a:cubicBezTo>
                    <a:lnTo>
                      <a:pt x="1872" y="2191"/>
                    </a:lnTo>
                    <a:cubicBezTo>
                      <a:pt x="1870" y="2189"/>
                      <a:pt x="1869" y="2189"/>
                      <a:pt x="1867" y="2189"/>
                    </a:cubicBezTo>
                    <a:cubicBezTo>
                      <a:pt x="1861" y="2189"/>
                      <a:pt x="1856" y="2202"/>
                      <a:pt x="1856" y="2209"/>
                    </a:cubicBezTo>
                    <a:cubicBezTo>
                      <a:pt x="1848" y="2217"/>
                      <a:pt x="1848" y="2225"/>
                      <a:pt x="1848" y="2225"/>
                    </a:cubicBezTo>
                    <a:lnTo>
                      <a:pt x="1805" y="2267"/>
                    </a:lnTo>
                    <a:cubicBezTo>
                      <a:pt x="1805" y="2267"/>
                      <a:pt x="1763" y="2301"/>
                      <a:pt x="1747" y="2317"/>
                    </a:cubicBezTo>
                    <a:cubicBezTo>
                      <a:pt x="1729" y="2325"/>
                      <a:pt x="1705" y="2333"/>
                      <a:pt x="1705" y="2341"/>
                    </a:cubicBezTo>
                    <a:cubicBezTo>
                      <a:pt x="1697" y="2341"/>
                      <a:pt x="1687" y="2367"/>
                      <a:pt x="1679" y="2383"/>
                    </a:cubicBezTo>
                    <a:cubicBezTo>
                      <a:pt x="1679" y="2391"/>
                      <a:pt x="1671" y="2417"/>
                      <a:pt x="1671" y="2425"/>
                    </a:cubicBezTo>
                    <a:cubicBezTo>
                      <a:pt x="1671" y="2441"/>
                      <a:pt x="1663" y="2483"/>
                      <a:pt x="1671" y="2491"/>
                    </a:cubicBezTo>
                    <a:cubicBezTo>
                      <a:pt x="1679" y="2501"/>
                      <a:pt x="1697" y="2518"/>
                      <a:pt x="1705" y="2518"/>
                    </a:cubicBezTo>
                    <a:cubicBezTo>
                      <a:pt x="1706" y="2517"/>
                      <a:pt x="1707" y="2516"/>
                      <a:pt x="1707" y="2516"/>
                    </a:cubicBezTo>
                    <a:cubicBezTo>
                      <a:pt x="1713" y="2516"/>
                      <a:pt x="1713" y="2543"/>
                      <a:pt x="1713" y="2552"/>
                    </a:cubicBezTo>
                    <a:cubicBezTo>
                      <a:pt x="1713" y="2560"/>
                      <a:pt x="1705" y="2576"/>
                      <a:pt x="1697" y="2602"/>
                    </a:cubicBezTo>
                    <a:cubicBezTo>
                      <a:pt x="1687" y="2618"/>
                      <a:pt x="1687" y="2660"/>
                      <a:pt x="1679" y="2676"/>
                    </a:cubicBezTo>
                    <a:cubicBezTo>
                      <a:pt x="1671" y="2702"/>
                      <a:pt x="1697" y="2726"/>
                      <a:pt x="1713" y="2726"/>
                    </a:cubicBezTo>
                    <a:cubicBezTo>
                      <a:pt x="1716" y="2729"/>
                      <a:pt x="1722" y="2730"/>
                      <a:pt x="1730" y="2730"/>
                    </a:cubicBezTo>
                    <a:cubicBezTo>
                      <a:pt x="1745" y="2730"/>
                      <a:pt x="1763" y="2726"/>
                      <a:pt x="1763" y="2726"/>
                    </a:cubicBezTo>
                    <a:cubicBezTo>
                      <a:pt x="1763" y="2726"/>
                      <a:pt x="1771" y="2734"/>
                      <a:pt x="1787" y="2742"/>
                    </a:cubicBezTo>
                    <a:cubicBezTo>
                      <a:pt x="1787" y="2752"/>
                      <a:pt x="1797" y="2760"/>
                      <a:pt x="1797" y="2768"/>
                    </a:cubicBezTo>
                    <a:cubicBezTo>
                      <a:pt x="1805" y="2792"/>
                      <a:pt x="1787" y="2784"/>
                      <a:pt x="1771" y="2818"/>
                    </a:cubicBezTo>
                    <a:cubicBezTo>
                      <a:pt x="1763" y="2852"/>
                      <a:pt x="1763" y="2860"/>
                      <a:pt x="1755" y="2884"/>
                    </a:cubicBezTo>
                    <a:cubicBezTo>
                      <a:pt x="1737" y="2903"/>
                      <a:pt x="1737" y="2927"/>
                      <a:pt x="1755" y="2935"/>
                    </a:cubicBezTo>
                    <a:cubicBezTo>
                      <a:pt x="1759" y="2935"/>
                      <a:pt x="1761" y="2937"/>
                      <a:pt x="1763" y="2937"/>
                    </a:cubicBezTo>
                    <a:cubicBezTo>
                      <a:pt x="1765" y="2937"/>
                      <a:pt x="1767" y="2935"/>
                      <a:pt x="1771" y="2927"/>
                    </a:cubicBezTo>
                    <a:cubicBezTo>
                      <a:pt x="1787" y="2919"/>
                      <a:pt x="1797" y="2919"/>
                      <a:pt x="1813" y="2903"/>
                    </a:cubicBezTo>
                    <a:cubicBezTo>
                      <a:pt x="1821" y="2897"/>
                      <a:pt x="1827" y="2895"/>
                      <a:pt x="1832" y="2895"/>
                    </a:cubicBezTo>
                    <a:cubicBezTo>
                      <a:pt x="1844" y="2895"/>
                      <a:pt x="1850" y="2905"/>
                      <a:pt x="1856" y="2911"/>
                    </a:cubicBezTo>
                    <a:cubicBezTo>
                      <a:pt x="1864" y="2911"/>
                      <a:pt x="1856" y="2943"/>
                      <a:pt x="1848" y="2953"/>
                    </a:cubicBezTo>
                    <a:cubicBezTo>
                      <a:pt x="1848" y="2961"/>
                      <a:pt x="1821" y="2993"/>
                      <a:pt x="1805" y="3011"/>
                    </a:cubicBezTo>
                    <a:cubicBezTo>
                      <a:pt x="1787" y="3027"/>
                      <a:pt x="1797" y="3035"/>
                      <a:pt x="1797" y="3061"/>
                    </a:cubicBezTo>
                    <a:cubicBezTo>
                      <a:pt x="1805" y="3085"/>
                      <a:pt x="1829" y="3085"/>
                      <a:pt x="1856" y="3085"/>
                    </a:cubicBezTo>
                    <a:cubicBezTo>
                      <a:pt x="1880" y="3093"/>
                      <a:pt x="1888" y="3103"/>
                      <a:pt x="1898" y="3111"/>
                    </a:cubicBezTo>
                    <a:cubicBezTo>
                      <a:pt x="1914" y="3127"/>
                      <a:pt x="1930" y="3127"/>
                      <a:pt x="1964" y="3135"/>
                    </a:cubicBezTo>
                    <a:cubicBezTo>
                      <a:pt x="2006" y="3153"/>
                      <a:pt x="2030" y="3153"/>
                      <a:pt x="2072" y="3153"/>
                    </a:cubicBezTo>
                    <a:cubicBezTo>
                      <a:pt x="2074" y="3154"/>
                      <a:pt x="2076" y="3154"/>
                      <a:pt x="2078" y="3154"/>
                    </a:cubicBezTo>
                    <a:cubicBezTo>
                      <a:pt x="2116" y="3154"/>
                      <a:pt x="2198" y="3093"/>
                      <a:pt x="2198" y="3093"/>
                    </a:cubicBezTo>
                    <a:cubicBezTo>
                      <a:pt x="2198" y="3093"/>
                      <a:pt x="2231" y="3069"/>
                      <a:pt x="2239" y="3061"/>
                    </a:cubicBezTo>
                    <a:cubicBezTo>
                      <a:pt x="2239" y="3053"/>
                      <a:pt x="2257" y="3035"/>
                      <a:pt x="2289" y="3019"/>
                    </a:cubicBezTo>
                    <a:cubicBezTo>
                      <a:pt x="2323" y="2993"/>
                      <a:pt x="2315" y="2993"/>
                      <a:pt x="2323" y="2977"/>
                    </a:cubicBezTo>
                    <a:cubicBezTo>
                      <a:pt x="2339" y="2969"/>
                      <a:pt x="2349" y="2969"/>
                      <a:pt x="2365" y="2961"/>
                    </a:cubicBezTo>
                    <a:cubicBezTo>
                      <a:pt x="2381" y="2953"/>
                      <a:pt x="2399" y="2935"/>
                      <a:pt x="2423" y="2927"/>
                    </a:cubicBezTo>
                    <a:cubicBezTo>
                      <a:pt x="2449" y="2919"/>
                      <a:pt x="2457" y="2884"/>
                      <a:pt x="2449" y="2876"/>
                    </a:cubicBezTo>
                    <a:cubicBezTo>
                      <a:pt x="2449" y="2860"/>
                      <a:pt x="2457" y="2768"/>
                      <a:pt x="2473" y="2768"/>
                    </a:cubicBezTo>
                    <a:cubicBezTo>
                      <a:pt x="2489" y="2768"/>
                      <a:pt x="2473" y="2802"/>
                      <a:pt x="2473" y="2826"/>
                    </a:cubicBezTo>
                    <a:cubicBezTo>
                      <a:pt x="2473" y="2842"/>
                      <a:pt x="2481" y="2842"/>
                      <a:pt x="2489" y="2860"/>
                    </a:cubicBezTo>
                    <a:cubicBezTo>
                      <a:pt x="2507" y="2876"/>
                      <a:pt x="2523" y="2876"/>
                      <a:pt x="2539" y="2876"/>
                    </a:cubicBezTo>
                    <a:cubicBezTo>
                      <a:pt x="2565" y="2884"/>
                      <a:pt x="2565" y="2893"/>
                      <a:pt x="2573" y="2919"/>
                    </a:cubicBezTo>
                    <a:lnTo>
                      <a:pt x="2573" y="2927"/>
                    </a:lnTo>
                    <a:cubicBezTo>
                      <a:pt x="2581" y="2943"/>
                      <a:pt x="2565" y="2953"/>
                      <a:pt x="2565" y="2969"/>
                    </a:cubicBezTo>
                    <a:cubicBezTo>
                      <a:pt x="2565" y="2985"/>
                      <a:pt x="2573" y="2993"/>
                      <a:pt x="2573" y="3019"/>
                    </a:cubicBezTo>
                    <a:cubicBezTo>
                      <a:pt x="2581" y="3043"/>
                      <a:pt x="2608" y="3035"/>
                      <a:pt x="2624" y="3043"/>
                    </a:cubicBezTo>
                    <a:cubicBezTo>
                      <a:pt x="2640" y="3053"/>
                      <a:pt x="2658" y="3061"/>
                      <a:pt x="2666" y="3077"/>
                    </a:cubicBezTo>
                    <a:cubicBezTo>
                      <a:pt x="2674" y="3085"/>
                      <a:pt x="2666" y="3127"/>
                      <a:pt x="2674" y="3153"/>
                    </a:cubicBezTo>
                    <a:cubicBezTo>
                      <a:pt x="2690" y="3185"/>
                      <a:pt x="2690" y="3219"/>
                      <a:pt x="2700" y="3243"/>
                    </a:cubicBezTo>
                    <a:cubicBezTo>
                      <a:pt x="2708" y="3270"/>
                      <a:pt x="2732" y="3270"/>
                      <a:pt x="2758" y="3278"/>
                    </a:cubicBezTo>
                    <a:cubicBezTo>
                      <a:pt x="2782" y="3294"/>
                      <a:pt x="2790" y="3320"/>
                      <a:pt x="2800" y="3344"/>
                    </a:cubicBezTo>
                    <a:cubicBezTo>
                      <a:pt x="2816" y="3362"/>
                      <a:pt x="2832" y="3362"/>
                      <a:pt x="2832" y="3378"/>
                    </a:cubicBezTo>
                    <a:lnTo>
                      <a:pt x="2832" y="3420"/>
                    </a:lnTo>
                    <a:cubicBezTo>
                      <a:pt x="2824" y="3436"/>
                      <a:pt x="2808" y="3454"/>
                      <a:pt x="2800" y="3470"/>
                    </a:cubicBezTo>
                    <a:cubicBezTo>
                      <a:pt x="2790" y="3478"/>
                      <a:pt x="2808" y="3494"/>
                      <a:pt x="2816" y="3512"/>
                    </a:cubicBezTo>
                    <a:cubicBezTo>
                      <a:pt x="2816" y="3520"/>
                      <a:pt x="2840" y="3536"/>
                      <a:pt x="2840" y="3536"/>
                    </a:cubicBezTo>
                    <a:cubicBezTo>
                      <a:pt x="2850" y="3554"/>
                      <a:pt x="2858" y="3562"/>
                      <a:pt x="2858" y="3570"/>
                    </a:cubicBezTo>
                    <a:cubicBezTo>
                      <a:pt x="2858" y="3578"/>
                      <a:pt x="2882" y="3612"/>
                      <a:pt x="2890" y="3620"/>
                    </a:cubicBezTo>
                    <a:cubicBezTo>
                      <a:pt x="2892" y="3622"/>
                      <a:pt x="2894" y="3622"/>
                      <a:pt x="2897" y="3622"/>
                    </a:cubicBezTo>
                    <a:cubicBezTo>
                      <a:pt x="2914" y="3622"/>
                      <a:pt x="2950" y="3604"/>
                      <a:pt x="2950" y="3604"/>
                    </a:cubicBezTo>
                    <a:lnTo>
                      <a:pt x="3025" y="3594"/>
                    </a:lnTo>
                    <a:cubicBezTo>
                      <a:pt x="3033" y="3594"/>
                      <a:pt x="3059" y="3578"/>
                      <a:pt x="3059" y="3544"/>
                    </a:cubicBezTo>
                    <a:cubicBezTo>
                      <a:pt x="3059" y="3520"/>
                      <a:pt x="3051" y="3512"/>
                      <a:pt x="3051" y="3494"/>
                    </a:cubicBezTo>
                    <a:cubicBezTo>
                      <a:pt x="3041" y="3486"/>
                      <a:pt x="3091" y="3486"/>
                      <a:pt x="3109" y="3462"/>
                    </a:cubicBezTo>
                    <a:cubicBezTo>
                      <a:pt x="3112" y="3453"/>
                      <a:pt x="3115" y="3450"/>
                      <a:pt x="3117" y="3450"/>
                    </a:cubicBezTo>
                    <a:cubicBezTo>
                      <a:pt x="3121" y="3450"/>
                      <a:pt x="3125" y="3456"/>
                      <a:pt x="3130" y="3456"/>
                    </a:cubicBezTo>
                    <a:cubicBezTo>
                      <a:pt x="3131" y="3456"/>
                      <a:pt x="3132" y="3455"/>
                      <a:pt x="3133" y="3454"/>
                    </a:cubicBezTo>
                    <a:cubicBezTo>
                      <a:pt x="3142" y="3449"/>
                      <a:pt x="3151" y="3449"/>
                      <a:pt x="3158" y="3449"/>
                    </a:cubicBezTo>
                    <a:cubicBezTo>
                      <a:pt x="3165" y="3449"/>
                      <a:pt x="3171" y="3449"/>
                      <a:pt x="3175" y="3444"/>
                    </a:cubicBezTo>
                    <a:cubicBezTo>
                      <a:pt x="3183" y="3444"/>
                      <a:pt x="3225" y="3454"/>
                      <a:pt x="3233" y="3454"/>
                    </a:cubicBezTo>
                    <a:cubicBezTo>
                      <a:pt x="3233" y="3444"/>
                      <a:pt x="3259" y="3444"/>
                      <a:pt x="3267" y="3428"/>
                    </a:cubicBezTo>
                    <a:cubicBezTo>
                      <a:pt x="3275" y="3412"/>
                      <a:pt x="3283" y="3412"/>
                      <a:pt x="3283" y="3386"/>
                    </a:cubicBezTo>
                    <a:cubicBezTo>
                      <a:pt x="3283" y="3370"/>
                      <a:pt x="3317" y="3362"/>
                      <a:pt x="3317" y="3362"/>
                    </a:cubicBezTo>
                    <a:cubicBezTo>
                      <a:pt x="3317" y="3370"/>
                      <a:pt x="3325" y="3420"/>
                      <a:pt x="3325" y="3420"/>
                    </a:cubicBezTo>
                    <a:cubicBezTo>
                      <a:pt x="3325" y="3420"/>
                      <a:pt x="3352" y="3386"/>
                      <a:pt x="3360" y="3354"/>
                    </a:cubicBezTo>
                    <a:cubicBezTo>
                      <a:pt x="3360" y="3320"/>
                      <a:pt x="3376" y="3328"/>
                      <a:pt x="3376" y="3312"/>
                    </a:cubicBezTo>
                    <a:cubicBezTo>
                      <a:pt x="3383" y="3295"/>
                      <a:pt x="3384" y="3220"/>
                      <a:pt x="3384" y="3206"/>
                    </a:cubicBezTo>
                    <a:lnTo>
                      <a:pt x="3384" y="3206"/>
                    </a:lnTo>
                    <a:cubicBezTo>
                      <a:pt x="3384" y="3213"/>
                      <a:pt x="3383" y="3220"/>
                      <a:pt x="3376" y="3227"/>
                    </a:cubicBezTo>
                    <a:cubicBezTo>
                      <a:pt x="3368" y="3235"/>
                      <a:pt x="3360" y="3261"/>
                      <a:pt x="3352" y="3261"/>
                    </a:cubicBezTo>
                    <a:cubicBezTo>
                      <a:pt x="3342" y="3270"/>
                      <a:pt x="3334" y="3286"/>
                      <a:pt x="3334" y="3286"/>
                    </a:cubicBezTo>
                    <a:lnTo>
                      <a:pt x="3334" y="3270"/>
                    </a:lnTo>
                    <a:cubicBezTo>
                      <a:pt x="3334" y="3253"/>
                      <a:pt x="3334" y="3261"/>
                      <a:pt x="3342" y="3243"/>
                    </a:cubicBezTo>
                    <a:lnTo>
                      <a:pt x="3342" y="3219"/>
                    </a:lnTo>
                    <a:lnTo>
                      <a:pt x="3342" y="3177"/>
                    </a:lnTo>
                    <a:cubicBezTo>
                      <a:pt x="3352" y="3169"/>
                      <a:pt x="3352" y="3161"/>
                      <a:pt x="3352" y="3153"/>
                    </a:cubicBezTo>
                    <a:cubicBezTo>
                      <a:pt x="3342" y="3143"/>
                      <a:pt x="3352" y="3127"/>
                      <a:pt x="3352" y="3119"/>
                    </a:cubicBezTo>
                    <a:lnTo>
                      <a:pt x="3352" y="3077"/>
                    </a:lnTo>
                    <a:cubicBezTo>
                      <a:pt x="3352" y="3061"/>
                      <a:pt x="3352" y="3043"/>
                      <a:pt x="3342" y="3003"/>
                    </a:cubicBezTo>
                    <a:cubicBezTo>
                      <a:pt x="3334" y="2969"/>
                      <a:pt x="3342" y="2993"/>
                      <a:pt x="3352" y="2969"/>
                    </a:cubicBezTo>
                    <a:cubicBezTo>
                      <a:pt x="3360" y="2943"/>
                      <a:pt x="3368" y="2943"/>
                      <a:pt x="3368" y="2927"/>
                    </a:cubicBezTo>
                    <a:cubicBezTo>
                      <a:pt x="3372" y="2919"/>
                      <a:pt x="3380" y="2917"/>
                      <a:pt x="3388" y="2917"/>
                    </a:cubicBezTo>
                    <a:cubicBezTo>
                      <a:pt x="3395" y="2917"/>
                      <a:pt x="3402" y="2919"/>
                      <a:pt x="3402" y="2919"/>
                    </a:cubicBezTo>
                    <a:cubicBezTo>
                      <a:pt x="3402" y="2919"/>
                      <a:pt x="3418" y="2911"/>
                      <a:pt x="3434" y="2903"/>
                    </a:cubicBezTo>
                    <a:cubicBezTo>
                      <a:pt x="3443" y="2893"/>
                      <a:pt x="3455" y="2891"/>
                      <a:pt x="3463" y="2891"/>
                    </a:cubicBezTo>
                    <a:cubicBezTo>
                      <a:pt x="3471" y="2891"/>
                      <a:pt x="3476" y="2893"/>
                      <a:pt x="3476" y="2893"/>
                    </a:cubicBezTo>
                    <a:lnTo>
                      <a:pt x="3502" y="2868"/>
                    </a:lnTo>
                    <a:cubicBezTo>
                      <a:pt x="3502" y="2860"/>
                      <a:pt x="3510" y="2860"/>
                      <a:pt x="3518" y="2852"/>
                    </a:cubicBezTo>
                    <a:cubicBezTo>
                      <a:pt x="3534" y="2852"/>
                      <a:pt x="3552" y="2834"/>
                      <a:pt x="3560" y="2826"/>
                    </a:cubicBezTo>
                    <a:cubicBezTo>
                      <a:pt x="3560" y="2818"/>
                      <a:pt x="3584" y="2802"/>
                      <a:pt x="3584" y="2792"/>
                    </a:cubicBezTo>
                    <a:cubicBezTo>
                      <a:pt x="3584" y="2784"/>
                      <a:pt x="3592" y="2776"/>
                      <a:pt x="3592" y="2760"/>
                    </a:cubicBezTo>
                    <a:cubicBezTo>
                      <a:pt x="3584" y="2752"/>
                      <a:pt x="3584" y="2752"/>
                      <a:pt x="3576" y="2742"/>
                    </a:cubicBezTo>
                    <a:cubicBezTo>
                      <a:pt x="3576" y="2734"/>
                      <a:pt x="3584" y="2734"/>
                      <a:pt x="3584" y="2718"/>
                    </a:cubicBezTo>
                    <a:cubicBezTo>
                      <a:pt x="3584" y="2710"/>
                      <a:pt x="3610" y="2710"/>
                      <a:pt x="3618" y="2684"/>
                    </a:cubicBezTo>
                    <a:cubicBezTo>
                      <a:pt x="3634" y="2668"/>
                      <a:pt x="3626" y="2676"/>
                      <a:pt x="3626" y="2652"/>
                    </a:cubicBezTo>
                    <a:cubicBezTo>
                      <a:pt x="3626" y="2626"/>
                      <a:pt x="3626" y="2652"/>
                      <a:pt x="3610" y="2618"/>
                    </a:cubicBezTo>
                    <a:cubicBezTo>
                      <a:pt x="3610" y="2610"/>
                      <a:pt x="3592" y="2602"/>
                      <a:pt x="3584" y="2584"/>
                    </a:cubicBezTo>
                    <a:cubicBezTo>
                      <a:pt x="3582" y="2581"/>
                      <a:pt x="3579" y="2580"/>
                      <a:pt x="3576" y="2580"/>
                    </a:cubicBezTo>
                    <a:cubicBezTo>
                      <a:pt x="3570" y="2580"/>
                      <a:pt x="3563" y="2584"/>
                      <a:pt x="3552" y="2584"/>
                    </a:cubicBezTo>
                    <a:cubicBezTo>
                      <a:pt x="3542" y="2576"/>
                      <a:pt x="3542" y="2568"/>
                      <a:pt x="3484" y="2526"/>
                    </a:cubicBezTo>
                    <a:cubicBezTo>
                      <a:pt x="3466" y="2513"/>
                      <a:pt x="3457" y="2510"/>
                      <a:pt x="3454" y="2510"/>
                    </a:cubicBezTo>
                    <a:cubicBezTo>
                      <a:pt x="3449" y="2510"/>
                      <a:pt x="3450" y="2514"/>
                      <a:pt x="3448" y="2514"/>
                    </a:cubicBezTo>
                    <a:cubicBezTo>
                      <a:pt x="3447" y="2514"/>
                      <a:pt x="3446" y="2513"/>
                      <a:pt x="3442" y="2509"/>
                    </a:cubicBezTo>
                    <a:cubicBezTo>
                      <a:pt x="3436" y="2503"/>
                      <a:pt x="3431" y="2501"/>
                      <a:pt x="3427" y="2501"/>
                    </a:cubicBezTo>
                    <a:cubicBezTo>
                      <a:pt x="3421" y="2501"/>
                      <a:pt x="3416" y="2504"/>
                      <a:pt x="3411" y="2504"/>
                    </a:cubicBezTo>
                    <a:cubicBezTo>
                      <a:pt x="3408" y="2504"/>
                      <a:pt x="3405" y="2503"/>
                      <a:pt x="3402" y="2501"/>
                    </a:cubicBezTo>
                    <a:cubicBezTo>
                      <a:pt x="3389" y="2496"/>
                      <a:pt x="3382" y="2496"/>
                      <a:pt x="3378" y="2496"/>
                    </a:cubicBezTo>
                    <a:cubicBezTo>
                      <a:pt x="3374" y="2496"/>
                      <a:pt x="3372" y="2496"/>
                      <a:pt x="3368" y="2491"/>
                    </a:cubicBezTo>
                    <a:cubicBezTo>
                      <a:pt x="3360" y="2491"/>
                      <a:pt x="3368" y="2491"/>
                      <a:pt x="3376" y="2459"/>
                    </a:cubicBezTo>
                    <a:cubicBezTo>
                      <a:pt x="3376" y="2433"/>
                      <a:pt x="3376" y="2433"/>
                      <a:pt x="3368" y="2401"/>
                    </a:cubicBezTo>
                    <a:cubicBezTo>
                      <a:pt x="3360" y="2375"/>
                      <a:pt x="3352" y="2359"/>
                      <a:pt x="3352" y="2341"/>
                    </a:cubicBezTo>
                    <a:cubicBezTo>
                      <a:pt x="3352" y="2325"/>
                      <a:pt x="3352" y="2317"/>
                      <a:pt x="3360" y="2309"/>
                    </a:cubicBezTo>
                    <a:cubicBezTo>
                      <a:pt x="3360" y="2301"/>
                      <a:pt x="3376" y="2309"/>
                      <a:pt x="3384" y="2291"/>
                    </a:cubicBezTo>
                    <a:cubicBezTo>
                      <a:pt x="3384" y="2275"/>
                      <a:pt x="3376" y="2275"/>
                      <a:pt x="3376" y="2251"/>
                    </a:cubicBezTo>
                    <a:cubicBezTo>
                      <a:pt x="3368" y="2233"/>
                      <a:pt x="3368" y="2241"/>
                      <a:pt x="3376" y="2225"/>
                    </a:cubicBezTo>
                    <a:cubicBezTo>
                      <a:pt x="3384" y="2209"/>
                      <a:pt x="3384" y="2217"/>
                      <a:pt x="3392" y="2201"/>
                    </a:cubicBezTo>
                    <a:cubicBezTo>
                      <a:pt x="3402" y="2175"/>
                      <a:pt x="3392" y="2201"/>
                      <a:pt x="3384" y="2159"/>
                    </a:cubicBezTo>
                    <a:cubicBezTo>
                      <a:pt x="3384" y="2151"/>
                      <a:pt x="3368" y="2151"/>
                      <a:pt x="3368" y="2132"/>
                    </a:cubicBezTo>
                    <a:cubicBezTo>
                      <a:pt x="3368" y="2118"/>
                      <a:pt x="3370" y="2115"/>
                      <a:pt x="3375" y="2115"/>
                    </a:cubicBezTo>
                    <a:cubicBezTo>
                      <a:pt x="3377" y="2115"/>
                      <a:pt x="3380" y="2116"/>
                      <a:pt x="3384" y="2116"/>
                    </a:cubicBezTo>
                    <a:cubicBezTo>
                      <a:pt x="3387" y="2115"/>
                      <a:pt x="3391" y="2114"/>
                      <a:pt x="3394" y="2114"/>
                    </a:cubicBezTo>
                    <a:cubicBezTo>
                      <a:pt x="3402" y="2114"/>
                      <a:pt x="3408" y="2119"/>
                      <a:pt x="3413" y="2119"/>
                    </a:cubicBezTo>
                    <a:cubicBezTo>
                      <a:pt x="3414" y="2119"/>
                      <a:pt x="3416" y="2118"/>
                      <a:pt x="3418" y="2116"/>
                    </a:cubicBezTo>
                    <a:cubicBezTo>
                      <a:pt x="3434" y="2108"/>
                      <a:pt x="3442" y="2100"/>
                      <a:pt x="3442" y="2082"/>
                    </a:cubicBezTo>
                    <a:cubicBezTo>
                      <a:pt x="3452" y="2066"/>
                      <a:pt x="3434" y="2066"/>
                      <a:pt x="3434" y="2058"/>
                    </a:cubicBezTo>
                    <a:cubicBezTo>
                      <a:pt x="3434" y="2050"/>
                      <a:pt x="3434" y="2032"/>
                      <a:pt x="3426" y="2016"/>
                    </a:cubicBezTo>
                    <a:cubicBezTo>
                      <a:pt x="3423" y="2007"/>
                      <a:pt x="3424" y="2005"/>
                      <a:pt x="3427" y="2005"/>
                    </a:cubicBezTo>
                    <a:cubicBezTo>
                      <a:pt x="3432" y="2005"/>
                      <a:pt x="3445" y="2016"/>
                      <a:pt x="3452" y="2016"/>
                    </a:cubicBezTo>
                    <a:cubicBezTo>
                      <a:pt x="3454" y="2014"/>
                      <a:pt x="3455" y="2014"/>
                      <a:pt x="3457" y="2014"/>
                    </a:cubicBezTo>
                    <a:cubicBezTo>
                      <a:pt x="3462" y="2014"/>
                      <a:pt x="3467" y="2018"/>
                      <a:pt x="3475" y="2018"/>
                    </a:cubicBezTo>
                    <a:cubicBezTo>
                      <a:pt x="3477" y="2018"/>
                      <a:pt x="3481" y="2018"/>
                      <a:pt x="3484" y="2016"/>
                    </a:cubicBezTo>
                    <a:cubicBezTo>
                      <a:pt x="3492" y="2008"/>
                      <a:pt x="3518" y="1974"/>
                      <a:pt x="3526" y="1966"/>
                    </a:cubicBezTo>
                    <a:cubicBezTo>
                      <a:pt x="3534" y="1950"/>
                      <a:pt x="3568" y="1950"/>
                      <a:pt x="3584" y="1932"/>
                    </a:cubicBezTo>
                    <a:cubicBezTo>
                      <a:pt x="3602" y="1924"/>
                      <a:pt x="3618" y="1908"/>
                      <a:pt x="3652" y="1890"/>
                    </a:cubicBezTo>
                    <a:cubicBezTo>
                      <a:pt x="3676" y="1866"/>
                      <a:pt x="3676" y="1874"/>
                      <a:pt x="3692" y="1866"/>
                    </a:cubicBezTo>
                    <a:cubicBezTo>
                      <a:pt x="3702" y="1850"/>
                      <a:pt x="3711" y="1840"/>
                      <a:pt x="3719" y="1832"/>
                    </a:cubicBezTo>
                    <a:cubicBezTo>
                      <a:pt x="3727" y="1828"/>
                      <a:pt x="3735" y="1828"/>
                      <a:pt x="3744" y="1828"/>
                    </a:cubicBezTo>
                    <a:cubicBezTo>
                      <a:pt x="3752" y="1828"/>
                      <a:pt x="3761" y="1828"/>
                      <a:pt x="3769" y="1824"/>
                    </a:cubicBezTo>
                    <a:cubicBezTo>
                      <a:pt x="3785" y="1808"/>
                      <a:pt x="3785" y="1808"/>
                      <a:pt x="3793" y="1790"/>
                    </a:cubicBezTo>
                    <a:cubicBezTo>
                      <a:pt x="3811" y="1774"/>
                      <a:pt x="3819" y="1765"/>
                      <a:pt x="3835" y="1739"/>
                    </a:cubicBezTo>
                    <a:cubicBezTo>
                      <a:pt x="3853" y="1715"/>
                      <a:pt x="3861" y="1715"/>
                      <a:pt x="3877" y="1699"/>
                    </a:cubicBezTo>
                    <a:cubicBezTo>
                      <a:pt x="3893" y="1673"/>
                      <a:pt x="3877" y="1681"/>
                      <a:pt x="3885" y="1673"/>
                    </a:cubicBezTo>
                    <a:cubicBezTo>
                      <a:pt x="3893" y="1657"/>
                      <a:pt x="3903" y="1649"/>
                      <a:pt x="3903" y="1631"/>
                    </a:cubicBezTo>
                    <a:cubicBezTo>
                      <a:pt x="3903" y="1615"/>
                      <a:pt x="3885" y="1623"/>
                      <a:pt x="3869" y="1607"/>
                    </a:cubicBezTo>
                    <a:cubicBezTo>
                      <a:pt x="3853" y="1581"/>
                      <a:pt x="3843" y="1581"/>
                      <a:pt x="3843" y="1565"/>
                    </a:cubicBezTo>
                    <a:cubicBezTo>
                      <a:pt x="3843" y="1539"/>
                      <a:pt x="3853" y="1549"/>
                      <a:pt x="3869" y="1515"/>
                    </a:cubicBezTo>
                    <a:cubicBezTo>
                      <a:pt x="3893" y="1489"/>
                      <a:pt x="3885" y="1507"/>
                      <a:pt x="3893" y="1481"/>
                    </a:cubicBezTo>
                    <a:cubicBezTo>
                      <a:pt x="3903" y="1449"/>
                      <a:pt x="3911" y="1449"/>
                      <a:pt x="3919" y="1439"/>
                    </a:cubicBezTo>
                    <a:cubicBezTo>
                      <a:pt x="3935" y="1431"/>
                      <a:pt x="3943" y="1439"/>
                      <a:pt x="3961" y="1415"/>
                    </a:cubicBezTo>
                    <a:cubicBezTo>
                      <a:pt x="3977" y="1398"/>
                      <a:pt x="3985" y="1398"/>
                      <a:pt x="3993" y="1380"/>
                    </a:cubicBezTo>
                    <a:cubicBezTo>
                      <a:pt x="4003" y="1372"/>
                      <a:pt x="4003" y="1364"/>
                      <a:pt x="4019" y="1348"/>
                    </a:cubicBezTo>
                    <a:cubicBezTo>
                      <a:pt x="4035" y="1330"/>
                      <a:pt x="4035" y="1338"/>
                      <a:pt x="4043" y="1330"/>
                    </a:cubicBezTo>
                    <a:cubicBezTo>
                      <a:pt x="4046" y="1329"/>
                      <a:pt x="4048" y="1328"/>
                      <a:pt x="4051" y="1328"/>
                    </a:cubicBezTo>
                    <a:cubicBezTo>
                      <a:pt x="4058" y="1328"/>
                      <a:pt x="4066" y="1333"/>
                      <a:pt x="4075" y="1333"/>
                    </a:cubicBezTo>
                    <a:cubicBezTo>
                      <a:pt x="4079" y="1333"/>
                      <a:pt x="4082" y="1332"/>
                      <a:pt x="4086" y="1330"/>
                    </a:cubicBezTo>
                    <a:cubicBezTo>
                      <a:pt x="4091" y="1330"/>
                      <a:pt x="4097" y="1334"/>
                      <a:pt x="4105" y="1334"/>
                    </a:cubicBezTo>
                    <a:cubicBezTo>
                      <a:pt x="4110" y="1334"/>
                      <a:pt x="4114" y="1333"/>
                      <a:pt x="4120" y="1330"/>
                    </a:cubicBezTo>
                    <a:cubicBezTo>
                      <a:pt x="4125" y="1328"/>
                      <a:pt x="4128" y="1327"/>
                      <a:pt x="4129" y="1327"/>
                    </a:cubicBezTo>
                    <a:cubicBezTo>
                      <a:pt x="4133" y="1327"/>
                      <a:pt x="4133" y="1330"/>
                      <a:pt x="4144" y="1330"/>
                    </a:cubicBezTo>
                    <a:cubicBezTo>
                      <a:pt x="4146" y="1329"/>
                      <a:pt x="4148" y="1329"/>
                      <a:pt x="4150" y="1329"/>
                    </a:cubicBezTo>
                    <a:cubicBezTo>
                      <a:pt x="4157" y="1329"/>
                      <a:pt x="4158" y="1337"/>
                      <a:pt x="4164" y="1337"/>
                    </a:cubicBezTo>
                    <a:cubicBezTo>
                      <a:pt x="4167" y="1337"/>
                      <a:pt x="4171" y="1335"/>
                      <a:pt x="4178" y="1330"/>
                    </a:cubicBezTo>
                    <a:cubicBezTo>
                      <a:pt x="4180" y="1330"/>
                      <a:pt x="4182" y="1329"/>
                      <a:pt x="4184" y="1329"/>
                    </a:cubicBezTo>
                    <a:cubicBezTo>
                      <a:pt x="4202" y="1329"/>
                      <a:pt x="4205" y="1357"/>
                      <a:pt x="4216" y="1357"/>
                    </a:cubicBezTo>
                    <a:cubicBezTo>
                      <a:pt x="4217" y="1357"/>
                      <a:pt x="4218" y="1357"/>
                      <a:pt x="4220" y="1356"/>
                    </a:cubicBezTo>
                    <a:cubicBezTo>
                      <a:pt x="4228" y="1356"/>
                      <a:pt x="4228" y="1348"/>
                      <a:pt x="4236" y="1348"/>
                    </a:cubicBezTo>
                    <a:cubicBezTo>
                      <a:pt x="4236" y="1338"/>
                      <a:pt x="4244" y="1338"/>
                      <a:pt x="4254" y="1330"/>
                    </a:cubicBezTo>
                    <a:cubicBezTo>
                      <a:pt x="4260" y="1326"/>
                      <a:pt x="4265" y="1325"/>
                      <a:pt x="4269" y="1325"/>
                    </a:cubicBezTo>
                    <a:cubicBezTo>
                      <a:pt x="4283" y="1325"/>
                      <a:pt x="4291" y="1338"/>
                      <a:pt x="4304" y="1338"/>
                    </a:cubicBezTo>
                    <a:cubicBezTo>
                      <a:pt x="4320" y="1338"/>
                      <a:pt x="4336" y="1348"/>
                      <a:pt x="4354" y="1356"/>
                    </a:cubicBezTo>
                    <a:cubicBezTo>
                      <a:pt x="4378" y="1364"/>
                      <a:pt x="4362" y="1398"/>
                      <a:pt x="4370" y="1398"/>
                    </a:cubicBezTo>
                    <a:cubicBezTo>
                      <a:pt x="4386" y="1407"/>
                      <a:pt x="4394" y="1449"/>
                      <a:pt x="4404" y="1449"/>
                    </a:cubicBezTo>
                    <a:lnTo>
                      <a:pt x="4404" y="1515"/>
                    </a:lnTo>
                    <a:cubicBezTo>
                      <a:pt x="4404" y="1516"/>
                      <a:pt x="4404" y="1516"/>
                      <a:pt x="4402" y="1516"/>
                    </a:cubicBezTo>
                    <a:cubicBezTo>
                      <a:pt x="4393" y="1516"/>
                      <a:pt x="4362" y="1499"/>
                      <a:pt x="4362" y="1499"/>
                    </a:cubicBezTo>
                    <a:cubicBezTo>
                      <a:pt x="4362" y="1499"/>
                      <a:pt x="4340" y="1509"/>
                      <a:pt x="4332" y="1509"/>
                    </a:cubicBezTo>
                    <a:cubicBezTo>
                      <a:pt x="4330" y="1509"/>
                      <a:pt x="4328" y="1508"/>
                      <a:pt x="4328" y="1507"/>
                    </a:cubicBezTo>
                    <a:cubicBezTo>
                      <a:pt x="4328" y="1515"/>
                      <a:pt x="4320" y="1557"/>
                      <a:pt x="4320" y="1565"/>
                    </a:cubicBezTo>
                    <a:cubicBezTo>
                      <a:pt x="4320" y="1565"/>
                      <a:pt x="4286" y="1589"/>
                      <a:pt x="4270" y="1599"/>
                    </a:cubicBezTo>
                    <a:cubicBezTo>
                      <a:pt x="4244" y="1615"/>
                      <a:pt x="4254" y="1623"/>
                      <a:pt x="4244" y="1631"/>
                    </a:cubicBezTo>
                    <a:cubicBezTo>
                      <a:pt x="4244" y="1639"/>
                      <a:pt x="4228" y="1673"/>
                      <a:pt x="4228" y="1673"/>
                    </a:cubicBezTo>
                    <a:cubicBezTo>
                      <a:pt x="4228" y="1673"/>
                      <a:pt x="4186" y="1707"/>
                      <a:pt x="4178" y="1715"/>
                    </a:cubicBezTo>
                    <a:cubicBezTo>
                      <a:pt x="4170" y="1723"/>
                      <a:pt x="4162" y="1731"/>
                      <a:pt x="4144" y="1757"/>
                    </a:cubicBezTo>
                    <a:cubicBezTo>
                      <a:pt x="4120" y="1782"/>
                      <a:pt x="4104" y="1782"/>
                      <a:pt x="4104" y="1782"/>
                    </a:cubicBezTo>
                    <a:cubicBezTo>
                      <a:pt x="4104" y="1782"/>
                      <a:pt x="4053" y="1808"/>
                      <a:pt x="4053" y="1816"/>
                    </a:cubicBezTo>
                    <a:lnTo>
                      <a:pt x="4053" y="1850"/>
                    </a:lnTo>
                    <a:cubicBezTo>
                      <a:pt x="4053" y="1866"/>
                      <a:pt x="4019" y="1882"/>
                      <a:pt x="4011" y="1890"/>
                    </a:cubicBezTo>
                    <a:cubicBezTo>
                      <a:pt x="3993" y="1900"/>
                      <a:pt x="3953" y="1908"/>
                      <a:pt x="3943" y="1908"/>
                    </a:cubicBezTo>
                    <a:cubicBezTo>
                      <a:pt x="3941" y="1907"/>
                      <a:pt x="3939" y="1906"/>
                      <a:pt x="3937" y="1906"/>
                    </a:cubicBezTo>
                    <a:cubicBezTo>
                      <a:pt x="3925" y="1906"/>
                      <a:pt x="3919" y="1925"/>
                      <a:pt x="3919" y="1932"/>
                    </a:cubicBezTo>
                    <a:cubicBezTo>
                      <a:pt x="3911" y="1940"/>
                      <a:pt x="3893" y="1966"/>
                      <a:pt x="3877" y="1990"/>
                    </a:cubicBezTo>
                    <a:cubicBezTo>
                      <a:pt x="3861" y="2008"/>
                      <a:pt x="3869" y="2008"/>
                      <a:pt x="3869" y="2024"/>
                    </a:cubicBezTo>
                    <a:cubicBezTo>
                      <a:pt x="3869" y="2032"/>
                      <a:pt x="3853" y="2058"/>
                      <a:pt x="3861" y="2082"/>
                    </a:cubicBezTo>
                    <a:cubicBezTo>
                      <a:pt x="3869" y="2108"/>
                      <a:pt x="3885" y="2140"/>
                      <a:pt x="3893" y="2151"/>
                    </a:cubicBezTo>
                    <a:cubicBezTo>
                      <a:pt x="3903" y="2159"/>
                      <a:pt x="3935" y="2209"/>
                      <a:pt x="3953" y="2209"/>
                    </a:cubicBezTo>
                    <a:cubicBezTo>
                      <a:pt x="3969" y="2209"/>
                      <a:pt x="3969" y="2267"/>
                      <a:pt x="3969" y="2267"/>
                    </a:cubicBezTo>
                    <a:cubicBezTo>
                      <a:pt x="3969" y="2267"/>
                      <a:pt x="3927" y="2417"/>
                      <a:pt x="3953" y="2451"/>
                    </a:cubicBezTo>
                    <a:cubicBezTo>
                      <a:pt x="3985" y="2491"/>
                      <a:pt x="3969" y="2467"/>
                      <a:pt x="3977" y="2483"/>
                    </a:cubicBezTo>
                    <a:cubicBezTo>
                      <a:pt x="3985" y="2491"/>
                      <a:pt x="4011" y="2491"/>
                      <a:pt x="4027" y="2501"/>
                    </a:cubicBezTo>
                    <a:cubicBezTo>
                      <a:pt x="4033" y="2504"/>
                      <a:pt x="4040" y="2505"/>
                      <a:pt x="4048" y="2505"/>
                    </a:cubicBezTo>
                    <a:cubicBezTo>
                      <a:pt x="4064" y="2505"/>
                      <a:pt x="4083" y="2501"/>
                      <a:pt x="4094" y="2501"/>
                    </a:cubicBezTo>
                    <a:cubicBezTo>
                      <a:pt x="4112" y="2501"/>
                      <a:pt x="4120" y="2509"/>
                      <a:pt x="4144" y="2518"/>
                    </a:cubicBezTo>
                    <a:cubicBezTo>
                      <a:pt x="4162" y="2518"/>
                      <a:pt x="4162" y="2534"/>
                      <a:pt x="4178" y="2560"/>
                    </a:cubicBezTo>
                    <a:cubicBezTo>
                      <a:pt x="4204" y="2584"/>
                      <a:pt x="4212" y="2568"/>
                      <a:pt x="4220" y="2584"/>
                    </a:cubicBezTo>
                    <a:cubicBezTo>
                      <a:pt x="4225" y="2588"/>
                      <a:pt x="4249" y="2594"/>
                      <a:pt x="4273" y="2594"/>
                    </a:cubicBezTo>
                    <a:cubicBezTo>
                      <a:pt x="4289" y="2594"/>
                      <a:pt x="4305" y="2591"/>
                      <a:pt x="4312" y="2584"/>
                    </a:cubicBezTo>
                    <a:cubicBezTo>
                      <a:pt x="4320" y="2568"/>
                      <a:pt x="4336" y="2576"/>
                      <a:pt x="4354" y="2568"/>
                    </a:cubicBezTo>
                    <a:cubicBezTo>
                      <a:pt x="4358" y="2560"/>
                      <a:pt x="4360" y="2560"/>
                      <a:pt x="4362" y="2560"/>
                    </a:cubicBezTo>
                    <a:cubicBezTo>
                      <a:pt x="4364" y="2560"/>
                      <a:pt x="4366" y="2560"/>
                      <a:pt x="4370" y="2552"/>
                    </a:cubicBezTo>
                    <a:cubicBezTo>
                      <a:pt x="4386" y="2534"/>
                      <a:pt x="4386" y="2542"/>
                      <a:pt x="4404" y="2534"/>
                    </a:cubicBezTo>
                    <a:cubicBezTo>
                      <a:pt x="4420" y="2534"/>
                      <a:pt x="4428" y="2534"/>
                      <a:pt x="4463" y="2518"/>
                    </a:cubicBezTo>
                    <a:cubicBezTo>
                      <a:pt x="4487" y="2491"/>
                      <a:pt x="4487" y="2483"/>
                      <a:pt x="4495" y="2475"/>
                    </a:cubicBezTo>
                    <a:cubicBezTo>
                      <a:pt x="4500" y="2471"/>
                      <a:pt x="4506" y="2471"/>
                      <a:pt x="4516" y="2471"/>
                    </a:cubicBezTo>
                    <a:cubicBezTo>
                      <a:pt x="4525" y="2471"/>
                      <a:pt x="4538" y="2471"/>
                      <a:pt x="4555" y="2467"/>
                    </a:cubicBezTo>
                    <a:cubicBezTo>
                      <a:pt x="4567" y="2467"/>
                      <a:pt x="4573" y="2469"/>
                      <a:pt x="4577" y="2469"/>
                    </a:cubicBezTo>
                    <a:cubicBezTo>
                      <a:pt x="4581" y="2469"/>
                      <a:pt x="4583" y="2467"/>
                      <a:pt x="4587" y="2459"/>
                    </a:cubicBezTo>
                    <a:cubicBezTo>
                      <a:pt x="4595" y="2451"/>
                      <a:pt x="4613" y="2451"/>
                      <a:pt x="4655" y="2425"/>
                    </a:cubicBezTo>
                    <a:cubicBezTo>
                      <a:pt x="4669" y="2419"/>
                      <a:pt x="4677" y="2416"/>
                      <a:pt x="4683" y="2416"/>
                    </a:cubicBezTo>
                    <a:cubicBezTo>
                      <a:pt x="4697" y="2416"/>
                      <a:pt x="4689" y="2433"/>
                      <a:pt x="4695" y="2433"/>
                    </a:cubicBezTo>
                    <a:cubicBezTo>
                      <a:pt x="4700" y="2431"/>
                      <a:pt x="4706" y="2430"/>
                      <a:pt x="4713" y="2430"/>
                    </a:cubicBezTo>
                    <a:cubicBezTo>
                      <a:pt x="4730" y="2430"/>
                      <a:pt x="4752" y="2436"/>
                      <a:pt x="4787" y="2441"/>
                    </a:cubicBezTo>
                    <a:cubicBezTo>
                      <a:pt x="4787" y="2441"/>
                      <a:pt x="4813" y="2433"/>
                      <a:pt x="4838" y="2409"/>
                    </a:cubicBezTo>
                    <a:cubicBezTo>
                      <a:pt x="4856" y="2401"/>
                      <a:pt x="4864" y="2401"/>
                      <a:pt x="4864" y="2401"/>
                    </a:cubicBezTo>
                    <a:cubicBezTo>
                      <a:pt x="4864" y="2401"/>
                      <a:pt x="4872" y="2401"/>
                      <a:pt x="4888" y="2391"/>
                    </a:cubicBezTo>
                    <a:cubicBezTo>
                      <a:pt x="4894" y="2390"/>
                      <a:pt x="4898" y="2389"/>
                      <a:pt x="4902" y="2389"/>
                    </a:cubicBezTo>
                    <a:cubicBezTo>
                      <a:pt x="4920" y="2389"/>
                      <a:pt x="4917" y="2403"/>
                      <a:pt x="4930" y="2409"/>
                    </a:cubicBezTo>
                    <a:cubicBezTo>
                      <a:pt x="4938" y="2417"/>
                      <a:pt x="4938" y="2425"/>
                      <a:pt x="4946" y="2441"/>
                    </a:cubicBezTo>
                    <a:cubicBezTo>
                      <a:pt x="4964" y="2459"/>
                      <a:pt x="4972" y="2459"/>
                      <a:pt x="4988" y="2467"/>
                    </a:cubicBezTo>
                    <a:cubicBezTo>
                      <a:pt x="4997" y="2471"/>
                      <a:pt x="5010" y="2473"/>
                      <a:pt x="5021" y="2473"/>
                    </a:cubicBezTo>
                    <a:cubicBezTo>
                      <a:pt x="5032" y="2473"/>
                      <a:pt x="5042" y="2471"/>
                      <a:pt x="5046" y="2467"/>
                    </a:cubicBezTo>
                    <a:cubicBezTo>
                      <a:pt x="5056" y="2467"/>
                      <a:pt x="5088" y="2467"/>
                      <a:pt x="5106" y="2459"/>
                    </a:cubicBezTo>
                    <a:cubicBezTo>
                      <a:pt x="5107" y="2458"/>
                      <a:pt x="5108" y="2458"/>
                      <a:pt x="5110" y="2458"/>
                    </a:cubicBezTo>
                    <a:cubicBezTo>
                      <a:pt x="5121" y="2458"/>
                      <a:pt x="5145" y="2483"/>
                      <a:pt x="5138" y="2483"/>
                    </a:cubicBezTo>
                    <a:cubicBezTo>
                      <a:pt x="5130" y="2483"/>
                      <a:pt x="5106" y="2501"/>
                      <a:pt x="5088" y="2501"/>
                    </a:cubicBezTo>
                    <a:cubicBezTo>
                      <a:pt x="5078" y="2501"/>
                      <a:pt x="5067" y="2505"/>
                      <a:pt x="5058" y="2505"/>
                    </a:cubicBezTo>
                    <a:cubicBezTo>
                      <a:pt x="5053" y="2505"/>
                      <a:pt x="5049" y="2504"/>
                      <a:pt x="5046" y="2501"/>
                    </a:cubicBezTo>
                    <a:cubicBezTo>
                      <a:pt x="5045" y="2500"/>
                      <a:pt x="5043" y="2499"/>
                      <a:pt x="5042" y="2499"/>
                    </a:cubicBezTo>
                    <a:cubicBezTo>
                      <a:pt x="5034" y="2499"/>
                      <a:pt x="5025" y="2511"/>
                      <a:pt x="5018" y="2511"/>
                    </a:cubicBezTo>
                    <a:cubicBezTo>
                      <a:pt x="5016" y="2511"/>
                      <a:pt x="5015" y="2511"/>
                      <a:pt x="5014" y="2509"/>
                    </a:cubicBezTo>
                    <a:cubicBezTo>
                      <a:pt x="5006" y="2509"/>
                      <a:pt x="4964" y="2542"/>
                      <a:pt x="4956" y="2542"/>
                    </a:cubicBezTo>
                    <a:cubicBezTo>
                      <a:pt x="4946" y="2542"/>
                      <a:pt x="4914" y="2568"/>
                      <a:pt x="4914" y="2568"/>
                    </a:cubicBezTo>
                    <a:cubicBezTo>
                      <a:pt x="4913" y="2567"/>
                      <a:pt x="4912" y="2567"/>
                      <a:pt x="4911" y="2567"/>
                    </a:cubicBezTo>
                    <a:cubicBezTo>
                      <a:pt x="4901" y="2567"/>
                      <a:pt x="4880" y="2602"/>
                      <a:pt x="4880" y="2602"/>
                    </a:cubicBezTo>
                    <a:lnTo>
                      <a:pt x="4872" y="2602"/>
                    </a:lnTo>
                    <a:cubicBezTo>
                      <a:pt x="4872" y="2610"/>
                      <a:pt x="4846" y="2626"/>
                      <a:pt x="4846" y="2626"/>
                    </a:cubicBezTo>
                    <a:cubicBezTo>
                      <a:pt x="4844" y="2624"/>
                      <a:pt x="4841" y="2623"/>
                      <a:pt x="4839" y="2623"/>
                    </a:cubicBezTo>
                    <a:cubicBezTo>
                      <a:pt x="4831" y="2623"/>
                      <a:pt x="4820" y="2628"/>
                      <a:pt x="4812" y="2628"/>
                    </a:cubicBezTo>
                    <a:cubicBezTo>
                      <a:pt x="4810" y="2628"/>
                      <a:pt x="4807" y="2627"/>
                      <a:pt x="4805" y="2626"/>
                    </a:cubicBezTo>
                    <a:cubicBezTo>
                      <a:pt x="4803" y="2622"/>
                      <a:pt x="4800" y="2621"/>
                      <a:pt x="4796" y="2621"/>
                    </a:cubicBezTo>
                    <a:cubicBezTo>
                      <a:pt x="4788" y="2621"/>
                      <a:pt x="4776" y="2627"/>
                      <a:pt x="4768" y="2627"/>
                    </a:cubicBezTo>
                    <a:cubicBezTo>
                      <a:pt x="4762" y="2627"/>
                      <a:pt x="4758" y="2625"/>
                      <a:pt x="4755" y="2618"/>
                    </a:cubicBezTo>
                    <a:cubicBezTo>
                      <a:pt x="4752" y="2612"/>
                      <a:pt x="4744" y="2610"/>
                      <a:pt x="4735" y="2610"/>
                    </a:cubicBezTo>
                    <a:cubicBezTo>
                      <a:pt x="4725" y="2610"/>
                      <a:pt x="4714" y="2612"/>
                      <a:pt x="4706" y="2612"/>
                    </a:cubicBezTo>
                    <a:cubicBezTo>
                      <a:pt x="4701" y="2612"/>
                      <a:pt x="4697" y="2612"/>
                      <a:pt x="4695" y="2610"/>
                    </a:cubicBezTo>
                    <a:cubicBezTo>
                      <a:pt x="4694" y="2609"/>
                      <a:pt x="4692" y="2608"/>
                      <a:pt x="4690" y="2608"/>
                    </a:cubicBezTo>
                    <a:cubicBezTo>
                      <a:pt x="4683" y="2608"/>
                      <a:pt x="4671" y="2615"/>
                      <a:pt x="4657" y="2615"/>
                    </a:cubicBezTo>
                    <a:cubicBezTo>
                      <a:pt x="4651" y="2615"/>
                      <a:pt x="4644" y="2614"/>
                      <a:pt x="4637" y="2610"/>
                    </a:cubicBezTo>
                    <a:cubicBezTo>
                      <a:pt x="4632" y="2607"/>
                      <a:pt x="4627" y="2606"/>
                      <a:pt x="4623" y="2606"/>
                    </a:cubicBezTo>
                    <a:cubicBezTo>
                      <a:pt x="4616" y="2606"/>
                      <a:pt x="4610" y="2610"/>
                      <a:pt x="4605" y="2610"/>
                    </a:cubicBezTo>
                    <a:cubicBezTo>
                      <a:pt x="4603" y="2608"/>
                      <a:pt x="4600" y="2608"/>
                      <a:pt x="4597" y="2608"/>
                    </a:cubicBezTo>
                    <a:cubicBezTo>
                      <a:pt x="4583" y="2608"/>
                      <a:pt x="4561" y="2618"/>
                      <a:pt x="4555" y="2618"/>
                    </a:cubicBezTo>
                    <a:cubicBezTo>
                      <a:pt x="4537" y="2618"/>
                      <a:pt x="4529" y="2634"/>
                      <a:pt x="4521" y="2634"/>
                    </a:cubicBezTo>
                    <a:cubicBezTo>
                      <a:pt x="4521" y="2634"/>
                      <a:pt x="4509" y="2642"/>
                      <a:pt x="4499" y="2642"/>
                    </a:cubicBezTo>
                    <a:cubicBezTo>
                      <a:pt x="4494" y="2642"/>
                      <a:pt x="4489" y="2640"/>
                      <a:pt x="4487" y="2634"/>
                    </a:cubicBezTo>
                    <a:cubicBezTo>
                      <a:pt x="4486" y="2633"/>
                      <a:pt x="4484" y="2633"/>
                      <a:pt x="4482" y="2633"/>
                    </a:cubicBezTo>
                    <a:cubicBezTo>
                      <a:pt x="4465" y="2633"/>
                      <a:pt x="4412" y="2660"/>
                      <a:pt x="4412" y="2660"/>
                    </a:cubicBezTo>
                    <a:cubicBezTo>
                      <a:pt x="4412" y="2660"/>
                      <a:pt x="4354" y="2676"/>
                      <a:pt x="4336" y="2676"/>
                    </a:cubicBezTo>
                    <a:cubicBezTo>
                      <a:pt x="4320" y="2676"/>
                      <a:pt x="4320" y="2702"/>
                      <a:pt x="4304" y="2718"/>
                    </a:cubicBezTo>
                    <a:cubicBezTo>
                      <a:pt x="4294" y="2742"/>
                      <a:pt x="4270" y="2742"/>
                      <a:pt x="4244" y="2768"/>
                    </a:cubicBezTo>
                    <a:cubicBezTo>
                      <a:pt x="4220" y="2792"/>
                      <a:pt x="4254" y="2802"/>
                      <a:pt x="4262" y="2810"/>
                    </a:cubicBezTo>
                    <a:cubicBezTo>
                      <a:pt x="4270" y="2826"/>
                      <a:pt x="4270" y="2842"/>
                      <a:pt x="4286" y="2860"/>
                    </a:cubicBezTo>
                    <a:cubicBezTo>
                      <a:pt x="4294" y="2876"/>
                      <a:pt x="4286" y="2876"/>
                      <a:pt x="4312" y="2903"/>
                    </a:cubicBezTo>
                    <a:cubicBezTo>
                      <a:pt x="4327" y="2918"/>
                      <a:pt x="4336" y="2923"/>
                      <a:pt x="4345" y="2923"/>
                    </a:cubicBezTo>
                    <a:cubicBezTo>
                      <a:pt x="4350" y="2923"/>
                      <a:pt x="4356" y="2922"/>
                      <a:pt x="4362" y="2919"/>
                    </a:cubicBezTo>
                    <a:cubicBezTo>
                      <a:pt x="4370" y="2919"/>
                      <a:pt x="4378" y="2919"/>
                      <a:pt x="4404" y="2977"/>
                    </a:cubicBezTo>
                    <a:lnTo>
                      <a:pt x="4404" y="2993"/>
                    </a:lnTo>
                    <a:cubicBezTo>
                      <a:pt x="4420" y="3027"/>
                      <a:pt x="4394" y="3019"/>
                      <a:pt x="4394" y="3027"/>
                    </a:cubicBezTo>
                    <a:cubicBezTo>
                      <a:pt x="4386" y="3043"/>
                      <a:pt x="4394" y="3085"/>
                      <a:pt x="4394" y="3085"/>
                    </a:cubicBezTo>
                    <a:lnTo>
                      <a:pt x="4362" y="3135"/>
                    </a:lnTo>
                    <a:cubicBezTo>
                      <a:pt x="4362" y="3135"/>
                      <a:pt x="4343" y="3155"/>
                      <a:pt x="4332" y="3155"/>
                    </a:cubicBezTo>
                    <a:cubicBezTo>
                      <a:pt x="4331" y="3155"/>
                      <a:pt x="4329" y="3154"/>
                      <a:pt x="4328" y="3153"/>
                    </a:cubicBezTo>
                    <a:cubicBezTo>
                      <a:pt x="4328" y="3143"/>
                      <a:pt x="4244" y="3143"/>
                      <a:pt x="4244" y="3127"/>
                    </a:cubicBezTo>
                    <a:cubicBezTo>
                      <a:pt x="4244" y="3111"/>
                      <a:pt x="4212" y="3119"/>
                      <a:pt x="4212" y="3093"/>
                    </a:cubicBezTo>
                    <a:cubicBezTo>
                      <a:pt x="4208" y="3081"/>
                      <a:pt x="4203" y="3079"/>
                      <a:pt x="4199" y="3079"/>
                    </a:cubicBezTo>
                    <a:cubicBezTo>
                      <a:pt x="4197" y="3079"/>
                      <a:pt x="4194" y="3080"/>
                      <a:pt x="4192" y="3080"/>
                    </a:cubicBezTo>
                    <a:cubicBezTo>
                      <a:pt x="4190" y="3080"/>
                      <a:pt x="4188" y="3079"/>
                      <a:pt x="4186" y="3077"/>
                    </a:cubicBezTo>
                    <a:cubicBezTo>
                      <a:pt x="4183" y="3077"/>
                      <a:pt x="4175" y="3078"/>
                      <a:pt x="4167" y="3078"/>
                    </a:cubicBezTo>
                    <a:cubicBezTo>
                      <a:pt x="4155" y="3078"/>
                      <a:pt x="4140" y="3075"/>
                      <a:pt x="4136" y="3061"/>
                    </a:cubicBezTo>
                    <a:cubicBezTo>
                      <a:pt x="4132" y="3052"/>
                      <a:pt x="4126" y="3050"/>
                      <a:pt x="4121" y="3050"/>
                    </a:cubicBezTo>
                    <a:cubicBezTo>
                      <a:pt x="4114" y="3050"/>
                      <a:pt x="4108" y="3053"/>
                      <a:pt x="4104" y="3053"/>
                    </a:cubicBezTo>
                    <a:cubicBezTo>
                      <a:pt x="4101" y="3051"/>
                      <a:pt x="4099" y="3050"/>
                      <a:pt x="4096" y="3050"/>
                    </a:cubicBezTo>
                    <a:cubicBezTo>
                      <a:pt x="4087" y="3050"/>
                      <a:pt x="4076" y="3061"/>
                      <a:pt x="4069" y="3061"/>
                    </a:cubicBezTo>
                    <a:cubicBezTo>
                      <a:pt x="4061" y="3069"/>
                      <a:pt x="4027" y="3093"/>
                      <a:pt x="4019" y="3111"/>
                    </a:cubicBezTo>
                    <a:cubicBezTo>
                      <a:pt x="4011" y="3119"/>
                      <a:pt x="4011" y="3135"/>
                      <a:pt x="4003" y="3143"/>
                    </a:cubicBezTo>
                    <a:cubicBezTo>
                      <a:pt x="3985" y="3153"/>
                      <a:pt x="4003" y="3177"/>
                      <a:pt x="3993" y="3185"/>
                    </a:cubicBezTo>
                    <a:cubicBezTo>
                      <a:pt x="3977" y="3193"/>
                      <a:pt x="3985" y="3203"/>
                      <a:pt x="3977" y="3211"/>
                    </a:cubicBezTo>
                    <a:cubicBezTo>
                      <a:pt x="3969" y="3211"/>
                      <a:pt x="3969" y="3219"/>
                      <a:pt x="3953" y="3235"/>
                    </a:cubicBezTo>
                    <a:cubicBezTo>
                      <a:pt x="3935" y="3253"/>
                      <a:pt x="3953" y="3270"/>
                      <a:pt x="3969" y="3286"/>
                    </a:cubicBezTo>
                    <a:cubicBezTo>
                      <a:pt x="3985" y="3304"/>
                      <a:pt x="3961" y="3304"/>
                      <a:pt x="3953" y="3304"/>
                    </a:cubicBezTo>
                    <a:cubicBezTo>
                      <a:pt x="3943" y="3304"/>
                      <a:pt x="3943" y="3336"/>
                      <a:pt x="3943" y="3336"/>
                    </a:cubicBezTo>
                    <a:lnTo>
                      <a:pt x="3969" y="3354"/>
                    </a:lnTo>
                    <a:cubicBezTo>
                      <a:pt x="3969" y="3354"/>
                      <a:pt x="3977" y="3378"/>
                      <a:pt x="3969" y="3378"/>
                    </a:cubicBezTo>
                    <a:lnTo>
                      <a:pt x="3969" y="3386"/>
                    </a:lnTo>
                    <a:lnTo>
                      <a:pt x="3953" y="3436"/>
                    </a:lnTo>
                    <a:cubicBezTo>
                      <a:pt x="3943" y="3444"/>
                      <a:pt x="3969" y="3454"/>
                      <a:pt x="3977" y="3478"/>
                    </a:cubicBezTo>
                    <a:cubicBezTo>
                      <a:pt x="3985" y="3486"/>
                      <a:pt x="3985" y="3504"/>
                      <a:pt x="3985" y="3512"/>
                    </a:cubicBezTo>
                    <a:cubicBezTo>
                      <a:pt x="3977" y="3528"/>
                      <a:pt x="3969" y="3536"/>
                      <a:pt x="3961" y="3536"/>
                    </a:cubicBezTo>
                    <a:cubicBezTo>
                      <a:pt x="3935" y="3536"/>
                      <a:pt x="3943" y="3562"/>
                      <a:pt x="3943" y="3594"/>
                    </a:cubicBezTo>
                    <a:cubicBezTo>
                      <a:pt x="3935" y="3620"/>
                      <a:pt x="3919" y="3637"/>
                      <a:pt x="3893" y="3637"/>
                    </a:cubicBezTo>
                    <a:cubicBezTo>
                      <a:pt x="3890" y="3635"/>
                      <a:pt x="3887" y="3634"/>
                      <a:pt x="3885" y="3634"/>
                    </a:cubicBezTo>
                    <a:cubicBezTo>
                      <a:pt x="3876" y="3634"/>
                      <a:pt x="3872" y="3645"/>
                      <a:pt x="3853" y="3645"/>
                    </a:cubicBezTo>
                    <a:cubicBezTo>
                      <a:pt x="3850" y="3644"/>
                      <a:pt x="3848" y="3644"/>
                      <a:pt x="3846" y="3644"/>
                    </a:cubicBezTo>
                    <a:cubicBezTo>
                      <a:pt x="3819" y="3644"/>
                      <a:pt x="3817" y="3688"/>
                      <a:pt x="3793" y="3705"/>
                    </a:cubicBezTo>
                    <a:cubicBezTo>
                      <a:pt x="3793" y="3713"/>
                      <a:pt x="3785" y="3713"/>
                      <a:pt x="3777" y="3721"/>
                    </a:cubicBezTo>
                    <a:cubicBezTo>
                      <a:pt x="3765" y="3726"/>
                      <a:pt x="3745" y="3732"/>
                      <a:pt x="3726" y="3732"/>
                    </a:cubicBezTo>
                    <a:cubicBezTo>
                      <a:pt x="3717" y="3732"/>
                      <a:pt x="3710" y="3731"/>
                      <a:pt x="3702" y="3729"/>
                    </a:cubicBezTo>
                    <a:cubicBezTo>
                      <a:pt x="3691" y="3726"/>
                      <a:pt x="3683" y="3725"/>
                      <a:pt x="3676" y="3725"/>
                    </a:cubicBezTo>
                    <a:cubicBezTo>
                      <a:pt x="3664" y="3725"/>
                      <a:pt x="3660" y="3729"/>
                      <a:pt x="3660" y="3729"/>
                    </a:cubicBezTo>
                    <a:lnTo>
                      <a:pt x="3626" y="3671"/>
                    </a:lnTo>
                    <a:lnTo>
                      <a:pt x="3576" y="3655"/>
                    </a:lnTo>
                    <a:cubicBezTo>
                      <a:pt x="3575" y="3653"/>
                      <a:pt x="3573" y="3652"/>
                      <a:pt x="3570" y="3652"/>
                    </a:cubicBezTo>
                    <a:cubicBezTo>
                      <a:pt x="3557" y="3652"/>
                      <a:pt x="3530" y="3671"/>
                      <a:pt x="3510" y="3671"/>
                    </a:cubicBezTo>
                    <a:lnTo>
                      <a:pt x="3460" y="3687"/>
                    </a:lnTo>
                    <a:cubicBezTo>
                      <a:pt x="3460" y="3687"/>
                      <a:pt x="3402" y="3713"/>
                      <a:pt x="3376" y="3729"/>
                    </a:cubicBezTo>
                    <a:cubicBezTo>
                      <a:pt x="3352" y="3737"/>
                      <a:pt x="3301" y="3779"/>
                      <a:pt x="3283" y="3787"/>
                    </a:cubicBezTo>
                    <a:cubicBezTo>
                      <a:pt x="3267" y="3787"/>
                      <a:pt x="3251" y="3795"/>
                      <a:pt x="3251" y="3795"/>
                    </a:cubicBezTo>
                    <a:cubicBezTo>
                      <a:pt x="3251" y="3795"/>
                      <a:pt x="3217" y="3795"/>
                      <a:pt x="3191" y="3805"/>
                    </a:cubicBezTo>
                    <a:cubicBezTo>
                      <a:pt x="3167" y="3821"/>
                      <a:pt x="3175" y="3821"/>
                      <a:pt x="3151" y="3837"/>
                    </a:cubicBezTo>
                    <a:cubicBezTo>
                      <a:pt x="3133" y="3845"/>
                      <a:pt x="3109" y="3863"/>
                      <a:pt x="3083" y="3871"/>
                    </a:cubicBezTo>
                    <a:lnTo>
                      <a:pt x="3075" y="3879"/>
                    </a:lnTo>
                    <a:cubicBezTo>
                      <a:pt x="3067" y="3879"/>
                      <a:pt x="3067" y="3879"/>
                      <a:pt x="3059" y="3863"/>
                    </a:cubicBezTo>
                    <a:cubicBezTo>
                      <a:pt x="3041" y="3845"/>
                      <a:pt x="3017" y="3845"/>
                      <a:pt x="3009" y="3845"/>
                    </a:cubicBezTo>
                    <a:cubicBezTo>
                      <a:pt x="3001" y="3845"/>
                      <a:pt x="2890" y="3779"/>
                      <a:pt x="2874" y="3771"/>
                    </a:cubicBezTo>
                    <a:cubicBezTo>
                      <a:pt x="2871" y="3768"/>
                      <a:pt x="2867" y="3766"/>
                      <a:pt x="2863" y="3766"/>
                    </a:cubicBezTo>
                    <a:cubicBezTo>
                      <a:pt x="2850" y="3766"/>
                      <a:pt x="2836" y="3780"/>
                      <a:pt x="2828" y="3780"/>
                    </a:cubicBezTo>
                    <a:cubicBezTo>
                      <a:pt x="2826" y="3780"/>
                      <a:pt x="2825" y="3780"/>
                      <a:pt x="2824" y="3779"/>
                    </a:cubicBezTo>
                    <a:cubicBezTo>
                      <a:pt x="2808" y="3779"/>
                      <a:pt x="2800" y="3795"/>
                      <a:pt x="2774" y="3813"/>
                    </a:cubicBezTo>
                    <a:cubicBezTo>
                      <a:pt x="2750" y="3829"/>
                      <a:pt x="2732" y="3845"/>
                      <a:pt x="2708" y="3863"/>
                    </a:cubicBezTo>
                    <a:cubicBezTo>
                      <a:pt x="2682" y="3879"/>
                      <a:pt x="2682" y="3887"/>
                      <a:pt x="2666" y="3887"/>
                    </a:cubicBezTo>
                    <a:cubicBezTo>
                      <a:pt x="2650" y="3887"/>
                      <a:pt x="2640" y="3887"/>
                      <a:pt x="2632" y="3879"/>
                    </a:cubicBezTo>
                    <a:cubicBezTo>
                      <a:pt x="2624" y="3879"/>
                      <a:pt x="2640" y="3845"/>
                      <a:pt x="2640" y="3837"/>
                    </a:cubicBezTo>
                    <a:cubicBezTo>
                      <a:pt x="2640" y="3828"/>
                      <a:pt x="2637" y="3824"/>
                      <a:pt x="2631" y="3824"/>
                    </a:cubicBezTo>
                    <a:cubicBezTo>
                      <a:pt x="2627" y="3824"/>
                      <a:pt x="2622" y="3826"/>
                      <a:pt x="2616" y="3829"/>
                    </a:cubicBezTo>
                    <a:cubicBezTo>
                      <a:pt x="2603" y="3833"/>
                      <a:pt x="2594" y="3837"/>
                      <a:pt x="2583" y="3837"/>
                    </a:cubicBezTo>
                    <a:cubicBezTo>
                      <a:pt x="2573" y="3837"/>
                      <a:pt x="2560" y="3833"/>
                      <a:pt x="2539" y="3821"/>
                    </a:cubicBezTo>
                    <a:cubicBezTo>
                      <a:pt x="2531" y="3821"/>
                      <a:pt x="2481" y="3795"/>
                      <a:pt x="2489" y="3779"/>
                    </a:cubicBezTo>
                    <a:lnTo>
                      <a:pt x="2489" y="3755"/>
                    </a:lnTo>
                    <a:cubicBezTo>
                      <a:pt x="2489" y="3737"/>
                      <a:pt x="2481" y="3729"/>
                      <a:pt x="2457" y="3721"/>
                    </a:cubicBezTo>
                    <a:cubicBezTo>
                      <a:pt x="2431" y="3713"/>
                      <a:pt x="2431" y="3721"/>
                      <a:pt x="2415" y="3705"/>
                    </a:cubicBezTo>
                    <a:cubicBezTo>
                      <a:pt x="2407" y="3695"/>
                      <a:pt x="2407" y="3671"/>
                      <a:pt x="2407" y="3655"/>
                    </a:cubicBezTo>
                    <a:cubicBezTo>
                      <a:pt x="2407" y="3637"/>
                      <a:pt x="2423" y="3620"/>
                      <a:pt x="2431" y="3604"/>
                    </a:cubicBezTo>
                    <a:cubicBezTo>
                      <a:pt x="2449" y="3586"/>
                      <a:pt x="2465" y="3594"/>
                      <a:pt x="2465" y="3586"/>
                    </a:cubicBezTo>
                    <a:cubicBezTo>
                      <a:pt x="2465" y="3578"/>
                      <a:pt x="2457" y="3562"/>
                      <a:pt x="2465" y="3544"/>
                    </a:cubicBezTo>
                    <a:cubicBezTo>
                      <a:pt x="2465" y="3528"/>
                      <a:pt x="2507" y="3520"/>
                      <a:pt x="2515" y="3520"/>
                    </a:cubicBezTo>
                    <a:cubicBezTo>
                      <a:pt x="2523" y="3512"/>
                      <a:pt x="2565" y="3494"/>
                      <a:pt x="2573" y="3494"/>
                    </a:cubicBezTo>
                    <a:cubicBezTo>
                      <a:pt x="2590" y="3494"/>
                      <a:pt x="2590" y="3462"/>
                      <a:pt x="2581" y="3454"/>
                    </a:cubicBezTo>
                    <a:cubicBezTo>
                      <a:pt x="2581" y="3444"/>
                      <a:pt x="2557" y="3436"/>
                      <a:pt x="2539" y="3428"/>
                    </a:cubicBezTo>
                    <a:cubicBezTo>
                      <a:pt x="2535" y="3424"/>
                      <a:pt x="2527" y="3424"/>
                      <a:pt x="2518" y="3424"/>
                    </a:cubicBezTo>
                    <a:cubicBezTo>
                      <a:pt x="2509" y="3424"/>
                      <a:pt x="2498" y="3424"/>
                      <a:pt x="2489" y="3420"/>
                    </a:cubicBezTo>
                    <a:cubicBezTo>
                      <a:pt x="2481" y="3420"/>
                      <a:pt x="2489" y="3378"/>
                      <a:pt x="2489" y="3362"/>
                    </a:cubicBezTo>
                    <a:cubicBezTo>
                      <a:pt x="2489" y="3344"/>
                      <a:pt x="2515" y="3336"/>
                      <a:pt x="2531" y="3320"/>
                    </a:cubicBezTo>
                    <a:cubicBezTo>
                      <a:pt x="2549" y="3294"/>
                      <a:pt x="2515" y="3261"/>
                      <a:pt x="2515" y="3253"/>
                    </a:cubicBezTo>
                    <a:cubicBezTo>
                      <a:pt x="2515" y="3243"/>
                      <a:pt x="2523" y="3211"/>
                      <a:pt x="2523" y="3203"/>
                    </a:cubicBezTo>
                    <a:cubicBezTo>
                      <a:pt x="2523" y="3185"/>
                      <a:pt x="2507" y="3169"/>
                      <a:pt x="2499" y="3161"/>
                    </a:cubicBezTo>
                    <a:cubicBezTo>
                      <a:pt x="2499" y="3160"/>
                      <a:pt x="2499" y="3160"/>
                      <a:pt x="2498" y="3160"/>
                    </a:cubicBezTo>
                    <a:cubicBezTo>
                      <a:pt x="2490" y="3160"/>
                      <a:pt x="2455" y="3187"/>
                      <a:pt x="2439" y="3203"/>
                    </a:cubicBezTo>
                    <a:cubicBezTo>
                      <a:pt x="2423" y="3211"/>
                      <a:pt x="2407" y="3243"/>
                      <a:pt x="2399" y="3261"/>
                    </a:cubicBezTo>
                    <a:cubicBezTo>
                      <a:pt x="2399" y="3270"/>
                      <a:pt x="2365" y="3294"/>
                      <a:pt x="2349" y="3294"/>
                    </a:cubicBezTo>
                    <a:cubicBezTo>
                      <a:pt x="2331" y="3304"/>
                      <a:pt x="2307" y="3312"/>
                      <a:pt x="2289" y="3312"/>
                    </a:cubicBezTo>
                    <a:cubicBezTo>
                      <a:pt x="2288" y="3310"/>
                      <a:pt x="2286" y="3310"/>
                      <a:pt x="2284" y="3310"/>
                    </a:cubicBezTo>
                    <a:cubicBezTo>
                      <a:pt x="2274" y="3310"/>
                      <a:pt x="2257" y="3328"/>
                      <a:pt x="2257" y="3328"/>
                    </a:cubicBezTo>
                    <a:cubicBezTo>
                      <a:pt x="2249" y="3328"/>
                      <a:pt x="2223" y="3354"/>
                      <a:pt x="2214" y="3354"/>
                    </a:cubicBezTo>
                    <a:cubicBezTo>
                      <a:pt x="2206" y="3362"/>
                      <a:pt x="2188" y="3394"/>
                      <a:pt x="2180" y="3404"/>
                    </a:cubicBezTo>
                    <a:cubicBezTo>
                      <a:pt x="2172" y="3404"/>
                      <a:pt x="2172" y="3444"/>
                      <a:pt x="2172" y="3462"/>
                    </a:cubicBezTo>
                    <a:cubicBezTo>
                      <a:pt x="2172" y="3486"/>
                      <a:pt x="2180" y="3512"/>
                      <a:pt x="2180" y="3512"/>
                    </a:cubicBezTo>
                    <a:cubicBezTo>
                      <a:pt x="2180" y="3512"/>
                      <a:pt x="2188" y="3594"/>
                      <a:pt x="2198" y="3645"/>
                    </a:cubicBezTo>
                    <a:lnTo>
                      <a:pt x="2239" y="3645"/>
                    </a:lnTo>
                    <a:cubicBezTo>
                      <a:pt x="2249" y="3645"/>
                      <a:pt x="2273" y="3671"/>
                      <a:pt x="2289" y="3679"/>
                    </a:cubicBezTo>
                    <a:cubicBezTo>
                      <a:pt x="2299" y="3687"/>
                      <a:pt x="2273" y="3687"/>
                      <a:pt x="2249" y="3713"/>
                    </a:cubicBezTo>
                    <a:cubicBezTo>
                      <a:pt x="2214" y="3745"/>
                      <a:pt x="2249" y="3737"/>
                      <a:pt x="2257" y="3755"/>
                    </a:cubicBezTo>
                    <a:cubicBezTo>
                      <a:pt x="2257" y="3779"/>
                      <a:pt x="2265" y="3779"/>
                      <a:pt x="2273" y="3779"/>
                    </a:cubicBezTo>
                    <a:cubicBezTo>
                      <a:pt x="2273" y="3779"/>
                      <a:pt x="2281" y="3813"/>
                      <a:pt x="2281" y="3821"/>
                    </a:cubicBezTo>
                    <a:cubicBezTo>
                      <a:pt x="2289" y="3829"/>
                      <a:pt x="2307" y="3829"/>
                      <a:pt x="2307" y="3829"/>
                    </a:cubicBezTo>
                    <a:lnTo>
                      <a:pt x="2331" y="3871"/>
                    </a:lnTo>
                    <a:cubicBezTo>
                      <a:pt x="2331" y="3871"/>
                      <a:pt x="2339" y="3921"/>
                      <a:pt x="2331" y="3921"/>
                    </a:cubicBezTo>
                    <a:cubicBezTo>
                      <a:pt x="2331" y="3929"/>
                      <a:pt x="2315" y="3937"/>
                      <a:pt x="2307" y="3937"/>
                    </a:cubicBezTo>
                    <a:cubicBezTo>
                      <a:pt x="2299" y="3937"/>
                      <a:pt x="2289" y="3945"/>
                      <a:pt x="2289" y="3987"/>
                    </a:cubicBezTo>
                    <a:cubicBezTo>
                      <a:pt x="2289" y="4009"/>
                      <a:pt x="2285" y="4015"/>
                      <a:pt x="2279" y="4015"/>
                    </a:cubicBezTo>
                    <a:cubicBezTo>
                      <a:pt x="2274" y="4015"/>
                      <a:pt x="2269" y="4009"/>
                      <a:pt x="2265" y="4005"/>
                    </a:cubicBezTo>
                    <a:cubicBezTo>
                      <a:pt x="2257" y="4005"/>
                      <a:pt x="2198" y="3995"/>
                      <a:pt x="2188" y="3979"/>
                    </a:cubicBezTo>
                    <a:cubicBezTo>
                      <a:pt x="2185" y="3978"/>
                      <a:pt x="2182" y="3977"/>
                      <a:pt x="2178" y="3977"/>
                    </a:cubicBezTo>
                    <a:cubicBezTo>
                      <a:pt x="2163" y="3977"/>
                      <a:pt x="2145" y="3987"/>
                      <a:pt x="2130" y="3987"/>
                    </a:cubicBezTo>
                    <a:cubicBezTo>
                      <a:pt x="2114" y="3987"/>
                      <a:pt x="2098" y="4005"/>
                      <a:pt x="2098" y="4005"/>
                    </a:cubicBezTo>
                    <a:cubicBezTo>
                      <a:pt x="2098" y="4005"/>
                      <a:pt x="2080" y="4022"/>
                      <a:pt x="2072" y="4022"/>
                    </a:cubicBezTo>
                    <a:cubicBezTo>
                      <a:pt x="2072" y="4030"/>
                      <a:pt x="2064" y="4030"/>
                      <a:pt x="2064" y="4030"/>
                    </a:cubicBezTo>
                    <a:cubicBezTo>
                      <a:pt x="2057" y="4030"/>
                      <a:pt x="2027" y="4048"/>
                      <a:pt x="2012" y="4048"/>
                    </a:cubicBezTo>
                    <a:cubicBezTo>
                      <a:pt x="2009" y="4048"/>
                      <a:pt x="2007" y="4047"/>
                      <a:pt x="2006" y="4046"/>
                    </a:cubicBezTo>
                    <a:cubicBezTo>
                      <a:pt x="2002" y="4044"/>
                      <a:pt x="1999" y="4043"/>
                      <a:pt x="1995" y="4043"/>
                    </a:cubicBezTo>
                    <a:cubicBezTo>
                      <a:pt x="1983" y="4043"/>
                      <a:pt x="1970" y="4049"/>
                      <a:pt x="1955" y="4049"/>
                    </a:cubicBezTo>
                    <a:cubicBezTo>
                      <a:pt x="1950" y="4049"/>
                      <a:pt x="1944" y="4048"/>
                      <a:pt x="1938" y="4046"/>
                    </a:cubicBezTo>
                    <a:cubicBezTo>
                      <a:pt x="1914" y="4046"/>
                      <a:pt x="1906" y="4072"/>
                      <a:pt x="1906" y="4072"/>
                    </a:cubicBezTo>
                    <a:cubicBezTo>
                      <a:pt x="1906" y="4072"/>
                      <a:pt x="1856" y="4096"/>
                      <a:pt x="1856" y="4106"/>
                    </a:cubicBezTo>
                    <a:cubicBezTo>
                      <a:pt x="1848" y="4122"/>
                      <a:pt x="1837" y="4138"/>
                      <a:pt x="1837" y="4156"/>
                    </a:cubicBezTo>
                    <a:cubicBezTo>
                      <a:pt x="1837" y="4180"/>
                      <a:pt x="1797" y="4206"/>
                      <a:pt x="1797" y="4206"/>
                    </a:cubicBezTo>
                    <a:cubicBezTo>
                      <a:pt x="1797" y="4206"/>
                      <a:pt x="1771" y="4246"/>
                      <a:pt x="1771" y="4256"/>
                    </a:cubicBezTo>
                    <a:cubicBezTo>
                      <a:pt x="1763" y="4264"/>
                      <a:pt x="1755" y="4288"/>
                      <a:pt x="1755" y="4296"/>
                    </a:cubicBezTo>
                    <a:cubicBezTo>
                      <a:pt x="1755" y="4306"/>
                      <a:pt x="1737" y="4330"/>
                      <a:pt x="1729" y="4330"/>
                    </a:cubicBezTo>
                    <a:cubicBezTo>
                      <a:pt x="1729" y="4330"/>
                      <a:pt x="1687" y="4389"/>
                      <a:pt x="1687" y="4397"/>
                    </a:cubicBezTo>
                    <a:cubicBezTo>
                      <a:pt x="1679" y="4407"/>
                      <a:pt x="1647" y="4423"/>
                      <a:pt x="1621" y="4431"/>
                    </a:cubicBezTo>
                    <a:lnTo>
                      <a:pt x="1587" y="4465"/>
                    </a:lnTo>
                    <a:cubicBezTo>
                      <a:pt x="1587" y="4465"/>
                      <a:pt x="1547" y="4497"/>
                      <a:pt x="1537" y="4507"/>
                    </a:cubicBezTo>
                    <a:cubicBezTo>
                      <a:pt x="1537" y="4515"/>
                      <a:pt x="1521" y="4523"/>
                      <a:pt x="1505" y="4531"/>
                    </a:cubicBezTo>
                    <a:lnTo>
                      <a:pt x="1487" y="4531"/>
                    </a:lnTo>
                    <a:cubicBezTo>
                      <a:pt x="1474" y="4531"/>
                      <a:pt x="1466" y="4541"/>
                      <a:pt x="1463" y="4541"/>
                    </a:cubicBezTo>
                    <a:cubicBezTo>
                      <a:pt x="1463" y="4541"/>
                      <a:pt x="1462" y="4541"/>
                      <a:pt x="1462" y="4539"/>
                    </a:cubicBezTo>
                    <a:cubicBezTo>
                      <a:pt x="1462" y="4538"/>
                      <a:pt x="1461" y="4538"/>
                      <a:pt x="1460" y="4538"/>
                    </a:cubicBezTo>
                    <a:cubicBezTo>
                      <a:pt x="1447" y="4538"/>
                      <a:pt x="1412" y="4574"/>
                      <a:pt x="1404" y="4589"/>
                    </a:cubicBezTo>
                    <a:cubicBezTo>
                      <a:pt x="1386" y="4607"/>
                      <a:pt x="1396" y="4631"/>
                      <a:pt x="1386" y="4639"/>
                    </a:cubicBezTo>
                    <a:cubicBezTo>
                      <a:pt x="1386" y="4647"/>
                      <a:pt x="1404" y="4697"/>
                      <a:pt x="1404" y="4697"/>
                    </a:cubicBezTo>
                    <a:cubicBezTo>
                      <a:pt x="1404" y="4697"/>
                      <a:pt x="1362" y="4739"/>
                      <a:pt x="1346" y="4747"/>
                    </a:cubicBezTo>
                    <a:cubicBezTo>
                      <a:pt x="1336" y="4758"/>
                      <a:pt x="1312" y="4766"/>
                      <a:pt x="1296" y="4766"/>
                    </a:cubicBezTo>
                    <a:cubicBezTo>
                      <a:pt x="1278" y="4774"/>
                      <a:pt x="1254" y="4782"/>
                      <a:pt x="1254" y="4782"/>
                    </a:cubicBezTo>
                    <a:cubicBezTo>
                      <a:pt x="1254" y="4782"/>
                      <a:pt x="1236" y="4798"/>
                      <a:pt x="1236" y="4816"/>
                    </a:cubicBezTo>
                    <a:cubicBezTo>
                      <a:pt x="1246" y="4832"/>
                      <a:pt x="1236" y="4840"/>
                      <a:pt x="1236" y="4858"/>
                    </a:cubicBezTo>
                    <a:cubicBezTo>
                      <a:pt x="1236" y="4873"/>
                      <a:pt x="1220" y="4879"/>
                      <a:pt x="1205" y="4879"/>
                    </a:cubicBezTo>
                    <a:cubicBezTo>
                      <a:pt x="1197" y="4879"/>
                      <a:pt x="1189" y="4877"/>
                      <a:pt x="1186" y="4874"/>
                    </a:cubicBezTo>
                    <a:cubicBezTo>
                      <a:pt x="1185" y="4873"/>
                      <a:pt x="1182" y="4872"/>
                      <a:pt x="1179" y="4872"/>
                    </a:cubicBezTo>
                    <a:cubicBezTo>
                      <a:pt x="1165" y="4872"/>
                      <a:pt x="1132" y="4884"/>
                      <a:pt x="1113" y="4884"/>
                    </a:cubicBezTo>
                    <a:cubicBezTo>
                      <a:pt x="1109" y="4884"/>
                      <a:pt x="1106" y="4883"/>
                      <a:pt x="1104" y="4882"/>
                    </a:cubicBezTo>
                    <a:cubicBezTo>
                      <a:pt x="1085" y="4882"/>
                      <a:pt x="1061" y="4882"/>
                      <a:pt x="1053" y="4874"/>
                    </a:cubicBezTo>
                    <a:cubicBezTo>
                      <a:pt x="1045" y="4858"/>
                      <a:pt x="1011" y="4848"/>
                      <a:pt x="985" y="4848"/>
                    </a:cubicBezTo>
                    <a:cubicBezTo>
                      <a:pt x="969" y="4840"/>
                      <a:pt x="927" y="4840"/>
                      <a:pt x="903" y="4840"/>
                    </a:cubicBezTo>
                    <a:cubicBezTo>
                      <a:pt x="885" y="4848"/>
                      <a:pt x="903" y="4858"/>
                      <a:pt x="911" y="4866"/>
                    </a:cubicBezTo>
                    <a:cubicBezTo>
                      <a:pt x="927" y="4882"/>
                      <a:pt x="927" y="4890"/>
                      <a:pt x="935" y="4908"/>
                    </a:cubicBezTo>
                    <a:cubicBezTo>
                      <a:pt x="945" y="4916"/>
                      <a:pt x="953" y="4958"/>
                      <a:pt x="969" y="4958"/>
                    </a:cubicBezTo>
                    <a:cubicBezTo>
                      <a:pt x="977" y="4958"/>
                      <a:pt x="985" y="4966"/>
                      <a:pt x="985" y="4982"/>
                    </a:cubicBezTo>
                    <a:cubicBezTo>
                      <a:pt x="985" y="4990"/>
                      <a:pt x="985" y="5008"/>
                      <a:pt x="995" y="5016"/>
                    </a:cubicBezTo>
                    <a:cubicBezTo>
                      <a:pt x="999" y="5027"/>
                      <a:pt x="996" y="5029"/>
                      <a:pt x="990" y="5029"/>
                    </a:cubicBezTo>
                    <a:cubicBezTo>
                      <a:pt x="981" y="5029"/>
                      <a:pt x="967" y="5024"/>
                      <a:pt x="953" y="5024"/>
                    </a:cubicBezTo>
                    <a:cubicBezTo>
                      <a:pt x="949" y="5022"/>
                      <a:pt x="945" y="5022"/>
                      <a:pt x="942" y="5022"/>
                    </a:cubicBezTo>
                    <a:cubicBezTo>
                      <a:pt x="936" y="5022"/>
                      <a:pt x="931" y="5024"/>
                      <a:pt x="924" y="5024"/>
                    </a:cubicBezTo>
                    <a:cubicBezTo>
                      <a:pt x="919" y="5024"/>
                      <a:pt x="912" y="5022"/>
                      <a:pt x="903" y="5016"/>
                    </a:cubicBezTo>
                    <a:cubicBezTo>
                      <a:pt x="899" y="5015"/>
                      <a:pt x="896" y="5014"/>
                      <a:pt x="891" y="5014"/>
                    </a:cubicBezTo>
                    <a:cubicBezTo>
                      <a:pt x="875" y="5014"/>
                      <a:pt x="856" y="5024"/>
                      <a:pt x="835" y="5024"/>
                    </a:cubicBezTo>
                    <a:cubicBezTo>
                      <a:pt x="811" y="5024"/>
                      <a:pt x="811" y="5024"/>
                      <a:pt x="795" y="5008"/>
                    </a:cubicBezTo>
                    <a:cubicBezTo>
                      <a:pt x="788" y="5001"/>
                      <a:pt x="783" y="5000"/>
                      <a:pt x="778" y="5000"/>
                    </a:cubicBezTo>
                    <a:cubicBezTo>
                      <a:pt x="773" y="5000"/>
                      <a:pt x="768" y="5001"/>
                      <a:pt x="763" y="5001"/>
                    </a:cubicBezTo>
                    <a:cubicBezTo>
                      <a:pt x="760" y="5001"/>
                      <a:pt x="757" y="5001"/>
                      <a:pt x="753" y="4998"/>
                    </a:cubicBezTo>
                    <a:cubicBezTo>
                      <a:pt x="747" y="4998"/>
                      <a:pt x="745" y="4995"/>
                      <a:pt x="739" y="4995"/>
                    </a:cubicBezTo>
                    <a:cubicBezTo>
                      <a:pt x="737" y="4995"/>
                      <a:pt x="733" y="4995"/>
                      <a:pt x="726" y="4998"/>
                    </a:cubicBezTo>
                    <a:cubicBezTo>
                      <a:pt x="710" y="5008"/>
                      <a:pt x="702" y="5016"/>
                      <a:pt x="694" y="5024"/>
                    </a:cubicBezTo>
                    <a:cubicBezTo>
                      <a:pt x="688" y="5024"/>
                      <a:pt x="678" y="5021"/>
                      <a:pt x="666" y="5021"/>
                    </a:cubicBezTo>
                    <a:cubicBezTo>
                      <a:pt x="659" y="5021"/>
                      <a:pt x="652" y="5022"/>
                      <a:pt x="644" y="5024"/>
                    </a:cubicBezTo>
                    <a:cubicBezTo>
                      <a:pt x="636" y="5030"/>
                      <a:pt x="630" y="5031"/>
                      <a:pt x="626" y="5031"/>
                    </a:cubicBezTo>
                    <a:cubicBezTo>
                      <a:pt x="617" y="5031"/>
                      <a:pt x="616" y="5024"/>
                      <a:pt x="610" y="5024"/>
                    </a:cubicBezTo>
                    <a:cubicBezTo>
                      <a:pt x="602" y="5032"/>
                      <a:pt x="560" y="5066"/>
                      <a:pt x="552" y="5082"/>
                    </a:cubicBezTo>
                    <a:cubicBezTo>
                      <a:pt x="534" y="5098"/>
                      <a:pt x="568" y="5125"/>
                      <a:pt x="568" y="5149"/>
                    </a:cubicBezTo>
                    <a:cubicBezTo>
                      <a:pt x="568" y="5167"/>
                      <a:pt x="584" y="5183"/>
                      <a:pt x="602" y="5191"/>
                    </a:cubicBezTo>
                    <a:cubicBezTo>
                      <a:pt x="606" y="5195"/>
                      <a:pt x="617" y="5197"/>
                      <a:pt x="629" y="5197"/>
                    </a:cubicBezTo>
                    <a:cubicBezTo>
                      <a:pt x="642" y="5197"/>
                      <a:pt x="656" y="5195"/>
                      <a:pt x="668" y="5191"/>
                    </a:cubicBezTo>
                    <a:cubicBezTo>
                      <a:pt x="675" y="5189"/>
                      <a:pt x="680" y="5188"/>
                      <a:pt x="684" y="5188"/>
                    </a:cubicBezTo>
                    <a:cubicBezTo>
                      <a:pt x="700" y="5188"/>
                      <a:pt x="696" y="5199"/>
                      <a:pt x="702" y="5199"/>
                    </a:cubicBezTo>
                    <a:cubicBezTo>
                      <a:pt x="702" y="5197"/>
                      <a:pt x="703" y="5197"/>
                      <a:pt x="704" y="5197"/>
                    </a:cubicBezTo>
                    <a:cubicBezTo>
                      <a:pt x="710" y="5197"/>
                      <a:pt x="728" y="5210"/>
                      <a:pt x="735" y="5217"/>
                    </a:cubicBezTo>
                    <a:cubicBezTo>
                      <a:pt x="743" y="5230"/>
                      <a:pt x="755" y="5243"/>
                      <a:pt x="778" y="5243"/>
                    </a:cubicBezTo>
                    <a:cubicBezTo>
                      <a:pt x="783" y="5243"/>
                      <a:pt x="788" y="5242"/>
                      <a:pt x="795" y="5241"/>
                    </a:cubicBezTo>
                    <a:cubicBezTo>
                      <a:pt x="801" y="5237"/>
                      <a:pt x="805" y="5235"/>
                      <a:pt x="809" y="5235"/>
                    </a:cubicBezTo>
                    <a:cubicBezTo>
                      <a:pt x="820" y="5235"/>
                      <a:pt x="823" y="5249"/>
                      <a:pt x="835" y="5249"/>
                    </a:cubicBezTo>
                    <a:cubicBezTo>
                      <a:pt x="845" y="5249"/>
                      <a:pt x="853" y="5259"/>
                      <a:pt x="869" y="5259"/>
                    </a:cubicBezTo>
                    <a:cubicBezTo>
                      <a:pt x="885" y="5259"/>
                      <a:pt x="885" y="5275"/>
                      <a:pt x="903" y="5283"/>
                    </a:cubicBezTo>
                    <a:cubicBezTo>
                      <a:pt x="911" y="5283"/>
                      <a:pt x="919" y="5291"/>
                      <a:pt x="927" y="5309"/>
                    </a:cubicBezTo>
                    <a:cubicBezTo>
                      <a:pt x="927" y="5317"/>
                      <a:pt x="919" y="5325"/>
                      <a:pt x="919" y="5333"/>
                    </a:cubicBezTo>
                    <a:cubicBezTo>
                      <a:pt x="919" y="5341"/>
                      <a:pt x="945" y="5359"/>
                      <a:pt x="961" y="5383"/>
                    </a:cubicBezTo>
                    <a:cubicBezTo>
                      <a:pt x="977" y="5399"/>
                      <a:pt x="985" y="5409"/>
                      <a:pt x="995" y="5417"/>
                    </a:cubicBezTo>
                    <a:cubicBezTo>
                      <a:pt x="1011" y="5425"/>
                      <a:pt x="1019" y="5441"/>
                      <a:pt x="1045" y="5441"/>
                    </a:cubicBezTo>
                    <a:cubicBezTo>
                      <a:pt x="1069" y="5449"/>
                      <a:pt x="1061" y="5467"/>
                      <a:pt x="1069" y="5475"/>
                    </a:cubicBezTo>
                    <a:cubicBezTo>
                      <a:pt x="1069" y="5483"/>
                      <a:pt x="1077" y="5518"/>
                      <a:pt x="1085" y="5526"/>
                    </a:cubicBezTo>
                    <a:lnTo>
                      <a:pt x="1085" y="5568"/>
                    </a:lnTo>
                    <a:lnTo>
                      <a:pt x="1077" y="5610"/>
                    </a:lnTo>
                    <a:cubicBezTo>
                      <a:pt x="1077" y="5610"/>
                      <a:pt x="1095" y="5676"/>
                      <a:pt x="1095" y="5700"/>
                    </a:cubicBezTo>
                    <a:cubicBezTo>
                      <a:pt x="1095" y="5718"/>
                      <a:pt x="1085" y="5834"/>
                      <a:pt x="1077" y="5860"/>
                    </a:cubicBezTo>
                    <a:cubicBezTo>
                      <a:pt x="1077" y="5885"/>
                      <a:pt x="1069" y="5877"/>
                      <a:pt x="1045" y="5911"/>
                    </a:cubicBezTo>
                    <a:lnTo>
                      <a:pt x="1035" y="5911"/>
                    </a:lnTo>
                    <a:cubicBezTo>
                      <a:pt x="1026" y="5925"/>
                      <a:pt x="1025" y="5928"/>
                      <a:pt x="1020" y="5928"/>
                    </a:cubicBezTo>
                    <a:cubicBezTo>
                      <a:pt x="1017" y="5928"/>
                      <a:pt x="1013" y="5927"/>
                      <a:pt x="1003" y="5927"/>
                    </a:cubicBezTo>
                    <a:cubicBezTo>
                      <a:pt x="996" y="5925"/>
                      <a:pt x="991" y="5924"/>
                      <a:pt x="987" y="5924"/>
                    </a:cubicBezTo>
                    <a:cubicBezTo>
                      <a:pt x="976" y="5924"/>
                      <a:pt x="974" y="5929"/>
                      <a:pt x="969" y="5929"/>
                    </a:cubicBezTo>
                    <a:cubicBezTo>
                      <a:pt x="967" y="5929"/>
                      <a:pt x="965" y="5928"/>
                      <a:pt x="961" y="5927"/>
                    </a:cubicBezTo>
                    <a:lnTo>
                      <a:pt x="911" y="5927"/>
                    </a:lnTo>
                    <a:cubicBezTo>
                      <a:pt x="900" y="5927"/>
                      <a:pt x="892" y="5930"/>
                      <a:pt x="883" y="5930"/>
                    </a:cubicBezTo>
                    <a:cubicBezTo>
                      <a:pt x="879" y="5930"/>
                      <a:pt x="874" y="5929"/>
                      <a:pt x="869" y="5927"/>
                    </a:cubicBezTo>
                    <a:cubicBezTo>
                      <a:pt x="866" y="5925"/>
                      <a:pt x="862" y="5924"/>
                      <a:pt x="858" y="5924"/>
                    </a:cubicBezTo>
                    <a:cubicBezTo>
                      <a:pt x="842" y="5924"/>
                      <a:pt x="822" y="5935"/>
                      <a:pt x="803" y="5935"/>
                    </a:cubicBezTo>
                    <a:cubicBezTo>
                      <a:pt x="777" y="5935"/>
                      <a:pt x="769" y="5927"/>
                      <a:pt x="735" y="5927"/>
                    </a:cubicBezTo>
                    <a:cubicBezTo>
                      <a:pt x="724" y="5924"/>
                      <a:pt x="718" y="5923"/>
                      <a:pt x="714" y="5923"/>
                    </a:cubicBezTo>
                    <a:cubicBezTo>
                      <a:pt x="707" y="5923"/>
                      <a:pt x="710" y="5927"/>
                      <a:pt x="710" y="5927"/>
                    </a:cubicBezTo>
                    <a:cubicBezTo>
                      <a:pt x="710" y="5927"/>
                      <a:pt x="668" y="5943"/>
                      <a:pt x="652" y="5943"/>
                    </a:cubicBezTo>
                    <a:cubicBezTo>
                      <a:pt x="626" y="5951"/>
                      <a:pt x="610" y="5961"/>
                      <a:pt x="610" y="5961"/>
                    </a:cubicBezTo>
                    <a:cubicBezTo>
                      <a:pt x="610" y="5961"/>
                      <a:pt x="560" y="5951"/>
                      <a:pt x="544" y="5943"/>
                    </a:cubicBezTo>
                    <a:cubicBezTo>
                      <a:pt x="532" y="5943"/>
                      <a:pt x="517" y="5946"/>
                      <a:pt x="506" y="5946"/>
                    </a:cubicBezTo>
                    <a:cubicBezTo>
                      <a:pt x="501" y="5946"/>
                      <a:pt x="497" y="5945"/>
                      <a:pt x="494" y="5943"/>
                    </a:cubicBezTo>
                    <a:cubicBezTo>
                      <a:pt x="494" y="5939"/>
                      <a:pt x="483" y="5939"/>
                      <a:pt x="473" y="5939"/>
                    </a:cubicBezTo>
                    <a:cubicBezTo>
                      <a:pt x="462" y="5939"/>
                      <a:pt x="452" y="5939"/>
                      <a:pt x="452" y="5935"/>
                    </a:cubicBezTo>
                    <a:cubicBezTo>
                      <a:pt x="451" y="5934"/>
                      <a:pt x="448" y="5933"/>
                      <a:pt x="445" y="5933"/>
                    </a:cubicBezTo>
                    <a:cubicBezTo>
                      <a:pt x="423" y="5933"/>
                      <a:pt x="366" y="5951"/>
                      <a:pt x="360" y="5951"/>
                    </a:cubicBezTo>
                    <a:cubicBezTo>
                      <a:pt x="351" y="5951"/>
                      <a:pt x="343" y="5961"/>
                      <a:pt x="317" y="5969"/>
                    </a:cubicBezTo>
                    <a:cubicBezTo>
                      <a:pt x="295" y="5969"/>
                      <a:pt x="292" y="5972"/>
                      <a:pt x="287" y="5972"/>
                    </a:cubicBezTo>
                    <a:cubicBezTo>
                      <a:pt x="284" y="5972"/>
                      <a:pt x="281" y="5971"/>
                      <a:pt x="275" y="5969"/>
                    </a:cubicBezTo>
                    <a:cubicBezTo>
                      <a:pt x="267" y="5951"/>
                      <a:pt x="259" y="5961"/>
                      <a:pt x="243" y="5951"/>
                    </a:cubicBezTo>
                    <a:cubicBezTo>
                      <a:pt x="233" y="5935"/>
                      <a:pt x="217" y="5935"/>
                      <a:pt x="201" y="5935"/>
                    </a:cubicBezTo>
                    <a:cubicBezTo>
                      <a:pt x="175" y="5935"/>
                      <a:pt x="167" y="5951"/>
                      <a:pt x="159" y="5961"/>
                    </a:cubicBezTo>
                    <a:cubicBezTo>
                      <a:pt x="151" y="5969"/>
                      <a:pt x="143" y="5993"/>
                      <a:pt x="133" y="6011"/>
                    </a:cubicBezTo>
                    <a:cubicBezTo>
                      <a:pt x="125" y="6019"/>
                      <a:pt x="101" y="6019"/>
                      <a:pt x="83" y="6019"/>
                    </a:cubicBezTo>
                    <a:cubicBezTo>
                      <a:pt x="82" y="6018"/>
                      <a:pt x="80" y="6017"/>
                      <a:pt x="78" y="6017"/>
                    </a:cubicBezTo>
                    <a:cubicBezTo>
                      <a:pt x="68" y="6017"/>
                      <a:pt x="48" y="6035"/>
                      <a:pt x="33" y="6035"/>
                    </a:cubicBezTo>
                    <a:cubicBezTo>
                      <a:pt x="9" y="6043"/>
                      <a:pt x="9" y="6069"/>
                      <a:pt x="1" y="6085"/>
                    </a:cubicBezTo>
                    <a:cubicBezTo>
                      <a:pt x="1" y="6093"/>
                      <a:pt x="17" y="6101"/>
                      <a:pt x="25" y="6111"/>
                    </a:cubicBezTo>
                    <a:cubicBezTo>
                      <a:pt x="33" y="6111"/>
                      <a:pt x="33" y="6119"/>
                      <a:pt x="51" y="6143"/>
                    </a:cubicBezTo>
                    <a:cubicBezTo>
                      <a:pt x="67" y="6169"/>
                      <a:pt x="59" y="6161"/>
                      <a:pt x="67" y="6169"/>
                    </a:cubicBezTo>
                    <a:lnTo>
                      <a:pt x="67" y="6219"/>
                    </a:lnTo>
                    <a:lnTo>
                      <a:pt x="67" y="6227"/>
                    </a:lnTo>
                    <a:cubicBezTo>
                      <a:pt x="67" y="6252"/>
                      <a:pt x="67" y="6262"/>
                      <a:pt x="75" y="6286"/>
                    </a:cubicBezTo>
                    <a:cubicBezTo>
                      <a:pt x="83" y="6302"/>
                      <a:pt x="93" y="6312"/>
                      <a:pt x="93" y="6320"/>
                    </a:cubicBezTo>
                    <a:cubicBezTo>
                      <a:pt x="101" y="6328"/>
                      <a:pt x="109" y="6362"/>
                      <a:pt x="109" y="6378"/>
                    </a:cubicBezTo>
                    <a:cubicBezTo>
                      <a:pt x="109" y="6394"/>
                      <a:pt x="117" y="6420"/>
                      <a:pt x="117" y="6436"/>
                    </a:cubicBezTo>
                    <a:cubicBezTo>
                      <a:pt x="125" y="6444"/>
                      <a:pt x="75" y="6594"/>
                      <a:pt x="75" y="6629"/>
                    </a:cubicBezTo>
                    <a:cubicBezTo>
                      <a:pt x="75" y="6653"/>
                      <a:pt x="67" y="6653"/>
                      <a:pt x="43" y="6687"/>
                    </a:cubicBezTo>
                    <a:cubicBezTo>
                      <a:pt x="25" y="6713"/>
                      <a:pt x="33" y="6713"/>
                      <a:pt x="33" y="6729"/>
                    </a:cubicBezTo>
                    <a:cubicBezTo>
                      <a:pt x="33" y="6745"/>
                      <a:pt x="43" y="6745"/>
                      <a:pt x="51" y="6753"/>
                    </a:cubicBezTo>
                    <a:cubicBezTo>
                      <a:pt x="59" y="6763"/>
                      <a:pt x="51" y="6795"/>
                      <a:pt x="59" y="6803"/>
                    </a:cubicBezTo>
                    <a:cubicBezTo>
                      <a:pt x="59" y="6813"/>
                      <a:pt x="63" y="6815"/>
                      <a:pt x="72" y="6815"/>
                    </a:cubicBezTo>
                    <a:cubicBezTo>
                      <a:pt x="81" y="6815"/>
                      <a:pt x="93" y="6813"/>
                      <a:pt x="109" y="6813"/>
                    </a:cubicBezTo>
                    <a:cubicBezTo>
                      <a:pt x="109" y="6813"/>
                      <a:pt x="117" y="6845"/>
                      <a:pt x="125" y="6853"/>
                    </a:cubicBezTo>
                    <a:cubicBezTo>
                      <a:pt x="133" y="6863"/>
                      <a:pt x="143" y="6879"/>
                      <a:pt x="143" y="6895"/>
                    </a:cubicBezTo>
                    <a:cubicBezTo>
                      <a:pt x="143" y="6913"/>
                      <a:pt x="143" y="6945"/>
                      <a:pt x="125" y="6963"/>
                    </a:cubicBezTo>
                    <a:cubicBezTo>
                      <a:pt x="117" y="6971"/>
                      <a:pt x="125" y="7014"/>
                      <a:pt x="117" y="7030"/>
                    </a:cubicBezTo>
                    <a:cubicBezTo>
                      <a:pt x="117" y="7046"/>
                      <a:pt x="133" y="7046"/>
                      <a:pt x="133" y="7046"/>
                    </a:cubicBezTo>
                    <a:cubicBezTo>
                      <a:pt x="133" y="7046"/>
                      <a:pt x="159" y="7038"/>
                      <a:pt x="175" y="7030"/>
                    </a:cubicBezTo>
                    <a:cubicBezTo>
                      <a:pt x="183" y="7022"/>
                      <a:pt x="201" y="7022"/>
                      <a:pt x="209" y="7022"/>
                    </a:cubicBezTo>
                    <a:cubicBezTo>
                      <a:pt x="225" y="7030"/>
                      <a:pt x="259" y="7038"/>
                      <a:pt x="259" y="7038"/>
                    </a:cubicBezTo>
                    <a:lnTo>
                      <a:pt x="301" y="7038"/>
                    </a:lnTo>
                    <a:cubicBezTo>
                      <a:pt x="325" y="7038"/>
                      <a:pt x="317" y="7038"/>
                      <a:pt x="325" y="7022"/>
                    </a:cubicBezTo>
                    <a:cubicBezTo>
                      <a:pt x="333" y="7014"/>
                      <a:pt x="343" y="7014"/>
                      <a:pt x="351" y="7004"/>
                    </a:cubicBezTo>
                    <a:cubicBezTo>
                      <a:pt x="357" y="7004"/>
                      <a:pt x="362" y="7008"/>
                      <a:pt x="368" y="7008"/>
                    </a:cubicBezTo>
                    <a:cubicBezTo>
                      <a:pt x="370" y="7008"/>
                      <a:pt x="373" y="7007"/>
                      <a:pt x="376" y="7004"/>
                    </a:cubicBezTo>
                    <a:cubicBezTo>
                      <a:pt x="381" y="7001"/>
                      <a:pt x="385" y="7000"/>
                      <a:pt x="389" y="7000"/>
                    </a:cubicBezTo>
                    <a:cubicBezTo>
                      <a:pt x="398" y="7000"/>
                      <a:pt x="404" y="7006"/>
                      <a:pt x="410" y="7014"/>
                    </a:cubicBezTo>
                    <a:cubicBezTo>
                      <a:pt x="418" y="7014"/>
                      <a:pt x="460" y="7022"/>
                      <a:pt x="468" y="7030"/>
                    </a:cubicBezTo>
                    <a:cubicBezTo>
                      <a:pt x="484" y="7038"/>
                      <a:pt x="484" y="7080"/>
                      <a:pt x="494" y="7080"/>
                    </a:cubicBezTo>
                    <a:cubicBezTo>
                      <a:pt x="494" y="7088"/>
                      <a:pt x="544" y="7138"/>
                      <a:pt x="544" y="7146"/>
                    </a:cubicBezTo>
                    <a:cubicBezTo>
                      <a:pt x="552" y="7154"/>
                      <a:pt x="602" y="7164"/>
                      <a:pt x="602" y="7164"/>
                    </a:cubicBezTo>
                    <a:cubicBezTo>
                      <a:pt x="610" y="7164"/>
                      <a:pt x="634" y="7146"/>
                      <a:pt x="644" y="7130"/>
                    </a:cubicBezTo>
                    <a:cubicBezTo>
                      <a:pt x="660" y="7114"/>
                      <a:pt x="668" y="7096"/>
                      <a:pt x="676" y="7096"/>
                    </a:cubicBezTo>
                    <a:cubicBezTo>
                      <a:pt x="684" y="7096"/>
                      <a:pt x="735" y="7080"/>
                      <a:pt x="753" y="7054"/>
                    </a:cubicBezTo>
                    <a:cubicBezTo>
                      <a:pt x="758" y="7054"/>
                      <a:pt x="767" y="7050"/>
                      <a:pt x="775" y="7050"/>
                    </a:cubicBezTo>
                    <a:cubicBezTo>
                      <a:pt x="778" y="7050"/>
                      <a:pt x="782" y="7051"/>
                      <a:pt x="785" y="7054"/>
                    </a:cubicBezTo>
                    <a:cubicBezTo>
                      <a:pt x="803" y="7054"/>
                      <a:pt x="819" y="7054"/>
                      <a:pt x="827" y="7046"/>
                    </a:cubicBezTo>
                    <a:cubicBezTo>
                      <a:pt x="845" y="7046"/>
                      <a:pt x="877" y="7038"/>
                      <a:pt x="885" y="7030"/>
                    </a:cubicBezTo>
                    <a:cubicBezTo>
                      <a:pt x="903" y="7030"/>
                      <a:pt x="927" y="7046"/>
                      <a:pt x="927" y="7046"/>
                    </a:cubicBezTo>
                    <a:cubicBezTo>
                      <a:pt x="927" y="7046"/>
                      <a:pt x="953" y="7038"/>
                      <a:pt x="961" y="7030"/>
                    </a:cubicBezTo>
                    <a:cubicBezTo>
                      <a:pt x="961" y="7027"/>
                      <a:pt x="968" y="7026"/>
                      <a:pt x="976" y="7026"/>
                    </a:cubicBezTo>
                    <a:cubicBezTo>
                      <a:pt x="993" y="7026"/>
                      <a:pt x="1019" y="7030"/>
                      <a:pt x="1019" y="7030"/>
                    </a:cubicBezTo>
                    <a:lnTo>
                      <a:pt x="1045" y="7014"/>
                    </a:lnTo>
                    <a:lnTo>
                      <a:pt x="1077" y="6988"/>
                    </a:lnTo>
                    <a:cubicBezTo>
                      <a:pt x="1077" y="6988"/>
                      <a:pt x="1112" y="6945"/>
                      <a:pt x="1120" y="6929"/>
                    </a:cubicBezTo>
                    <a:cubicBezTo>
                      <a:pt x="1128" y="6921"/>
                      <a:pt x="1154" y="6903"/>
                      <a:pt x="1154" y="6903"/>
                    </a:cubicBezTo>
                    <a:cubicBezTo>
                      <a:pt x="1154" y="6903"/>
                      <a:pt x="1212" y="6879"/>
                      <a:pt x="1212" y="6863"/>
                    </a:cubicBezTo>
                    <a:cubicBezTo>
                      <a:pt x="1220" y="6845"/>
                      <a:pt x="1228" y="6853"/>
                      <a:pt x="1228" y="6837"/>
                    </a:cubicBezTo>
                    <a:cubicBezTo>
                      <a:pt x="1236" y="6829"/>
                      <a:pt x="1254" y="6821"/>
                      <a:pt x="1262" y="6803"/>
                    </a:cubicBezTo>
                    <a:cubicBezTo>
                      <a:pt x="1270" y="6787"/>
                      <a:pt x="1278" y="6779"/>
                      <a:pt x="1286" y="6753"/>
                    </a:cubicBezTo>
                    <a:cubicBezTo>
                      <a:pt x="1296" y="6737"/>
                      <a:pt x="1304" y="6737"/>
                      <a:pt x="1312" y="6737"/>
                    </a:cubicBezTo>
                    <a:cubicBezTo>
                      <a:pt x="1320" y="6729"/>
                      <a:pt x="1354" y="6713"/>
                      <a:pt x="1354" y="6703"/>
                    </a:cubicBezTo>
                    <a:cubicBezTo>
                      <a:pt x="1362" y="6695"/>
                      <a:pt x="1370" y="6687"/>
                      <a:pt x="1362" y="6663"/>
                    </a:cubicBezTo>
                    <a:cubicBezTo>
                      <a:pt x="1354" y="6645"/>
                      <a:pt x="1336" y="6645"/>
                      <a:pt x="1320" y="6637"/>
                    </a:cubicBezTo>
                    <a:cubicBezTo>
                      <a:pt x="1304" y="6629"/>
                      <a:pt x="1304" y="6621"/>
                      <a:pt x="1296" y="6586"/>
                    </a:cubicBezTo>
                    <a:cubicBezTo>
                      <a:pt x="1286" y="6562"/>
                      <a:pt x="1296" y="6552"/>
                      <a:pt x="1296" y="6536"/>
                    </a:cubicBezTo>
                    <a:cubicBezTo>
                      <a:pt x="1296" y="6520"/>
                      <a:pt x="1304" y="6512"/>
                      <a:pt x="1312" y="6494"/>
                    </a:cubicBezTo>
                    <a:cubicBezTo>
                      <a:pt x="1312" y="6478"/>
                      <a:pt x="1346" y="6394"/>
                      <a:pt x="1346" y="6394"/>
                    </a:cubicBezTo>
                    <a:cubicBezTo>
                      <a:pt x="1346" y="6386"/>
                      <a:pt x="1362" y="6362"/>
                      <a:pt x="1362" y="6362"/>
                    </a:cubicBezTo>
                    <a:cubicBezTo>
                      <a:pt x="1362" y="6352"/>
                      <a:pt x="1404" y="6328"/>
                      <a:pt x="1412" y="6320"/>
                    </a:cubicBezTo>
                    <a:cubicBezTo>
                      <a:pt x="1420" y="6312"/>
                      <a:pt x="1454" y="6294"/>
                      <a:pt x="1454" y="6294"/>
                    </a:cubicBezTo>
                    <a:cubicBezTo>
                      <a:pt x="1454" y="6294"/>
                      <a:pt x="1497" y="6270"/>
                      <a:pt x="1497" y="6262"/>
                    </a:cubicBezTo>
                    <a:cubicBezTo>
                      <a:pt x="1505" y="6252"/>
                      <a:pt x="1537" y="6252"/>
                      <a:pt x="1555" y="6244"/>
                    </a:cubicBezTo>
                    <a:cubicBezTo>
                      <a:pt x="1563" y="6235"/>
                      <a:pt x="1597" y="6227"/>
                      <a:pt x="1597" y="6227"/>
                    </a:cubicBezTo>
                    <a:cubicBezTo>
                      <a:pt x="1597" y="6227"/>
                      <a:pt x="1629" y="6201"/>
                      <a:pt x="1655" y="6161"/>
                    </a:cubicBezTo>
                    <a:cubicBezTo>
                      <a:pt x="1667" y="6146"/>
                      <a:pt x="1675" y="6142"/>
                      <a:pt x="1682" y="6142"/>
                    </a:cubicBezTo>
                    <a:cubicBezTo>
                      <a:pt x="1690" y="6142"/>
                      <a:pt x="1696" y="6148"/>
                      <a:pt x="1700" y="6148"/>
                    </a:cubicBezTo>
                    <a:cubicBezTo>
                      <a:pt x="1702" y="6148"/>
                      <a:pt x="1704" y="6147"/>
                      <a:pt x="1705" y="6143"/>
                    </a:cubicBezTo>
                    <a:cubicBezTo>
                      <a:pt x="1721" y="6135"/>
                      <a:pt x="1729" y="6127"/>
                      <a:pt x="1737" y="6101"/>
                    </a:cubicBezTo>
                    <a:cubicBezTo>
                      <a:pt x="1747" y="6077"/>
                      <a:pt x="1747" y="6085"/>
                      <a:pt x="1737" y="6069"/>
                    </a:cubicBezTo>
                    <a:cubicBezTo>
                      <a:pt x="1737" y="6061"/>
                      <a:pt x="1729" y="6043"/>
                      <a:pt x="1721" y="6027"/>
                    </a:cubicBezTo>
                    <a:cubicBezTo>
                      <a:pt x="1713" y="6019"/>
                      <a:pt x="1705" y="6001"/>
                      <a:pt x="1705" y="5993"/>
                    </a:cubicBezTo>
                    <a:cubicBezTo>
                      <a:pt x="1687" y="5961"/>
                      <a:pt x="1705" y="5969"/>
                      <a:pt x="1705" y="5951"/>
                    </a:cubicBezTo>
                    <a:cubicBezTo>
                      <a:pt x="1713" y="5927"/>
                      <a:pt x="1755" y="5893"/>
                      <a:pt x="1755" y="5877"/>
                    </a:cubicBezTo>
                    <a:cubicBezTo>
                      <a:pt x="1763" y="5868"/>
                      <a:pt x="1779" y="5860"/>
                      <a:pt x="1797" y="5850"/>
                    </a:cubicBezTo>
                    <a:cubicBezTo>
                      <a:pt x="1813" y="5850"/>
                      <a:pt x="1821" y="5842"/>
                      <a:pt x="1829" y="5842"/>
                    </a:cubicBezTo>
                    <a:cubicBezTo>
                      <a:pt x="1834" y="5838"/>
                      <a:pt x="1839" y="5837"/>
                      <a:pt x="1843" y="5837"/>
                    </a:cubicBezTo>
                    <a:cubicBezTo>
                      <a:pt x="1853" y="5837"/>
                      <a:pt x="1863" y="5844"/>
                      <a:pt x="1872" y="5844"/>
                    </a:cubicBezTo>
                    <a:cubicBezTo>
                      <a:pt x="1875" y="5844"/>
                      <a:pt x="1877" y="5844"/>
                      <a:pt x="1880" y="5842"/>
                    </a:cubicBezTo>
                    <a:lnTo>
                      <a:pt x="1956" y="5842"/>
                    </a:lnTo>
                    <a:cubicBezTo>
                      <a:pt x="1980" y="5842"/>
                      <a:pt x="1988" y="5868"/>
                      <a:pt x="1998" y="5877"/>
                    </a:cubicBezTo>
                    <a:cubicBezTo>
                      <a:pt x="2001" y="5879"/>
                      <a:pt x="2006" y="5880"/>
                      <a:pt x="2012" y="5880"/>
                    </a:cubicBezTo>
                    <a:cubicBezTo>
                      <a:pt x="2025" y="5880"/>
                      <a:pt x="2041" y="5877"/>
                      <a:pt x="2048" y="5877"/>
                    </a:cubicBezTo>
                    <a:cubicBezTo>
                      <a:pt x="2056" y="5877"/>
                      <a:pt x="2122" y="5893"/>
                      <a:pt x="2138" y="5893"/>
                    </a:cubicBezTo>
                    <a:cubicBezTo>
                      <a:pt x="2148" y="5885"/>
                      <a:pt x="2198" y="5842"/>
                      <a:pt x="2231" y="5800"/>
                    </a:cubicBezTo>
                    <a:cubicBezTo>
                      <a:pt x="2240" y="5788"/>
                      <a:pt x="2246" y="5785"/>
                      <a:pt x="2250" y="5785"/>
                    </a:cubicBezTo>
                    <a:cubicBezTo>
                      <a:pt x="2255" y="5785"/>
                      <a:pt x="2258" y="5789"/>
                      <a:pt x="2260" y="5789"/>
                    </a:cubicBezTo>
                    <a:cubicBezTo>
                      <a:pt x="2261" y="5789"/>
                      <a:pt x="2263" y="5788"/>
                      <a:pt x="2265" y="5784"/>
                    </a:cubicBezTo>
                    <a:cubicBezTo>
                      <a:pt x="2273" y="5768"/>
                      <a:pt x="2281" y="5760"/>
                      <a:pt x="2315" y="5734"/>
                    </a:cubicBezTo>
                    <a:lnTo>
                      <a:pt x="2315" y="5726"/>
                    </a:lnTo>
                    <a:cubicBezTo>
                      <a:pt x="2322" y="5719"/>
                      <a:pt x="2327" y="5716"/>
                      <a:pt x="2330" y="5716"/>
                    </a:cubicBezTo>
                    <a:cubicBezTo>
                      <a:pt x="2338" y="5716"/>
                      <a:pt x="2341" y="5727"/>
                      <a:pt x="2346" y="5727"/>
                    </a:cubicBezTo>
                    <a:cubicBezTo>
                      <a:pt x="2347" y="5727"/>
                      <a:pt x="2348" y="5727"/>
                      <a:pt x="2349" y="5726"/>
                    </a:cubicBezTo>
                    <a:cubicBezTo>
                      <a:pt x="2357" y="5726"/>
                      <a:pt x="2365" y="5726"/>
                      <a:pt x="2373" y="5718"/>
                    </a:cubicBezTo>
                    <a:cubicBezTo>
                      <a:pt x="2381" y="5700"/>
                      <a:pt x="2389" y="5684"/>
                      <a:pt x="2407" y="5676"/>
                    </a:cubicBezTo>
                    <a:cubicBezTo>
                      <a:pt x="2410" y="5670"/>
                      <a:pt x="2414" y="5669"/>
                      <a:pt x="2419" y="5669"/>
                    </a:cubicBezTo>
                    <a:cubicBezTo>
                      <a:pt x="2424" y="5669"/>
                      <a:pt x="2430" y="5670"/>
                      <a:pt x="2437" y="5670"/>
                    </a:cubicBezTo>
                    <a:cubicBezTo>
                      <a:pt x="2441" y="5670"/>
                      <a:pt x="2445" y="5670"/>
                      <a:pt x="2449" y="5668"/>
                    </a:cubicBezTo>
                    <a:cubicBezTo>
                      <a:pt x="2458" y="5661"/>
                      <a:pt x="2463" y="5660"/>
                      <a:pt x="2468" y="5660"/>
                    </a:cubicBezTo>
                    <a:cubicBezTo>
                      <a:pt x="2473" y="5660"/>
                      <a:pt x="2476" y="5662"/>
                      <a:pt x="2481" y="5662"/>
                    </a:cubicBezTo>
                    <a:cubicBezTo>
                      <a:pt x="2483" y="5662"/>
                      <a:pt x="2486" y="5662"/>
                      <a:pt x="2489" y="5660"/>
                    </a:cubicBezTo>
                    <a:cubicBezTo>
                      <a:pt x="2492" y="5658"/>
                      <a:pt x="2495" y="5658"/>
                      <a:pt x="2497" y="5658"/>
                    </a:cubicBezTo>
                    <a:cubicBezTo>
                      <a:pt x="2510" y="5658"/>
                      <a:pt x="2518" y="5676"/>
                      <a:pt x="2531" y="5676"/>
                    </a:cubicBezTo>
                    <a:cubicBezTo>
                      <a:pt x="2535" y="5678"/>
                      <a:pt x="2539" y="5678"/>
                      <a:pt x="2543" y="5678"/>
                    </a:cubicBezTo>
                    <a:cubicBezTo>
                      <a:pt x="2558" y="5678"/>
                      <a:pt x="2575" y="5668"/>
                      <a:pt x="2581" y="5668"/>
                    </a:cubicBezTo>
                    <a:cubicBezTo>
                      <a:pt x="2600" y="5668"/>
                      <a:pt x="2640" y="5684"/>
                      <a:pt x="2658" y="5684"/>
                    </a:cubicBezTo>
                    <a:lnTo>
                      <a:pt x="2658" y="5692"/>
                    </a:lnTo>
                    <a:cubicBezTo>
                      <a:pt x="2666" y="5692"/>
                      <a:pt x="2674" y="5718"/>
                      <a:pt x="2674" y="5742"/>
                    </a:cubicBezTo>
                    <a:cubicBezTo>
                      <a:pt x="2682" y="5760"/>
                      <a:pt x="2708" y="5792"/>
                      <a:pt x="2708" y="5800"/>
                    </a:cubicBezTo>
                    <a:cubicBezTo>
                      <a:pt x="2708" y="5818"/>
                      <a:pt x="2732" y="5850"/>
                      <a:pt x="2750" y="5860"/>
                    </a:cubicBezTo>
                    <a:cubicBezTo>
                      <a:pt x="2758" y="5868"/>
                      <a:pt x="2774" y="5885"/>
                      <a:pt x="2808" y="5911"/>
                    </a:cubicBezTo>
                    <a:cubicBezTo>
                      <a:pt x="2827" y="5925"/>
                      <a:pt x="2832" y="5928"/>
                      <a:pt x="2835" y="5928"/>
                    </a:cubicBezTo>
                    <a:cubicBezTo>
                      <a:pt x="2836" y="5928"/>
                      <a:pt x="2837" y="5927"/>
                      <a:pt x="2840" y="5927"/>
                    </a:cubicBezTo>
                    <a:cubicBezTo>
                      <a:pt x="2850" y="5927"/>
                      <a:pt x="2874" y="5961"/>
                      <a:pt x="2900" y="5969"/>
                    </a:cubicBezTo>
                    <a:cubicBezTo>
                      <a:pt x="2916" y="5985"/>
                      <a:pt x="2967" y="6019"/>
                      <a:pt x="2975" y="6019"/>
                    </a:cubicBezTo>
                    <a:cubicBezTo>
                      <a:pt x="2991" y="6019"/>
                      <a:pt x="3001" y="6061"/>
                      <a:pt x="3001" y="6061"/>
                    </a:cubicBezTo>
                    <a:cubicBezTo>
                      <a:pt x="3001" y="6061"/>
                      <a:pt x="3059" y="6086"/>
                      <a:pt x="3091" y="6086"/>
                    </a:cubicBezTo>
                    <a:cubicBezTo>
                      <a:pt x="3094" y="6086"/>
                      <a:pt x="3098" y="6086"/>
                      <a:pt x="3101" y="6085"/>
                    </a:cubicBezTo>
                    <a:cubicBezTo>
                      <a:pt x="3103" y="6084"/>
                      <a:pt x="3106" y="6084"/>
                      <a:pt x="3110" y="6084"/>
                    </a:cubicBezTo>
                    <a:cubicBezTo>
                      <a:pt x="3137" y="6084"/>
                      <a:pt x="3185" y="6111"/>
                      <a:pt x="3201" y="6111"/>
                    </a:cubicBezTo>
                    <a:cubicBezTo>
                      <a:pt x="3209" y="6119"/>
                      <a:pt x="3209" y="6143"/>
                      <a:pt x="3233" y="6177"/>
                    </a:cubicBezTo>
                    <a:cubicBezTo>
                      <a:pt x="3242" y="6185"/>
                      <a:pt x="3250" y="6188"/>
                      <a:pt x="3258" y="6188"/>
                    </a:cubicBezTo>
                    <a:cubicBezTo>
                      <a:pt x="3274" y="6188"/>
                      <a:pt x="3286" y="6177"/>
                      <a:pt x="3291" y="6177"/>
                    </a:cubicBezTo>
                    <a:cubicBezTo>
                      <a:pt x="3309" y="6177"/>
                      <a:pt x="3317" y="6185"/>
                      <a:pt x="3334" y="6193"/>
                    </a:cubicBezTo>
                    <a:cubicBezTo>
                      <a:pt x="3352" y="6211"/>
                      <a:pt x="3352" y="6227"/>
                      <a:pt x="3368" y="6244"/>
                    </a:cubicBezTo>
                    <a:cubicBezTo>
                      <a:pt x="3376" y="6262"/>
                      <a:pt x="3402" y="6270"/>
                      <a:pt x="3418" y="6270"/>
                    </a:cubicBezTo>
                    <a:cubicBezTo>
                      <a:pt x="3434" y="6270"/>
                      <a:pt x="3452" y="6278"/>
                      <a:pt x="3460" y="6278"/>
                    </a:cubicBezTo>
                    <a:cubicBezTo>
                      <a:pt x="3476" y="6278"/>
                      <a:pt x="3492" y="6320"/>
                      <a:pt x="3502" y="6336"/>
                    </a:cubicBezTo>
                    <a:cubicBezTo>
                      <a:pt x="3510" y="6344"/>
                      <a:pt x="3526" y="6386"/>
                      <a:pt x="3534" y="6394"/>
                    </a:cubicBezTo>
                    <a:cubicBezTo>
                      <a:pt x="3542" y="6412"/>
                      <a:pt x="3552" y="6444"/>
                      <a:pt x="3552" y="6444"/>
                    </a:cubicBezTo>
                    <a:cubicBezTo>
                      <a:pt x="3552" y="6444"/>
                      <a:pt x="3502" y="6578"/>
                      <a:pt x="3502" y="6586"/>
                    </a:cubicBezTo>
                    <a:cubicBezTo>
                      <a:pt x="3502" y="6588"/>
                      <a:pt x="3504" y="6589"/>
                      <a:pt x="3507" y="6589"/>
                    </a:cubicBezTo>
                    <a:cubicBezTo>
                      <a:pt x="3520" y="6589"/>
                      <a:pt x="3552" y="6578"/>
                      <a:pt x="3552" y="6578"/>
                    </a:cubicBezTo>
                    <a:cubicBezTo>
                      <a:pt x="3552" y="6578"/>
                      <a:pt x="3576" y="6544"/>
                      <a:pt x="3584" y="6536"/>
                    </a:cubicBezTo>
                    <a:cubicBezTo>
                      <a:pt x="3584" y="6528"/>
                      <a:pt x="3618" y="6494"/>
                      <a:pt x="3626" y="6478"/>
                    </a:cubicBezTo>
                    <a:cubicBezTo>
                      <a:pt x="3626" y="6462"/>
                      <a:pt x="3652" y="6428"/>
                      <a:pt x="3660" y="6412"/>
                    </a:cubicBezTo>
                    <a:cubicBezTo>
                      <a:pt x="3676" y="6394"/>
                      <a:pt x="3676" y="6402"/>
                      <a:pt x="3684" y="6394"/>
                    </a:cubicBezTo>
                    <a:cubicBezTo>
                      <a:pt x="3684" y="6386"/>
                      <a:pt x="3692" y="6378"/>
                      <a:pt x="3692" y="6352"/>
                    </a:cubicBezTo>
                    <a:cubicBezTo>
                      <a:pt x="3692" y="6336"/>
                      <a:pt x="3686" y="6334"/>
                      <a:pt x="3679" y="6334"/>
                    </a:cubicBezTo>
                    <a:cubicBezTo>
                      <a:pt x="3677" y="6334"/>
                      <a:pt x="3675" y="6334"/>
                      <a:pt x="3672" y="6334"/>
                    </a:cubicBezTo>
                    <a:cubicBezTo>
                      <a:pt x="3668" y="6334"/>
                      <a:pt x="3663" y="6333"/>
                      <a:pt x="3660" y="6328"/>
                    </a:cubicBezTo>
                    <a:cubicBezTo>
                      <a:pt x="3642" y="6320"/>
                      <a:pt x="3618" y="6320"/>
                      <a:pt x="3610" y="6312"/>
                    </a:cubicBezTo>
                    <a:cubicBezTo>
                      <a:pt x="3602" y="6302"/>
                      <a:pt x="3602" y="6294"/>
                      <a:pt x="3610" y="6278"/>
                    </a:cubicBezTo>
                    <a:cubicBezTo>
                      <a:pt x="3610" y="6262"/>
                      <a:pt x="3618" y="6252"/>
                      <a:pt x="3610" y="6235"/>
                    </a:cubicBezTo>
                    <a:cubicBezTo>
                      <a:pt x="3610" y="6219"/>
                      <a:pt x="3626" y="6219"/>
                      <a:pt x="3634" y="6193"/>
                    </a:cubicBezTo>
                    <a:cubicBezTo>
                      <a:pt x="3639" y="6189"/>
                      <a:pt x="3643" y="6188"/>
                      <a:pt x="3647" y="6188"/>
                    </a:cubicBezTo>
                    <a:cubicBezTo>
                      <a:pt x="3655" y="6188"/>
                      <a:pt x="3660" y="6195"/>
                      <a:pt x="3665" y="6195"/>
                    </a:cubicBezTo>
                    <a:cubicBezTo>
                      <a:pt x="3666" y="6195"/>
                      <a:pt x="3667" y="6195"/>
                      <a:pt x="3668" y="6193"/>
                    </a:cubicBezTo>
                    <a:cubicBezTo>
                      <a:pt x="3674" y="6191"/>
                      <a:pt x="3680" y="6190"/>
                      <a:pt x="3686" y="6190"/>
                    </a:cubicBezTo>
                    <a:cubicBezTo>
                      <a:pt x="3699" y="6190"/>
                      <a:pt x="3711" y="6193"/>
                      <a:pt x="3711" y="6193"/>
                    </a:cubicBezTo>
                    <a:cubicBezTo>
                      <a:pt x="3711" y="6193"/>
                      <a:pt x="3743" y="6211"/>
                      <a:pt x="3769" y="6227"/>
                    </a:cubicBezTo>
                    <a:cubicBezTo>
                      <a:pt x="3793" y="6235"/>
                      <a:pt x="3803" y="6252"/>
                      <a:pt x="3819" y="6252"/>
                    </a:cubicBezTo>
                    <a:cubicBezTo>
                      <a:pt x="3825" y="6259"/>
                      <a:pt x="3834" y="6265"/>
                      <a:pt x="3843" y="6265"/>
                    </a:cubicBezTo>
                    <a:cubicBezTo>
                      <a:pt x="3847" y="6265"/>
                      <a:pt x="3850" y="6264"/>
                      <a:pt x="3853" y="6262"/>
                    </a:cubicBezTo>
                    <a:cubicBezTo>
                      <a:pt x="3861" y="6244"/>
                      <a:pt x="3853" y="6244"/>
                      <a:pt x="3853" y="6227"/>
                    </a:cubicBezTo>
                    <a:cubicBezTo>
                      <a:pt x="3853" y="6211"/>
                      <a:pt x="3835" y="6211"/>
                      <a:pt x="3827" y="6193"/>
                    </a:cubicBezTo>
                    <a:cubicBezTo>
                      <a:pt x="3819" y="6185"/>
                      <a:pt x="3811" y="6185"/>
                      <a:pt x="3811" y="6177"/>
                    </a:cubicBezTo>
                    <a:cubicBezTo>
                      <a:pt x="3803" y="6177"/>
                      <a:pt x="3702" y="6119"/>
                      <a:pt x="3692" y="6111"/>
                    </a:cubicBezTo>
                    <a:cubicBezTo>
                      <a:pt x="3684" y="6101"/>
                      <a:pt x="3660" y="6101"/>
                      <a:pt x="3652" y="6093"/>
                    </a:cubicBezTo>
                    <a:cubicBezTo>
                      <a:pt x="3642" y="6085"/>
                      <a:pt x="3610" y="6085"/>
                      <a:pt x="3584" y="6061"/>
                    </a:cubicBezTo>
                    <a:cubicBezTo>
                      <a:pt x="3552" y="6043"/>
                      <a:pt x="3518" y="6043"/>
                      <a:pt x="3502" y="6035"/>
                    </a:cubicBezTo>
                    <a:cubicBezTo>
                      <a:pt x="3492" y="6035"/>
                      <a:pt x="3502" y="6011"/>
                      <a:pt x="3502" y="6001"/>
                    </a:cubicBezTo>
                    <a:cubicBezTo>
                      <a:pt x="3510" y="5985"/>
                      <a:pt x="3518" y="5977"/>
                      <a:pt x="3518" y="5969"/>
                    </a:cubicBezTo>
                    <a:cubicBezTo>
                      <a:pt x="3518" y="5961"/>
                      <a:pt x="3476" y="5961"/>
                      <a:pt x="3476" y="5961"/>
                    </a:cubicBezTo>
                    <a:cubicBezTo>
                      <a:pt x="3476" y="5961"/>
                      <a:pt x="3446" y="5964"/>
                      <a:pt x="3419" y="5964"/>
                    </a:cubicBezTo>
                    <a:cubicBezTo>
                      <a:pt x="3405" y="5964"/>
                      <a:pt x="3392" y="5963"/>
                      <a:pt x="3384" y="5961"/>
                    </a:cubicBezTo>
                    <a:cubicBezTo>
                      <a:pt x="3376" y="5955"/>
                      <a:pt x="3369" y="5953"/>
                      <a:pt x="3365" y="5953"/>
                    </a:cubicBezTo>
                    <a:cubicBezTo>
                      <a:pt x="3355" y="5953"/>
                      <a:pt x="3352" y="5961"/>
                      <a:pt x="3352" y="5961"/>
                    </a:cubicBezTo>
                    <a:cubicBezTo>
                      <a:pt x="3352" y="5961"/>
                      <a:pt x="3346" y="5963"/>
                      <a:pt x="3340" y="5963"/>
                    </a:cubicBezTo>
                    <a:cubicBezTo>
                      <a:pt x="3333" y="5963"/>
                      <a:pt x="3325" y="5960"/>
                      <a:pt x="3325" y="5951"/>
                    </a:cubicBezTo>
                    <a:cubicBezTo>
                      <a:pt x="3317" y="5943"/>
                      <a:pt x="3309" y="5951"/>
                      <a:pt x="3291" y="5927"/>
                    </a:cubicBezTo>
                    <a:cubicBezTo>
                      <a:pt x="3275" y="5901"/>
                      <a:pt x="3251" y="5901"/>
                      <a:pt x="3251" y="5885"/>
                    </a:cubicBezTo>
                    <a:cubicBezTo>
                      <a:pt x="3251" y="5877"/>
                      <a:pt x="3191" y="5810"/>
                      <a:pt x="3183" y="5784"/>
                    </a:cubicBezTo>
                    <a:cubicBezTo>
                      <a:pt x="3175" y="5768"/>
                      <a:pt x="3175" y="5776"/>
                      <a:pt x="3167" y="5750"/>
                    </a:cubicBezTo>
                    <a:cubicBezTo>
                      <a:pt x="3167" y="5734"/>
                      <a:pt x="3159" y="5734"/>
                      <a:pt x="3125" y="5710"/>
                    </a:cubicBezTo>
                    <a:cubicBezTo>
                      <a:pt x="3091" y="5692"/>
                      <a:pt x="3083" y="5692"/>
                      <a:pt x="3059" y="5676"/>
                    </a:cubicBezTo>
                    <a:cubicBezTo>
                      <a:pt x="3033" y="5650"/>
                      <a:pt x="3033" y="5660"/>
                      <a:pt x="3025" y="5650"/>
                    </a:cubicBezTo>
                    <a:lnTo>
                      <a:pt x="3009" y="5634"/>
                    </a:lnTo>
                    <a:cubicBezTo>
                      <a:pt x="2991" y="5618"/>
                      <a:pt x="2975" y="5600"/>
                      <a:pt x="2958" y="5592"/>
                    </a:cubicBezTo>
                    <a:cubicBezTo>
                      <a:pt x="2950" y="5584"/>
                      <a:pt x="2940" y="5568"/>
                      <a:pt x="2940" y="5560"/>
                    </a:cubicBezTo>
                    <a:cubicBezTo>
                      <a:pt x="2940" y="5542"/>
                      <a:pt x="2950" y="5534"/>
                      <a:pt x="2958" y="5526"/>
                    </a:cubicBezTo>
                    <a:cubicBezTo>
                      <a:pt x="2958" y="5526"/>
                      <a:pt x="2967" y="5526"/>
                      <a:pt x="2967" y="5518"/>
                    </a:cubicBezTo>
                    <a:lnTo>
                      <a:pt x="2967" y="5510"/>
                    </a:lnTo>
                    <a:cubicBezTo>
                      <a:pt x="2967" y="5500"/>
                      <a:pt x="2940" y="5483"/>
                      <a:pt x="2932" y="5459"/>
                    </a:cubicBezTo>
                    <a:cubicBezTo>
                      <a:pt x="2932" y="5441"/>
                      <a:pt x="2940" y="5417"/>
                      <a:pt x="2940" y="5417"/>
                    </a:cubicBezTo>
                    <a:cubicBezTo>
                      <a:pt x="2940" y="5417"/>
                      <a:pt x="2983" y="5409"/>
                      <a:pt x="2991" y="5409"/>
                    </a:cubicBezTo>
                    <a:cubicBezTo>
                      <a:pt x="3001" y="5409"/>
                      <a:pt x="3001" y="5399"/>
                      <a:pt x="3017" y="5375"/>
                    </a:cubicBezTo>
                    <a:cubicBezTo>
                      <a:pt x="3033" y="5349"/>
                      <a:pt x="3059" y="5359"/>
                      <a:pt x="3075" y="5349"/>
                    </a:cubicBezTo>
                    <a:cubicBezTo>
                      <a:pt x="3078" y="5348"/>
                      <a:pt x="3081" y="5347"/>
                      <a:pt x="3084" y="5347"/>
                    </a:cubicBezTo>
                    <a:cubicBezTo>
                      <a:pt x="3099" y="5347"/>
                      <a:pt x="3117" y="5359"/>
                      <a:pt x="3117" y="5359"/>
                    </a:cubicBezTo>
                    <a:cubicBezTo>
                      <a:pt x="3117" y="5359"/>
                      <a:pt x="3117" y="5383"/>
                      <a:pt x="3109" y="5399"/>
                    </a:cubicBezTo>
                    <a:lnTo>
                      <a:pt x="3109" y="5417"/>
                    </a:lnTo>
                    <a:lnTo>
                      <a:pt x="3133" y="5441"/>
                    </a:lnTo>
                    <a:cubicBezTo>
                      <a:pt x="3133" y="5441"/>
                      <a:pt x="3133" y="5449"/>
                      <a:pt x="3141" y="5449"/>
                    </a:cubicBezTo>
                    <a:cubicBezTo>
                      <a:pt x="3151" y="5467"/>
                      <a:pt x="3159" y="5475"/>
                      <a:pt x="3159" y="5475"/>
                    </a:cubicBezTo>
                    <a:cubicBezTo>
                      <a:pt x="3159" y="5475"/>
                      <a:pt x="3167" y="5483"/>
                      <a:pt x="3167" y="5491"/>
                    </a:cubicBezTo>
                    <a:cubicBezTo>
                      <a:pt x="3169" y="5493"/>
                      <a:pt x="3170" y="5494"/>
                      <a:pt x="3171" y="5494"/>
                    </a:cubicBezTo>
                    <a:cubicBezTo>
                      <a:pt x="3178" y="5494"/>
                      <a:pt x="3185" y="5481"/>
                      <a:pt x="3191" y="5467"/>
                    </a:cubicBezTo>
                    <a:cubicBezTo>
                      <a:pt x="3191" y="5459"/>
                      <a:pt x="3217" y="5449"/>
                      <a:pt x="3241" y="5441"/>
                    </a:cubicBezTo>
                    <a:cubicBezTo>
                      <a:pt x="3245" y="5440"/>
                      <a:pt x="3248" y="5439"/>
                      <a:pt x="3252" y="5439"/>
                    </a:cubicBezTo>
                    <a:cubicBezTo>
                      <a:pt x="3265" y="5439"/>
                      <a:pt x="3275" y="5449"/>
                      <a:pt x="3275" y="5449"/>
                    </a:cubicBezTo>
                    <a:lnTo>
                      <a:pt x="3283" y="5459"/>
                    </a:lnTo>
                    <a:cubicBezTo>
                      <a:pt x="3291" y="5467"/>
                      <a:pt x="3283" y="5491"/>
                      <a:pt x="3283" y="5500"/>
                    </a:cubicBezTo>
                    <a:cubicBezTo>
                      <a:pt x="3283" y="5510"/>
                      <a:pt x="3301" y="5510"/>
                      <a:pt x="3317" y="5510"/>
                    </a:cubicBezTo>
                    <a:cubicBezTo>
                      <a:pt x="3325" y="5510"/>
                      <a:pt x="3352" y="5534"/>
                      <a:pt x="3360" y="5542"/>
                    </a:cubicBezTo>
                    <a:cubicBezTo>
                      <a:pt x="3368" y="5550"/>
                      <a:pt x="3368" y="5568"/>
                      <a:pt x="3360" y="5568"/>
                    </a:cubicBezTo>
                    <a:cubicBezTo>
                      <a:pt x="3360" y="5576"/>
                      <a:pt x="3360" y="5584"/>
                      <a:pt x="3368" y="5600"/>
                    </a:cubicBezTo>
                    <a:cubicBezTo>
                      <a:pt x="3376" y="5618"/>
                      <a:pt x="3376" y="5618"/>
                      <a:pt x="3384" y="5626"/>
                    </a:cubicBezTo>
                    <a:cubicBezTo>
                      <a:pt x="3392" y="5642"/>
                      <a:pt x="3402" y="5642"/>
                      <a:pt x="3410" y="5650"/>
                    </a:cubicBezTo>
                    <a:cubicBezTo>
                      <a:pt x="3418" y="5650"/>
                      <a:pt x="3426" y="5660"/>
                      <a:pt x="3452" y="5676"/>
                    </a:cubicBezTo>
                    <a:lnTo>
                      <a:pt x="3476" y="5692"/>
                    </a:lnTo>
                    <a:cubicBezTo>
                      <a:pt x="3476" y="5692"/>
                      <a:pt x="3510" y="5692"/>
                      <a:pt x="3534" y="5684"/>
                    </a:cubicBezTo>
                    <a:cubicBezTo>
                      <a:pt x="3537" y="5682"/>
                      <a:pt x="3541" y="5682"/>
                      <a:pt x="3543" y="5682"/>
                    </a:cubicBezTo>
                    <a:cubicBezTo>
                      <a:pt x="3555" y="5682"/>
                      <a:pt x="3562" y="5694"/>
                      <a:pt x="3568" y="5700"/>
                    </a:cubicBezTo>
                    <a:cubicBezTo>
                      <a:pt x="3576" y="5700"/>
                      <a:pt x="3576" y="5718"/>
                      <a:pt x="3584" y="5726"/>
                    </a:cubicBezTo>
                    <a:cubicBezTo>
                      <a:pt x="3592" y="5734"/>
                      <a:pt x="3602" y="5742"/>
                      <a:pt x="3610" y="5742"/>
                    </a:cubicBezTo>
                    <a:cubicBezTo>
                      <a:pt x="3618" y="5750"/>
                      <a:pt x="3626" y="5760"/>
                      <a:pt x="3634" y="5760"/>
                    </a:cubicBezTo>
                    <a:cubicBezTo>
                      <a:pt x="3642" y="5760"/>
                      <a:pt x="3660" y="5768"/>
                      <a:pt x="3684" y="5768"/>
                    </a:cubicBezTo>
                    <a:cubicBezTo>
                      <a:pt x="3689" y="5767"/>
                      <a:pt x="3693" y="5767"/>
                      <a:pt x="3697" y="5767"/>
                    </a:cubicBezTo>
                    <a:cubicBezTo>
                      <a:pt x="3717" y="5767"/>
                      <a:pt x="3712" y="5784"/>
                      <a:pt x="3719" y="5784"/>
                    </a:cubicBezTo>
                    <a:cubicBezTo>
                      <a:pt x="3727" y="5784"/>
                      <a:pt x="3761" y="5800"/>
                      <a:pt x="3761" y="5800"/>
                    </a:cubicBezTo>
                    <a:cubicBezTo>
                      <a:pt x="3761" y="5800"/>
                      <a:pt x="3793" y="5834"/>
                      <a:pt x="3811" y="5842"/>
                    </a:cubicBezTo>
                    <a:lnTo>
                      <a:pt x="3819" y="5850"/>
                    </a:lnTo>
                    <a:cubicBezTo>
                      <a:pt x="3827" y="5850"/>
                      <a:pt x="3819" y="5842"/>
                      <a:pt x="3827" y="5834"/>
                    </a:cubicBezTo>
                    <a:cubicBezTo>
                      <a:pt x="3843" y="5834"/>
                      <a:pt x="3853" y="5860"/>
                      <a:pt x="3885" y="5877"/>
                    </a:cubicBezTo>
                    <a:cubicBezTo>
                      <a:pt x="3911" y="5901"/>
                      <a:pt x="3893" y="5893"/>
                      <a:pt x="3903" y="5901"/>
                    </a:cubicBezTo>
                    <a:cubicBezTo>
                      <a:pt x="3911" y="5919"/>
                      <a:pt x="3919" y="5927"/>
                      <a:pt x="3919" y="5927"/>
                    </a:cubicBezTo>
                    <a:cubicBezTo>
                      <a:pt x="3919" y="5927"/>
                      <a:pt x="3935" y="5927"/>
                      <a:pt x="3961" y="5961"/>
                    </a:cubicBezTo>
                    <a:lnTo>
                      <a:pt x="3961" y="5969"/>
                    </a:lnTo>
                    <a:cubicBezTo>
                      <a:pt x="3980" y="5994"/>
                      <a:pt x="3982" y="5995"/>
                      <a:pt x="3981" y="5995"/>
                    </a:cubicBezTo>
                    <a:cubicBezTo>
                      <a:pt x="3981" y="5995"/>
                      <a:pt x="3981" y="5995"/>
                      <a:pt x="3981" y="5995"/>
                    </a:cubicBezTo>
                    <a:cubicBezTo>
                      <a:pt x="3979" y="5995"/>
                      <a:pt x="3977" y="5995"/>
                      <a:pt x="3977" y="6001"/>
                    </a:cubicBezTo>
                    <a:lnTo>
                      <a:pt x="3977" y="6035"/>
                    </a:lnTo>
                    <a:cubicBezTo>
                      <a:pt x="3969" y="6051"/>
                      <a:pt x="3969" y="6077"/>
                      <a:pt x="3969" y="6093"/>
                    </a:cubicBezTo>
                    <a:lnTo>
                      <a:pt x="3969" y="6151"/>
                    </a:lnTo>
                    <a:cubicBezTo>
                      <a:pt x="3969" y="6161"/>
                      <a:pt x="3977" y="6201"/>
                      <a:pt x="3977" y="6201"/>
                    </a:cubicBezTo>
                    <a:cubicBezTo>
                      <a:pt x="3977" y="6201"/>
                      <a:pt x="3993" y="6219"/>
                      <a:pt x="4011" y="6219"/>
                    </a:cubicBezTo>
                    <a:cubicBezTo>
                      <a:pt x="4019" y="6219"/>
                      <a:pt x="4035" y="6244"/>
                      <a:pt x="4035" y="6244"/>
                    </a:cubicBezTo>
                    <a:lnTo>
                      <a:pt x="4035" y="6278"/>
                    </a:lnTo>
                    <a:lnTo>
                      <a:pt x="4035" y="6312"/>
                    </a:lnTo>
                    <a:lnTo>
                      <a:pt x="4086" y="6312"/>
                    </a:lnTo>
                    <a:cubicBezTo>
                      <a:pt x="4086" y="6312"/>
                      <a:pt x="4094" y="6312"/>
                      <a:pt x="4094" y="6320"/>
                    </a:cubicBezTo>
                    <a:cubicBezTo>
                      <a:pt x="4104" y="6320"/>
                      <a:pt x="4112" y="6328"/>
                      <a:pt x="4120" y="6328"/>
                    </a:cubicBezTo>
                    <a:cubicBezTo>
                      <a:pt x="4128" y="6328"/>
                      <a:pt x="4162" y="6370"/>
                      <a:pt x="4162" y="6370"/>
                    </a:cubicBezTo>
                    <a:cubicBezTo>
                      <a:pt x="4162" y="6370"/>
                      <a:pt x="4178" y="6386"/>
                      <a:pt x="4194" y="6386"/>
                    </a:cubicBezTo>
                    <a:cubicBezTo>
                      <a:pt x="4212" y="6394"/>
                      <a:pt x="4212" y="6412"/>
                      <a:pt x="4220" y="6412"/>
                    </a:cubicBezTo>
                    <a:cubicBezTo>
                      <a:pt x="4228" y="6420"/>
                      <a:pt x="4244" y="6428"/>
                      <a:pt x="4270" y="6436"/>
                    </a:cubicBezTo>
                    <a:cubicBezTo>
                      <a:pt x="4286" y="6436"/>
                      <a:pt x="4294" y="6452"/>
                      <a:pt x="4294" y="6452"/>
                    </a:cubicBezTo>
                    <a:cubicBezTo>
                      <a:pt x="4294" y="6452"/>
                      <a:pt x="4304" y="6478"/>
                      <a:pt x="4294" y="6494"/>
                    </a:cubicBezTo>
                    <a:cubicBezTo>
                      <a:pt x="4286" y="6512"/>
                      <a:pt x="4278" y="6520"/>
                      <a:pt x="4278" y="6528"/>
                    </a:cubicBezTo>
                    <a:cubicBezTo>
                      <a:pt x="4270" y="6536"/>
                      <a:pt x="4262" y="6562"/>
                      <a:pt x="4262" y="6570"/>
                    </a:cubicBezTo>
                    <a:cubicBezTo>
                      <a:pt x="4262" y="6586"/>
                      <a:pt x="4328" y="6612"/>
                      <a:pt x="4328" y="6612"/>
                    </a:cubicBezTo>
                    <a:lnTo>
                      <a:pt x="4336" y="6645"/>
                    </a:lnTo>
                    <a:lnTo>
                      <a:pt x="4336" y="6687"/>
                    </a:lnTo>
                    <a:cubicBezTo>
                      <a:pt x="4336" y="6695"/>
                      <a:pt x="4362" y="6703"/>
                      <a:pt x="4370" y="6703"/>
                    </a:cubicBezTo>
                    <a:lnTo>
                      <a:pt x="4386" y="6703"/>
                    </a:lnTo>
                    <a:cubicBezTo>
                      <a:pt x="4386" y="6703"/>
                      <a:pt x="4404" y="6713"/>
                      <a:pt x="4404" y="6721"/>
                    </a:cubicBezTo>
                    <a:cubicBezTo>
                      <a:pt x="4404" y="6725"/>
                      <a:pt x="4419" y="6727"/>
                      <a:pt x="4433" y="6727"/>
                    </a:cubicBezTo>
                    <a:cubicBezTo>
                      <a:pt x="4448" y="6727"/>
                      <a:pt x="4463" y="6725"/>
                      <a:pt x="4463" y="6721"/>
                    </a:cubicBezTo>
                    <a:cubicBezTo>
                      <a:pt x="4464" y="6719"/>
                      <a:pt x="4466" y="6719"/>
                      <a:pt x="4468" y="6719"/>
                    </a:cubicBezTo>
                    <a:cubicBezTo>
                      <a:pt x="4476" y="6719"/>
                      <a:pt x="4488" y="6730"/>
                      <a:pt x="4495" y="6737"/>
                    </a:cubicBezTo>
                    <a:cubicBezTo>
                      <a:pt x="4505" y="6737"/>
                      <a:pt x="4537" y="6745"/>
                      <a:pt x="4545" y="6745"/>
                    </a:cubicBezTo>
                    <a:cubicBezTo>
                      <a:pt x="4555" y="6737"/>
                      <a:pt x="4555" y="6737"/>
                      <a:pt x="4563" y="6713"/>
                    </a:cubicBezTo>
                    <a:cubicBezTo>
                      <a:pt x="4571" y="6695"/>
                      <a:pt x="4555" y="6703"/>
                      <a:pt x="4537" y="6687"/>
                    </a:cubicBezTo>
                    <a:cubicBezTo>
                      <a:pt x="4521" y="6671"/>
                      <a:pt x="4521" y="6679"/>
                      <a:pt x="4513" y="6663"/>
                    </a:cubicBezTo>
                    <a:cubicBezTo>
                      <a:pt x="4513" y="6653"/>
                      <a:pt x="4479" y="6602"/>
                      <a:pt x="4487" y="6594"/>
                    </a:cubicBezTo>
                    <a:lnTo>
                      <a:pt x="4487" y="6594"/>
                    </a:lnTo>
                    <a:cubicBezTo>
                      <a:pt x="4495" y="6594"/>
                      <a:pt x="4513" y="6637"/>
                      <a:pt x="4513" y="6637"/>
                    </a:cubicBezTo>
                    <a:cubicBezTo>
                      <a:pt x="4513" y="6637"/>
                      <a:pt x="4595" y="6602"/>
                      <a:pt x="4605" y="6586"/>
                    </a:cubicBezTo>
                    <a:cubicBezTo>
                      <a:pt x="4607" y="6585"/>
                      <a:pt x="4607" y="6584"/>
                      <a:pt x="4606" y="6584"/>
                    </a:cubicBezTo>
                    <a:cubicBezTo>
                      <a:pt x="4604" y="6584"/>
                      <a:pt x="4598" y="6586"/>
                      <a:pt x="4590" y="6586"/>
                    </a:cubicBezTo>
                    <a:cubicBezTo>
                      <a:pt x="4584" y="6586"/>
                      <a:pt x="4577" y="6584"/>
                      <a:pt x="4571" y="6578"/>
                    </a:cubicBezTo>
                    <a:cubicBezTo>
                      <a:pt x="4545" y="6562"/>
                      <a:pt x="4537" y="6570"/>
                      <a:pt x="4521" y="6544"/>
                    </a:cubicBezTo>
                    <a:cubicBezTo>
                      <a:pt x="4495" y="6528"/>
                      <a:pt x="4487" y="6536"/>
                      <a:pt x="4463" y="6520"/>
                    </a:cubicBezTo>
                    <a:cubicBezTo>
                      <a:pt x="4444" y="6502"/>
                      <a:pt x="4471" y="6512"/>
                      <a:pt x="4471" y="6494"/>
                    </a:cubicBezTo>
                    <a:cubicBezTo>
                      <a:pt x="4471" y="6478"/>
                      <a:pt x="4479" y="6486"/>
                      <a:pt x="4495" y="6470"/>
                    </a:cubicBezTo>
                    <a:cubicBezTo>
                      <a:pt x="4497" y="6465"/>
                      <a:pt x="4500" y="6464"/>
                      <a:pt x="4503" y="6464"/>
                    </a:cubicBezTo>
                    <a:cubicBezTo>
                      <a:pt x="4512" y="6464"/>
                      <a:pt x="4521" y="6478"/>
                      <a:pt x="4521" y="6478"/>
                    </a:cubicBezTo>
                    <a:lnTo>
                      <a:pt x="4563" y="6512"/>
                    </a:lnTo>
                    <a:lnTo>
                      <a:pt x="4637" y="6544"/>
                    </a:lnTo>
                    <a:cubicBezTo>
                      <a:pt x="4637" y="6544"/>
                      <a:pt x="4655" y="6536"/>
                      <a:pt x="4655" y="6528"/>
                    </a:cubicBezTo>
                    <a:cubicBezTo>
                      <a:pt x="4663" y="6520"/>
                      <a:pt x="4655" y="6512"/>
                      <a:pt x="4645" y="6494"/>
                    </a:cubicBezTo>
                    <a:cubicBezTo>
                      <a:pt x="4637" y="6486"/>
                      <a:pt x="4613" y="6470"/>
                      <a:pt x="4605" y="6452"/>
                    </a:cubicBezTo>
                    <a:cubicBezTo>
                      <a:pt x="4596" y="6444"/>
                      <a:pt x="4600" y="6442"/>
                      <a:pt x="4607" y="6442"/>
                    </a:cubicBezTo>
                    <a:cubicBezTo>
                      <a:pt x="4614" y="6442"/>
                      <a:pt x="4625" y="6444"/>
                      <a:pt x="4629" y="6444"/>
                    </a:cubicBezTo>
                    <a:cubicBezTo>
                      <a:pt x="4637" y="6452"/>
                      <a:pt x="4645" y="6452"/>
                      <a:pt x="4645" y="6452"/>
                    </a:cubicBezTo>
                    <a:cubicBezTo>
                      <a:pt x="4655" y="6452"/>
                      <a:pt x="4663" y="6452"/>
                      <a:pt x="4671" y="6444"/>
                    </a:cubicBezTo>
                    <a:cubicBezTo>
                      <a:pt x="4671" y="6428"/>
                      <a:pt x="4663" y="6420"/>
                      <a:pt x="4655" y="6412"/>
                    </a:cubicBezTo>
                    <a:cubicBezTo>
                      <a:pt x="4645" y="6394"/>
                      <a:pt x="4637" y="6402"/>
                      <a:pt x="4629" y="6394"/>
                    </a:cubicBezTo>
                    <a:cubicBezTo>
                      <a:pt x="4621" y="6386"/>
                      <a:pt x="4595" y="6386"/>
                      <a:pt x="4587" y="6378"/>
                    </a:cubicBezTo>
                    <a:cubicBezTo>
                      <a:pt x="4579" y="6370"/>
                      <a:pt x="4563" y="6362"/>
                      <a:pt x="4529" y="6302"/>
                    </a:cubicBezTo>
                    <a:lnTo>
                      <a:pt x="4521" y="6286"/>
                    </a:lnTo>
                    <a:cubicBezTo>
                      <a:pt x="4521" y="6270"/>
                      <a:pt x="4521" y="6278"/>
                      <a:pt x="4471" y="6244"/>
                    </a:cubicBezTo>
                    <a:cubicBezTo>
                      <a:pt x="4420" y="6201"/>
                      <a:pt x="4420" y="6185"/>
                      <a:pt x="4428" y="6161"/>
                    </a:cubicBezTo>
                    <a:cubicBezTo>
                      <a:pt x="4436" y="6135"/>
                      <a:pt x="4444" y="6093"/>
                      <a:pt x="4444" y="6093"/>
                    </a:cubicBezTo>
                    <a:cubicBezTo>
                      <a:pt x="4444" y="6093"/>
                      <a:pt x="4479" y="6143"/>
                      <a:pt x="4487" y="6143"/>
                    </a:cubicBezTo>
                    <a:cubicBezTo>
                      <a:pt x="4495" y="6143"/>
                      <a:pt x="4513" y="6161"/>
                      <a:pt x="4521" y="6169"/>
                    </a:cubicBezTo>
                    <a:cubicBezTo>
                      <a:pt x="4529" y="6177"/>
                      <a:pt x="4555" y="6177"/>
                      <a:pt x="4579" y="6185"/>
                    </a:cubicBezTo>
                    <a:cubicBezTo>
                      <a:pt x="4579" y="6185"/>
                      <a:pt x="4587" y="6161"/>
                      <a:pt x="4605" y="6143"/>
                    </a:cubicBezTo>
                    <a:cubicBezTo>
                      <a:pt x="4606" y="6140"/>
                      <a:pt x="4608" y="6139"/>
                      <a:pt x="4610" y="6139"/>
                    </a:cubicBezTo>
                    <a:cubicBezTo>
                      <a:pt x="4618" y="6139"/>
                      <a:pt x="4629" y="6161"/>
                      <a:pt x="4629" y="6161"/>
                    </a:cubicBezTo>
                    <a:cubicBezTo>
                      <a:pt x="4629" y="6161"/>
                      <a:pt x="4655" y="6143"/>
                      <a:pt x="4663" y="6135"/>
                    </a:cubicBezTo>
                    <a:cubicBezTo>
                      <a:pt x="4667" y="6131"/>
                      <a:pt x="4667" y="6131"/>
                      <a:pt x="4665" y="6131"/>
                    </a:cubicBezTo>
                    <a:cubicBezTo>
                      <a:pt x="4663" y="6131"/>
                      <a:pt x="4659" y="6131"/>
                      <a:pt x="4655" y="6127"/>
                    </a:cubicBezTo>
                    <a:cubicBezTo>
                      <a:pt x="4645" y="6111"/>
                      <a:pt x="4637" y="6119"/>
                      <a:pt x="4621" y="6111"/>
                    </a:cubicBezTo>
                    <a:cubicBezTo>
                      <a:pt x="4605" y="6093"/>
                      <a:pt x="4595" y="6093"/>
                      <a:pt x="4595" y="6051"/>
                    </a:cubicBezTo>
                    <a:cubicBezTo>
                      <a:pt x="4595" y="6041"/>
                      <a:pt x="4596" y="6037"/>
                      <a:pt x="4598" y="6037"/>
                    </a:cubicBezTo>
                    <a:cubicBezTo>
                      <a:pt x="4603" y="6037"/>
                      <a:pt x="4613" y="6062"/>
                      <a:pt x="4619" y="6062"/>
                    </a:cubicBezTo>
                    <a:cubicBezTo>
                      <a:pt x="4620" y="6062"/>
                      <a:pt x="4620" y="6062"/>
                      <a:pt x="4621" y="6061"/>
                    </a:cubicBezTo>
                    <a:cubicBezTo>
                      <a:pt x="4629" y="6051"/>
                      <a:pt x="4629" y="6061"/>
                      <a:pt x="4637" y="6043"/>
                    </a:cubicBezTo>
                    <a:cubicBezTo>
                      <a:pt x="4639" y="6041"/>
                      <a:pt x="4640" y="6041"/>
                      <a:pt x="4642" y="6041"/>
                    </a:cubicBezTo>
                    <a:cubicBezTo>
                      <a:pt x="4649" y="6041"/>
                      <a:pt x="4657" y="6051"/>
                      <a:pt x="4663" y="6051"/>
                    </a:cubicBezTo>
                    <a:cubicBezTo>
                      <a:pt x="4671" y="6051"/>
                      <a:pt x="4687" y="6085"/>
                      <a:pt x="4705" y="6101"/>
                    </a:cubicBezTo>
                    <a:cubicBezTo>
                      <a:pt x="4707" y="6103"/>
                      <a:pt x="4708" y="6104"/>
                      <a:pt x="4709" y="6104"/>
                    </a:cubicBezTo>
                    <a:cubicBezTo>
                      <a:pt x="4716" y="6104"/>
                      <a:pt x="4698" y="6050"/>
                      <a:pt x="4721" y="6043"/>
                    </a:cubicBezTo>
                    <a:cubicBezTo>
                      <a:pt x="4721" y="6043"/>
                      <a:pt x="4737" y="6043"/>
                      <a:pt x="4755" y="6027"/>
                    </a:cubicBezTo>
                    <a:cubicBezTo>
                      <a:pt x="4763" y="6019"/>
                      <a:pt x="4771" y="6017"/>
                      <a:pt x="4778" y="6017"/>
                    </a:cubicBezTo>
                    <a:cubicBezTo>
                      <a:pt x="4785" y="6017"/>
                      <a:pt x="4791" y="6019"/>
                      <a:pt x="4795" y="6019"/>
                    </a:cubicBezTo>
                    <a:cubicBezTo>
                      <a:pt x="4805" y="6019"/>
                      <a:pt x="4830" y="6027"/>
                      <a:pt x="4830" y="6027"/>
                    </a:cubicBezTo>
                    <a:cubicBezTo>
                      <a:pt x="4838" y="6027"/>
                      <a:pt x="4872" y="6043"/>
                      <a:pt x="4888" y="6051"/>
                    </a:cubicBezTo>
                    <a:cubicBezTo>
                      <a:pt x="4906" y="6061"/>
                      <a:pt x="4922" y="6061"/>
                      <a:pt x="4922" y="6061"/>
                    </a:cubicBezTo>
                    <a:lnTo>
                      <a:pt x="4930" y="6051"/>
                    </a:lnTo>
                    <a:lnTo>
                      <a:pt x="5006" y="6051"/>
                    </a:lnTo>
                    <a:cubicBezTo>
                      <a:pt x="5008" y="6054"/>
                      <a:pt x="5012" y="6055"/>
                      <a:pt x="5017" y="6055"/>
                    </a:cubicBezTo>
                    <a:cubicBezTo>
                      <a:pt x="5027" y="6055"/>
                      <a:pt x="5040" y="6049"/>
                      <a:pt x="5046" y="6043"/>
                    </a:cubicBezTo>
                    <a:cubicBezTo>
                      <a:pt x="5051" y="6035"/>
                      <a:pt x="5054" y="6035"/>
                      <a:pt x="5056" y="6035"/>
                    </a:cubicBezTo>
                    <a:cubicBezTo>
                      <a:pt x="5058" y="6035"/>
                      <a:pt x="5060" y="6035"/>
                      <a:pt x="5064" y="6027"/>
                    </a:cubicBezTo>
                    <a:cubicBezTo>
                      <a:pt x="5072" y="6019"/>
                      <a:pt x="5080" y="6019"/>
                      <a:pt x="5088" y="6011"/>
                    </a:cubicBezTo>
                    <a:cubicBezTo>
                      <a:pt x="5096" y="6001"/>
                      <a:pt x="5096" y="6001"/>
                      <a:pt x="5106" y="5993"/>
                    </a:cubicBezTo>
                    <a:cubicBezTo>
                      <a:pt x="5114" y="5985"/>
                      <a:pt x="5130" y="5985"/>
                      <a:pt x="5156" y="5969"/>
                    </a:cubicBezTo>
                    <a:cubicBezTo>
                      <a:pt x="5159" y="5966"/>
                      <a:pt x="5164" y="5965"/>
                      <a:pt x="5169" y="5965"/>
                    </a:cubicBezTo>
                    <a:cubicBezTo>
                      <a:pt x="5180" y="5965"/>
                      <a:pt x="5195" y="5969"/>
                      <a:pt x="5207" y="5969"/>
                    </a:cubicBezTo>
                    <a:cubicBezTo>
                      <a:pt x="5215" y="5971"/>
                      <a:pt x="5224" y="5972"/>
                      <a:pt x="5233" y="5972"/>
                    </a:cubicBezTo>
                    <a:cubicBezTo>
                      <a:pt x="5250" y="5972"/>
                      <a:pt x="5267" y="5969"/>
                      <a:pt x="5273" y="5969"/>
                    </a:cubicBezTo>
                    <a:cubicBezTo>
                      <a:pt x="5289" y="5969"/>
                      <a:pt x="5297" y="5961"/>
                      <a:pt x="5331" y="5943"/>
                    </a:cubicBezTo>
                    <a:cubicBezTo>
                      <a:pt x="5357" y="5927"/>
                      <a:pt x="5331" y="5943"/>
                      <a:pt x="5323" y="5919"/>
                    </a:cubicBezTo>
                    <a:cubicBezTo>
                      <a:pt x="5320" y="5909"/>
                      <a:pt x="5319" y="5907"/>
                      <a:pt x="5319" y="5907"/>
                    </a:cubicBezTo>
                    <a:lnTo>
                      <a:pt x="5319" y="5907"/>
                    </a:lnTo>
                    <a:cubicBezTo>
                      <a:pt x="5319" y="5907"/>
                      <a:pt x="5319" y="5912"/>
                      <a:pt x="5317" y="5912"/>
                    </a:cubicBezTo>
                    <a:cubicBezTo>
                      <a:pt x="5317" y="5912"/>
                      <a:pt x="5316" y="5912"/>
                      <a:pt x="5315" y="5911"/>
                    </a:cubicBezTo>
                    <a:cubicBezTo>
                      <a:pt x="5312" y="5904"/>
                      <a:pt x="5309" y="5902"/>
                      <a:pt x="5305" y="5902"/>
                    </a:cubicBezTo>
                    <a:cubicBezTo>
                      <a:pt x="5301" y="5902"/>
                      <a:pt x="5297" y="5904"/>
                      <a:pt x="5292" y="5904"/>
                    </a:cubicBezTo>
                    <a:cubicBezTo>
                      <a:pt x="5288" y="5904"/>
                      <a:pt x="5285" y="5903"/>
                      <a:pt x="5281" y="5901"/>
                    </a:cubicBezTo>
                    <a:cubicBezTo>
                      <a:pt x="5270" y="5901"/>
                      <a:pt x="5266" y="5905"/>
                      <a:pt x="5260" y="5905"/>
                    </a:cubicBezTo>
                    <a:cubicBezTo>
                      <a:pt x="5257" y="5905"/>
                      <a:pt x="5253" y="5904"/>
                      <a:pt x="5247" y="5901"/>
                    </a:cubicBezTo>
                    <a:cubicBezTo>
                      <a:pt x="5231" y="5893"/>
                      <a:pt x="5223" y="5901"/>
                      <a:pt x="5188" y="5885"/>
                    </a:cubicBezTo>
                    <a:cubicBezTo>
                      <a:pt x="5164" y="5877"/>
                      <a:pt x="5164" y="5877"/>
                      <a:pt x="5156" y="5877"/>
                    </a:cubicBezTo>
                    <a:cubicBezTo>
                      <a:pt x="5156" y="5868"/>
                      <a:pt x="5156" y="5877"/>
                      <a:pt x="5164" y="5850"/>
                    </a:cubicBezTo>
                    <a:cubicBezTo>
                      <a:pt x="5164" y="5826"/>
                      <a:pt x="5156" y="5818"/>
                      <a:pt x="5146" y="5810"/>
                    </a:cubicBezTo>
                    <a:lnTo>
                      <a:pt x="5138" y="5800"/>
                    </a:lnTo>
                    <a:cubicBezTo>
                      <a:pt x="5130" y="5784"/>
                      <a:pt x="5114" y="5792"/>
                      <a:pt x="5096" y="5760"/>
                    </a:cubicBezTo>
                    <a:cubicBezTo>
                      <a:pt x="5080" y="5726"/>
                      <a:pt x="5088" y="5750"/>
                      <a:pt x="5080" y="5710"/>
                    </a:cubicBezTo>
                    <a:cubicBezTo>
                      <a:pt x="5080" y="5668"/>
                      <a:pt x="5096" y="5668"/>
                      <a:pt x="5096" y="5642"/>
                    </a:cubicBezTo>
                    <a:cubicBezTo>
                      <a:pt x="5106" y="5626"/>
                      <a:pt x="5114" y="5618"/>
                      <a:pt x="5130" y="5600"/>
                    </a:cubicBezTo>
                    <a:cubicBezTo>
                      <a:pt x="5146" y="5584"/>
                      <a:pt x="5172" y="5592"/>
                      <a:pt x="5188" y="5576"/>
                    </a:cubicBezTo>
                    <a:cubicBezTo>
                      <a:pt x="5197" y="5560"/>
                      <a:pt x="5207" y="5542"/>
                      <a:pt x="5207" y="5526"/>
                    </a:cubicBezTo>
                    <a:lnTo>
                      <a:pt x="5207" y="5518"/>
                    </a:lnTo>
                    <a:lnTo>
                      <a:pt x="5207" y="5425"/>
                    </a:lnTo>
                    <a:cubicBezTo>
                      <a:pt x="5207" y="5417"/>
                      <a:pt x="5209" y="5417"/>
                      <a:pt x="5213" y="5417"/>
                    </a:cubicBezTo>
                    <a:cubicBezTo>
                      <a:pt x="5217" y="5417"/>
                      <a:pt x="5223" y="5417"/>
                      <a:pt x="5231" y="5409"/>
                    </a:cubicBezTo>
                    <a:cubicBezTo>
                      <a:pt x="5239" y="5383"/>
                      <a:pt x="5231" y="5391"/>
                      <a:pt x="5231" y="5383"/>
                    </a:cubicBezTo>
                    <a:cubicBezTo>
                      <a:pt x="5239" y="5375"/>
                      <a:pt x="5247" y="5367"/>
                      <a:pt x="5257" y="5341"/>
                    </a:cubicBezTo>
                    <a:cubicBezTo>
                      <a:pt x="5257" y="5325"/>
                      <a:pt x="5273" y="5333"/>
                      <a:pt x="5273" y="5325"/>
                    </a:cubicBezTo>
                    <a:cubicBezTo>
                      <a:pt x="5278" y="5325"/>
                      <a:pt x="5287" y="5329"/>
                      <a:pt x="5295" y="5329"/>
                    </a:cubicBezTo>
                    <a:cubicBezTo>
                      <a:pt x="5299" y="5329"/>
                      <a:pt x="5303" y="5328"/>
                      <a:pt x="5307" y="5325"/>
                    </a:cubicBezTo>
                    <a:cubicBezTo>
                      <a:pt x="5307" y="5325"/>
                      <a:pt x="5331" y="5309"/>
                      <a:pt x="5339" y="5299"/>
                    </a:cubicBezTo>
                    <a:cubicBezTo>
                      <a:pt x="5347" y="5291"/>
                      <a:pt x="5357" y="5267"/>
                      <a:pt x="5357" y="5259"/>
                    </a:cubicBezTo>
                    <a:cubicBezTo>
                      <a:pt x="5357" y="5241"/>
                      <a:pt x="5347" y="5249"/>
                      <a:pt x="5339" y="5225"/>
                    </a:cubicBezTo>
                    <a:lnTo>
                      <a:pt x="5331" y="5217"/>
                    </a:lnTo>
                    <a:cubicBezTo>
                      <a:pt x="5323" y="5199"/>
                      <a:pt x="5339" y="5191"/>
                      <a:pt x="5339" y="5175"/>
                    </a:cubicBezTo>
                    <a:cubicBezTo>
                      <a:pt x="5339" y="5160"/>
                      <a:pt x="5355" y="5157"/>
                      <a:pt x="5369" y="5157"/>
                    </a:cubicBezTo>
                    <a:cubicBezTo>
                      <a:pt x="5380" y="5157"/>
                      <a:pt x="5389" y="5159"/>
                      <a:pt x="5389" y="5159"/>
                    </a:cubicBezTo>
                    <a:cubicBezTo>
                      <a:pt x="5389" y="5159"/>
                      <a:pt x="5423" y="5125"/>
                      <a:pt x="5447" y="5090"/>
                    </a:cubicBezTo>
                    <a:cubicBezTo>
                      <a:pt x="5447" y="5090"/>
                      <a:pt x="5457" y="5074"/>
                      <a:pt x="5465" y="5058"/>
                    </a:cubicBezTo>
                    <a:cubicBezTo>
                      <a:pt x="5473" y="5040"/>
                      <a:pt x="5473" y="5040"/>
                      <a:pt x="5481" y="5032"/>
                    </a:cubicBezTo>
                    <a:cubicBezTo>
                      <a:pt x="5489" y="5016"/>
                      <a:pt x="5497" y="5008"/>
                      <a:pt x="5497" y="5008"/>
                    </a:cubicBezTo>
                    <a:cubicBezTo>
                      <a:pt x="5507" y="4998"/>
                      <a:pt x="5531" y="4990"/>
                      <a:pt x="5547" y="4982"/>
                    </a:cubicBezTo>
                    <a:cubicBezTo>
                      <a:pt x="5565" y="4974"/>
                      <a:pt x="5582" y="4974"/>
                      <a:pt x="5598" y="4966"/>
                    </a:cubicBezTo>
                    <a:cubicBezTo>
                      <a:pt x="5616" y="4966"/>
                      <a:pt x="5598" y="4990"/>
                      <a:pt x="5598" y="4998"/>
                    </a:cubicBezTo>
                    <a:cubicBezTo>
                      <a:pt x="5598" y="5008"/>
                      <a:pt x="5574" y="5024"/>
                      <a:pt x="5574" y="5032"/>
                    </a:cubicBezTo>
                    <a:cubicBezTo>
                      <a:pt x="5567" y="5039"/>
                      <a:pt x="5581" y="5051"/>
                      <a:pt x="5591" y="5051"/>
                    </a:cubicBezTo>
                    <a:cubicBezTo>
                      <a:pt x="5594" y="5051"/>
                      <a:pt x="5596" y="5050"/>
                      <a:pt x="5598" y="5048"/>
                    </a:cubicBezTo>
                    <a:cubicBezTo>
                      <a:pt x="5616" y="5048"/>
                      <a:pt x="5616" y="5058"/>
                      <a:pt x="5616" y="5058"/>
                    </a:cubicBezTo>
                    <a:cubicBezTo>
                      <a:pt x="5616" y="5058"/>
                      <a:pt x="5648" y="5066"/>
                      <a:pt x="5658" y="5066"/>
                    </a:cubicBezTo>
                    <a:cubicBezTo>
                      <a:pt x="5666" y="5074"/>
                      <a:pt x="5708" y="5090"/>
                      <a:pt x="5716" y="5090"/>
                    </a:cubicBezTo>
                    <a:cubicBezTo>
                      <a:pt x="5721" y="5090"/>
                      <a:pt x="5727" y="5094"/>
                      <a:pt x="5732" y="5094"/>
                    </a:cubicBezTo>
                    <a:cubicBezTo>
                      <a:pt x="5735" y="5094"/>
                      <a:pt x="5737" y="5093"/>
                      <a:pt x="5740" y="5090"/>
                    </a:cubicBezTo>
                    <a:cubicBezTo>
                      <a:pt x="5748" y="5082"/>
                      <a:pt x="5790" y="5066"/>
                      <a:pt x="5798" y="5058"/>
                    </a:cubicBezTo>
                    <a:cubicBezTo>
                      <a:pt x="5804" y="5055"/>
                      <a:pt x="5808" y="5054"/>
                      <a:pt x="5812" y="5054"/>
                    </a:cubicBezTo>
                    <a:cubicBezTo>
                      <a:pt x="5821" y="5054"/>
                      <a:pt x="5827" y="5061"/>
                      <a:pt x="5832" y="5066"/>
                    </a:cubicBezTo>
                    <a:lnTo>
                      <a:pt x="5832" y="5082"/>
                    </a:lnTo>
                    <a:cubicBezTo>
                      <a:pt x="5832" y="5082"/>
                      <a:pt x="5816" y="5098"/>
                      <a:pt x="5798" y="5108"/>
                    </a:cubicBezTo>
                    <a:cubicBezTo>
                      <a:pt x="5774" y="5116"/>
                      <a:pt x="5766" y="5125"/>
                      <a:pt x="5758" y="5125"/>
                    </a:cubicBezTo>
                    <a:cubicBezTo>
                      <a:pt x="5748" y="5133"/>
                      <a:pt x="5708" y="5167"/>
                      <a:pt x="5708" y="5167"/>
                    </a:cubicBezTo>
                    <a:cubicBezTo>
                      <a:pt x="5708" y="5167"/>
                      <a:pt x="5716" y="5191"/>
                      <a:pt x="5732" y="5199"/>
                    </a:cubicBezTo>
                    <a:cubicBezTo>
                      <a:pt x="5748" y="5209"/>
                      <a:pt x="5782" y="5217"/>
                      <a:pt x="5790" y="5217"/>
                    </a:cubicBezTo>
                    <a:cubicBezTo>
                      <a:pt x="5792" y="5216"/>
                      <a:pt x="5794" y="5215"/>
                      <a:pt x="5796" y="5215"/>
                    </a:cubicBezTo>
                    <a:cubicBezTo>
                      <a:pt x="5813" y="5215"/>
                      <a:pt x="5832" y="5241"/>
                      <a:pt x="5832" y="5241"/>
                    </a:cubicBezTo>
                    <a:lnTo>
                      <a:pt x="5832" y="5299"/>
                    </a:lnTo>
                    <a:cubicBezTo>
                      <a:pt x="5832" y="5299"/>
                      <a:pt x="5808" y="5299"/>
                      <a:pt x="5808" y="5309"/>
                    </a:cubicBezTo>
                    <a:cubicBezTo>
                      <a:pt x="5816" y="5309"/>
                      <a:pt x="5832" y="5333"/>
                      <a:pt x="5840" y="5333"/>
                    </a:cubicBezTo>
                    <a:cubicBezTo>
                      <a:pt x="5846" y="5333"/>
                      <a:pt x="5853" y="5347"/>
                      <a:pt x="5870" y="5347"/>
                    </a:cubicBezTo>
                    <a:cubicBezTo>
                      <a:pt x="5875" y="5347"/>
                      <a:pt x="5882" y="5346"/>
                      <a:pt x="5890" y="5341"/>
                    </a:cubicBezTo>
                    <a:cubicBezTo>
                      <a:pt x="5907" y="5333"/>
                      <a:pt x="5916" y="5333"/>
                      <a:pt x="5921" y="5333"/>
                    </a:cubicBezTo>
                    <a:cubicBezTo>
                      <a:pt x="5926" y="5333"/>
                      <a:pt x="5928" y="5333"/>
                      <a:pt x="5932" y="5325"/>
                    </a:cubicBezTo>
                    <a:cubicBezTo>
                      <a:pt x="5941" y="5317"/>
                      <a:pt x="5959" y="5325"/>
                      <a:pt x="5975" y="5299"/>
                    </a:cubicBezTo>
                    <a:cubicBezTo>
                      <a:pt x="5983" y="5275"/>
                      <a:pt x="5983" y="5283"/>
                      <a:pt x="5991" y="5275"/>
                    </a:cubicBezTo>
                    <a:cubicBezTo>
                      <a:pt x="5992" y="5273"/>
                      <a:pt x="5995" y="5273"/>
                      <a:pt x="5998" y="5273"/>
                    </a:cubicBezTo>
                    <a:cubicBezTo>
                      <a:pt x="6006" y="5273"/>
                      <a:pt x="6016" y="5277"/>
                      <a:pt x="6022" y="5277"/>
                    </a:cubicBezTo>
                    <a:cubicBezTo>
                      <a:pt x="6024" y="5277"/>
                      <a:pt x="6025" y="5277"/>
                      <a:pt x="6025" y="5275"/>
                    </a:cubicBezTo>
                    <a:cubicBezTo>
                      <a:pt x="6033" y="5275"/>
                      <a:pt x="6049" y="5267"/>
                      <a:pt x="6059" y="5249"/>
                    </a:cubicBezTo>
                    <a:cubicBezTo>
                      <a:pt x="6075" y="5241"/>
                      <a:pt x="6075" y="5225"/>
                      <a:pt x="6091" y="5209"/>
                    </a:cubicBezTo>
                    <a:cubicBezTo>
                      <a:pt x="6093" y="5203"/>
                      <a:pt x="6096" y="5201"/>
                      <a:pt x="6099" y="5201"/>
                    </a:cubicBezTo>
                    <a:cubicBezTo>
                      <a:pt x="6105" y="5201"/>
                      <a:pt x="6111" y="5211"/>
                      <a:pt x="6117" y="5217"/>
                    </a:cubicBezTo>
                    <a:cubicBezTo>
                      <a:pt x="6125" y="5221"/>
                      <a:pt x="6133" y="5223"/>
                      <a:pt x="6141" y="5223"/>
                    </a:cubicBezTo>
                    <a:cubicBezTo>
                      <a:pt x="6150" y="5223"/>
                      <a:pt x="6158" y="5221"/>
                      <a:pt x="6167" y="5217"/>
                    </a:cubicBezTo>
                    <a:cubicBezTo>
                      <a:pt x="6183" y="5209"/>
                      <a:pt x="6209" y="5209"/>
                      <a:pt x="6225" y="5209"/>
                    </a:cubicBezTo>
                    <a:cubicBezTo>
                      <a:pt x="6241" y="5199"/>
                      <a:pt x="6267" y="5191"/>
                      <a:pt x="6275" y="5175"/>
                    </a:cubicBezTo>
                    <a:cubicBezTo>
                      <a:pt x="6283" y="5167"/>
                      <a:pt x="6267" y="5167"/>
                      <a:pt x="6267" y="5159"/>
                    </a:cubicBezTo>
                    <a:cubicBezTo>
                      <a:pt x="6267" y="5149"/>
                      <a:pt x="6249" y="5149"/>
                      <a:pt x="6233" y="5141"/>
                    </a:cubicBezTo>
                    <a:cubicBezTo>
                      <a:pt x="6230" y="5134"/>
                      <a:pt x="6228" y="5131"/>
                      <a:pt x="6226" y="5131"/>
                    </a:cubicBezTo>
                    <a:cubicBezTo>
                      <a:pt x="6224" y="5131"/>
                      <a:pt x="6222" y="5136"/>
                      <a:pt x="6217" y="5141"/>
                    </a:cubicBezTo>
                    <a:cubicBezTo>
                      <a:pt x="6199" y="5141"/>
                      <a:pt x="6191" y="5141"/>
                      <a:pt x="6175" y="5159"/>
                    </a:cubicBezTo>
                    <a:cubicBezTo>
                      <a:pt x="6170" y="5160"/>
                      <a:pt x="6167" y="5161"/>
                      <a:pt x="6164" y="5161"/>
                    </a:cubicBezTo>
                    <a:cubicBezTo>
                      <a:pt x="6152" y="5161"/>
                      <a:pt x="6156" y="5149"/>
                      <a:pt x="6141" y="5149"/>
                    </a:cubicBezTo>
                    <a:cubicBezTo>
                      <a:pt x="6137" y="5145"/>
                      <a:pt x="6133" y="5145"/>
                      <a:pt x="6129" y="5145"/>
                    </a:cubicBezTo>
                    <a:cubicBezTo>
                      <a:pt x="6125" y="5145"/>
                      <a:pt x="6121" y="5145"/>
                      <a:pt x="6117" y="5141"/>
                    </a:cubicBezTo>
                    <a:cubicBezTo>
                      <a:pt x="6117" y="5139"/>
                      <a:pt x="6115" y="5138"/>
                      <a:pt x="6112" y="5138"/>
                    </a:cubicBezTo>
                    <a:cubicBezTo>
                      <a:pt x="6101" y="5138"/>
                      <a:pt x="6072" y="5149"/>
                      <a:pt x="6059" y="5149"/>
                    </a:cubicBezTo>
                    <a:cubicBezTo>
                      <a:pt x="6033" y="5149"/>
                      <a:pt x="6033" y="5125"/>
                      <a:pt x="6025" y="5116"/>
                    </a:cubicBezTo>
                    <a:cubicBezTo>
                      <a:pt x="6025" y="5108"/>
                      <a:pt x="5999" y="5074"/>
                      <a:pt x="5999" y="5074"/>
                    </a:cubicBezTo>
                    <a:cubicBezTo>
                      <a:pt x="5999" y="5074"/>
                      <a:pt x="5979" y="5047"/>
                      <a:pt x="5981" y="5047"/>
                    </a:cubicBezTo>
                    <a:lnTo>
                      <a:pt x="5981" y="5047"/>
                    </a:lnTo>
                    <a:cubicBezTo>
                      <a:pt x="5981" y="5047"/>
                      <a:pt x="5982" y="5047"/>
                      <a:pt x="5983" y="5048"/>
                    </a:cubicBezTo>
                    <a:cubicBezTo>
                      <a:pt x="5985" y="5050"/>
                      <a:pt x="5987" y="5050"/>
                      <a:pt x="5990" y="5050"/>
                    </a:cubicBezTo>
                    <a:cubicBezTo>
                      <a:pt x="6011" y="5050"/>
                      <a:pt x="6050" y="5024"/>
                      <a:pt x="6059" y="5024"/>
                    </a:cubicBezTo>
                    <a:cubicBezTo>
                      <a:pt x="6059" y="5016"/>
                      <a:pt x="6125" y="4958"/>
                      <a:pt x="6141" y="4948"/>
                    </a:cubicBezTo>
                    <a:cubicBezTo>
                      <a:pt x="6159" y="4940"/>
                      <a:pt x="6167" y="4940"/>
                      <a:pt x="6175" y="4940"/>
                    </a:cubicBezTo>
                    <a:cubicBezTo>
                      <a:pt x="6183" y="4932"/>
                      <a:pt x="6241" y="4916"/>
                      <a:pt x="6249" y="4908"/>
                    </a:cubicBezTo>
                    <a:cubicBezTo>
                      <a:pt x="6253" y="4905"/>
                      <a:pt x="6255" y="4903"/>
                      <a:pt x="6257" y="4903"/>
                    </a:cubicBezTo>
                    <a:cubicBezTo>
                      <a:pt x="6260" y="4903"/>
                      <a:pt x="6262" y="4908"/>
                      <a:pt x="6267" y="4908"/>
                    </a:cubicBezTo>
                    <a:cubicBezTo>
                      <a:pt x="6283" y="4898"/>
                      <a:pt x="6342" y="4858"/>
                      <a:pt x="6342" y="4858"/>
                    </a:cubicBezTo>
                    <a:cubicBezTo>
                      <a:pt x="6342" y="4858"/>
                      <a:pt x="6368" y="4848"/>
                      <a:pt x="6376" y="4840"/>
                    </a:cubicBezTo>
                    <a:cubicBezTo>
                      <a:pt x="6381" y="4834"/>
                      <a:pt x="6387" y="4833"/>
                      <a:pt x="6392" y="4833"/>
                    </a:cubicBezTo>
                    <a:cubicBezTo>
                      <a:pt x="6402" y="4833"/>
                      <a:pt x="6410" y="4840"/>
                      <a:pt x="6410" y="4840"/>
                    </a:cubicBezTo>
                    <a:cubicBezTo>
                      <a:pt x="6410" y="4840"/>
                      <a:pt x="6426" y="4840"/>
                      <a:pt x="6434" y="4832"/>
                    </a:cubicBezTo>
                    <a:lnTo>
                      <a:pt x="6442" y="4832"/>
                    </a:lnTo>
                    <a:cubicBezTo>
                      <a:pt x="6442" y="4828"/>
                      <a:pt x="6448" y="4828"/>
                      <a:pt x="6456" y="4828"/>
                    </a:cubicBezTo>
                    <a:cubicBezTo>
                      <a:pt x="6463" y="4828"/>
                      <a:pt x="6472" y="4828"/>
                      <a:pt x="6476" y="4824"/>
                    </a:cubicBezTo>
                    <a:cubicBezTo>
                      <a:pt x="6484" y="4816"/>
                      <a:pt x="6500" y="4816"/>
                      <a:pt x="6526" y="4808"/>
                    </a:cubicBezTo>
                    <a:lnTo>
                      <a:pt x="6526" y="1072"/>
                    </a:lnTo>
                    <a:cubicBezTo>
                      <a:pt x="6518" y="1072"/>
                      <a:pt x="6518" y="1080"/>
                      <a:pt x="6518" y="1080"/>
                    </a:cubicBezTo>
                    <a:cubicBezTo>
                      <a:pt x="6484" y="1088"/>
                      <a:pt x="6484" y="1106"/>
                      <a:pt x="6476" y="1106"/>
                    </a:cubicBezTo>
                    <a:cubicBezTo>
                      <a:pt x="6468" y="1114"/>
                      <a:pt x="6418" y="1148"/>
                      <a:pt x="6418" y="1156"/>
                    </a:cubicBezTo>
                    <a:cubicBezTo>
                      <a:pt x="6410" y="1156"/>
                      <a:pt x="6360" y="1188"/>
                      <a:pt x="6368" y="1248"/>
                    </a:cubicBezTo>
                    <a:cubicBezTo>
                      <a:pt x="6371" y="1271"/>
                      <a:pt x="6378" y="1276"/>
                      <a:pt x="6386" y="1276"/>
                    </a:cubicBezTo>
                    <a:cubicBezTo>
                      <a:pt x="6394" y="1276"/>
                      <a:pt x="6403" y="1271"/>
                      <a:pt x="6411" y="1271"/>
                    </a:cubicBezTo>
                    <a:cubicBezTo>
                      <a:pt x="6414" y="1271"/>
                      <a:pt x="6416" y="1271"/>
                      <a:pt x="6418" y="1272"/>
                    </a:cubicBezTo>
                    <a:cubicBezTo>
                      <a:pt x="6434" y="1280"/>
                      <a:pt x="6476" y="1364"/>
                      <a:pt x="6476" y="1364"/>
                    </a:cubicBezTo>
                    <a:cubicBezTo>
                      <a:pt x="6476" y="1364"/>
                      <a:pt x="6460" y="1372"/>
                      <a:pt x="6418" y="1380"/>
                    </a:cubicBezTo>
                    <a:cubicBezTo>
                      <a:pt x="6376" y="1388"/>
                      <a:pt x="6384" y="1388"/>
                      <a:pt x="6360" y="1388"/>
                    </a:cubicBezTo>
                    <a:cubicBezTo>
                      <a:pt x="6342" y="1388"/>
                      <a:pt x="6329" y="1393"/>
                      <a:pt x="6320" y="1393"/>
                    </a:cubicBezTo>
                    <a:cubicBezTo>
                      <a:pt x="6316" y="1393"/>
                      <a:pt x="6312" y="1392"/>
                      <a:pt x="6309" y="1388"/>
                    </a:cubicBezTo>
                    <a:cubicBezTo>
                      <a:pt x="6299" y="1380"/>
                      <a:pt x="6259" y="1380"/>
                      <a:pt x="6249" y="1380"/>
                    </a:cubicBezTo>
                    <a:cubicBezTo>
                      <a:pt x="6246" y="1379"/>
                      <a:pt x="6242" y="1378"/>
                      <a:pt x="6237" y="1378"/>
                    </a:cubicBezTo>
                    <a:cubicBezTo>
                      <a:pt x="6218" y="1378"/>
                      <a:pt x="6191" y="1388"/>
                      <a:pt x="6191" y="1388"/>
                    </a:cubicBezTo>
                    <a:cubicBezTo>
                      <a:pt x="6183" y="1388"/>
                      <a:pt x="6141" y="1388"/>
                      <a:pt x="6141" y="1380"/>
                    </a:cubicBezTo>
                    <a:cubicBezTo>
                      <a:pt x="6133" y="1372"/>
                      <a:pt x="6083" y="1330"/>
                      <a:pt x="6075" y="1322"/>
                    </a:cubicBezTo>
                    <a:cubicBezTo>
                      <a:pt x="6067" y="1306"/>
                      <a:pt x="6009" y="1288"/>
                      <a:pt x="6009" y="1288"/>
                    </a:cubicBezTo>
                    <a:cubicBezTo>
                      <a:pt x="6009" y="1288"/>
                      <a:pt x="5975" y="1306"/>
                      <a:pt x="5967" y="1314"/>
                    </a:cubicBezTo>
                    <a:cubicBezTo>
                      <a:pt x="5959" y="1322"/>
                      <a:pt x="5932" y="1356"/>
                      <a:pt x="5924" y="1356"/>
                    </a:cubicBezTo>
                    <a:cubicBezTo>
                      <a:pt x="5924" y="1364"/>
                      <a:pt x="5932" y="1388"/>
                      <a:pt x="5941" y="1388"/>
                    </a:cubicBezTo>
                    <a:cubicBezTo>
                      <a:pt x="5949" y="1398"/>
                      <a:pt x="5959" y="1423"/>
                      <a:pt x="5967" y="1439"/>
                    </a:cubicBezTo>
                    <a:cubicBezTo>
                      <a:pt x="5967" y="1449"/>
                      <a:pt x="5999" y="1473"/>
                      <a:pt x="6009" y="1481"/>
                    </a:cubicBezTo>
                    <a:cubicBezTo>
                      <a:pt x="6017" y="1489"/>
                      <a:pt x="6059" y="1489"/>
                      <a:pt x="6067" y="1489"/>
                    </a:cubicBezTo>
                    <a:cubicBezTo>
                      <a:pt x="6083" y="1489"/>
                      <a:pt x="6133" y="1507"/>
                      <a:pt x="6133" y="1515"/>
                    </a:cubicBezTo>
                    <a:cubicBezTo>
                      <a:pt x="6141" y="1523"/>
                      <a:pt x="6133" y="1531"/>
                      <a:pt x="6125" y="1539"/>
                    </a:cubicBezTo>
                    <a:cubicBezTo>
                      <a:pt x="6117" y="1549"/>
                      <a:pt x="6099" y="1565"/>
                      <a:pt x="6091" y="1573"/>
                    </a:cubicBezTo>
                    <a:cubicBezTo>
                      <a:pt x="6075" y="1581"/>
                      <a:pt x="6059" y="1581"/>
                      <a:pt x="6049" y="1581"/>
                    </a:cubicBezTo>
                    <a:cubicBezTo>
                      <a:pt x="6033" y="1581"/>
                      <a:pt x="6017" y="1589"/>
                      <a:pt x="5991" y="1589"/>
                    </a:cubicBezTo>
                    <a:cubicBezTo>
                      <a:pt x="5967" y="1581"/>
                      <a:pt x="5959" y="1573"/>
                      <a:pt x="5959" y="1565"/>
                    </a:cubicBezTo>
                    <a:cubicBezTo>
                      <a:pt x="5959" y="1557"/>
                      <a:pt x="5908" y="1549"/>
                      <a:pt x="5898" y="1539"/>
                    </a:cubicBezTo>
                    <a:cubicBezTo>
                      <a:pt x="5890" y="1531"/>
                      <a:pt x="5874" y="1523"/>
                      <a:pt x="5840" y="1507"/>
                    </a:cubicBezTo>
                    <a:cubicBezTo>
                      <a:pt x="5832" y="1504"/>
                      <a:pt x="5828" y="1503"/>
                      <a:pt x="5824" y="1503"/>
                    </a:cubicBezTo>
                    <a:cubicBezTo>
                      <a:pt x="5818" y="1503"/>
                      <a:pt x="5816" y="1507"/>
                      <a:pt x="5798" y="1507"/>
                    </a:cubicBezTo>
                    <a:cubicBezTo>
                      <a:pt x="5782" y="1499"/>
                      <a:pt x="5748" y="1499"/>
                      <a:pt x="5732" y="1499"/>
                    </a:cubicBezTo>
                    <a:cubicBezTo>
                      <a:pt x="5724" y="1499"/>
                      <a:pt x="5708" y="1489"/>
                      <a:pt x="5708" y="1473"/>
                    </a:cubicBezTo>
                    <a:cubicBezTo>
                      <a:pt x="5716" y="1457"/>
                      <a:pt x="5724" y="1457"/>
                      <a:pt x="5724" y="1449"/>
                    </a:cubicBezTo>
                    <a:cubicBezTo>
                      <a:pt x="5724" y="1439"/>
                      <a:pt x="5708" y="1407"/>
                      <a:pt x="5698" y="1388"/>
                    </a:cubicBezTo>
                    <a:cubicBezTo>
                      <a:pt x="5690" y="1372"/>
                      <a:pt x="5674" y="1348"/>
                      <a:pt x="5666" y="1338"/>
                    </a:cubicBezTo>
                    <a:cubicBezTo>
                      <a:pt x="5648" y="1330"/>
                      <a:pt x="5648" y="1298"/>
                      <a:pt x="5658" y="1272"/>
                    </a:cubicBezTo>
                    <a:cubicBezTo>
                      <a:pt x="5658" y="1272"/>
                      <a:pt x="5682" y="1230"/>
                      <a:pt x="5682" y="1214"/>
                    </a:cubicBezTo>
                    <a:cubicBezTo>
                      <a:pt x="5682" y="1198"/>
                      <a:pt x="5690" y="1188"/>
                      <a:pt x="5682" y="1164"/>
                    </a:cubicBezTo>
                    <a:cubicBezTo>
                      <a:pt x="5682" y="1148"/>
                      <a:pt x="5666" y="1148"/>
                      <a:pt x="5632" y="1138"/>
                    </a:cubicBezTo>
                    <a:cubicBezTo>
                      <a:pt x="5620" y="1134"/>
                      <a:pt x="5618" y="1134"/>
                      <a:pt x="5617" y="1134"/>
                    </a:cubicBezTo>
                    <a:cubicBezTo>
                      <a:pt x="5616" y="1134"/>
                      <a:pt x="5616" y="1134"/>
                      <a:pt x="5608" y="1130"/>
                    </a:cubicBezTo>
                    <a:cubicBezTo>
                      <a:pt x="5590" y="1114"/>
                      <a:pt x="5582" y="1122"/>
                      <a:pt x="5547" y="1114"/>
                    </a:cubicBezTo>
                    <a:cubicBezTo>
                      <a:pt x="5523" y="1098"/>
                      <a:pt x="5523" y="1106"/>
                      <a:pt x="5507" y="1088"/>
                    </a:cubicBezTo>
                    <a:cubicBezTo>
                      <a:pt x="5497" y="1064"/>
                      <a:pt x="5489" y="1064"/>
                      <a:pt x="5473" y="1056"/>
                    </a:cubicBezTo>
                    <a:cubicBezTo>
                      <a:pt x="5465" y="1038"/>
                      <a:pt x="5465" y="1038"/>
                      <a:pt x="5457" y="1030"/>
                    </a:cubicBezTo>
                    <a:cubicBezTo>
                      <a:pt x="5452" y="1021"/>
                      <a:pt x="5446" y="1019"/>
                      <a:pt x="5438" y="1019"/>
                    </a:cubicBezTo>
                    <a:cubicBezTo>
                      <a:pt x="5431" y="1019"/>
                      <a:pt x="5423" y="1021"/>
                      <a:pt x="5415" y="1021"/>
                    </a:cubicBezTo>
                    <a:cubicBezTo>
                      <a:pt x="5397" y="1013"/>
                      <a:pt x="5381" y="987"/>
                      <a:pt x="5373" y="987"/>
                    </a:cubicBezTo>
                    <a:cubicBezTo>
                      <a:pt x="5365" y="979"/>
                      <a:pt x="5339" y="937"/>
                      <a:pt x="5339" y="937"/>
                    </a:cubicBezTo>
                    <a:lnTo>
                      <a:pt x="5307" y="913"/>
                    </a:lnTo>
                    <a:lnTo>
                      <a:pt x="5339" y="913"/>
                    </a:lnTo>
                    <a:cubicBezTo>
                      <a:pt x="5346" y="912"/>
                      <a:pt x="5351" y="911"/>
                      <a:pt x="5354" y="911"/>
                    </a:cubicBezTo>
                    <a:cubicBezTo>
                      <a:pt x="5368" y="911"/>
                      <a:pt x="5360" y="921"/>
                      <a:pt x="5373" y="921"/>
                    </a:cubicBezTo>
                    <a:cubicBezTo>
                      <a:pt x="5389" y="921"/>
                      <a:pt x="5389" y="947"/>
                      <a:pt x="5407" y="955"/>
                    </a:cubicBezTo>
                    <a:cubicBezTo>
                      <a:pt x="5423" y="963"/>
                      <a:pt x="5423" y="963"/>
                      <a:pt x="5447" y="979"/>
                    </a:cubicBezTo>
                    <a:cubicBezTo>
                      <a:pt x="5460" y="988"/>
                      <a:pt x="5468" y="990"/>
                      <a:pt x="5475" y="990"/>
                    </a:cubicBezTo>
                    <a:cubicBezTo>
                      <a:pt x="5483" y="990"/>
                      <a:pt x="5489" y="987"/>
                      <a:pt x="5497" y="987"/>
                    </a:cubicBezTo>
                    <a:cubicBezTo>
                      <a:pt x="5523" y="997"/>
                      <a:pt x="5523" y="997"/>
                      <a:pt x="5531" y="997"/>
                    </a:cubicBezTo>
                    <a:cubicBezTo>
                      <a:pt x="5547" y="997"/>
                      <a:pt x="5565" y="1005"/>
                      <a:pt x="5582" y="1005"/>
                    </a:cubicBezTo>
                    <a:cubicBezTo>
                      <a:pt x="5590" y="1005"/>
                      <a:pt x="5632" y="1013"/>
                      <a:pt x="5648" y="1013"/>
                    </a:cubicBezTo>
                    <a:cubicBezTo>
                      <a:pt x="5666" y="1013"/>
                      <a:pt x="5690" y="1038"/>
                      <a:pt x="5708" y="1048"/>
                    </a:cubicBezTo>
                    <a:cubicBezTo>
                      <a:pt x="5732" y="1056"/>
                      <a:pt x="5748" y="1048"/>
                      <a:pt x="5790" y="1064"/>
                    </a:cubicBezTo>
                    <a:cubicBezTo>
                      <a:pt x="5799" y="1065"/>
                      <a:pt x="5807" y="1066"/>
                      <a:pt x="5816" y="1066"/>
                    </a:cubicBezTo>
                    <a:cubicBezTo>
                      <a:pt x="5851" y="1066"/>
                      <a:pt x="5884" y="1056"/>
                      <a:pt x="5890" y="1056"/>
                    </a:cubicBezTo>
                    <a:cubicBezTo>
                      <a:pt x="5890" y="1060"/>
                      <a:pt x="5903" y="1060"/>
                      <a:pt x="5920" y="1060"/>
                    </a:cubicBezTo>
                    <a:cubicBezTo>
                      <a:pt x="5936" y="1060"/>
                      <a:pt x="5958" y="1060"/>
                      <a:pt x="5975" y="1064"/>
                    </a:cubicBezTo>
                    <a:cubicBezTo>
                      <a:pt x="6009" y="1080"/>
                      <a:pt x="6033" y="1072"/>
                      <a:pt x="6049" y="1080"/>
                    </a:cubicBezTo>
                    <a:cubicBezTo>
                      <a:pt x="6056" y="1082"/>
                      <a:pt x="6072" y="1083"/>
                      <a:pt x="6092" y="1083"/>
                    </a:cubicBezTo>
                    <a:cubicBezTo>
                      <a:pt x="6139" y="1083"/>
                      <a:pt x="6204" y="1077"/>
                      <a:pt x="6217" y="1072"/>
                    </a:cubicBezTo>
                    <a:cubicBezTo>
                      <a:pt x="6225" y="1064"/>
                      <a:pt x="6249" y="1064"/>
                      <a:pt x="6291" y="1048"/>
                    </a:cubicBezTo>
                    <a:cubicBezTo>
                      <a:pt x="6326" y="1038"/>
                      <a:pt x="6334" y="1038"/>
                      <a:pt x="6334" y="1038"/>
                    </a:cubicBezTo>
                    <a:lnTo>
                      <a:pt x="6360" y="1030"/>
                    </a:lnTo>
                    <a:cubicBezTo>
                      <a:pt x="6360" y="1030"/>
                      <a:pt x="6400" y="1005"/>
                      <a:pt x="6426" y="997"/>
                    </a:cubicBezTo>
                    <a:cubicBezTo>
                      <a:pt x="6442" y="979"/>
                      <a:pt x="6468" y="963"/>
                      <a:pt x="6492" y="929"/>
                    </a:cubicBezTo>
                    <a:cubicBezTo>
                      <a:pt x="6510" y="905"/>
                      <a:pt x="6510" y="897"/>
                      <a:pt x="6526" y="879"/>
                    </a:cubicBezTo>
                    <a:lnTo>
                      <a:pt x="6526" y="763"/>
                    </a:lnTo>
                    <a:cubicBezTo>
                      <a:pt x="6518" y="755"/>
                      <a:pt x="6510" y="747"/>
                      <a:pt x="6500" y="729"/>
                    </a:cubicBezTo>
                    <a:cubicBezTo>
                      <a:pt x="6492" y="705"/>
                      <a:pt x="6484" y="713"/>
                      <a:pt x="6468" y="697"/>
                    </a:cubicBezTo>
                    <a:cubicBezTo>
                      <a:pt x="6450" y="679"/>
                      <a:pt x="6434" y="679"/>
                      <a:pt x="6410" y="646"/>
                    </a:cubicBezTo>
                    <a:cubicBezTo>
                      <a:pt x="6384" y="620"/>
                      <a:pt x="6368" y="628"/>
                      <a:pt x="6350" y="612"/>
                    </a:cubicBezTo>
                    <a:cubicBezTo>
                      <a:pt x="6341" y="598"/>
                      <a:pt x="6337" y="594"/>
                      <a:pt x="6331" y="594"/>
                    </a:cubicBezTo>
                    <a:cubicBezTo>
                      <a:pt x="6326" y="594"/>
                      <a:pt x="6320" y="596"/>
                      <a:pt x="6309" y="596"/>
                    </a:cubicBezTo>
                    <a:cubicBezTo>
                      <a:pt x="6283" y="596"/>
                      <a:pt x="6275" y="596"/>
                      <a:pt x="6259" y="586"/>
                    </a:cubicBezTo>
                    <a:cubicBezTo>
                      <a:pt x="6241" y="586"/>
                      <a:pt x="6209" y="570"/>
                      <a:pt x="6199" y="570"/>
                    </a:cubicBezTo>
                    <a:cubicBezTo>
                      <a:pt x="6191" y="570"/>
                      <a:pt x="6133" y="536"/>
                      <a:pt x="6099" y="512"/>
                    </a:cubicBezTo>
                    <a:cubicBezTo>
                      <a:pt x="6087" y="502"/>
                      <a:pt x="6076" y="500"/>
                      <a:pt x="6068" y="500"/>
                    </a:cubicBezTo>
                    <a:cubicBezTo>
                      <a:pt x="6060" y="500"/>
                      <a:pt x="6053" y="502"/>
                      <a:pt x="6047" y="502"/>
                    </a:cubicBezTo>
                    <a:cubicBezTo>
                      <a:pt x="6042" y="502"/>
                      <a:pt x="6037" y="500"/>
                      <a:pt x="6033" y="496"/>
                    </a:cubicBezTo>
                    <a:cubicBezTo>
                      <a:pt x="6025" y="478"/>
                      <a:pt x="6009" y="478"/>
                      <a:pt x="5991" y="454"/>
                    </a:cubicBezTo>
                    <a:cubicBezTo>
                      <a:pt x="5985" y="447"/>
                      <a:pt x="5974" y="446"/>
                      <a:pt x="5963" y="446"/>
                    </a:cubicBezTo>
                    <a:cubicBezTo>
                      <a:pt x="5950" y="446"/>
                      <a:pt x="5935" y="448"/>
                      <a:pt x="5926" y="448"/>
                    </a:cubicBezTo>
                    <a:cubicBezTo>
                      <a:pt x="5921" y="448"/>
                      <a:pt x="5918" y="448"/>
                      <a:pt x="5916" y="446"/>
                    </a:cubicBezTo>
                    <a:cubicBezTo>
                      <a:pt x="5908" y="436"/>
                      <a:pt x="5882" y="428"/>
                      <a:pt x="5874" y="420"/>
                    </a:cubicBezTo>
                    <a:cubicBezTo>
                      <a:pt x="5866" y="420"/>
                      <a:pt x="5824" y="420"/>
                      <a:pt x="5816" y="412"/>
                    </a:cubicBezTo>
                    <a:cubicBezTo>
                      <a:pt x="5808" y="404"/>
                      <a:pt x="5790" y="396"/>
                      <a:pt x="5782" y="378"/>
                    </a:cubicBezTo>
                    <a:cubicBezTo>
                      <a:pt x="5782" y="370"/>
                      <a:pt x="5748" y="370"/>
                      <a:pt x="5740" y="370"/>
                    </a:cubicBezTo>
                    <a:cubicBezTo>
                      <a:pt x="5738" y="368"/>
                      <a:pt x="5735" y="367"/>
                      <a:pt x="5732" y="367"/>
                    </a:cubicBezTo>
                    <a:cubicBezTo>
                      <a:pt x="5716" y="367"/>
                      <a:pt x="5688" y="378"/>
                      <a:pt x="5682" y="378"/>
                    </a:cubicBezTo>
                    <a:cubicBezTo>
                      <a:pt x="5682" y="378"/>
                      <a:pt x="5649" y="386"/>
                      <a:pt x="5624" y="386"/>
                    </a:cubicBezTo>
                    <a:cubicBezTo>
                      <a:pt x="5611" y="386"/>
                      <a:pt x="5601" y="384"/>
                      <a:pt x="5598" y="378"/>
                    </a:cubicBezTo>
                    <a:cubicBezTo>
                      <a:pt x="5590" y="370"/>
                      <a:pt x="5574" y="370"/>
                      <a:pt x="5574" y="362"/>
                    </a:cubicBezTo>
                    <a:cubicBezTo>
                      <a:pt x="5565" y="354"/>
                      <a:pt x="5531" y="354"/>
                      <a:pt x="5531" y="354"/>
                    </a:cubicBezTo>
                    <a:lnTo>
                      <a:pt x="5497" y="362"/>
                    </a:lnTo>
                    <a:cubicBezTo>
                      <a:pt x="5497" y="362"/>
                      <a:pt x="5473" y="378"/>
                      <a:pt x="5465" y="378"/>
                    </a:cubicBezTo>
                    <a:cubicBezTo>
                      <a:pt x="5460" y="378"/>
                      <a:pt x="5447" y="381"/>
                      <a:pt x="5438" y="381"/>
                    </a:cubicBezTo>
                    <a:cubicBezTo>
                      <a:pt x="5434" y="381"/>
                      <a:pt x="5431" y="380"/>
                      <a:pt x="5431" y="378"/>
                    </a:cubicBezTo>
                    <a:cubicBezTo>
                      <a:pt x="5423" y="370"/>
                      <a:pt x="5423" y="354"/>
                      <a:pt x="5415" y="346"/>
                    </a:cubicBezTo>
                    <a:cubicBezTo>
                      <a:pt x="5415" y="344"/>
                      <a:pt x="5415" y="344"/>
                      <a:pt x="5414" y="344"/>
                    </a:cubicBezTo>
                    <a:cubicBezTo>
                      <a:pt x="5407" y="344"/>
                      <a:pt x="5380" y="370"/>
                      <a:pt x="5373" y="370"/>
                    </a:cubicBezTo>
                    <a:cubicBezTo>
                      <a:pt x="5369" y="370"/>
                      <a:pt x="5360" y="372"/>
                      <a:pt x="5352" y="372"/>
                    </a:cubicBezTo>
                    <a:cubicBezTo>
                      <a:pt x="5343" y="372"/>
                      <a:pt x="5335" y="370"/>
                      <a:pt x="5331" y="362"/>
                    </a:cubicBezTo>
                    <a:cubicBezTo>
                      <a:pt x="5323" y="354"/>
                      <a:pt x="5289" y="362"/>
                      <a:pt x="5281" y="336"/>
                    </a:cubicBezTo>
                    <a:cubicBezTo>
                      <a:pt x="5273" y="320"/>
                      <a:pt x="5297" y="320"/>
                      <a:pt x="5307" y="320"/>
                    </a:cubicBezTo>
                    <a:cubicBezTo>
                      <a:pt x="5307" y="320"/>
                      <a:pt x="5365" y="304"/>
                      <a:pt x="5347" y="286"/>
                    </a:cubicBezTo>
                    <a:cubicBezTo>
                      <a:pt x="5339" y="277"/>
                      <a:pt x="5331" y="269"/>
                      <a:pt x="5331" y="261"/>
                    </a:cubicBezTo>
                    <a:cubicBezTo>
                      <a:pt x="5323" y="253"/>
                      <a:pt x="5231" y="253"/>
                      <a:pt x="5231" y="253"/>
                    </a:cubicBezTo>
                    <a:cubicBezTo>
                      <a:pt x="5231" y="253"/>
                      <a:pt x="5213" y="271"/>
                      <a:pt x="5208" y="271"/>
                    </a:cubicBezTo>
                    <a:cubicBezTo>
                      <a:pt x="5207" y="271"/>
                      <a:pt x="5207" y="271"/>
                      <a:pt x="5207" y="269"/>
                    </a:cubicBezTo>
                    <a:cubicBezTo>
                      <a:pt x="5207" y="261"/>
                      <a:pt x="5164" y="261"/>
                      <a:pt x="5164" y="261"/>
                    </a:cubicBezTo>
                    <a:lnTo>
                      <a:pt x="5138" y="304"/>
                    </a:lnTo>
                    <a:cubicBezTo>
                      <a:pt x="5138" y="304"/>
                      <a:pt x="5122" y="312"/>
                      <a:pt x="5106" y="312"/>
                    </a:cubicBezTo>
                    <a:lnTo>
                      <a:pt x="5096" y="312"/>
                    </a:lnTo>
                    <a:cubicBezTo>
                      <a:pt x="5096" y="304"/>
                      <a:pt x="5046" y="304"/>
                      <a:pt x="5046" y="304"/>
                    </a:cubicBezTo>
                    <a:cubicBezTo>
                      <a:pt x="5046" y="304"/>
                      <a:pt x="5022" y="320"/>
                      <a:pt x="4988" y="328"/>
                    </a:cubicBezTo>
                    <a:cubicBezTo>
                      <a:pt x="4982" y="329"/>
                      <a:pt x="4977" y="330"/>
                      <a:pt x="4973" y="330"/>
                    </a:cubicBezTo>
                    <a:cubicBezTo>
                      <a:pt x="4959" y="330"/>
                      <a:pt x="4964" y="320"/>
                      <a:pt x="4964" y="320"/>
                    </a:cubicBezTo>
                    <a:cubicBezTo>
                      <a:pt x="4964" y="320"/>
                      <a:pt x="4922" y="312"/>
                      <a:pt x="4914" y="304"/>
                    </a:cubicBezTo>
                    <a:cubicBezTo>
                      <a:pt x="4906" y="304"/>
                      <a:pt x="4856" y="269"/>
                      <a:pt x="4856" y="269"/>
                    </a:cubicBezTo>
                    <a:cubicBezTo>
                      <a:pt x="4846" y="261"/>
                      <a:pt x="4872" y="253"/>
                      <a:pt x="4880" y="245"/>
                    </a:cubicBezTo>
                    <a:cubicBezTo>
                      <a:pt x="4881" y="243"/>
                      <a:pt x="4884" y="242"/>
                      <a:pt x="4887" y="242"/>
                    </a:cubicBezTo>
                    <a:cubicBezTo>
                      <a:pt x="4898" y="242"/>
                      <a:pt x="4917" y="255"/>
                      <a:pt x="4930" y="261"/>
                    </a:cubicBezTo>
                    <a:cubicBezTo>
                      <a:pt x="4946" y="261"/>
                      <a:pt x="4964" y="245"/>
                      <a:pt x="5006" y="211"/>
                    </a:cubicBezTo>
                    <a:cubicBezTo>
                      <a:pt x="5038" y="177"/>
                      <a:pt x="5038" y="185"/>
                      <a:pt x="5064" y="161"/>
                    </a:cubicBezTo>
                    <a:cubicBezTo>
                      <a:pt x="5080" y="145"/>
                      <a:pt x="5064" y="145"/>
                      <a:pt x="5064" y="145"/>
                    </a:cubicBezTo>
                    <a:cubicBezTo>
                      <a:pt x="5064" y="145"/>
                      <a:pt x="5056" y="103"/>
                      <a:pt x="5046" y="85"/>
                    </a:cubicBezTo>
                    <a:cubicBezTo>
                      <a:pt x="5046" y="77"/>
                      <a:pt x="5032" y="77"/>
                      <a:pt x="5016" y="77"/>
                    </a:cubicBezTo>
                    <a:cubicBezTo>
                      <a:pt x="5000" y="77"/>
                      <a:pt x="4984" y="77"/>
                      <a:pt x="4980" y="69"/>
                    </a:cubicBezTo>
                    <a:cubicBezTo>
                      <a:pt x="4972" y="61"/>
                      <a:pt x="4930" y="61"/>
                      <a:pt x="4914" y="45"/>
                    </a:cubicBezTo>
                    <a:cubicBezTo>
                      <a:pt x="4911" y="43"/>
                      <a:pt x="4907" y="43"/>
                      <a:pt x="4904" y="43"/>
                    </a:cubicBezTo>
                    <a:cubicBezTo>
                      <a:pt x="4889" y="43"/>
                      <a:pt x="4870" y="54"/>
                      <a:pt x="4860" y="54"/>
                    </a:cubicBezTo>
                    <a:cubicBezTo>
                      <a:pt x="4858" y="54"/>
                      <a:pt x="4857" y="54"/>
                      <a:pt x="4856" y="53"/>
                    </a:cubicBezTo>
                    <a:cubicBezTo>
                      <a:pt x="4851" y="49"/>
                      <a:pt x="4834" y="49"/>
                      <a:pt x="4817" y="49"/>
                    </a:cubicBezTo>
                    <a:cubicBezTo>
                      <a:pt x="4800" y="49"/>
                      <a:pt x="4783" y="49"/>
                      <a:pt x="4779" y="45"/>
                    </a:cubicBezTo>
                    <a:cubicBezTo>
                      <a:pt x="4771" y="45"/>
                      <a:pt x="4755" y="61"/>
                      <a:pt x="4745" y="61"/>
                    </a:cubicBezTo>
                    <a:cubicBezTo>
                      <a:pt x="4745" y="61"/>
                      <a:pt x="4713" y="153"/>
                      <a:pt x="4705" y="161"/>
                    </a:cubicBezTo>
                    <a:cubicBezTo>
                      <a:pt x="4705" y="169"/>
                      <a:pt x="4687" y="169"/>
                      <a:pt x="4687" y="169"/>
                    </a:cubicBezTo>
                    <a:cubicBezTo>
                      <a:pt x="4687" y="169"/>
                      <a:pt x="4671" y="135"/>
                      <a:pt x="4663" y="119"/>
                    </a:cubicBezTo>
                    <a:cubicBezTo>
                      <a:pt x="4663" y="103"/>
                      <a:pt x="4671" y="85"/>
                      <a:pt x="4679" y="77"/>
                    </a:cubicBezTo>
                    <a:cubicBezTo>
                      <a:pt x="4687" y="61"/>
                      <a:pt x="4705" y="53"/>
                      <a:pt x="4713" y="45"/>
                    </a:cubicBezTo>
                    <a:cubicBezTo>
                      <a:pt x="4729" y="45"/>
                      <a:pt x="4721" y="35"/>
                      <a:pt x="4713" y="19"/>
                    </a:cubicBezTo>
                    <a:cubicBezTo>
                      <a:pt x="4705" y="3"/>
                      <a:pt x="4687" y="3"/>
                      <a:pt x="4671" y="3"/>
                    </a:cubicBezTo>
                    <a:cubicBezTo>
                      <a:pt x="4666" y="1"/>
                      <a:pt x="4661" y="1"/>
                      <a:pt x="46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112">
                <a:extLst>
                  <a:ext uri="{FF2B5EF4-FFF2-40B4-BE49-F238E27FC236}">
                    <a16:creationId xmlns:a16="http://schemas.microsoft.com/office/drawing/2014/main" id="{3815C29A-356E-9AC6-0FDB-93D6B73F63B4}"/>
                  </a:ext>
                </a:extLst>
              </p:cNvPr>
              <p:cNvSpPr/>
              <p:nvPr/>
            </p:nvSpPr>
            <p:spPr>
              <a:xfrm>
                <a:off x="9101664" y="4042150"/>
                <a:ext cx="42324" cy="80563"/>
              </a:xfrm>
              <a:custGeom>
                <a:avLst/>
                <a:gdLst/>
                <a:ahLst/>
                <a:cxnLst/>
                <a:rect l="l" t="t" r="r" b="b"/>
                <a:pathLst>
                  <a:path w="228" h="434" extrusionOk="0">
                    <a:moveTo>
                      <a:pt x="227" y="1"/>
                    </a:moveTo>
                    <a:cubicBezTo>
                      <a:pt x="219" y="9"/>
                      <a:pt x="211" y="9"/>
                      <a:pt x="211" y="9"/>
                    </a:cubicBezTo>
                    <a:cubicBezTo>
                      <a:pt x="201" y="9"/>
                      <a:pt x="151" y="41"/>
                      <a:pt x="135" y="41"/>
                    </a:cubicBezTo>
                    <a:cubicBezTo>
                      <a:pt x="127" y="51"/>
                      <a:pt x="127" y="67"/>
                      <a:pt x="127" y="67"/>
                    </a:cubicBezTo>
                    <a:lnTo>
                      <a:pt x="177" y="117"/>
                    </a:lnTo>
                    <a:cubicBezTo>
                      <a:pt x="177" y="117"/>
                      <a:pt x="177" y="133"/>
                      <a:pt x="169" y="141"/>
                    </a:cubicBezTo>
                    <a:cubicBezTo>
                      <a:pt x="161" y="151"/>
                      <a:pt x="161" y="159"/>
                      <a:pt x="135" y="175"/>
                    </a:cubicBezTo>
                    <a:cubicBezTo>
                      <a:pt x="127" y="183"/>
                      <a:pt x="135" y="191"/>
                      <a:pt x="127" y="201"/>
                    </a:cubicBezTo>
                    <a:cubicBezTo>
                      <a:pt x="119" y="209"/>
                      <a:pt x="119" y="225"/>
                      <a:pt x="101" y="241"/>
                    </a:cubicBezTo>
                    <a:cubicBezTo>
                      <a:pt x="85" y="259"/>
                      <a:pt x="93" y="259"/>
                      <a:pt x="77" y="259"/>
                    </a:cubicBezTo>
                    <a:cubicBezTo>
                      <a:pt x="61" y="268"/>
                      <a:pt x="51" y="276"/>
                      <a:pt x="27" y="276"/>
                    </a:cubicBezTo>
                    <a:cubicBezTo>
                      <a:pt x="0" y="276"/>
                      <a:pt x="0" y="292"/>
                      <a:pt x="19" y="334"/>
                    </a:cubicBezTo>
                    <a:lnTo>
                      <a:pt x="69" y="368"/>
                    </a:lnTo>
                    <a:cubicBezTo>
                      <a:pt x="69" y="368"/>
                      <a:pt x="93" y="384"/>
                      <a:pt x="111" y="392"/>
                    </a:cubicBezTo>
                    <a:cubicBezTo>
                      <a:pt x="116" y="403"/>
                      <a:pt x="129" y="407"/>
                      <a:pt x="143" y="407"/>
                    </a:cubicBezTo>
                    <a:cubicBezTo>
                      <a:pt x="152" y="407"/>
                      <a:pt x="162" y="405"/>
                      <a:pt x="169" y="402"/>
                    </a:cubicBezTo>
                    <a:cubicBezTo>
                      <a:pt x="170" y="400"/>
                      <a:pt x="172" y="400"/>
                      <a:pt x="173" y="400"/>
                    </a:cubicBezTo>
                    <a:cubicBezTo>
                      <a:pt x="182" y="400"/>
                      <a:pt x="193" y="418"/>
                      <a:pt x="193" y="418"/>
                    </a:cubicBezTo>
                    <a:lnTo>
                      <a:pt x="227" y="434"/>
                    </a:lnTo>
                    <a:lnTo>
                      <a:pt x="22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64" name="Google Shape;2264;p112">
              <a:extLst>
                <a:ext uri="{FF2B5EF4-FFF2-40B4-BE49-F238E27FC236}">
                  <a16:creationId xmlns:a16="http://schemas.microsoft.com/office/drawing/2014/main" id="{34972AAF-BEE6-F7F3-C126-903DDA5BAEAC}"/>
                </a:ext>
              </a:extLst>
            </p:cNvPr>
            <p:cNvSpPr/>
            <p:nvPr/>
          </p:nvSpPr>
          <p:spPr>
            <a:xfrm>
              <a:off x="5199348" y="4181002"/>
              <a:ext cx="906252" cy="432322"/>
            </a:xfrm>
            <a:custGeom>
              <a:avLst/>
              <a:gdLst/>
              <a:ahLst/>
              <a:cxnLst/>
              <a:rect l="l" t="t" r="r" b="b"/>
              <a:pathLst>
                <a:path w="6611" h="3197" extrusionOk="0">
                  <a:moveTo>
                    <a:pt x="1382" y="698"/>
                  </a:moveTo>
                  <a:cubicBezTo>
                    <a:pt x="1442" y="698"/>
                    <a:pt x="1503" y="709"/>
                    <a:pt x="1563" y="730"/>
                  </a:cubicBezTo>
                  <a:cubicBezTo>
                    <a:pt x="1621" y="754"/>
                    <a:pt x="1679" y="789"/>
                    <a:pt x="1729" y="831"/>
                  </a:cubicBezTo>
                  <a:cubicBezTo>
                    <a:pt x="1879" y="963"/>
                    <a:pt x="1946" y="1190"/>
                    <a:pt x="1871" y="1398"/>
                  </a:cubicBezTo>
                  <a:cubicBezTo>
                    <a:pt x="1799" y="1607"/>
                    <a:pt x="1600" y="1739"/>
                    <a:pt x="1385" y="1739"/>
                  </a:cubicBezTo>
                  <a:cubicBezTo>
                    <a:pt x="1325" y="1739"/>
                    <a:pt x="1264" y="1729"/>
                    <a:pt x="1204" y="1707"/>
                  </a:cubicBezTo>
                  <a:cubicBezTo>
                    <a:pt x="935" y="1607"/>
                    <a:pt x="792" y="1314"/>
                    <a:pt x="893" y="1039"/>
                  </a:cubicBezTo>
                  <a:cubicBezTo>
                    <a:pt x="927" y="955"/>
                    <a:pt x="977" y="881"/>
                    <a:pt x="1043" y="831"/>
                  </a:cubicBezTo>
                  <a:cubicBezTo>
                    <a:pt x="1134" y="745"/>
                    <a:pt x="1256" y="698"/>
                    <a:pt x="1382" y="698"/>
                  </a:cubicBezTo>
                  <a:close/>
                  <a:moveTo>
                    <a:pt x="1351" y="0"/>
                  </a:moveTo>
                  <a:cubicBezTo>
                    <a:pt x="1130" y="0"/>
                    <a:pt x="913" y="61"/>
                    <a:pt x="726" y="171"/>
                  </a:cubicBezTo>
                  <a:cubicBezTo>
                    <a:pt x="534" y="287"/>
                    <a:pt x="375" y="454"/>
                    <a:pt x="267" y="662"/>
                  </a:cubicBezTo>
                  <a:cubicBezTo>
                    <a:pt x="251" y="704"/>
                    <a:pt x="233" y="746"/>
                    <a:pt x="217" y="797"/>
                  </a:cubicBezTo>
                  <a:cubicBezTo>
                    <a:pt x="209" y="805"/>
                    <a:pt x="209" y="813"/>
                    <a:pt x="209" y="831"/>
                  </a:cubicBezTo>
                  <a:cubicBezTo>
                    <a:pt x="0" y="1440"/>
                    <a:pt x="325" y="2108"/>
                    <a:pt x="935" y="2335"/>
                  </a:cubicBezTo>
                  <a:cubicBezTo>
                    <a:pt x="1011" y="2359"/>
                    <a:pt x="2531" y="2601"/>
                    <a:pt x="4061" y="2844"/>
                  </a:cubicBezTo>
                  <a:cubicBezTo>
                    <a:pt x="4904" y="2968"/>
                    <a:pt x="5748" y="3103"/>
                    <a:pt x="6341" y="3195"/>
                  </a:cubicBezTo>
                  <a:cubicBezTo>
                    <a:pt x="6350" y="3196"/>
                    <a:pt x="6359" y="3197"/>
                    <a:pt x="6367" y="3197"/>
                  </a:cubicBezTo>
                  <a:cubicBezTo>
                    <a:pt x="6534" y="3197"/>
                    <a:pt x="6611" y="2974"/>
                    <a:pt x="6458" y="2886"/>
                  </a:cubicBezTo>
                  <a:cubicBezTo>
                    <a:pt x="6249" y="2760"/>
                    <a:pt x="6016" y="2617"/>
                    <a:pt x="5756" y="2459"/>
                  </a:cubicBezTo>
                  <a:cubicBezTo>
                    <a:pt x="5706" y="2435"/>
                    <a:pt x="5666" y="2401"/>
                    <a:pt x="5615" y="2377"/>
                  </a:cubicBezTo>
                  <a:cubicBezTo>
                    <a:pt x="5172" y="2108"/>
                    <a:pt x="4671" y="1807"/>
                    <a:pt x="4186" y="1515"/>
                  </a:cubicBezTo>
                  <a:cubicBezTo>
                    <a:pt x="3784" y="1274"/>
                    <a:pt x="3391" y="1031"/>
                    <a:pt x="3040" y="831"/>
                  </a:cubicBezTo>
                  <a:cubicBezTo>
                    <a:pt x="2331" y="404"/>
                    <a:pt x="1805" y="87"/>
                    <a:pt x="1755" y="71"/>
                  </a:cubicBezTo>
                  <a:cubicBezTo>
                    <a:pt x="1622" y="23"/>
                    <a:pt x="1486" y="0"/>
                    <a:pt x="1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12">
              <a:extLst>
                <a:ext uri="{FF2B5EF4-FFF2-40B4-BE49-F238E27FC236}">
                  <a16:creationId xmlns:a16="http://schemas.microsoft.com/office/drawing/2014/main" id="{EE89C8EC-9117-CAA3-6DCD-04A9F351B0C1}"/>
                </a:ext>
              </a:extLst>
            </p:cNvPr>
            <p:cNvSpPr/>
            <p:nvPr/>
          </p:nvSpPr>
          <p:spPr>
            <a:xfrm>
              <a:off x="8503007" y="1831097"/>
              <a:ext cx="454793" cy="744748"/>
            </a:xfrm>
            <a:custGeom>
              <a:avLst/>
              <a:gdLst/>
              <a:ahLst/>
              <a:cxnLst/>
              <a:rect l="l" t="t" r="r" b="b"/>
              <a:pathLst>
                <a:path w="2450" h="4012" extrusionOk="0">
                  <a:moveTo>
                    <a:pt x="1553" y="463"/>
                  </a:moveTo>
                  <a:cubicBezTo>
                    <a:pt x="1602" y="463"/>
                    <a:pt x="1651" y="474"/>
                    <a:pt x="1697" y="497"/>
                  </a:cubicBezTo>
                  <a:cubicBezTo>
                    <a:pt x="1864" y="571"/>
                    <a:pt x="1940" y="772"/>
                    <a:pt x="1864" y="940"/>
                  </a:cubicBezTo>
                  <a:cubicBezTo>
                    <a:pt x="1809" y="1063"/>
                    <a:pt x="1686" y="1136"/>
                    <a:pt x="1558" y="1136"/>
                  </a:cubicBezTo>
                  <a:cubicBezTo>
                    <a:pt x="1512" y="1136"/>
                    <a:pt x="1465" y="1127"/>
                    <a:pt x="1421" y="1107"/>
                  </a:cubicBezTo>
                  <a:cubicBezTo>
                    <a:pt x="1246" y="1023"/>
                    <a:pt x="1180" y="822"/>
                    <a:pt x="1254" y="656"/>
                  </a:cubicBezTo>
                  <a:cubicBezTo>
                    <a:pt x="1309" y="536"/>
                    <a:pt x="1428" y="463"/>
                    <a:pt x="1553" y="463"/>
                  </a:cubicBezTo>
                  <a:close/>
                  <a:moveTo>
                    <a:pt x="1573" y="1"/>
                  </a:moveTo>
                  <a:cubicBezTo>
                    <a:pt x="1278" y="1"/>
                    <a:pt x="996" y="165"/>
                    <a:pt x="861" y="447"/>
                  </a:cubicBezTo>
                  <a:cubicBezTo>
                    <a:pt x="861" y="463"/>
                    <a:pt x="837" y="547"/>
                    <a:pt x="803" y="682"/>
                  </a:cubicBezTo>
                  <a:cubicBezTo>
                    <a:pt x="769" y="814"/>
                    <a:pt x="719" y="1007"/>
                    <a:pt x="661" y="1233"/>
                  </a:cubicBezTo>
                  <a:cubicBezTo>
                    <a:pt x="586" y="1542"/>
                    <a:pt x="502" y="1901"/>
                    <a:pt x="410" y="2276"/>
                  </a:cubicBezTo>
                  <a:cubicBezTo>
                    <a:pt x="386" y="2368"/>
                    <a:pt x="360" y="2460"/>
                    <a:pt x="344" y="2561"/>
                  </a:cubicBezTo>
                  <a:lnTo>
                    <a:pt x="310" y="2677"/>
                  </a:lnTo>
                  <a:lnTo>
                    <a:pt x="310" y="2687"/>
                  </a:lnTo>
                  <a:cubicBezTo>
                    <a:pt x="243" y="2946"/>
                    <a:pt x="185" y="3212"/>
                    <a:pt x="127" y="3447"/>
                  </a:cubicBezTo>
                  <a:cubicBezTo>
                    <a:pt x="85" y="3605"/>
                    <a:pt x="51" y="3748"/>
                    <a:pt x="17" y="3880"/>
                  </a:cubicBezTo>
                  <a:cubicBezTo>
                    <a:pt x="1" y="3954"/>
                    <a:pt x="63" y="4012"/>
                    <a:pt x="125" y="4012"/>
                  </a:cubicBezTo>
                  <a:cubicBezTo>
                    <a:pt x="156" y="4012"/>
                    <a:pt x="187" y="3998"/>
                    <a:pt x="209" y="3964"/>
                  </a:cubicBezTo>
                  <a:cubicBezTo>
                    <a:pt x="302" y="3848"/>
                    <a:pt x="402" y="3714"/>
                    <a:pt x="510" y="3563"/>
                  </a:cubicBezTo>
                  <a:cubicBezTo>
                    <a:pt x="1204" y="2603"/>
                    <a:pt x="2241" y="1165"/>
                    <a:pt x="2273" y="1099"/>
                  </a:cubicBezTo>
                  <a:cubicBezTo>
                    <a:pt x="2449" y="714"/>
                    <a:pt x="2283" y="254"/>
                    <a:pt x="1898" y="70"/>
                  </a:cubicBezTo>
                  <a:cubicBezTo>
                    <a:pt x="1792" y="23"/>
                    <a:pt x="1682" y="1"/>
                    <a:pt x="15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6" name="Google Shape;2266;p112">
            <a:extLst>
              <a:ext uri="{FF2B5EF4-FFF2-40B4-BE49-F238E27FC236}">
                <a16:creationId xmlns:a16="http://schemas.microsoft.com/office/drawing/2014/main" id="{E639D91A-C227-9F4F-C9B6-DC6EC13587FB}"/>
              </a:ext>
            </a:extLst>
          </p:cNvPr>
          <p:cNvGrpSpPr/>
          <p:nvPr/>
        </p:nvGrpSpPr>
        <p:grpSpPr>
          <a:xfrm>
            <a:off x="6105608" y="1564837"/>
            <a:ext cx="2357688" cy="2008989"/>
            <a:chOff x="6105608" y="1564837"/>
            <a:chExt cx="2357688" cy="2008989"/>
          </a:xfrm>
        </p:grpSpPr>
        <p:grpSp>
          <p:nvGrpSpPr>
            <p:cNvPr id="2267" name="Google Shape;2267;p112">
              <a:extLst>
                <a:ext uri="{FF2B5EF4-FFF2-40B4-BE49-F238E27FC236}">
                  <a16:creationId xmlns:a16="http://schemas.microsoft.com/office/drawing/2014/main" id="{BC7534F9-9C4E-2EB8-6C32-C94C1D66109B}"/>
                </a:ext>
              </a:extLst>
            </p:cNvPr>
            <p:cNvGrpSpPr/>
            <p:nvPr/>
          </p:nvGrpSpPr>
          <p:grpSpPr>
            <a:xfrm>
              <a:off x="6414402" y="2248544"/>
              <a:ext cx="2048894" cy="1325283"/>
              <a:chOff x="6777575" y="2456428"/>
              <a:chExt cx="1653801" cy="1069726"/>
            </a:xfrm>
          </p:grpSpPr>
          <p:sp>
            <p:nvSpPr>
              <p:cNvPr id="2268" name="Google Shape;2268;p112">
                <a:extLst>
                  <a:ext uri="{FF2B5EF4-FFF2-40B4-BE49-F238E27FC236}">
                    <a16:creationId xmlns:a16="http://schemas.microsoft.com/office/drawing/2014/main" id="{4C02C155-4356-D633-F8B9-71B0B75787F8}"/>
                  </a:ext>
                </a:extLst>
              </p:cNvPr>
              <p:cNvSpPr/>
              <p:nvPr/>
            </p:nvSpPr>
            <p:spPr>
              <a:xfrm rot="-1194478">
                <a:off x="6778563" y="2804508"/>
                <a:ext cx="1387623" cy="24949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112">
                <a:extLst>
                  <a:ext uri="{FF2B5EF4-FFF2-40B4-BE49-F238E27FC236}">
                    <a16:creationId xmlns:a16="http://schemas.microsoft.com/office/drawing/2014/main" id="{4D08C563-3A2C-78E7-CC43-639914EC585D}"/>
                  </a:ext>
                </a:extLst>
              </p:cNvPr>
              <p:cNvSpPr/>
              <p:nvPr/>
            </p:nvSpPr>
            <p:spPr>
              <a:xfrm rot="3534600" flipH="1">
                <a:off x="7506177" y="2613904"/>
                <a:ext cx="794024" cy="754773"/>
              </a:xfrm>
              <a:custGeom>
                <a:avLst/>
                <a:gdLst/>
                <a:ahLst/>
                <a:cxnLst/>
                <a:rect l="l" t="t" r="r" b="b"/>
                <a:pathLst>
                  <a:path w="6268" h="5624" extrusionOk="0">
                    <a:moveTo>
                      <a:pt x="279" y="0"/>
                    </a:moveTo>
                    <a:cubicBezTo>
                      <a:pt x="278" y="0"/>
                      <a:pt x="276" y="0"/>
                      <a:pt x="275" y="0"/>
                    </a:cubicBezTo>
                    <a:cubicBezTo>
                      <a:pt x="175" y="17"/>
                      <a:pt x="0" y="610"/>
                      <a:pt x="66" y="861"/>
                    </a:cubicBezTo>
                    <a:cubicBezTo>
                      <a:pt x="143" y="1103"/>
                      <a:pt x="359" y="1430"/>
                      <a:pt x="1512" y="2716"/>
                    </a:cubicBezTo>
                    <a:cubicBezTo>
                      <a:pt x="2657" y="4003"/>
                      <a:pt x="4412" y="5624"/>
                      <a:pt x="4412" y="5624"/>
                    </a:cubicBezTo>
                    <a:lnTo>
                      <a:pt x="6267" y="5140"/>
                    </a:lnTo>
                    <a:cubicBezTo>
                      <a:pt x="4494" y="4296"/>
                      <a:pt x="710" y="1061"/>
                      <a:pt x="576" y="861"/>
                    </a:cubicBezTo>
                    <a:cubicBezTo>
                      <a:pt x="445" y="663"/>
                      <a:pt x="385" y="0"/>
                      <a:pt x="2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70" name="Google Shape;2270;p112">
              <a:extLst>
                <a:ext uri="{FF2B5EF4-FFF2-40B4-BE49-F238E27FC236}">
                  <a16:creationId xmlns:a16="http://schemas.microsoft.com/office/drawing/2014/main" id="{6F806EE7-B13C-BD9F-32E5-79C8A80FE469}"/>
                </a:ext>
              </a:extLst>
            </p:cNvPr>
            <p:cNvGrpSpPr/>
            <p:nvPr/>
          </p:nvGrpSpPr>
          <p:grpSpPr>
            <a:xfrm>
              <a:off x="6105608" y="1564837"/>
              <a:ext cx="2357686" cy="1800582"/>
              <a:chOff x="5943070" y="1568375"/>
              <a:chExt cx="2750130" cy="2100295"/>
            </a:xfrm>
          </p:grpSpPr>
          <p:sp>
            <p:nvSpPr>
              <p:cNvPr id="2271" name="Google Shape;2271;p112">
                <a:extLst>
                  <a:ext uri="{FF2B5EF4-FFF2-40B4-BE49-F238E27FC236}">
                    <a16:creationId xmlns:a16="http://schemas.microsoft.com/office/drawing/2014/main" id="{898F07E1-B7A9-41F0-925C-382DD8D17913}"/>
                  </a:ext>
                </a:extLst>
              </p:cNvPr>
              <p:cNvSpPr/>
              <p:nvPr/>
            </p:nvSpPr>
            <p:spPr>
              <a:xfrm>
                <a:off x="6298317" y="2489452"/>
                <a:ext cx="364255" cy="388617"/>
              </a:xfrm>
              <a:custGeom>
                <a:avLst/>
                <a:gdLst/>
                <a:ahLst/>
                <a:cxnLst/>
                <a:rect l="l" t="t" r="r" b="b"/>
                <a:pathLst>
                  <a:path w="2183" h="2329" extrusionOk="0">
                    <a:moveTo>
                      <a:pt x="1484" y="1"/>
                    </a:moveTo>
                    <a:cubicBezTo>
                      <a:pt x="1419" y="1"/>
                      <a:pt x="1346" y="8"/>
                      <a:pt x="1262" y="21"/>
                    </a:cubicBezTo>
                    <a:cubicBezTo>
                      <a:pt x="1262" y="21"/>
                      <a:pt x="420" y="172"/>
                      <a:pt x="1" y="515"/>
                    </a:cubicBezTo>
                    <a:lnTo>
                      <a:pt x="811" y="2328"/>
                    </a:lnTo>
                    <a:cubicBezTo>
                      <a:pt x="811" y="2328"/>
                      <a:pt x="817" y="2328"/>
                      <a:pt x="829" y="2328"/>
                    </a:cubicBezTo>
                    <a:cubicBezTo>
                      <a:pt x="913" y="2328"/>
                      <a:pt x="1279" y="2296"/>
                      <a:pt x="1681" y="1768"/>
                    </a:cubicBezTo>
                    <a:cubicBezTo>
                      <a:pt x="1774" y="1642"/>
                      <a:pt x="1890" y="1433"/>
                      <a:pt x="1998" y="1249"/>
                    </a:cubicBezTo>
                    <a:cubicBezTo>
                      <a:pt x="2183" y="916"/>
                      <a:pt x="2157" y="497"/>
                      <a:pt x="1906" y="206"/>
                    </a:cubicBezTo>
                    <a:cubicBezTo>
                      <a:pt x="1784" y="58"/>
                      <a:pt x="1665" y="1"/>
                      <a:pt x="14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112">
                <a:extLst>
                  <a:ext uri="{FF2B5EF4-FFF2-40B4-BE49-F238E27FC236}">
                    <a16:creationId xmlns:a16="http://schemas.microsoft.com/office/drawing/2014/main" id="{15A3B68F-1D26-FFF4-4486-18482E311A5F}"/>
                  </a:ext>
                </a:extLst>
              </p:cNvPr>
              <p:cNvSpPr/>
              <p:nvPr/>
            </p:nvSpPr>
            <p:spPr>
              <a:xfrm>
                <a:off x="6237079" y="2588401"/>
                <a:ext cx="216417" cy="273484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1639" extrusionOk="0">
                    <a:moveTo>
                      <a:pt x="591" y="1"/>
                    </a:moveTo>
                    <a:cubicBezTo>
                      <a:pt x="573" y="1"/>
                      <a:pt x="555" y="2"/>
                      <a:pt x="536" y="4"/>
                    </a:cubicBezTo>
                    <a:cubicBezTo>
                      <a:pt x="218" y="46"/>
                      <a:pt x="1" y="447"/>
                      <a:pt x="67" y="898"/>
                    </a:cubicBezTo>
                    <a:cubicBezTo>
                      <a:pt x="122" y="1323"/>
                      <a:pt x="401" y="1638"/>
                      <a:pt x="705" y="1638"/>
                    </a:cubicBezTo>
                    <a:cubicBezTo>
                      <a:pt x="723" y="1638"/>
                      <a:pt x="742" y="1637"/>
                      <a:pt x="761" y="1634"/>
                    </a:cubicBezTo>
                    <a:cubicBezTo>
                      <a:pt x="1078" y="1592"/>
                      <a:pt x="1296" y="1191"/>
                      <a:pt x="1228" y="740"/>
                    </a:cubicBezTo>
                    <a:cubicBezTo>
                      <a:pt x="1173" y="314"/>
                      <a:pt x="895" y="1"/>
                      <a:pt x="5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112">
                <a:extLst>
                  <a:ext uri="{FF2B5EF4-FFF2-40B4-BE49-F238E27FC236}">
                    <a16:creationId xmlns:a16="http://schemas.microsoft.com/office/drawing/2014/main" id="{9EB556A0-D688-0717-A4C0-0EFC02A4B421}"/>
                  </a:ext>
                </a:extLst>
              </p:cNvPr>
              <p:cNvSpPr/>
              <p:nvPr/>
            </p:nvSpPr>
            <p:spPr>
              <a:xfrm>
                <a:off x="5943070" y="1624273"/>
                <a:ext cx="1045878" cy="938421"/>
              </a:xfrm>
              <a:custGeom>
                <a:avLst/>
                <a:gdLst/>
                <a:ahLst/>
                <a:cxnLst/>
                <a:rect l="l" t="t" r="r" b="b"/>
                <a:pathLst>
                  <a:path w="6268" h="5624" extrusionOk="0">
                    <a:moveTo>
                      <a:pt x="279" y="0"/>
                    </a:moveTo>
                    <a:cubicBezTo>
                      <a:pt x="278" y="0"/>
                      <a:pt x="276" y="0"/>
                      <a:pt x="275" y="0"/>
                    </a:cubicBezTo>
                    <a:cubicBezTo>
                      <a:pt x="175" y="17"/>
                      <a:pt x="0" y="610"/>
                      <a:pt x="66" y="861"/>
                    </a:cubicBezTo>
                    <a:cubicBezTo>
                      <a:pt x="143" y="1103"/>
                      <a:pt x="359" y="1430"/>
                      <a:pt x="1512" y="2716"/>
                    </a:cubicBezTo>
                    <a:cubicBezTo>
                      <a:pt x="2657" y="4003"/>
                      <a:pt x="4412" y="5624"/>
                      <a:pt x="4412" y="5624"/>
                    </a:cubicBezTo>
                    <a:lnTo>
                      <a:pt x="6267" y="5140"/>
                    </a:lnTo>
                    <a:cubicBezTo>
                      <a:pt x="4494" y="4296"/>
                      <a:pt x="710" y="1061"/>
                      <a:pt x="576" y="861"/>
                    </a:cubicBezTo>
                    <a:cubicBezTo>
                      <a:pt x="445" y="663"/>
                      <a:pt x="385" y="0"/>
                      <a:pt x="2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112">
                <a:extLst>
                  <a:ext uri="{FF2B5EF4-FFF2-40B4-BE49-F238E27FC236}">
                    <a16:creationId xmlns:a16="http://schemas.microsoft.com/office/drawing/2014/main" id="{1AB8B537-83E7-3A6F-06C2-8AB75CA72BB7}"/>
                  </a:ext>
                </a:extLst>
              </p:cNvPr>
              <p:cNvSpPr/>
              <p:nvPr/>
            </p:nvSpPr>
            <p:spPr>
              <a:xfrm>
                <a:off x="7740328" y="1948486"/>
                <a:ext cx="914560" cy="522272"/>
              </a:xfrm>
              <a:custGeom>
                <a:avLst/>
                <a:gdLst/>
                <a:ahLst/>
                <a:cxnLst/>
                <a:rect l="l" t="t" r="r" b="b"/>
                <a:pathLst>
                  <a:path w="5481" h="3130" extrusionOk="0">
                    <a:moveTo>
                      <a:pt x="15" y="0"/>
                    </a:moveTo>
                    <a:cubicBezTo>
                      <a:pt x="3" y="0"/>
                      <a:pt x="0" y="15"/>
                      <a:pt x="0" y="29"/>
                    </a:cubicBezTo>
                    <a:cubicBezTo>
                      <a:pt x="24" y="171"/>
                      <a:pt x="1135" y="1551"/>
                      <a:pt x="1135" y="1551"/>
                    </a:cubicBezTo>
                    <a:lnTo>
                      <a:pt x="2365" y="2586"/>
                    </a:lnTo>
                    <a:cubicBezTo>
                      <a:pt x="2365" y="2586"/>
                      <a:pt x="5038" y="3129"/>
                      <a:pt x="5272" y="3129"/>
                    </a:cubicBezTo>
                    <a:cubicBezTo>
                      <a:pt x="5347" y="3121"/>
                      <a:pt x="5423" y="3097"/>
                      <a:pt x="5481" y="3071"/>
                    </a:cubicBezTo>
                    <a:lnTo>
                      <a:pt x="3058" y="2536"/>
                    </a:lnTo>
                    <a:lnTo>
                      <a:pt x="1470" y="1667"/>
                    </a:lnTo>
                    <a:lnTo>
                      <a:pt x="58" y="29"/>
                    </a:lnTo>
                    <a:cubicBezTo>
                      <a:pt x="37" y="8"/>
                      <a:pt x="24" y="0"/>
                      <a:pt x="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112">
                <a:extLst>
                  <a:ext uri="{FF2B5EF4-FFF2-40B4-BE49-F238E27FC236}">
                    <a16:creationId xmlns:a16="http://schemas.microsoft.com/office/drawing/2014/main" id="{6BFD3222-CF4F-BDED-FCFC-EB86230B8D02}"/>
                  </a:ext>
                </a:extLst>
              </p:cNvPr>
              <p:cNvSpPr/>
              <p:nvPr/>
            </p:nvSpPr>
            <p:spPr>
              <a:xfrm>
                <a:off x="6020994" y="2174584"/>
                <a:ext cx="2244768" cy="1156006"/>
              </a:xfrm>
              <a:custGeom>
                <a:avLst/>
                <a:gdLst/>
                <a:ahLst/>
                <a:cxnLst/>
                <a:rect l="l" t="t" r="r" b="b"/>
                <a:pathLst>
                  <a:path w="13453" h="6928" extrusionOk="0">
                    <a:moveTo>
                      <a:pt x="12579" y="0"/>
                    </a:moveTo>
                    <a:cubicBezTo>
                      <a:pt x="12556" y="0"/>
                      <a:pt x="12533" y="1"/>
                      <a:pt x="12510" y="3"/>
                    </a:cubicBezTo>
                    <a:cubicBezTo>
                      <a:pt x="12434" y="3"/>
                      <a:pt x="12342" y="11"/>
                      <a:pt x="12249" y="27"/>
                    </a:cubicBezTo>
                    <a:cubicBezTo>
                      <a:pt x="11766" y="78"/>
                      <a:pt x="11038" y="220"/>
                      <a:pt x="9961" y="505"/>
                    </a:cubicBezTo>
                    <a:cubicBezTo>
                      <a:pt x="7045" y="1299"/>
                      <a:pt x="2056" y="2835"/>
                      <a:pt x="1354" y="3505"/>
                    </a:cubicBezTo>
                    <a:cubicBezTo>
                      <a:pt x="1212" y="3647"/>
                      <a:pt x="1061" y="3830"/>
                      <a:pt x="919" y="4038"/>
                    </a:cubicBezTo>
                    <a:cubicBezTo>
                      <a:pt x="769" y="4257"/>
                      <a:pt x="636" y="4489"/>
                      <a:pt x="510" y="4740"/>
                    </a:cubicBezTo>
                    <a:cubicBezTo>
                      <a:pt x="193" y="5402"/>
                      <a:pt x="1" y="6104"/>
                      <a:pt x="151" y="6463"/>
                    </a:cubicBezTo>
                    <a:cubicBezTo>
                      <a:pt x="177" y="6521"/>
                      <a:pt x="217" y="6587"/>
                      <a:pt x="267" y="6637"/>
                    </a:cubicBezTo>
                    <a:cubicBezTo>
                      <a:pt x="301" y="6679"/>
                      <a:pt x="343" y="6713"/>
                      <a:pt x="394" y="6745"/>
                    </a:cubicBezTo>
                    <a:cubicBezTo>
                      <a:pt x="569" y="6863"/>
                      <a:pt x="821" y="6928"/>
                      <a:pt x="1157" y="6928"/>
                    </a:cubicBezTo>
                    <a:cubicBezTo>
                      <a:pt x="1752" y="6928"/>
                      <a:pt x="2610" y="6726"/>
                      <a:pt x="3769" y="6262"/>
                    </a:cubicBezTo>
                    <a:cubicBezTo>
                      <a:pt x="6059" y="5342"/>
                      <a:pt x="11933" y="2677"/>
                      <a:pt x="12518" y="2233"/>
                    </a:cubicBezTo>
                    <a:cubicBezTo>
                      <a:pt x="12592" y="2183"/>
                      <a:pt x="12669" y="2117"/>
                      <a:pt x="12735" y="2051"/>
                    </a:cubicBezTo>
                    <a:cubicBezTo>
                      <a:pt x="12985" y="1808"/>
                      <a:pt x="13178" y="1507"/>
                      <a:pt x="13302" y="1273"/>
                    </a:cubicBezTo>
                    <a:cubicBezTo>
                      <a:pt x="13421" y="1072"/>
                      <a:pt x="13453" y="830"/>
                      <a:pt x="13386" y="605"/>
                    </a:cubicBezTo>
                    <a:cubicBezTo>
                      <a:pt x="13277" y="250"/>
                      <a:pt x="12944" y="0"/>
                      <a:pt x="125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112">
                <a:extLst>
                  <a:ext uri="{FF2B5EF4-FFF2-40B4-BE49-F238E27FC236}">
                    <a16:creationId xmlns:a16="http://schemas.microsoft.com/office/drawing/2014/main" id="{24249B3F-1C87-3CD3-45E2-03100D04396C}"/>
                  </a:ext>
                </a:extLst>
              </p:cNvPr>
              <p:cNvSpPr/>
              <p:nvPr/>
            </p:nvSpPr>
            <p:spPr>
              <a:xfrm>
                <a:off x="6065546" y="2516651"/>
                <a:ext cx="2080410" cy="814110"/>
              </a:xfrm>
              <a:custGeom>
                <a:avLst/>
                <a:gdLst/>
                <a:ahLst/>
                <a:cxnLst/>
                <a:rect l="l" t="t" r="r" b="b"/>
                <a:pathLst>
                  <a:path w="12468" h="4879" extrusionOk="0">
                    <a:moveTo>
                      <a:pt x="12468" y="1"/>
                    </a:moveTo>
                    <a:cubicBezTo>
                      <a:pt x="11824" y="302"/>
                      <a:pt x="9660" y="1312"/>
                      <a:pt x="8684" y="1748"/>
                    </a:cubicBezTo>
                    <a:cubicBezTo>
                      <a:pt x="7520" y="2265"/>
                      <a:pt x="2934" y="4320"/>
                      <a:pt x="1354" y="4605"/>
                    </a:cubicBezTo>
                    <a:cubicBezTo>
                      <a:pt x="1035" y="4665"/>
                      <a:pt x="780" y="4689"/>
                      <a:pt x="577" y="4689"/>
                    </a:cubicBezTo>
                    <a:cubicBezTo>
                      <a:pt x="302" y="4689"/>
                      <a:pt x="121" y="4645"/>
                      <a:pt x="0" y="4587"/>
                    </a:cubicBezTo>
                    <a:lnTo>
                      <a:pt x="0" y="4587"/>
                    </a:lnTo>
                    <a:cubicBezTo>
                      <a:pt x="169" y="4773"/>
                      <a:pt x="461" y="4878"/>
                      <a:pt x="891" y="4878"/>
                    </a:cubicBezTo>
                    <a:cubicBezTo>
                      <a:pt x="1485" y="4878"/>
                      <a:pt x="2343" y="4678"/>
                      <a:pt x="3502" y="4212"/>
                    </a:cubicBezTo>
                    <a:cubicBezTo>
                      <a:pt x="5792" y="3292"/>
                      <a:pt x="11666" y="627"/>
                      <a:pt x="12251" y="183"/>
                    </a:cubicBezTo>
                    <a:cubicBezTo>
                      <a:pt x="12325" y="125"/>
                      <a:pt x="12402" y="67"/>
                      <a:pt x="124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112">
                <a:extLst>
                  <a:ext uri="{FF2B5EF4-FFF2-40B4-BE49-F238E27FC236}">
                    <a16:creationId xmlns:a16="http://schemas.microsoft.com/office/drawing/2014/main" id="{509D085C-B338-84F7-5E1B-EDFC899776D1}"/>
                  </a:ext>
                </a:extLst>
              </p:cNvPr>
              <p:cNvSpPr/>
              <p:nvPr/>
            </p:nvSpPr>
            <p:spPr>
              <a:xfrm>
                <a:off x="6100587" y="2848372"/>
                <a:ext cx="456028" cy="219921"/>
              </a:xfrm>
              <a:custGeom>
                <a:avLst/>
                <a:gdLst/>
                <a:ahLst/>
                <a:cxnLst/>
                <a:rect l="l" t="t" r="r" b="b"/>
                <a:pathLst>
                  <a:path w="2733" h="1318" extrusionOk="0">
                    <a:moveTo>
                      <a:pt x="442" y="0"/>
                    </a:moveTo>
                    <a:cubicBezTo>
                      <a:pt x="292" y="219"/>
                      <a:pt x="159" y="451"/>
                      <a:pt x="33" y="702"/>
                    </a:cubicBezTo>
                    <a:cubicBezTo>
                      <a:pt x="1" y="1021"/>
                      <a:pt x="51" y="1071"/>
                      <a:pt x="342" y="1213"/>
                    </a:cubicBezTo>
                    <a:cubicBezTo>
                      <a:pt x="501" y="1291"/>
                      <a:pt x="874" y="1318"/>
                      <a:pt x="1251" y="1318"/>
                    </a:cubicBezTo>
                    <a:cubicBezTo>
                      <a:pt x="1686" y="1318"/>
                      <a:pt x="2127" y="1282"/>
                      <a:pt x="2257" y="1246"/>
                    </a:cubicBezTo>
                    <a:cubicBezTo>
                      <a:pt x="2498" y="1179"/>
                      <a:pt x="2732" y="528"/>
                      <a:pt x="2732" y="528"/>
                    </a:cubicBezTo>
                    <a:lnTo>
                      <a:pt x="2732" y="528"/>
                    </a:lnTo>
                    <a:cubicBezTo>
                      <a:pt x="2732" y="528"/>
                      <a:pt x="2378" y="612"/>
                      <a:pt x="1687" y="612"/>
                    </a:cubicBezTo>
                    <a:cubicBezTo>
                      <a:pt x="1657" y="612"/>
                      <a:pt x="1626" y="612"/>
                      <a:pt x="1595" y="612"/>
                    </a:cubicBezTo>
                    <a:cubicBezTo>
                      <a:pt x="835" y="612"/>
                      <a:pt x="560" y="427"/>
                      <a:pt x="476" y="369"/>
                    </a:cubicBezTo>
                    <a:cubicBezTo>
                      <a:pt x="402" y="311"/>
                      <a:pt x="442" y="18"/>
                      <a:pt x="4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112">
                <a:extLst>
                  <a:ext uri="{FF2B5EF4-FFF2-40B4-BE49-F238E27FC236}">
                    <a16:creationId xmlns:a16="http://schemas.microsoft.com/office/drawing/2014/main" id="{D89AE7E4-3AA7-6461-F73A-3F5A21A5EFB8}"/>
                  </a:ext>
                </a:extLst>
              </p:cNvPr>
              <p:cNvSpPr/>
              <p:nvPr/>
            </p:nvSpPr>
            <p:spPr>
              <a:xfrm>
                <a:off x="6829769" y="2754763"/>
                <a:ext cx="408807" cy="184714"/>
              </a:xfrm>
              <a:custGeom>
                <a:avLst/>
                <a:gdLst/>
                <a:ahLst/>
                <a:cxnLst/>
                <a:rect l="l" t="t" r="r" b="b"/>
                <a:pathLst>
                  <a:path w="2450" h="1107" extrusionOk="0">
                    <a:moveTo>
                      <a:pt x="2325" y="0"/>
                    </a:moveTo>
                    <a:cubicBezTo>
                      <a:pt x="2311" y="0"/>
                      <a:pt x="2296" y="3"/>
                      <a:pt x="2281" y="10"/>
                    </a:cubicBezTo>
                    <a:lnTo>
                      <a:pt x="75" y="904"/>
                    </a:lnTo>
                    <a:cubicBezTo>
                      <a:pt x="25" y="922"/>
                      <a:pt x="1" y="988"/>
                      <a:pt x="17" y="1038"/>
                    </a:cubicBezTo>
                    <a:cubicBezTo>
                      <a:pt x="39" y="1082"/>
                      <a:pt x="73" y="1106"/>
                      <a:pt x="114" y="1106"/>
                    </a:cubicBezTo>
                    <a:cubicBezTo>
                      <a:pt x="120" y="1106"/>
                      <a:pt x="127" y="1106"/>
                      <a:pt x="133" y="1105"/>
                    </a:cubicBezTo>
                    <a:cubicBezTo>
                      <a:pt x="143" y="1105"/>
                      <a:pt x="151" y="1105"/>
                      <a:pt x="159" y="1097"/>
                    </a:cubicBezTo>
                    <a:lnTo>
                      <a:pt x="2365" y="210"/>
                    </a:lnTo>
                    <a:cubicBezTo>
                      <a:pt x="2423" y="186"/>
                      <a:pt x="2449" y="128"/>
                      <a:pt x="2423" y="70"/>
                    </a:cubicBezTo>
                    <a:cubicBezTo>
                      <a:pt x="2405" y="25"/>
                      <a:pt x="2368" y="0"/>
                      <a:pt x="23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112">
                <a:extLst>
                  <a:ext uri="{FF2B5EF4-FFF2-40B4-BE49-F238E27FC236}">
                    <a16:creationId xmlns:a16="http://schemas.microsoft.com/office/drawing/2014/main" id="{069ACA65-70AB-A439-286A-7B07A1BFAB4C}"/>
                  </a:ext>
                </a:extLst>
              </p:cNvPr>
              <p:cNvSpPr/>
              <p:nvPr/>
            </p:nvSpPr>
            <p:spPr>
              <a:xfrm>
                <a:off x="7342699" y="2525661"/>
                <a:ext cx="484061" cy="212747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275" extrusionOk="0">
                    <a:moveTo>
                      <a:pt x="2770" y="0"/>
                    </a:moveTo>
                    <a:cubicBezTo>
                      <a:pt x="2758" y="0"/>
                      <a:pt x="2746" y="2"/>
                      <a:pt x="2734" y="5"/>
                    </a:cubicBezTo>
                    <a:lnTo>
                      <a:pt x="85" y="1066"/>
                    </a:lnTo>
                    <a:cubicBezTo>
                      <a:pt x="35" y="1092"/>
                      <a:pt x="1" y="1150"/>
                      <a:pt x="27" y="1208"/>
                    </a:cubicBezTo>
                    <a:cubicBezTo>
                      <a:pt x="43" y="1250"/>
                      <a:pt x="93" y="1274"/>
                      <a:pt x="143" y="1274"/>
                    </a:cubicBezTo>
                    <a:cubicBezTo>
                      <a:pt x="151" y="1274"/>
                      <a:pt x="159" y="1266"/>
                      <a:pt x="167" y="1266"/>
                    </a:cubicBezTo>
                    <a:lnTo>
                      <a:pt x="2816" y="206"/>
                    </a:lnTo>
                    <a:cubicBezTo>
                      <a:pt x="2875" y="179"/>
                      <a:pt x="2901" y="121"/>
                      <a:pt x="2875" y="63"/>
                    </a:cubicBezTo>
                    <a:cubicBezTo>
                      <a:pt x="2855" y="23"/>
                      <a:pt x="2815" y="0"/>
                      <a:pt x="27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112">
                <a:extLst>
                  <a:ext uri="{FF2B5EF4-FFF2-40B4-BE49-F238E27FC236}">
                    <a16:creationId xmlns:a16="http://schemas.microsoft.com/office/drawing/2014/main" id="{FE9D870E-8AAE-23C1-648F-7FA5DC3E67C4}"/>
                  </a:ext>
                </a:extLst>
              </p:cNvPr>
              <p:cNvSpPr/>
              <p:nvPr/>
            </p:nvSpPr>
            <p:spPr>
              <a:xfrm>
                <a:off x="8044181" y="1568375"/>
                <a:ext cx="292839" cy="642912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3853" extrusionOk="0">
                    <a:moveTo>
                      <a:pt x="1755" y="1"/>
                    </a:moveTo>
                    <a:cubicBezTo>
                      <a:pt x="1729" y="19"/>
                      <a:pt x="1705" y="35"/>
                      <a:pt x="1689" y="51"/>
                    </a:cubicBezTo>
                    <a:cubicBezTo>
                      <a:pt x="1496" y="227"/>
                      <a:pt x="0" y="3853"/>
                      <a:pt x="0" y="3853"/>
                    </a:cubicBezTo>
                    <a:cubicBezTo>
                      <a:pt x="84" y="3845"/>
                      <a:pt x="151" y="3837"/>
                      <a:pt x="217" y="3837"/>
                    </a:cubicBez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112">
                <a:extLst>
                  <a:ext uri="{FF2B5EF4-FFF2-40B4-BE49-F238E27FC236}">
                    <a16:creationId xmlns:a16="http://schemas.microsoft.com/office/drawing/2014/main" id="{99983218-49DB-BFA1-A48D-844FBCAEDD8F}"/>
                  </a:ext>
                </a:extLst>
              </p:cNvPr>
              <p:cNvSpPr/>
              <p:nvPr/>
            </p:nvSpPr>
            <p:spPr>
              <a:xfrm rot="3534592" flipH="1">
                <a:off x="7272056" y="2267423"/>
                <a:ext cx="1219647" cy="1159366"/>
              </a:xfrm>
              <a:custGeom>
                <a:avLst/>
                <a:gdLst/>
                <a:ahLst/>
                <a:cxnLst/>
                <a:rect l="l" t="t" r="r" b="b"/>
                <a:pathLst>
                  <a:path w="6268" h="5624" extrusionOk="0">
                    <a:moveTo>
                      <a:pt x="279" y="0"/>
                    </a:moveTo>
                    <a:cubicBezTo>
                      <a:pt x="278" y="0"/>
                      <a:pt x="276" y="0"/>
                      <a:pt x="275" y="0"/>
                    </a:cubicBezTo>
                    <a:cubicBezTo>
                      <a:pt x="175" y="17"/>
                      <a:pt x="0" y="610"/>
                      <a:pt x="66" y="861"/>
                    </a:cubicBezTo>
                    <a:cubicBezTo>
                      <a:pt x="143" y="1103"/>
                      <a:pt x="359" y="1430"/>
                      <a:pt x="1512" y="2716"/>
                    </a:cubicBezTo>
                    <a:cubicBezTo>
                      <a:pt x="2657" y="4003"/>
                      <a:pt x="4412" y="5624"/>
                      <a:pt x="4412" y="5624"/>
                    </a:cubicBezTo>
                    <a:lnTo>
                      <a:pt x="6267" y="5140"/>
                    </a:lnTo>
                    <a:cubicBezTo>
                      <a:pt x="4494" y="4296"/>
                      <a:pt x="710" y="1061"/>
                      <a:pt x="576" y="861"/>
                    </a:cubicBezTo>
                    <a:cubicBezTo>
                      <a:pt x="445" y="663"/>
                      <a:pt x="385" y="0"/>
                      <a:pt x="2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2202;p112">
            <a:extLst>
              <a:ext uri="{FF2B5EF4-FFF2-40B4-BE49-F238E27FC236}">
                <a16:creationId xmlns:a16="http://schemas.microsoft.com/office/drawing/2014/main" id="{2CC6B82F-0DA5-B864-F394-7273EA8BBCD6}"/>
              </a:ext>
            </a:extLst>
          </p:cNvPr>
          <p:cNvSpPr txBox="1">
            <a:spLocks/>
          </p:cNvSpPr>
          <p:nvPr/>
        </p:nvSpPr>
        <p:spPr>
          <a:xfrm>
            <a:off x="2599305" y="4275273"/>
            <a:ext cx="2355104" cy="406543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8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600"/>
              <a:t>Of which is via aircraft!</a:t>
            </a:r>
          </a:p>
        </p:txBody>
      </p:sp>
      <p:sp>
        <p:nvSpPr>
          <p:cNvPr id="3" name="Google Shape;2203;p112">
            <a:extLst>
              <a:ext uri="{FF2B5EF4-FFF2-40B4-BE49-F238E27FC236}">
                <a16:creationId xmlns:a16="http://schemas.microsoft.com/office/drawing/2014/main" id="{CC983D07-E53E-81E8-7BDC-F2BF290F8AAF}"/>
              </a:ext>
            </a:extLst>
          </p:cNvPr>
          <p:cNvSpPr txBox="1">
            <a:spLocks/>
          </p:cNvSpPr>
          <p:nvPr/>
        </p:nvSpPr>
        <p:spPr>
          <a:xfrm>
            <a:off x="2499139" y="3116521"/>
            <a:ext cx="2446081" cy="132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0"/>
              <a:buFont typeface="Lato Black"/>
              <a:buNone/>
              <a:defRPr sz="14000" b="0" i="0" u="none" strike="noStrike" cap="non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8000"/>
              <a:t>9%</a:t>
            </a:r>
          </a:p>
        </p:txBody>
      </p:sp>
      <p:pic>
        <p:nvPicPr>
          <p:cNvPr id="6" name="Picture 5" descr="A white airplane with orange and blue text&#10;&#10;AI-generated content may be incorrect.">
            <a:extLst>
              <a:ext uri="{FF2B5EF4-FFF2-40B4-BE49-F238E27FC236}">
                <a16:creationId xmlns:a16="http://schemas.microsoft.com/office/drawing/2014/main" id="{70BA1FF1-A36E-2A76-505F-12E069804A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12" t="15638" r="8974" b="18210"/>
          <a:stretch>
            <a:fillRect/>
          </a:stretch>
        </p:blipFill>
        <p:spPr>
          <a:xfrm>
            <a:off x="7735641" y="123990"/>
            <a:ext cx="1096109" cy="865123"/>
          </a:xfrm>
          <a:prstGeom prst="rect">
            <a:avLst/>
          </a:prstGeom>
        </p:spPr>
      </p:pic>
      <p:sp>
        <p:nvSpPr>
          <p:cNvPr id="7" name="Title 5">
            <a:extLst>
              <a:ext uri="{FF2B5EF4-FFF2-40B4-BE49-F238E27FC236}">
                <a16:creationId xmlns:a16="http://schemas.microsoft.com/office/drawing/2014/main" id="{4700FAEF-8421-37BA-3B62-1DBF645BB67E}"/>
              </a:ext>
            </a:extLst>
          </p:cNvPr>
          <p:cNvSpPr txBox="1">
            <a:spLocks/>
          </p:cNvSpPr>
          <p:nvPr/>
        </p:nvSpPr>
        <p:spPr>
          <a:xfrm>
            <a:off x="198751" y="103103"/>
            <a:ext cx="73041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0"/>
              <a:buFont typeface="Lato Black"/>
              <a:buNone/>
              <a:defRPr sz="14000" b="0" i="0" u="none" strike="noStrike" cap="non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900"/>
              <a:t>The Global Warming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570E8-344A-6B75-F290-536B36136035}"/>
              </a:ext>
            </a:extLst>
          </p:cNvPr>
          <p:cNvSpPr txBox="1"/>
          <p:nvPr/>
        </p:nvSpPr>
        <p:spPr>
          <a:xfrm>
            <a:off x="198751" y="4813980"/>
            <a:ext cx="62061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[1] United States Environmental Protection Agency. </a:t>
            </a:r>
            <a:r>
              <a:rPr lang="en-US" sz="800" b="0" i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Sources of Greenhouse Gas Emissions</a:t>
            </a:r>
            <a:r>
              <a:rPr lang="en-US" sz="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United States Environmental Protection Agency. https://www.epa.gov/ghgemissions/sources-greenhouse-gas-emissions.</a:t>
            </a:r>
          </a:p>
          <a:p>
            <a:pPr algn="l">
              <a:buNone/>
            </a:pPr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‌</a:t>
            </a:r>
          </a:p>
        </p:txBody>
      </p:sp>
      <p:sp>
        <p:nvSpPr>
          <p:cNvPr id="8" name="Google Shape;2203;p112">
            <a:extLst>
              <a:ext uri="{FF2B5EF4-FFF2-40B4-BE49-F238E27FC236}">
                <a16:creationId xmlns:a16="http://schemas.microsoft.com/office/drawing/2014/main" id="{09290A5C-3C83-9DFE-76CA-40EE61AB34D9}"/>
              </a:ext>
            </a:extLst>
          </p:cNvPr>
          <p:cNvSpPr txBox="1">
            <a:spLocks/>
          </p:cNvSpPr>
          <p:nvPr/>
        </p:nvSpPr>
        <p:spPr>
          <a:xfrm>
            <a:off x="3801279" y="1910280"/>
            <a:ext cx="2446081" cy="76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0"/>
              <a:buFont typeface="Lato Black"/>
              <a:buNone/>
              <a:defRPr sz="14000" b="0" i="0" u="none" strike="noStrike" cap="non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1900"/>
              <a:t>Approx. 165 trillion metric tons of CO</a:t>
            </a:r>
            <a:r>
              <a:rPr lang="en" sz="1900" baseline="-25000"/>
              <a:t>2</a:t>
            </a:r>
            <a:r>
              <a:rPr lang="en" sz="1900"/>
              <a:t>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DC46F-8B9A-31C0-B1A3-BF4A1AD018D0}"/>
              </a:ext>
            </a:extLst>
          </p:cNvPr>
          <p:cNvSpPr txBox="1"/>
          <p:nvPr/>
        </p:nvSpPr>
        <p:spPr>
          <a:xfrm>
            <a:off x="8712472" y="4752480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343367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2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2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2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2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4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2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>
          <a:extLst>
            <a:ext uri="{FF2B5EF4-FFF2-40B4-BE49-F238E27FC236}">
              <a16:creationId xmlns:a16="http://schemas.microsoft.com/office/drawing/2014/main" id="{2A4E26EE-BC44-C94B-32FD-65179EAC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18;p74">
            <a:extLst>
              <a:ext uri="{FF2B5EF4-FFF2-40B4-BE49-F238E27FC236}">
                <a16:creationId xmlns:a16="http://schemas.microsoft.com/office/drawing/2014/main" id="{CAB20CAD-1F72-FA68-084C-7B297D2A45B8}"/>
              </a:ext>
            </a:extLst>
          </p:cNvPr>
          <p:cNvSpPr txBox="1">
            <a:spLocks/>
          </p:cNvSpPr>
          <p:nvPr/>
        </p:nvSpPr>
        <p:spPr>
          <a:xfrm>
            <a:off x="2096750" y="-14377"/>
            <a:ext cx="4980900" cy="153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ato Black"/>
              <a:buNone/>
              <a:defRPr sz="6000" b="0" i="0" u="none" strike="noStrike" cap="none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8800"/>
              <a:t>2050</a:t>
            </a:r>
            <a:r>
              <a:rPr lang="en" sz="6600"/>
              <a:t> </a:t>
            </a:r>
          </a:p>
        </p:txBody>
      </p:sp>
      <p:sp>
        <p:nvSpPr>
          <p:cNvPr id="719" name="Google Shape;719;p74">
            <a:extLst>
              <a:ext uri="{FF2B5EF4-FFF2-40B4-BE49-F238E27FC236}">
                <a16:creationId xmlns:a16="http://schemas.microsoft.com/office/drawing/2014/main" id="{74FD8E62-A6A5-E7BD-9273-3C7611EC9C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23937" y="3728379"/>
            <a:ext cx="4326525" cy="9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Aviation is </a:t>
            </a:r>
            <a:r>
              <a:rPr lang="en-US" sz="1600" b="1"/>
              <a:t>exceptionally hard </a:t>
            </a:r>
            <a:r>
              <a:rPr lang="en-US" sz="1600"/>
              <a:t>to decarbonize! It’s mobile, requires high energy density fuel, and currently hard to innovate!</a:t>
            </a:r>
          </a:p>
        </p:txBody>
      </p:sp>
      <p:grpSp>
        <p:nvGrpSpPr>
          <p:cNvPr id="720" name="Google Shape;720;p74">
            <a:extLst>
              <a:ext uri="{FF2B5EF4-FFF2-40B4-BE49-F238E27FC236}">
                <a16:creationId xmlns:a16="http://schemas.microsoft.com/office/drawing/2014/main" id="{A18167E6-C8A8-C1CF-6B1C-384120DB0701}"/>
              </a:ext>
            </a:extLst>
          </p:cNvPr>
          <p:cNvGrpSpPr/>
          <p:nvPr/>
        </p:nvGrpSpPr>
        <p:grpSpPr>
          <a:xfrm>
            <a:off x="2589544" y="1772100"/>
            <a:ext cx="4411630" cy="1154032"/>
            <a:chOff x="2707200" y="2043975"/>
            <a:chExt cx="4035150" cy="1055550"/>
          </a:xfrm>
        </p:grpSpPr>
        <p:sp>
          <p:nvSpPr>
            <p:cNvPr id="721" name="Google Shape;721;p74">
              <a:extLst>
                <a:ext uri="{FF2B5EF4-FFF2-40B4-BE49-F238E27FC236}">
                  <a16:creationId xmlns:a16="http://schemas.microsoft.com/office/drawing/2014/main" id="{DF2BBD2D-A47D-F4D3-DBD1-29B62F3195CC}"/>
                </a:ext>
              </a:extLst>
            </p:cNvPr>
            <p:cNvSpPr/>
            <p:nvPr/>
          </p:nvSpPr>
          <p:spPr>
            <a:xfrm>
              <a:off x="5785874" y="2732664"/>
              <a:ext cx="140963" cy="17804"/>
            </a:xfrm>
            <a:custGeom>
              <a:avLst/>
              <a:gdLst/>
              <a:ahLst/>
              <a:cxnLst/>
              <a:rect l="l" t="t" r="r" b="b"/>
              <a:pathLst>
                <a:path w="1346" h="170" extrusionOk="0">
                  <a:moveTo>
                    <a:pt x="1346" y="1"/>
                  </a:moveTo>
                  <a:lnTo>
                    <a:pt x="143" y="35"/>
                  </a:lnTo>
                  <a:lnTo>
                    <a:pt x="0" y="169"/>
                  </a:lnTo>
                  <a:lnTo>
                    <a:pt x="0" y="169"/>
                  </a:lnTo>
                  <a:lnTo>
                    <a:pt x="1085" y="109"/>
                  </a:lnTo>
                  <a:lnTo>
                    <a:pt x="1346" y="1"/>
                  </a:lnTo>
                  <a:close/>
                </a:path>
              </a:pathLst>
            </a:custGeom>
            <a:solidFill>
              <a:srgbClr val="CCD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74">
              <a:extLst>
                <a:ext uri="{FF2B5EF4-FFF2-40B4-BE49-F238E27FC236}">
                  <a16:creationId xmlns:a16="http://schemas.microsoft.com/office/drawing/2014/main" id="{8B9C2A51-CDA1-4D6A-7942-581E2F2F09A2}"/>
                </a:ext>
              </a:extLst>
            </p:cNvPr>
            <p:cNvSpPr/>
            <p:nvPr/>
          </p:nvSpPr>
          <p:spPr>
            <a:xfrm>
              <a:off x="5447080" y="2525408"/>
              <a:ext cx="222546" cy="83258"/>
            </a:xfrm>
            <a:custGeom>
              <a:avLst/>
              <a:gdLst/>
              <a:ahLst/>
              <a:cxnLst/>
              <a:rect l="l" t="t" r="r" b="b"/>
              <a:pathLst>
                <a:path w="2125" h="795" extrusionOk="0">
                  <a:moveTo>
                    <a:pt x="610" y="1"/>
                  </a:moveTo>
                  <a:lnTo>
                    <a:pt x="1" y="225"/>
                  </a:lnTo>
                  <a:lnTo>
                    <a:pt x="27" y="334"/>
                  </a:lnTo>
                  <a:lnTo>
                    <a:pt x="101" y="602"/>
                  </a:lnTo>
                  <a:lnTo>
                    <a:pt x="1272" y="711"/>
                  </a:lnTo>
                  <a:lnTo>
                    <a:pt x="2124" y="795"/>
                  </a:lnTo>
                  <a:lnTo>
                    <a:pt x="6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74">
              <a:extLst>
                <a:ext uri="{FF2B5EF4-FFF2-40B4-BE49-F238E27FC236}">
                  <a16:creationId xmlns:a16="http://schemas.microsoft.com/office/drawing/2014/main" id="{8AADF455-76AA-962C-5297-A52083CD53C3}"/>
                </a:ext>
              </a:extLst>
            </p:cNvPr>
            <p:cNvSpPr/>
            <p:nvPr/>
          </p:nvSpPr>
          <p:spPr>
            <a:xfrm>
              <a:off x="2707200" y="2043975"/>
              <a:ext cx="3174919" cy="738329"/>
            </a:xfrm>
            <a:custGeom>
              <a:avLst/>
              <a:gdLst/>
              <a:ahLst/>
              <a:cxnLst/>
              <a:rect l="l" t="t" r="r" b="b"/>
              <a:pathLst>
                <a:path w="30316" h="7050" extrusionOk="0">
                  <a:moveTo>
                    <a:pt x="4248" y="1"/>
                  </a:moveTo>
                  <a:cubicBezTo>
                    <a:pt x="2652" y="1"/>
                    <a:pt x="956" y="1018"/>
                    <a:pt x="393" y="1521"/>
                  </a:cubicBezTo>
                  <a:cubicBezTo>
                    <a:pt x="319" y="1582"/>
                    <a:pt x="261" y="1648"/>
                    <a:pt x="219" y="1714"/>
                  </a:cubicBezTo>
                  <a:cubicBezTo>
                    <a:pt x="0" y="2033"/>
                    <a:pt x="85" y="2350"/>
                    <a:pt x="428" y="2592"/>
                  </a:cubicBezTo>
                  <a:cubicBezTo>
                    <a:pt x="821" y="2867"/>
                    <a:pt x="1966" y="3587"/>
                    <a:pt x="4246" y="3962"/>
                  </a:cubicBezTo>
                  <a:cubicBezTo>
                    <a:pt x="4763" y="4046"/>
                    <a:pt x="6000" y="4255"/>
                    <a:pt x="7621" y="4529"/>
                  </a:cubicBezTo>
                  <a:cubicBezTo>
                    <a:pt x="9259" y="4806"/>
                    <a:pt x="11281" y="5149"/>
                    <a:pt x="13346" y="5492"/>
                  </a:cubicBezTo>
                  <a:cubicBezTo>
                    <a:pt x="18065" y="6274"/>
                    <a:pt x="22996" y="7049"/>
                    <a:pt x="23968" y="7049"/>
                  </a:cubicBezTo>
                  <a:cubicBezTo>
                    <a:pt x="24003" y="7049"/>
                    <a:pt x="24033" y="7048"/>
                    <a:pt x="24057" y="7046"/>
                  </a:cubicBezTo>
                  <a:cubicBezTo>
                    <a:pt x="25361" y="6936"/>
                    <a:pt x="28962" y="6411"/>
                    <a:pt x="29640" y="6094"/>
                  </a:cubicBezTo>
                  <a:cubicBezTo>
                    <a:pt x="30316" y="5775"/>
                    <a:pt x="27917" y="5249"/>
                    <a:pt x="26321" y="4830"/>
                  </a:cubicBezTo>
                  <a:cubicBezTo>
                    <a:pt x="25419" y="4590"/>
                    <a:pt x="23648" y="4128"/>
                    <a:pt x="22002" y="3711"/>
                  </a:cubicBezTo>
                  <a:cubicBezTo>
                    <a:pt x="20740" y="3394"/>
                    <a:pt x="19563" y="3102"/>
                    <a:pt x="18919" y="2959"/>
                  </a:cubicBezTo>
                  <a:cubicBezTo>
                    <a:pt x="18634" y="2901"/>
                    <a:pt x="17967" y="2751"/>
                    <a:pt x="17064" y="2550"/>
                  </a:cubicBezTo>
                  <a:cubicBezTo>
                    <a:pt x="17056" y="2550"/>
                    <a:pt x="17046" y="2542"/>
                    <a:pt x="17046" y="2542"/>
                  </a:cubicBezTo>
                  <a:cubicBezTo>
                    <a:pt x="16679" y="2458"/>
                    <a:pt x="16270" y="2374"/>
                    <a:pt x="15835" y="2273"/>
                  </a:cubicBezTo>
                  <a:cubicBezTo>
                    <a:pt x="11850" y="1397"/>
                    <a:pt x="5475" y="17"/>
                    <a:pt x="4304" y="1"/>
                  </a:cubicBezTo>
                  <a:cubicBezTo>
                    <a:pt x="4285" y="1"/>
                    <a:pt x="4267" y="1"/>
                    <a:pt x="4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74">
              <a:extLst>
                <a:ext uri="{FF2B5EF4-FFF2-40B4-BE49-F238E27FC236}">
                  <a16:creationId xmlns:a16="http://schemas.microsoft.com/office/drawing/2014/main" id="{3337086B-596D-6C73-BF9D-49773673791F}"/>
                </a:ext>
              </a:extLst>
            </p:cNvPr>
            <p:cNvSpPr/>
            <p:nvPr/>
          </p:nvSpPr>
          <p:spPr>
            <a:xfrm>
              <a:off x="2847850" y="2091525"/>
              <a:ext cx="236673" cy="128600"/>
            </a:xfrm>
            <a:custGeom>
              <a:avLst/>
              <a:gdLst/>
              <a:ahLst/>
              <a:cxnLst/>
              <a:rect l="l" t="t" r="r" b="b"/>
              <a:pathLst>
                <a:path w="2340" h="1246" extrusionOk="0">
                  <a:moveTo>
                    <a:pt x="685" y="1"/>
                  </a:moveTo>
                  <a:lnTo>
                    <a:pt x="1" y="394"/>
                  </a:lnTo>
                  <a:cubicBezTo>
                    <a:pt x="267" y="668"/>
                    <a:pt x="610" y="853"/>
                    <a:pt x="1062" y="1011"/>
                  </a:cubicBezTo>
                  <a:cubicBezTo>
                    <a:pt x="1262" y="1077"/>
                    <a:pt x="1563" y="1170"/>
                    <a:pt x="1846" y="1246"/>
                  </a:cubicBezTo>
                  <a:cubicBezTo>
                    <a:pt x="2006" y="1053"/>
                    <a:pt x="2173" y="861"/>
                    <a:pt x="2339" y="684"/>
                  </a:cubicBezTo>
                  <a:cubicBezTo>
                    <a:pt x="1914" y="584"/>
                    <a:pt x="1487" y="476"/>
                    <a:pt x="1354" y="418"/>
                  </a:cubicBezTo>
                  <a:cubicBezTo>
                    <a:pt x="1054" y="301"/>
                    <a:pt x="685" y="1"/>
                    <a:pt x="6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74">
              <a:extLst>
                <a:ext uri="{FF2B5EF4-FFF2-40B4-BE49-F238E27FC236}">
                  <a16:creationId xmlns:a16="http://schemas.microsoft.com/office/drawing/2014/main" id="{B9333860-AA4B-88E4-4982-2198225BCF70}"/>
                </a:ext>
              </a:extLst>
            </p:cNvPr>
            <p:cNvSpPr/>
            <p:nvPr/>
          </p:nvSpPr>
          <p:spPr>
            <a:xfrm>
              <a:off x="3062540" y="2168391"/>
              <a:ext cx="122531" cy="69225"/>
            </a:xfrm>
            <a:custGeom>
              <a:avLst/>
              <a:gdLst/>
              <a:ahLst/>
              <a:cxnLst/>
              <a:rect l="l" t="t" r="r" b="b"/>
              <a:pathLst>
                <a:path w="1170" h="661" extrusionOk="0">
                  <a:moveTo>
                    <a:pt x="486" y="1"/>
                  </a:moveTo>
                  <a:cubicBezTo>
                    <a:pt x="327" y="193"/>
                    <a:pt x="159" y="376"/>
                    <a:pt x="0" y="568"/>
                  </a:cubicBezTo>
                  <a:cubicBezTo>
                    <a:pt x="235" y="626"/>
                    <a:pt x="436" y="660"/>
                    <a:pt x="518" y="660"/>
                  </a:cubicBezTo>
                  <a:cubicBezTo>
                    <a:pt x="668" y="660"/>
                    <a:pt x="987" y="402"/>
                    <a:pt x="1119" y="267"/>
                  </a:cubicBezTo>
                  <a:cubicBezTo>
                    <a:pt x="1170" y="225"/>
                    <a:pt x="1146" y="151"/>
                    <a:pt x="1087" y="133"/>
                  </a:cubicBezTo>
                  <a:cubicBezTo>
                    <a:pt x="953" y="101"/>
                    <a:pt x="728" y="51"/>
                    <a:pt x="4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74">
              <a:extLst>
                <a:ext uri="{FF2B5EF4-FFF2-40B4-BE49-F238E27FC236}">
                  <a16:creationId xmlns:a16="http://schemas.microsoft.com/office/drawing/2014/main" id="{72697119-D044-BC2D-DA76-885578C6ADE2}"/>
                </a:ext>
              </a:extLst>
            </p:cNvPr>
            <p:cNvSpPr/>
            <p:nvPr/>
          </p:nvSpPr>
          <p:spPr>
            <a:xfrm>
              <a:off x="5431371" y="2398583"/>
              <a:ext cx="591710" cy="264332"/>
            </a:xfrm>
            <a:custGeom>
              <a:avLst/>
              <a:gdLst/>
              <a:ahLst/>
              <a:cxnLst/>
              <a:rect l="l" t="t" r="r" b="b"/>
              <a:pathLst>
                <a:path w="5650" h="2524" extrusionOk="0">
                  <a:moveTo>
                    <a:pt x="4103" y="0"/>
                  </a:moveTo>
                  <a:lnTo>
                    <a:pt x="760" y="1212"/>
                  </a:lnTo>
                  <a:lnTo>
                    <a:pt x="151" y="1436"/>
                  </a:lnTo>
                  <a:lnTo>
                    <a:pt x="0" y="1494"/>
                  </a:lnTo>
                  <a:lnTo>
                    <a:pt x="177" y="1545"/>
                  </a:lnTo>
                  <a:lnTo>
                    <a:pt x="1422" y="1922"/>
                  </a:lnTo>
                  <a:lnTo>
                    <a:pt x="3367" y="2523"/>
                  </a:lnTo>
                  <a:lnTo>
                    <a:pt x="5649" y="391"/>
                  </a:lnTo>
                  <a:lnTo>
                    <a:pt x="41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74">
              <a:extLst>
                <a:ext uri="{FF2B5EF4-FFF2-40B4-BE49-F238E27FC236}">
                  <a16:creationId xmlns:a16="http://schemas.microsoft.com/office/drawing/2014/main" id="{219325E5-D801-026A-5029-6BA09B12C06E}"/>
                </a:ext>
              </a:extLst>
            </p:cNvPr>
            <p:cNvSpPr/>
            <p:nvPr/>
          </p:nvSpPr>
          <p:spPr>
            <a:xfrm>
              <a:off x="5552960" y="2671608"/>
              <a:ext cx="373877" cy="64826"/>
            </a:xfrm>
            <a:custGeom>
              <a:avLst/>
              <a:gdLst/>
              <a:ahLst/>
              <a:cxnLst/>
              <a:rect l="l" t="t" r="r" b="b"/>
              <a:pathLst>
                <a:path w="3570" h="619" extrusionOk="0">
                  <a:moveTo>
                    <a:pt x="2106" y="0"/>
                  </a:moveTo>
                  <a:lnTo>
                    <a:pt x="0" y="83"/>
                  </a:lnTo>
                  <a:lnTo>
                    <a:pt x="2367" y="618"/>
                  </a:lnTo>
                  <a:lnTo>
                    <a:pt x="3570" y="584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74">
              <a:extLst>
                <a:ext uri="{FF2B5EF4-FFF2-40B4-BE49-F238E27FC236}">
                  <a16:creationId xmlns:a16="http://schemas.microsoft.com/office/drawing/2014/main" id="{4699E74F-7089-19CD-DEFA-BDF7E3641046}"/>
                </a:ext>
              </a:extLst>
            </p:cNvPr>
            <p:cNvSpPr/>
            <p:nvPr/>
          </p:nvSpPr>
          <p:spPr>
            <a:xfrm>
              <a:off x="5526673" y="2680195"/>
              <a:ext cx="274177" cy="70272"/>
            </a:xfrm>
            <a:custGeom>
              <a:avLst/>
              <a:gdLst/>
              <a:ahLst/>
              <a:cxnLst/>
              <a:rect l="l" t="t" r="r" b="b"/>
              <a:pathLst>
                <a:path w="2618" h="671" extrusionOk="0">
                  <a:moveTo>
                    <a:pt x="251" y="1"/>
                  </a:moveTo>
                  <a:lnTo>
                    <a:pt x="1" y="293"/>
                  </a:lnTo>
                  <a:lnTo>
                    <a:pt x="2475" y="670"/>
                  </a:lnTo>
                  <a:lnTo>
                    <a:pt x="2618" y="536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CCD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74">
              <a:extLst>
                <a:ext uri="{FF2B5EF4-FFF2-40B4-BE49-F238E27FC236}">
                  <a16:creationId xmlns:a16="http://schemas.microsoft.com/office/drawing/2014/main" id="{38E4D16E-1349-9864-8276-129E86F811EA}"/>
                </a:ext>
              </a:extLst>
            </p:cNvPr>
            <p:cNvSpPr/>
            <p:nvPr/>
          </p:nvSpPr>
          <p:spPr>
            <a:xfrm>
              <a:off x="5526673" y="2680195"/>
              <a:ext cx="400164" cy="70272"/>
            </a:xfrm>
            <a:custGeom>
              <a:avLst/>
              <a:gdLst/>
              <a:ahLst/>
              <a:cxnLst/>
              <a:rect l="l" t="t" r="r" b="b"/>
              <a:pathLst>
                <a:path w="3821" h="671" extrusionOk="0">
                  <a:moveTo>
                    <a:pt x="251" y="1"/>
                  </a:moveTo>
                  <a:lnTo>
                    <a:pt x="1" y="293"/>
                  </a:lnTo>
                  <a:lnTo>
                    <a:pt x="2475" y="670"/>
                  </a:lnTo>
                  <a:lnTo>
                    <a:pt x="3560" y="610"/>
                  </a:lnTo>
                  <a:lnTo>
                    <a:pt x="3821" y="502"/>
                  </a:lnTo>
                  <a:lnTo>
                    <a:pt x="2618" y="536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74">
              <a:extLst>
                <a:ext uri="{FF2B5EF4-FFF2-40B4-BE49-F238E27FC236}">
                  <a16:creationId xmlns:a16="http://schemas.microsoft.com/office/drawing/2014/main" id="{0FBAA8E4-915F-DF4D-54D6-2CF9785638E6}"/>
                </a:ext>
              </a:extLst>
            </p:cNvPr>
            <p:cNvSpPr/>
            <p:nvPr/>
          </p:nvSpPr>
          <p:spPr>
            <a:xfrm>
              <a:off x="3597279" y="2388948"/>
              <a:ext cx="905683" cy="259829"/>
            </a:xfrm>
            <a:custGeom>
              <a:avLst/>
              <a:gdLst/>
              <a:ahLst/>
              <a:cxnLst/>
              <a:rect l="l" t="t" r="r" b="b"/>
              <a:pathLst>
                <a:path w="8648" h="2481" extrusionOk="0">
                  <a:moveTo>
                    <a:pt x="0" y="0"/>
                  </a:moveTo>
                  <a:lnTo>
                    <a:pt x="1011" y="869"/>
                  </a:lnTo>
                  <a:lnTo>
                    <a:pt x="8180" y="2481"/>
                  </a:lnTo>
                  <a:lnTo>
                    <a:pt x="8647" y="1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74">
              <a:extLst>
                <a:ext uri="{FF2B5EF4-FFF2-40B4-BE49-F238E27FC236}">
                  <a16:creationId xmlns:a16="http://schemas.microsoft.com/office/drawing/2014/main" id="{99DAEEDE-AD30-187A-AD5F-71DB8F6FC184}"/>
                </a:ext>
              </a:extLst>
            </p:cNvPr>
            <p:cNvSpPr/>
            <p:nvPr/>
          </p:nvSpPr>
          <p:spPr>
            <a:xfrm>
              <a:off x="3597279" y="2363499"/>
              <a:ext cx="870809" cy="221499"/>
            </a:xfrm>
            <a:custGeom>
              <a:avLst/>
              <a:gdLst/>
              <a:ahLst/>
              <a:cxnLst/>
              <a:rect l="l" t="t" r="r" b="b"/>
              <a:pathLst>
                <a:path w="8315" h="2115" extrusionOk="0">
                  <a:moveTo>
                    <a:pt x="175" y="1"/>
                  </a:moveTo>
                  <a:lnTo>
                    <a:pt x="0" y="243"/>
                  </a:lnTo>
                  <a:lnTo>
                    <a:pt x="8315" y="2114"/>
                  </a:lnTo>
                  <a:lnTo>
                    <a:pt x="8172" y="1856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74">
              <a:extLst>
                <a:ext uri="{FF2B5EF4-FFF2-40B4-BE49-F238E27FC236}">
                  <a16:creationId xmlns:a16="http://schemas.microsoft.com/office/drawing/2014/main" id="{5163F98D-0DE6-9B2C-8E76-0FF11F3520F7}"/>
                </a:ext>
              </a:extLst>
            </p:cNvPr>
            <p:cNvSpPr/>
            <p:nvPr/>
          </p:nvSpPr>
          <p:spPr>
            <a:xfrm>
              <a:off x="3881614" y="2517449"/>
              <a:ext cx="194374" cy="145466"/>
            </a:xfrm>
            <a:custGeom>
              <a:avLst/>
              <a:gdLst/>
              <a:ahLst/>
              <a:cxnLst/>
              <a:rect l="l" t="t" r="r" b="b"/>
              <a:pathLst>
                <a:path w="1856" h="1389" extrusionOk="0">
                  <a:moveTo>
                    <a:pt x="259" y="0"/>
                  </a:moveTo>
                  <a:lnTo>
                    <a:pt x="1" y="1138"/>
                  </a:lnTo>
                  <a:lnTo>
                    <a:pt x="1647" y="1388"/>
                  </a:lnTo>
                  <a:lnTo>
                    <a:pt x="1855" y="478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CCD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74">
              <a:extLst>
                <a:ext uri="{FF2B5EF4-FFF2-40B4-BE49-F238E27FC236}">
                  <a16:creationId xmlns:a16="http://schemas.microsoft.com/office/drawing/2014/main" id="{0A97DB23-B341-4719-0E79-407B8579C02C}"/>
                </a:ext>
              </a:extLst>
            </p:cNvPr>
            <p:cNvSpPr/>
            <p:nvPr/>
          </p:nvSpPr>
          <p:spPr>
            <a:xfrm>
              <a:off x="3789873" y="2496398"/>
              <a:ext cx="86610" cy="133318"/>
            </a:xfrm>
            <a:custGeom>
              <a:avLst/>
              <a:gdLst/>
              <a:ahLst/>
              <a:cxnLst/>
              <a:rect l="l" t="t" r="r" b="b"/>
              <a:pathLst>
                <a:path w="827" h="1273" extrusionOk="0">
                  <a:moveTo>
                    <a:pt x="251" y="1"/>
                  </a:moveTo>
                  <a:lnTo>
                    <a:pt x="0" y="1138"/>
                  </a:lnTo>
                  <a:lnTo>
                    <a:pt x="568" y="1272"/>
                  </a:lnTo>
                  <a:lnTo>
                    <a:pt x="826" y="135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74">
              <a:extLst>
                <a:ext uri="{FF2B5EF4-FFF2-40B4-BE49-F238E27FC236}">
                  <a16:creationId xmlns:a16="http://schemas.microsoft.com/office/drawing/2014/main" id="{475FB7C0-5A58-2A7C-5C79-83C8F6748FD7}"/>
                </a:ext>
              </a:extLst>
            </p:cNvPr>
            <p:cNvSpPr/>
            <p:nvPr/>
          </p:nvSpPr>
          <p:spPr>
            <a:xfrm>
              <a:off x="3789873" y="2496398"/>
              <a:ext cx="286116" cy="166517"/>
            </a:xfrm>
            <a:custGeom>
              <a:avLst/>
              <a:gdLst/>
              <a:ahLst/>
              <a:cxnLst/>
              <a:rect l="l" t="t" r="r" b="b"/>
              <a:pathLst>
                <a:path w="2732" h="1590" extrusionOk="0">
                  <a:moveTo>
                    <a:pt x="251" y="1"/>
                  </a:moveTo>
                  <a:lnTo>
                    <a:pt x="0" y="1138"/>
                  </a:lnTo>
                  <a:lnTo>
                    <a:pt x="877" y="1339"/>
                  </a:lnTo>
                  <a:lnTo>
                    <a:pt x="2523" y="1589"/>
                  </a:lnTo>
                  <a:lnTo>
                    <a:pt x="2731" y="679"/>
                  </a:lnTo>
                  <a:lnTo>
                    <a:pt x="1135" y="201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74">
              <a:extLst>
                <a:ext uri="{FF2B5EF4-FFF2-40B4-BE49-F238E27FC236}">
                  <a16:creationId xmlns:a16="http://schemas.microsoft.com/office/drawing/2014/main" id="{222C8088-3F4A-FC2B-9FCA-377A4D475CD4}"/>
                </a:ext>
              </a:extLst>
            </p:cNvPr>
            <p:cNvSpPr/>
            <p:nvPr/>
          </p:nvSpPr>
          <p:spPr>
            <a:xfrm>
              <a:off x="3982257" y="2540384"/>
              <a:ext cx="194374" cy="145152"/>
            </a:xfrm>
            <a:custGeom>
              <a:avLst/>
              <a:gdLst/>
              <a:ahLst/>
              <a:cxnLst/>
              <a:rect l="l" t="t" r="r" b="b"/>
              <a:pathLst>
                <a:path w="1856" h="1386" extrusionOk="0">
                  <a:moveTo>
                    <a:pt x="259" y="0"/>
                  </a:moveTo>
                  <a:lnTo>
                    <a:pt x="0" y="1135"/>
                  </a:lnTo>
                  <a:lnTo>
                    <a:pt x="1647" y="1386"/>
                  </a:lnTo>
                  <a:lnTo>
                    <a:pt x="1855" y="475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74">
              <a:extLst>
                <a:ext uri="{FF2B5EF4-FFF2-40B4-BE49-F238E27FC236}">
                  <a16:creationId xmlns:a16="http://schemas.microsoft.com/office/drawing/2014/main" id="{F1D44929-24A8-0080-17B8-D3C0B0A59197}"/>
                </a:ext>
              </a:extLst>
            </p:cNvPr>
            <p:cNvSpPr/>
            <p:nvPr/>
          </p:nvSpPr>
          <p:spPr>
            <a:xfrm>
              <a:off x="3890411" y="2519334"/>
              <a:ext cx="86610" cy="133004"/>
            </a:xfrm>
            <a:custGeom>
              <a:avLst/>
              <a:gdLst/>
              <a:ahLst/>
              <a:cxnLst/>
              <a:rect l="l" t="t" r="r" b="b"/>
              <a:pathLst>
                <a:path w="827" h="1270" extrusionOk="0">
                  <a:moveTo>
                    <a:pt x="259" y="1"/>
                  </a:moveTo>
                  <a:lnTo>
                    <a:pt x="1" y="1136"/>
                  </a:lnTo>
                  <a:lnTo>
                    <a:pt x="576" y="1270"/>
                  </a:lnTo>
                  <a:lnTo>
                    <a:pt x="827" y="133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7" name="Google Shape;737;p74">
              <a:extLst>
                <a:ext uri="{FF2B5EF4-FFF2-40B4-BE49-F238E27FC236}">
                  <a16:creationId xmlns:a16="http://schemas.microsoft.com/office/drawing/2014/main" id="{3070DF4D-A018-E077-6669-5AE62F73DEFF}"/>
                </a:ext>
              </a:extLst>
            </p:cNvPr>
            <p:cNvGrpSpPr/>
            <p:nvPr/>
          </p:nvGrpSpPr>
          <p:grpSpPr>
            <a:xfrm>
              <a:off x="3407408" y="2248508"/>
              <a:ext cx="273967" cy="87448"/>
              <a:chOff x="3407408" y="2248508"/>
              <a:chExt cx="273967" cy="87448"/>
            </a:xfrm>
          </p:grpSpPr>
          <p:sp>
            <p:nvSpPr>
              <p:cNvPr id="738" name="Google Shape;738;p74">
                <a:extLst>
                  <a:ext uri="{FF2B5EF4-FFF2-40B4-BE49-F238E27FC236}">
                    <a16:creationId xmlns:a16="http://schemas.microsoft.com/office/drawing/2014/main" id="{83DB76E3-8157-41EB-6CC7-C829F604181C}"/>
                  </a:ext>
                </a:extLst>
              </p:cNvPr>
              <p:cNvSpPr/>
              <p:nvPr/>
            </p:nvSpPr>
            <p:spPr>
              <a:xfrm>
                <a:off x="3407408" y="2248508"/>
                <a:ext cx="32466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7" extrusionOk="0">
                    <a:moveTo>
                      <a:pt x="164" y="1"/>
                    </a:moveTo>
                    <a:cubicBezTo>
                      <a:pt x="101" y="1"/>
                      <a:pt x="48" y="46"/>
                      <a:pt x="32" y="104"/>
                    </a:cubicBezTo>
                    <a:lnTo>
                      <a:pt x="16" y="204"/>
                    </a:lnTo>
                    <a:cubicBezTo>
                      <a:pt x="0" y="280"/>
                      <a:pt x="50" y="347"/>
                      <a:pt x="117" y="363"/>
                    </a:cubicBezTo>
                    <a:cubicBezTo>
                      <a:pt x="127" y="365"/>
                      <a:pt x="138" y="366"/>
                      <a:pt x="148" y="366"/>
                    </a:cubicBezTo>
                    <a:cubicBezTo>
                      <a:pt x="210" y="366"/>
                      <a:pt x="261" y="321"/>
                      <a:pt x="275" y="262"/>
                    </a:cubicBezTo>
                    <a:lnTo>
                      <a:pt x="293" y="154"/>
                    </a:lnTo>
                    <a:cubicBezTo>
                      <a:pt x="309" y="88"/>
                      <a:pt x="259" y="20"/>
                      <a:pt x="193" y="4"/>
                    </a:cubicBezTo>
                    <a:cubicBezTo>
                      <a:pt x="183" y="2"/>
                      <a:pt x="174" y="1"/>
                      <a:pt x="1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74">
                <a:extLst>
                  <a:ext uri="{FF2B5EF4-FFF2-40B4-BE49-F238E27FC236}">
                    <a16:creationId xmlns:a16="http://schemas.microsoft.com/office/drawing/2014/main" id="{31D8E64C-41E9-EFEE-40B5-FAD12BF457E8}"/>
                  </a:ext>
                </a:extLst>
              </p:cNvPr>
              <p:cNvSpPr/>
              <p:nvPr/>
            </p:nvSpPr>
            <p:spPr>
              <a:xfrm>
                <a:off x="3455478" y="2258143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7" y="1"/>
                    </a:moveTo>
                    <a:cubicBezTo>
                      <a:pt x="107" y="1"/>
                      <a:pt x="50" y="46"/>
                      <a:pt x="43" y="104"/>
                    </a:cubicBezTo>
                    <a:lnTo>
                      <a:pt x="17" y="212"/>
                    </a:lnTo>
                    <a:cubicBezTo>
                      <a:pt x="1" y="279"/>
                      <a:pt x="51" y="347"/>
                      <a:pt x="117" y="363"/>
                    </a:cubicBezTo>
                    <a:cubicBezTo>
                      <a:pt x="127" y="365"/>
                      <a:pt x="136" y="366"/>
                      <a:pt x="145" y="366"/>
                    </a:cubicBezTo>
                    <a:cubicBezTo>
                      <a:pt x="209" y="366"/>
                      <a:pt x="261" y="320"/>
                      <a:pt x="275" y="263"/>
                    </a:cubicBezTo>
                    <a:lnTo>
                      <a:pt x="293" y="162"/>
                    </a:lnTo>
                    <a:cubicBezTo>
                      <a:pt x="309" y="88"/>
                      <a:pt x="267" y="20"/>
                      <a:pt x="193" y="4"/>
                    </a:cubicBezTo>
                    <a:cubicBezTo>
                      <a:pt x="184" y="2"/>
                      <a:pt x="176" y="1"/>
                      <a:pt x="1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74">
                <a:extLst>
                  <a:ext uri="{FF2B5EF4-FFF2-40B4-BE49-F238E27FC236}">
                    <a16:creationId xmlns:a16="http://schemas.microsoft.com/office/drawing/2014/main" id="{C2E5A0EF-AEAD-D355-BEDB-2CF105DB84F5}"/>
                  </a:ext>
                </a:extLst>
              </p:cNvPr>
              <p:cNvSpPr/>
              <p:nvPr/>
            </p:nvSpPr>
            <p:spPr>
              <a:xfrm>
                <a:off x="3504386" y="2268092"/>
                <a:ext cx="31628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4" extrusionOk="0">
                    <a:moveTo>
                      <a:pt x="169" y="0"/>
                    </a:moveTo>
                    <a:cubicBezTo>
                      <a:pt x="108" y="0"/>
                      <a:pt x="50" y="40"/>
                      <a:pt x="35" y="109"/>
                    </a:cubicBezTo>
                    <a:lnTo>
                      <a:pt x="9" y="210"/>
                    </a:lnTo>
                    <a:cubicBezTo>
                      <a:pt x="1" y="276"/>
                      <a:pt x="43" y="352"/>
                      <a:pt x="119" y="360"/>
                    </a:cubicBezTo>
                    <a:cubicBezTo>
                      <a:pt x="129" y="362"/>
                      <a:pt x="138" y="363"/>
                      <a:pt x="147" y="363"/>
                    </a:cubicBezTo>
                    <a:cubicBezTo>
                      <a:pt x="203" y="363"/>
                      <a:pt x="254" y="323"/>
                      <a:pt x="270" y="260"/>
                    </a:cubicBezTo>
                    <a:lnTo>
                      <a:pt x="286" y="160"/>
                    </a:lnTo>
                    <a:cubicBezTo>
                      <a:pt x="302" y="83"/>
                      <a:pt x="260" y="17"/>
                      <a:pt x="185" y="1"/>
                    </a:cubicBezTo>
                    <a:cubicBezTo>
                      <a:pt x="180" y="0"/>
                      <a:pt x="174" y="0"/>
                      <a:pt x="1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74">
                <a:extLst>
                  <a:ext uri="{FF2B5EF4-FFF2-40B4-BE49-F238E27FC236}">
                    <a16:creationId xmlns:a16="http://schemas.microsoft.com/office/drawing/2014/main" id="{96A7A5A6-2F42-9483-30AB-AA786734E8B1}"/>
                  </a:ext>
                </a:extLst>
              </p:cNvPr>
              <p:cNvSpPr/>
              <p:nvPr/>
            </p:nvSpPr>
            <p:spPr>
              <a:xfrm>
                <a:off x="3552560" y="2278251"/>
                <a:ext cx="31523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65" extrusionOk="0">
                    <a:moveTo>
                      <a:pt x="154" y="0"/>
                    </a:moveTo>
                    <a:cubicBezTo>
                      <a:pt x="98" y="0"/>
                      <a:pt x="48" y="40"/>
                      <a:pt x="34" y="105"/>
                    </a:cubicBezTo>
                    <a:lnTo>
                      <a:pt x="18" y="205"/>
                    </a:lnTo>
                    <a:cubicBezTo>
                      <a:pt x="0" y="279"/>
                      <a:pt x="42" y="347"/>
                      <a:pt x="118" y="363"/>
                    </a:cubicBezTo>
                    <a:cubicBezTo>
                      <a:pt x="124" y="364"/>
                      <a:pt x="129" y="364"/>
                      <a:pt x="134" y="364"/>
                    </a:cubicBezTo>
                    <a:cubicBezTo>
                      <a:pt x="195" y="364"/>
                      <a:pt x="252" y="323"/>
                      <a:pt x="269" y="255"/>
                    </a:cubicBezTo>
                    <a:lnTo>
                      <a:pt x="293" y="155"/>
                    </a:lnTo>
                    <a:cubicBezTo>
                      <a:pt x="301" y="87"/>
                      <a:pt x="261" y="12"/>
                      <a:pt x="185" y="4"/>
                    </a:cubicBezTo>
                    <a:cubicBezTo>
                      <a:pt x="174" y="2"/>
                      <a:pt x="164" y="0"/>
                      <a:pt x="1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74">
                <a:extLst>
                  <a:ext uri="{FF2B5EF4-FFF2-40B4-BE49-F238E27FC236}">
                    <a16:creationId xmlns:a16="http://schemas.microsoft.com/office/drawing/2014/main" id="{E4A4A6D7-DC03-307D-21AA-09ECB03FBA98}"/>
                  </a:ext>
                </a:extLst>
              </p:cNvPr>
              <p:cNvSpPr/>
              <p:nvPr/>
            </p:nvSpPr>
            <p:spPr>
              <a:xfrm>
                <a:off x="3600840" y="2287886"/>
                <a:ext cx="32466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7" extrusionOk="0">
                    <a:moveTo>
                      <a:pt x="160" y="1"/>
                    </a:moveTo>
                    <a:cubicBezTo>
                      <a:pt x="99" y="1"/>
                      <a:pt x="48" y="46"/>
                      <a:pt x="32" y="105"/>
                    </a:cubicBezTo>
                    <a:lnTo>
                      <a:pt x="16" y="205"/>
                    </a:lnTo>
                    <a:cubicBezTo>
                      <a:pt x="0" y="279"/>
                      <a:pt x="40" y="346"/>
                      <a:pt x="117" y="364"/>
                    </a:cubicBezTo>
                    <a:cubicBezTo>
                      <a:pt x="125" y="366"/>
                      <a:pt x="134" y="367"/>
                      <a:pt x="142" y="367"/>
                    </a:cubicBezTo>
                    <a:cubicBezTo>
                      <a:pt x="201" y="367"/>
                      <a:pt x="260" y="321"/>
                      <a:pt x="267" y="263"/>
                    </a:cubicBezTo>
                    <a:lnTo>
                      <a:pt x="291" y="155"/>
                    </a:lnTo>
                    <a:cubicBezTo>
                      <a:pt x="309" y="87"/>
                      <a:pt x="259" y="21"/>
                      <a:pt x="191" y="5"/>
                    </a:cubicBezTo>
                    <a:cubicBezTo>
                      <a:pt x="180" y="2"/>
                      <a:pt x="170" y="1"/>
                      <a:pt x="1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74">
                <a:extLst>
                  <a:ext uri="{FF2B5EF4-FFF2-40B4-BE49-F238E27FC236}">
                    <a16:creationId xmlns:a16="http://schemas.microsoft.com/office/drawing/2014/main" id="{EA1C5F71-1F81-C45C-7463-B24C77146F83}"/>
                  </a:ext>
                </a:extLst>
              </p:cNvPr>
              <p:cNvSpPr/>
              <p:nvPr/>
            </p:nvSpPr>
            <p:spPr>
              <a:xfrm>
                <a:off x="3648910" y="2297416"/>
                <a:ext cx="32466" cy="3854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8" extrusionOk="0">
                    <a:moveTo>
                      <a:pt x="165" y="1"/>
                    </a:moveTo>
                    <a:cubicBezTo>
                      <a:pt x="101" y="1"/>
                      <a:pt x="48" y="46"/>
                      <a:pt x="33" y="104"/>
                    </a:cubicBezTo>
                    <a:lnTo>
                      <a:pt x="17" y="214"/>
                    </a:lnTo>
                    <a:cubicBezTo>
                      <a:pt x="1" y="281"/>
                      <a:pt x="51" y="347"/>
                      <a:pt x="117" y="365"/>
                    </a:cubicBezTo>
                    <a:cubicBezTo>
                      <a:pt x="127" y="367"/>
                      <a:pt x="136" y="368"/>
                      <a:pt x="145" y="368"/>
                    </a:cubicBezTo>
                    <a:cubicBezTo>
                      <a:pt x="209" y="368"/>
                      <a:pt x="261" y="322"/>
                      <a:pt x="275" y="265"/>
                    </a:cubicBezTo>
                    <a:lnTo>
                      <a:pt x="293" y="164"/>
                    </a:lnTo>
                    <a:cubicBezTo>
                      <a:pt x="309" y="88"/>
                      <a:pt x="259" y="22"/>
                      <a:pt x="193" y="4"/>
                    </a:cubicBezTo>
                    <a:cubicBezTo>
                      <a:pt x="183" y="2"/>
                      <a:pt x="174" y="1"/>
                      <a:pt x="1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4" name="Google Shape;744;p74">
              <a:extLst>
                <a:ext uri="{FF2B5EF4-FFF2-40B4-BE49-F238E27FC236}">
                  <a16:creationId xmlns:a16="http://schemas.microsoft.com/office/drawing/2014/main" id="{7683B6DB-D0CB-8A0F-9D6D-4FA919B5478C}"/>
                </a:ext>
              </a:extLst>
            </p:cNvPr>
            <p:cNvGrpSpPr/>
            <p:nvPr/>
          </p:nvGrpSpPr>
          <p:grpSpPr>
            <a:xfrm>
              <a:off x="3766937" y="2322027"/>
              <a:ext cx="273967" cy="87238"/>
              <a:chOff x="3766937" y="2322027"/>
              <a:chExt cx="273967" cy="87238"/>
            </a:xfrm>
          </p:grpSpPr>
          <p:sp>
            <p:nvSpPr>
              <p:cNvPr id="745" name="Google Shape;745;p74">
                <a:extLst>
                  <a:ext uri="{FF2B5EF4-FFF2-40B4-BE49-F238E27FC236}">
                    <a16:creationId xmlns:a16="http://schemas.microsoft.com/office/drawing/2014/main" id="{FE13CBBF-66C8-AEA5-1806-E107425B1057}"/>
                  </a:ext>
                </a:extLst>
              </p:cNvPr>
              <p:cNvSpPr/>
              <p:nvPr/>
            </p:nvSpPr>
            <p:spPr>
              <a:xfrm>
                <a:off x="3766937" y="2322027"/>
                <a:ext cx="32466" cy="37492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58" extrusionOk="0">
                    <a:moveTo>
                      <a:pt x="162" y="0"/>
                    </a:moveTo>
                    <a:cubicBezTo>
                      <a:pt x="101" y="0"/>
                      <a:pt x="48" y="40"/>
                      <a:pt x="35" y="104"/>
                    </a:cubicBezTo>
                    <a:lnTo>
                      <a:pt x="19" y="204"/>
                    </a:lnTo>
                    <a:cubicBezTo>
                      <a:pt x="1" y="280"/>
                      <a:pt x="51" y="346"/>
                      <a:pt x="119" y="354"/>
                    </a:cubicBezTo>
                    <a:cubicBezTo>
                      <a:pt x="130" y="357"/>
                      <a:pt x="140" y="358"/>
                      <a:pt x="151" y="358"/>
                    </a:cubicBezTo>
                    <a:cubicBezTo>
                      <a:pt x="211" y="358"/>
                      <a:pt x="262" y="319"/>
                      <a:pt x="277" y="254"/>
                    </a:cubicBezTo>
                    <a:lnTo>
                      <a:pt x="293" y="154"/>
                    </a:lnTo>
                    <a:cubicBezTo>
                      <a:pt x="309" y="88"/>
                      <a:pt x="259" y="11"/>
                      <a:pt x="193" y="3"/>
                    </a:cubicBezTo>
                    <a:cubicBezTo>
                      <a:pt x="183" y="1"/>
                      <a:pt x="172" y="0"/>
                      <a:pt x="1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74">
                <a:extLst>
                  <a:ext uri="{FF2B5EF4-FFF2-40B4-BE49-F238E27FC236}">
                    <a16:creationId xmlns:a16="http://schemas.microsoft.com/office/drawing/2014/main" id="{5BACBD50-C5A7-1FB9-BD13-C9A72A83372B}"/>
                  </a:ext>
                </a:extLst>
              </p:cNvPr>
              <p:cNvSpPr/>
              <p:nvPr/>
            </p:nvSpPr>
            <p:spPr>
              <a:xfrm>
                <a:off x="3815007" y="2331662"/>
                <a:ext cx="32675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4" extrusionOk="0">
                    <a:moveTo>
                      <a:pt x="168" y="1"/>
                    </a:moveTo>
                    <a:cubicBezTo>
                      <a:pt x="109" y="1"/>
                      <a:pt x="50" y="46"/>
                      <a:pt x="43" y="104"/>
                    </a:cubicBezTo>
                    <a:lnTo>
                      <a:pt x="19" y="204"/>
                    </a:lnTo>
                    <a:cubicBezTo>
                      <a:pt x="1" y="278"/>
                      <a:pt x="51" y="347"/>
                      <a:pt x="119" y="363"/>
                    </a:cubicBezTo>
                    <a:cubicBezTo>
                      <a:pt x="125" y="363"/>
                      <a:pt x="131" y="364"/>
                      <a:pt x="137" y="364"/>
                    </a:cubicBezTo>
                    <a:cubicBezTo>
                      <a:pt x="204" y="364"/>
                      <a:pt x="263" y="323"/>
                      <a:pt x="278" y="262"/>
                    </a:cubicBezTo>
                    <a:lnTo>
                      <a:pt x="294" y="154"/>
                    </a:lnTo>
                    <a:cubicBezTo>
                      <a:pt x="312" y="88"/>
                      <a:pt x="262" y="20"/>
                      <a:pt x="193" y="4"/>
                    </a:cubicBezTo>
                    <a:cubicBezTo>
                      <a:pt x="185" y="2"/>
                      <a:pt x="176" y="1"/>
                      <a:pt x="1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74">
                <a:extLst>
                  <a:ext uri="{FF2B5EF4-FFF2-40B4-BE49-F238E27FC236}">
                    <a16:creationId xmlns:a16="http://schemas.microsoft.com/office/drawing/2014/main" id="{CACDDEE0-E6D8-1902-7145-F5780D0B08A9}"/>
                  </a:ext>
                </a:extLst>
              </p:cNvPr>
              <p:cNvSpPr/>
              <p:nvPr/>
            </p:nvSpPr>
            <p:spPr>
              <a:xfrm>
                <a:off x="3864229" y="2341297"/>
                <a:ext cx="31523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66" extrusionOk="0">
                    <a:moveTo>
                      <a:pt x="155" y="0"/>
                    </a:moveTo>
                    <a:cubicBezTo>
                      <a:pt x="97" y="0"/>
                      <a:pt x="41" y="46"/>
                      <a:pt x="32" y="104"/>
                    </a:cubicBezTo>
                    <a:lnTo>
                      <a:pt x="8" y="205"/>
                    </a:lnTo>
                    <a:cubicBezTo>
                      <a:pt x="0" y="279"/>
                      <a:pt x="42" y="347"/>
                      <a:pt x="108" y="363"/>
                    </a:cubicBezTo>
                    <a:cubicBezTo>
                      <a:pt x="118" y="365"/>
                      <a:pt x="127" y="366"/>
                      <a:pt x="136" y="366"/>
                    </a:cubicBezTo>
                    <a:cubicBezTo>
                      <a:pt x="199" y="366"/>
                      <a:pt x="253" y="320"/>
                      <a:pt x="267" y="263"/>
                    </a:cubicBezTo>
                    <a:lnTo>
                      <a:pt x="283" y="154"/>
                    </a:lnTo>
                    <a:cubicBezTo>
                      <a:pt x="301" y="86"/>
                      <a:pt x="259" y="20"/>
                      <a:pt x="183" y="4"/>
                    </a:cubicBezTo>
                    <a:cubicBezTo>
                      <a:pt x="173" y="1"/>
                      <a:pt x="164" y="0"/>
                      <a:pt x="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74">
                <a:extLst>
                  <a:ext uri="{FF2B5EF4-FFF2-40B4-BE49-F238E27FC236}">
                    <a16:creationId xmlns:a16="http://schemas.microsoft.com/office/drawing/2014/main" id="{D338B236-BCCC-DEE9-5CF8-134CFEB01E3A}"/>
                  </a:ext>
                </a:extLst>
              </p:cNvPr>
              <p:cNvSpPr/>
              <p:nvPr/>
            </p:nvSpPr>
            <p:spPr>
              <a:xfrm>
                <a:off x="3912299" y="2351141"/>
                <a:ext cx="31628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5" extrusionOk="0">
                    <a:moveTo>
                      <a:pt x="165" y="1"/>
                    </a:moveTo>
                    <a:cubicBezTo>
                      <a:pt x="104" y="1"/>
                      <a:pt x="49" y="41"/>
                      <a:pt x="34" y="102"/>
                    </a:cubicBezTo>
                    <a:lnTo>
                      <a:pt x="8" y="211"/>
                    </a:lnTo>
                    <a:cubicBezTo>
                      <a:pt x="0" y="277"/>
                      <a:pt x="42" y="343"/>
                      <a:pt x="117" y="361"/>
                    </a:cubicBezTo>
                    <a:cubicBezTo>
                      <a:pt x="125" y="363"/>
                      <a:pt x="134" y="364"/>
                      <a:pt x="142" y="364"/>
                    </a:cubicBezTo>
                    <a:cubicBezTo>
                      <a:pt x="201" y="364"/>
                      <a:pt x="253" y="319"/>
                      <a:pt x="267" y="261"/>
                    </a:cubicBezTo>
                    <a:lnTo>
                      <a:pt x="293" y="161"/>
                    </a:lnTo>
                    <a:cubicBezTo>
                      <a:pt x="301" y="84"/>
                      <a:pt x="259" y="18"/>
                      <a:pt x="185" y="2"/>
                    </a:cubicBezTo>
                    <a:cubicBezTo>
                      <a:pt x="178" y="1"/>
                      <a:pt x="171" y="1"/>
                      <a:pt x="1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74">
                <a:extLst>
                  <a:ext uri="{FF2B5EF4-FFF2-40B4-BE49-F238E27FC236}">
                    <a16:creationId xmlns:a16="http://schemas.microsoft.com/office/drawing/2014/main" id="{F9E19A67-9BEA-0650-F999-AEB10D805D75}"/>
                  </a:ext>
                </a:extLst>
              </p:cNvPr>
              <p:cNvSpPr/>
              <p:nvPr/>
            </p:nvSpPr>
            <p:spPr>
              <a:xfrm>
                <a:off x="3960369" y="2360671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75" y="0"/>
                    </a:moveTo>
                    <a:cubicBezTo>
                      <a:pt x="106" y="0"/>
                      <a:pt x="49" y="42"/>
                      <a:pt x="35" y="112"/>
                    </a:cubicBezTo>
                    <a:lnTo>
                      <a:pt x="17" y="212"/>
                    </a:lnTo>
                    <a:cubicBezTo>
                      <a:pt x="1" y="278"/>
                      <a:pt x="43" y="352"/>
                      <a:pt x="117" y="362"/>
                    </a:cubicBezTo>
                    <a:cubicBezTo>
                      <a:pt x="127" y="365"/>
                      <a:pt x="136" y="366"/>
                      <a:pt x="146" y="366"/>
                    </a:cubicBezTo>
                    <a:cubicBezTo>
                      <a:pt x="205" y="366"/>
                      <a:pt x="260" y="326"/>
                      <a:pt x="267" y="262"/>
                    </a:cubicBezTo>
                    <a:lnTo>
                      <a:pt x="293" y="162"/>
                    </a:lnTo>
                    <a:cubicBezTo>
                      <a:pt x="309" y="86"/>
                      <a:pt x="259" y="20"/>
                      <a:pt x="193" y="1"/>
                    </a:cubicBezTo>
                    <a:cubicBezTo>
                      <a:pt x="187" y="1"/>
                      <a:pt x="181" y="0"/>
                      <a:pt x="1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74">
                <a:extLst>
                  <a:ext uri="{FF2B5EF4-FFF2-40B4-BE49-F238E27FC236}">
                    <a16:creationId xmlns:a16="http://schemas.microsoft.com/office/drawing/2014/main" id="{9CE7B97C-FDA7-6F31-43C6-6ECFFFB8D32D}"/>
                  </a:ext>
                </a:extLst>
              </p:cNvPr>
              <p:cNvSpPr/>
              <p:nvPr/>
            </p:nvSpPr>
            <p:spPr>
              <a:xfrm>
                <a:off x="4008439" y="2370935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2" y="0"/>
                    </a:moveTo>
                    <a:cubicBezTo>
                      <a:pt x="101" y="0"/>
                      <a:pt x="49" y="40"/>
                      <a:pt x="35" y="104"/>
                    </a:cubicBezTo>
                    <a:lnTo>
                      <a:pt x="19" y="204"/>
                    </a:lnTo>
                    <a:cubicBezTo>
                      <a:pt x="1" y="280"/>
                      <a:pt x="51" y="347"/>
                      <a:pt x="119" y="365"/>
                    </a:cubicBezTo>
                    <a:cubicBezTo>
                      <a:pt x="125" y="365"/>
                      <a:pt x="131" y="366"/>
                      <a:pt x="137" y="366"/>
                    </a:cubicBezTo>
                    <a:cubicBezTo>
                      <a:pt x="204" y="366"/>
                      <a:pt x="261" y="324"/>
                      <a:pt x="278" y="254"/>
                    </a:cubicBezTo>
                    <a:lnTo>
                      <a:pt x="294" y="154"/>
                    </a:lnTo>
                    <a:cubicBezTo>
                      <a:pt x="310" y="88"/>
                      <a:pt x="259" y="14"/>
                      <a:pt x="193" y="4"/>
                    </a:cubicBezTo>
                    <a:cubicBezTo>
                      <a:pt x="183" y="1"/>
                      <a:pt x="172" y="0"/>
                      <a:pt x="1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1" name="Google Shape;751;p74">
              <a:extLst>
                <a:ext uri="{FF2B5EF4-FFF2-40B4-BE49-F238E27FC236}">
                  <a16:creationId xmlns:a16="http://schemas.microsoft.com/office/drawing/2014/main" id="{3834BC81-D2CB-AEAF-5999-16E214005D6F}"/>
                </a:ext>
              </a:extLst>
            </p:cNvPr>
            <p:cNvGrpSpPr/>
            <p:nvPr/>
          </p:nvGrpSpPr>
          <p:grpSpPr>
            <a:xfrm>
              <a:off x="4126676" y="2394708"/>
              <a:ext cx="273967" cy="87343"/>
              <a:chOff x="4126676" y="2394708"/>
              <a:chExt cx="273967" cy="87343"/>
            </a:xfrm>
          </p:grpSpPr>
          <p:sp>
            <p:nvSpPr>
              <p:cNvPr id="752" name="Google Shape;752;p74">
                <a:extLst>
                  <a:ext uri="{FF2B5EF4-FFF2-40B4-BE49-F238E27FC236}">
                    <a16:creationId xmlns:a16="http://schemas.microsoft.com/office/drawing/2014/main" id="{45E044B6-81B0-B4F0-59EC-DE4729C06D75}"/>
                  </a:ext>
                </a:extLst>
              </p:cNvPr>
              <p:cNvSpPr/>
              <p:nvPr/>
            </p:nvSpPr>
            <p:spPr>
              <a:xfrm>
                <a:off x="4126676" y="2394708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5" y="0"/>
                    </a:moveTo>
                    <a:cubicBezTo>
                      <a:pt x="101" y="0"/>
                      <a:pt x="49" y="46"/>
                      <a:pt x="33" y="104"/>
                    </a:cubicBezTo>
                    <a:lnTo>
                      <a:pt x="17" y="212"/>
                    </a:lnTo>
                    <a:cubicBezTo>
                      <a:pt x="1" y="278"/>
                      <a:pt x="51" y="346"/>
                      <a:pt x="117" y="362"/>
                    </a:cubicBezTo>
                    <a:cubicBezTo>
                      <a:pt x="126" y="364"/>
                      <a:pt x="134" y="365"/>
                      <a:pt x="143" y="365"/>
                    </a:cubicBezTo>
                    <a:cubicBezTo>
                      <a:pt x="202" y="365"/>
                      <a:pt x="261" y="320"/>
                      <a:pt x="268" y="262"/>
                    </a:cubicBezTo>
                    <a:lnTo>
                      <a:pt x="294" y="162"/>
                    </a:lnTo>
                    <a:cubicBezTo>
                      <a:pt x="310" y="88"/>
                      <a:pt x="259" y="19"/>
                      <a:pt x="193" y="3"/>
                    </a:cubicBezTo>
                    <a:cubicBezTo>
                      <a:pt x="184" y="1"/>
                      <a:pt x="174" y="0"/>
                      <a:pt x="1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74">
                <a:extLst>
                  <a:ext uri="{FF2B5EF4-FFF2-40B4-BE49-F238E27FC236}">
                    <a16:creationId xmlns:a16="http://schemas.microsoft.com/office/drawing/2014/main" id="{2B48E4EE-7319-6FCB-F5CF-514ECB171FD8}"/>
                  </a:ext>
                </a:extLst>
              </p:cNvPr>
              <p:cNvSpPr/>
              <p:nvPr/>
            </p:nvSpPr>
            <p:spPr>
              <a:xfrm>
                <a:off x="4174851" y="2404552"/>
                <a:ext cx="32361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64" extrusionOk="0">
                    <a:moveTo>
                      <a:pt x="174" y="1"/>
                    </a:moveTo>
                    <a:cubicBezTo>
                      <a:pt x="106" y="1"/>
                      <a:pt x="49" y="40"/>
                      <a:pt x="34" y="110"/>
                    </a:cubicBezTo>
                    <a:lnTo>
                      <a:pt x="16" y="210"/>
                    </a:lnTo>
                    <a:cubicBezTo>
                      <a:pt x="0" y="276"/>
                      <a:pt x="50" y="353"/>
                      <a:pt x="116" y="361"/>
                    </a:cubicBezTo>
                    <a:cubicBezTo>
                      <a:pt x="127" y="363"/>
                      <a:pt x="138" y="364"/>
                      <a:pt x="148" y="364"/>
                    </a:cubicBezTo>
                    <a:cubicBezTo>
                      <a:pt x="210" y="364"/>
                      <a:pt x="261" y="324"/>
                      <a:pt x="275" y="260"/>
                    </a:cubicBezTo>
                    <a:lnTo>
                      <a:pt x="293" y="160"/>
                    </a:lnTo>
                    <a:cubicBezTo>
                      <a:pt x="309" y="84"/>
                      <a:pt x="259" y="18"/>
                      <a:pt x="193" y="2"/>
                    </a:cubicBezTo>
                    <a:cubicBezTo>
                      <a:pt x="186" y="1"/>
                      <a:pt x="180" y="1"/>
                      <a:pt x="1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74">
                <a:extLst>
                  <a:ext uri="{FF2B5EF4-FFF2-40B4-BE49-F238E27FC236}">
                    <a16:creationId xmlns:a16="http://schemas.microsoft.com/office/drawing/2014/main" id="{0CFD7544-91EF-B78E-4EE8-87D404A95C35}"/>
                  </a:ext>
                </a:extLst>
              </p:cNvPr>
              <p:cNvSpPr/>
              <p:nvPr/>
            </p:nvSpPr>
            <p:spPr>
              <a:xfrm>
                <a:off x="4222921" y="2414711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62" y="1"/>
                    </a:moveTo>
                    <a:cubicBezTo>
                      <a:pt x="105" y="1"/>
                      <a:pt x="49" y="41"/>
                      <a:pt x="42" y="105"/>
                    </a:cubicBezTo>
                    <a:lnTo>
                      <a:pt x="16" y="205"/>
                    </a:lnTo>
                    <a:cubicBezTo>
                      <a:pt x="0" y="280"/>
                      <a:pt x="50" y="348"/>
                      <a:pt x="117" y="364"/>
                    </a:cubicBezTo>
                    <a:cubicBezTo>
                      <a:pt x="123" y="364"/>
                      <a:pt x="129" y="365"/>
                      <a:pt x="135" y="365"/>
                    </a:cubicBezTo>
                    <a:cubicBezTo>
                      <a:pt x="203" y="365"/>
                      <a:pt x="260" y="324"/>
                      <a:pt x="277" y="256"/>
                    </a:cubicBezTo>
                    <a:lnTo>
                      <a:pt x="293" y="155"/>
                    </a:lnTo>
                    <a:cubicBezTo>
                      <a:pt x="309" y="87"/>
                      <a:pt x="267" y="13"/>
                      <a:pt x="193" y="5"/>
                    </a:cubicBezTo>
                    <a:cubicBezTo>
                      <a:pt x="183" y="2"/>
                      <a:pt x="172" y="1"/>
                      <a:pt x="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74">
                <a:extLst>
                  <a:ext uri="{FF2B5EF4-FFF2-40B4-BE49-F238E27FC236}">
                    <a16:creationId xmlns:a16="http://schemas.microsoft.com/office/drawing/2014/main" id="{52B6B4E4-F563-D328-5ECA-52D665F4A3F9}"/>
                  </a:ext>
                </a:extLst>
              </p:cNvPr>
              <p:cNvSpPr/>
              <p:nvPr/>
            </p:nvSpPr>
            <p:spPr>
              <a:xfrm>
                <a:off x="4271829" y="2424451"/>
                <a:ext cx="31628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5" extrusionOk="0">
                    <a:moveTo>
                      <a:pt x="157" y="0"/>
                    </a:moveTo>
                    <a:cubicBezTo>
                      <a:pt x="101" y="0"/>
                      <a:pt x="48" y="46"/>
                      <a:pt x="35" y="104"/>
                    </a:cubicBezTo>
                    <a:lnTo>
                      <a:pt x="11" y="205"/>
                    </a:lnTo>
                    <a:cubicBezTo>
                      <a:pt x="1" y="279"/>
                      <a:pt x="43" y="345"/>
                      <a:pt x="119" y="363"/>
                    </a:cubicBezTo>
                    <a:cubicBezTo>
                      <a:pt x="124" y="364"/>
                      <a:pt x="130" y="364"/>
                      <a:pt x="135" y="364"/>
                    </a:cubicBezTo>
                    <a:cubicBezTo>
                      <a:pt x="196" y="364"/>
                      <a:pt x="253" y="324"/>
                      <a:pt x="269" y="263"/>
                    </a:cubicBezTo>
                    <a:lnTo>
                      <a:pt x="293" y="154"/>
                    </a:lnTo>
                    <a:cubicBezTo>
                      <a:pt x="301" y="86"/>
                      <a:pt x="261" y="20"/>
                      <a:pt x="185" y="4"/>
                    </a:cubicBezTo>
                    <a:cubicBezTo>
                      <a:pt x="176" y="2"/>
                      <a:pt x="167" y="0"/>
                      <a:pt x="1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74">
                <a:extLst>
                  <a:ext uri="{FF2B5EF4-FFF2-40B4-BE49-F238E27FC236}">
                    <a16:creationId xmlns:a16="http://schemas.microsoft.com/office/drawing/2014/main" id="{25781824-2020-9E69-6484-0B1C71AA30F3}"/>
                  </a:ext>
                </a:extLst>
              </p:cNvPr>
              <p:cNvSpPr/>
              <p:nvPr/>
            </p:nvSpPr>
            <p:spPr>
              <a:xfrm>
                <a:off x="4320108" y="2433981"/>
                <a:ext cx="31628" cy="38540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8" extrusionOk="0">
                    <a:moveTo>
                      <a:pt x="163" y="0"/>
                    </a:moveTo>
                    <a:cubicBezTo>
                      <a:pt x="101" y="0"/>
                      <a:pt x="49" y="46"/>
                      <a:pt x="33" y="104"/>
                    </a:cubicBezTo>
                    <a:lnTo>
                      <a:pt x="17" y="214"/>
                    </a:lnTo>
                    <a:cubicBezTo>
                      <a:pt x="1" y="280"/>
                      <a:pt x="41" y="346"/>
                      <a:pt x="117" y="364"/>
                    </a:cubicBezTo>
                    <a:cubicBezTo>
                      <a:pt x="126" y="366"/>
                      <a:pt x="134" y="367"/>
                      <a:pt x="143" y="367"/>
                    </a:cubicBezTo>
                    <a:cubicBezTo>
                      <a:pt x="202" y="367"/>
                      <a:pt x="260" y="322"/>
                      <a:pt x="267" y="264"/>
                    </a:cubicBezTo>
                    <a:lnTo>
                      <a:pt x="292" y="154"/>
                    </a:lnTo>
                    <a:cubicBezTo>
                      <a:pt x="302" y="88"/>
                      <a:pt x="259" y="21"/>
                      <a:pt x="191" y="3"/>
                    </a:cubicBezTo>
                    <a:cubicBezTo>
                      <a:pt x="182" y="1"/>
                      <a:pt x="173" y="0"/>
                      <a:pt x="1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74">
                <a:extLst>
                  <a:ext uri="{FF2B5EF4-FFF2-40B4-BE49-F238E27FC236}">
                    <a16:creationId xmlns:a16="http://schemas.microsoft.com/office/drawing/2014/main" id="{D5B25AC9-8992-918E-0454-A16E61C8F7B7}"/>
                  </a:ext>
                </a:extLst>
              </p:cNvPr>
              <p:cNvSpPr/>
              <p:nvPr/>
            </p:nvSpPr>
            <p:spPr>
              <a:xfrm>
                <a:off x="4368178" y="2443825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75" y="1"/>
                    </a:moveTo>
                    <a:cubicBezTo>
                      <a:pt x="107" y="1"/>
                      <a:pt x="50" y="41"/>
                      <a:pt x="33" y="102"/>
                    </a:cubicBezTo>
                    <a:lnTo>
                      <a:pt x="17" y="210"/>
                    </a:lnTo>
                    <a:cubicBezTo>
                      <a:pt x="1" y="278"/>
                      <a:pt x="51" y="345"/>
                      <a:pt x="117" y="361"/>
                    </a:cubicBezTo>
                    <a:cubicBezTo>
                      <a:pt x="127" y="363"/>
                      <a:pt x="136" y="364"/>
                      <a:pt x="145" y="364"/>
                    </a:cubicBezTo>
                    <a:cubicBezTo>
                      <a:pt x="203" y="364"/>
                      <a:pt x="261" y="319"/>
                      <a:pt x="268" y="260"/>
                    </a:cubicBezTo>
                    <a:lnTo>
                      <a:pt x="294" y="160"/>
                    </a:lnTo>
                    <a:cubicBezTo>
                      <a:pt x="310" y="86"/>
                      <a:pt x="260" y="20"/>
                      <a:pt x="194" y="2"/>
                    </a:cubicBezTo>
                    <a:cubicBezTo>
                      <a:pt x="187" y="1"/>
                      <a:pt x="181" y="1"/>
                      <a:pt x="1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8" name="Google Shape;758;p74">
              <a:extLst>
                <a:ext uri="{FF2B5EF4-FFF2-40B4-BE49-F238E27FC236}">
                  <a16:creationId xmlns:a16="http://schemas.microsoft.com/office/drawing/2014/main" id="{A914D562-F55F-BDBD-E0F2-385763C9A297}"/>
                </a:ext>
              </a:extLst>
            </p:cNvPr>
            <p:cNvGrpSpPr/>
            <p:nvPr/>
          </p:nvGrpSpPr>
          <p:grpSpPr>
            <a:xfrm>
              <a:off x="4534380" y="2477757"/>
              <a:ext cx="477872" cy="128606"/>
              <a:chOff x="4534380" y="2477757"/>
              <a:chExt cx="477872" cy="128606"/>
            </a:xfrm>
          </p:grpSpPr>
          <p:sp>
            <p:nvSpPr>
              <p:cNvPr id="759" name="Google Shape;759;p74">
                <a:extLst>
                  <a:ext uri="{FF2B5EF4-FFF2-40B4-BE49-F238E27FC236}">
                    <a16:creationId xmlns:a16="http://schemas.microsoft.com/office/drawing/2014/main" id="{0FAC0452-1462-44B1-8F68-A0D85CE3F3DC}"/>
                  </a:ext>
                </a:extLst>
              </p:cNvPr>
              <p:cNvSpPr/>
              <p:nvPr/>
            </p:nvSpPr>
            <p:spPr>
              <a:xfrm>
                <a:off x="4534380" y="2477757"/>
                <a:ext cx="32675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7" extrusionOk="0">
                    <a:moveTo>
                      <a:pt x="162" y="1"/>
                    </a:moveTo>
                    <a:cubicBezTo>
                      <a:pt x="101" y="1"/>
                      <a:pt x="48" y="46"/>
                      <a:pt x="34" y="105"/>
                    </a:cubicBezTo>
                    <a:lnTo>
                      <a:pt x="18" y="205"/>
                    </a:lnTo>
                    <a:cubicBezTo>
                      <a:pt x="0" y="279"/>
                      <a:pt x="50" y="347"/>
                      <a:pt x="119" y="363"/>
                    </a:cubicBezTo>
                    <a:cubicBezTo>
                      <a:pt x="128" y="365"/>
                      <a:pt x="137" y="366"/>
                      <a:pt x="147" y="366"/>
                    </a:cubicBezTo>
                    <a:cubicBezTo>
                      <a:pt x="209" y="366"/>
                      <a:pt x="263" y="321"/>
                      <a:pt x="277" y="263"/>
                    </a:cubicBezTo>
                    <a:lnTo>
                      <a:pt x="293" y="155"/>
                    </a:lnTo>
                    <a:cubicBezTo>
                      <a:pt x="311" y="87"/>
                      <a:pt x="261" y="21"/>
                      <a:pt x="193" y="4"/>
                    </a:cubicBezTo>
                    <a:cubicBezTo>
                      <a:pt x="182" y="2"/>
                      <a:pt x="172" y="1"/>
                      <a:pt x="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74">
                <a:extLst>
                  <a:ext uri="{FF2B5EF4-FFF2-40B4-BE49-F238E27FC236}">
                    <a16:creationId xmlns:a16="http://schemas.microsoft.com/office/drawing/2014/main" id="{D23AF447-4456-66EC-E449-EFDE08EE9DA8}"/>
                  </a:ext>
                </a:extLst>
              </p:cNvPr>
              <p:cNvSpPr/>
              <p:nvPr/>
            </p:nvSpPr>
            <p:spPr>
              <a:xfrm>
                <a:off x="4582660" y="2487497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3" y="0"/>
                    </a:moveTo>
                    <a:cubicBezTo>
                      <a:pt x="105" y="0"/>
                      <a:pt x="49" y="45"/>
                      <a:pt x="41" y="104"/>
                    </a:cubicBezTo>
                    <a:lnTo>
                      <a:pt x="17" y="212"/>
                    </a:lnTo>
                    <a:cubicBezTo>
                      <a:pt x="0" y="278"/>
                      <a:pt x="51" y="345"/>
                      <a:pt x="117" y="363"/>
                    </a:cubicBezTo>
                    <a:cubicBezTo>
                      <a:pt x="126" y="365"/>
                      <a:pt x="136" y="366"/>
                      <a:pt x="145" y="366"/>
                    </a:cubicBezTo>
                    <a:cubicBezTo>
                      <a:pt x="208" y="366"/>
                      <a:pt x="261" y="320"/>
                      <a:pt x="275" y="262"/>
                    </a:cubicBezTo>
                    <a:lnTo>
                      <a:pt x="291" y="162"/>
                    </a:lnTo>
                    <a:cubicBezTo>
                      <a:pt x="309" y="86"/>
                      <a:pt x="267" y="20"/>
                      <a:pt x="191" y="4"/>
                    </a:cubicBezTo>
                    <a:cubicBezTo>
                      <a:pt x="182" y="1"/>
                      <a:pt x="172" y="0"/>
                      <a:pt x="1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74">
                <a:extLst>
                  <a:ext uri="{FF2B5EF4-FFF2-40B4-BE49-F238E27FC236}">
                    <a16:creationId xmlns:a16="http://schemas.microsoft.com/office/drawing/2014/main" id="{1C9301BD-A5F9-AD78-C165-5BD5012C1C27}"/>
                  </a:ext>
                </a:extLst>
              </p:cNvPr>
              <p:cNvSpPr/>
              <p:nvPr/>
            </p:nvSpPr>
            <p:spPr>
              <a:xfrm>
                <a:off x="4631568" y="2497132"/>
                <a:ext cx="31628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7" extrusionOk="0">
                    <a:moveTo>
                      <a:pt x="169" y="1"/>
                    </a:moveTo>
                    <a:cubicBezTo>
                      <a:pt x="107" y="1"/>
                      <a:pt x="50" y="42"/>
                      <a:pt x="35" y="112"/>
                    </a:cubicBezTo>
                    <a:lnTo>
                      <a:pt x="9" y="213"/>
                    </a:lnTo>
                    <a:cubicBezTo>
                      <a:pt x="1" y="279"/>
                      <a:pt x="43" y="353"/>
                      <a:pt x="117" y="363"/>
                    </a:cubicBezTo>
                    <a:cubicBezTo>
                      <a:pt x="127" y="365"/>
                      <a:pt x="136" y="366"/>
                      <a:pt x="146" y="366"/>
                    </a:cubicBezTo>
                    <a:cubicBezTo>
                      <a:pt x="203" y="366"/>
                      <a:pt x="254" y="326"/>
                      <a:pt x="267" y="263"/>
                    </a:cubicBezTo>
                    <a:lnTo>
                      <a:pt x="294" y="162"/>
                    </a:lnTo>
                    <a:cubicBezTo>
                      <a:pt x="302" y="86"/>
                      <a:pt x="259" y="20"/>
                      <a:pt x="185" y="2"/>
                    </a:cubicBezTo>
                    <a:cubicBezTo>
                      <a:pt x="180" y="1"/>
                      <a:pt x="174" y="1"/>
                      <a:pt x="1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74">
                <a:extLst>
                  <a:ext uri="{FF2B5EF4-FFF2-40B4-BE49-F238E27FC236}">
                    <a16:creationId xmlns:a16="http://schemas.microsoft.com/office/drawing/2014/main" id="{502F1450-45AD-5ED3-C2C7-B3CFE515FA06}"/>
                  </a:ext>
                </a:extLst>
              </p:cNvPr>
              <p:cNvSpPr/>
              <p:nvPr/>
            </p:nvSpPr>
            <p:spPr>
              <a:xfrm>
                <a:off x="4679637" y="2507395"/>
                <a:ext cx="31628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7" extrusionOk="0">
                    <a:moveTo>
                      <a:pt x="157" y="1"/>
                    </a:moveTo>
                    <a:cubicBezTo>
                      <a:pt x="99" y="1"/>
                      <a:pt x="49" y="41"/>
                      <a:pt x="35" y="104"/>
                    </a:cubicBezTo>
                    <a:lnTo>
                      <a:pt x="17" y="205"/>
                    </a:lnTo>
                    <a:cubicBezTo>
                      <a:pt x="1" y="281"/>
                      <a:pt x="43" y="347"/>
                      <a:pt x="117" y="365"/>
                    </a:cubicBezTo>
                    <a:cubicBezTo>
                      <a:pt x="123" y="366"/>
                      <a:pt x="128" y="366"/>
                      <a:pt x="134" y="366"/>
                    </a:cubicBezTo>
                    <a:cubicBezTo>
                      <a:pt x="196" y="366"/>
                      <a:pt x="253" y="325"/>
                      <a:pt x="268" y="255"/>
                    </a:cubicBezTo>
                    <a:lnTo>
                      <a:pt x="294" y="155"/>
                    </a:lnTo>
                    <a:cubicBezTo>
                      <a:pt x="302" y="88"/>
                      <a:pt x="260" y="14"/>
                      <a:pt x="185" y="4"/>
                    </a:cubicBezTo>
                    <a:cubicBezTo>
                      <a:pt x="176" y="2"/>
                      <a:pt x="166" y="1"/>
                      <a:pt x="1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74">
                <a:extLst>
                  <a:ext uri="{FF2B5EF4-FFF2-40B4-BE49-F238E27FC236}">
                    <a16:creationId xmlns:a16="http://schemas.microsoft.com/office/drawing/2014/main" id="{091EB6CD-B264-F1DF-95D6-B283D4E74A63}"/>
                  </a:ext>
                </a:extLst>
              </p:cNvPr>
              <p:cNvSpPr/>
              <p:nvPr/>
            </p:nvSpPr>
            <p:spPr>
              <a:xfrm>
                <a:off x="4727812" y="2517135"/>
                <a:ext cx="32466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4" extrusionOk="0">
                    <a:moveTo>
                      <a:pt x="165" y="0"/>
                    </a:moveTo>
                    <a:cubicBezTo>
                      <a:pt x="102" y="0"/>
                      <a:pt x="48" y="46"/>
                      <a:pt x="34" y="104"/>
                    </a:cubicBezTo>
                    <a:lnTo>
                      <a:pt x="18" y="204"/>
                    </a:lnTo>
                    <a:cubicBezTo>
                      <a:pt x="0" y="280"/>
                      <a:pt x="42" y="346"/>
                      <a:pt x="119" y="362"/>
                    </a:cubicBezTo>
                    <a:cubicBezTo>
                      <a:pt x="125" y="363"/>
                      <a:pt x="132" y="364"/>
                      <a:pt x="138" y="364"/>
                    </a:cubicBezTo>
                    <a:cubicBezTo>
                      <a:pt x="199" y="364"/>
                      <a:pt x="260" y="324"/>
                      <a:pt x="269" y="262"/>
                    </a:cubicBezTo>
                    <a:lnTo>
                      <a:pt x="293" y="154"/>
                    </a:lnTo>
                    <a:cubicBezTo>
                      <a:pt x="309" y="88"/>
                      <a:pt x="259" y="22"/>
                      <a:pt x="193" y="3"/>
                    </a:cubicBezTo>
                    <a:cubicBezTo>
                      <a:pt x="183" y="1"/>
                      <a:pt x="174" y="0"/>
                      <a:pt x="1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74">
                <a:extLst>
                  <a:ext uri="{FF2B5EF4-FFF2-40B4-BE49-F238E27FC236}">
                    <a16:creationId xmlns:a16="http://schemas.microsoft.com/office/drawing/2014/main" id="{A406D3EB-AF48-D4B0-EA5B-794EF0769FCA}"/>
                  </a:ext>
                </a:extLst>
              </p:cNvPr>
              <p:cNvSpPr/>
              <p:nvPr/>
            </p:nvSpPr>
            <p:spPr>
              <a:xfrm>
                <a:off x="4786355" y="2529388"/>
                <a:ext cx="32675" cy="37702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0" extrusionOk="0">
                    <a:moveTo>
                      <a:pt x="162" y="1"/>
                    </a:moveTo>
                    <a:cubicBezTo>
                      <a:pt x="105" y="1"/>
                      <a:pt x="50" y="41"/>
                      <a:pt x="43" y="105"/>
                    </a:cubicBezTo>
                    <a:lnTo>
                      <a:pt x="19" y="205"/>
                    </a:lnTo>
                    <a:cubicBezTo>
                      <a:pt x="1" y="280"/>
                      <a:pt x="51" y="346"/>
                      <a:pt x="119" y="356"/>
                    </a:cubicBezTo>
                    <a:cubicBezTo>
                      <a:pt x="130" y="358"/>
                      <a:pt x="140" y="359"/>
                      <a:pt x="150" y="359"/>
                    </a:cubicBezTo>
                    <a:cubicBezTo>
                      <a:pt x="212" y="359"/>
                      <a:pt x="264" y="319"/>
                      <a:pt x="277" y="255"/>
                    </a:cubicBezTo>
                    <a:lnTo>
                      <a:pt x="294" y="155"/>
                    </a:lnTo>
                    <a:cubicBezTo>
                      <a:pt x="312" y="87"/>
                      <a:pt x="269" y="13"/>
                      <a:pt x="193" y="5"/>
                    </a:cubicBezTo>
                    <a:cubicBezTo>
                      <a:pt x="183" y="2"/>
                      <a:pt x="172" y="1"/>
                      <a:pt x="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74">
                <a:extLst>
                  <a:ext uri="{FF2B5EF4-FFF2-40B4-BE49-F238E27FC236}">
                    <a16:creationId xmlns:a16="http://schemas.microsoft.com/office/drawing/2014/main" id="{F78D85DC-3B87-16A9-893A-3523B2D64CEE}"/>
                  </a:ext>
                </a:extLst>
              </p:cNvPr>
              <p:cNvSpPr/>
              <p:nvPr/>
            </p:nvSpPr>
            <p:spPr>
              <a:xfrm>
                <a:off x="4835472" y="2539023"/>
                <a:ext cx="31628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5" extrusionOk="0">
                    <a:moveTo>
                      <a:pt x="158" y="0"/>
                    </a:moveTo>
                    <a:cubicBezTo>
                      <a:pt x="101" y="0"/>
                      <a:pt x="49" y="46"/>
                      <a:pt x="33" y="103"/>
                    </a:cubicBezTo>
                    <a:lnTo>
                      <a:pt x="9" y="204"/>
                    </a:lnTo>
                    <a:cubicBezTo>
                      <a:pt x="1" y="280"/>
                      <a:pt x="43" y="346"/>
                      <a:pt x="117" y="364"/>
                    </a:cubicBezTo>
                    <a:cubicBezTo>
                      <a:pt x="123" y="365"/>
                      <a:pt x="128" y="365"/>
                      <a:pt x="133" y="365"/>
                    </a:cubicBezTo>
                    <a:cubicBezTo>
                      <a:pt x="194" y="365"/>
                      <a:pt x="253" y="324"/>
                      <a:pt x="268" y="254"/>
                    </a:cubicBezTo>
                    <a:lnTo>
                      <a:pt x="294" y="153"/>
                    </a:lnTo>
                    <a:cubicBezTo>
                      <a:pt x="302" y="87"/>
                      <a:pt x="260" y="13"/>
                      <a:pt x="183" y="3"/>
                    </a:cubicBezTo>
                    <a:cubicBezTo>
                      <a:pt x="175" y="1"/>
                      <a:pt x="167" y="0"/>
                      <a:pt x="1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74">
                <a:extLst>
                  <a:ext uri="{FF2B5EF4-FFF2-40B4-BE49-F238E27FC236}">
                    <a16:creationId xmlns:a16="http://schemas.microsoft.com/office/drawing/2014/main" id="{710740CC-5E95-98BB-D3BC-3147E4E0DB3F}"/>
                  </a:ext>
                </a:extLst>
              </p:cNvPr>
              <p:cNvSpPr/>
              <p:nvPr/>
            </p:nvSpPr>
            <p:spPr>
              <a:xfrm>
                <a:off x="4883647" y="2548658"/>
                <a:ext cx="31628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6" extrusionOk="0">
                    <a:moveTo>
                      <a:pt x="164" y="0"/>
                    </a:moveTo>
                    <a:cubicBezTo>
                      <a:pt x="100" y="0"/>
                      <a:pt x="48" y="46"/>
                      <a:pt x="34" y="104"/>
                    </a:cubicBezTo>
                    <a:lnTo>
                      <a:pt x="16" y="204"/>
                    </a:lnTo>
                    <a:cubicBezTo>
                      <a:pt x="0" y="280"/>
                      <a:pt x="42" y="346"/>
                      <a:pt x="117" y="362"/>
                    </a:cubicBezTo>
                    <a:cubicBezTo>
                      <a:pt x="126" y="365"/>
                      <a:pt x="136" y="366"/>
                      <a:pt x="145" y="366"/>
                    </a:cubicBezTo>
                    <a:cubicBezTo>
                      <a:pt x="204" y="366"/>
                      <a:pt x="260" y="321"/>
                      <a:pt x="267" y="262"/>
                    </a:cubicBezTo>
                    <a:lnTo>
                      <a:pt x="293" y="154"/>
                    </a:lnTo>
                    <a:cubicBezTo>
                      <a:pt x="301" y="88"/>
                      <a:pt x="259" y="21"/>
                      <a:pt x="193" y="3"/>
                    </a:cubicBezTo>
                    <a:cubicBezTo>
                      <a:pt x="183" y="1"/>
                      <a:pt x="173" y="0"/>
                      <a:pt x="1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74">
                <a:extLst>
                  <a:ext uri="{FF2B5EF4-FFF2-40B4-BE49-F238E27FC236}">
                    <a16:creationId xmlns:a16="http://schemas.microsoft.com/office/drawing/2014/main" id="{D6BA5EF2-57CB-1DB7-AB86-EF38A2BAD5AF}"/>
                  </a:ext>
                </a:extLst>
              </p:cNvPr>
              <p:cNvSpPr/>
              <p:nvPr/>
            </p:nvSpPr>
            <p:spPr>
              <a:xfrm>
                <a:off x="4931717" y="2558502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75" y="1"/>
                    </a:moveTo>
                    <a:cubicBezTo>
                      <a:pt x="106" y="1"/>
                      <a:pt x="49" y="41"/>
                      <a:pt x="35" y="102"/>
                    </a:cubicBezTo>
                    <a:lnTo>
                      <a:pt x="17" y="210"/>
                    </a:lnTo>
                    <a:cubicBezTo>
                      <a:pt x="0" y="278"/>
                      <a:pt x="51" y="344"/>
                      <a:pt x="117" y="360"/>
                    </a:cubicBezTo>
                    <a:cubicBezTo>
                      <a:pt x="126" y="363"/>
                      <a:pt x="136" y="364"/>
                      <a:pt x="145" y="364"/>
                    </a:cubicBezTo>
                    <a:cubicBezTo>
                      <a:pt x="204" y="364"/>
                      <a:pt x="260" y="319"/>
                      <a:pt x="267" y="260"/>
                    </a:cubicBezTo>
                    <a:lnTo>
                      <a:pt x="293" y="160"/>
                    </a:lnTo>
                    <a:cubicBezTo>
                      <a:pt x="309" y="86"/>
                      <a:pt x="259" y="18"/>
                      <a:pt x="193" y="2"/>
                    </a:cubicBezTo>
                    <a:cubicBezTo>
                      <a:pt x="187" y="1"/>
                      <a:pt x="181" y="1"/>
                      <a:pt x="1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74">
                <a:extLst>
                  <a:ext uri="{FF2B5EF4-FFF2-40B4-BE49-F238E27FC236}">
                    <a16:creationId xmlns:a16="http://schemas.microsoft.com/office/drawing/2014/main" id="{6FDBC781-E2B9-3A9A-4229-6CBA45168AFA}"/>
                  </a:ext>
                </a:extLst>
              </p:cNvPr>
              <p:cNvSpPr/>
              <p:nvPr/>
            </p:nvSpPr>
            <p:spPr>
              <a:xfrm>
                <a:off x="4979786" y="2568137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75" y="1"/>
                    </a:moveTo>
                    <a:cubicBezTo>
                      <a:pt x="108" y="1"/>
                      <a:pt x="50" y="42"/>
                      <a:pt x="43" y="110"/>
                    </a:cubicBezTo>
                    <a:lnTo>
                      <a:pt x="19" y="210"/>
                    </a:lnTo>
                    <a:cubicBezTo>
                      <a:pt x="1" y="277"/>
                      <a:pt x="51" y="353"/>
                      <a:pt x="119" y="361"/>
                    </a:cubicBezTo>
                    <a:cubicBezTo>
                      <a:pt x="130" y="363"/>
                      <a:pt x="141" y="364"/>
                      <a:pt x="151" y="364"/>
                    </a:cubicBezTo>
                    <a:cubicBezTo>
                      <a:pt x="212" y="364"/>
                      <a:pt x="262" y="325"/>
                      <a:pt x="277" y="260"/>
                    </a:cubicBezTo>
                    <a:lnTo>
                      <a:pt x="293" y="160"/>
                    </a:lnTo>
                    <a:cubicBezTo>
                      <a:pt x="310" y="86"/>
                      <a:pt x="259" y="18"/>
                      <a:pt x="193" y="2"/>
                    </a:cubicBezTo>
                    <a:cubicBezTo>
                      <a:pt x="187" y="1"/>
                      <a:pt x="181" y="1"/>
                      <a:pt x="1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9" name="Google Shape;769;p74">
              <a:extLst>
                <a:ext uri="{FF2B5EF4-FFF2-40B4-BE49-F238E27FC236}">
                  <a16:creationId xmlns:a16="http://schemas.microsoft.com/office/drawing/2014/main" id="{DC1EEADB-1E74-7E94-7862-191B946BBB3F}"/>
                </a:ext>
              </a:extLst>
            </p:cNvPr>
            <p:cNvGrpSpPr/>
            <p:nvPr/>
          </p:nvGrpSpPr>
          <p:grpSpPr>
            <a:xfrm>
              <a:off x="5146094" y="2601964"/>
              <a:ext cx="183064" cy="69120"/>
              <a:chOff x="5146094" y="2601964"/>
              <a:chExt cx="183064" cy="69120"/>
            </a:xfrm>
          </p:grpSpPr>
          <p:sp>
            <p:nvSpPr>
              <p:cNvPr id="770" name="Google Shape;770;p74">
                <a:extLst>
                  <a:ext uri="{FF2B5EF4-FFF2-40B4-BE49-F238E27FC236}">
                    <a16:creationId xmlns:a16="http://schemas.microsoft.com/office/drawing/2014/main" id="{403D78A0-F4A5-9429-59CE-ECC82E7553F6}"/>
                  </a:ext>
                </a:extLst>
              </p:cNvPr>
              <p:cNvSpPr/>
              <p:nvPr/>
            </p:nvSpPr>
            <p:spPr>
              <a:xfrm>
                <a:off x="5146094" y="2601964"/>
                <a:ext cx="32466" cy="3854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8" extrusionOk="0">
                    <a:moveTo>
                      <a:pt x="167" y="1"/>
                    </a:moveTo>
                    <a:cubicBezTo>
                      <a:pt x="107" y="1"/>
                      <a:pt x="50" y="46"/>
                      <a:pt x="43" y="104"/>
                    </a:cubicBezTo>
                    <a:lnTo>
                      <a:pt x="17" y="214"/>
                    </a:lnTo>
                    <a:cubicBezTo>
                      <a:pt x="1" y="280"/>
                      <a:pt x="51" y="347"/>
                      <a:pt x="117" y="365"/>
                    </a:cubicBezTo>
                    <a:cubicBezTo>
                      <a:pt x="127" y="367"/>
                      <a:pt x="137" y="368"/>
                      <a:pt x="146" y="368"/>
                    </a:cubicBezTo>
                    <a:cubicBezTo>
                      <a:pt x="210" y="368"/>
                      <a:pt x="262" y="322"/>
                      <a:pt x="276" y="264"/>
                    </a:cubicBezTo>
                    <a:lnTo>
                      <a:pt x="294" y="164"/>
                    </a:lnTo>
                    <a:cubicBezTo>
                      <a:pt x="310" y="88"/>
                      <a:pt x="268" y="22"/>
                      <a:pt x="193" y="4"/>
                    </a:cubicBezTo>
                    <a:cubicBezTo>
                      <a:pt x="185" y="2"/>
                      <a:pt x="176" y="1"/>
                      <a:pt x="1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74">
                <a:extLst>
                  <a:ext uri="{FF2B5EF4-FFF2-40B4-BE49-F238E27FC236}">
                    <a16:creationId xmlns:a16="http://schemas.microsoft.com/office/drawing/2014/main" id="{27C93F46-A534-49A0-A275-477ABC5EEFE6}"/>
                  </a:ext>
                </a:extLst>
              </p:cNvPr>
              <p:cNvSpPr/>
              <p:nvPr/>
            </p:nvSpPr>
            <p:spPr>
              <a:xfrm>
                <a:off x="5195106" y="2611808"/>
                <a:ext cx="31628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6" extrusionOk="0">
                    <a:moveTo>
                      <a:pt x="169" y="1"/>
                    </a:moveTo>
                    <a:cubicBezTo>
                      <a:pt x="108" y="1"/>
                      <a:pt x="49" y="42"/>
                      <a:pt x="34" y="110"/>
                    </a:cubicBezTo>
                    <a:lnTo>
                      <a:pt x="8" y="210"/>
                    </a:lnTo>
                    <a:cubicBezTo>
                      <a:pt x="0" y="279"/>
                      <a:pt x="42" y="353"/>
                      <a:pt x="119" y="361"/>
                    </a:cubicBezTo>
                    <a:cubicBezTo>
                      <a:pt x="129" y="364"/>
                      <a:pt x="139" y="365"/>
                      <a:pt x="149" y="365"/>
                    </a:cubicBezTo>
                    <a:cubicBezTo>
                      <a:pt x="204" y="365"/>
                      <a:pt x="254" y="325"/>
                      <a:pt x="269" y="261"/>
                    </a:cubicBezTo>
                    <a:lnTo>
                      <a:pt x="293" y="160"/>
                    </a:lnTo>
                    <a:cubicBezTo>
                      <a:pt x="301" y="86"/>
                      <a:pt x="259" y="20"/>
                      <a:pt x="185" y="2"/>
                    </a:cubicBezTo>
                    <a:cubicBezTo>
                      <a:pt x="179" y="1"/>
                      <a:pt x="174" y="1"/>
                      <a:pt x="1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74">
                <a:extLst>
                  <a:ext uri="{FF2B5EF4-FFF2-40B4-BE49-F238E27FC236}">
                    <a16:creationId xmlns:a16="http://schemas.microsoft.com/office/drawing/2014/main" id="{8F962511-58F3-7B6B-A3AF-969FF5C9AC3E}"/>
                  </a:ext>
                </a:extLst>
              </p:cNvPr>
              <p:cNvSpPr/>
              <p:nvPr/>
            </p:nvSpPr>
            <p:spPr>
              <a:xfrm>
                <a:off x="5248412" y="2623014"/>
                <a:ext cx="32675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6" extrusionOk="0">
                    <a:moveTo>
                      <a:pt x="165" y="0"/>
                    </a:moveTo>
                    <a:cubicBezTo>
                      <a:pt x="102" y="0"/>
                      <a:pt x="49" y="46"/>
                      <a:pt x="35" y="103"/>
                    </a:cubicBezTo>
                    <a:lnTo>
                      <a:pt x="19" y="204"/>
                    </a:lnTo>
                    <a:cubicBezTo>
                      <a:pt x="1" y="280"/>
                      <a:pt x="43" y="346"/>
                      <a:pt x="119" y="364"/>
                    </a:cubicBezTo>
                    <a:cubicBezTo>
                      <a:pt x="124" y="365"/>
                      <a:pt x="130" y="365"/>
                      <a:pt x="135" y="365"/>
                    </a:cubicBezTo>
                    <a:cubicBezTo>
                      <a:pt x="197" y="365"/>
                      <a:pt x="262" y="325"/>
                      <a:pt x="269" y="264"/>
                    </a:cubicBezTo>
                    <a:lnTo>
                      <a:pt x="293" y="154"/>
                    </a:lnTo>
                    <a:cubicBezTo>
                      <a:pt x="311" y="87"/>
                      <a:pt x="261" y="21"/>
                      <a:pt x="193" y="3"/>
                    </a:cubicBezTo>
                    <a:cubicBezTo>
                      <a:pt x="184" y="1"/>
                      <a:pt x="174" y="0"/>
                      <a:pt x="1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74">
                <a:extLst>
                  <a:ext uri="{FF2B5EF4-FFF2-40B4-BE49-F238E27FC236}">
                    <a16:creationId xmlns:a16="http://schemas.microsoft.com/office/drawing/2014/main" id="{96D74692-A3B6-7ACD-F129-F2F708A6C49E}"/>
                  </a:ext>
                </a:extLst>
              </p:cNvPr>
              <p:cNvSpPr/>
              <p:nvPr/>
            </p:nvSpPr>
            <p:spPr>
              <a:xfrm>
                <a:off x="5296692" y="2632649"/>
                <a:ext cx="32466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7" extrusionOk="0">
                    <a:moveTo>
                      <a:pt x="163" y="0"/>
                    </a:moveTo>
                    <a:cubicBezTo>
                      <a:pt x="101" y="0"/>
                      <a:pt x="49" y="46"/>
                      <a:pt x="33" y="104"/>
                    </a:cubicBezTo>
                    <a:lnTo>
                      <a:pt x="17" y="212"/>
                    </a:lnTo>
                    <a:cubicBezTo>
                      <a:pt x="1" y="280"/>
                      <a:pt x="51" y="346"/>
                      <a:pt x="117" y="362"/>
                    </a:cubicBezTo>
                    <a:cubicBezTo>
                      <a:pt x="127" y="365"/>
                      <a:pt x="138" y="366"/>
                      <a:pt x="148" y="366"/>
                    </a:cubicBezTo>
                    <a:cubicBezTo>
                      <a:pt x="209" y="366"/>
                      <a:pt x="262" y="321"/>
                      <a:pt x="276" y="262"/>
                    </a:cubicBezTo>
                    <a:lnTo>
                      <a:pt x="292" y="154"/>
                    </a:lnTo>
                    <a:cubicBezTo>
                      <a:pt x="310" y="88"/>
                      <a:pt x="260" y="21"/>
                      <a:pt x="191" y="3"/>
                    </a:cubicBezTo>
                    <a:cubicBezTo>
                      <a:pt x="182" y="1"/>
                      <a:pt x="173" y="0"/>
                      <a:pt x="1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4" name="Google Shape;774;p74">
              <a:extLst>
                <a:ext uri="{FF2B5EF4-FFF2-40B4-BE49-F238E27FC236}">
                  <a16:creationId xmlns:a16="http://schemas.microsoft.com/office/drawing/2014/main" id="{58597DBF-4745-5A0F-F96F-1EB2CEF16CAE}"/>
                </a:ext>
              </a:extLst>
            </p:cNvPr>
            <p:cNvGrpSpPr/>
            <p:nvPr/>
          </p:nvGrpSpPr>
          <p:grpSpPr>
            <a:xfrm>
              <a:off x="4027814" y="2450004"/>
              <a:ext cx="2714537" cy="649521"/>
              <a:chOff x="4027814" y="2450004"/>
              <a:chExt cx="2714537" cy="649521"/>
            </a:xfrm>
          </p:grpSpPr>
          <p:sp>
            <p:nvSpPr>
              <p:cNvPr id="775" name="Google Shape;775;p74">
                <a:extLst>
                  <a:ext uri="{FF2B5EF4-FFF2-40B4-BE49-F238E27FC236}">
                    <a16:creationId xmlns:a16="http://schemas.microsoft.com/office/drawing/2014/main" id="{B779FBC1-7DAC-FAD0-DCCD-C0352BAD66A3}"/>
                  </a:ext>
                </a:extLst>
              </p:cNvPr>
              <p:cNvSpPr/>
              <p:nvPr/>
            </p:nvSpPr>
            <p:spPr>
              <a:xfrm>
                <a:off x="4810966" y="2606677"/>
                <a:ext cx="1716170" cy="422890"/>
              </a:xfrm>
              <a:custGeom>
                <a:avLst/>
                <a:gdLst/>
                <a:ahLst/>
                <a:cxnLst/>
                <a:rect l="l" t="t" r="r" b="b"/>
                <a:pathLst>
                  <a:path w="16387" h="4038" extrusionOk="0">
                    <a:moveTo>
                      <a:pt x="343" y="1"/>
                    </a:moveTo>
                    <a:lnTo>
                      <a:pt x="0" y="745"/>
                    </a:lnTo>
                    <a:lnTo>
                      <a:pt x="16386" y="4038"/>
                    </a:lnTo>
                    <a:lnTo>
                      <a:pt x="343" y="1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74">
                <a:extLst>
                  <a:ext uri="{FF2B5EF4-FFF2-40B4-BE49-F238E27FC236}">
                    <a16:creationId xmlns:a16="http://schemas.microsoft.com/office/drawing/2014/main" id="{26951144-8BF7-1567-7587-4DCE9E5BBD04}"/>
                  </a:ext>
                </a:extLst>
              </p:cNvPr>
              <p:cNvSpPr/>
              <p:nvPr/>
            </p:nvSpPr>
            <p:spPr>
              <a:xfrm>
                <a:off x="5974069" y="2619139"/>
                <a:ext cx="67633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6458" h="1671" extrusionOk="0">
                    <a:moveTo>
                      <a:pt x="241" y="0"/>
                    </a:moveTo>
                    <a:lnTo>
                      <a:pt x="0" y="467"/>
                    </a:lnTo>
                    <a:lnTo>
                      <a:pt x="6458" y="1671"/>
                    </a:lnTo>
                    <a:lnTo>
                      <a:pt x="6458" y="1671"/>
                    </a:lnTo>
                    <a:lnTo>
                      <a:pt x="24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74">
                <a:extLst>
                  <a:ext uri="{FF2B5EF4-FFF2-40B4-BE49-F238E27FC236}">
                    <a16:creationId xmlns:a16="http://schemas.microsoft.com/office/drawing/2014/main" id="{2470433A-B508-ECDD-A5ED-8AFAB77CD561}"/>
                  </a:ext>
                </a:extLst>
              </p:cNvPr>
              <p:cNvSpPr/>
              <p:nvPr/>
            </p:nvSpPr>
            <p:spPr>
              <a:xfrm>
                <a:off x="5145256" y="2889441"/>
                <a:ext cx="751001" cy="210083"/>
              </a:xfrm>
              <a:custGeom>
                <a:avLst/>
                <a:gdLst/>
                <a:ahLst/>
                <a:cxnLst/>
                <a:rect l="l" t="t" r="r" b="b"/>
                <a:pathLst>
                  <a:path w="7171" h="2006" extrusionOk="0">
                    <a:moveTo>
                      <a:pt x="133" y="0"/>
                    </a:moveTo>
                    <a:lnTo>
                      <a:pt x="1" y="309"/>
                    </a:lnTo>
                    <a:lnTo>
                      <a:pt x="7170" y="2005"/>
                    </a:lnTo>
                    <a:lnTo>
                      <a:pt x="1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74">
                <a:extLst>
                  <a:ext uri="{FF2B5EF4-FFF2-40B4-BE49-F238E27FC236}">
                    <a16:creationId xmlns:a16="http://schemas.microsoft.com/office/drawing/2014/main" id="{8580961A-9233-7028-EFA4-9657857C0D69}"/>
                  </a:ext>
                </a:extLst>
              </p:cNvPr>
              <p:cNvSpPr/>
              <p:nvPr/>
            </p:nvSpPr>
            <p:spPr>
              <a:xfrm>
                <a:off x="5727226" y="2450004"/>
                <a:ext cx="1015124" cy="236370"/>
              </a:xfrm>
              <a:custGeom>
                <a:avLst/>
                <a:gdLst/>
                <a:ahLst/>
                <a:cxnLst/>
                <a:rect l="l" t="t" r="r" b="b"/>
                <a:pathLst>
                  <a:path w="9693" h="2257" extrusionOk="0">
                    <a:moveTo>
                      <a:pt x="183" y="1"/>
                    </a:moveTo>
                    <a:lnTo>
                      <a:pt x="1" y="412"/>
                    </a:lnTo>
                    <a:lnTo>
                      <a:pt x="9693" y="2257"/>
                    </a:lnTo>
                    <a:lnTo>
                      <a:pt x="183" y="1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74">
                <a:extLst>
                  <a:ext uri="{FF2B5EF4-FFF2-40B4-BE49-F238E27FC236}">
                    <a16:creationId xmlns:a16="http://schemas.microsoft.com/office/drawing/2014/main" id="{1AF0CE01-5695-2AE1-B100-DED90F4FE016}"/>
                  </a:ext>
                </a:extLst>
              </p:cNvPr>
              <p:cNvSpPr/>
              <p:nvPr/>
            </p:nvSpPr>
            <p:spPr>
              <a:xfrm>
                <a:off x="4027814" y="2590130"/>
                <a:ext cx="852377" cy="228620"/>
              </a:xfrm>
              <a:custGeom>
                <a:avLst/>
                <a:gdLst/>
                <a:ahLst/>
                <a:cxnLst/>
                <a:rect l="l" t="t" r="r" b="b"/>
                <a:pathLst>
                  <a:path w="8139" h="2183" extrusionOk="0">
                    <a:moveTo>
                      <a:pt x="275" y="0"/>
                    </a:moveTo>
                    <a:lnTo>
                      <a:pt x="0" y="618"/>
                    </a:lnTo>
                    <a:lnTo>
                      <a:pt x="8138" y="2182"/>
                    </a:lnTo>
                    <a:lnTo>
                      <a:pt x="275" y="0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AutoShape 2" descr="Output image">
            <a:extLst>
              <a:ext uri="{FF2B5EF4-FFF2-40B4-BE49-F238E27FC236}">
                <a16:creationId xmlns:a16="http://schemas.microsoft.com/office/drawing/2014/main" id="{3194F9E8-2BC5-AACF-F31D-A5E0011DF0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Google Shape;628;p69">
            <a:extLst>
              <a:ext uri="{FF2B5EF4-FFF2-40B4-BE49-F238E27FC236}">
                <a16:creationId xmlns:a16="http://schemas.microsoft.com/office/drawing/2014/main" id="{6E67BE19-B609-7578-C755-02ADA8C246D5}"/>
              </a:ext>
            </a:extLst>
          </p:cNvPr>
          <p:cNvSpPr txBox="1">
            <a:spLocks/>
          </p:cNvSpPr>
          <p:nvPr/>
        </p:nvSpPr>
        <p:spPr>
          <a:xfrm>
            <a:off x="1196353" y="1308510"/>
            <a:ext cx="6781691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r"/>
            <a:r>
              <a:rPr lang="en-US" sz="1600" b="1"/>
              <a:t>Grand Challenge: Completely replace all Jet A fuel with SAF domestically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FEFAE-D702-00A7-A70C-D6D46D1B440A}"/>
              </a:ext>
            </a:extLst>
          </p:cNvPr>
          <p:cNvSpPr txBox="1"/>
          <p:nvPr/>
        </p:nvSpPr>
        <p:spPr>
          <a:xfrm>
            <a:off x="208589" y="4837062"/>
            <a:ext cx="8163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0" i="1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[2] Sustainable Aviation Fuel Grand Challenge: Tracking Metrics and Mid-2024 Dashboard</a:t>
            </a:r>
            <a:r>
              <a:rPr lang="en-US" sz="900" b="0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Energy.gov. https://www.energy.gov/eere/bioenergy/articles/sustainable-aviation-fuel-grand-challenge-tracking-metrics-and-mid-2024.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54708-E08F-1FBB-E9E9-5F9953D77B3E}"/>
              </a:ext>
            </a:extLst>
          </p:cNvPr>
          <p:cNvSpPr txBox="1"/>
          <p:nvPr/>
        </p:nvSpPr>
        <p:spPr>
          <a:xfrm>
            <a:off x="8712472" y="4752480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[5]</a:t>
            </a:r>
          </a:p>
        </p:txBody>
      </p:sp>
    </p:spTree>
    <p:extLst>
      <p:ext uri="{BB962C8B-B14F-4D97-AF65-F5344CB8AC3E}">
        <p14:creationId xmlns:p14="http://schemas.microsoft.com/office/powerpoint/2010/main" val="297835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B28AE263-FD14-E3BF-DEAF-F96676E46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521315-C568-BA28-991C-A8FCD66D80BB}"/>
              </a:ext>
            </a:extLst>
          </p:cNvPr>
          <p:cNvSpPr txBox="1"/>
          <p:nvPr/>
        </p:nvSpPr>
        <p:spPr>
          <a:xfrm>
            <a:off x="982518" y="4240938"/>
            <a:ext cx="7289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.</a:t>
            </a:r>
            <a:endParaRPr lang="en-US" sz="1200"/>
          </a:p>
          <a:p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106ACE7-A9B8-0C51-61E2-1A9C1F4701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6349112"/>
              </p:ext>
            </p:extLst>
          </p:nvPr>
        </p:nvGraphicFramePr>
        <p:xfrm>
          <a:off x="-58813" y="479742"/>
          <a:ext cx="4826972" cy="4326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D73AF1-5455-4942-A175-8016F034FB58}"/>
              </a:ext>
            </a:extLst>
          </p:cNvPr>
          <p:cNvSpPr txBox="1"/>
          <p:nvPr/>
        </p:nvSpPr>
        <p:spPr>
          <a:xfrm>
            <a:off x="1595337" y="0"/>
            <a:ext cx="5826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Current Market Size &amp; Future Trajectory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B5DD4B-24E4-533B-534B-0DCD3A9FE63F}"/>
              </a:ext>
            </a:extLst>
          </p:cNvPr>
          <p:cNvSpPr txBox="1"/>
          <p:nvPr/>
        </p:nvSpPr>
        <p:spPr>
          <a:xfrm>
            <a:off x="5324461" y="727595"/>
            <a:ext cx="442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F9B283-61A3-3A69-4F32-39D709331167}"/>
              </a:ext>
            </a:extLst>
          </p:cNvPr>
          <p:cNvSpPr txBox="1"/>
          <p:nvPr/>
        </p:nvSpPr>
        <p:spPr>
          <a:xfrm>
            <a:off x="4690340" y="1330377"/>
            <a:ext cx="432098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global SAF market is forecasted to reach </a:t>
            </a:r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$25.62B by 2030</a:t>
            </a:r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reflecting rapid industry expansion</a:t>
            </a:r>
          </a:p>
          <a:p>
            <a:endParaRPr lang="en-US" sz="1600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SAF market is rising because </a:t>
            </a:r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airlines</a:t>
            </a:r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governments</a:t>
            </a:r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and </a:t>
            </a:r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industries</a:t>
            </a:r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are pushing for cleaner fuels to meet sustainability and emission-reduction goals </a:t>
            </a:r>
          </a:p>
          <a:p>
            <a:endParaRPr lang="en-US" sz="1600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/>
          </a:p>
        </p:txBody>
      </p:sp>
      <p:grpSp>
        <p:nvGrpSpPr>
          <p:cNvPr id="2" name="Google Shape;720;p74">
            <a:extLst>
              <a:ext uri="{FF2B5EF4-FFF2-40B4-BE49-F238E27FC236}">
                <a16:creationId xmlns:a16="http://schemas.microsoft.com/office/drawing/2014/main" id="{211121AD-4231-4F16-5933-A43B72393E92}"/>
              </a:ext>
            </a:extLst>
          </p:cNvPr>
          <p:cNvGrpSpPr/>
          <p:nvPr/>
        </p:nvGrpSpPr>
        <p:grpSpPr>
          <a:xfrm rot="21118515" flipH="1">
            <a:off x="341883" y="1474829"/>
            <a:ext cx="3392008" cy="930176"/>
            <a:chOff x="2707200" y="2043975"/>
            <a:chExt cx="4035150" cy="1055550"/>
          </a:xfrm>
        </p:grpSpPr>
        <p:sp>
          <p:nvSpPr>
            <p:cNvPr id="3" name="Google Shape;721;p74">
              <a:extLst>
                <a:ext uri="{FF2B5EF4-FFF2-40B4-BE49-F238E27FC236}">
                  <a16:creationId xmlns:a16="http://schemas.microsoft.com/office/drawing/2014/main" id="{97880F11-1870-3D6D-9D2D-424B9C95FFBD}"/>
                </a:ext>
              </a:extLst>
            </p:cNvPr>
            <p:cNvSpPr/>
            <p:nvPr/>
          </p:nvSpPr>
          <p:spPr>
            <a:xfrm>
              <a:off x="5785874" y="2732664"/>
              <a:ext cx="140963" cy="17804"/>
            </a:xfrm>
            <a:custGeom>
              <a:avLst/>
              <a:gdLst/>
              <a:ahLst/>
              <a:cxnLst/>
              <a:rect l="l" t="t" r="r" b="b"/>
              <a:pathLst>
                <a:path w="1346" h="170" extrusionOk="0">
                  <a:moveTo>
                    <a:pt x="1346" y="1"/>
                  </a:moveTo>
                  <a:lnTo>
                    <a:pt x="143" y="35"/>
                  </a:lnTo>
                  <a:lnTo>
                    <a:pt x="0" y="169"/>
                  </a:lnTo>
                  <a:lnTo>
                    <a:pt x="0" y="169"/>
                  </a:lnTo>
                  <a:lnTo>
                    <a:pt x="1085" y="109"/>
                  </a:lnTo>
                  <a:lnTo>
                    <a:pt x="1346" y="1"/>
                  </a:lnTo>
                  <a:close/>
                </a:path>
              </a:pathLst>
            </a:custGeom>
            <a:solidFill>
              <a:srgbClr val="CCD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722;p74">
              <a:extLst>
                <a:ext uri="{FF2B5EF4-FFF2-40B4-BE49-F238E27FC236}">
                  <a16:creationId xmlns:a16="http://schemas.microsoft.com/office/drawing/2014/main" id="{CC352C4F-1F0E-51AA-2440-AB36D71A1F91}"/>
                </a:ext>
              </a:extLst>
            </p:cNvPr>
            <p:cNvSpPr/>
            <p:nvPr/>
          </p:nvSpPr>
          <p:spPr>
            <a:xfrm>
              <a:off x="5447080" y="2525408"/>
              <a:ext cx="222546" cy="83258"/>
            </a:xfrm>
            <a:custGeom>
              <a:avLst/>
              <a:gdLst/>
              <a:ahLst/>
              <a:cxnLst/>
              <a:rect l="l" t="t" r="r" b="b"/>
              <a:pathLst>
                <a:path w="2125" h="795" extrusionOk="0">
                  <a:moveTo>
                    <a:pt x="610" y="1"/>
                  </a:moveTo>
                  <a:lnTo>
                    <a:pt x="1" y="225"/>
                  </a:lnTo>
                  <a:lnTo>
                    <a:pt x="27" y="334"/>
                  </a:lnTo>
                  <a:lnTo>
                    <a:pt x="101" y="602"/>
                  </a:lnTo>
                  <a:lnTo>
                    <a:pt x="1272" y="711"/>
                  </a:lnTo>
                  <a:lnTo>
                    <a:pt x="2124" y="795"/>
                  </a:lnTo>
                  <a:lnTo>
                    <a:pt x="6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23;p74">
              <a:extLst>
                <a:ext uri="{FF2B5EF4-FFF2-40B4-BE49-F238E27FC236}">
                  <a16:creationId xmlns:a16="http://schemas.microsoft.com/office/drawing/2014/main" id="{612832DF-E865-33B5-120B-BCB3EB948088}"/>
                </a:ext>
              </a:extLst>
            </p:cNvPr>
            <p:cNvSpPr/>
            <p:nvPr/>
          </p:nvSpPr>
          <p:spPr>
            <a:xfrm>
              <a:off x="2707200" y="2043975"/>
              <a:ext cx="3174919" cy="738329"/>
            </a:xfrm>
            <a:custGeom>
              <a:avLst/>
              <a:gdLst/>
              <a:ahLst/>
              <a:cxnLst/>
              <a:rect l="l" t="t" r="r" b="b"/>
              <a:pathLst>
                <a:path w="30316" h="7050" extrusionOk="0">
                  <a:moveTo>
                    <a:pt x="4248" y="1"/>
                  </a:moveTo>
                  <a:cubicBezTo>
                    <a:pt x="2652" y="1"/>
                    <a:pt x="956" y="1018"/>
                    <a:pt x="393" y="1521"/>
                  </a:cubicBezTo>
                  <a:cubicBezTo>
                    <a:pt x="319" y="1582"/>
                    <a:pt x="261" y="1648"/>
                    <a:pt x="219" y="1714"/>
                  </a:cubicBezTo>
                  <a:cubicBezTo>
                    <a:pt x="0" y="2033"/>
                    <a:pt x="85" y="2350"/>
                    <a:pt x="428" y="2592"/>
                  </a:cubicBezTo>
                  <a:cubicBezTo>
                    <a:pt x="821" y="2867"/>
                    <a:pt x="1966" y="3587"/>
                    <a:pt x="4246" y="3962"/>
                  </a:cubicBezTo>
                  <a:cubicBezTo>
                    <a:pt x="4763" y="4046"/>
                    <a:pt x="6000" y="4255"/>
                    <a:pt x="7621" y="4529"/>
                  </a:cubicBezTo>
                  <a:cubicBezTo>
                    <a:pt x="9259" y="4806"/>
                    <a:pt x="11281" y="5149"/>
                    <a:pt x="13346" y="5492"/>
                  </a:cubicBezTo>
                  <a:cubicBezTo>
                    <a:pt x="18065" y="6274"/>
                    <a:pt x="22996" y="7049"/>
                    <a:pt x="23968" y="7049"/>
                  </a:cubicBezTo>
                  <a:cubicBezTo>
                    <a:pt x="24003" y="7049"/>
                    <a:pt x="24033" y="7048"/>
                    <a:pt x="24057" y="7046"/>
                  </a:cubicBezTo>
                  <a:cubicBezTo>
                    <a:pt x="25361" y="6936"/>
                    <a:pt x="28962" y="6411"/>
                    <a:pt x="29640" y="6094"/>
                  </a:cubicBezTo>
                  <a:cubicBezTo>
                    <a:pt x="30316" y="5775"/>
                    <a:pt x="27917" y="5249"/>
                    <a:pt x="26321" y="4830"/>
                  </a:cubicBezTo>
                  <a:cubicBezTo>
                    <a:pt x="25419" y="4590"/>
                    <a:pt x="23648" y="4128"/>
                    <a:pt x="22002" y="3711"/>
                  </a:cubicBezTo>
                  <a:cubicBezTo>
                    <a:pt x="20740" y="3394"/>
                    <a:pt x="19563" y="3102"/>
                    <a:pt x="18919" y="2959"/>
                  </a:cubicBezTo>
                  <a:cubicBezTo>
                    <a:pt x="18634" y="2901"/>
                    <a:pt x="17967" y="2751"/>
                    <a:pt x="17064" y="2550"/>
                  </a:cubicBezTo>
                  <a:cubicBezTo>
                    <a:pt x="17056" y="2550"/>
                    <a:pt x="17046" y="2542"/>
                    <a:pt x="17046" y="2542"/>
                  </a:cubicBezTo>
                  <a:cubicBezTo>
                    <a:pt x="16679" y="2458"/>
                    <a:pt x="16270" y="2374"/>
                    <a:pt x="15835" y="2273"/>
                  </a:cubicBezTo>
                  <a:cubicBezTo>
                    <a:pt x="11850" y="1397"/>
                    <a:pt x="5475" y="17"/>
                    <a:pt x="4304" y="1"/>
                  </a:cubicBezTo>
                  <a:cubicBezTo>
                    <a:pt x="4285" y="1"/>
                    <a:pt x="4267" y="1"/>
                    <a:pt x="42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24;p74">
              <a:extLst>
                <a:ext uri="{FF2B5EF4-FFF2-40B4-BE49-F238E27FC236}">
                  <a16:creationId xmlns:a16="http://schemas.microsoft.com/office/drawing/2014/main" id="{DC9BE325-48C0-CDCD-09D4-F35CD82D6916}"/>
                </a:ext>
              </a:extLst>
            </p:cNvPr>
            <p:cNvSpPr/>
            <p:nvPr/>
          </p:nvSpPr>
          <p:spPr>
            <a:xfrm>
              <a:off x="2847850" y="2091525"/>
              <a:ext cx="236673" cy="128600"/>
            </a:xfrm>
            <a:custGeom>
              <a:avLst/>
              <a:gdLst/>
              <a:ahLst/>
              <a:cxnLst/>
              <a:rect l="l" t="t" r="r" b="b"/>
              <a:pathLst>
                <a:path w="2340" h="1246" extrusionOk="0">
                  <a:moveTo>
                    <a:pt x="685" y="1"/>
                  </a:moveTo>
                  <a:lnTo>
                    <a:pt x="1" y="394"/>
                  </a:lnTo>
                  <a:cubicBezTo>
                    <a:pt x="267" y="668"/>
                    <a:pt x="610" y="853"/>
                    <a:pt x="1062" y="1011"/>
                  </a:cubicBezTo>
                  <a:cubicBezTo>
                    <a:pt x="1262" y="1077"/>
                    <a:pt x="1563" y="1170"/>
                    <a:pt x="1846" y="1246"/>
                  </a:cubicBezTo>
                  <a:cubicBezTo>
                    <a:pt x="2006" y="1053"/>
                    <a:pt x="2173" y="861"/>
                    <a:pt x="2339" y="684"/>
                  </a:cubicBezTo>
                  <a:cubicBezTo>
                    <a:pt x="1914" y="584"/>
                    <a:pt x="1487" y="476"/>
                    <a:pt x="1354" y="418"/>
                  </a:cubicBezTo>
                  <a:cubicBezTo>
                    <a:pt x="1054" y="301"/>
                    <a:pt x="685" y="1"/>
                    <a:pt x="6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25;p74">
              <a:extLst>
                <a:ext uri="{FF2B5EF4-FFF2-40B4-BE49-F238E27FC236}">
                  <a16:creationId xmlns:a16="http://schemas.microsoft.com/office/drawing/2014/main" id="{F9289E32-3D0B-D03C-78FE-58173AB04FB6}"/>
                </a:ext>
              </a:extLst>
            </p:cNvPr>
            <p:cNvSpPr/>
            <p:nvPr/>
          </p:nvSpPr>
          <p:spPr>
            <a:xfrm>
              <a:off x="3062540" y="2168391"/>
              <a:ext cx="122531" cy="69225"/>
            </a:xfrm>
            <a:custGeom>
              <a:avLst/>
              <a:gdLst/>
              <a:ahLst/>
              <a:cxnLst/>
              <a:rect l="l" t="t" r="r" b="b"/>
              <a:pathLst>
                <a:path w="1170" h="661" extrusionOk="0">
                  <a:moveTo>
                    <a:pt x="486" y="1"/>
                  </a:moveTo>
                  <a:cubicBezTo>
                    <a:pt x="327" y="193"/>
                    <a:pt x="159" y="376"/>
                    <a:pt x="0" y="568"/>
                  </a:cubicBezTo>
                  <a:cubicBezTo>
                    <a:pt x="235" y="626"/>
                    <a:pt x="436" y="660"/>
                    <a:pt x="518" y="660"/>
                  </a:cubicBezTo>
                  <a:cubicBezTo>
                    <a:pt x="668" y="660"/>
                    <a:pt x="987" y="402"/>
                    <a:pt x="1119" y="267"/>
                  </a:cubicBezTo>
                  <a:cubicBezTo>
                    <a:pt x="1170" y="225"/>
                    <a:pt x="1146" y="151"/>
                    <a:pt x="1087" y="133"/>
                  </a:cubicBezTo>
                  <a:cubicBezTo>
                    <a:pt x="953" y="101"/>
                    <a:pt x="728" y="51"/>
                    <a:pt x="4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26;p74">
              <a:extLst>
                <a:ext uri="{FF2B5EF4-FFF2-40B4-BE49-F238E27FC236}">
                  <a16:creationId xmlns:a16="http://schemas.microsoft.com/office/drawing/2014/main" id="{C3BF034D-549D-F9D3-6BC4-0730DC03CA54}"/>
                </a:ext>
              </a:extLst>
            </p:cNvPr>
            <p:cNvSpPr/>
            <p:nvPr/>
          </p:nvSpPr>
          <p:spPr>
            <a:xfrm>
              <a:off x="5431371" y="2398583"/>
              <a:ext cx="591710" cy="264332"/>
            </a:xfrm>
            <a:custGeom>
              <a:avLst/>
              <a:gdLst/>
              <a:ahLst/>
              <a:cxnLst/>
              <a:rect l="l" t="t" r="r" b="b"/>
              <a:pathLst>
                <a:path w="5650" h="2524" extrusionOk="0">
                  <a:moveTo>
                    <a:pt x="4103" y="0"/>
                  </a:moveTo>
                  <a:lnTo>
                    <a:pt x="760" y="1212"/>
                  </a:lnTo>
                  <a:lnTo>
                    <a:pt x="151" y="1436"/>
                  </a:lnTo>
                  <a:lnTo>
                    <a:pt x="0" y="1494"/>
                  </a:lnTo>
                  <a:lnTo>
                    <a:pt x="177" y="1545"/>
                  </a:lnTo>
                  <a:lnTo>
                    <a:pt x="1422" y="1922"/>
                  </a:lnTo>
                  <a:lnTo>
                    <a:pt x="3367" y="2523"/>
                  </a:lnTo>
                  <a:lnTo>
                    <a:pt x="5649" y="391"/>
                  </a:lnTo>
                  <a:lnTo>
                    <a:pt x="41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27;p74">
              <a:extLst>
                <a:ext uri="{FF2B5EF4-FFF2-40B4-BE49-F238E27FC236}">
                  <a16:creationId xmlns:a16="http://schemas.microsoft.com/office/drawing/2014/main" id="{81E71477-130B-204F-EB21-99C9520A511D}"/>
                </a:ext>
              </a:extLst>
            </p:cNvPr>
            <p:cNvSpPr/>
            <p:nvPr/>
          </p:nvSpPr>
          <p:spPr>
            <a:xfrm>
              <a:off x="5552960" y="2671608"/>
              <a:ext cx="373877" cy="64826"/>
            </a:xfrm>
            <a:custGeom>
              <a:avLst/>
              <a:gdLst/>
              <a:ahLst/>
              <a:cxnLst/>
              <a:rect l="l" t="t" r="r" b="b"/>
              <a:pathLst>
                <a:path w="3570" h="619" extrusionOk="0">
                  <a:moveTo>
                    <a:pt x="2106" y="0"/>
                  </a:moveTo>
                  <a:lnTo>
                    <a:pt x="0" y="83"/>
                  </a:lnTo>
                  <a:lnTo>
                    <a:pt x="2367" y="618"/>
                  </a:lnTo>
                  <a:lnTo>
                    <a:pt x="3570" y="584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28;p74">
              <a:extLst>
                <a:ext uri="{FF2B5EF4-FFF2-40B4-BE49-F238E27FC236}">
                  <a16:creationId xmlns:a16="http://schemas.microsoft.com/office/drawing/2014/main" id="{0C17E04B-BA97-5F61-B134-E828F75EB368}"/>
                </a:ext>
              </a:extLst>
            </p:cNvPr>
            <p:cNvSpPr/>
            <p:nvPr/>
          </p:nvSpPr>
          <p:spPr>
            <a:xfrm>
              <a:off x="5526673" y="2680195"/>
              <a:ext cx="274177" cy="70272"/>
            </a:xfrm>
            <a:custGeom>
              <a:avLst/>
              <a:gdLst/>
              <a:ahLst/>
              <a:cxnLst/>
              <a:rect l="l" t="t" r="r" b="b"/>
              <a:pathLst>
                <a:path w="2618" h="671" extrusionOk="0">
                  <a:moveTo>
                    <a:pt x="251" y="1"/>
                  </a:moveTo>
                  <a:lnTo>
                    <a:pt x="1" y="293"/>
                  </a:lnTo>
                  <a:lnTo>
                    <a:pt x="2475" y="670"/>
                  </a:lnTo>
                  <a:lnTo>
                    <a:pt x="2618" y="536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CCD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29;p74">
              <a:extLst>
                <a:ext uri="{FF2B5EF4-FFF2-40B4-BE49-F238E27FC236}">
                  <a16:creationId xmlns:a16="http://schemas.microsoft.com/office/drawing/2014/main" id="{9DDC63B6-B0DC-66FE-62FD-CA4EFBF7CA45}"/>
                </a:ext>
              </a:extLst>
            </p:cNvPr>
            <p:cNvSpPr/>
            <p:nvPr/>
          </p:nvSpPr>
          <p:spPr>
            <a:xfrm>
              <a:off x="5526673" y="2680195"/>
              <a:ext cx="400164" cy="70272"/>
            </a:xfrm>
            <a:custGeom>
              <a:avLst/>
              <a:gdLst/>
              <a:ahLst/>
              <a:cxnLst/>
              <a:rect l="l" t="t" r="r" b="b"/>
              <a:pathLst>
                <a:path w="3821" h="671" extrusionOk="0">
                  <a:moveTo>
                    <a:pt x="251" y="1"/>
                  </a:moveTo>
                  <a:lnTo>
                    <a:pt x="1" y="293"/>
                  </a:lnTo>
                  <a:lnTo>
                    <a:pt x="2475" y="670"/>
                  </a:lnTo>
                  <a:lnTo>
                    <a:pt x="3560" y="610"/>
                  </a:lnTo>
                  <a:lnTo>
                    <a:pt x="3821" y="502"/>
                  </a:lnTo>
                  <a:lnTo>
                    <a:pt x="2618" y="536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30;p74">
              <a:extLst>
                <a:ext uri="{FF2B5EF4-FFF2-40B4-BE49-F238E27FC236}">
                  <a16:creationId xmlns:a16="http://schemas.microsoft.com/office/drawing/2014/main" id="{CC088C06-69AD-07D3-C925-0942A5AAB032}"/>
                </a:ext>
              </a:extLst>
            </p:cNvPr>
            <p:cNvSpPr/>
            <p:nvPr/>
          </p:nvSpPr>
          <p:spPr>
            <a:xfrm>
              <a:off x="3597279" y="2388948"/>
              <a:ext cx="905683" cy="259829"/>
            </a:xfrm>
            <a:custGeom>
              <a:avLst/>
              <a:gdLst/>
              <a:ahLst/>
              <a:cxnLst/>
              <a:rect l="l" t="t" r="r" b="b"/>
              <a:pathLst>
                <a:path w="8648" h="2481" extrusionOk="0">
                  <a:moveTo>
                    <a:pt x="0" y="0"/>
                  </a:moveTo>
                  <a:lnTo>
                    <a:pt x="1011" y="869"/>
                  </a:lnTo>
                  <a:lnTo>
                    <a:pt x="8180" y="2481"/>
                  </a:lnTo>
                  <a:lnTo>
                    <a:pt x="8647" y="1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31;p74">
              <a:extLst>
                <a:ext uri="{FF2B5EF4-FFF2-40B4-BE49-F238E27FC236}">
                  <a16:creationId xmlns:a16="http://schemas.microsoft.com/office/drawing/2014/main" id="{3EABC34F-2232-8315-49A8-B9BE234127E3}"/>
                </a:ext>
              </a:extLst>
            </p:cNvPr>
            <p:cNvSpPr/>
            <p:nvPr/>
          </p:nvSpPr>
          <p:spPr>
            <a:xfrm>
              <a:off x="3597279" y="2363499"/>
              <a:ext cx="870809" cy="221499"/>
            </a:xfrm>
            <a:custGeom>
              <a:avLst/>
              <a:gdLst/>
              <a:ahLst/>
              <a:cxnLst/>
              <a:rect l="l" t="t" r="r" b="b"/>
              <a:pathLst>
                <a:path w="8315" h="2115" extrusionOk="0">
                  <a:moveTo>
                    <a:pt x="175" y="1"/>
                  </a:moveTo>
                  <a:lnTo>
                    <a:pt x="0" y="243"/>
                  </a:lnTo>
                  <a:lnTo>
                    <a:pt x="8315" y="2114"/>
                  </a:lnTo>
                  <a:lnTo>
                    <a:pt x="8172" y="1856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32;p74">
              <a:extLst>
                <a:ext uri="{FF2B5EF4-FFF2-40B4-BE49-F238E27FC236}">
                  <a16:creationId xmlns:a16="http://schemas.microsoft.com/office/drawing/2014/main" id="{1D973C38-0EF7-0FF1-6B26-C8B91C278D74}"/>
                </a:ext>
              </a:extLst>
            </p:cNvPr>
            <p:cNvSpPr/>
            <p:nvPr/>
          </p:nvSpPr>
          <p:spPr>
            <a:xfrm>
              <a:off x="3881614" y="2517449"/>
              <a:ext cx="194374" cy="145466"/>
            </a:xfrm>
            <a:custGeom>
              <a:avLst/>
              <a:gdLst/>
              <a:ahLst/>
              <a:cxnLst/>
              <a:rect l="l" t="t" r="r" b="b"/>
              <a:pathLst>
                <a:path w="1856" h="1389" extrusionOk="0">
                  <a:moveTo>
                    <a:pt x="259" y="0"/>
                  </a:moveTo>
                  <a:lnTo>
                    <a:pt x="1" y="1138"/>
                  </a:lnTo>
                  <a:lnTo>
                    <a:pt x="1647" y="1388"/>
                  </a:lnTo>
                  <a:lnTo>
                    <a:pt x="1855" y="478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CCD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33;p74">
              <a:extLst>
                <a:ext uri="{FF2B5EF4-FFF2-40B4-BE49-F238E27FC236}">
                  <a16:creationId xmlns:a16="http://schemas.microsoft.com/office/drawing/2014/main" id="{93A7058B-1EF8-B67B-EA10-DF676F61F2AD}"/>
                </a:ext>
              </a:extLst>
            </p:cNvPr>
            <p:cNvSpPr/>
            <p:nvPr/>
          </p:nvSpPr>
          <p:spPr>
            <a:xfrm>
              <a:off x="3789873" y="2496398"/>
              <a:ext cx="86610" cy="133318"/>
            </a:xfrm>
            <a:custGeom>
              <a:avLst/>
              <a:gdLst/>
              <a:ahLst/>
              <a:cxnLst/>
              <a:rect l="l" t="t" r="r" b="b"/>
              <a:pathLst>
                <a:path w="827" h="1273" extrusionOk="0">
                  <a:moveTo>
                    <a:pt x="251" y="1"/>
                  </a:moveTo>
                  <a:lnTo>
                    <a:pt x="0" y="1138"/>
                  </a:lnTo>
                  <a:lnTo>
                    <a:pt x="568" y="1272"/>
                  </a:lnTo>
                  <a:lnTo>
                    <a:pt x="826" y="135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34;p74">
              <a:extLst>
                <a:ext uri="{FF2B5EF4-FFF2-40B4-BE49-F238E27FC236}">
                  <a16:creationId xmlns:a16="http://schemas.microsoft.com/office/drawing/2014/main" id="{543C5764-917C-8268-25D9-C6AA182A9CB3}"/>
                </a:ext>
              </a:extLst>
            </p:cNvPr>
            <p:cNvSpPr/>
            <p:nvPr/>
          </p:nvSpPr>
          <p:spPr>
            <a:xfrm>
              <a:off x="3789873" y="2496398"/>
              <a:ext cx="286116" cy="166517"/>
            </a:xfrm>
            <a:custGeom>
              <a:avLst/>
              <a:gdLst/>
              <a:ahLst/>
              <a:cxnLst/>
              <a:rect l="l" t="t" r="r" b="b"/>
              <a:pathLst>
                <a:path w="2732" h="1590" extrusionOk="0">
                  <a:moveTo>
                    <a:pt x="251" y="1"/>
                  </a:moveTo>
                  <a:lnTo>
                    <a:pt x="0" y="1138"/>
                  </a:lnTo>
                  <a:lnTo>
                    <a:pt x="877" y="1339"/>
                  </a:lnTo>
                  <a:lnTo>
                    <a:pt x="2523" y="1589"/>
                  </a:lnTo>
                  <a:lnTo>
                    <a:pt x="2731" y="679"/>
                  </a:lnTo>
                  <a:lnTo>
                    <a:pt x="1135" y="201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35;p74">
              <a:extLst>
                <a:ext uri="{FF2B5EF4-FFF2-40B4-BE49-F238E27FC236}">
                  <a16:creationId xmlns:a16="http://schemas.microsoft.com/office/drawing/2014/main" id="{789AAD11-54B2-2FA5-6FC5-7445DA5FEB1F}"/>
                </a:ext>
              </a:extLst>
            </p:cNvPr>
            <p:cNvSpPr/>
            <p:nvPr/>
          </p:nvSpPr>
          <p:spPr>
            <a:xfrm>
              <a:off x="3982257" y="2540384"/>
              <a:ext cx="194374" cy="145152"/>
            </a:xfrm>
            <a:custGeom>
              <a:avLst/>
              <a:gdLst/>
              <a:ahLst/>
              <a:cxnLst/>
              <a:rect l="l" t="t" r="r" b="b"/>
              <a:pathLst>
                <a:path w="1856" h="1386" extrusionOk="0">
                  <a:moveTo>
                    <a:pt x="259" y="0"/>
                  </a:moveTo>
                  <a:lnTo>
                    <a:pt x="0" y="1135"/>
                  </a:lnTo>
                  <a:lnTo>
                    <a:pt x="1647" y="1386"/>
                  </a:lnTo>
                  <a:lnTo>
                    <a:pt x="1855" y="475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36;p74">
              <a:extLst>
                <a:ext uri="{FF2B5EF4-FFF2-40B4-BE49-F238E27FC236}">
                  <a16:creationId xmlns:a16="http://schemas.microsoft.com/office/drawing/2014/main" id="{BDEF8D3C-2C5A-0EAD-2C05-EB724CE20561}"/>
                </a:ext>
              </a:extLst>
            </p:cNvPr>
            <p:cNvSpPr/>
            <p:nvPr/>
          </p:nvSpPr>
          <p:spPr>
            <a:xfrm>
              <a:off x="3890411" y="2519334"/>
              <a:ext cx="86610" cy="133004"/>
            </a:xfrm>
            <a:custGeom>
              <a:avLst/>
              <a:gdLst/>
              <a:ahLst/>
              <a:cxnLst/>
              <a:rect l="l" t="t" r="r" b="b"/>
              <a:pathLst>
                <a:path w="827" h="1270" extrusionOk="0">
                  <a:moveTo>
                    <a:pt x="259" y="1"/>
                  </a:moveTo>
                  <a:lnTo>
                    <a:pt x="1" y="1136"/>
                  </a:lnTo>
                  <a:lnTo>
                    <a:pt x="576" y="1270"/>
                  </a:lnTo>
                  <a:lnTo>
                    <a:pt x="827" y="133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Google Shape;737;p74">
              <a:extLst>
                <a:ext uri="{FF2B5EF4-FFF2-40B4-BE49-F238E27FC236}">
                  <a16:creationId xmlns:a16="http://schemas.microsoft.com/office/drawing/2014/main" id="{5FCB49FA-7883-EDA5-D699-8C4BFE3CB7F4}"/>
                </a:ext>
              </a:extLst>
            </p:cNvPr>
            <p:cNvGrpSpPr/>
            <p:nvPr/>
          </p:nvGrpSpPr>
          <p:grpSpPr>
            <a:xfrm>
              <a:off x="3407408" y="2248508"/>
              <a:ext cx="273967" cy="87448"/>
              <a:chOff x="3407408" y="2248508"/>
              <a:chExt cx="273967" cy="87448"/>
            </a:xfrm>
          </p:grpSpPr>
          <p:sp>
            <p:nvSpPr>
              <p:cNvPr id="61" name="Google Shape;738;p74">
                <a:extLst>
                  <a:ext uri="{FF2B5EF4-FFF2-40B4-BE49-F238E27FC236}">
                    <a16:creationId xmlns:a16="http://schemas.microsoft.com/office/drawing/2014/main" id="{13E143CF-6BAC-AE6A-5891-56E2DCE6AFE2}"/>
                  </a:ext>
                </a:extLst>
              </p:cNvPr>
              <p:cNvSpPr/>
              <p:nvPr/>
            </p:nvSpPr>
            <p:spPr>
              <a:xfrm>
                <a:off x="3407408" y="2248508"/>
                <a:ext cx="32466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7" extrusionOk="0">
                    <a:moveTo>
                      <a:pt x="164" y="1"/>
                    </a:moveTo>
                    <a:cubicBezTo>
                      <a:pt x="101" y="1"/>
                      <a:pt x="48" y="46"/>
                      <a:pt x="32" y="104"/>
                    </a:cubicBezTo>
                    <a:lnTo>
                      <a:pt x="16" y="204"/>
                    </a:lnTo>
                    <a:cubicBezTo>
                      <a:pt x="0" y="280"/>
                      <a:pt x="50" y="347"/>
                      <a:pt x="117" y="363"/>
                    </a:cubicBezTo>
                    <a:cubicBezTo>
                      <a:pt x="127" y="365"/>
                      <a:pt x="138" y="366"/>
                      <a:pt x="148" y="366"/>
                    </a:cubicBezTo>
                    <a:cubicBezTo>
                      <a:pt x="210" y="366"/>
                      <a:pt x="261" y="321"/>
                      <a:pt x="275" y="262"/>
                    </a:cubicBezTo>
                    <a:lnTo>
                      <a:pt x="293" y="154"/>
                    </a:lnTo>
                    <a:cubicBezTo>
                      <a:pt x="309" y="88"/>
                      <a:pt x="259" y="20"/>
                      <a:pt x="193" y="4"/>
                    </a:cubicBezTo>
                    <a:cubicBezTo>
                      <a:pt x="183" y="2"/>
                      <a:pt x="174" y="1"/>
                      <a:pt x="1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739;p74">
                <a:extLst>
                  <a:ext uri="{FF2B5EF4-FFF2-40B4-BE49-F238E27FC236}">
                    <a16:creationId xmlns:a16="http://schemas.microsoft.com/office/drawing/2014/main" id="{03C37772-80FE-7036-4511-6C4EC80423A4}"/>
                  </a:ext>
                </a:extLst>
              </p:cNvPr>
              <p:cNvSpPr/>
              <p:nvPr/>
            </p:nvSpPr>
            <p:spPr>
              <a:xfrm>
                <a:off x="3455478" y="2258143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7" y="1"/>
                    </a:moveTo>
                    <a:cubicBezTo>
                      <a:pt x="107" y="1"/>
                      <a:pt x="50" y="46"/>
                      <a:pt x="43" y="104"/>
                    </a:cubicBezTo>
                    <a:lnTo>
                      <a:pt x="17" y="212"/>
                    </a:lnTo>
                    <a:cubicBezTo>
                      <a:pt x="1" y="279"/>
                      <a:pt x="51" y="347"/>
                      <a:pt x="117" y="363"/>
                    </a:cubicBezTo>
                    <a:cubicBezTo>
                      <a:pt x="127" y="365"/>
                      <a:pt x="136" y="366"/>
                      <a:pt x="145" y="366"/>
                    </a:cubicBezTo>
                    <a:cubicBezTo>
                      <a:pt x="209" y="366"/>
                      <a:pt x="261" y="320"/>
                      <a:pt x="275" y="263"/>
                    </a:cubicBezTo>
                    <a:lnTo>
                      <a:pt x="293" y="162"/>
                    </a:lnTo>
                    <a:cubicBezTo>
                      <a:pt x="309" y="88"/>
                      <a:pt x="267" y="20"/>
                      <a:pt x="193" y="4"/>
                    </a:cubicBezTo>
                    <a:cubicBezTo>
                      <a:pt x="184" y="2"/>
                      <a:pt x="176" y="1"/>
                      <a:pt x="1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40;p74">
                <a:extLst>
                  <a:ext uri="{FF2B5EF4-FFF2-40B4-BE49-F238E27FC236}">
                    <a16:creationId xmlns:a16="http://schemas.microsoft.com/office/drawing/2014/main" id="{AE1CE8B3-15BA-AB92-8D4B-48A1FBCC30C6}"/>
                  </a:ext>
                </a:extLst>
              </p:cNvPr>
              <p:cNvSpPr/>
              <p:nvPr/>
            </p:nvSpPr>
            <p:spPr>
              <a:xfrm>
                <a:off x="3504386" y="2268092"/>
                <a:ext cx="31628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4" extrusionOk="0">
                    <a:moveTo>
                      <a:pt x="169" y="0"/>
                    </a:moveTo>
                    <a:cubicBezTo>
                      <a:pt x="108" y="0"/>
                      <a:pt x="50" y="40"/>
                      <a:pt x="35" y="109"/>
                    </a:cubicBezTo>
                    <a:lnTo>
                      <a:pt x="9" y="210"/>
                    </a:lnTo>
                    <a:cubicBezTo>
                      <a:pt x="1" y="276"/>
                      <a:pt x="43" y="352"/>
                      <a:pt x="119" y="360"/>
                    </a:cubicBezTo>
                    <a:cubicBezTo>
                      <a:pt x="129" y="362"/>
                      <a:pt x="138" y="363"/>
                      <a:pt x="147" y="363"/>
                    </a:cubicBezTo>
                    <a:cubicBezTo>
                      <a:pt x="203" y="363"/>
                      <a:pt x="254" y="323"/>
                      <a:pt x="270" y="260"/>
                    </a:cubicBezTo>
                    <a:lnTo>
                      <a:pt x="286" y="160"/>
                    </a:lnTo>
                    <a:cubicBezTo>
                      <a:pt x="302" y="83"/>
                      <a:pt x="260" y="17"/>
                      <a:pt x="185" y="1"/>
                    </a:cubicBezTo>
                    <a:cubicBezTo>
                      <a:pt x="180" y="0"/>
                      <a:pt x="174" y="0"/>
                      <a:pt x="1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741;p74">
                <a:extLst>
                  <a:ext uri="{FF2B5EF4-FFF2-40B4-BE49-F238E27FC236}">
                    <a16:creationId xmlns:a16="http://schemas.microsoft.com/office/drawing/2014/main" id="{0960DC71-EC1E-7017-1303-BCF001E2E46B}"/>
                  </a:ext>
                </a:extLst>
              </p:cNvPr>
              <p:cNvSpPr/>
              <p:nvPr/>
            </p:nvSpPr>
            <p:spPr>
              <a:xfrm>
                <a:off x="3552560" y="2278251"/>
                <a:ext cx="31523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65" extrusionOk="0">
                    <a:moveTo>
                      <a:pt x="154" y="0"/>
                    </a:moveTo>
                    <a:cubicBezTo>
                      <a:pt x="98" y="0"/>
                      <a:pt x="48" y="40"/>
                      <a:pt x="34" y="105"/>
                    </a:cubicBezTo>
                    <a:lnTo>
                      <a:pt x="18" y="205"/>
                    </a:lnTo>
                    <a:cubicBezTo>
                      <a:pt x="0" y="279"/>
                      <a:pt x="42" y="347"/>
                      <a:pt x="118" y="363"/>
                    </a:cubicBezTo>
                    <a:cubicBezTo>
                      <a:pt x="124" y="364"/>
                      <a:pt x="129" y="364"/>
                      <a:pt x="134" y="364"/>
                    </a:cubicBezTo>
                    <a:cubicBezTo>
                      <a:pt x="195" y="364"/>
                      <a:pt x="252" y="323"/>
                      <a:pt x="269" y="255"/>
                    </a:cubicBezTo>
                    <a:lnTo>
                      <a:pt x="293" y="155"/>
                    </a:lnTo>
                    <a:cubicBezTo>
                      <a:pt x="301" y="87"/>
                      <a:pt x="261" y="12"/>
                      <a:pt x="185" y="4"/>
                    </a:cubicBezTo>
                    <a:cubicBezTo>
                      <a:pt x="174" y="2"/>
                      <a:pt x="164" y="0"/>
                      <a:pt x="1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42;p74">
                <a:extLst>
                  <a:ext uri="{FF2B5EF4-FFF2-40B4-BE49-F238E27FC236}">
                    <a16:creationId xmlns:a16="http://schemas.microsoft.com/office/drawing/2014/main" id="{8A7082D1-C751-E266-E4FE-06BF4E6EB344}"/>
                  </a:ext>
                </a:extLst>
              </p:cNvPr>
              <p:cNvSpPr/>
              <p:nvPr/>
            </p:nvSpPr>
            <p:spPr>
              <a:xfrm>
                <a:off x="3600840" y="2287886"/>
                <a:ext cx="32466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7" extrusionOk="0">
                    <a:moveTo>
                      <a:pt x="160" y="1"/>
                    </a:moveTo>
                    <a:cubicBezTo>
                      <a:pt x="99" y="1"/>
                      <a:pt x="48" y="46"/>
                      <a:pt x="32" y="105"/>
                    </a:cubicBezTo>
                    <a:lnTo>
                      <a:pt x="16" y="205"/>
                    </a:lnTo>
                    <a:cubicBezTo>
                      <a:pt x="0" y="279"/>
                      <a:pt x="40" y="346"/>
                      <a:pt x="117" y="364"/>
                    </a:cubicBezTo>
                    <a:cubicBezTo>
                      <a:pt x="125" y="366"/>
                      <a:pt x="134" y="367"/>
                      <a:pt x="142" y="367"/>
                    </a:cubicBezTo>
                    <a:cubicBezTo>
                      <a:pt x="201" y="367"/>
                      <a:pt x="260" y="321"/>
                      <a:pt x="267" y="263"/>
                    </a:cubicBezTo>
                    <a:lnTo>
                      <a:pt x="291" y="155"/>
                    </a:lnTo>
                    <a:cubicBezTo>
                      <a:pt x="309" y="87"/>
                      <a:pt x="259" y="21"/>
                      <a:pt x="191" y="5"/>
                    </a:cubicBezTo>
                    <a:cubicBezTo>
                      <a:pt x="180" y="2"/>
                      <a:pt x="170" y="1"/>
                      <a:pt x="1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43;p74">
                <a:extLst>
                  <a:ext uri="{FF2B5EF4-FFF2-40B4-BE49-F238E27FC236}">
                    <a16:creationId xmlns:a16="http://schemas.microsoft.com/office/drawing/2014/main" id="{0490E280-1F7C-B8F0-4E31-9F0C6DC1E1BB}"/>
                  </a:ext>
                </a:extLst>
              </p:cNvPr>
              <p:cNvSpPr/>
              <p:nvPr/>
            </p:nvSpPr>
            <p:spPr>
              <a:xfrm>
                <a:off x="3648910" y="2297416"/>
                <a:ext cx="32466" cy="3854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8" extrusionOk="0">
                    <a:moveTo>
                      <a:pt x="165" y="1"/>
                    </a:moveTo>
                    <a:cubicBezTo>
                      <a:pt x="101" y="1"/>
                      <a:pt x="48" y="46"/>
                      <a:pt x="33" y="104"/>
                    </a:cubicBezTo>
                    <a:lnTo>
                      <a:pt x="17" y="214"/>
                    </a:lnTo>
                    <a:cubicBezTo>
                      <a:pt x="1" y="281"/>
                      <a:pt x="51" y="347"/>
                      <a:pt x="117" y="365"/>
                    </a:cubicBezTo>
                    <a:cubicBezTo>
                      <a:pt x="127" y="367"/>
                      <a:pt x="136" y="368"/>
                      <a:pt x="145" y="368"/>
                    </a:cubicBezTo>
                    <a:cubicBezTo>
                      <a:pt x="209" y="368"/>
                      <a:pt x="261" y="322"/>
                      <a:pt x="275" y="265"/>
                    </a:cubicBezTo>
                    <a:lnTo>
                      <a:pt x="293" y="164"/>
                    </a:lnTo>
                    <a:cubicBezTo>
                      <a:pt x="309" y="88"/>
                      <a:pt x="259" y="22"/>
                      <a:pt x="193" y="4"/>
                    </a:cubicBezTo>
                    <a:cubicBezTo>
                      <a:pt x="183" y="2"/>
                      <a:pt x="174" y="1"/>
                      <a:pt x="1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744;p74">
              <a:extLst>
                <a:ext uri="{FF2B5EF4-FFF2-40B4-BE49-F238E27FC236}">
                  <a16:creationId xmlns:a16="http://schemas.microsoft.com/office/drawing/2014/main" id="{E3B5352E-8567-1F53-20BB-3C5F88EFB766}"/>
                </a:ext>
              </a:extLst>
            </p:cNvPr>
            <p:cNvGrpSpPr/>
            <p:nvPr/>
          </p:nvGrpSpPr>
          <p:grpSpPr>
            <a:xfrm>
              <a:off x="3766937" y="2322027"/>
              <a:ext cx="273967" cy="87238"/>
              <a:chOff x="3766937" y="2322027"/>
              <a:chExt cx="273967" cy="87238"/>
            </a:xfrm>
          </p:grpSpPr>
          <p:sp>
            <p:nvSpPr>
              <p:cNvPr id="55" name="Google Shape;745;p74">
                <a:extLst>
                  <a:ext uri="{FF2B5EF4-FFF2-40B4-BE49-F238E27FC236}">
                    <a16:creationId xmlns:a16="http://schemas.microsoft.com/office/drawing/2014/main" id="{04D23929-E691-1325-E4EA-562CF3B206C5}"/>
                  </a:ext>
                </a:extLst>
              </p:cNvPr>
              <p:cNvSpPr/>
              <p:nvPr/>
            </p:nvSpPr>
            <p:spPr>
              <a:xfrm>
                <a:off x="3766937" y="2322027"/>
                <a:ext cx="32466" cy="37492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58" extrusionOk="0">
                    <a:moveTo>
                      <a:pt x="162" y="0"/>
                    </a:moveTo>
                    <a:cubicBezTo>
                      <a:pt x="101" y="0"/>
                      <a:pt x="48" y="40"/>
                      <a:pt x="35" y="104"/>
                    </a:cubicBezTo>
                    <a:lnTo>
                      <a:pt x="19" y="204"/>
                    </a:lnTo>
                    <a:cubicBezTo>
                      <a:pt x="1" y="280"/>
                      <a:pt x="51" y="346"/>
                      <a:pt x="119" y="354"/>
                    </a:cubicBezTo>
                    <a:cubicBezTo>
                      <a:pt x="130" y="357"/>
                      <a:pt x="140" y="358"/>
                      <a:pt x="151" y="358"/>
                    </a:cubicBezTo>
                    <a:cubicBezTo>
                      <a:pt x="211" y="358"/>
                      <a:pt x="262" y="319"/>
                      <a:pt x="277" y="254"/>
                    </a:cubicBezTo>
                    <a:lnTo>
                      <a:pt x="293" y="154"/>
                    </a:lnTo>
                    <a:cubicBezTo>
                      <a:pt x="309" y="88"/>
                      <a:pt x="259" y="11"/>
                      <a:pt x="193" y="3"/>
                    </a:cubicBezTo>
                    <a:cubicBezTo>
                      <a:pt x="183" y="1"/>
                      <a:pt x="172" y="0"/>
                      <a:pt x="1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746;p74">
                <a:extLst>
                  <a:ext uri="{FF2B5EF4-FFF2-40B4-BE49-F238E27FC236}">
                    <a16:creationId xmlns:a16="http://schemas.microsoft.com/office/drawing/2014/main" id="{A90806F4-32D3-E87E-9AB7-F12C0556E5D7}"/>
                  </a:ext>
                </a:extLst>
              </p:cNvPr>
              <p:cNvSpPr/>
              <p:nvPr/>
            </p:nvSpPr>
            <p:spPr>
              <a:xfrm>
                <a:off x="3815007" y="2331662"/>
                <a:ext cx="32675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4" extrusionOk="0">
                    <a:moveTo>
                      <a:pt x="168" y="1"/>
                    </a:moveTo>
                    <a:cubicBezTo>
                      <a:pt x="109" y="1"/>
                      <a:pt x="50" y="46"/>
                      <a:pt x="43" y="104"/>
                    </a:cubicBezTo>
                    <a:lnTo>
                      <a:pt x="19" y="204"/>
                    </a:lnTo>
                    <a:cubicBezTo>
                      <a:pt x="1" y="278"/>
                      <a:pt x="51" y="347"/>
                      <a:pt x="119" y="363"/>
                    </a:cubicBezTo>
                    <a:cubicBezTo>
                      <a:pt x="125" y="363"/>
                      <a:pt x="131" y="364"/>
                      <a:pt x="137" y="364"/>
                    </a:cubicBezTo>
                    <a:cubicBezTo>
                      <a:pt x="204" y="364"/>
                      <a:pt x="263" y="323"/>
                      <a:pt x="278" y="262"/>
                    </a:cubicBezTo>
                    <a:lnTo>
                      <a:pt x="294" y="154"/>
                    </a:lnTo>
                    <a:cubicBezTo>
                      <a:pt x="312" y="88"/>
                      <a:pt x="262" y="20"/>
                      <a:pt x="193" y="4"/>
                    </a:cubicBezTo>
                    <a:cubicBezTo>
                      <a:pt x="185" y="2"/>
                      <a:pt x="176" y="1"/>
                      <a:pt x="1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747;p74">
                <a:extLst>
                  <a:ext uri="{FF2B5EF4-FFF2-40B4-BE49-F238E27FC236}">
                    <a16:creationId xmlns:a16="http://schemas.microsoft.com/office/drawing/2014/main" id="{D66A3B5D-B43D-C085-5042-AB5D3B482737}"/>
                  </a:ext>
                </a:extLst>
              </p:cNvPr>
              <p:cNvSpPr/>
              <p:nvPr/>
            </p:nvSpPr>
            <p:spPr>
              <a:xfrm>
                <a:off x="3864229" y="2341297"/>
                <a:ext cx="31523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66" extrusionOk="0">
                    <a:moveTo>
                      <a:pt x="155" y="0"/>
                    </a:moveTo>
                    <a:cubicBezTo>
                      <a:pt x="97" y="0"/>
                      <a:pt x="41" y="46"/>
                      <a:pt x="32" y="104"/>
                    </a:cubicBezTo>
                    <a:lnTo>
                      <a:pt x="8" y="205"/>
                    </a:lnTo>
                    <a:cubicBezTo>
                      <a:pt x="0" y="279"/>
                      <a:pt x="42" y="347"/>
                      <a:pt x="108" y="363"/>
                    </a:cubicBezTo>
                    <a:cubicBezTo>
                      <a:pt x="118" y="365"/>
                      <a:pt x="127" y="366"/>
                      <a:pt x="136" y="366"/>
                    </a:cubicBezTo>
                    <a:cubicBezTo>
                      <a:pt x="199" y="366"/>
                      <a:pt x="253" y="320"/>
                      <a:pt x="267" y="263"/>
                    </a:cubicBezTo>
                    <a:lnTo>
                      <a:pt x="283" y="154"/>
                    </a:lnTo>
                    <a:cubicBezTo>
                      <a:pt x="301" y="86"/>
                      <a:pt x="259" y="20"/>
                      <a:pt x="183" y="4"/>
                    </a:cubicBezTo>
                    <a:cubicBezTo>
                      <a:pt x="173" y="1"/>
                      <a:pt x="164" y="0"/>
                      <a:pt x="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748;p74">
                <a:extLst>
                  <a:ext uri="{FF2B5EF4-FFF2-40B4-BE49-F238E27FC236}">
                    <a16:creationId xmlns:a16="http://schemas.microsoft.com/office/drawing/2014/main" id="{CF7CA13D-0AEC-2E7F-CBE9-4BA59A5BE8BF}"/>
                  </a:ext>
                </a:extLst>
              </p:cNvPr>
              <p:cNvSpPr/>
              <p:nvPr/>
            </p:nvSpPr>
            <p:spPr>
              <a:xfrm>
                <a:off x="3912299" y="2351141"/>
                <a:ext cx="31628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5" extrusionOk="0">
                    <a:moveTo>
                      <a:pt x="165" y="1"/>
                    </a:moveTo>
                    <a:cubicBezTo>
                      <a:pt x="104" y="1"/>
                      <a:pt x="49" y="41"/>
                      <a:pt x="34" y="102"/>
                    </a:cubicBezTo>
                    <a:lnTo>
                      <a:pt x="8" y="211"/>
                    </a:lnTo>
                    <a:cubicBezTo>
                      <a:pt x="0" y="277"/>
                      <a:pt x="42" y="343"/>
                      <a:pt x="117" y="361"/>
                    </a:cubicBezTo>
                    <a:cubicBezTo>
                      <a:pt x="125" y="363"/>
                      <a:pt x="134" y="364"/>
                      <a:pt x="142" y="364"/>
                    </a:cubicBezTo>
                    <a:cubicBezTo>
                      <a:pt x="201" y="364"/>
                      <a:pt x="253" y="319"/>
                      <a:pt x="267" y="261"/>
                    </a:cubicBezTo>
                    <a:lnTo>
                      <a:pt x="293" y="161"/>
                    </a:lnTo>
                    <a:cubicBezTo>
                      <a:pt x="301" y="84"/>
                      <a:pt x="259" y="18"/>
                      <a:pt x="185" y="2"/>
                    </a:cubicBezTo>
                    <a:cubicBezTo>
                      <a:pt x="178" y="1"/>
                      <a:pt x="171" y="1"/>
                      <a:pt x="1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749;p74">
                <a:extLst>
                  <a:ext uri="{FF2B5EF4-FFF2-40B4-BE49-F238E27FC236}">
                    <a16:creationId xmlns:a16="http://schemas.microsoft.com/office/drawing/2014/main" id="{23C344F2-22A3-543D-F7B1-7EB5A81914A3}"/>
                  </a:ext>
                </a:extLst>
              </p:cNvPr>
              <p:cNvSpPr/>
              <p:nvPr/>
            </p:nvSpPr>
            <p:spPr>
              <a:xfrm>
                <a:off x="3960369" y="2360671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75" y="0"/>
                    </a:moveTo>
                    <a:cubicBezTo>
                      <a:pt x="106" y="0"/>
                      <a:pt x="49" y="42"/>
                      <a:pt x="35" y="112"/>
                    </a:cubicBezTo>
                    <a:lnTo>
                      <a:pt x="17" y="212"/>
                    </a:lnTo>
                    <a:cubicBezTo>
                      <a:pt x="1" y="278"/>
                      <a:pt x="43" y="352"/>
                      <a:pt x="117" y="362"/>
                    </a:cubicBezTo>
                    <a:cubicBezTo>
                      <a:pt x="127" y="365"/>
                      <a:pt x="136" y="366"/>
                      <a:pt x="146" y="366"/>
                    </a:cubicBezTo>
                    <a:cubicBezTo>
                      <a:pt x="205" y="366"/>
                      <a:pt x="260" y="326"/>
                      <a:pt x="267" y="262"/>
                    </a:cubicBezTo>
                    <a:lnTo>
                      <a:pt x="293" y="162"/>
                    </a:lnTo>
                    <a:cubicBezTo>
                      <a:pt x="309" y="86"/>
                      <a:pt x="259" y="20"/>
                      <a:pt x="193" y="1"/>
                    </a:cubicBezTo>
                    <a:cubicBezTo>
                      <a:pt x="187" y="1"/>
                      <a:pt x="181" y="0"/>
                      <a:pt x="1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750;p74">
                <a:extLst>
                  <a:ext uri="{FF2B5EF4-FFF2-40B4-BE49-F238E27FC236}">
                    <a16:creationId xmlns:a16="http://schemas.microsoft.com/office/drawing/2014/main" id="{F7A62CC8-B65E-7D0C-1D58-C42D18942081}"/>
                  </a:ext>
                </a:extLst>
              </p:cNvPr>
              <p:cNvSpPr/>
              <p:nvPr/>
            </p:nvSpPr>
            <p:spPr>
              <a:xfrm>
                <a:off x="4008439" y="2370935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2" y="0"/>
                    </a:moveTo>
                    <a:cubicBezTo>
                      <a:pt x="101" y="0"/>
                      <a:pt x="49" y="40"/>
                      <a:pt x="35" y="104"/>
                    </a:cubicBezTo>
                    <a:lnTo>
                      <a:pt x="19" y="204"/>
                    </a:lnTo>
                    <a:cubicBezTo>
                      <a:pt x="1" y="280"/>
                      <a:pt x="51" y="347"/>
                      <a:pt x="119" y="365"/>
                    </a:cubicBezTo>
                    <a:cubicBezTo>
                      <a:pt x="125" y="365"/>
                      <a:pt x="131" y="366"/>
                      <a:pt x="137" y="366"/>
                    </a:cubicBezTo>
                    <a:cubicBezTo>
                      <a:pt x="204" y="366"/>
                      <a:pt x="261" y="324"/>
                      <a:pt x="278" y="254"/>
                    </a:cubicBezTo>
                    <a:lnTo>
                      <a:pt x="294" y="154"/>
                    </a:lnTo>
                    <a:cubicBezTo>
                      <a:pt x="310" y="88"/>
                      <a:pt x="259" y="14"/>
                      <a:pt x="193" y="4"/>
                    </a:cubicBezTo>
                    <a:cubicBezTo>
                      <a:pt x="183" y="1"/>
                      <a:pt x="172" y="0"/>
                      <a:pt x="1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751;p74">
              <a:extLst>
                <a:ext uri="{FF2B5EF4-FFF2-40B4-BE49-F238E27FC236}">
                  <a16:creationId xmlns:a16="http://schemas.microsoft.com/office/drawing/2014/main" id="{166C64A9-E450-E85C-83D5-E8F8D059BC53}"/>
                </a:ext>
              </a:extLst>
            </p:cNvPr>
            <p:cNvGrpSpPr/>
            <p:nvPr/>
          </p:nvGrpSpPr>
          <p:grpSpPr>
            <a:xfrm>
              <a:off x="4126676" y="2394708"/>
              <a:ext cx="273967" cy="87343"/>
              <a:chOff x="4126676" y="2394708"/>
              <a:chExt cx="273967" cy="87343"/>
            </a:xfrm>
          </p:grpSpPr>
          <p:sp>
            <p:nvSpPr>
              <p:cNvPr id="49" name="Google Shape;752;p74">
                <a:extLst>
                  <a:ext uri="{FF2B5EF4-FFF2-40B4-BE49-F238E27FC236}">
                    <a16:creationId xmlns:a16="http://schemas.microsoft.com/office/drawing/2014/main" id="{9F1A307A-0CBB-E15B-804F-C1D8E280FA49}"/>
                  </a:ext>
                </a:extLst>
              </p:cNvPr>
              <p:cNvSpPr/>
              <p:nvPr/>
            </p:nvSpPr>
            <p:spPr>
              <a:xfrm>
                <a:off x="4126676" y="2394708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5" y="0"/>
                    </a:moveTo>
                    <a:cubicBezTo>
                      <a:pt x="101" y="0"/>
                      <a:pt x="49" y="46"/>
                      <a:pt x="33" y="104"/>
                    </a:cubicBezTo>
                    <a:lnTo>
                      <a:pt x="17" y="212"/>
                    </a:lnTo>
                    <a:cubicBezTo>
                      <a:pt x="1" y="278"/>
                      <a:pt x="51" y="346"/>
                      <a:pt x="117" y="362"/>
                    </a:cubicBezTo>
                    <a:cubicBezTo>
                      <a:pt x="126" y="364"/>
                      <a:pt x="134" y="365"/>
                      <a:pt x="143" y="365"/>
                    </a:cubicBezTo>
                    <a:cubicBezTo>
                      <a:pt x="202" y="365"/>
                      <a:pt x="261" y="320"/>
                      <a:pt x="268" y="262"/>
                    </a:cubicBezTo>
                    <a:lnTo>
                      <a:pt x="294" y="162"/>
                    </a:lnTo>
                    <a:cubicBezTo>
                      <a:pt x="310" y="88"/>
                      <a:pt x="259" y="19"/>
                      <a:pt x="193" y="3"/>
                    </a:cubicBezTo>
                    <a:cubicBezTo>
                      <a:pt x="184" y="1"/>
                      <a:pt x="174" y="0"/>
                      <a:pt x="1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753;p74">
                <a:extLst>
                  <a:ext uri="{FF2B5EF4-FFF2-40B4-BE49-F238E27FC236}">
                    <a16:creationId xmlns:a16="http://schemas.microsoft.com/office/drawing/2014/main" id="{1107FD65-222F-5AB1-CEFB-EA65ECF39A3C}"/>
                  </a:ext>
                </a:extLst>
              </p:cNvPr>
              <p:cNvSpPr/>
              <p:nvPr/>
            </p:nvSpPr>
            <p:spPr>
              <a:xfrm>
                <a:off x="4174851" y="2404552"/>
                <a:ext cx="32361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64" extrusionOk="0">
                    <a:moveTo>
                      <a:pt x="174" y="1"/>
                    </a:moveTo>
                    <a:cubicBezTo>
                      <a:pt x="106" y="1"/>
                      <a:pt x="49" y="40"/>
                      <a:pt x="34" y="110"/>
                    </a:cubicBezTo>
                    <a:lnTo>
                      <a:pt x="16" y="210"/>
                    </a:lnTo>
                    <a:cubicBezTo>
                      <a:pt x="0" y="276"/>
                      <a:pt x="50" y="353"/>
                      <a:pt x="116" y="361"/>
                    </a:cubicBezTo>
                    <a:cubicBezTo>
                      <a:pt x="127" y="363"/>
                      <a:pt x="138" y="364"/>
                      <a:pt x="148" y="364"/>
                    </a:cubicBezTo>
                    <a:cubicBezTo>
                      <a:pt x="210" y="364"/>
                      <a:pt x="261" y="324"/>
                      <a:pt x="275" y="260"/>
                    </a:cubicBezTo>
                    <a:lnTo>
                      <a:pt x="293" y="160"/>
                    </a:lnTo>
                    <a:cubicBezTo>
                      <a:pt x="309" y="84"/>
                      <a:pt x="259" y="18"/>
                      <a:pt x="193" y="2"/>
                    </a:cubicBezTo>
                    <a:cubicBezTo>
                      <a:pt x="186" y="1"/>
                      <a:pt x="180" y="1"/>
                      <a:pt x="1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754;p74">
                <a:extLst>
                  <a:ext uri="{FF2B5EF4-FFF2-40B4-BE49-F238E27FC236}">
                    <a16:creationId xmlns:a16="http://schemas.microsoft.com/office/drawing/2014/main" id="{32223CC2-EA12-6EC4-5DD4-FC6E021B634F}"/>
                  </a:ext>
                </a:extLst>
              </p:cNvPr>
              <p:cNvSpPr/>
              <p:nvPr/>
            </p:nvSpPr>
            <p:spPr>
              <a:xfrm>
                <a:off x="4222921" y="2414711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62" y="1"/>
                    </a:moveTo>
                    <a:cubicBezTo>
                      <a:pt x="105" y="1"/>
                      <a:pt x="49" y="41"/>
                      <a:pt x="42" y="105"/>
                    </a:cubicBezTo>
                    <a:lnTo>
                      <a:pt x="16" y="205"/>
                    </a:lnTo>
                    <a:cubicBezTo>
                      <a:pt x="0" y="280"/>
                      <a:pt x="50" y="348"/>
                      <a:pt x="117" y="364"/>
                    </a:cubicBezTo>
                    <a:cubicBezTo>
                      <a:pt x="123" y="364"/>
                      <a:pt x="129" y="365"/>
                      <a:pt x="135" y="365"/>
                    </a:cubicBezTo>
                    <a:cubicBezTo>
                      <a:pt x="203" y="365"/>
                      <a:pt x="260" y="324"/>
                      <a:pt x="277" y="256"/>
                    </a:cubicBezTo>
                    <a:lnTo>
                      <a:pt x="293" y="155"/>
                    </a:lnTo>
                    <a:cubicBezTo>
                      <a:pt x="309" y="87"/>
                      <a:pt x="267" y="13"/>
                      <a:pt x="193" y="5"/>
                    </a:cubicBezTo>
                    <a:cubicBezTo>
                      <a:pt x="183" y="2"/>
                      <a:pt x="172" y="1"/>
                      <a:pt x="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755;p74">
                <a:extLst>
                  <a:ext uri="{FF2B5EF4-FFF2-40B4-BE49-F238E27FC236}">
                    <a16:creationId xmlns:a16="http://schemas.microsoft.com/office/drawing/2014/main" id="{02F5D2CA-EA2A-ACDE-746B-503FB74A86B4}"/>
                  </a:ext>
                </a:extLst>
              </p:cNvPr>
              <p:cNvSpPr/>
              <p:nvPr/>
            </p:nvSpPr>
            <p:spPr>
              <a:xfrm>
                <a:off x="4271829" y="2424451"/>
                <a:ext cx="31628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5" extrusionOk="0">
                    <a:moveTo>
                      <a:pt x="157" y="0"/>
                    </a:moveTo>
                    <a:cubicBezTo>
                      <a:pt x="101" y="0"/>
                      <a:pt x="48" y="46"/>
                      <a:pt x="35" y="104"/>
                    </a:cubicBezTo>
                    <a:lnTo>
                      <a:pt x="11" y="205"/>
                    </a:lnTo>
                    <a:cubicBezTo>
                      <a:pt x="1" y="279"/>
                      <a:pt x="43" y="345"/>
                      <a:pt x="119" y="363"/>
                    </a:cubicBezTo>
                    <a:cubicBezTo>
                      <a:pt x="124" y="364"/>
                      <a:pt x="130" y="364"/>
                      <a:pt x="135" y="364"/>
                    </a:cubicBezTo>
                    <a:cubicBezTo>
                      <a:pt x="196" y="364"/>
                      <a:pt x="253" y="324"/>
                      <a:pt x="269" y="263"/>
                    </a:cubicBezTo>
                    <a:lnTo>
                      <a:pt x="293" y="154"/>
                    </a:lnTo>
                    <a:cubicBezTo>
                      <a:pt x="301" y="86"/>
                      <a:pt x="261" y="20"/>
                      <a:pt x="185" y="4"/>
                    </a:cubicBezTo>
                    <a:cubicBezTo>
                      <a:pt x="176" y="2"/>
                      <a:pt x="167" y="0"/>
                      <a:pt x="1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756;p74">
                <a:extLst>
                  <a:ext uri="{FF2B5EF4-FFF2-40B4-BE49-F238E27FC236}">
                    <a16:creationId xmlns:a16="http://schemas.microsoft.com/office/drawing/2014/main" id="{17B461E1-4ACD-1AE1-EA5E-DDB13287D5D0}"/>
                  </a:ext>
                </a:extLst>
              </p:cNvPr>
              <p:cNvSpPr/>
              <p:nvPr/>
            </p:nvSpPr>
            <p:spPr>
              <a:xfrm>
                <a:off x="4320108" y="2433981"/>
                <a:ext cx="31628" cy="38540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8" extrusionOk="0">
                    <a:moveTo>
                      <a:pt x="163" y="0"/>
                    </a:moveTo>
                    <a:cubicBezTo>
                      <a:pt x="101" y="0"/>
                      <a:pt x="49" y="46"/>
                      <a:pt x="33" y="104"/>
                    </a:cubicBezTo>
                    <a:lnTo>
                      <a:pt x="17" y="214"/>
                    </a:lnTo>
                    <a:cubicBezTo>
                      <a:pt x="1" y="280"/>
                      <a:pt x="41" y="346"/>
                      <a:pt x="117" y="364"/>
                    </a:cubicBezTo>
                    <a:cubicBezTo>
                      <a:pt x="126" y="366"/>
                      <a:pt x="134" y="367"/>
                      <a:pt x="143" y="367"/>
                    </a:cubicBezTo>
                    <a:cubicBezTo>
                      <a:pt x="202" y="367"/>
                      <a:pt x="260" y="322"/>
                      <a:pt x="267" y="264"/>
                    </a:cubicBezTo>
                    <a:lnTo>
                      <a:pt x="292" y="154"/>
                    </a:lnTo>
                    <a:cubicBezTo>
                      <a:pt x="302" y="88"/>
                      <a:pt x="259" y="21"/>
                      <a:pt x="191" y="3"/>
                    </a:cubicBezTo>
                    <a:cubicBezTo>
                      <a:pt x="182" y="1"/>
                      <a:pt x="173" y="0"/>
                      <a:pt x="1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757;p74">
                <a:extLst>
                  <a:ext uri="{FF2B5EF4-FFF2-40B4-BE49-F238E27FC236}">
                    <a16:creationId xmlns:a16="http://schemas.microsoft.com/office/drawing/2014/main" id="{9E99BBA3-364C-7776-2F5A-D59A8B878343}"/>
                  </a:ext>
                </a:extLst>
              </p:cNvPr>
              <p:cNvSpPr/>
              <p:nvPr/>
            </p:nvSpPr>
            <p:spPr>
              <a:xfrm>
                <a:off x="4368178" y="2443825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75" y="1"/>
                    </a:moveTo>
                    <a:cubicBezTo>
                      <a:pt x="107" y="1"/>
                      <a:pt x="50" y="41"/>
                      <a:pt x="33" y="102"/>
                    </a:cubicBezTo>
                    <a:lnTo>
                      <a:pt x="17" y="210"/>
                    </a:lnTo>
                    <a:cubicBezTo>
                      <a:pt x="1" y="278"/>
                      <a:pt x="51" y="345"/>
                      <a:pt x="117" y="361"/>
                    </a:cubicBezTo>
                    <a:cubicBezTo>
                      <a:pt x="127" y="363"/>
                      <a:pt x="136" y="364"/>
                      <a:pt x="145" y="364"/>
                    </a:cubicBezTo>
                    <a:cubicBezTo>
                      <a:pt x="203" y="364"/>
                      <a:pt x="261" y="319"/>
                      <a:pt x="268" y="260"/>
                    </a:cubicBezTo>
                    <a:lnTo>
                      <a:pt x="294" y="160"/>
                    </a:lnTo>
                    <a:cubicBezTo>
                      <a:pt x="310" y="86"/>
                      <a:pt x="260" y="20"/>
                      <a:pt x="194" y="2"/>
                    </a:cubicBezTo>
                    <a:cubicBezTo>
                      <a:pt x="187" y="1"/>
                      <a:pt x="181" y="1"/>
                      <a:pt x="1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758;p74">
              <a:extLst>
                <a:ext uri="{FF2B5EF4-FFF2-40B4-BE49-F238E27FC236}">
                  <a16:creationId xmlns:a16="http://schemas.microsoft.com/office/drawing/2014/main" id="{8C550876-953E-3D16-5B43-71FDBDE62B8F}"/>
                </a:ext>
              </a:extLst>
            </p:cNvPr>
            <p:cNvGrpSpPr/>
            <p:nvPr/>
          </p:nvGrpSpPr>
          <p:grpSpPr>
            <a:xfrm>
              <a:off x="4534380" y="2477757"/>
              <a:ext cx="477872" cy="128606"/>
              <a:chOff x="4534380" y="2477757"/>
              <a:chExt cx="477872" cy="128606"/>
            </a:xfrm>
          </p:grpSpPr>
          <p:sp>
            <p:nvSpPr>
              <p:cNvPr id="39" name="Google Shape;759;p74">
                <a:extLst>
                  <a:ext uri="{FF2B5EF4-FFF2-40B4-BE49-F238E27FC236}">
                    <a16:creationId xmlns:a16="http://schemas.microsoft.com/office/drawing/2014/main" id="{151B3B1F-BDA1-29CF-8683-A8412F85A2B1}"/>
                  </a:ext>
                </a:extLst>
              </p:cNvPr>
              <p:cNvSpPr/>
              <p:nvPr/>
            </p:nvSpPr>
            <p:spPr>
              <a:xfrm>
                <a:off x="4534380" y="2477757"/>
                <a:ext cx="32675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7" extrusionOk="0">
                    <a:moveTo>
                      <a:pt x="162" y="1"/>
                    </a:moveTo>
                    <a:cubicBezTo>
                      <a:pt x="101" y="1"/>
                      <a:pt x="48" y="46"/>
                      <a:pt x="34" y="105"/>
                    </a:cubicBezTo>
                    <a:lnTo>
                      <a:pt x="18" y="205"/>
                    </a:lnTo>
                    <a:cubicBezTo>
                      <a:pt x="0" y="279"/>
                      <a:pt x="50" y="347"/>
                      <a:pt x="119" y="363"/>
                    </a:cubicBezTo>
                    <a:cubicBezTo>
                      <a:pt x="128" y="365"/>
                      <a:pt x="137" y="366"/>
                      <a:pt x="147" y="366"/>
                    </a:cubicBezTo>
                    <a:cubicBezTo>
                      <a:pt x="209" y="366"/>
                      <a:pt x="263" y="321"/>
                      <a:pt x="277" y="263"/>
                    </a:cubicBezTo>
                    <a:lnTo>
                      <a:pt x="293" y="155"/>
                    </a:lnTo>
                    <a:cubicBezTo>
                      <a:pt x="311" y="87"/>
                      <a:pt x="261" y="21"/>
                      <a:pt x="193" y="4"/>
                    </a:cubicBezTo>
                    <a:cubicBezTo>
                      <a:pt x="182" y="2"/>
                      <a:pt x="172" y="1"/>
                      <a:pt x="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760;p74">
                <a:extLst>
                  <a:ext uri="{FF2B5EF4-FFF2-40B4-BE49-F238E27FC236}">
                    <a16:creationId xmlns:a16="http://schemas.microsoft.com/office/drawing/2014/main" id="{DF15CEA4-E04C-C960-EBF4-6D865719470D}"/>
                  </a:ext>
                </a:extLst>
              </p:cNvPr>
              <p:cNvSpPr/>
              <p:nvPr/>
            </p:nvSpPr>
            <p:spPr>
              <a:xfrm>
                <a:off x="4582660" y="2487497"/>
                <a:ext cx="32466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6" extrusionOk="0">
                    <a:moveTo>
                      <a:pt x="163" y="0"/>
                    </a:moveTo>
                    <a:cubicBezTo>
                      <a:pt x="105" y="0"/>
                      <a:pt x="49" y="45"/>
                      <a:pt x="41" y="104"/>
                    </a:cubicBezTo>
                    <a:lnTo>
                      <a:pt x="17" y="212"/>
                    </a:lnTo>
                    <a:cubicBezTo>
                      <a:pt x="0" y="278"/>
                      <a:pt x="51" y="345"/>
                      <a:pt x="117" y="363"/>
                    </a:cubicBezTo>
                    <a:cubicBezTo>
                      <a:pt x="126" y="365"/>
                      <a:pt x="136" y="366"/>
                      <a:pt x="145" y="366"/>
                    </a:cubicBezTo>
                    <a:cubicBezTo>
                      <a:pt x="208" y="366"/>
                      <a:pt x="261" y="320"/>
                      <a:pt x="275" y="262"/>
                    </a:cubicBezTo>
                    <a:lnTo>
                      <a:pt x="291" y="162"/>
                    </a:lnTo>
                    <a:cubicBezTo>
                      <a:pt x="309" y="86"/>
                      <a:pt x="267" y="20"/>
                      <a:pt x="191" y="4"/>
                    </a:cubicBezTo>
                    <a:cubicBezTo>
                      <a:pt x="182" y="1"/>
                      <a:pt x="172" y="0"/>
                      <a:pt x="1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761;p74">
                <a:extLst>
                  <a:ext uri="{FF2B5EF4-FFF2-40B4-BE49-F238E27FC236}">
                    <a16:creationId xmlns:a16="http://schemas.microsoft.com/office/drawing/2014/main" id="{43B61D66-3CB0-3A4A-0CAA-01A487A0A9E9}"/>
                  </a:ext>
                </a:extLst>
              </p:cNvPr>
              <p:cNvSpPr/>
              <p:nvPr/>
            </p:nvSpPr>
            <p:spPr>
              <a:xfrm>
                <a:off x="4631568" y="2497132"/>
                <a:ext cx="31628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7" extrusionOk="0">
                    <a:moveTo>
                      <a:pt x="169" y="1"/>
                    </a:moveTo>
                    <a:cubicBezTo>
                      <a:pt x="107" y="1"/>
                      <a:pt x="50" y="42"/>
                      <a:pt x="35" y="112"/>
                    </a:cubicBezTo>
                    <a:lnTo>
                      <a:pt x="9" y="213"/>
                    </a:lnTo>
                    <a:cubicBezTo>
                      <a:pt x="1" y="279"/>
                      <a:pt x="43" y="353"/>
                      <a:pt x="117" y="363"/>
                    </a:cubicBezTo>
                    <a:cubicBezTo>
                      <a:pt x="127" y="365"/>
                      <a:pt x="136" y="366"/>
                      <a:pt x="146" y="366"/>
                    </a:cubicBezTo>
                    <a:cubicBezTo>
                      <a:pt x="203" y="366"/>
                      <a:pt x="254" y="326"/>
                      <a:pt x="267" y="263"/>
                    </a:cubicBezTo>
                    <a:lnTo>
                      <a:pt x="294" y="162"/>
                    </a:lnTo>
                    <a:cubicBezTo>
                      <a:pt x="302" y="86"/>
                      <a:pt x="259" y="20"/>
                      <a:pt x="185" y="2"/>
                    </a:cubicBezTo>
                    <a:cubicBezTo>
                      <a:pt x="180" y="1"/>
                      <a:pt x="174" y="1"/>
                      <a:pt x="1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762;p74">
                <a:extLst>
                  <a:ext uri="{FF2B5EF4-FFF2-40B4-BE49-F238E27FC236}">
                    <a16:creationId xmlns:a16="http://schemas.microsoft.com/office/drawing/2014/main" id="{3E450070-5BF1-3137-37EF-69C09EDBDA93}"/>
                  </a:ext>
                </a:extLst>
              </p:cNvPr>
              <p:cNvSpPr/>
              <p:nvPr/>
            </p:nvSpPr>
            <p:spPr>
              <a:xfrm>
                <a:off x="4679637" y="2507395"/>
                <a:ext cx="31628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7" extrusionOk="0">
                    <a:moveTo>
                      <a:pt x="157" y="1"/>
                    </a:moveTo>
                    <a:cubicBezTo>
                      <a:pt x="99" y="1"/>
                      <a:pt x="49" y="41"/>
                      <a:pt x="35" y="104"/>
                    </a:cubicBezTo>
                    <a:lnTo>
                      <a:pt x="17" y="205"/>
                    </a:lnTo>
                    <a:cubicBezTo>
                      <a:pt x="1" y="281"/>
                      <a:pt x="43" y="347"/>
                      <a:pt x="117" y="365"/>
                    </a:cubicBezTo>
                    <a:cubicBezTo>
                      <a:pt x="123" y="366"/>
                      <a:pt x="128" y="366"/>
                      <a:pt x="134" y="366"/>
                    </a:cubicBezTo>
                    <a:cubicBezTo>
                      <a:pt x="196" y="366"/>
                      <a:pt x="253" y="325"/>
                      <a:pt x="268" y="255"/>
                    </a:cubicBezTo>
                    <a:lnTo>
                      <a:pt x="294" y="155"/>
                    </a:lnTo>
                    <a:cubicBezTo>
                      <a:pt x="302" y="88"/>
                      <a:pt x="260" y="14"/>
                      <a:pt x="185" y="4"/>
                    </a:cubicBezTo>
                    <a:cubicBezTo>
                      <a:pt x="176" y="2"/>
                      <a:pt x="166" y="1"/>
                      <a:pt x="1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763;p74">
                <a:extLst>
                  <a:ext uri="{FF2B5EF4-FFF2-40B4-BE49-F238E27FC236}">
                    <a16:creationId xmlns:a16="http://schemas.microsoft.com/office/drawing/2014/main" id="{0BFC0816-7EBD-9566-186B-5881EE115CB0}"/>
                  </a:ext>
                </a:extLst>
              </p:cNvPr>
              <p:cNvSpPr/>
              <p:nvPr/>
            </p:nvSpPr>
            <p:spPr>
              <a:xfrm>
                <a:off x="4727812" y="2517135"/>
                <a:ext cx="32466" cy="38121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4" extrusionOk="0">
                    <a:moveTo>
                      <a:pt x="165" y="0"/>
                    </a:moveTo>
                    <a:cubicBezTo>
                      <a:pt x="102" y="0"/>
                      <a:pt x="48" y="46"/>
                      <a:pt x="34" y="104"/>
                    </a:cubicBezTo>
                    <a:lnTo>
                      <a:pt x="18" y="204"/>
                    </a:lnTo>
                    <a:cubicBezTo>
                      <a:pt x="0" y="280"/>
                      <a:pt x="42" y="346"/>
                      <a:pt x="119" y="362"/>
                    </a:cubicBezTo>
                    <a:cubicBezTo>
                      <a:pt x="125" y="363"/>
                      <a:pt x="132" y="364"/>
                      <a:pt x="138" y="364"/>
                    </a:cubicBezTo>
                    <a:cubicBezTo>
                      <a:pt x="199" y="364"/>
                      <a:pt x="260" y="324"/>
                      <a:pt x="269" y="262"/>
                    </a:cubicBezTo>
                    <a:lnTo>
                      <a:pt x="293" y="154"/>
                    </a:lnTo>
                    <a:cubicBezTo>
                      <a:pt x="309" y="88"/>
                      <a:pt x="259" y="22"/>
                      <a:pt x="193" y="3"/>
                    </a:cubicBezTo>
                    <a:cubicBezTo>
                      <a:pt x="183" y="1"/>
                      <a:pt x="174" y="0"/>
                      <a:pt x="1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764;p74">
                <a:extLst>
                  <a:ext uri="{FF2B5EF4-FFF2-40B4-BE49-F238E27FC236}">
                    <a16:creationId xmlns:a16="http://schemas.microsoft.com/office/drawing/2014/main" id="{66DA7133-2103-9189-11D0-C0B69FBE240D}"/>
                  </a:ext>
                </a:extLst>
              </p:cNvPr>
              <p:cNvSpPr/>
              <p:nvPr/>
            </p:nvSpPr>
            <p:spPr>
              <a:xfrm>
                <a:off x="4786355" y="2529388"/>
                <a:ext cx="32675" cy="37702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0" extrusionOk="0">
                    <a:moveTo>
                      <a:pt x="162" y="1"/>
                    </a:moveTo>
                    <a:cubicBezTo>
                      <a:pt x="105" y="1"/>
                      <a:pt x="50" y="41"/>
                      <a:pt x="43" y="105"/>
                    </a:cubicBezTo>
                    <a:lnTo>
                      <a:pt x="19" y="205"/>
                    </a:lnTo>
                    <a:cubicBezTo>
                      <a:pt x="1" y="280"/>
                      <a:pt x="51" y="346"/>
                      <a:pt x="119" y="356"/>
                    </a:cubicBezTo>
                    <a:cubicBezTo>
                      <a:pt x="130" y="358"/>
                      <a:pt x="140" y="359"/>
                      <a:pt x="150" y="359"/>
                    </a:cubicBezTo>
                    <a:cubicBezTo>
                      <a:pt x="212" y="359"/>
                      <a:pt x="264" y="319"/>
                      <a:pt x="277" y="255"/>
                    </a:cubicBezTo>
                    <a:lnTo>
                      <a:pt x="294" y="155"/>
                    </a:lnTo>
                    <a:cubicBezTo>
                      <a:pt x="312" y="87"/>
                      <a:pt x="269" y="13"/>
                      <a:pt x="193" y="5"/>
                    </a:cubicBezTo>
                    <a:cubicBezTo>
                      <a:pt x="183" y="2"/>
                      <a:pt x="172" y="1"/>
                      <a:pt x="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765;p74">
                <a:extLst>
                  <a:ext uri="{FF2B5EF4-FFF2-40B4-BE49-F238E27FC236}">
                    <a16:creationId xmlns:a16="http://schemas.microsoft.com/office/drawing/2014/main" id="{24CA1D90-2C11-C530-41DF-C6468C3C0926}"/>
                  </a:ext>
                </a:extLst>
              </p:cNvPr>
              <p:cNvSpPr/>
              <p:nvPr/>
            </p:nvSpPr>
            <p:spPr>
              <a:xfrm>
                <a:off x="4835472" y="2539023"/>
                <a:ext cx="31628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5" extrusionOk="0">
                    <a:moveTo>
                      <a:pt x="158" y="0"/>
                    </a:moveTo>
                    <a:cubicBezTo>
                      <a:pt x="101" y="0"/>
                      <a:pt x="49" y="46"/>
                      <a:pt x="33" y="103"/>
                    </a:cubicBezTo>
                    <a:lnTo>
                      <a:pt x="9" y="204"/>
                    </a:lnTo>
                    <a:cubicBezTo>
                      <a:pt x="1" y="280"/>
                      <a:pt x="43" y="346"/>
                      <a:pt x="117" y="364"/>
                    </a:cubicBezTo>
                    <a:cubicBezTo>
                      <a:pt x="123" y="365"/>
                      <a:pt x="128" y="365"/>
                      <a:pt x="133" y="365"/>
                    </a:cubicBezTo>
                    <a:cubicBezTo>
                      <a:pt x="194" y="365"/>
                      <a:pt x="253" y="324"/>
                      <a:pt x="268" y="254"/>
                    </a:cubicBezTo>
                    <a:lnTo>
                      <a:pt x="294" y="153"/>
                    </a:lnTo>
                    <a:cubicBezTo>
                      <a:pt x="302" y="87"/>
                      <a:pt x="260" y="13"/>
                      <a:pt x="183" y="3"/>
                    </a:cubicBezTo>
                    <a:cubicBezTo>
                      <a:pt x="175" y="1"/>
                      <a:pt x="167" y="0"/>
                      <a:pt x="1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766;p74">
                <a:extLst>
                  <a:ext uri="{FF2B5EF4-FFF2-40B4-BE49-F238E27FC236}">
                    <a16:creationId xmlns:a16="http://schemas.microsoft.com/office/drawing/2014/main" id="{2808D768-29F5-2D65-4F98-EF4DF9915822}"/>
                  </a:ext>
                </a:extLst>
              </p:cNvPr>
              <p:cNvSpPr/>
              <p:nvPr/>
            </p:nvSpPr>
            <p:spPr>
              <a:xfrm>
                <a:off x="4883647" y="2548658"/>
                <a:ext cx="31628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6" extrusionOk="0">
                    <a:moveTo>
                      <a:pt x="164" y="0"/>
                    </a:moveTo>
                    <a:cubicBezTo>
                      <a:pt x="100" y="0"/>
                      <a:pt x="48" y="46"/>
                      <a:pt x="34" y="104"/>
                    </a:cubicBezTo>
                    <a:lnTo>
                      <a:pt x="16" y="204"/>
                    </a:lnTo>
                    <a:cubicBezTo>
                      <a:pt x="0" y="280"/>
                      <a:pt x="42" y="346"/>
                      <a:pt x="117" y="362"/>
                    </a:cubicBezTo>
                    <a:cubicBezTo>
                      <a:pt x="126" y="365"/>
                      <a:pt x="136" y="366"/>
                      <a:pt x="145" y="366"/>
                    </a:cubicBezTo>
                    <a:cubicBezTo>
                      <a:pt x="204" y="366"/>
                      <a:pt x="260" y="321"/>
                      <a:pt x="267" y="262"/>
                    </a:cubicBezTo>
                    <a:lnTo>
                      <a:pt x="293" y="154"/>
                    </a:lnTo>
                    <a:cubicBezTo>
                      <a:pt x="301" y="88"/>
                      <a:pt x="259" y="21"/>
                      <a:pt x="193" y="3"/>
                    </a:cubicBezTo>
                    <a:cubicBezTo>
                      <a:pt x="183" y="1"/>
                      <a:pt x="173" y="0"/>
                      <a:pt x="1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767;p74">
                <a:extLst>
                  <a:ext uri="{FF2B5EF4-FFF2-40B4-BE49-F238E27FC236}">
                    <a16:creationId xmlns:a16="http://schemas.microsoft.com/office/drawing/2014/main" id="{B29ABA0B-E1A7-8B2C-7A96-DD4764E045CC}"/>
                  </a:ext>
                </a:extLst>
              </p:cNvPr>
              <p:cNvSpPr/>
              <p:nvPr/>
            </p:nvSpPr>
            <p:spPr>
              <a:xfrm>
                <a:off x="4931717" y="2558502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75" y="1"/>
                    </a:moveTo>
                    <a:cubicBezTo>
                      <a:pt x="106" y="1"/>
                      <a:pt x="49" y="41"/>
                      <a:pt x="35" y="102"/>
                    </a:cubicBezTo>
                    <a:lnTo>
                      <a:pt x="17" y="210"/>
                    </a:lnTo>
                    <a:cubicBezTo>
                      <a:pt x="0" y="278"/>
                      <a:pt x="51" y="344"/>
                      <a:pt x="117" y="360"/>
                    </a:cubicBezTo>
                    <a:cubicBezTo>
                      <a:pt x="126" y="363"/>
                      <a:pt x="136" y="364"/>
                      <a:pt x="145" y="364"/>
                    </a:cubicBezTo>
                    <a:cubicBezTo>
                      <a:pt x="204" y="364"/>
                      <a:pt x="260" y="319"/>
                      <a:pt x="267" y="260"/>
                    </a:cubicBezTo>
                    <a:lnTo>
                      <a:pt x="293" y="160"/>
                    </a:lnTo>
                    <a:cubicBezTo>
                      <a:pt x="309" y="86"/>
                      <a:pt x="259" y="18"/>
                      <a:pt x="193" y="2"/>
                    </a:cubicBezTo>
                    <a:cubicBezTo>
                      <a:pt x="187" y="1"/>
                      <a:pt x="181" y="1"/>
                      <a:pt x="1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768;p74">
                <a:extLst>
                  <a:ext uri="{FF2B5EF4-FFF2-40B4-BE49-F238E27FC236}">
                    <a16:creationId xmlns:a16="http://schemas.microsoft.com/office/drawing/2014/main" id="{2E7EEC3E-50F2-27A4-E63C-61F971B6B79B}"/>
                  </a:ext>
                </a:extLst>
              </p:cNvPr>
              <p:cNvSpPr/>
              <p:nvPr/>
            </p:nvSpPr>
            <p:spPr>
              <a:xfrm>
                <a:off x="4979786" y="2568137"/>
                <a:ext cx="3246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5" extrusionOk="0">
                    <a:moveTo>
                      <a:pt x="175" y="1"/>
                    </a:moveTo>
                    <a:cubicBezTo>
                      <a:pt x="108" y="1"/>
                      <a:pt x="50" y="42"/>
                      <a:pt x="43" y="110"/>
                    </a:cubicBezTo>
                    <a:lnTo>
                      <a:pt x="19" y="210"/>
                    </a:lnTo>
                    <a:cubicBezTo>
                      <a:pt x="1" y="277"/>
                      <a:pt x="51" y="353"/>
                      <a:pt x="119" y="361"/>
                    </a:cubicBezTo>
                    <a:cubicBezTo>
                      <a:pt x="130" y="363"/>
                      <a:pt x="141" y="364"/>
                      <a:pt x="151" y="364"/>
                    </a:cubicBezTo>
                    <a:cubicBezTo>
                      <a:pt x="212" y="364"/>
                      <a:pt x="262" y="325"/>
                      <a:pt x="277" y="260"/>
                    </a:cubicBezTo>
                    <a:lnTo>
                      <a:pt x="293" y="160"/>
                    </a:lnTo>
                    <a:cubicBezTo>
                      <a:pt x="310" y="86"/>
                      <a:pt x="259" y="18"/>
                      <a:pt x="193" y="2"/>
                    </a:cubicBezTo>
                    <a:cubicBezTo>
                      <a:pt x="187" y="1"/>
                      <a:pt x="181" y="1"/>
                      <a:pt x="1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769;p74">
              <a:extLst>
                <a:ext uri="{FF2B5EF4-FFF2-40B4-BE49-F238E27FC236}">
                  <a16:creationId xmlns:a16="http://schemas.microsoft.com/office/drawing/2014/main" id="{5C699091-F263-6AB4-6E20-80CA77E39092}"/>
                </a:ext>
              </a:extLst>
            </p:cNvPr>
            <p:cNvGrpSpPr/>
            <p:nvPr/>
          </p:nvGrpSpPr>
          <p:grpSpPr>
            <a:xfrm>
              <a:off x="5146094" y="2601964"/>
              <a:ext cx="183064" cy="69120"/>
              <a:chOff x="5146094" y="2601964"/>
              <a:chExt cx="183064" cy="69120"/>
            </a:xfrm>
          </p:grpSpPr>
          <p:sp>
            <p:nvSpPr>
              <p:cNvPr id="35" name="Google Shape;770;p74">
                <a:extLst>
                  <a:ext uri="{FF2B5EF4-FFF2-40B4-BE49-F238E27FC236}">
                    <a16:creationId xmlns:a16="http://schemas.microsoft.com/office/drawing/2014/main" id="{8AEA076D-E07D-C5BB-769D-CCB1FD2693EC}"/>
                  </a:ext>
                </a:extLst>
              </p:cNvPr>
              <p:cNvSpPr/>
              <p:nvPr/>
            </p:nvSpPr>
            <p:spPr>
              <a:xfrm>
                <a:off x="5146094" y="2601964"/>
                <a:ext cx="32466" cy="3854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8" extrusionOk="0">
                    <a:moveTo>
                      <a:pt x="167" y="1"/>
                    </a:moveTo>
                    <a:cubicBezTo>
                      <a:pt x="107" y="1"/>
                      <a:pt x="50" y="46"/>
                      <a:pt x="43" y="104"/>
                    </a:cubicBezTo>
                    <a:lnTo>
                      <a:pt x="17" y="214"/>
                    </a:lnTo>
                    <a:cubicBezTo>
                      <a:pt x="1" y="280"/>
                      <a:pt x="51" y="347"/>
                      <a:pt x="117" y="365"/>
                    </a:cubicBezTo>
                    <a:cubicBezTo>
                      <a:pt x="127" y="367"/>
                      <a:pt x="137" y="368"/>
                      <a:pt x="146" y="368"/>
                    </a:cubicBezTo>
                    <a:cubicBezTo>
                      <a:pt x="210" y="368"/>
                      <a:pt x="262" y="322"/>
                      <a:pt x="276" y="264"/>
                    </a:cubicBezTo>
                    <a:lnTo>
                      <a:pt x="294" y="164"/>
                    </a:lnTo>
                    <a:cubicBezTo>
                      <a:pt x="310" y="88"/>
                      <a:pt x="268" y="22"/>
                      <a:pt x="193" y="4"/>
                    </a:cubicBezTo>
                    <a:cubicBezTo>
                      <a:pt x="185" y="2"/>
                      <a:pt x="176" y="1"/>
                      <a:pt x="1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771;p74">
                <a:extLst>
                  <a:ext uri="{FF2B5EF4-FFF2-40B4-BE49-F238E27FC236}">
                    <a16:creationId xmlns:a16="http://schemas.microsoft.com/office/drawing/2014/main" id="{4553E3FB-DF8A-4EF6-70D1-27E391B848A7}"/>
                  </a:ext>
                </a:extLst>
              </p:cNvPr>
              <p:cNvSpPr/>
              <p:nvPr/>
            </p:nvSpPr>
            <p:spPr>
              <a:xfrm>
                <a:off x="5195106" y="2611808"/>
                <a:ext cx="31628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66" extrusionOk="0">
                    <a:moveTo>
                      <a:pt x="169" y="1"/>
                    </a:moveTo>
                    <a:cubicBezTo>
                      <a:pt x="108" y="1"/>
                      <a:pt x="49" y="42"/>
                      <a:pt x="34" y="110"/>
                    </a:cubicBezTo>
                    <a:lnTo>
                      <a:pt x="8" y="210"/>
                    </a:lnTo>
                    <a:cubicBezTo>
                      <a:pt x="0" y="279"/>
                      <a:pt x="42" y="353"/>
                      <a:pt x="119" y="361"/>
                    </a:cubicBezTo>
                    <a:cubicBezTo>
                      <a:pt x="129" y="364"/>
                      <a:pt x="139" y="365"/>
                      <a:pt x="149" y="365"/>
                    </a:cubicBezTo>
                    <a:cubicBezTo>
                      <a:pt x="204" y="365"/>
                      <a:pt x="254" y="325"/>
                      <a:pt x="269" y="261"/>
                    </a:cubicBezTo>
                    <a:lnTo>
                      <a:pt x="293" y="160"/>
                    </a:lnTo>
                    <a:cubicBezTo>
                      <a:pt x="301" y="86"/>
                      <a:pt x="259" y="20"/>
                      <a:pt x="185" y="2"/>
                    </a:cubicBezTo>
                    <a:cubicBezTo>
                      <a:pt x="179" y="1"/>
                      <a:pt x="174" y="1"/>
                      <a:pt x="1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772;p74">
                <a:extLst>
                  <a:ext uri="{FF2B5EF4-FFF2-40B4-BE49-F238E27FC236}">
                    <a16:creationId xmlns:a16="http://schemas.microsoft.com/office/drawing/2014/main" id="{1F341453-E6D1-3F56-002A-64FBE7140914}"/>
                  </a:ext>
                </a:extLst>
              </p:cNvPr>
              <p:cNvSpPr/>
              <p:nvPr/>
            </p:nvSpPr>
            <p:spPr>
              <a:xfrm>
                <a:off x="5248412" y="2623014"/>
                <a:ext cx="32675" cy="38330"/>
              </a:xfrm>
              <a:custGeom>
                <a:avLst/>
                <a:gdLst/>
                <a:ahLst/>
                <a:cxnLst/>
                <a:rect l="l" t="t" r="r" b="b"/>
                <a:pathLst>
                  <a:path w="312" h="366" extrusionOk="0">
                    <a:moveTo>
                      <a:pt x="165" y="0"/>
                    </a:moveTo>
                    <a:cubicBezTo>
                      <a:pt x="102" y="0"/>
                      <a:pt x="49" y="46"/>
                      <a:pt x="35" y="103"/>
                    </a:cubicBezTo>
                    <a:lnTo>
                      <a:pt x="19" y="204"/>
                    </a:lnTo>
                    <a:cubicBezTo>
                      <a:pt x="1" y="280"/>
                      <a:pt x="43" y="346"/>
                      <a:pt x="119" y="364"/>
                    </a:cubicBezTo>
                    <a:cubicBezTo>
                      <a:pt x="124" y="365"/>
                      <a:pt x="130" y="365"/>
                      <a:pt x="135" y="365"/>
                    </a:cubicBezTo>
                    <a:cubicBezTo>
                      <a:pt x="197" y="365"/>
                      <a:pt x="262" y="325"/>
                      <a:pt x="269" y="264"/>
                    </a:cubicBezTo>
                    <a:lnTo>
                      <a:pt x="293" y="154"/>
                    </a:lnTo>
                    <a:cubicBezTo>
                      <a:pt x="311" y="87"/>
                      <a:pt x="261" y="21"/>
                      <a:pt x="193" y="3"/>
                    </a:cubicBezTo>
                    <a:cubicBezTo>
                      <a:pt x="184" y="1"/>
                      <a:pt x="174" y="0"/>
                      <a:pt x="1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773;p74">
                <a:extLst>
                  <a:ext uri="{FF2B5EF4-FFF2-40B4-BE49-F238E27FC236}">
                    <a16:creationId xmlns:a16="http://schemas.microsoft.com/office/drawing/2014/main" id="{33F397D4-71FC-6E47-A7BC-A18B7F0C7F81}"/>
                  </a:ext>
                </a:extLst>
              </p:cNvPr>
              <p:cNvSpPr/>
              <p:nvPr/>
            </p:nvSpPr>
            <p:spPr>
              <a:xfrm>
                <a:off x="5296692" y="2632649"/>
                <a:ext cx="32466" cy="3843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67" extrusionOk="0">
                    <a:moveTo>
                      <a:pt x="163" y="0"/>
                    </a:moveTo>
                    <a:cubicBezTo>
                      <a:pt x="101" y="0"/>
                      <a:pt x="49" y="46"/>
                      <a:pt x="33" y="104"/>
                    </a:cubicBezTo>
                    <a:lnTo>
                      <a:pt x="17" y="212"/>
                    </a:lnTo>
                    <a:cubicBezTo>
                      <a:pt x="1" y="280"/>
                      <a:pt x="51" y="346"/>
                      <a:pt x="117" y="362"/>
                    </a:cubicBezTo>
                    <a:cubicBezTo>
                      <a:pt x="127" y="365"/>
                      <a:pt x="138" y="366"/>
                      <a:pt x="148" y="366"/>
                    </a:cubicBezTo>
                    <a:cubicBezTo>
                      <a:pt x="209" y="366"/>
                      <a:pt x="262" y="321"/>
                      <a:pt x="276" y="262"/>
                    </a:cubicBezTo>
                    <a:lnTo>
                      <a:pt x="292" y="154"/>
                    </a:lnTo>
                    <a:cubicBezTo>
                      <a:pt x="310" y="88"/>
                      <a:pt x="260" y="21"/>
                      <a:pt x="191" y="3"/>
                    </a:cubicBezTo>
                    <a:cubicBezTo>
                      <a:pt x="182" y="1"/>
                      <a:pt x="173" y="0"/>
                      <a:pt x="1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" name="Google Shape;774;p74">
              <a:extLst>
                <a:ext uri="{FF2B5EF4-FFF2-40B4-BE49-F238E27FC236}">
                  <a16:creationId xmlns:a16="http://schemas.microsoft.com/office/drawing/2014/main" id="{453E7F41-E1B0-0949-CD45-E7DDA512FA40}"/>
                </a:ext>
              </a:extLst>
            </p:cNvPr>
            <p:cNvGrpSpPr/>
            <p:nvPr/>
          </p:nvGrpSpPr>
          <p:grpSpPr>
            <a:xfrm>
              <a:off x="4027814" y="2450004"/>
              <a:ext cx="2714537" cy="649521"/>
              <a:chOff x="4027814" y="2450004"/>
              <a:chExt cx="2714537" cy="649521"/>
            </a:xfrm>
          </p:grpSpPr>
          <p:sp>
            <p:nvSpPr>
              <p:cNvPr id="30" name="Google Shape;775;p74">
                <a:extLst>
                  <a:ext uri="{FF2B5EF4-FFF2-40B4-BE49-F238E27FC236}">
                    <a16:creationId xmlns:a16="http://schemas.microsoft.com/office/drawing/2014/main" id="{7BC5967D-F57B-565A-6EBB-E55F04A35A59}"/>
                  </a:ext>
                </a:extLst>
              </p:cNvPr>
              <p:cNvSpPr/>
              <p:nvPr/>
            </p:nvSpPr>
            <p:spPr>
              <a:xfrm>
                <a:off x="4810966" y="2606677"/>
                <a:ext cx="1716170" cy="422890"/>
              </a:xfrm>
              <a:custGeom>
                <a:avLst/>
                <a:gdLst/>
                <a:ahLst/>
                <a:cxnLst/>
                <a:rect l="l" t="t" r="r" b="b"/>
                <a:pathLst>
                  <a:path w="16387" h="4038" extrusionOk="0">
                    <a:moveTo>
                      <a:pt x="343" y="1"/>
                    </a:moveTo>
                    <a:lnTo>
                      <a:pt x="0" y="745"/>
                    </a:lnTo>
                    <a:lnTo>
                      <a:pt x="16386" y="4038"/>
                    </a:lnTo>
                    <a:lnTo>
                      <a:pt x="343" y="1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776;p74">
                <a:extLst>
                  <a:ext uri="{FF2B5EF4-FFF2-40B4-BE49-F238E27FC236}">
                    <a16:creationId xmlns:a16="http://schemas.microsoft.com/office/drawing/2014/main" id="{8CF7AACF-867E-216E-5DFF-E822275045C2}"/>
                  </a:ext>
                </a:extLst>
              </p:cNvPr>
              <p:cNvSpPr/>
              <p:nvPr/>
            </p:nvSpPr>
            <p:spPr>
              <a:xfrm>
                <a:off x="5974069" y="2619139"/>
                <a:ext cx="67633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6458" h="1671" extrusionOk="0">
                    <a:moveTo>
                      <a:pt x="241" y="0"/>
                    </a:moveTo>
                    <a:lnTo>
                      <a:pt x="0" y="467"/>
                    </a:lnTo>
                    <a:lnTo>
                      <a:pt x="6458" y="1671"/>
                    </a:lnTo>
                    <a:lnTo>
                      <a:pt x="6458" y="1671"/>
                    </a:lnTo>
                    <a:lnTo>
                      <a:pt x="24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777;p74">
                <a:extLst>
                  <a:ext uri="{FF2B5EF4-FFF2-40B4-BE49-F238E27FC236}">
                    <a16:creationId xmlns:a16="http://schemas.microsoft.com/office/drawing/2014/main" id="{5B1EF0E1-2932-AC02-BE42-F85E3A2EAF9E}"/>
                  </a:ext>
                </a:extLst>
              </p:cNvPr>
              <p:cNvSpPr/>
              <p:nvPr/>
            </p:nvSpPr>
            <p:spPr>
              <a:xfrm>
                <a:off x="5145256" y="2889441"/>
                <a:ext cx="751001" cy="210083"/>
              </a:xfrm>
              <a:custGeom>
                <a:avLst/>
                <a:gdLst/>
                <a:ahLst/>
                <a:cxnLst/>
                <a:rect l="l" t="t" r="r" b="b"/>
                <a:pathLst>
                  <a:path w="7171" h="2006" extrusionOk="0">
                    <a:moveTo>
                      <a:pt x="133" y="0"/>
                    </a:moveTo>
                    <a:lnTo>
                      <a:pt x="1" y="309"/>
                    </a:lnTo>
                    <a:lnTo>
                      <a:pt x="7170" y="2005"/>
                    </a:lnTo>
                    <a:lnTo>
                      <a:pt x="1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778;p74">
                <a:extLst>
                  <a:ext uri="{FF2B5EF4-FFF2-40B4-BE49-F238E27FC236}">
                    <a16:creationId xmlns:a16="http://schemas.microsoft.com/office/drawing/2014/main" id="{D0644E7B-831C-3E71-BC51-D81FAF27C742}"/>
                  </a:ext>
                </a:extLst>
              </p:cNvPr>
              <p:cNvSpPr/>
              <p:nvPr/>
            </p:nvSpPr>
            <p:spPr>
              <a:xfrm>
                <a:off x="5727226" y="2450004"/>
                <a:ext cx="1015124" cy="236370"/>
              </a:xfrm>
              <a:custGeom>
                <a:avLst/>
                <a:gdLst/>
                <a:ahLst/>
                <a:cxnLst/>
                <a:rect l="l" t="t" r="r" b="b"/>
                <a:pathLst>
                  <a:path w="9693" h="2257" extrusionOk="0">
                    <a:moveTo>
                      <a:pt x="183" y="1"/>
                    </a:moveTo>
                    <a:lnTo>
                      <a:pt x="1" y="412"/>
                    </a:lnTo>
                    <a:lnTo>
                      <a:pt x="9693" y="2257"/>
                    </a:lnTo>
                    <a:lnTo>
                      <a:pt x="183" y="1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779;p74">
                <a:extLst>
                  <a:ext uri="{FF2B5EF4-FFF2-40B4-BE49-F238E27FC236}">
                    <a16:creationId xmlns:a16="http://schemas.microsoft.com/office/drawing/2014/main" id="{A58CA0C0-3AD2-D7C3-9A54-886D64F8C7FB}"/>
                  </a:ext>
                </a:extLst>
              </p:cNvPr>
              <p:cNvSpPr/>
              <p:nvPr/>
            </p:nvSpPr>
            <p:spPr>
              <a:xfrm>
                <a:off x="4027814" y="2590130"/>
                <a:ext cx="852377" cy="228620"/>
              </a:xfrm>
              <a:custGeom>
                <a:avLst/>
                <a:gdLst/>
                <a:ahLst/>
                <a:cxnLst/>
                <a:rect l="l" t="t" r="r" b="b"/>
                <a:pathLst>
                  <a:path w="8139" h="2183" extrusionOk="0">
                    <a:moveTo>
                      <a:pt x="275" y="0"/>
                    </a:moveTo>
                    <a:lnTo>
                      <a:pt x="0" y="618"/>
                    </a:lnTo>
                    <a:lnTo>
                      <a:pt x="8138" y="2182"/>
                    </a:lnTo>
                    <a:lnTo>
                      <a:pt x="275" y="0"/>
                    </a:lnTo>
                    <a:close/>
                  </a:path>
                </a:pathLst>
              </a:custGeom>
              <a:gradFill>
                <a:gsLst>
                  <a:gs pos="0">
                    <a:srgbClr val="FCBC5D"/>
                  </a:gs>
                  <a:gs pos="100000">
                    <a:srgbClr val="F27243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4B3C7E37-2521-AAA6-BC0F-C498042C69EA}"/>
              </a:ext>
            </a:extLst>
          </p:cNvPr>
          <p:cNvSpPr txBox="1"/>
          <p:nvPr/>
        </p:nvSpPr>
        <p:spPr>
          <a:xfrm>
            <a:off x="8767890" y="4520705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[6]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FD3C28F-5435-AF2C-ADDA-66EB19D116A6}"/>
              </a:ext>
            </a:extLst>
          </p:cNvPr>
          <p:cNvSpPr txBox="1"/>
          <p:nvPr/>
        </p:nvSpPr>
        <p:spPr>
          <a:xfrm>
            <a:off x="205718" y="4715398"/>
            <a:ext cx="497205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Column 1</a:t>
            </a:r>
            <a:r>
              <a:rPr lang="en-US" sz="700"/>
              <a:t>: Renewable transport – Renewables 2025 – Analysis - IEA. </a:t>
            </a:r>
            <a:r>
              <a:rPr lang="en-US" sz="700" i="1"/>
              <a:t>Renewable transport – Renewables 2025 – Analysis - IEA</a:t>
            </a:r>
            <a:r>
              <a:rPr lang="en-US" sz="700"/>
              <a:t>. IEA. https://www.iea.org/reports/renewables-2025/renewable-transport</a:t>
            </a:r>
            <a:endParaRPr lang="en-US" sz="700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32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D7A15422-33E7-CF7A-2352-A65DB4271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3">
            <a:extLst>
              <a:ext uri="{FF2B5EF4-FFF2-40B4-BE49-F238E27FC236}">
                <a16:creationId xmlns:a16="http://schemas.microsoft.com/office/drawing/2014/main" id="{AF109FAD-B97D-16E6-4C28-F1ED75A614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6744" y="-82490"/>
            <a:ext cx="7124665" cy="6770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lvl="0" algn="ctr">
              <a:buClrTx/>
              <a:buSzTx/>
              <a:defRPr sz="2128" b="1" i="0" u="none" strike="noStrike" kern="1200" baseline="0">
                <a:solidFill>
                  <a:srgbClr val="020E2F"/>
                </a:solidFill>
                <a:latin typeface="+mn-lt"/>
                <a:ea typeface="+mn-ea"/>
                <a:cs typeface="+mn-cs"/>
              </a:defRPr>
            </a:pPr>
            <a:r>
              <a:rPr lang="en-US" sz="32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Global Market for Jet Fuel A &amp; SAF</a:t>
            </a:r>
            <a:endParaRPr lang="en-US" sz="3200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61" name="Rectangle 7">
            <a:extLst>
              <a:ext uri="{FF2B5EF4-FFF2-40B4-BE49-F238E27FC236}">
                <a16:creationId xmlns:a16="http://schemas.microsoft.com/office/drawing/2014/main" id="{199DD6F7-D2B7-52C7-A917-6812C9732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287" y="1186761"/>
            <a:ext cx="413628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Jet A remains the main fuel in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but SAF usage is expected to surge in the coming decades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By </a:t>
            </a:r>
            <a:r>
              <a:rPr lang="en-US" altLang="en-US" sz="18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2050</a:t>
            </a:r>
            <a:r>
              <a:rPr lang="en-US" altLang="en-US" sz="18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SAF is projected to replace Jet A fuel domestically to meet global sustainability goals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A6DBECF-FD5F-9F52-A965-AA50371BFE24}"/>
              </a:ext>
            </a:extLst>
          </p:cNvPr>
          <p:cNvGraphicFramePr/>
          <p:nvPr/>
        </p:nvGraphicFramePr>
        <p:xfrm>
          <a:off x="101531" y="677859"/>
          <a:ext cx="4827756" cy="3787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D429790-5E02-70B7-6BAB-ED4FFEF439C7}"/>
              </a:ext>
            </a:extLst>
          </p:cNvPr>
          <p:cNvSpPr txBox="1"/>
          <p:nvPr/>
        </p:nvSpPr>
        <p:spPr>
          <a:xfrm>
            <a:off x="8712472" y="4752480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[7]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132E8-DEAE-CA2D-3539-DFAFA3CE57F3}"/>
              </a:ext>
            </a:extLst>
          </p:cNvPr>
          <p:cNvSpPr txBox="1"/>
          <p:nvPr/>
        </p:nvSpPr>
        <p:spPr>
          <a:xfrm>
            <a:off x="246311" y="4118025"/>
            <a:ext cx="543790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457200" algn="l">
              <a:buNone/>
            </a:pPr>
            <a:endParaRPr lang="en-US" b="0" i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>
              <a:buNone/>
            </a:pPr>
            <a:r>
              <a:rPr lang="en-US" sz="800" b="1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Column 2</a:t>
            </a:r>
            <a:r>
              <a:rPr lang="en-US" sz="700" b="0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Braun, M.; Grimme, W.; </a:t>
            </a:r>
            <a:r>
              <a:rPr lang="en-US" sz="700" b="0" i="0" err="1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Oesingmann</a:t>
            </a:r>
            <a:r>
              <a:rPr lang="en-US" sz="700" b="0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K. Pathway to Net Zero: Reviewing Sustainable Aviation Fuels, Environmental Impacts and Pricing. </a:t>
            </a:r>
            <a:r>
              <a:rPr lang="en-US" sz="700" b="0" i="1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Journal of Air Transport Management</a:t>
            </a:r>
            <a:r>
              <a:rPr lang="en-US" sz="700" b="0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lang="en-US" sz="700" b="1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  <a:r>
              <a:rPr lang="en-US" sz="700" b="0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 </a:t>
            </a:r>
            <a:r>
              <a:rPr lang="en-US" sz="700" b="0" i="1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117</a:t>
            </a:r>
            <a:r>
              <a:rPr lang="en-US" sz="700" b="0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102580–102580. https://doi.org/10.1016/j.jairtraman.2024.102580.</a:t>
            </a:r>
          </a:p>
          <a:p>
            <a:pPr algn="l">
              <a:buNone/>
            </a:pPr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‌</a:t>
            </a:r>
          </a:p>
        </p:txBody>
      </p:sp>
    </p:spTree>
    <p:extLst>
      <p:ext uri="{BB962C8B-B14F-4D97-AF65-F5344CB8AC3E}">
        <p14:creationId xmlns:p14="http://schemas.microsoft.com/office/powerpoint/2010/main" val="373498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21D185A0-8BBF-484B-A919-A6A33EBE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B43385-D3EA-412B-7AFC-C6BA7FC3F856}"/>
              </a:ext>
            </a:extLst>
          </p:cNvPr>
          <p:cNvSpPr txBox="1"/>
          <p:nvPr/>
        </p:nvSpPr>
        <p:spPr>
          <a:xfrm>
            <a:off x="927100" y="4472713"/>
            <a:ext cx="7289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.</a:t>
            </a:r>
            <a:endParaRPr lang="en-US" sz="1200"/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CC2BA-74D1-DDC1-CE7F-03B101B1CD3C}"/>
              </a:ext>
            </a:extLst>
          </p:cNvPr>
          <p:cNvSpPr txBox="1"/>
          <p:nvPr/>
        </p:nvSpPr>
        <p:spPr>
          <a:xfrm>
            <a:off x="2609710" y="0"/>
            <a:ext cx="6580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Environmental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D87711-13D9-6F32-9B5F-C6F8B80367C3}"/>
              </a:ext>
            </a:extLst>
          </p:cNvPr>
          <p:cNvSpPr txBox="1"/>
          <p:nvPr/>
        </p:nvSpPr>
        <p:spPr>
          <a:xfrm>
            <a:off x="5269043" y="959370"/>
            <a:ext cx="442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E8E5E9A3-C158-7BA8-1634-0960391AE5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8960333"/>
              </p:ext>
            </p:extLst>
          </p:nvPr>
        </p:nvGraphicFramePr>
        <p:xfrm>
          <a:off x="109289" y="303921"/>
          <a:ext cx="4826972" cy="4326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52B2506-CFB2-13B7-5CF3-99F5AE458805}"/>
              </a:ext>
            </a:extLst>
          </p:cNvPr>
          <p:cNvSpPr txBox="1"/>
          <p:nvPr/>
        </p:nvSpPr>
        <p:spPr>
          <a:xfrm>
            <a:off x="5068632" y="1402658"/>
            <a:ext cx="314826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Different feedstocks produce significantly different GHG reductions</a:t>
            </a:r>
          </a:p>
          <a:p>
            <a:endParaRPr lang="en-US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Forest residue delivers the highest reduction at </a:t>
            </a:r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98%</a:t>
            </a:r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making it the cleanest option</a:t>
            </a:r>
          </a:p>
          <a:p>
            <a:endParaRPr lang="en-US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Even lower-performing options like BOF gas still achieve significant reductions compared to fossil fuels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D274D9-3E54-AC8E-4BFA-690EB4ECF446}"/>
              </a:ext>
            </a:extLst>
          </p:cNvPr>
          <p:cNvSpPr txBox="1"/>
          <p:nvPr/>
        </p:nvSpPr>
        <p:spPr>
          <a:xfrm>
            <a:off x="8712472" y="4752480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[8]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E1260-3FD4-2ECA-685F-EF858AD96350}"/>
              </a:ext>
            </a:extLst>
          </p:cNvPr>
          <p:cNvSpPr txBox="1"/>
          <p:nvPr/>
        </p:nvSpPr>
        <p:spPr>
          <a:xfrm>
            <a:off x="476386" y="4441936"/>
            <a:ext cx="4955447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457200" algn="l">
              <a:buNone/>
            </a:pPr>
            <a:r>
              <a:rPr lang="en-US" sz="8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Column 3</a:t>
            </a:r>
            <a:r>
              <a:rPr lang="en-US" sz="7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700" b="0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Abhijit. </a:t>
            </a:r>
            <a:r>
              <a:rPr lang="en-US" sz="700" b="0" i="1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Handler2015LanzaTechLCA (1)</a:t>
            </a:r>
            <a:r>
              <a:rPr lang="en-US" sz="700" b="0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Scribd. https://www.scribd.com/document/693510729/Handler2015LanzaTechLCA-1 (accessed 2025-12-10).</a:t>
            </a:r>
          </a:p>
          <a:p>
            <a:pPr algn="l">
              <a:buNone/>
            </a:pPr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‌</a:t>
            </a:r>
          </a:p>
        </p:txBody>
      </p:sp>
    </p:spTree>
    <p:extLst>
      <p:ext uri="{BB962C8B-B14F-4D97-AF65-F5344CB8AC3E}">
        <p14:creationId xmlns:p14="http://schemas.microsoft.com/office/powerpoint/2010/main" val="3148943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68327B0C-7E61-0DCE-07CD-7906E39B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72DFD8-24E6-E14F-42B5-0ECF0FA4238B}"/>
              </a:ext>
            </a:extLst>
          </p:cNvPr>
          <p:cNvSpPr txBox="1"/>
          <p:nvPr/>
        </p:nvSpPr>
        <p:spPr>
          <a:xfrm>
            <a:off x="954024" y="215483"/>
            <a:ext cx="8092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bg2"/>
                </a:solidFill>
              </a:rPr>
              <a:t>Raw Material Pricing and SAF Sell Price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34BD96-BDDD-DC9E-E1F7-0386A14D6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204427"/>
              </p:ext>
            </p:extLst>
          </p:nvPr>
        </p:nvGraphicFramePr>
        <p:xfrm>
          <a:off x="685800" y="1208613"/>
          <a:ext cx="7643037" cy="242867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{24D4B97D-5B10-4B96-80DC-3109EF78DCED}</a:tableStyleId>
              </a:tblPr>
              <a:tblGrid>
                <a:gridCol w="3817620">
                  <a:extLst>
                    <a:ext uri="{9D8B030D-6E8A-4147-A177-3AD203B41FA5}">
                      <a16:colId xmlns:a16="http://schemas.microsoft.com/office/drawing/2014/main" val="4067079548"/>
                    </a:ext>
                  </a:extLst>
                </a:gridCol>
                <a:gridCol w="3825417">
                  <a:extLst>
                    <a:ext uri="{9D8B030D-6E8A-4147-A177-3AD203B41FA5}">
                      <a16:colId xmlns:a16="http://schemas.microsoft.com/office/drawing/2014/main" val="1929612776"/>
                    </a:ext>
                  </a:extLst>
                </a:gridCol>
              </a:tblGrid>
              <a:tr h="319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cap="none" spc="5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Ethanol cost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cap="none" spc="5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SAF Cost &amp; Sell Price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197755"/>
                  </a:ext>
                </a:extLst>
              </a:tr>
              <a:tr h="7170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cap="none" spc="50">
                          <a:ln w="0"/>
                          <a:solidFill>
                            <a:srgbClr val="000000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Regular ethanol costs $1.70–$2.00/gal</a:t>
                      </a:r>
                    </a:p>
                    <a:p>
                      <a:endParaRPr lang="en-US" b="1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cap="none" spc="50">
                          <a:ln w="0"/>
                          <a:solidFill>
                            <a:srgbClr val="000000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SAF feedstock cost ends up around $3.40–$4.25/gal</a:t>
                      </a:r>
                    </a:p>
                    <a:p>
                      <a:endParaRPr lang="en-US" b="1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165567"/>
                  </a:ext>
                </a:extLst>
              </a:tr>
              <a:tr h="6543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cap="none" spc="50">
                          <a:ln w="0"/>
                          <a:solidFill>
                            <a:srgbClr val="000000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Low-carbon ethanol (LanzaTech) is about $2.50/gal</a:t>
                      </a:r>
                    </a:p>
                    <a:p>
                      <a:endParaRPr lang="en-US" b="1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cap="none" spc="50">
                          <a:ln w="0"/>
                          <a:solidFill>
                            <a:srgbClr val="000000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Jet A sells for $2.30–$2.70/gal</a:t>
                      </a:r>
                    </a:p>
                    <a:p>
                      <a:endParaRPr lang="en-US" b="1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359348"/>
                  </a:ext>
                </a:extLst>
              </a:tr>
              <a:tr h="630355"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low carbon ethanol from brazil is $2.20/gal</a:t>
                      </a:r>
                      <a:endParaRPr lang="en-US" b="1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cap="none" spc="50">
                          <a:ln w="0"/>
                          <a:solidFill>
                            <a:srgbClr val="000000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SAF sells for $5–$7/gal today</a:t>
                      </a:r>
                    </a:p>
                    <a:p>
                      <a:endParaRPr lang="en-US" b="1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42951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DFD411-1042-0412-7493-4BAE1E692B74}"/>
              </a:ext>
            </a:extLst>
          </p:cNvPr>
          <p:cNvGraphicFramePr>
            <a:graphicFrameLocks noGrp="1"/>
          </p:cNvGraphicFramePr>
          <p:nvPr/>
        </p:nvGraphicFramePr>
        <p:xfrm>
          <a:off x="680483" y="3637288"/>
          <a:ext cx="7648354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{24D4B97D-5B10-4B96-80DC-3109EF78DCED}</a:tableStyleId>
              </a:tblPr>
              <a:tblGrid>
                <a:gridCol w="3824177">
                  <a:extLst>
                    <a:ext uri="{9D8B030D-6E8A-4147-A177-3AD203B41FA5}">
                      <a16:colId xmlns:a16="http://schemas.microsoft.com/office/drawing/2014/main" val="3596313162"/>
                    </a:ext>
                  </a:extLst>
                </a:gridCol>
                <a:gridCol w="3824177">
                  <a:extLst>
                    <a:ext uri="{9D8B030D-6E8A-4147-A177-3AD203B41FA5}">
                      <a16:colId xmlns:a16="http://schemas.microsoft.com/office/drawing/2014/main" val="620739916"/>
                    </a:ext>
                  </a:extLst>
                </a:gridCol>
              </a:tblGrid>
              <a:tr h="59446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cap="none" spc="50">
                          <a:ln w="0"/>
                          <a:solidFill>
                            <a:srgbClr val="000000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Incentives can bring effective SAF cost down to $2–$4/gal</a:t>
                      </a:r>
                    </a:p>
                    <a:p>
                      <a:endParaRPr lang="en-US" b="1" cap="none" spc="50">
                        <a:ln w="0"/>
                        <a:solidFill>
                          <a:schemeClr val="bg2"/>
                        </a:solidFill>
                        <a:effectLst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8736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ED48F70-8C77-D75A-3333-FAA6C4D0B11A}"/>
              </a:ext>
            </a:extLst>
          </p:cNvPr>
          <p:cNvSpPr txBox="1"/>
          <p:nvPr/>
        </p:nvSpPr>
        <p:spPr>
          <a:xfrm>
            <a:off x="8712472" y="4752480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[9]</a:t>
            </a:r>
          </a:p>
        </p:txBody>
      </p:sp>
    </p:spTree>
    <p:extLst>
      <p:ext uri="{BB962C8B-B14F-4D97-AF65-F5344CB8AC3E}">
        <p14:creationId xmlns:p14="http://schemas.microsoft.com/office/powerpoint/2010/main" val="1845306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>
          <a:extLst>
            <a:ext uri="{FF2B5EF4-FFF2-40B4-BE49-F238E27FC236}">
              <a16:creationId xmlns:a16="http://schemas.microsoft.com/office/drawing/2014/main" id="{F23EF0A7-ED1B-AFB3-7ACC-52135B3B2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DD1B84-5E4B-045D-7AEB-CCC8E22F7C43}"/>
              </a:ext>
            </a:extLst>
          </p:cNvPr>
          <p:cNvSpPr txBox="1"/>
          <p:nvPr/>
        </p:nvSpPr>
        <p:spPr>
          <a:xfrm>
            <a:off x="2918533" y="276605"/>
            <a:ext cx="6120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bg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Incentives &amp; Credits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B6F8C9-6F9E-F5F4-FFB7-B1639662C46B}"/>
              </a:ext>
            </a:extLst>
          </p:cNvPr>
          <p:cNvSpPr txBox="1"/>
          <p:nvPr/>
        </p:nvSpPr>
        <p:spPr>
          <a:xfrm>
            <a:off x="3974592" y="1006471"/>
            <a:ext cx="508558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earning credit matters?</a:t>
            </a:r>
          </a:p>
          <a:p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Credits are important because SAF is expensive to produce. By using low carbon ethanol, we qualify for the highest value incentives.</a:t>
            </a:r>
          </a:p>
          <a:p>
            <a:endParaRPr lang="en-US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D6F0B-3EFC-F951-024A-4E9FB111D501}"/>
              </a:ext>
            </a:extLst>
          </p:cNvPr>
          <p:cNvSpPr txBox="1"/>
          <p:nvPr/>
        </p:nvSpPr>
        <p:spPr>
          <a:xfrm>
            <a:off x="3974592" y="2316730"/>
            <a:ext cx="51694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are RINs ?</a:t>
            </a:r>
          </a:p>
          <a:p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RINS are EPA credits we earn for making clean, renewable fuel.</a:t>
            </a:r>
          </a:p>
          <a:p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Because our ethanol is very low carbon, we qualify for the highest value RINS (D3). Which are worth $2.40 per gallon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CA556E-1C3F-955B-5328-A68F9C89ADBD}"/>
              </a:ext>
            </a:extLst>
          </p:cNvPr>
          <p:cNvSpPr txBox="1"/>
          <p:nvPr/>
        </p:nvSpPr>
        <p:spPr>
          <a:xfrm>
            <a:off x="3975100" y="3589604"/>
            <a:ext cx="51689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45z Tax Credit</a:t>
            </a:r>
          </a:p>
          <a:p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 up to $1.75 per gallon. The lower the carbon Intensity, the higher the payout, and we qualify for the highest payout</a:t>
            </a:r>
            <a:endParaRPr lang="en-US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2D802773-D58D-1E3D-FF3C-7DE59F9302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6115528"/>
              </p:ext>
            </p:extLst>
          </p:nvPr>
        </p:nvGraphicFramePr>
        <p:xfrm>
          <a:off x="83820" y="793723"/>
          <a:ext cx="3974592" cy="400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1E9A4D-246B-5FC2-2DC8-4450B7D94260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[10]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E8659-F17B-03A2-D4A2-A125CF491A17}"/>
              </a:ext>
            </a:extLst>
          </p:cNvPr>
          <p:cNvSpPr txBox="1"/>
          <p:nvPr/>
        </p:nvSpPr>
        <p:spPr>
          <a:xfrm>
            <a:off x="334485" y="4655353"/>
            <a:ext cx="5168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457200" algn="l">
              <a:buNone/>
            </a:pPr>
            <a:r>
              <a:rPr lang="en-US" sz="8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Column 4:</a:t>
            </a:r>
            <a:r>
              <a:rPr lang="en-US" sz="800">
                <a:latin typeface="Calibri" panose="020F0502020204030204" pitchFamily="34" charset="0"/>
              </a:rPr>
              <a:t> </a:t>
            </a:r>
            <a:r>
              <a:rPr lang="en-US" sz="700" b="0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 EPA,OAR. </a:t>
            </a:r>
            <a:r>
              <a:rPr lang="en-US" sz="700" b="0" i="1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RIN Trades and Price Information | US EPA</a:t>
            </a:r>
            <a:r>
              <a:rPr lang="en-US" sz="700" b="0" i="0">
                <a:solidFill>
                  <a:srgbClr val="00000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US EPA. https://www.epa.gov/fuels-registration-reporting-and-compliance-help/rin-trades-and-price-information</a:t>
            </a:r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algn="l">
              <a:buNone/>
            </a:pPr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‌</a:t>
            </a:r>
          </a:p>
        </p:txBody>
      </p:sp>
    </p:spTree>
    <p:extLst>
      <p:ext uri="{BB962C8B-B14F-4D97-AF65-F5344CB8AC3E}">
        <p14:creationId xmlns:p14="http://schemas.microsoft.com/office/powerpoint/2010/main" val="3012586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BD9A6924-8FD0-B6DC-5CD7-ACE37DFCA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87">
            <a:extLst>
              <a:ext uri="{FF2B5EF4-FFF2-40B4-BE49-F238E27FC236}">
                <a16:creationId xmlns:a16="http://schemas.microsoft.com/office/drawing/2014/main" id="{ED5E830C-E3C0-A2C2-CA8E-99DDF09B9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13" name="Google Shape;1213;p87">
            <a:extLst>
              <a:ext uri="{FF2B5EF4-FFF2-40B4-BE49-F238E27FC236}">
                <a16:creationId xmlns:a16="http://schemas.microsoft.com/office/drawing/2014/main" id="{1BFB2EED-F1D3-E304-70BC-0BD937E5132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9389" y="3415949"/>
            <a:ext cx="2737673" cy="484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800"/>
              <a:t>How else is SAF derived?</a:t>
            </a:r>
          </a:p>
        </p:txBody>
      </p:sp>
      <p:sp>
        <p:nvSpPr>
          <p:cNvPr id="1211" name="Google Shape;1211;p87">
            <a:extLst>
              <a:ext uri="{FF2B5EF4-FFF2-40B4-BE49-F238E27FC236}">
                <a16:creationId xmlns:a16="http://schemas.microsoft.com/office/drawing/2014/main" id="{3454EFA7-8498-C9AD-5FE3-8C72365D33B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2513" y="1745312"/>
            <a:ext cx="3855300" cy="12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Competing Processes</a:t>
            </a:r>
          </a:p>
        </p:txBody>
      </p:sp>
      <p:grpSp>
        <p:nvGrpSpPr>
          <p:cNvPr id="1214" name="Google Shape;1214;p87">
            <a:extLst>
              <a:ext uri="{FF2B5EF4-FFF2-40B4-BE49-F238E27FC236}">
                <a16:creationId xmlns:a16="http://schemas.microsoft.com/office/drawing/2014/main" id="{64E03648-BAB8-4B90-33D1-4AA44C4EBF23}"/>
              </a:ext>
            </a:extLst>
          </p:cNvPr>
          <p:cNvGrpSpPr/>
          <p:nvPr/>
        </p:nvGrpSpPr>
        <p:grpSpPr>
          <a:xfrm>
            <a:off x="1576350" y="100149"/>
            <a:ext cx="8047297" cy="2525219"/>
            <a:chOff x="1576350" y="100149"/>
            <a:chExt cx="8047297" cy="2525219"/>
          </a:xfrm>
        </p:grpSpPr>
        <p:sp>
          <p:nvSpPr>
            <p:cNvPr id="1215" name="Google Shape;1215;p87">
              <a:extLst>
                <a:ext uri="{FF2B5EF4-FFF2-40B4-BE49-F238E27FC236}">
                  <a16:creationId xmlns:a16="http://schemas.microsoft.com/office/drawing/2014/main" id="{EFA8C365-4123-E15F-1EC8-2A9AE2667CF9}"/>
                </a:ext>
              </a:extLst>
            </p:cNvPr>
            <p:cNvSpPr/>
            <p:nvPr/>
          </p:nvSpPr>
          <p:spPr>
            <a:xfrm>
              <a:off x="2686073" y="1242852"/>
              <a:ext cx="5671175" cy="241336"/>
            </a:xfrm>
            <a:custGeom>
              <a:avLst/>
              <a:gdLst/>
              <a:ahLst/>
              <a:cxnLst/>
              <a:rect l="l" t="t" r="r" b="b"/>
              <a:pathLst>
                <a:path w="204865" h="8718" extrusionOk="0">
                  <a:moveTo>
                    <a:pt x="119719" y="0"/>
                  </a:moveTo>
                  <a:cubicBezTo>
                    <a:pt x="114044" y="0"/>
                    <a:pt x="108840" y="4574"/>
                    <a:pt x="108840" y="4574"/>
                  </a:cubicBezTo>
                  <a:cubicBezTo>
                    <a:pt x="108840" y="4574"/>
                    <a:pt x="108272" y="647"/>
                    <a:pt x="105950" y="597"/>
                  </a:cubicBezTo>
                  <a:cubicBezTo>
                    <a:pt x="105941" y="597"/>
                    <a:pt x="105932" y="597"/>
                    <a:pt x="105923" y="597"/>
                  </a:cubicBezTo>
                  <a:cubicBezTo>
                    <a:pt x="103599" y="597"/>
                    <a:pt x="100001" y="4925"/>
                    <a:pt x="100001" y="4925"/>
                  </a:cubicBezTo>
                  <a:cubicBezTo>
                    <a:pt x="100001" y="4925"/>
                    <a:pt x="98607" y="3017"/>
                    <a:pt x="96634" y="3017"/>
                  </a:cubicBezTo>
                  <a:cubicBezTo>
                    <a:pt x="96593" y="3017"/>
                    <a:pt x="96551" y="3018"/>
                    <a:pt x="96509" y="3020"/>
                  </a:cubicBezTo>
                  <a:cubicBezTo>
                    <a:pt x="94471" y="3104"/>
                    <a:pt x="90344" y="5593"/>
                    <a:pt x="90344" y="5593"/>
                  </a:cubicBezTo>
                  <a:lnTo>
                    <a:pt x="1" y="8718"/>
                  </a:lnTo>
                  <a:lnTo>
                    <a:pt x="161272" y="6512"/>
                  </a:lnTo>
                  <a:lnTo>
                    <a:pt x="204864" y="4340"/>
                  </a:lnTo>
                  <a:lnTo>
                    <a:pt x="153987" y="1199"/>
                  </a:lnTo>
                  <a:cubicBezTo>
                    <a:pt x="151948" y="1282"/>
                    <a:pt x="147437" y="3922"/>
                    <a:pt x="147437" y="3922"/>
                  </a:cubicBezTo>
                  <a:cubicBezTo>
                    <a:pt x="147437" y="3922"/>
                    <a:pt x="148623" y="2786"/>
                    <a:pt x="145967" y="1266"/>
                  </a:cubicBezTo>
                  <a:cubicBezTo>
                    <a:pt x="145580" y="1044"/>
                    <a:pt x="145052" y="950"/>
                    <a:pt x="144432" y="950"/>
                  </a:cubicBezTo>
                  <a:cubicBezTo>
                    <a:pt x="140793" y="950"/>
                    <a:pt x="133987" y="4206"/>
                    <a:pt x="133987" y="4206"/>
                  </a:cubicBezTo>
                  <a:cubicBezTo>
                    <a:pt x="133987" y="4206"/>
                    <a:pt x="137696" y="1867"/>
                    <a:pt x="134254" y="664"/>
                  </a:cubicBezTo>
                  <a:cubicBezTo>
                    <a:pt x="133875" y="530"/>
                    <a:pt x="133446" y="470"/>
                    <a:pt x="132982" y="470"/>
                  </a:cubicBezTo>
                  <a:cubicBezTo>
                    <a:pt x="129237" y="470"/>
                    <a:pt x="123243" y="4373"/>
                    <a:pt x="123243" y="4373"/>
                  </a:cubicBezTo>
                  <a:cubicBezTo>
                    <a:pt x="123243" y="4373"/>
                    <a:pt x="126083" y="313"/>
                    <a:pt x="120219" y="13"/>
                  </a:cubicBezTo>
                  <a:cubicBezTo>
                    <a:pt x="120052" y="4"/>
                    <a:pt x="119885" y="0"/>
                    <a:pt x="119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7">
              <a:extLst>
                <a:ext uri="{FF2B5EF4-FFF2-40B4-BE49-F238E27FC236}">
                  <a16:creationId xmlns:a16="http://schemas.microsoft.com/office/drawing/2014/main" id="{EA33B639-F47B-CE07-09A2-22A7066B6583}"/>
                </a:ext>
              </a:extLst>
            </p:cNvPr>
            <p:cNvSpPr/>
            <p:nvPr/>
          </p:nvSpPr>
          <p:spPr>
            <a:xfrm>
              <a:off x="7865549" y="2136482"/>
              <a:ext cx="1019851" cy="393106"/>
            </a:xfrm>
            <a:custGeom>
              <a:avLst/>
              <a:gdLst/>
              <a:ahLst/>
              <a:cxnLst/>
              <a:rect l="l" t="t" r="r" b="b"/>
              <a:pathLst>
                <a:path w="42357" h="16325" extrusionOk="0">
                  <a:moveTo>
                    <a:pt x="41087" y="12181"/>
                  </a:moveTo>
                  <a:cubicBezTo>
                    <a:pt x="40653" y="11914"/>
                    <a:pt x="40369" y="11446"/>
                    <a:pt x="40268" y="10945"/>
                  </a:cubicBezTo>
                  <a:cubicBezTo>
                    <a:pt x="39901" y="9107"/>
                    <a:pt x="37110" y="7603"/>
                    <a:pt x="35724" y="6968"/>
                  </a:cubicBezTo>
                  <a:cubicBezTo>
                    <a:pt x="35239" y="6734"/>
                    <a:pt x="34805" y="6400"/>
                    <a:pt x="34487" y="5966"/>
                  </a:cubicBezTo>
                  <a:cubicBezTo>
                    <a:pt x="32816" y="3676"/>
                    <a:pt x="30043" y="2574"/>
                    <a:pt x="27336" y="3008"/>
                  </a:cubicBezTo>
                  <a:cubicBezTo>
                    <a:pt x="26300" y="3175"/>
                    <a:pt x="25247" y="2841"/>
                    <a:pt x="24462" y="2173"/>
                  </a:cubicBezTo>
                  <a:cubicBezTo>
                    <a:pt x="22858" y="819"/>
                    <a:pt x="20769" y="1"/>
                    <a:pt x="18514" y="1"/>
                  </a:cubicBezTo>
                  <a:cubicBezTo>
                    <a:pt x="14587" y="1"/>
                    <a:pt x="11245" y="2457"/>
                    <a:pt x="9875" y="5899"/>
                  </a:cubicBezTo>
                  <a:cubicBezTo>
                    <a:pt x="8990" y="5247"/>
                    <a:pt x="7904" y="4879"/>
                    <a:pt x="6701" y="4879"/>
                  </a:cubicBezTo>
                  <a:cubicBezTo>
                    <a:pt x="2607" y="4879"/>
                    <a:pt x="1" y="12014"/>
                    <a:pt x="1839" y="15623"/>
                  </a:cubicBezTo>
                  <a:cubicBezTo>
                    <a:pt x="1638" y="16174"/>
                    <a:pt x="42357" y="16325"/>
                    <a:pt x="42357" y="14487"/>
                  </a:cubicBezTo>
                  <a:cubicBezTo>
                    <a:pt x="42340" y="13501"/>
                    <a:pt x="41839" y="12666"/>
                    <a:pt x="41087" y="1218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7">
              <a:extLst>
                <a:ext uri="{FF2B5EF4-FFF2-40B4-BE49-F238E27FC236}">
                  <a16:creationId xmlns:a16="http://schemas.microsoft.com/office/drawing/2014/main" id="{EA472859-B968-9F8C-1CE8-22F552D6B7A9}"/>
                </a:ext>
              </a:extLst>
            </p:cNvPr>
            <p:cNvSpPr/>
            <p:nvPr/>
          </p:nvSpPr>
          <p:spPr>
            <a:xfrm>
              <a:off x="1576350" y="1648079"/>
              <a:ext cx="5671175" cy="241807"/>
            </a:xfrm>
            <a:custGeom>
              <a:avLst/>
              <a:gdLst/>
              <a:ahLst/>
              <a:cxnLst/>
              <a:rect l="l" t="t" r="r" b="b"/>
              <a:pathLst>
                <a:path w="204865" h="8735" extrusionOk="0">
                  <a:moveTo>
                    <a:pt x="119719" y="0"/>
                  </a:moveTo>
                  <a:cubicBezTo>
                    <a:pt x="114045" y="0"/>
                    <a:pt x="108840" y="4574"/>
                    <a:pt x="108840" y="4574"/>
                  </a:cubicBezTo>
                  <a:cubicBezTo>
                    <a:pt x="108840" y="4574"/>
                    <a:pt x="108272" y="647"/>
                    <a:pt x="105950" y="597"/>
                  </a:cubicBezTo>
                  <a:cubicBezTo>
                    <a:pt x="105941" y="597"/>
                    <a:pt x="105932" y="597"/>
                    <a:pt x="105923" y="597"/>
                  </a:cubicBezTo>
                  <a:cubicBezTo>
                    <a:pt x="103616" y="597"/>
                    <a:pt x="100001" y="4924"/>
                    <a:pt x="100001" y="4924"/>
                  </a:cubicBezTo>
                  <a:cubicBezTo>
                    <a:pt x="100001" y="4924"/>
                    <a:pt x="98623" y="3017"/>
                    <a:pt x="96635" y="3017"/>
                  </a:cubicBezTo>
                  <a:cubicBezTo>
                    <a:pt x="96594" y="3017"/>
                    <a:pt x="96552" y="3018"/>
                    <a:pt x="96509" y="3020"/>
                  </a:cubicBezTo>
                  <a:cubicBezTo>
                    <a:pt x="94471" y="3103"/>
                    <a:pt x="90361" y="5593"/>
                    <a:pt x="90361" y="5593"/>
                  </a:cubicBezTo>
                  <a:lnTo>
                    <a:pt x="1" y="8734"/>
                  </a:lnTo>
                  <a:lnTo>
                    <a:pt x="1" y="8734"/>
                  </a:lnTo>
                  <a:lnTo>
                    <a:pt x="161289" y="6512"/>
                  </a:lnTo>
                  <a:lnTo>
                    <a:pt x="204864" y="4340"/>
                  </a:lnTo>
                  <a:lnTo>
                    <a:pt x="153987" y="1198"/>
                  </a:lnTo>
                  <a:cubicBezTo>
                    <a:pt x="151948" y="1282"/>
                    <a:pt x="147437" y="3922"/>
                    <a:pt x="147437" y="3922"/>
                  </a:cubicBezTo>
                  <a:cubicBezTo>
                    <a:pt x="147437" y="3922"/>
                    <a:pt x="148623" y="2786"/>
                    <a:pt x="145967" y="1265"/>
                  </a:cubicBezTo>
                  <a:cubicBezTo>
                    <a:pt x="145584" y="1045"/>
                    <a:pt x="145059" y="950"/>
                    <a:pt x="144443" y="950"/>
                  </a:cubicBezTo>
                  <a:cubicBezTo>
                    <a:pt x="140812" y="950"/>
                    <a:pt x="133987" y="4223"/>
                    <a:pt x="133987" y="4223"/>
                  </a:cubicBezTo>
                  <a:cubicBezTo>
                    <a:pt x="133987" y="4223"/>
                    <a:pt x="137696" y="1884"/>
                    <a:pt x="134254" y="664"/>
                  </a:cubicBezTo>
                  <a:cubicBezTo>
                    <a:pt x="133880" y="533"/>
                    <a:pt x="133457" y="475"/>
                    <a:pt x="133000" y="475"/>
                  </a:cubicBezTo>
                  <a:cubicBezTo>
                    <a:pt x="129255" y="475"/>
                    <a:pt x="123243" y="4390"/>
                    <a:pt x="123243" y="4390"/>
                  </a:cubicBezTo>
                  <a:cubicBezTo>
                    <a:pt x="123243" y="4390"/>
                    <a:pt x="126084" y="330"/>
                    <a:pt x="120219" y="12"/>
                  </a:cubicBezTo>
                  <a:cubicBezTo>
                    <a:pt x="120052" y="4"/>
                    <a:pt x="119885" y="0"/>
                    <a:pt x="119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7">
              <a:extLst>
                <a:ext uri="{FF2B5EF4-FFF2-40B4-BE49-F238E27FC236}">
                  <a16:creationId xmlns:a16="http://schemas.microsoft.com/office/drawing/2014/main" id="{08E0BA74-2E3B-B6C6-FFB2-B811368630D8}"/>
                </a:ext>
              </a:extLst>
            </p:cNvPr>
            <p:cNvSpPr/>
            <p:nvPr/>
          </p:nvSpPr>
          <p:spPr>
            <a:xfrm>
              <a:off x="6384836" y="1199691"/>
              <a:ext cx="2784472" cy="1304372"/>
            </a:xfrm>
            <a:custGeom>
              <a:avLst/>
              <a:gdLst/>
              <a:ahLst/>
              <a:cxnLst/>
              <a:rect l="l" t="t" r="r" b="b"/>
              <a:pathLst>
                <a:path w="100586" h="47119" extrusionOk="0">
                  <a:moveTo>
                    <a:pt x="100586" y="47119"/>
                  </a:moveTo>
                  <a:lnTo>
                    <a:pt x="70945" y="44663"/>
                  </a:lnTo>
                  <a:cubicBezTo>
                    <a:pt x="45481" y="42524"/>
                    <a:pt x="21036" y="33752"/>
                    <a:pt x="0" y="19216"/>
                  </a:cubicBezTo>
                  <a:lnTo>
                    <a:pt x="0" y="13702"/>
                  </a:lnTo>
                  <a:cubicBezTo>
                    <a:pt x="0" y="11914"/>
                    <a:pt x="1354" y="10410"/>
                    <a:pt x="3125" y="10227"/>
                  </a:cubicBezTo>
                  <a:lnTo>
                    <a:pt x="1005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7">
              <a:extLst>
                <a:ext uri="{FF2B5EF4-FFF2-40B4-BE49-F238E27FC236}">
                  <a16:creationId xmlns:a16="http://schemas.microsoft.com/office/drawing/2014/main" id="{E9ABD8F3-E6E1-789D-AA68-A358C14F3627}"/>
                </a:ext>
              </a:extLst>
            </p:cNvPr>
            <p:cNvSpPr/>
            <p:nvPr/>
          </p:nvSpPr>
          <p:spPr>
            <a:xfrm>
              <a:off x="6384836" y="1200632"/>
              <a:ext cx="2784472" cy="1303431"/>
            </a:xfrm>
            <a:custGeom>
              <a:avLst/>
              <a:gdLst/>
              <a:ahLst/>
              <a:cxnLst/>
              <a:rect l="l" t="t" r="r" b="b"/>
              <a:pathLst>
                <a:path w="100586" h="47085" extrusionOk="0">
                  <a:moveTo>
                    <a:pt x="100586" y="47085"/>
                  </a:moveTo>
                  <a:lnTo>
                    <a:pt x="70945" y="44629"/>
                  </a:lnTo>
                  <a:cubicBezTo>
                    <a:pt x="45481" y="42490"/>
                    <a:pt x="21036" y="33718"/>
                    <a:pt x="0" y="19182"/>
                  </a:cubicBezTo>
                  <a:lnTo>
                    <a:pt x="0" y="13083"/>
                  </a:lnTo>
                  <a:cubicBezTo>
                    <a:pt x="0" y="11629"/>
                    <a:pt x="1103" y="10410"/>
                    <a:pt x="2540" y="10276"/>
                  </a:cubicBezTo>
                  <a:lnTo>
                    <a:pt x="100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7">
              <a:extLst>
                <a:ext uri="{FF2B5EF4-FFF2-40B4-BE49-F238E27FC236}">
                  <a16:creationId xmlns:a16="http://schemas.microsoft.com/office/drawing/2014/main" id="{722F4D23-7839-A1CB-B597-91B319F37DA6}"/>
                </a:ext>
              </a:extLst>
            </p:cNvPr>
            <p:cNvSpPr/>
            <p:nvPr/>
          </p:nvSpPr>
          <p:spPr>
            <a:xfrm>
              <a:off x="6384836" y="1647940"/>
              <a:ext cx="2784472" cy="785878"/>
            </a:xfrm>
            <a:custGeom>
              <a:avLst/>
              <a:gdLst/>
              <a:ahLst/>
              <a:cxnLst/>
              <a:rect l="l" t="t" r="r" b="b"/>
              <a:pathLst>
                <a:path w="100586" h="28389" extrusionOk="0">
                  <a:moveTo>
                    <a:pt x="0" y="0"/>
                  </a:moveTo>
                  <a:lnTo>
                    <a:pt x="0" y="485"/>
                  </a:lnTo>
                  <a:cubicBezTo>
                    <a:pt x="21036" y="15038"/>
                    <a:pt x="45481" y="23810"/>
                    <a:pt x="70945" y="25915"/>
                  </a:cubicBezTo>
                  <a:lnTo>
                    <a:pt x="100586" y="28388"/>
                  </a:lnTo>
                  <a:lnTo>
                    <a:pt x="100586" y="18480"/>
                  </a:lnTo>
                  <a:lnTo>
                    <a:pt x="56642" y="16709"/>
                  </a:lnTo>
                  <a:cubicBezTo>
                    <a:pt x="36759" y="15055"/>
                    <a:pt x="17511" y="934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7">
              <a:extLst>
                <a:ext uri="{FF2B5EF4-FFF2-40B4-BE49-F238E27FC236}">
                  <a16:creationId xmlns:a16="http://schemas.microsoft.com/office/drawing/2014/main" id="{C9C43C14-0885-85D1-5794-E5F7CF6AF93C}"/>
                </a:ext>
              </a:extLst>
            </p:cNvPr>
            <p:cNvSpPr/>
            <p:nvPr/>
          </p:nvSpPr>
          <p:spPr>
            <a:xfrm>
              <a:off x="6741003" y="142701"/>
              <a:ext cx="1422327" cy="1408458"/>
            </a:xfrm>
            <a:custGeom>
              <a:avLst/>
              <a:gdLst/>
              <a:ahLst/>
              <a:cxnLst/>
              <a:rect l="l" t="t" r="r" b="b"/>
              <a:pathLst>
                <a:path w="51380" h="50879" extrusionOk="0">
                  <a:moveTo>
                    <a:pt x="1" y="1"/>
                  </a:moveTo>
                  <a:lnTo>
                    <a:pt x="185" y="48456"/>
                  </a:lnTo>
                  <a:lnTo>
                    <a:pt x="803" y="50878"/>
                  </a:lnTo>
                  <a:lnTo>
                    <a:pt x="51380" y="50878"/>
                  </a:lnTo>
                  <a:lnTo>
                    <a:pt x="46016" y="48456"/>
                  </a:lnTo>
                  <a:lnTo>
                    <a:pt x="46117" y="46083"/>
                  </a:lnTo>
                  <a:cubicBezTo>
                    <a:pt x="46117" y="43059"/>
                    <a:pt x="44095" y="40385"/>
                    <a:pt x="41171" y="39567"/>
                  </a:cubicBezTo>
                  <a:lnTo>
                    <a:pt x="35490" y="37996"/>
                  </a:lnTo>
                  <a:cubicBezTo>
                    <a:pt x="28071" y="35924"/>
                    <a:pt x="21572" y="31313"/>
                    <a:pt x="17177" y="249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7">
              <a:extLst>
                <a:ext uri="{FF2B5EF4-FFF2-40B4-BE49-F238E27FC236}">
                  <a16:creationId xmlns:a16="http://schemas.microsoft.com/office/drawing/2014/main" id="{F9F09B06-A83D-511C-1920-B3BA2949DFC7}"/>
                </a:ext>
              </a:extLst>
            </p:cNvPr>
            <p:cNvSpPr/>
            <p:nvPr/>
          </p:nvSpPr>
          <p:spPr>
            <a:xfrm>
              <a:off x="6263631" y="100149"/>
              <a:ext cx="1760441" cy="1383931"/>
            </a:xfrm>
            <a:custGeom>
              <a:avLst/>
              <a:gdLst/>
              <a:ahLst/>
              <a:cxnLst/>
              <a:rect l="l" t="t" r="r" b="b"/>
              <a:pathLst>
                <a:path w="63594" h="49993" extrusionOk="0">
                  <a:moveTo>
                    <a:pt x="34437" y="24997"/>
                  </a:moveTo>
                  <a:lnTo>
                    <a:pt x="17144" y="84"/>
                  </a:lnTo>
                  <a:lnTo>
                    <a:pt x="1" y="1"/>
                  </a:lnTo>
                  <a:lnTo>
                    <a:pt x="17327" y="49993"/>
                  </a:lnTo>
                  <a:lnTo>
                    <a:pt x="34370" y="49993"/>
                  </a:lnTo>
                  <a:lnTo>
                    <a:pt x="49976" y="49993"/>
                  </a:lnTo>
                  <a:lnTo>
                    <a:pt x="63593" y="49993"/>
                  </a:lnTo>
                  <a:lnTo>
                    <a:pt x="63593" y="46183"/>
                  </a:lnTo>
                  <a:cubicBezTo>
                    <a:pt x="63593" y="43142"/>
                    <a:pt x="61538" y="40469"/>
                    <a:pt x="58614" y="39667"/>
                  </a:cubicBezTo>
                  <a:lnTo>
                    <a:pt x="52900" y="38096"/>
                  </a:lnTo>
                  <a:cubicBezTo>
                    <a:pt x="45415" y="36024"/>
                    <a:pt x="38865" y="31396"/>
                    <a:pt x="34437" y="2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7">
              <a:extLst>
                <a:ext uri="{FF2B5EF4-FFF2-40B4-BE49-F238E27FC236}">
                  <a16:creationId xmlns:a16="http://schemas.microsoft.com/office/drawing/2014/main" id="{00D41D29-AE31-C53A-E96C-D0101433FBE4}"/>
                </a:ext>
              </a:extLst>
            </p:cNvPr>
            <p:cNvSpPr/>
            <p:nvPr/>
          </p:nvSpPr>
          <p:spPr>
            <a:xfrm>
              <a:off x="5831137" y="1606773"/>
              <a:ext cx="2132300" cy="117042"/>
            </a:xfrm>
            <a:custGeom>
              <a:avLst/>
              <a:gdLst/>
              <a:ahLst/>
              <a:cxnLst/>
              <a:rect l="l" t="t" r="r" b="b"/>
              <a:pathLst>
                <a:path w="77027" h="4228" extrusionOk="0">
                  <a:moveTo>
                    <a:pt x="77027" y="4228"/>
                  </a:moveTo>
                  <a:lnTo>
                    <a:pt x="0" y="4228"/>
                  </a:lnTo>
                  <a:lnTo>
                    <a:pt x="0" y="1838"/>
                  </a:lnTo>
                  <a:lnTo>
                    <a:pt x="770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7">
              <a:extLst>
                <a:ext uri="{FF2B5EF4-FFF2-40B4-BE49-F238E27FC236}">
                  <a16:creationId xmlns:a16="http://schemas.microsoft.com/office/drawing/2014/main" id="{480C7507-F83B-2905-D1A5-EDD77E0592A5}"/>
                </a:ext>
              </a:extLst>
            </p:cNvPr>
            <p:cNvSpPr/>
            <p:nvPr/>
          </p:nvSpPr>
          <p:spPr>
            <a:xfrm>
              <a:off x="5831137" y="1724268"/>
              <a:ext cx="2132300" cy="116128"/>
            </a:xfrm>
            <a:custGeom>
              <a:avLst/>
              <a:gdLst/>
              <a:ahLst/>
              <a:cxnLst/>
              <a:rect l="l" t="t" r="r" b="b"/>
              <a:pathLst>
                <a:path w="77027" h="4195" extrusionOk="0">
                  <a:moveTo>
                    <a:pt x="0" y="0"/>
                  </a:moveTo>
                  <a:lnTo>
                    <a:pt x="0" y="2523"/>
                  </a:lnTo>
                  <a:cubicBezTo>
                    <a:pt x="0" y="3442"/>
                    <a:pt x="752" y="4194"/>
                    <a:pt x="1671" y="4194"/>
                  </a:cubicBezTo>
                  <a:lnTo>
                    <a:pt x="77027" y="4194"/>
                  </a:lnTo>
                  <a:lnTo>
                    <a:pt x="770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7">
              <a:extLst>
                <a:ext uri="{FF2B5EF4-FFF2-40B4-BE49-F238E27FC236}">
                  <a16:creationId xmlns:a16="http://schemas.microsoft.com/office/drawing/2014/main" id="{4E3A54BC-243C-E59F-C4E2-2466A401D8AF}"/>
                </a:ext>
              </a:extLst>
            </p:cNvPr>
            <p:cNvSpPr/>
            <p:nvPr/>
          </p:nvSpPr>
          <p:spPr>
            <a:xfrm>
              <a:off x="8288342" y="1502234"/>
              <a:ext cx="191978" cy="191978"/>
            </a:xfrm>
            <a:custGeom>
              <a:avLst/>
              <a:gdLst/>
              <a:ahLst/>
              <a:cxnLst/>
              <a:rect l="l" t="t" r="r" b="b"/>
              <a:pathLst>
                <a:path w="6935" h="6935" extrusionOk="0">
                  <a:moveTo>
                    <a:pt x="3475" y="0"/>
                  </a:moveTo>
                  <a:cubicBezTo>
                    <a:pt x="1554" y="0"/>
                    <a:pt x="0" y="1554"/>
                    <a:pt x="0" y="3476"/>
                  </a:cubicBezTo>
                  <a:cubicBezTo>
                    <a:pt x="0" y="5397"/>
                    <a:pt x="1554" y="6934"/>
                    <a:pt x="3475" y="6934"/>
                  </a:cubicBezTo>
                  <a:cubicBezTo>
                    <a:pt x="5380" y="6934"/>
                    <a:pt x="6934" y="5397"/>
                    <a:pt x="6934" y="3476"/>
                  </a:cubicBezTo>
                  <a:cubicBezTo>
                    <a:pt x="6934" y="1554"/>
                    <a:pt x="5380" y="0"/>
                    <a:pt x="3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7">
              <a:extLst>
                <a:ext uri="{FF2B5EF4-FFF2-40B4-BE49-F238E27FC236}">
                  <a16:creationId xmlns:a16="http://schemas.microsoft.com/office/drawing/2014/main" id="{C11E2BBF-0BAE-EEB4-5D75-CBE144727000}"/>
                </a:ext>
              </a:extLst>
            </p:cNvPr>
            <p:cNvSpPr/>
            <p:nvPr/>
          </p:nvSpPr>
          <p:spPr>
            <a:xfrm>
              <a:off x="8619066" y="1561239"/>
              <a:ext cx="191978" cy="191978"/>
            </a:xfrm>
            <a:custGeom>
              <a:avLst/>
              <a:gdLst/>
              <a:ahLst/>
              <a:cxnLst/>
              <a:rect l="l" t="t" r="r" b="b"/>
              <a:pathLst>
                <a:path w="6935" h="6935" extrusionOk="0">
                  <a:moveTo>
                    <a:pt x="3476" y="0"/>
                  </a:moveTo>
                  <a:cubicBezTo>
                    <a:pt x="1555" y="0"/>
                    <a:pt x="1" y="1554"/>
                    <a:pt x="1" y="3476"/>
                  </a:cubicBezTo>
                  <a:cubicBezTo>
                    <a:pt x="1" y="5397"/>
                    <a:pt x="1555" y="6934"/>
                    <a:pt x="3476" y="6934"/>
                  </a:cubicBezTo>
                  <a:cubicBezTo>
                    <a:pt x="5381" y="6934"/>
                    <a:pt x="6935" y="5397"/>
                    <a:pt x="6935" y="3476"/>
                  </a:cubicBezTo>
                  <a:cubicBezTo>
                    <a:pt x="6935" y="1554"/>
                    <a:pt x="5364" y="0"/>
                    <a:pt x="34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7">
              <a:extLst>
                <a:ext uri="{FF2B5EF4-FFF2-40B4-BE49-F238E27FC236}">
                  <a16:creationId xmlns:a16="http://schemas.microsoft.com/office/drawing/2014/main" id="{C7F39464-B1D1-2B98-74BE-9D7F8742BAF5}"/>
                </a:ext>
              </a:extLst>
            </p:cNvPr>
            <p:cNvSpPr/>
            <p:nvPr/>
          </p:nvSpPr>
          <p:spPr>
            <a:xfrm>
              <a:off x="6345523" y="819345"/>
              <a:ext cx="492139" cy="156821"/>
            </a:xfrm>
            <a:custGeom>
              <a:avLst/>
              <a:gdLst/>
              <a:ahLst/>
              <a:cxnLst/>
              <a:rect l="l" t="t" r="r" b="b"/>
              <a:pathLst>
                <a:path w="17778" h="5665" extrusionOk="0">
                  <a:moveTo>
                    <a:pt x="0" y="0"/>
                  </a:moveTo>
                  <a:lnTo>
                    <a:pt x="0" y="5664"/>
                  </a:lnTo>
                  <a:lnTo>
                    <a:pt x="17778" y="5664"/>
                  </a:lnTo>
                  <a:lnTo>
                    <a:pt x="136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7">
              <a:extLst>
                <a:ext uri="{FF2B5EF4-FFF2-40B4-BE49-F238E27FC236}">
                  <a16:creationId xmlns:a16="http://schemas.microsoft.com/office/drawing/2014/main" id="{F5CC3D03-06DD-8EDE-A150-74262FB3E86E}"/>
                </a:ext>
              </a:extLst>
            </p:cNvPr>
            <p:cNvSpPr/>
            <p:nvPr/>
          </p:nvSpPr>
          <p:spPr>
            <a:xfrm>
              <a:off x="4338715" y="2383562"/>
              <a:ext cx="5284931" cy="241807"/>
            </a:xfrm>
            <a:custGeom>
              <a:avLst/>
              <a:gdLst/>
              <a:ahLst/>
              <a:cxnLst/>
              <a:rect l="l" t="t" r="r" b="b"/>
              <a:pathLst>
                <a:path w="204882" h="8735" extrusionOk="0">
                  <a:moveTo>
                    <a:pt x="119719" y="1"/>
                  </a:moveTo>
                  <a:cubicBezTo>
                    <a:pt x="114045" y="1"/>
                    <a:pt x="108841" y="4574"/>
                    <a:pt x="108841" y="4574"/>
                  </a:cubicBezTo>
                  <a:cubicBezTo>
                    <a:pt x="108841" y="4574"/>
                    <a:pt x="108272" y="648"/>
                    <a:pt x="105967" y="598"/>
                  </a:cubicBezTo>
                  <a:cubicBezTo>
                    <a:pt x="105958" y="597"/>
                    <a:pt x="105949" y="597"/>
                    <a:pt x="105940" y="597"/>
                  </a:cubicBezTo>
                  <a:cubicBezTo>
                    <a:pt x="103616" y="597"/>
                    <a:pt x="100002" y="4925"/>
                    <a:pt x="100002" y="4925"/>
                  </a:cubicBezTo>
                  <a:cubicBezTo>
                    <a:pt x="100002" y="4925"/>
                    <a:pt x="98623" y="3018"/>
                    <a:pt x="96651" y="3018"/>
                  </a:cubicBezTo>
                  <a:cubicBezTo>
                    <a:pt x="96610" y="3018"/>
                    <a:pt x="96568" y="3019"/>
                    <a:pt x="96526" y="3020"/>
                  </a:cubicBezTo>
                  <a:cubicBezTo>
                    <a:pt x="94471" y="3104"/>
                    <a:pt x="90361" y="5593"/>
                    <a:pt x="90361" y="5593"/>
                  </a:cubicBezTo>
                  <a:lnTo>
                    <a:pt x="1" y="8735"/>
                  </a:lnTo>
                  <a:lnTo>
                    <a:pt x="161289" y="6512"/>
                  </a:lnTo>
                  <a:lnTo>
                    <a:pt x="204881" y="4340"/>
                  </a:lnTo>
                  <a:lnTo>
                    <a:pt x="154004" y="1216"/>
                  </a:lnTo>
                  <a:cubicBezTo>
                    <a:pt x="151949" y="1299"/>
                    <a:pt x="147437" y="3923"/>
                    <a:pt x="147437" y="3923"/>
                  </a:cubicBezTo>
                  <a:cubicBezTo>
                    <a:pt x="147437" y="3923"/>
                    <a:pt x="148624" y="2803"/>
                    <a:pt x="145984" y="1266"/>
                  </a:cubicBezTo>
                  <a:cubicBezTo>
                    <a:pt x="145598" y="1045"/>
                    <a:pt x="145072" y="951"/>
                    <a:pt x="144454" y="951"/>
                  </a:cubicBezTo>
                  <a:cubicBezTo>
                    <a:pt x="140813" y="951"/>
                    <a:pt x="133987" y="4223"/>
                    <a:pt x="133987" y="4223"/>
                  </a:cubicBezTo>
                  <a:cubicBezTo>
                    <a:pt x="133987" y="4223"/>
                    <a:pt x="137713" y="1884"/>
                    <a:pt x="134254" y="664"/>
                  </a:cubicBezTo>
                  <a:cubicBezTo>
                    <a:pt x="133880" y="534"/>
                    <a:pt x="133457" y="475"/>
                    <a:pt x="133000" y="475"/>
                  </a:cubicBezTo>
                  <a:cubicBezTo>
                    <a:pt x="129259" y="475"/>
                    <a:pt x="123260" y="4390"/>
                    <a:pt x="123260" y="4390"/>
                  </a:cubicBezTo>
                  <a:cubicBezTo>
                    <a:pt x="123260" y="4390"/>
                    <a:pt x="126100" y="330"/>
                    <a:pt x="120219" y="13"/>
                  </a:cubicBezTo>
                  <a:cubicBezTo>
                    <a:pt x="120052" y="5"/>
                    <a:pt x="119885" y="1"/>
                    <a:pt x="1197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833E927-FB28-B6D7-8EAE-039627EC29B0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[11]</a:t>
            </a:r>
          </a:p>
        </p:txBody>
      </p:sp>
    </p:spTree>
    <p:extLst>
      <p:ext uri="{BB962C8B-B14F-4D97-AF65-F5344CB8AC3E}">
        <p14:creationId xmlns:p14="http://schemas.microsoft.com/office/powerpoint/2010/main" val="23287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4">
          <a:extLst>
            <a:ext uri="{FF2B5EF4-FFF2-40B4-BE49-F238E27FC236}">
              <a16:creationId xmlns:a16="http://schemas.microsoft.com/office/drawing/2014/main" id="{30A2F309-73AE-4CA0-607D-481D7025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p127">
            <a:extLst>
              <a:ext uri="{FF2B5EF4-FFF2-40B4-BE49-F238E27FC236}">
                <a16:creationId xmlns:a16="http://schemas.microsoft.com/office/drawing/2014/main" id="{21F01B69-8446-39E6-CC1A-2A933FC1EB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636" y="41784"/>
            <a:ext cx="3740177" cy="8617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HEFA Process </a:t>
            </a:r>
            <a:endParaRPr sz="4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38F355-A4CC-A537-078B-A49B69F17F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69" t="21974" r="5619" b="7144"/>
          <a:stretch>
            <a:fillRect/>
          </a:stretch>
        </p:blipFill>
        <p:spPr>
          <a:xfrm>
            <a:off x="940500" y="2522366"/>
            <a:ext cx="6977586" cy="2143576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F4AD58-82F0-C21F-D16E-1D560A278D02}"/>
              </a:ext>
            </a:extLst>
          </p:cNvPr>
          <p:cNvSpPr txBox="1"/>
          <p:nvPr/>
        </p:nvSpPr>
        <p:spPr>
          <a:xfrm>
            <a:off x="940500" y="928117"/>
            <a:ext cx="37529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Feedstock: </a:t>
            </a:r>
            <a:r>
              <a:rPr lang="en-US" sz="16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Oil-based products (FOGS)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6BBE23-F6DA-CDB3-1BE5-809FC4C5A84B}"/>
              </a:ext>
            </a:extLst>
          </p:cNvPr>
          <p:cNvSpPr txBox="1"/>
          <p:nvPr/>
        </p:nvSpPr>
        <p:spPr>
          <a:xfrm>
            <a:off x="940500" y="1343563"/>
            <a:ext cx="51764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Major Licensors:</a:t>
            </a:r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UOP, Neste, </a:t>
            </a:r>
            <a:r>
              <a:rPr lang="en-US" sz="1600" err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Axens</a:t>
            </a:r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&amp; </a:t>
            </a:r>
            <a:r>
              <a:rPr lang="en-US" sz="1600" err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Haldor-Topsoe</a:t>
            </a:r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43B363-B4B2-DCEF-4E96-F1EDEA731FA9}"/>
              </a:ext>
            </a:extLst>
          </p:cNvPr>
          <p:cNvSpPr txBox="1"/>
          <p:nvPr/>
        </p:nvSpPr>
        <p:spPr>
          <a:xfrm>
            <a:off x="940500" y="1759009"/>
            <a:ext cx="740298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Advantages:</a:t>
            </a:r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Utilizes oil &amp; grease, simpler* process pathway, most industrialized </a:t>
            </a:r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ED2B9-B158-5A1B-6509-F10CED085709}"/>
              </a:ext>
            </a:extLst>
          </p:cNvPr>
          <p:cNvSpPr txBox="1"/>
          <p:nvPr/>
        </p:nvSpPr>
        <p:spPr>
          <a:xfrm>
            <a:off x="635162" y="4681835"/>
            <a:ext cx="7588262" cy="461665"/>
          </a:xfrm>
          <a:prstGeom prst="rect">
            <a:avLst/>
          </a:prstGeom>
          <a:noFill/>
          <a:ln>
            <a:solidFill>
              <a:srgbClr val="000000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i="1" u="none" strike="noStrike">
                <a:solidFill>
                  <a:schemeClr val="tx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Figure 1</a:t>
            </a:r>
            <a:r>
              <a:rPr lang="en-US" sz="1200" b="1" i="1" u="none" strike="noStrike">
                <a:solidFill>
                  <a:schemeClr val="tx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lang="en-US" sz="1200" b="0" i="1" u="none" strike="noStrike">
                <a:solidFill>
                  <a:schemeClr val="tx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lang="en-US" sz="900" b="0" i="1" u="none" strike="noStrike">
                <a:solidFill>
                  <a:schemeClr val="tx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Overview of the HEFA (hydro processed esters and fatty acids) pathway</a:t>
            </a:r>
          </a:p>
          <a:p>
            <a:pPr algn="ctr"/>
            <a:r>
              <a:rPr lang="en-US" sz="900" b="1" i="1" u="none" strike="noStrike">
                <a:solidFill>
                  <a:schemeClr val="tx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Source</a:t>
            </a:r>
            <a:r>
              <a:rPr lang="en-US" sz="1200" b="1" i="1" u="none" strike="noStrike">
                <a:solidFill>
                  <a:schemeClr val="tx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900" b="0" i="1" u="none" strike="noStrike">
                <a:solidFill>
                  <a:schemeClr val="tx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Adapted from the HEFA schematic in “Overview of HEFA, Fischer–</a:t>
            </a:r>
            <a:r>
              <a:rPr lang="en-US" sz="900" b="0" i="1" u="none" strike="noStrike" err="1">
                <a:solidFill>
                  <a:schemeClr val="tx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Tropsch</a:t>
            </a:r>
            <a:r>
              <a:rPr lang="en-US" sz="900" b="0" i="1" u="none" strike="noStrike">
                <a:solidFill>
                  <a:schemeClr val="tx2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and sugar‑to‑jet pathways,” as reproduced on ResearchGate (Figure 2).​</a:t>
            </a:r>
            <a:endParaRPr lang="en-US" sz="90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4A4D1D-E97A-C572-0F3F-692762CBD87F}"/>
              </a:ext>
            </a:extLst>
          </p:cNvPr>
          <p:cNvSpPr txBox="1"/>
          <p:nvPr/>
        </p:nvSpPr>
        <p:spPr>
          <a:xfrm>
            <a:off x="940500" y="2145055"/>
            <a:ext cx="61237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Disadvantages:</a:t>
            </a:r>
            <a:r>
              <a:rPr lang="en-US" sz="160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Feedstock is food, limited quantity, and expensive</a:t>
            </a:r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1AC00F-60CE-538A-A05B-AF21371B74A6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[12]</a:t>
            </a:r>
          </a:p>
        </p:txBody>
      </p:sp>
    </p:spTree>
    <p:extLst>
      <p:ext uri="{BB962C8B-B14F-4D97-AF65-F5344CB8AC3E}">
        <p14:creationId xmlns:p14="http://schemas.microsoft.com/office/powerpoint/2010/main" val="104624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4">
          <a:extLst>
            <a:ext uri="{FF2B5EF4-FFF2-40B4-BE49-F238E27FC236}">
              <a16:creationId xmlns:a16="http://schemas.microsoft.com/office/drawing/2014/main" id="{13C6F092-DB66-E3B1-74FF-F04F77CF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p127">
            <a:extLst>
              <a:ext uri="{FF2B5EF4-FFF2-40B4-BE49-F238E27FC236}">
                <a16:creationId xmlns:a16="http://schemas.microsoft.com/office/drawing/2014/main" id="{84BF243E-95B5-F659-A57D-4A0A0CC443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662" y="30994"/>
            <a:ext cx="7154662" cy="8617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lvl="0"/>
            <a:r>
              <a:rPr lang="en-US" sz="4400"/>
              <a:t>Gasification/Fisher </a:t>
            </a:r>
            <a:r>
              <a:rPr lang="en-US" sz="4400" err="1"/>
              <a:t>Tropsch</a:t>
            </a:r>
            <a:r>
              <a:rPr lang="en" sz="4400"/>
              <a:t> </a:t>
            </a:r>
            <a:endParaRPr sz="4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CE466-6569-99C9-6F2B-E48B079D5D34}"/>
              </a:ext>
            </a:extLst>
          </p:cNvPr>
          <p:cNvSpPr txBox="1"/>
          <p:nvPr/>
        </p:nvSpPr>
        <p:spPr>
          <a:xfrm>
            <a:off x="483809" y="3913532"/>
            <a:ext cx="18405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Feedstock: </a:t>
            </a:r>
            <a:r>
              <a:rPr lang="en-US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Biomass, </a:t>
            </a:r>
          </a:p>
          <a:p>
            <a:endParaRPr lang="en-US" dirty="0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7BABF-8BB0-B894-F4A5-1F466ECB92C7}"/>
              </a:ext>
            </a:extLst>
          </p:cNvPr>
          <p:cNvSpPr txBox="1"/>
          <p:nvPr/>
        </p:nvSpPr>
        <p:spPr>
          <a:xfrm>
            <a:off x="483808" y="4329030"/>
            <a:ext cx="33501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Major Licensors:</a:t>
            </a:r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Fulcrum Bioenergy, VLS, &amp; </a:t>
            </a:r>
            <a:r>
              <a:rPr lang="en-US" err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Rentech</a:t>
            </a:r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659BD-0DB2-E856-1E05-27D0C4008158}"/>
              </a:ext>
            </a:extLst>
          </p:cNvPr>
          <p:cNvSpPr txBox="1"/>
          <p:nvPr/>
        </p:nvSpPr>
        <p:spPr>
          <a:xfrm>
            <a:off x="4176942" y="3913955"/>
            <a:ext cx="5078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Advantages:</a:t>
            </a:r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High diversity of feedstock, wide range of products,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D73BC1-0A87-D659-AD38-3C154795FA18}"/>
              </a:ext>
            </a:extLst>
          </p:cNvPr>
          <p:cNvSpPr txBox="1"/>
          <p:nvPr/>
        </p:nvSpPr>
        <p:spPr>
          <a:xfrm>
            <a:off x="4176943" y="4436752"/>
            <a:ext cx="4379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Disadvantages: </a:t>
            </a:r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Complicated process, high CAPEX and </a:t>
            </a:r>
            <a:r>
              <a:rPr lang="en-US" err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OPEX</a:t>
            </a:r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co-products produced</a:t>
            </a:r>
            <a:endParaRPr lang="en-US"/>
          </a:p>
        </p:txBody>
      </p:sp>
      <p:pic>
        <p:nvPicPr>
          <p:cNvPr id="2" name="Picture 1" descr="Simplified Fischer–Tropsch gas loop showing clean syngas feed, FT reactor, recycle, purge, and product separation into gaseous, oil, aqueous, and wax products">
            <a:extLst>
              <a:ext uri="{FF2B5EF4-FFF2-40B4-BE49-F238E27FC236}">
                <a16:creationId xmlns:a16="http://schemas.microsoft.com/office/drawing/2014/main" id="{F71741DC-9C8B-F00E-C343-54956396B9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91" t="3541" r="5277" b="2822"/>
          <a:stretch/>
        </p:blipFill>
        <p:spPr>
          <a:xfrm>
            <a:off x="1567478" y="1015353"/>
            <a:ext cx="6009044" cy="2427183"/>
          </a:xfrm>
          <a:prstGeom prst="rect">
            <a:avLst/>
          </a:prstGeom>
          <a:ln w="28575">
            <a:solidFill>
              <a:schemeClr val="bg2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ED6B28-E883-5DD0-0C8A-5A436D366AF6}"/>
              </a:ext>
            </a:extLst>
          </p:cNvPr>
          <p:cNvSpPr txBox="1"/>
          <p:nvPr/>
        </p:nvSpPr>
        <p:spPr>
          <a:xfrm>
            <a:off x="1625185" y="3469992"/>
            <a:ext cx="5893630" cy="338554"/>
          </a:xfrm>
          <a:prstGeom prst="rect">
            <a:avLst/>
          </a:prstGeom>
          <a:noFill/>
          <a:ln>
            <a:solidFill>
              <a:schemeClr val="tx2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8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Figure 2</a:t>
            </a:r>
            <a:r>
              <a:rPr lang="en-US" sz="700"/>
              <a:t>. </a:t>
            </a:r>
            <a:r>
              <a:rPr lang="en-US" sz="700" i="1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Simplified Fischer–</a:t>
            </a:r>
            <a:r>
              <a:rPr lang="en-US" sz="700" i="1" err="1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Tropsch</a:t>
            </a:r>
            <a:r>
              <a:rPr lang="en-US" sz="700" i="1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gas loop for low-temperature FT (LTFT) showing clean syngas feed (point A), FT reactor</a:t>
            </a:r>
            <a:endParaRPr lang="en-US" sz="7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8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Source</a:t>
            </a:r>
            <a:r>
              <a:rPr lang="en-US" sz="7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Adapted from de Klerk, A., "Fischer–</a:t>
            </a:r>
            <a:r>
              <a:rPr lang="en-US" sz="70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Tropsch</a:t>
            </a:r>
            <a:r>
              <a:rPr lang="en-US" sz="7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process," in Kirk-Othmer Encyclopedia of Chemical Technology, John Wiley &amp; Sons, [2013].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A12F9-1FC8-A510-1C44-BF2F9C7AFB69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[13]</a:t>
            </a:r>
          </a:p>
        </p:txBody>
      </p:sp>
    </p:spTree>
    <p:extLst>
      <p:ext uri="{BB962C8B-B14F-4D97-AF65-F5344CB8AC3E}">
        <p14:creationId xmlns:p14="http://schemas.microsoft.com/office/powerpoint/2010/main" val="3423428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4">
          <a:extLst>
            <a:ext uri="{FF2B5EF4-FFF2-40B4-BE49-F238E27FC236}">
              <a16:creationId xmlns:a16="http://schemas.microsoft.com/office/drawing/2014/main" id="{75A5506D-916D-305F-CE6B-7B7953053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p127">
            <a:extLst>
              <a:ext uri="{FF2B5EF4-FFF2-40B4-BE49-F238E27FC236}">
                <a16:creationId xmlns:a16="http://schemas.microsoft.com/office/drawing/2014/main" id="{DCE82904-3D13-D98C-10D9-04E557B75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355" y="109061"/>
            <a:ext cx="5706308" cy="8001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lvl="0"/>
            <a:r>
              <a:rPr lang="en-US" sz="40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Pyrolysis/Hydrotreating</a:t>
            </a:r>
            <a:endParaRPr sz="4000"/>
          </a:p>
        </p:txBody>
      </p:sp>
      <p:pic>
        <p:nvPicPr>
          <p:cNvPr id="4" name="Picture 2" descr="Technology - Ensyn - Renewable Fuels and Chemicals from Non ...">
            <a:extLst>
              <a:ext uri="{FF2B5EF4-FFF2-40B4-BE49-F238E27FC236}">
                <a16:creationId xmlns:a16="http://schemas.microsoft.com/office/drawing/2014/main" id="{31D69D26-FFA5-249B-D265-28652D580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1" t="4887" r="4520" b="6025"/>
          <a:stretch/>
        </p:blipFill>
        <p:spPr bwMode="auto">
          <a:xfrm>
            <a:off x="250355" y="1188722"/>
            <a:ext cx="5151366" cy="3312862"/>
          </a:xfrm>
          <a:prstGeom prst="rect">
            <a:avLst/>
          </a:prstGeom>
          <a:noFill/>
          <a:ln w="28575"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07A7F1-5B5A-1274-156E-6055E49D66AD}"/>
              </a:ext>
            </a:extLst>
          </p:cNvPr>
          <p:cNvSpPr txBox="1"/>
          <p:nvPr/>
        </p:nvSpPr>
        <p:spPr>
          <a:xfrm>
            <a:off x="5499437" y="1332784"/>
            <a:ext cx="36445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Feedstock: </a:t>
            </a:r>
            <a:r>
              <a:rPr lang="en-US" sz="15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Waste feedstock biomass</a:t>
            </a:r>
            <a:endParaRPr 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FD6E2-CF10-32FB-1895-EF52B15CAAE6}"/>
              </a:ext>
            </a:extLst>
          </p:cNvPr>
          <p:cNvSpPr txBox="1"/>
          <p:nvPr/>
        </p:nvSpPr>
        <p:spPr>
          <a:xfrm>
            <a:off x="5499435" y="2036003"/>
            <a:ext cx="36445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Major licensors:</a:t>
            </a:r>
            <a:r>
              <a:rPr lang="en-US" sz="15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Envergent</a:t>
            </a:r>
            <a:r>
              <a:rPr lang="en-US" sz="15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Honeywell</a:t>
            </a:r>
          </a:p>
          <a:p>
            <a:endParaRPr lang="en-US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A2141-1273-82FF-254B-EB58080C4B98}"/>
              </a:ext>
            </a:extLst>
          </p:cNvPr>
          <p:cNvSpPr txBox="1"/>
          <p:nvPr/>
        </p:nvSpPr>
        <p:spPr>
          <a:xfrm>
            <a:off x="5499437" y="2735890"/>
            <a:ext cx="36445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Advantages:</a:t>
            </a:r>
            <a:r>
              <a:rPr lang="en-US" sz="15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Handles diverse feedstocks &amp; low cost of production </a:t>
            </a:r>
            <a:endParaRPr lang="en-US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DE47A4-047B-ED5D-92D6-F88C2BD1F2AC}"/>
              </a:ext>
            </a:extLst>
          </p:cNvPr>
          <p:cNvSpPr txBox="1"/>
          <p:nvPr/>
        </p:nvSpPr>
        <p:spPr>
          <a:xfrm>
            <a:off x="5499435" y="3669942"/>
            <a:ext cx="36445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Disadvantages: </a:t>
            </a:r>
            <a:r>
              <a:rPr lang="en-US" sz="15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Unstable pyrolysis oil, reactor plugging and high catalyst cost</a:t>
            </a:r>
            <a:endParaRPr lang="en-US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8C7DEA-DC36-5F1B-5C5A-FAA72A2C5D28}"/>
              </a:ext>
            </a:extLst>
          </p:cNvPr>
          <p:cNvSpPr txBox="1"/>
          <p:nvPr/>
        </p:nvSpPr>
        <p:spPr>
          <a:xfrm>
            <a:off x="250355" y="4572050"/>
            <a:ext cx="3720754" cy="338554"/>
          </a:xfrm>
          <a:prstGeom prst="rect">
            <a:avLst/>
          </a:prstGeom>
          <a:noFill/>
          <a:ln>
            <a:solidFill>
              <a:schemeClr val="tx2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8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Figure 3: </a:t>
            </a:r>
            <a:r>
              <a:rPr lang="en-US" sz="8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Fast Pyrolysis Process</a:t>
            </a:r>
          </a:p>
          <a:p>
            <a:r>
              <a:rPr lang="en-US" sz="8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Source: </a:t>
            </a:r>
            <a:r>
              <a:rPr lang="en-US" sz="800" i="1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Ensyn</a:t>
            </a:r>
            <a:r>
              <a:rPr lang="en-US" sz="8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Corporation, "Technology Overview: RTP® Process," 2015.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B35BA0-DB8C-C99E-9B72-23480EEF6737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[14]</a:t>
            </a:r>
          </a:p>
        </p:txBody>
      </p:sp>
    </p:spTree>
    <p:extLst>
      <p:ext uri="{BB962C8B-B14F-4D97-AF65-F5344CB8AC3E}">
        <p14:creationId xmlns:p14="http://schemas.microsoft.com/office/powerpoint/2010/main" val="3459140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>
          <a:extLst>
            <a:ext uri="{FF2B5EF4-FFF2-40B4-BE49-F238E27FC236}">
              <a16:creationId xmlns:a16="http://schemas.microsoft.com/office/drawing/2014/main" id="{0ABAE6D1-8DF5-2848-C4D9-DBA6E60E5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85">
            <a:extLst>
              <a:ext uri="{FF2B5EF4-FFF2-40B4-BE49-F238E27FC236}">
                <a16:creationId xmlns:a16="http://schemas.microsoft.com/office/drawing/2014/main" id="{797A1300-6557-D6C7-CDC7-3A79B3FB9487}"/>
              </a:ext>
            </a:extLst>
          </p:cNvPr>
          <p:cNvSpPr/>
          <p:nvPr/>
        </p:nvSpPr>
        <p:spPr>
          <a:xfrm>
            <a:off x="3945924" y="3757425"/>
            <a:ext cx="4623309" cy="7959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1142" name="Google Shape;1142;p85">
            <a:extLst>
              <a:ext uri="{FF2B5EF4-FFF2-40B4-BE49-F238E27FC236}">
                <a16:creationId xmlns:a16="http://schemas.microsoft.com/office/drawing/2014/main" id="{32B5BC65-6847-907F-4BFD-647D09231A41}"/>
              </a:ext>
            </a:extLst>
          </p:cNvPr>
          <p:cNvSpPr/>
          <p:nvPr/>
        </p:nvSpPr>
        <p:spPr>
          <a:xfrm>
            <a:off x="3945924" y="2701675"/>
            <a:ext cx="4623309" cy="7959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1143" name="Google Shape;1143;p85">
            <a:extLst>
              <a:ext uri="{FF2B5EF4-FFF2-40B4-BE49-F238E27FC236}">
                <a16:creationId xmlns:a16="http://schemas.microsoft.com/office/drawing/2014/main" id="{17F18DFA-7162-8CA1-3DE7-DE1C658D88C2}"/>
              </a:ext>
            </a:extLst>
          </p:cNvPr>
          <p:cNvSpPr/>
          <p:nvPr/>
        </p:nvSpPr>
        <p:spPr>
          <a:xfrm>
            <a:off x="3945924" y="1645913"/>
            <a:ext cx="4623309" cy="7959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1144" name="Google Shape;1144;p85">
            <a:extLst>
              <a:ext uri="{FF2B5EF4-FFF2-40B4-BE49-F238E27FC236}">
                <a16:creationId xmlns:a16="http://schemas.microsoft.com/office/drawing/2014/main" id="{5D8FC71E-4E04-9FA0-991B-65A579556104}"/>
              </a:ext>
            </a:extLst>
          </p:cNvPr>
          <p:cNvSpPr/>
          <p:nvPr/>
        </p:nvSpPr>
        <p:spPr>
          <a:xfrm>
            <a:off x="3945924" y="590175"/>
            <a:ext cx="4623309" cy="7959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0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/>
          </a:p>
        </p:txBody>
      </p:sp>
      <p:sp>
        <p:nvSpPr>
          <p:cNvPr id="1148" name="Google Shape;1148;p85">
            <a:extLst>
              <a:ext uri="{FF2B5EF4-FFF2-40B4-BE49-F238E27FC236}">
                <a16:creationId xmlns:a16="http://schemas.microsoft.com/office/drawing/2014/main" id="{341B60E0-B465-9C0C-192D-DFACE4F97A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73252" y="1780013"/>
            <a:ext cx="1476422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High SAF Selectivity</a:t>
            </a:r>
            <a:endParaRPr sz="2000"/>
          </a:p>
        </p:txBody>
      </p:sp>
      <p:sp>
        <p:nvSpPr>
          <p:cNvPr id="1149" name="Google Shape;1149;p85">
            <a:extLst>
              <a:ext uri="{FF2B5EF4-FFF2-40B4-BE49-F238E27FC236}">
                <a16:creationId xmlns:a16="http://schemas.microsoft.com/office/drawing/2014/main" id="{8210DF0B-90F7-2AA3-31D3-45E59281C3D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228769" y="3891525"/>
            <a:ext cx="1365388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Proven Procedure</a:t>
            </a:r>
            <a:endParaRPr sz="2000"/>
          </a:p>
        </p:txBody>
      </p:sp>
      <p:sp>
        <p:nvSpPr>
          <p:cNvPr id="1150" name="Google Shape;1150;p85">
            <a:extLst>
              <a:ext uri="{FF2B5EF4-FFF2-40B4-BE49-F238E27FC236}">
                <a16:creationId xmlns:a16="http://schemas.microsoft.com/office/drawing/2014/main" id="{9EEABA1F-8141-0C4C-7E75-472B73FAF594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Clean Process</a:t>
            </a:r>
            <a:endParaRPr sz="2000"/>
          </a:p>
        </p:txBody>
      </p:sp>
      <p:sp>
        <p:nvSpPr>
          <p:cNvPr id="1152" name="Google Shape;1152;p85">
            <a:extLst>
              <a:ext uri="{FF2B5EF4-FFF2-40B4-BE49-F238E27FC236}">
                <a16:creationId xmlns:a16="http://schemas.microsoft.com/office/drawing/2014/main" id="{A60769B4-8107-5A26-8661-3158C7C28CCB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22155" y="2000333"/>
            <a:ext cx="3682674" cy="12926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ETHANOL TO JET?</a:t>
            </a:r>
            <a:endParaRPr/>
          </a:p>
        </p:txBody>
      </p:sp>
      <p:sp>
        <p:nvSpPr>
          <p:cNvPr id="1151" name="Google Shape;1151;p85">
            <a:extLst>
              <a:ext uri="{FF2B5EF4-FFF2-40B4-BE49-F238E27FC236}">
                <a16:creationId xmlns:a16="http://schemas.microsoft.com/office/drawing/2014/main" id="{4A90527D-4C2E-525E-4E39-F52E88B1EA38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4173252" y="727617"/>
            <a:ext cx="1371941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Flexible Feedstock</a:t>
            </a:r>
            <a:endParaRPr sz="2000"/>
          </a:p>
        </p:txBody>
      </p:sp>
      <p:sp>
        <p:nvSpPr>
          <p:cNvPr id="1153" name="Google Shape;1153;p85">
            <a:extLst>
              <a:ext uri="{FF2B5EF4-FFF2-40B4-BE49-F238E27FC236}">
                <a16:creationId xmlns:a16="http://schemas.microsoft.com/office/drawing/2014/main" id="{1876AF77-751F-88FA-CD1C-08D4EA4AC5B1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969900" y="624689"/>
            <a:ext cx="2572301" cy="7255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Green ethanol can be derived from corn, sugarcane, waste &amp; </a:t>
            </a:r>
            <a:r>
              <a:rPr lang="en" sz="1200" b="1"/>
              <a:t>more</a:t>
            </a:r>
            <a:r>
              <a:rPr lang="en" sz="1200"/>
              <a:t>!</a:t>
            </a:r>
            <a:endParaRPr sz="1200"/>
          </a:p>
        </p:txBody>
      </p:sp>
      <p:grpSp>
        <p:nvGrpSpPr>
          <p:cNvPr id="1154" name="Google Shape;1154;p85">
            <a:extLst>
              <a:ext uri="{FF2B5EF4-FFF2-40B4-BE49-F238E27FC236}">
                <a16:creationId xmlns:a16="http://schemas.microsoft.com/office/drawing/2014/main" id="{DEF2A7FD-957A-93D2-38D8-2FE0977430DA}"/>
              </a:ext>
            </a:extLst>
          </p:cNvPr>
          <p:cNvGrpSpPr/>
          <p:nvPr/>
        </p:nvGrpSpPr>
        <p:grpSpPr>
          <a:xfrm>
            <a:off x="365760" y="456072"/>
            <a:ext cx="2151598" cy="1078814"/>
            <a:chOff x="582325" y="410976"/>
            <a:chExt cx="2214315" cy="1037127"/>
          </a:xfrm>
        </p:grpSpPr>
        <p:sp>
          <p:nvSpPr>
            <p:cNvPr id="1155" name="Google Shape;1155;p85">
              <a:extLst>
                <a:ext uri="{FF2B5EF4-FFF2-40B4-BE49-F238E27FC236}">
                  <a16:creationId xmlns:a16="http://schemas.microsoft.com/office/drawing/2014/main" id="{8E08CFC7-5D2A-BA3B-0538-E4242D7B0055}"/>
                </a:ext>
              </a:extLst>
            </p:cNvPr>
            <p:cNvSpPr/>
            <p:nvPr/>
          </p:nvSpPr>
          <p:spPr>
            <a:xfrm>
              <a:off x="1200492" y="1223707"/>
              <a:ext cx="296933" cy="129890"/>
            </a:xfrm>
            <a:custGeom>
              <a:avLst/>
              <a:gdLst/>
              <a:ahLst/>
              <a:cxnLst/>
              <a:rect l="l" t="t" r="r" b="b"/>
              <a:pathLst>
                <a:path w="2677" h="1171" extrusionOk="0">
                  <a:moveTo>
                    <a:pt x="1565" y="1"/>
                  </a:moveTo>
                  <a:lnTo>
                    <a:pt x="1" y="143"/>
                  </a:lnTo>
                  <a:lnTo>
                    <a:pt x="2167" y="1146"/>
                  </a:lnTo>
                  <a:cubicBezTo>
                    <a:pt x="2205" y="1161"/>
                    <a:pt x="2245" y="1170"/>
                    <a:pt x="2288" y="1170"/>
                  </a:cubicBezTo>
                  <a:cubicBezTo>
                    <a:pt x="2319" y="1170"/>
                    <a:pt x="2351" y="1165"/>
                    <a:pt x="2383" y="1154"/>
                  </a:cubicBezTo>
                  <a:lnTo>
                    <a:pt x="2584" y="1088"/>
                  </a:lnTo>
                  <a:cubicBezTo>
                    <a:pt x="2658" y="1064"/>
                    <a:pt x="2676" y="972"/>
                    <a:pt x="2618" y="921"/>
                  </a:cubicBezTo>
                  <a:lnTo>
                    <a:pt x="15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5">
              <a:extLst>
                <a:ext uri="{FF2B5EF4-FFF2-40B4-BE49-F238E27FC236}">
                  <a16:creationId xmlns:a16="http://schemas.microsoft.com/office/drawing/2014/main" id="{20D634C3-3E1C-0393-E54F-4100794B007F}"/>
                </a:ext>
              </a:extLst>
            </p:cNvPr>
            <p:cNvSpPr/>
            <p:nvPr/>
          </p:nvSpPr>
          <p:spPr>
            <a:xfrm>
              <a:off x="1810451" y="969028"/>
              <a:ext cx="986190" cy="479074"/>
            </a:xfrm>
            <a:custGeom>
              <a:avLst/>
              <a:gdLst/>
              <a:ahLst/>
              <a:cxnLst/>
              <a:rect l="l" t="t" r="r" b="b"/>
              <a:pathLst>
                <a:path w="8891" h="4319" extrusionOk="0">
                  <a:moveTo>
                    <a:pt x="3502" y="1"/>
                  </a:moveTo>
                  <a:lnTo>
                    <a:pt x="1" y="1220"/>
                  </a:lnTo>
                  <a:lnTo>
                    <a:pt x="7864" y="4278"/>
                  </a:lnTo>
                  <a:cubicBezTo>
                    <a:pt x="7937" y="4303"/>
                    <a:pt x="8011" y="4319"/>
                    <a:pt x="8085" y="4319"/>
                  </a:cubicBezTo>
                  <a:cubicBezTo>
                    <a:pt x="8111" y="4319"/>
                    <a:pt x="8138" y="4317"/>
                    <a:pt x="8165" y="4312"/>
                  </a:cubicBezTo>
                  <a:lnTo>
                    <a:pt x="8740" y="4252"/>
                  </a:lnTo>
                  <a:cubicBezTo>
                    <a:pt x="8850" y="4236"/>
                    <a:pt x="8891" y="4094"/>
                    <a:pt x="8800" y="4028"/>
                  </a:cubicBezTo>
                  <a:lnTo>
                    <a:pt x="35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5">
              <a:extLst>
                <a:ext uri="{FF2B5EF4-FFF2-40B4-BE49-F238E27FC236}">
                  <a16:creationId xmlns:a16="http://schemas.microsoft.com/office/drawing/2014/main" id="{F984F4F4-647D-1450-C666-5A7BAB049D4D}"/>
                </a:ext>
              </a:extLst>
            </p:cNvPr>
            <p:cNvSpPr/>
            <p:nvPr/>
          </p:nvSpPr>
          <p:spPr>
            <a:xfrm>
              <a:off x="2197124" y="969028"/>
              <a:ext cx="589651" cy="446907"/>
            </a:xfrm>
            <a:custGeom>
              <a:avLst/>
              <a:gdLst/>
              <a:ahLst/>
              <a:cxnLst/>
              <a:rect l="l" t="t" r="r" b="b"/>
              <a:pathLst>
                <a:path w="5316" h="4029" extrusionOk="0">
                  <a:moveTo>
                    <a:pt x="16" y="1"/>
                  </a:moveTo>
                  <a:lnTo>
                    <a:pt x="0" y="410"/>
                  </a:lnTo>
                  <a:cubicBezTo>
                    <a:pt x="0" y="410"/>
                    <a:pt x="5309" y="4028"/>
                    <a:pt x="5315" y="4028"/>
                  </a:cubicBezTo>
                  <a:cubicBezTo>
                    <a:pt x="5315" y="4028"/>
                    <a:pt x="5315" y="4028"/>
                    <a:pt x="5314" y="4028"/>
                  </a:cubicBezTo>
                  <a:lnTo>
                    <a:pt x="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5">
              <a:extLst>
                <a:ext uri="{FF2B5EF4-FFF2-40B4-BE49-F238E27FC236}">
                  <a16:creationId xmlns:a16="http://schemas.microsoft.com/office/drawing/2014/main" id="{0C8B8103-C311-13CD-E7EC-9D37A7AE372A}"/>
                </a:ext>
              </a:extLst>
            </p:cNvPr>
            <p:cNvSpPr/>
            <p:nvPr/>
          </p:nvSpPr>
          <p:spPr>
            <a:xfrm>
              <a:off x="994732" y="521566"/>
              <a:ext cx="1782595" cy="755271"/>
            </a:xfrm>
            <a:custGeom>
              <a:avLst/>
              <a:gdLst/>
              <a:ahLst/>
              <a:cxnLst/>
              <a:rect l="l" t="t" r="r" b="b"/>
              <a:pathLst>
                <a:path w="16071" h="6809" extrusionOk="0">
                  <a:moveTo>
                    <a:pt x="14022" y="0"/>
                  </a:moveTo>
                  <a:cubicBezTo>
                    <a:pt x="13770" y="0"/>
                    <a:pt x="13502" y="44"/>
                    <a:pt x="13220" y="132"/>
                  </a:cubicBezTo>
                  <a:cubicBezTo>
                    <a:pt x="9194" y="1568"/>
                    <a:pt x="5165" y="3383"/>
                    <a:pt x="1138" y="5312"/>
                  </a:cubicBezTo>
                  <a:cubicBezTo>
                    <a:pt x="853" y="5447"/>
                    <a:pt x="586" y="5621"/>
                    <a:pt x="362" y="5830"/>
                  </a:cubicBezTo>
                  <a:cubicBezTo>
                    <a:pt x="169" y="6006"/>
                    <a:pt x="1" y="6207"/>
                    <a:pt x="43" y="6331"/>
                  </a:cubicBezTo>
                  <a:cubicBezTo>
                    <a:pt x="184" y="6729"/>
                    <a:pt x="1158" y="6809"/>
                    <a:pt x="1911" y="6809"/>
                  </a:cubicBezTo>
                  <a:cubicBezTo>
                    <a:pt x="2408" y="6809"/>
                    <a:pt x="2808" y="6774"/>
                    <a:pt x="2808" y="6774"/>
                  </a:cubicBezTo>
                  <a:cubicBezTo>
                    <a:pt x="5165" y="6449"/>
                    <a:pt x="7463" y="5830"/>
                    <a:pt x="9661" y="4927"/>
                  </a:cubicBezTo>
                  <a:lnTo>
                    <a:pt x="15152" y="2671"/>
                  </a:lnTo>
                  <a:cubicBezTo>
                    <a:pt x="15653" y="2463"/>
                    <a:pt x="16012" y="2003"/>
                    <a:pt x="16062" y="1468"/>
                  </a:cubicBezTo>
                  <a:cubicBezTo>
                    <a:pt x="16070" y="1336"/>
                    <a:pt x="16062" y="1217"/>
                    <a:pt x="16028" y="1143"/>
                  </a:cubicBezTo>
                  <a:cubicBezTo>
                    <a:pt x="15854" y="800"/>
                    <a:pt x="15468" y="726"/>
                    <a:pt x="15468" y="726"/>
                  </a:cubicBezTo>
                  <a:cubicBezTo>
                    <a:pt x="15106" y="240"/>
                    <a:pt x="14609" y="0"/>
                    <a:pt x="14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5">
              <a:extLst>
                <a:ext uri="{FF2B5EF4-FFF2-40B4-BE49-F238E27FC236}">
                  <a16:creationId xmlns:a16="http://schemas.microsoft.com/office/drawing/2014/main" id="{60F902B7-C147-C856-5A39-026C53841A9D}"/>
                </a:ext>
              </a:extLst>
            </p:cNvPr>
            <p:cNvSpPr/>
            <p:nvPr/>
          </p:nvSpPr>
          <p:spPr>
            <a:xfrm>
              <a:off x="998503" y="579356"/>
              <a:ext cx="1778824" cy="697481"/>
            </a:xfrm>
            <a:custGeom>
              <a:avLst/>
              <a:gdLst/>
              <a:ahLst/>
              <a:cxnLst/>
              <a:rect l="l" t="t" r="r" b="b"/>
              <a:pathLst>
                <a:path w="16037" h="6288" extrusionOk="0">
                  <a:moveTo>
                    <a:pt x="15251" y="0"/>
                  </a:moveTo>
                  <a:cubicBezTo>
                    <a:pt x="15235" y="0"/>
                    <a:pt x="15252" y="45"/>
                    <a:pt x="15292" y="105"/>
                  </a:cubicBezTo>
                  <a:cubicBezTo>
                    <a:pt x="15342" y="179"/>
                    <a:pt x="15342" y="295"/>
                    <a:pt x="15326" y="430"/>
                  </a:cubicBezTo>
                  <a:cubicBezTo>
                    <a:pt x="15284" y="965"/>
                    <a:pt x="14925" y="1432"/>
                    <a:pt x="14424" y="1633"/>
                  </a:cubicBezTo>
                  <a:lnTo>
                    <a:pt x="8933" y="3889"/>
                  </a:lnTo>
                  <a:cubicBezTo>
                    <a:pt x="6735" y="4791"/>
                    <a:pt x="4439" y="5419"/>
                    <a:pt x="2083" y="5736"/>
                  </a:cubicBezTo>
                  <a:cubicBezTo>
                    <a:pt x="2083" y="5736"/>
                    <a:pt x="1670" y="5772"/>
                    <a:pt x="1162" y="5772"/>
                  </a:cubicBezTo>
                  <a:cubicBezTo>
                    <a:pt x="790" y="5772"/>
                    <a:pt x="367" y="5753"/>
                    <a:pt x="17" y="5686"/>
                  </a:cubicBezTo>
                  <a:cubicBezTo>
                    <a:pt x="1" y="5736"/>
                    <a:pt x="1" y="5778"/>
                    <a:pt x="9" y="5810"/>
                  </a:cubicBezTo>
                  <a:cubicBezTo>
                    <a:pt x="150" y="6208"/>
                    <a:pt x="1124" y="6288"/>
                    <a:pt x="1877" y="6288"/>
                  </a:cubicBezTo>
                  <a:cubicBezTo>
                    <a:pt x="2374" y="6288"/>
                    <a:pt x="2774" y="6253"/>
                    <a:pt x="2774" y="6253"/>
                  </a:cubicBezTo>
                  <a:cubicBezTo>
                    <a:pt x="5131" y="5928"/>
                    <a:pt x="7429" y="5309"/>
                    <a:pt x="9627" y="4406"/>
                  </a:cubicBezTo>
                  <a:lnTo>
                    <a:pt x="15118" y="2150"/>
                  </a:lnTo>
                  <a:cubicBezTo>
                    <a:pt x="15619" y="1942"/>
                    <a:pt x="15978" y="1482"/>
                    <a:pt x="16028" y="947"/>
                  </a:cubicBezTo>
                  <a:cubicBezTo>
                    <a:pt x="16036" y="815"/>
                    <a:pt x="16028" y="696"/>
                    <a:pt x="15994" y="622"/>
                  </a:cubicBezTo>
                  <a:cubicBezTo>
                    <a:pt x="15820" y="279"/>
                    <a:pt x="15434" y="205"/>
                    <a:pt x="15434" y="205"/>
                  </a:cubicBezTo>
                  <a:cubicBezTo>
                    <a:pt x="15325" y="55"/>
                    <a:pt x="15268" y="0"/>
                    <a:pt x="15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5">
              <a:extLst>
                <a:ext uri="{FF2B5EF4-FFF2-40B4-BE49-F238E27FC236}">
                  <a16:creationId xmlns:a16="http://schemas.microsoft.com/office/drawing/2014/main" id="{CED696DE-7537-159E-9A73-759F497F888B}"/>
                </a:ext>
              </a:extLst>
            </p:cNvPr>
            <p:cNvSpPr/>
            <p:nvPr/>
          </p:nvSpPr>
          <p:spPr>
            <a:xfrm>
              <a:off x="582325" y="410976"/>
              <a:ext cx="1362541" cy="624050"/>
            </a:xfrm>
            <a:custGeom>
              <a:avLst/>
              <a:gdLst/>
              <a:ahLst/>
              <a:cxnLst/>
              <a:rect l="l" t="t" r="r" b="b"/>
              <a:pathLst>
                <a:path w="12284" h="5626" extrusionOk="0">
                  <a:moveTo>
                    <a:pt x="143" y="0"/>
                  </a:moveTo>
                  <a:cubicBezTo>
                    <a:pt x="77" y="0"/>
                    <a:pt x="19" y="50"/>
                    <a:pt x="9" y="127"/>
                  </a:cubicBezTo>
                  <a:cubicBezTo>
                    <a:pt x="1" y="177"/>
                    <a:pt x="35" y="235"/>
                    <a:pt x="85" y="259"/>
                  </a:cubicBezTo>
                  <a:lnTo>
                    <a:pt x="9603" y="5573"/>
                  </a:lnTo>
                  <a:cubicBezTo>
                    <a:pt x="9667" y="5609"/>
                    <a:pt x="9739" y="5626"/>
                    <a:pt x="9811" y="5626"/>
                  </a:cubicBezTo>
                  <a:cubicBezTo>
                    <a:pt x="9877" y="5626"/>
                    <a:pt x="9943" y="5611"/>
                    <a:pt x="10004" y="5583"/>
                  </a:cubicBezTo>
                  <a:lnTo>
                    <a:pt x="12284" y="4430"/>
                  </a:lnTo>
                  <a:lnTo>
                    <a:pt x="12284" y="3979"/>
                  </a:lnTo>
                  <a:lnTo>
                    <a:pt x="980" y="58"/>
                  </a:lnTo>
                  <a:cubicBezTo>
                    <a:pt x="861" y="18"/>
                    <a:pt x="737" y="0"/>
                    <a:pt x="6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5">
              <a:extLst>
                <a:ext uri="{FF2B5EF4-FFF2-40B4-BE49-F238E27FC236}">
                  <a16:creationId xmlns:a16="http://schemas.microsoft.com/office/drawing/2014/main" id="{BC0A506D-6516-25CF-D45B-8DE8163A34CB}"/>
                </a:ext>
              </a:extLst>
            </p:cNvPr>
            <p:cNvSpPr/>
            <p:nvPr/>
          </p:nvSpPr>
          <p:spPr>
            <a:xfrm>
              <a:off x="713213" y="424952"/>
              <a:ext cx="1231656" cy="477521"/>
            </a:xfrm>
            <a:custGeom>
              <a:avLst/>
              <a:gdLst/>
              <a:ahLst/>
              <a:cxnLst/>
              <a:rect l="l" t="t" r="r" b="b"/>
              <a:pathLst>
                <a:path w="11104" h="4305" extrusionOk="0">
                  <a:moveTo>
                    <a:pt x="0" y="1"/>
                  </a:moveTo>
                  <a:lnTo>
                    <a:pt x="11104" y="4304"/>
                  </a:lnTo>
                  <a:lnTo>
                    <a:pt x="11104" y="38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5">
              <a:extLst>
                <a:ext uri="{FF2B5EF4-FFF2-40B4-BE49-F238E27FC236}">
                  <a16:creationId xmlns:a16="http://schemas.microsoft.com/office/drawing/2014/main" id="{98859679-3F8F-0072-82B4-495C67B04D49}"/>
                </a:ext>
              </a:extLst>
            </p:cNvPr>
            <p:cNvSpPr/>
            <p:nvPr/>
          </p:nvSpPr>
          <p:spPr>
            <a:xfrm>
              <a:off x="747377" y="1006853"/>
              <a:ext cx="453219" cy="172484"/>
            </a:xfrm>
            <a:custGeom>
              <a:avLst/>
              <a:gdLst/>
              <a:ahLst/>
              <a:cxnLst/>
              <a:rect l="l" t="t" r="r" b="b"/>
              <a:pathLst>
                <a:path w="4086" h="1555" extrusionOk="0">
                  <a:moveTo>
                    <a:pt x="599" y="1"/>
                  </a:moveTo>
                  <a:cubicBezTo>
                    <a:pt x="575" y="1"/>
                    <a:pt x="550" y="4"/>
                    <a:pt x="526" y="11"/>
                  </a:cubicBezTo>
                  <a:lnTo>
                    <a:pt x="85" y="85"/>
                  </a:lnTo>
                  <a:cubicBezTo>
                    <a:pt x="9" y="101"/>
                    <a:pt x="1" y="201"/>
                    <a:pt x="67" y="235"/>
                  </a:cubicBezTo>
                  <a:lnTo>
                    <a:pt x="2742" y="1555"/>
                  </a:lnTo>
                  <a:lnTo>
                    <a:pt x="4086" y="1138"/>
                  </a:lnTo>
                  <a:lnTo>
                    <a:pt x="711" y="19"/>
                  </a:lnTo>
                  <a:cubicBezTo>
                    <a:pt x="676" y="8"/>
                    <a:pt x="637" y="1"/>
                    <a:pt x="5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5">
              <a:extLst>
                <a:ext uri="{FF2B5EF4-FFF2-40B4-BE49-F238E27FC236}">
                  <a16:creationId xmlns:a16="http://schemas.microsoft.com/office/drawing/2014/main" id="{6E9C03FD-F4D0-FBFC-6F2E-92A346B32FB0}"/>
                </a:ext>
              </a:extLst>
            </p:cNvPr>
            <p:cNvSpPr/>
            <p:nvPr/>
          </p:nvSpPr>
          <p:spPr>
            <a:xfrm>
              <a:off x="825244" y="1008849"/>
              <a:ext cx="375353" cy="124233"/>
            </a:xfrm>
            <a:custGeom>
              <a:avLst/>
              <a:gdLst/>
              <a:ahLst/>
              <a:cxnLst/>
              <a:rect l="l" t="t" r="r" b="b"/>
              <a:pathLst>
                <a:path w="3384" h="1120" extrusionOk="0">
                  <a:moveTo>
                    <a:pt x="1" y="1"/>
                  </a:moveTo>
                  <a:lnTo>
                    <a:pt x="3384" y="1120"/>
                  </a:lnTo>
                  <a:lnTo>
                    <a:pt x="3384" y="89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5">
              <a:extLst>
                <a:ext uri="{FF2B5EF4-FFF2-40B4-BE49-F238E27FC236}">
                  <a16:creationId xmlns:a16="http://schemas.microsoft.com/office/drawing/2014/main" id="{DD58563D-740D-967E-1878-A768A552F35E}"/>
                </a:ext>
              </a:extLst>
            </p:cNvPr>
            <p:cNvSpPr/>
            <p:nvPr/>
          </p:nvSpPr>
          <p:spPr>
            <a:xfrm>
              <a:off x="1483231" y="717677"/>
              <a:ext cx="252343" cy="217852"/>
            </a:xfrm>
            <a:custGeom>
              <a:avLst/>
              <a:gdLst/>
              <a:ahLst/>
              <a:cxnLst/>
              <a:rect l="l" t="t" r="r" b="b"/>
              <a:pathLst>
                <a:path w="2275" h="1964" extrusionOk="0">
                  <a:moveTo>
                    <a:pt x="1982" y="1"/>
                  </a:moveTo>
                  <a:cubicBezTo>
                    <a:pt x="1388" y="119"/>
                    <a:pt x="9" y="703"/>
                    <a:pt x="9" y="1238"/>
                  </a:cubicBezTo>
                  <a:cubicBezTo>
                    <a:pt x="1" y="1605"/>
                    <a:pt x="227" y="1898"/>
                    <a:pt x="578" y="1948"/>
                  </a:cubicBezTo>
                  <a:cubicBezTo>
                    <a:pt x="657" y="1959"/>
                    <a:pt x="736" y="1964"/>
                    <a:pt x="817" y="1964"/>
                  </a:cubicBezTo>
                  <a:cubicBezTo>
                    <a:pt x="1367" y="1964"/>
                    <a:pt x="1939" y="1733"/>
                    <a:pt x="2275" y="1581"/>
                  </a:cubicBezTo>
                  <a:lnTo>
                    <a:pt x="19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5">
              <a:extLst>
                <a:ext uri="{FF2B5EF4-FFF2-40B4-BE49-F238E27FC236}">
                  <a16:creationId xmlns:a16="http://schemas.microsoft.com/office/drawing/2014/main" id="{1E414FC4-6FF6-741B-BA59-9E974126A889}"/>
                </a:ext>
              </a:extLst>
            </p:cNvPr>
            <p:cNvSpPr/>
            <p:nvPr/>
          </p:nvSpPr>
          <p:spPr>
            <a:xfrm>
              <a:off x="1484119" y="717677"/>
              <a:ext cx="251456" cy="217852"/>
            </a:xfrm>
            <a:custGeom>
              <a:avLst/>
              <a:gdLst/>
              <a:ahLst/>
              <a:cxnLst/>
              <a:rect l="l" t="t" r="r" b="b"/>
              <a:pathLst>
                <a:path w="2267" h="1964" extrusionOk="0">
                  <a:moveTo>
                    <a:pt x="1974" y="1"/>
                  </a:moveTo>
                  <a:cubicBezTo>
                    <a:pt x="1948" y="11"/>
                    <a:pt x="1932" y="11"/>
                    <a:pt x="1906" y="19"/>
                  </a:cubicBezTo>
                  <a:lnTo>
                    <a:pt x="2132" y="1230"/>
                  </a:lnTo>
                  <a:cubicBezTo>
                    <a:pt x="1795" y="1376"/>
                    <a:pt x="1221" y="1612"/>
                    <a:pt x="669" y="1612"/>
                  </a:cubicBezTo>
                  <a:cubicBezTo>
                    <a:pt x="591" y="1612"/>
                    <a:pt x="513" y="1607"/>
                    <a:pt x="436" y="1597"/>
                  </a:cubicBezTo>
                  <a:cubicBezTo>
                    <a:pt x="251" y="1573"/>
                    <a:pt x="101" y="1481"/>
                    <a:pt x="1" y="1346"/>
                  </a:cubicBezTo>
                  <a:lnTo>
                    <a:pt x="1" y="1346"/>
                  </a:lnTo>
                  <a:cubicBezTo>
                    <a:pt x="43" y="1665"/>
                    <a:pt x="251" y="1906"/>
                    <a:pt x="570" y="1948"/>
                  </a:cubicBezTo>
                  <a:cubicBezTo>
                    <a:pt x="649" y="1959"/>
                    <a:pt x="728" y="1964"/>
                    <a:pt x="809" y="1964"/>
                  </a:cubicBezTo>
                  <a:cubicBezTo>
                    <a:pt x="1359" y="1964"/>
                    <a:pt x="1931" y="1733"/>
                    <a:pt x="2267" y="1581"/>
                  </a:cubicBezTo>
                  <a:lnTo>
                    <a:pt x="19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5">
              <a:extLst>
                <a:ext uri="{FF2B5EF4-FFF2-40B4-BE49-F238E27FC236}">
                  <a16:creationId xmlns:a16="http://schemas.microsoft.com/office/drawing/2014/main" id="{B1EC9839-2185-0AE4-7464-11DB2B761B1C}"/>
                </a:ext>
              </a:extLst>
            </p:cNvPr>
            <p:cNvSpPr/>
            <p:nvPr/>
          </p:nvSpPr>
          <p:spPr>
            <a:xfrm>
              <a:off x="1643624" y="716790"/>
              <a:ext cx="142976" cy="180138"/>
            </a:xfrm>
            <a:custGeom>
              <a:avLst/>
              <a:gdLst/>
              <a:ahLst/>
              <a:cxnLst/>
              <a:rect l="l" t="t" r="r" b="b"/>
              <a:pathLst>
                <a:path w="1289" h="1624" extrusionOk="0">
                  <a:moveTo>
                    <a:pt x="644" y="1"/>
                  </a:moveTo>
                  <a:cubicBezTo>
                    <a:pt x="293" y="1"/>
                    <a:pt x="1" y="360"/>
                    <a:pt x="1" y="811"/>
                  </a:cubicBezTo>
                  <a:cubicBezTo>
                    <a:pt x="1" y="1254"/>
                    <a:pt x="293" y="1623"/>
                    <a:pt x="644" y="1623"/>
                  </a:cubicBezTo>
                  <a:cubicBezTo>
                    <a:pt x="1003" y="1623"/>
                    <a:pt x="1288" y="1254"/>
                    <a:pt x="1288" y="811"/>
                  </a:cubicBezTo>
                  <a:cubicBezTo>
                    <a:pt x="1288" y="360"/>
                    <a:pt x="1003" y="1"/>
                    <a:pt x="6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5">
              <a:extLst>
                <a:ext uri="{FF2B5EF4-FFF2-40B4-BE49-F238E27FC236}">
                  <a16:creationId xmlns:a16="http://schemas.microsoft.com/office/drawing/2014/main" id="{008BCA5B-F9C9-6D94-B235-A0752C38DE72}"/>
                </a:ext>
              </a:extLst>
            </p:cNvPr>
            <p:cNvSpPr/>
            <p:nvPr/>
          </p:nvSpPr>
          <p:spPr>
            <a:xfrm>
              <a:off x="1675237" y="738198"/>
              <a:ext cx="105707" cy="131776"/>
            </a:xfrm>
            <a:custGeom>
              <a:avLst/>
              <a:gdLst/>
              <a:ahLst/>
              <a:cxnLst/>
              <a:rect l="l" t="t" r="r" b="b"/>
              <a:pathLst>
                <a:path w="953" h="1188" extrusionOk="0">
                  <a:moveTo>
                    <a:pt x="476" y="0"/>
                  </a:moveTo>
                  <a:cubicBezTo>
                    <a:pt x="217" y="0"/>
                    <a:pt x="0" y="259"/>
                    <a:pt x="0" y="594"/>
                  </a:cubicBezTo>
                  <a:cubicBezTo>
                    <a:pt x="0" y="919"/>
                    <a:pt x="217" y="1187"/>
                    <a:pt x="476" y="1187"/>
                  </a:cubicBezTo>
                  <a:cubicBezTo>
                    <a:pt x="734" y="1187"/>
                    <a:pt x="953" y="919"/>
                    <a:pt x="953" y="594"/>
                  </a:cubicBezTo>
                  <a:cubicBezTo>
                    <a:pt x="953" y="259"/>
                    <a:pt x="734" y="0"/>
                    <a:pt x="4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5">
              <a:extLst>
                <a:ext uri="{FF2B5EF4-FFF2-40B4-BE49-F238E27FC236}">
                  <a16:creationId xmlns:a16="http://schemas.microsoft.com/office/drawing/2014/main" id="{A25D1804-9C6A-8FD0-D9B2-F0B60BD4987B}"/>
                </a:ext>
              </a:extLst>
            </p:cNvPr>
            <p:cNvSpPr/>
            <p:nvPr/>
          </p:nvSpPr>
          <p:spPr>
            <a:xfrm>
              <a:off x="2253583" y="1093151"/>
              <a:ext cx="228052" cy="197220"/>
            </a:xfrm>
            <a:custGeom>
              <a:avLst/>
              <a:gdLst/>
              <a:ahLst/>
              <a:cxnLst/>
              <a:rect l="l" t="t" r="r" b="b"/>
              <a:pathLst>
                <a:path w="2056" h="1778" extrusionOk="0">
                  <a:moveTo>
                    <a:pt x="1787" y="1"/>
                  </a:moveTo>
                  <a:cubicBezTo>
                    <a:pt x="1254" y="101"/>
                    <a:pt x="8" y="626"/>
                    <a:pt x="0" y="1112"/>
                  </a:cubicBezTo>
                  <a:cubicBezTo>
                    <a:pt x="0" y="1447"/>
                    <a:pt x="201" y="1713"/>
                    <a:pt x="518" y="1764"/>
                  </a:cubicBezTo>
                  <a:cubicBezTo>
                    <a:pt x="587" y="1773"/>
                    <a:pt x="656" y="1777"/>
                    <a:pt x="727" y="1777"/>
                  </a:cubicBezTo>
                  <a:cubicBezTo>
                    <a:pt x="1227" y="1777"/>
                    <a:pt x="1748" y="1560"/>
                    <a:pt x="2056" y="1421"/>
                  </a:cubicBezTo>
                  <a:lnTo>
                    <a:pt x="17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5">
              <a:extLst>
                <a:ext uri="{FF2B5EF4-FFF2-40B4-BE49-F238E27FC236}">
                  <a16:creationId xmlns:a16="http://schemas.microsoft.com/office/drawing/2014/main" id="{DD6D90B4-8CAB-8BF3-E7D8-74A4673A33B0}"/>
                </a:ext>
              </a:extLst>
            </p:cNvPr>
            <p:cNvSpPr/>
            <p:nvPr/>
          </p:nvSpPr>
          <p:spPr>
            <a:xfrm>
              <a:off x="2254470" y="1093151"/>
              <a:ext cx="227164" cy="197220"/>
            </a:xfrm>
            <a:custGeom>
              <a:avLst/>
              <a:gdLst/>
              <a:ahLst/>
              <a:cxnLst/>
              <a:rect l="l" t="t" r="r" b="b"/>
              <a:pathLst>
                <a:path w="2048" h="1778" extrusionOk="0">
                  <a:moveTo>
                    <a:pt x="1779" y="1"/>
                  </a:moveTo>
                  <a:cubicBezTo>
                    <a:pt x="1763" y="1"/>
                    <a:pt x="1739" y="9"/>
                    <a:pt x="1721" y="9"/>
                  </a:cubicBezTo>
                  <a:lnTo>
                    <a:pt x="1922" y="1104"/>
                  </a:lnTo>
                  <a:cubicBezTo>
                    <a:pt x="1617" y="1241"/>
                    <a:pt x="1111" y="1454"/>
                    <a:pt x="612" y="1454"/>
                  </a:cubicBezTo>
                  <a:cubicBezTo>
                    <a:pt x="536" y="1454"/>
                    <a:pt x="460" y="1450"/>
                    <a:pt x="385" y="1439"/>
                  </a:cubicBezTo>
                  <a:cubicBezTo>
                    <a:pt x="225" y="1421"/>
                    <a:pt x="93" y="1338"/>
                    <a:pt x="0" y="1212"/>
                  </a:cubicBezTo>
                  <a:lnTo>
                    <a:pt x="0" y="1212"/>
                  </a:lnTo>
                  <a:cubicBezTo>
                    <a:pt x="35" y="1505"/>
                    <a:pt x="225" y="1721"/>
                    <a:pt x="510" y="1764"/>
                  </a:cubicBezTo>
                  <a:cubicBezTo>
                    <a:pt x="579" y="1773"/>
                    <a:pt x="648" y="1777"/>
                    <a:pt x="719" y="1777"/>
                  </a:cubicBezTo>
                  <a:cubicBezTo>
                    <a:pt x="1219" y="1777"/>
                    <a:pt x="1740" y="1560"/>
                    <a:pt x="2048" y="1421"/>
                  </a:cubicBezTo>
                  <a:lnTo>
                    <a:pt x="17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5">
              <a:extLst>
                <a:ext uri="{FF2B5EF4-FFF2-40B4-BE49-F238E27FC236}">
                  <a16:creationId xmlns:a16="http://schemas.microsoft.com/office/drawing/2014/main" id="{94D771C9-4D49-5BC7-0D72-CE1743654B0B}"/>
                </a:ext>
              </a:extLst>
            </p:cNvPr>
            <p:cNvSpPr/>
            <p:nvPr/>
          </p:nvSpPr>
          <p:spPr>
            <a:xfrm>
              <a:off x="2398114" y="1092263"/>
              <a:ext cx="129887" cy="162280"/>
            </a:xfrm>
            <a:custGeom>
              <a:avLst/>
              <a:gdLst/>
              <a:ahLst/>
              <a:cxnLst/>
              <a:rect l="l" t="t" r="r" b="b"/>
              <a:pathLst>
                <a:path w="1171" h="1463" extrusionOk="0">
                  <a:moveTo>
                    <a:pt x="584" y="1"/>
                  </a:moveTo>
                  <a:cubicBezTo>
                    <a:pt x="268" y="1"/>
                    <a:pt x="1" y="326"/>
                    <a:pt x="1" y="727"/>
                  </a:cubicBezTo>
                  <a:cubicBezTo>
                    <a:pt x="1" y="1136"/>
                    <a:pt x="268" y="1463"/>
                    <a:pt x="584" y="1463"/>
                  </a:cubicBezTo>
                  <a:cubicBezTo>
                    <a:pt x="911" y="1463"/>
                    <a:pt x="1170" y="1136"/>
                    <a:pt x="1170" y="727"/>
                  </a:cubicBezTo>
                  <a:cubicBezTo>
                    <a:pt x="1170" y="326"/>
                    <a:pt x="911" y="1"/>
                    <a:pt x="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5">
              <a:extLst>
                <a:ext uri="{FF2B5EF4-FFF2-40B4-BE49-F238E27FC236}">
                  <a16:creationId xmlns:a16="http://schemas.microsoft.com/office/drawing/2014/main" id="{A4F944D8-1C9C-DE78-FB93-7FA40F7BAE55}"/>
                </a:ext>
              </a:extLst>
            </p:cNvPr>
            <p:cNvSpPr/>
            <p:nvPr/>
          </p:nvSpPr>
          <p:spPr>
            <a:xfrm>
              <a:off x="2426843" y="1110787"/>
              <a:ext cx="95502" cy="119796"/>
            </a:xfrm>
            <a:custGeom>
              <a:avLst/>
              <a:gdLst/>
              <a:ahLst/>
              <a:cxnLst/>
              <a:rect l="l" t="t" r="r" b="b"/>
              <a:pathLst>
                <a:path w="861" h="1080" extrusionOk="0">
                  <a:moveTo>
                    <a:pt x="426" y="0"/>
                  </a:moveTo>
                  <a:cubicBezTo>
                    <a:pt x="193" y="0"/>
                    <a:pt x="1" y="243"/>
                    <a:pt x="1" y="544"/>
                  </a:cubicBezTo>
                  <a:cubicBezTo>
                    <a:pt x="1" y="836"/>
                    <a:pt x="193" y="1079"/>
                    <a:pt x="426" y="1079"/>
                  </a:cubicBezTo>
                  <a:cubicBezTo>
                    <a:pt x="668" y="1079"/>
                    <a:pt x="861" y="836"/>
                    <a:pt x="861" y="544"/>
                  </a:cubicBezTo>
                  <a:cubicBezTo>
                    <a:pt x="861" y="243"/>
                    <a:pt x="668" y="0"/>
                    <a:pt x="4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5">
              <a:extLst>
                <a:ext uri="{FF2B5EF4-FFF2-40B4-BE49-F238E27FC236}">
                  <a16:creationId xmlns:a16="http://schemas.microsoft.com/office/drawing/2014/main" id="{DB482555-5060-F1A5-F961-77946BAB4944}"/>
                </a:ext>
              </a:extLst>
            </p:cNvPr>
            <p:cNvSpPr/>
            <p:nvPr/>
          </p:nvSpPr>
          <p:spPr>
            <a:xfrm>
              <a:off x="2317363" y="618734"/>
              <a:ext cx="26177" cy="36161"/>
            </a:xfrm>
            <a:custGeom>
              <a:avLst/>
              <a:gdLst/>
              <a:ahLst/>
              <a:cxnLst/>
              <a:rect l="l" t="t" r="r" b="b"/>
              <a:pathLst>
                <a:path w="236" h="326" extrusionOk="0">
                  <a:moveTo>
                    <a:pt x="119" y="0"/>
                  </a:moveTo>
                  <a:cubicBezTo>
                    <a:pt x="59" y="0"/>
                    <a:pt x="1" y="50"/>
                    <a:pt x="1" y="117"/>
                  </a:cubicBezTo>
                  <a:lnTo>
                    <a:pt x="1" y="209"/>
                  </a:lnTo>
                  <a:cubicBezTo>
                    <a:pt x="1" y="275"/>
                    <a:pt x="59" y="325"/>
                    <a:pt x="119" y="325"/>
                  </a:cubicBezTo>
                  <a:cubicBezTo>
                    <a:pt x="185" y="325"/>
                    <a:pt x="236" y="275"/>
                    <a:pt x="236" y="209"/>
                  </a:cubicBezTo>
                  <a:lnTo>
                    <a:pt x="236" y="117"/>
                  </a:lnTo>
                  <a:cubicBezTo>
                    <a:pt x="236" y="50"/>
                    <a:pt x="18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5">
              <a:extLst>
                <a:ext uri="{FF2B5EF4-FFF2-40B4-BE49-F238E27FC236}">
                  <a16:creationId xmlns:a16="http://schemas.microsoft.com/office/drawing/2014/main" id="{B926E53B-F4D9-C551-2984-6B9EEF9E3EDD}"/>
                </a:ext>
              </a:extLst>
            </p:cNvPr>
            <p:cNvSpPr/>
            <p:nvPr/>
          </p:nvSpPr>
          <p:spPr>
            <a:xfrm>
              <a:off x="2271996" y="637147"/>
              <a:ext cx="26177" cy="36161"/>
            </a:xfrm>
            <a:custGeom>
              <a:avLst/>
              <a:gdLst/>
              <a:ahLst/>
              <a:cxnLst/>
              <a:rect l="l" t="t" r="r" b="b"/>
              <a:pathLst>
                <a:path w="236" h="326" extrusionOk="0">
                  <a:moveTo>
                    <a:pt x="117" y="1"/>
                  </a:moveTo>
                  <a:cubicBezTo>
                    <a:pt x="59" y="1"/>
                    <a:pt x="1" y="51"/>
                    <a:pt x="1" y="117"/>
                  </a:cubicBezTo>
                  <a:lnTo>
                    <a:pt x="1" y="209"/>
                  </a:lnTo>
                  <a:cubicBezTo>
                    <a:pt x="1" y="276"/>
                    <a:pt x="59" y="326"/>
                    <a:pt x="117" y="326"/>
                  </a:cubicBezTo>
                  <a:cubicBezTo>
                    <a:pt x="185" y="326"/>
                    <a:pt x="235" y="276"/>
                    <a:pt x="235" y="209"/>
                  </a:cubicBezTo>
                  <a:lnTo>
                    <a:pt x="235" y="117"/>
                  </a:lnTo>
                  <a:cubicBezTo>
                    <a:pt x="235" y="51"/>
                    <a:pt x="185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5">
              <a:extLst>
                <a:ext uri="{FF2B5EF4-FFF2-40B4-BE49-F238E27FC236}">
                  <a16:creationId xmlns:a16="http://schemas.microsoft.com/office/drawing/2014/main" id="{4D199A2A-1149-3729-50A6-EE38CEDA055B}"/>
                </a:ext>
              </a:extLst>
            </p:cNvPr>
            <p:cNvSpPr/>
            <p:nvPr/>
          </p:nvSpPr>
          <p:spPr>
            <a:xfrm>
              <a:off x="2226629" y="654784"/>
              <a:ext cx="26177" cy="37270"/>
            </a:xfrm>
            <a:custGeom>
              <a:avLst/>
              <a:gdLst/>
              <a:ahLst/>
              <a:cxnLst/>
              <a:rect l="l" t="t" r="r" b="b"/>
              <a:pathLst>
                <a:path w="236" h="336" extrusionOk="0">
                  <a:moveTo>
                    <a:pt x="117" y="0"/>
                  </a:moveTo>
                  <a:cubicBezTo>
                    <a:pt x="51" y="0"/>
                    <a:pt x="1" y="58"/>
                    <a:pt x="1" y="117"/>
                  </a:cubicBezTo>
                  <a:lnTo>
                    <a:pt x="1" y="217"/>
                  </a:lnTo>
                  <a:cubicBezTo>
                    <a:pt x="1" y="285"/>
                    <a:pt x="51" y="335"/>
                    <a:pt x="117" y="335"/>
                  </a:cubicBezTo>
                  <a:cubicBezTo>
                    <a:pt x="175" y="335"/>
                    <a:pt x="235" y="285"/>
                    <a:pt x="235" y="217"/>
                  </a:cubicBezTo>
                  <a:lnTo>
                    <a:pt x="235" y="117"/>
                  </a:lnTo>
                  <a:cubicBezTo>
                    <a:pt x="235" y="58"/>
                    <a:pt x="175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5">
              <a:extLst>
                <a:ext uri="{FF2B5EF4-FFF2-40B4-BE49-F238E27FC236}">
                  <a16:creationId xmlns:a16="http://schemas.microsoft.com/office/drawing/2014/main" id="{DDD886B7-69AA-BBDF-93D9-596369ABE31D}"/>
                </a:ext>
              </a:extLst>
            </p:cNvPr>
            <p:cNvSpPr/>
            <p:nvPr/>
          </p:nvSpPr>
          <p:spPr>
            <a:xfrm>
              <a:off x="2180375" y="676081"/>
              <a:ext cx="25955" cy="36161"/>
            </a:xfrm>
            <a:custGeom>
              <a:avLst/>
              <a:gdLst/>
              <a:ahLst/>
              <a:cxnLst/>
              <a:rect l="l" t="t" r="r" b="b"/>
              <a:pathLst>
                <a:path w="234" h="326" extrusionOk="0">
                  <a:moveTo>
                    <a:pt x="117" y="1"/>
                  </a:moveTo>
                  <a:cubicBezTo>
                    <a:pt x="51" y="1"/>
                    <a:pt x="1" y="51"/>
                    <a:pt x="1" y="117"/>
                  </a:cubicBezTo>
                  <a:lnTo>
                    <a:pt x="1" y="209"/>
                  </a:lnTo>
                  <a:cubicBezTo>
                    <a:pt x="1" y="275"/>
                    <a:pt x="51" y="326"/>
                    <a:pt x="117" y="326"/>
                  </a:cubicBezTo>
                  <a:cubicBezTo>
                    <a:pt x="183" y="326"/>
                    <a:pt x="233" y="275"/>
                    <a:pt x="233" y="209"/>
                  </a:cubicBezTo>
                  <a:lnTo>
                    <a:pt x="233" y="117"/>
                  </a:lnTo>
                  <a:cubicBezTo>
                    <a:pt x="233" y="51"/>
                    <a:pt x="183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5">
              <a:extLst>
                <a:ext uri="{FF2B5EF4-FFF2-40B4-BE49-F238E27FC236}">
                  <a16:creationId xmlns:a16="http://schemas.microsoft.com/office/drawing/2014/main" id="{4413A6B0-734D-10F5-6516-C54D6A80E78C}"/>
                </a:ext>
              </a:extLst>
            </p:cNvPr>
            <p:cNvSpPr/>
            <p:nvPr/>
          </p:nvSpPr>
          <p:spPr>
            <a:xfrm>
              <a:off x="2134786" y="693718"/>
              <a:ext cx="26177" cy="37270"/>
            </a:xfrm>
            <a:custGeom>
              <a:avLst/>
              <a:gdLst/>
              <a:ahLst/>
              <a:cxnLst/>
              <a:rect l="l" t="t" r="r" b="b"/>
              <a:pathLst>
                <a:path w="236" h="336" extrusionOk="0">
                  <a:moveTo>
                    <a:pt x="119" y="0"/>
                  </a:moveTo>
                  <a:cubicBezTo>
                    <a:pt x="51" y="0"/>
                    <a:pt x="1" y="58"/>
                    <a:pt x="1" y="116"/>
                  </a:cubicBezTo>
                  <a:lnTo>
                    <a:pt x="1" y="217"/>
                  </a:lnTo>
                  <a:cubicBezTo>
                    <a:pt x="1" y="285"/>
                    <a:pt x="51" y="335"/>
                    <a:pt x="119" y="335"/>
                  </a:cubicBezTo>
                  <a:cubicBezTo>
                    <a:pt x="185" y="335"/>
                    <a:pt x="235" y="285"/>
                    <a:pt x="235" y="217"/>
                  </a:cubicBezTo>
                  <a:lnTo>
                    <a:pt x="235" y="116"/>
                  </a:lnTo>
                  <a:cubicBezTo>
                    <a:pt x="235" y="58"/>
                    <a:pt x="18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5">
              <a:extLst>
                <a:ext uri="{FF2B5EF4-FFF2-40B4-BE49-F238E27FC236}">
                  <a16:creationId xmlns:a16="http://schemas.microsoft.com/office/drawing/2014/main" id="{F9E2FEEB-2FAB-5CE7-C8D3-492C2E6F9AC5}"/>
                </a:ext>
              </a:extLst>
            </p:cNvPr>
            <p:cNvSpPr/>
            <p:nvPr/>
          </p:nvSpPr>
          <p:spPr>
            <a:xfrm>
              <a:off x="2089419" y="712131"/>
              <a:ext cx="25290" cy="36383"/>
            </a:xfrm>
            <a:custGeom>
              <a:avLst/>
              <a:gdLst/>
              <a:ahLst/>
              <a:cxnLst/>
              <a:rect l="l" t="t" r="r" b="b"/>
              <a:pathLst>
                <a:path w="228" h="328" extrusionOk="0">
                  <a:moveTo>
                    <a:pt x="109" y="1"/>
                  </a:moveTo>
                  <a:cubicBezTo>
                    <a:pt x="51" y="1"/>
                    <a:pt x="0" y="51"/>
                    <a:pt x="0" y="119"/>
                  </a:cubicBezTo>
                  <a:lnTo>
                    <a:pt x="0" y="219"/>
                  </a:lnTo>
                  <a:cubicBezTo>
                    <a:pt x="0" y="277"/>
                    <a:pt x="51" y="327"/>
                    <a:pt x="109" y="327"/>
                  </a:cubicBezTo>
                  <a:cubicBezTo>
                    <a:pt x="177" y="327"/>
                    <a:pt x="227" y="277"/>
                    <a:pt x="227" y="219"/>
                  </a:cubicBezTo>
                  <a:lnTo>
                    <a:pt x="227" y="119"/>
                  </a:lnTo>
                  <a:cubicBezTo>
                    <a:pt x="227" y="51"/>
                    <a:pt x="177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5">
              <a:extLst>
                <a:ext uri="{FF2B5EF4-FFF2-40B4-BE49-F238E27FC236}">
                  <a16:creationId xmlns:a16="http://schemas.microsoft.com/office/drawing/2014/main" id="{538FFE21-FFD3-72DD-243F-44B2AD7AD23B}"/>
                </a:ext>
              </a:extLst>
            </p:cNvPr>
            <p:cNvSpPr/>
            <p:nvPr/>
          </p:nvSpPr>
          <p:spPr>
            <a:xfrm>
              <a:off x="2042277" y="732652"/>
              <a:ext cx="24957" cy="36272"/>
            </a:xfrm>
            <a:custGeom>
              <a:avLst/>
              <a:gdLst/>
              <a:ahLst/>
              <a:cxnLst/>
              <a:rect l="l" t="t" r="r" b="b"/>
              <a:pathLst>
                <a:path w="225" h="327" extrusionOk="0">
                  <a:moveTo>
                    <a:pt x="109" y="0"/>
                  </a:moveTo>
                  <a:cubicBezTo>
                    <a:pt x="50" y="0"/>
                    <a:pt x="0" y="50"/>
                    <a:pt x="0" y="116"/>
                  </a:cubicBezTo>
                  <a:lnTo>
                    <a:pt x="0" y="209"/>
                  </a:lnTo>
                  <a:cubicBezTo>
                    <a:pt x="0" y="277"/>
                    <a:pt x="50" y="327"/>
                    <a:pt x="109" y="327"/>
                  </a:cubicBezTo>
                  <a:cubicBezTo>
                    <a:pt x="175" y="327"/>
                    <a:pt x="225" y="277"/>
                    <a:pt x="225" y="209"/>
                  </a:cubicBezTo>
                  <a:lnTo>
                    <a:pt x="225" y="116"/>
                  </a:lnTo>
                  <a:cubicBezTo>
                    <a:pt x="225" y="50"/>
                    <a:pt x="175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5">
              <a:extLst>
                <a:ext uri="{FF2B5EF4-FFF2-40B4-BE49-F238E27FC236}">
                  <a16:creationId xmlns:a16="http://schemas.microsoft.com/office/drawing/2014/main" id="{C181DC87-09A4-AF3B-CF5C-06231AEFDEA5}"/>
                </a:ext>
              </a:extLst>
            </p:cNvPr>
            <p:cNvSpPr/>
            <p:nvPr/>
          </p:nvSpPr>
          <p:spPr>
            <a:xfrm>
              <a:off x="1996910" y="751065"/>
              <a:ext cx="24957" cy="36383"/>
            </a:xfrm>
            <a:custGeom>
              <a:avLst/>
              <a:gdLst/>
              <a:ahLst/>
              <a:cxnLst/>
              <a:rect l="l" t="t" r="r" b="b"/>
              <a:pathLst>
                <a:path w="225" h="328" extrusionOk="0">
                  <a:moveTo>
                    <a:pt x="116" y="1"/>
                  </a:moveTo>
                  <a:cubicBezTo>
                    <a:pt x="50" y="1"/>
                    <a:pt x="0" y="51"/>
                    <a:pt x="0" y="111"/>
                  </a:cubicBezTo>
                  <a:lnTo>
                    <a:pt x="0" y="211"/>
                  </a:lnTo>
                  <a:cubicBezTo>
                    <a:pt x="0" y="277"/>
                    <a:pt x="50" y="327"/>
                    <a:pt x="116" y="327"/>
                  </a:cubicBezTo>
                  <a:cubicBezTo>
                    <a:pt x="175" y="327"/>
                    <a:pt x="225" y="277"/>
                    <a:pt x="225" y="211"/>
                  </a:cubicBezTo>
                  <a:lnTo>
                    <a:pt x="225" y="111"/>
                  </a:lnTo>
                  <a:cubicBezTo>
                    <a:pt x="225" y="51"/>
                    <a:pt x="175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5">
              <a:extLst>
                <a:ext uri="{FF2B5EF4-FFF2-40B4-BE49-F238E27FC236}">
                  <a16:creationId xmlns:a16="http://schemas.microsoft.com/office/drawing/2014/main" id="{C4198458-240F-FEE5-FDFE-4294E1B5BBB1}"/>
                </a:ext>
              </a:extLst>
            </p:cNvPr>
            <p:cNvSpPr/>
            <p:nvPr/>
          </p:nvSpPr>
          <p:spPr>
            <a:xfrm>
              <a:off x="1950434" y="768812"/>
              <a:ext cx="26066" cy="37048"/>
            </a:xfrm>
            <a:custGeom>
              <a:avLst/>
              <a:gdLst/>
              <a:ahLst/>
              <a:cxnLst/>
              <a:rect l="l" t="t" r="r" b="b"/>
              <a:pathLst>
                <a:path w="235" h="334" extrusionOk="0">
                  <a:moveTo>
                    <a:pt x="118" y="1"/>
                  </a:moveTo>
                  <a:cubicBezTo>
                    <a:pt x="50" y="1"/>
                    <a:pt x="0" y="51"/>
                    <a:pt x="0" y="117"/>
                  </a:cubicBezTo>
                  <a:lnTo>
                    <a:pt x="0" y="218"/>
                  </a:lnTo>
                  <a:cubicBezTo>
                    <a:pt x="0" y="276"/>
                    <a:pt x="50" y="334"/>
                    <a:pt x="118" y="334"/>
                  </a:cubicBezTo>
                  <a:cubicBezTo>
                    <a:pt x="185" y="334"/>
                    <a:pt x="235" y="276"/>
                    <a:pt x="235" y="218"/>
                  </a:cubicBezTo>
                  <a:lnTo>
                    <a:pt x="235" y="117"/>
                  </a:lnTo>
                  <a:cubicBezTo>
                    <a:pt x="235" y="51"/>
                    <a:pt x="18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5">
              <a:extLst>
                <a:ext uri="{FF2B5EF4-FFF2-40B4-BE49-F238E27FC236}">
                  <a16:creationId xmlns:a16="http://schemas.microsoft.com/office/drawing/2014/main" id="{1F613AF6-5AEA-517F-7258-52E260C394EF}"/>
                </a:ext>
              </a:extLst>
            </p:cNvPr>
            <p:cNvSpPr/>
            <p:nvPr/>
          </p:nvSpPr>
          <p:spPr>
            <a:xfrm>
              <a:off x="1487890" y="971690"/>
              <a:ext cx="26177" cy="36383"/>
            </a:xfrm>
            <a:custGeom>
              <a:avLst/>
              <a:gdLst/>
              <a:ahLst/>
              <a:cxnLst/>
              <a:rect l="l" t="t" r="r" b="b"/>
              <a:pathLst>
                <a:path w="236" h="328" extrusionOk="0">
                  <a:moveTo>
                    <a:pt x="117" y="1"/>
                  </a:moveTo>
                  <a:cubicBezTo>
                    <a:pt x="51" y="1"/>
                    <a:pt x="1" y="51"/>
                    <a:pt x="1" y="117"/>
                  </a:cubicBezTo>
                  <a:lnTo>
                    <a:pt x="1" y="217"/>
                  </a:lnTo>
                  <a:cubicBezTo>
                    <a:pt x="1" y="278"/>
                    <a:pt x="51" y="328"/>
                    <a:pt x="117" y="328"/>
                  </a:cubicBezTo>
                  <a:cubicBezTo>
                    <a:pt x="185" y="328"/>
                    <a:pt x="235" y="278"/>
                    <a:pt x="235" y="217"/>
                  </a:cubicBezTo>
                  <a:lnTo>
                    <a:pt x="235" y="117"/>
                  </a:lnTo>
                  <a:cubicBezTo>
                    <a:pt x="235" y="51"/>
                    <a:pt x="185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5">
              <a:extLst>
                <a:ext uri="{FF2B5EF4-FFF2-40B4-BE49-F238E27FC236}">
                  <a16:creationId xmlns:a16="http://schemas.microsoft.com/office/drawing/2014/main" id="{EDD4FDBD-1D9C-4317-B636-B53B992D2617}"/>
                </a:ext>
              </a:extLst>
            </p:cNvPr>
            <p:cNvSpPr/>
            <p:nvPr/>
          </p:nvSpPr>
          <p:spPr>
            <a:xfrm>
              <a:off x="1442523" y="990214"/>
              <a:ext cx="26177" cy="36383"/>
            </a:xfrm>
            <a:custGeom>
              <a:avLst/>
              <a:gdLst/>
              <a:ahLst/>
              <a:cxnLst/>
              <a:rect l="l" t="t" r="r" b="b"/>
              <a:pathLst>
                <a:path w="236" h="328" extrusionOk="0">
                  <a:moveTo>
                    <a:pt x="117" y="0"/>
                  </a:moveTo>
                  <a:cubicBezTo>
                    <a:pt x="51" y="0"/>
                    <a:pt x="1" y="50"/>
                    <a:pt x="1" y="119"/>
                  </a:cubicBezTo>
                  <a:lnTo>
                    <a:pt x="1" y="211"/>
                  </a:lnTo>
                  <a:cubicBezTo>
                    <a:pt x="1" y="277"/>
                    <a:pt x="51" y="327"/>
                    <a:pt x="117" y="327"/>
                  </a:cubicBezTo>
                  <a:cubicBezTo>
                    <a:pt x="185" y="327"/>
                    <a:pt x="235" y="277"/>
                    <a:pt x="235" y="211"/>
                  </a:cubicBezTo>
                  <a:lnTo>
                    <a:pt x="235" y="119"/>
                  </a:lnTo>
                  <a:cubicBezTo>
                    <a:pt x="235" y="50"/>
                    <a:pt x="185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5">
              <a:extLst>
                <a:ext uri="{FF2B5EF4-FFF2-40B4-BE49-F238E27FC236}">
                  <a16:creationId xmlns:a16="http://schemas.microsoft.com/office/drawing/2014/main" id="{E1E26E66-C6B3-091D-B763-9F3CD301E842}"/>
                </a:ext>
              </a:extLst>
            </p:cNvPr>
            <p:cNvSpPr/>
            <p:nvPr/>
          </p:nvSpPr>
          <p:spPr>
            <a:xfrm>
              <a:off x="1397156" y="1007962"/>
              <a:ext cx="25068" cy="37048"/>
            </a:xfrm>
            <a:custGeom>
              <a:avLst/>
              <a:gdLst/>
              <a:ahLst/>
              <a:cxnLst/>
              <a:rect l="l" t="t" r="r" b="b"/>
              <a:pathLst>
                <a:path w="226" h="334" extrusionOk="0">
                  <a:moveTo>
                    <a:pt x="109" y="1"/>
                  </a:moveTo>
                  <a:cubicBezTo>
                    <a:pt x="51" y="1"/>
                    <a:pt x="1" y="59"/>
                    <a:pt x="1" y="117"/>
                  </a:cubicBezTo>
                  <a:lnTo>
                    <a:pt x="1" y="217"/>
                  </a:lnTo>
                  <a:cubicBezTo>
                    <a:pt x="1" y="284"/>
                    <a:pt x="51" y="334"/>
                    <a:pt x="109" y="334"/>
                  </a:cubicBezTo>
                  <a:cubicBezTo>
                    <a:pt x="175" y="334"/>
                    <a:pt x="225" y="284"/>
                    <a:pt x="225" y="217"/>
                  </a:cubicBezTo>
                  <a:lnTo>
                    <a:pt x="225" y="117"/>
                  </a:lnTo>
                  <a:cubicBezTo>
                    <a:pt x="225" y="59"/>
                    <a:pt x="175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5">
              <a:extLst>
                <a:ext uri="{FF2B5EF4-FFF2-40B4-BE49-F238E27FC236}">
                  <a16:creationId xmlns:a16="http://schemas.microsoft.com/office/drawing/2014/main" id="{1C7E6E80-4356-D2D6-C055-8C16DAC31662}"/>
                </a:ext>
              </a:extLst>
            </p:cNvPr>
            <p:cNvSpPr/>
            <p:nvPr/>
          </p:nvSpPr>
          <p:spPr>
            <a:xfrm>
              <a:off x="1302651" y="1044899"/>
              <a:ext cx="25844" cy="36383"/>
            </a:xfrm>
            <a:custGeom>
              <a:avLst/>
              <a:gdLst/>
              <a:ahLst/>
              <a:cxnLst/>
              <a:rect l="l" t="t" r="r" b="b"/>
              <a:pathLst>
                <a:path w="233" h="328" extrusionOk="0">
                  <a:moveTo>
                    <a:pt x="117" y="1"/>
                  </a:moveTo>
                  <a:cubicBezTo>
                    <a:pt x="50" y="1"/>
                    <a:pt x="0" y="51"/>
                    <a:pt x="0" y="119"/>
                  </a:cubicBezTo>
                  <a:lnTo>
                    <a:pt x="0" y="209"/>
                  </a:lnTo>
                  <a:cubicBezTo>
                    <a:pt x="0" y="277"/>
                    <a:pt x="50" y="328"/>
                    <a:pt x="117" y="328"/>
                  </a:cubicBezTo>
                  <a:cubicBezTo>
                    <a:pt x="183" y="328"/>
                    <a:pt x="233" y="277"/>
                    <a:pt x="233" y="209"/>
                  </a:cubicBezTo>
                  <a:lnTo>
                    <a:pt x="233" y="119"/>
                  </a:lnTo>
                  <a:cubicBezTo>
                    <a:pt x="233" y="51"/>
                    <a:pt x="183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5">
              <a:extLst>
                <a:ext uri="{FF2B5EF4-FFF2-40B4-BE49-F238E27FC236}">
                  <a16:creationId xmlns:a16="http://schemas.microsoft.com/office/drawing/2014/main" id="{4C96092B-B4C6-A353-3CEC-6505CD131D02}"/>
                </a:ext>
              </a:extLst>
            </p:cNvPr>
            <p:cNvSpPr/>
            <p:nvPr/>
          </p:nvSpPr>
          <p:spPr>
            <a:xfrm>
              <a:off x="2496280" y="558503"/>
              <a:ext cx="214297" cy="43593"/>
            </a:xfrm>
            <a:custGeom>
              <a:avLst/>
              <a:gdLst/>
              <a:ahLst/>
              <a:cxnLst/>
              <a:rect l="l" t="t" r="r" b="b"/>
              <a:pathLst>
                <a:path w="1932" h="393" extrusionOk="0">
                  <a:moveTo>
                    <a:pt x="814" y="1"/>
                  </a:moveTo>
                  <a:cubicBezTo>
                    <a:pt x="492" y="1"/>
                    <a:pt x="166" y="70"/>
                    <a:pt x="0" y="309"/>
                  </a:cubicBezTo>
                  <a:cubicBezTo>
                    <a:pt x="0" y="309"/>
                    <a:pt x="301" y="258"/>
                    <a:pt x="742" y="258"/>
                  </a:cubicBezTo>
                  <a:cubicBezTo>
                    <a:pt x="1080" y="258"/>
                    <a:pt x="1500" y="288"/>
                    <a:pt x="1931" y="393"/>
                  </a:cubicBezTo>
                  <a:cubicBezTo>
                    <a:pt x="1931" y="393"/>
                    <a:pt x="1855" y="267"/>
                    <a:pt x="1697" y="132"/>
                  </a:cubicBezTo>
                  <a:cubicBezTo>
                    <a:pt x="1697" y="132"/>
                    <a:pt x="1259" y="1"/>
                    <a:pt x="8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5">
              <a:extLst>
                <a:ext uri="{FF2B5EF4-FFF2-40B4-BE49-F238E27FC236}">
                  <a16:creationId xmlns:a16="http://schemas.microsoft.com/office/drawing/2014/main" id="{C68F4505-6F10-8586-689B-B66F81C419A9}"/>
                </a:ext>
              </a:extLst>
            </p:cNvPr>
            <p:cNvSpPr/>
            <p:nvPr/>
          </p:nvSpPr>
          <p:spPr>
            <a:xfrm>
              <a:off x="2634377" y="548187"/>
              <a:ext cx="43702" cy="58456"/>
            </a:xfrm>
            <a:custGeom>
              <a:avLst/>
              <a:gdLst/>
              <a:ahLst/>
              <a:cxnLst/>
              <a:rect l="l" t="t" r="r" b="b"/>
              <a:pathLst>
                <a:path w="394" h="527" extrusionOk="0">
                  <a:moveTo>
                    <a:pt x="151" y="1"/>
                  </a:moveTo>
                  <a:lnTo>
                    <a:pt x="1" y="85"/>
                  </a:lnTo>
                  <a:lnTo>
                    <a:pt x="235" y="526"/>
                  </a:lnTo>
                  <a:lnTo>
                    <a:pt x="394" y="444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5">
              <a:extLst>
                <a:ext uri="{FF2B5EF4-FFF2-40B4-BE49-F238E27FC236}">
                  <a16:creationId xmlns:a16="http://schemas.microsoft.com/office/drawing/2014/main" id="{D5D1F20B-8A5A-9EF8-4EC0-63D3F12A7D08}"/>
                </a:ext>
              </a:extLst>
            </p:cNvPr>
            <p:cNvSpPr/>
            <p:nvPr/>
          </p:nvSpPr>
          <p:spPr>
            <a:xfrm>
              <a:off x="2567713" y="552846"/>
              <a:ext cx="19633" cy="53797"/>
            </a:xfrm>
            <a:custGeom>
              <a:avLst/>
              <a:gdLst/>
              <a:ahLst/>
              <a:cxnLst/>
              <a:rect l="l" t="t" r="r" b="b"/>
              <a:pathLst>
                <a:path w="177" h="485" extrusionOk="0">
                  <a:moveTo>
                    <a:pt x="0" y="1"/>
                  </a:moveTo>
                  <a:lnTo>
                    <a:pt x="0" y="484"/>
                  </a:lnTo>
                  <a:lnTo>
                    <a:pt x="176" y="484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85">
              <a:extLst>
                <a:ext uri="{FF2B5EF4-FFF2-40B4-BE49-F238E27FC236}">
                  <a16:creationId xmlns:a16="http://schemas.microsoft.com/office/drawing/2014/main" id="{BC87E6CE-7C12-D562-3254-7D4D976F6707}"/>
                </a:ext>
              </a:extLst>
            </p:cNvPr>
            <p:cNvSpPr/>
            <p:nvPr/>
          </p:nvSpPr>
          <p:spPr>
            <a:xfrm>
              <a:off x="1903109" y="785575"/>
              <a:ext cx="26066" cy="37048"/>
            </a:xfrm>
            <a:custGeom>
              <a:avLst/>
              <a:gdLst/>
              <a:ahLst/>
              <a:cxnLst/>
              <a:rect l="l" t="t" r="r" b="b"/>
              <a:pathLst>
                <a:path w="235" h="334" extrusionOk="0">
                  <a:moveTo>
                    <a:pt x="118" y="1"/>
                  </a:moveTo>
                  <a:cubicBezTo>
                    <a:pt x="50" y="1"/>
                    <a:pt x="0" y="51"/>
                    <a:pt x="0" y="117"/>
                  </a:cubicBezTo>
                  <a:lnTo>
                    <a:pt x="0" y="218"/>
                  </a:lnTo>
                  <a:cubicBezTo>
                    <a:pt x="0" y="276"/>
                    <a:pt x="50" y="334"/>
                    <a:pt x="118" y="334"/>
                  </a:cubicBezTo>
                  <a:cubicBezTo>
                    <a:pt x="185" y="334"/>
                    <a:pt x="235" y="276"/>
                    <a:pt x="235" y="218"/>
                  </a:cubicBezTo>
                  <a:lnTo>
                    <a:pt x="235" y="117"/>
                  </a:lnTo>
                  <a:cubicBezTo>
                    <a:pt x="235" y="51"/>
                    <a:pt x="18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5">
              <a:extLst>
                <a:ext uri="{FF2B5EF4-FFF2-40B4-BE49-F238E27FC236}">
                  <a16:creationId xmlns:a16="http://schemas.microsoft.com/office/drawing/2014/main" id="{EC1D621C-789E-3066-0570-DC39039F5A51}"/>
                </a:ext>
              </a:extLst>
            </p:cNvPr>
            <p:cNvSpPr/>
            <p:nvPr/>
          </p:nvSpPr>
          <p:spPr>
            <a:xfrm>
              <a:off x="1350294" y="1026599"/>
              <a:ext cx="25068" cy="37048"/>
            </a:xfrm>
            <a:custGeom>
              <a:avLst/>
              <a:gdLst/>
              <a:ahLst/>
              <a:cxnLst/>
              <a:rect l="l" t="t" r="r" b="b"/>
              <a:pathLst>
                <a:path w="226" h="334" extrusionOk="0">
                  <a:moveTo>
                    <a:pt x="109" y="1"/>
                  </a:moveTo>
                  <a:cubicBezTo>
                    <a:pt x="51" y="1"/>
                    <a:pt x="1" y="59"/>
                    <a:pt x="1" y="117"/>
                  </a:cubicBezTo>
                  <a:lnTo>
                    <a:pt x="1" y="217"/>
                  </a:lnTo>
                  <a:cubicBezTo>
                    <a:pt x="1" y="284"/>
                    <a:pt x="51" y="334"/>
                    <a:pt x="109" y="334"/>
                  </a:cubicBezTo>
                  <a:cubicBezTo>
                    <a:pt x="175" y="334"/>
                    <a:pt x="225" y="284"/>
                    <a:pt x="225" y="217"/>
                  </a:cubicBezTo>
                  <a:lnTo>
                    <a:pt x="225" y="117"/>
                  </a:lnTo>
                  <a:cubicBezTo>
                    <a:pt x="225" y="59"/>
                    <a:pt x="175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153;p85">
            <a:extLst>
              <a:ext uri="{FF2B5EF4-FFF2-40B4-BE49-F238E27FC236}">
                <a16:creationId xmlns:a16="http://schemas.microsoft.com/office/drawing/2014/main" id="{C38F741C-E475-C123-D81B-BCFB70ACC086}"/>
              </a:ext>
            </a:extLst>
          </p:cNvPr>
          <p:cNvSpPr txBox="1">
            <a:spLocks/>
          </p:cNvSpPr>
          <p:nvPr/>
        </p:nvSpPr>
        <p:spPr>
          <a:xfrm>
            <a:off x="5996932" y="1680445"/>
            <a:ext cx="2572301" cy="72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200"/>
              <a:t>Up to </a:t>
            </a:r>
            <a:r>
              <a:rPr lang="en-US" sz="1200" b="1"/>
              <a:t>90% of hydrocarbons </a:t>
            </a:r>
            <a:r>
              <a:rPr lang="en-US" sz="1200"/>
              <a:t>produced are in jet fuel range!</a:t>
            </a:r>
          </a:p>
        </p:txBody>
      </p:sp>
      <p:sp>
        <p:nvSpPr>
          <p:cNvPr id="7" name="Google Shape;1153;p85">
            <a:extLst>
              <a:ext uri="{FF2B5EF4-FFF2-40B4-BE49-F238E27FC236}">
                <a16:creationId xmlns:a16="http://schemas.microsoft.com/office/drawing/2014/main" id="{D049F120-620E-114D-B146-67523A7DDFD6}"/>
              </a:ext>
            </a:extLst>
          </p:cNvPr>
          <p:cNvSpPr txBox="1">
            <a:spLocks/>
          </p:cNvSpPr>
          <p:nvPr/>
        </p:nvSpPr>
        <p:spPr>
          <a:xfrm>
            <a:off x="6063338" y="2726144"/>
            <a:ext cx="2572301" cy="72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200"/>
              <a:t>No char, tar, or other hard to handle co-products.</a:t>
            </a:r>
          </a:p>
        </p:txBody>
      </p:sp>
      <p:sp>
        <p:nvSpPr>
          <p:cNvPr id="10" name="Google Shape;1153;p85">
            <a:extLst>
              <a:ext uri="{FF2B5EF4-FFF2-40B4-BE49-F238E27FC236}">
                <a16:creationId xmlns:a16="http://schemas.microsoft.com/office/drawing/2014/main" id="{A2A0F1EE-D71B-3735-BFBF-D25D9078B900}"/>
              </a:ext>
            </a:extLst>
          </p:cNvPr>
          <p:cNvSpPr txBox="1">
            <a:spLocks/>
          </p:cNvSpPr>
          <p:nvPr/>
        </p:nvSpPr>
        <p:spPr>
          <a:xfrm>
            <a:off x="6041912" y="3792617"/>
            <a:ext cx="2572301" cy="72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1200"/>
              <a:t>Recently commercialized and </a:t>
            </a:r>
            <a:r>
              <a:rPr lang="en-US" sz="1200" b="1"/>
              <a:t>ASTM certified </a:t>
            </a:r>
            <a:r>
              <a:rPr lang="en-US" sz="1200"/>
              <a:t>by </a:t>
            </a:r>
            <a:r>
              <a:rPr lang="en-US" sz="1200" err="1"/>
              <a:t>LanzaJet</a:t>
            </a:r>
            <a:r>
              <a:rPr lang="en-US" sz="1200"/>
              <a:t>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44A59E-F750-BF4B-2741-402258551224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[15]</a:t>
            </a:r>
          </a:p>
        </p:txBody>
      </p:sp>
    </p:spTree>
    <p:extLst>
      <p:ext uri="{BB962C8B-B14F-4D97-AF65-F5344CB8AC3E}">
        <p14:creationId xmlns:p14="http://schemas.microsoft.com/office/powerpoint/2010/main" val="114273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AA8E6AC6-0806-26CC-2F8C-5D749E53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87">
            <a:extLst>
              <a:ext uri="{FF2B5EF4-FFF2-40B4-BE49-F238E27FC236}">
                <a16:creationId xmlns:a16="http://schemas.microsoft.com/office/drawing/2014/main" id="{048E36B0-CD90-6651-2F96-6AD0E44137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13" name="Google Shape;1213;p87">
            <a:extLst>
              <a:ext uri="{FF2B5EF4-FFF2-40B4-BE49-F238E27FC236}">
                <a16:creationId xmlns:a16="http://schemas.microsoft.com/office/drawing/2014/main" id="{4AAABEBC-6164-3860-A90E-BCA2F2C008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9389" y="3415949"/>
            <a:ext cx="2737673" cy="484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800"/>
              <a:t>The ETJ-SAF Pathway.</a:t>
            </a:r>
          </a:p>
        </p:txBody>
      </p:sp>
      <p:sp>
        <p:nvSpPr>
          <p:cNvPr id="1211" name="Google Shape;1211;p87">
            <a:extLst>
              <a:ext uri="{FF2B5EF4-FFF2-40B4-BE49-F238E27FC236}">
                <a16:creationId xmlns:a16="http://schemas.microsoft.com/office/drawing/2014/main" id="{DBECE45D-B88D-3941-D483-BD2F0199453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2513" y="1745312"/>
            <a:ext cx="3855300" cy="12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Chosen Process</a:t>
            </a:r>
          </a:p>
        </p:txBody>
      </p:sp>
      <p:grpSp>
        <p:nvGrpSpPr>
          <p:cNvPr id="1214" name="Google Shape;1214;p87">
            <a:extLst>
              <a:ext uri="{FF2B5EF4-FFF2-40B4-BE49-F238E27FC236}">
                <a16:creationId xmlns:a16="http://schemas.microsoft.com/office/drawing/2014/main" id="{9190CC76-3596-FE33-78B1-F64B7EA0B060}"/>
              </a:ext>
            </a:extLst>
          </p:cNvPr>
          <p:cNvGrpSpPr/>
          <p:nvPr/>
        </p:nvGrpSpPr>
        <p:grpSpPr>
          <a:xfrm>
            <a:off x="1576350" y="100149"/>
            <a:ext cx="8047297" cy="2525219"/>
            <a:chOff x="1576350" y="100149"/>
            <a:chExt cx="8047297" cy="2525219"/>
          </a:xfrm>
        </p:grpSpPr>
        <p:sp>
          <p:nvSpPr>
            <p:cNvPr id="1215" name="Google Shape;1215;p87">
              <a:extLst>
                <a:ext uri="{FF2B5EF4-FFF2-40B4-BE49-F238E27FC236}">
                  <a16:creationId xmlns:a16="http://schemas.microsoft.com/office/drawing/2014/main" id="{FCA729DC-8D06-99BB-45DB-10C1EEC2524C}"/>
                </a:ext>
              </a:extLst>
            </p:cNvPr>
            <p:cNvSpPr/>
            <p:nvPr/>
          </p:nvSpPr>
          <p:spPr>
            <a:xfrm>
              <a:off x="2686073" y="1242852"/>
              <a:ext cx="5671175" cy="241336"/>
            </a:xfrm>
            <a:custGeom>
              <a:avLst/>
              <a:gdLst/>
              <a:ahLst/>
              <a:cxnLst/>
              <a:rect l="l" t="t" r="r" b="b"/>
              <a:pathLst>
                <a:path w="204865" h="8718" extrusionOk="0">
                  <a:moveTo>
                    <a:pt x="119719" y="0"/>
                  </a:moveTo>
                  <a:cubicBezTo>
                    <a:pt x="114044" y="0"/>
                    <a:pt x="108840" y="4574"/>
                    <a:pt x="108840" y="4574"/>
                  </a:cubicBezTo>
                  <a:cubicBezTo>
                    <a:pt x="108840" y="4574"/>
                    <a:pt x="108272" y="647"/>
                    <a:pt x="105950" y="597"/>
                  </a:cubicBezTo>
                  <a:cubicBezTo>
                    <a:pt x="105941" y="597"/>
                    <a:pt x="105932" y="597"/>
                    <a:pt x="105923" y="597"/>
                  </a:cubicBezTo>
                  <a:cubicBezTo>
                    <a:pt x="103599" y="597"/>
                    <a:pt x="100001" y="4925"/>
                    <a:pt x="100001" y="4925"/>
                  </a:cubicBezTo>
                  <a:cubicBezTo>
                    <a:pt x="100001" y="4925"/>
                    <a:pt x="98607" y="3017"/>
                    <a:pt x="96634" y="3017"/>
                  </a:cubicBezTo>
                  <a:cubicBezTo>
                    <a:pt x="96593" y="3017"/>
                    <a:pt x="96551" y="3018"/>
                    <a:pt x="96509" y="3020"/>
                  </a:cubicBezTo>
                  <a:cubicBezTo>
                    <a:pt x="94471" y="3104"/>
                    <a:pt x="90344" y="5593"/>
                    <a:pt x="90344" y="5593"/>
                  </a:cubicBezTo>
                  <a:lnTo>
                    <a:pt x="1" y="8718"/>
                  </a:lnTo>
                  <a:lnTo>
                    <a:pt x="161272" y="6512"/>
                  </a:lnTo>
                  <a:lnTo>
                    <a:pt x="204864" y="4340"/>
                  </a:lnTo>
                  <a:lnTo>
                    <a:pt x="153987" y="1199"/>
                  </a:lnTo>
                  <a:cubicBezTo>
                    <a:pt x="151948" y="1282"/>
                    <a:pt x="147437" y="3922"/>
                    <a:pt x="147437" y="3922"/>
                  </a:cubicBezTo>
                  <a:cubicBezTo>
                    <a:pt x="147437" y="3922"/>
                    <a:pt x="148623" y="2786"/>
                    <a:pt x="145967" y="1266"/>
                  </a:cubicBezTo>
                  <a:cubicBezTo>
                    <a:pt x="145580" y="1044"/>
                    <a:pt x="145052" y="950"/>
                    <a:pt x="144432" y="950"/>
                  </a:cubicBezTo>
                  <a:cubicBezTo>
                    <a:pt x="140793" y="950"/>
                    <a:pt x="133987" y="4206"/>
                    <a:pt x="133987" y="4206"/>
                  </a:cubicBezTo>
                  <a:cubicBezTo>
                    <a:pt x="133987" y="4206"/>
                    <a:pt x="137696" y="1867"/>
                    <a:pt x="134254" y="664"/>
                  </a:cubicBezTo>
                  <a:cubicBezTo>
                    <a:pt x="133875" y="530"/>
                    <a:pt x="133446" y="470"/>
                    <a:pt x="132982" y="470"/>
                  </a:cubicBezTo>
                  <a:cubicBezTo>
                    <a:pt x="129237" y="470"/>
                    <a:pt x="123243" y="4373"/>
                    <a:pt x="123243" y="4373"/>
                  </a:cubicBezTo>
                  <a:cubicBezTo>
                    <a:pt x="123243" y="4373"/>
                    <a:pt x="126083" y="313"/>
                    <a:pt x="120219" y="13"/>
                  </a:cubicBezTo>
                  <a:cubicBezTo>
                    <a:pt x="120052" y="4"/>
                    <a:pt x="119885" y="0"/>
                    <a:pt x="119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7">
              <a:extLst>
                <a:ext uri="{FF2B5EF4-FFF2-40B4-BE49-F238E27FC236}">
                  <a16:creationId xmlns:a16="http://schemas.microsoft.com/office/drawing/2014/main" id="{5F2034BE-8CAE-BE69-D619-16A5DB795ECB}"/>
                </a:ext>
              </a:extLst>
            </p:cNvPr>
            <p:cNvSpPr/>
            <p:nvPr/>
          </p:nvSpPr>
          <p:spPr>
            <a:xfrm>
              <a:off x="7865549" y="2136482"/>
              <a:ext cx="1019851" cy="393106"/>
            </a:xfrm>
            <a:custGeom>
              <a:avLst/>
              <a:gdLst/>
              <a:ahLst/>
              <a:cxnLst/>
              <a:rect l="l" t="t" r="r" b="b"/>
              <a:pathLst>
                <a:path w="42357" h="16325" extrusionOk="0">
                  <a:moveTo>
                    <a:pt x="41087" y="12181"/>
                  </a:moveTo>
                  <a:cubicBezTo>
                    <a:pt x="40653" y="11914"/>
                    <a:pt x="40369" y="11446"/>
                    <a:pt x="40268" y="10945"/>
                  </a:cubicBezTo>
                  <a:cubicBezTo>
                    <a:pt x="39901" y="9107"/>
                    <a:pt x="37110" y="7603"/>
                    <a:pt x="35724" y="6968"/>
                  </a:cubicBezTo>
                  <a:cubicBezTo>
                    <a:pt x="35239" y="6734"/>
                    <a:pt x="34805" y="6400"/>
                    <a:pt x="34487" y="5966"/>
                  </a:cubicBezTo>
                  <a:cubicBezTo>
                    <a:pt x="32816" y="3676"/>
                    <a:pt x="30043" y="2574"/>
                    <a:pt x="27336" y="3008"/>
                  </a:cubicBezTo>
                  <a:cubicBezTo>
                    <a:pt x="26300" y="3175"/>
                    <a:pt x="25247" y="2841"/>
                    <a:pt x="24462" y="2173"/>
                  </a:cubicBezTo>
                  <a:cubicBezTo>
                    <a:pt x="22858" y="819"/>
                    <a:pt x="20769" y="1"/>
                    <a:pt x="18514" y="1"/>
                  </a:cubicBezTo>
                  <a:cubicBezTo>
                    <a:pt x="14587" y="1"/>
                    <a:pt x="11245" y="2457"/>
                    <a:pt x="9875" y="5899"/>
                  </a:cubicBezTo>
                  <a:cubicBezTo>
                    <a:pt x="8990" y="5247"/>
                    <a:pt x="7904" y="4879"/>
                    <a:pt x="6701" y="4879"/>
                  </a:cubicBezTo>
                  <a:cubicBezTo>
                    <a:pt x="2607" y="4879"/>
                    <a:pt x="1" y="12014"/>
                    <a:pt x="1839" y="15623"/>
                  </a:cubicBezTo>
                  <a:cubicBezTo>
                    <a:pt x="1638" y="16174"/>
                    <a:pt x="42357" y="16325"/>
                    <a:pt x="42357" y="14487"/>
                  </a:cubicBezTo>
                  <a:cubicBezTo>
                    <a:pt x="42340" y="13501"/>
                    <a:pt x="41839" y="12666"/>
                    <a:pt x="41087" y="1218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7">
              <a:extLst>
                <a:ext uri="{FF2B5EF4-FFF2-40B4-BE49-F238E27FC236}">
                  <a16:creationId xmlns:a16="http://schemas.microsoft.com/office/drawing/2014/main" id="{AD3AA583-D3E0-405D-2013-67CC3AA99209}"/>
                </a:ext>
              </a:extLst>
            </p:cNvPr>
            <p:cNvSpPr/>
            <p:nvPr/>
          </p:nvSpPr>
          <p:spPr>
            <a:xfrm>
              <a:off x="1576350" y="1648079"/>
              <a:ext cx="5671175" cy="241807"/>
            </a:xfrm>
            <a:custGeom>
              <a:avLst/>
              <a:gdLst/>
              <a:ahLst/>
              <a:cxnLst/>
              <a:rect l="l" t="t" r="r" b="b"/>
              <a:pathLst>
                <a:path w="204865" h="8735" extrusionOk="0">
                  <a:moveTo>
                    <a:pt x="119719" y="0"/>
                  </a:moveTo>
                  <a:cubicBezTo>
                    <a:pt x="114045" y="0"/>
                    <a:pt x="108840" y="4574"/>
                    <a:pt x="108840" y="4574"/>
                  </a:cubicBezTo>
                  <a:cubicBezTo>
                    <a:pt x="108840" y="4574"/>
                    <a:pt x="108272" y="647"/>
                    <a:pt x="105950" y="597"/>
                  </a:cubicBezTo>
                  <a:cubicBezTo>
                    <a:pt x="105941" y="597"/>
                    <a:pt x="105932" y="597"/>
                    <a:pt x="105923" y="597"/>
                  </a:cubicBezTo>
                  <a:cubicBezTo>
                    <a:pt x="103616" y="597"/>
                    <a:pt x="100001" y="4924"/>
                    <a:pt x="100001" y="4924"/>
                  </a:cubicBezTo>
                  <a:cubicBezTo>
                    <a:pt x="100001" y="4924"/>
                    <a:pt x="98623" y="3017"/>
                    <a:pt x="96635" y="3017"/>
                  </a:cubicBezTo>
                  <a:cubicBezTo>
                    <a:pt x="96594" y="3017"/>
                    <a:pt x="96552" y="3018"/>
                    <a:pt x="96509" y="3020"/>
                  </a:cubicBezTo>
                  <a:cubicBezTo>
                    <a:pt x="94471" y="3103"/>
                    <a:pt x="90361" y="5593"/>
                    <a:pt x="90361" y="5593"/>
                  </a:cubicBezTo>
                  <a:lnTo>
                    <a:pt x="1" y="8734"/>
                  </a:lnTo>
                  <a:lnTo>
                    <a:pt x="1" y="8734"/>
                  </a:lnTo>
                  <a:lnTo>
                    <a:pt x="161289" y="6512"/>
                  </a:lnTo>
                  <a:lnTo>
                    <a:pt x="204864" y="4340"/>
                  </a:lnTo>
                  <a:lnTo>
                    <a:pt x="153987" y="1198"/>
                  </a:lnTo>
                  <a:cubicBezTo>
                    <a:pt x="151948" y="1282"/>
                    <a:pt x="147437" y="3922"/>
                    <a:pt x="147437" y="3922"/>
                  </a:cubicBezTo>
                  <a:cubicBezTo>
                    <a:pt x="147437" y="3922"/>
                    <a:pt x="148623" y="2786"/>
                    <a:pt x="145967" y="1265"/>
                  </a:cubicBezTo>
                  <a:cubicBezTo>
                    <a:pt x="145584" y="1045"/>
                    <a:pt x="145059" y="950"/>
                    <a:pt x="144443" y="950"/>
                  </a:cubicBezTo>
                  <a:cubicBezTo>
                    <a:pt x="140812" y="950"/>
                    <a:pt x="133987" y="4223"/>
                    <a:pt x="133987" y="4223"/>
                  </a:cubicBezTo>
                  <a:cubicBezTo>
                    <a:pt x="133987" y="4223"/>
                    <a:pt x="137696" y="1884"/>
                    <a:pt x="134254" y="664"/>
                  </a:cubicBezTo>
                  <a:cubicBezTo>
                    <a:pt x="133880" y="533"/>
                    <a:pt x="133457" y="475"/>
                    <a:pt x="133000" y="475"/>
                  </a:cubicBezTo>
                  <a:cubicBezTo>
                    <a:pt x="129255" y="475"/>
                    <a:pt x="123243" y="4390"/>
                    <a:pt x="123243" y="4390"/>
                  </a:cubicBezTo>
                  <a:cubicBezTo>
                    <a:pt x="123243" y="4390"/>
                    <a:pt x="126084" y="330"/>
                    <a:pt x="120219" y="12"/>
                  </a:cubicBezTo>
                  <a:cubicBezTo>
                    <a:pt x="120052" y="4"/>
                    <a:pt x="119885" y="0"/>
                    <a:pt x="119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7">
              <a:extLst>
                <a:ext uri="{FF2B5EF4-FFF2-40B4-BE49-F238E27FC236}">
                  <a16:creationId xmlns:a16="http://schemas.microsoft.com/office/drawing/2014/main" id="{AA2FCD11-76D6-1A40-C954-AC7F1DC04BC9}"/>
                </a:ext>
              </a:extLst>
            </p:cNvPr>
            <p:cNvSpPr/>
            <p:nvPr/>
          </p:nvSpPr>
          <p:spPr>
            <a:xfrm>
              <a:off x="6384836" y="1199691"/>
              <a:ext cx="2784472" cy="1304372"/>
            </a:xfrm>
            <a:custGeom>
              <a:avLst/>
              <a:gdLst/>
              <a:ahLst/>
              <a:cxnLst/>
              <a:rect l="l" t="t" r="r" b="b"/>
              <a:pathLst>
                <a:path w="100586" h="47119" extrusionOk="0">
                  <a:moveTo>
                    <a:pt x="100586" y="47119"/>
                  </a:moveTo>
                  <a:lnTo>
                    <a:pt x="70945" y="44663"/>
                  </a:lnTo>
                  <a:cubicBezTo>
                    <a:pt x="45481" y="42524"/>
                    <a:pt x="21036" y="33752"/>
                    <a:pt x="0" y="19216"/>
                  </a:cubicBezTo>
                  <a:lnTo>
                    <a:pt x="0" y="13702"/>
                  </a:lnTo>
                  <a:cubicBezTo>
                    <a:pt x="0" y="11914"/>
                    <a:pt x="1354" y="10410"/>
                    <a:pt x="3125" y="10227"/>
                  </a:cubicBezTo>
                  <a:lnTo>
                    <a:pt x="1005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7">
              <a:extLst>
                <a:ext uri="{FF2B5EF4-FFF2-40B4-BE49-F238E27FC236}">
                  <a16:creationId xmlns:a16="http://schemas.microsoft.com/office/drawing/2014/main" id="{08AB2489-CD8B-E17D-4BE9-468D99FB3E73}"/>
                </a:ext>
              </a:extLst>
            </p:cNvPr>
            <p:cNvSpPr/>
            <p:nvPr/>
          </p:nvSpPr>
          <p:spPr>
            <a:xfrm>
              <a:off x="6384836" y="1200632"/>
              <a:ext cx="2784472" cy="1303431"/>
            </a:xfrm>
            <a:custGeom>
              <a:avLst/>
              <a:gdLst/>
              <a:ahLst/>
              <a:cxnLst/>
              <a:rect l="l" t="t" r="r" b="b"/>
              <a:pathLst>
                <a:path w="100586" h="47085" extrusionOk="0">
                  <a:moveTo>
                    <a:pt x="100586" y="47085"/>
                  </a:moveTo>
                  <a:lnTo>
                    <a:pt x="70945" y="44629"/>
                  </a:lnTo>
                  <a:cubicBezTo>
                    <a:pt x="45481" y="42490"/>
                    <a:pt x="21036" y="33718"/>
                    <a:pt x="0" y="19182"/>
                  </a:cubicBezTo>
                  <a:lnTo>
                    <a:pt x="0" y="13083"/>
                  </a:lnTo>
                  <a:cubicBezTo>
                    <a:pt x="0" y="11629"/>
                    <a:pt x="1103" y="10410"/>
                    <a:pt x="2540" y="10276"/>
                  </a:cubicBezTo>
                  <a:lnTo>
                    <a:pt x="100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7">
              <a:extLst>
                <a:ext uri="{FF2B5EF4-FFF2-40B4-BE49-F238E27FC236}">
                  <a16:creationId xmlns:a16="http://schemas.microsoft.com/office/drawing/2014/main" id="{39CF42E3-8BE2-16CE-36F8-EBC0579ED2D2}"/>
                </a:ext>
              </a:extLst>
            </p:cNvPr>
            <p:cNvSpPr/>
            <p:nvPr/>
          </p:nvSpPr>
          <p:spPr>
            <a:xfrm>
              <a:off x="6384836" y="1647940"/>
              <a:ext cx="2784472" cy="785878"/>
            </a:xfrm>
            <a:custGeom>
              <a:avLst/>
              <a:gdLst/>
              <a:ahLst/>
              <a:cxnLst/>
              <a:rect l="l" t="t" r="r" b="b"/>
              <a:pathLst>
                <a:path w="100586" h="28389" extrusionOk="0">
                  <a:moveTo>
                    <a:pt x="0" y="0"/>
                  </a:moveTo>
                  <a:lnTo>
                    <a:pt x="0" y="485"/>
                  </a:lnTo>
                  <a:cubicBezTo>
                    <a:pt x="21036" y="15038"/>
                    <a:pt x="45481" y="23810"/>
                    <a:pt x="70945" y="25915"/>
                  </a:cubicBezTo>
                  <a:lnTo>
                    <a:pt x="100586" y="28388"/>
                  </a:lnTo>
                  <a:lnTo>
                    <a:pt x="100586" y="18480"/>
                  </a:lnTo>
                  <a:lnTo>
                    <a:pt x="56642" y="16709"/>
                  </a:lnTo>
                  <a:cubicBezTo>
                    <a:pt x="36759" y="15055"/>
                    <a:pt x="17511" y="934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7">
              <a:extLst>
                <a:ext uri="{FF2B5EF4-FFF2-40B4-BE49-F238E27FC236}">
                  <a16:creationId xmlns:a16="http://schemas.microsoft.com/office/drawing/2014/main" id="{61D0EFEA-3374-F708-B525-AD25B1DA81F3}"/>
                </a:ext>
              </a:extLst>
            </p:cNvPr>
            <p:cNvSpPr/>
            <p:nvPr/>
          </p:nvSpPr>
          <p:spPr>
            <a:xfrm>
              <a:off x="6741003" y="142701"/>
              <a:ext cx="1422327" cy="1408458"/>
            </a:xfrm>
            <a:custGeom>
              <a:avLst/>
              <a:gdLst/>
              <a:ahLst/>
              <a:cxnLst/>
              <a:rect l="l" t="t" r="r" b="b"/>
              <a:pathLst>
                <a:path w="51380" h="50879" extrusionOk="0">
                  <a:moveTo>
                    <a:pt x="1" y="1"/>
                  </a:moveTo>
                  <a:lnTo>
                    <a:pt x="185" y="48456"/>
                  </a:lnTo>
                  <a:lnTo>
                    <a:pt x="803" y="50878"/>
                  </a:lnTo>
                  <a:lnTo>
                    <a:pt x="51380" y="50878"/>
                  </a:lnTo>
                  <a:lnTo>
                    <a:pt x="46016" y="48456"/>
                  </a:lnTo>
                  <a:lnTo>
                    <a:pt x="46117" y="46083"/>
                  </a:lnTo>
                  <a:cubicBezTo>
                    <a:pt x="46117" y="43059"/>
                    <a:pt x="44095" y="40385"/>
                    <a:pt x="41171" y="39567"/>
                  </a:cubicBezTo>
                  <a:lnTo>
                    <a:pt x="35490" y="37996"/>
                  </a:lnTo>
                  <a:cubicBezTo>
                    <a:pt x="28071" y="35924"/>
                    <a:pt x="21572" y="31313"/>
                    <a:pt x="17177" y="249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7">
              <a:extLst>
                <a:ext uri="{FF2B5EF4-FFF2-40B4-BE49-F238E27FC236}">
                  <a16:creationId xmlns:a16="http://schemas.microsoft.com/office/drawing/2014/main" id="{B95CBE4C-7295-72A7-6744-0F15D1089F5C}"/>
                </a:ext>
              </a:extLst>
            </p:cNvPr>
            <p:cNvSpPr/>
            <p:nvPr/>
          </p:nvSpPr>
          <p:spPr>
            <a:xfrm>
              <a:off x="6263631" y="100149"/>
              <a:ext cx="1760441" cy="1383931"/>
            </a:xfrm>
            <a:custGeom>
              <a:avLst/>
              <a:gdLst/>
              <a:ahLst/>
              <a:cxnLst/>
              <a:rect l="l" t="t" r="r" b="b"/>
              <a:pathLst>
                <a:path w="63594" h="49993" extrusionOk="0">
                  <a:moveTo>
                    <a:pt x="34437" y="24997"/>
                  </a:moveTo>
                  <a:lnTo>
                    <a:pt x="17144" y="84"/>
                  </a:lnTo>
                  <a:lnTo>
                    <a:pt x="1" y="1"/>
                  </a:lnTo>
                  <a:lnTo>
                    <a:pt x="17327" y="49993"/>
                  </a:lnTo>
                  <a:lnTo>
                    <a:pt x="34370" y="49993"/>
                  </a:lnTo>
                  <a:lnTo>
                    <a:pt x="49976" y="49993"/>
                  </a:lnTo>
                  <a:lnTo>
                    <a:pt x="63593" y="49993"/>
                  </a:lnTo>
                  <a:lnTo>
                    <a:pt x="63593" y="46183"/>
                  </a:lnTo>
                  <a:cubicBezTo>
                    <a:pt x="63593" y="43142"/>
                    <a:pt x="61538" y="40469"/>
                    <a:pt x="58614" y="39667"/>
                  </a:cubicBezTo>
                  <a:lnTo>
                    <a:pt x="52900" y="38096"/>
                  </a:lnTo>
                  <a:cubicBezTo>
                    <a:pt x="45415" y="36024"/>
                    <a:pt x="38865" y="31396"/>
                    <a:pt x="34437" y="2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7">
              <a:extLst>
                <a:ext uri="{FF2B5EF4-FFF2-40B4-BE49-F238E27FC236}">
                  <a16:creationId xmlns:a16="http://schemas.microsoft.com/office/drawing/2014/main" id="{914497C1-138A-063D-1D9F-6C8F36BA15C8}"/>
                </a:ext>
              </a:extLst>
            </p:cNvPr>
            <p:cNvSpPr/>
            <p:nvPr/>
          </p:nvSpPr>
          <p:spPr>
            <a:xfrm>
              <a:off x="5831137" y="1606773"/>
              <a:ext cx="2132300" cy="117042"/>
            </a:xfrm>
            <a:custGeom>
              <a:avLst/>
              <a:gdLst/>
              <a:ahLst/>
              <a:cxnLst/>
              <a:rect l="l" t="t" r="r" b="b"/>
              <a:pathLst>
                <a:path w="77027" h="4228" extrusionOk="0">
                  <a:moveTo>
                    <a:pt x="77027" y="4228"/>
                  </a:moveTo>
                  <a:lnTo>
                    <a:pt x="0" y="4228"/>
                  </a:lnTo>
                  <a:lnTo>
                    <a:pt x="0" y="1838"/>
                  </a:lnTo>
                  <a:lnTo>
                    <a:pt x="770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7">
              <a:extLst>
                <a:ext uri="{FF2B5EF4-FFF2-40B4-BE49-F238E27FC236}">
                  <a16:creationId xmlns:a16="http://schemas.microsoft.com/office/drawing/2014/main" id="{03AE2B4B-4AA0-5AE7-A6A7-2C431404011F}"/>
                </a:ext>
              </a:extLst>
            </p:cNvPr>
            <p:cNvSpPr/>
            <p:nvPr/>
          </p:nvSpPr>
          <p:spPr>
            <a:xfrm>
              <a:off x="5831137" y="1724268"/>
              <a:ext cx="2132300" cy="116128"/>
            </a:xfrm>
            <a:custGeom>
              <a:avLst/>
              <a:gdLst/>
              <a:ahLst/>
              <a:cxnLst/>
              <a:rect l="l" t="t" r="r" b="b"/>
              <a:pathLst>
                <a:path w="77027" h="4195" extrusionOk="0">
                  <a:moveTo>
                    <a:pt x="0" y="0"/>
                  </a:moveTo>
                  <a:lnTo>
                    <a:pt x="0" y="2523"/>
                  </a:lnTo>
                  <a:cubicBezTo>
                    <a:pt x="0" y="3442"/>
                    <a:pt x="752" y="4194"/>
                    <a:pt x="1671" y="4194"/>
                  </a:cubicBezTo>
                  <a:lnTo>
                    <a:pt x="77027" y="4194"/>
                  </a:lnTo>
                  <a:lnTo>
                    <a:pt x="770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7">
              <a:extLst>
                <a:ext uri="{FF2B5EF4-FFF2-40B4-BE49-F238E27FC236}">
                  <a16:creationId xmlns:a16="http://schemas.microsoft.com/office/drawing/2014/main" id="{0AD2FF98-A1FA-8556-62A4-53279974D2E5}"/>
                </a:ext>
              </a:extLst>
            </p:cNvPr>
            <p:cNvSpPr/>
            <p:nvPr/>
          </p:nvSpPr>
          <p:spPr>
            <a:xfrm>
              <a:off x="8288342" y="1502234"/>
              <a:ext cx="191978" cy="191978"/>
            </a:xfrm>
            <a:custGeom>
              <a:avLst/>
              <a:gdLst/>
              <a:ahLst/>
              <a:cxnLst/>
              <a:rect l="l" t="t" r="r" b="b"/>
              <a:pathLst>
                <a:path w="6935" h="6935" extrusionOk="0">
                  <a:moveTo>
                    <a:pt x="3475" y="0"/>
                  </a:moveTo>
                  <a:cubicBezTo>
                    <a:pt x="1554" y="0"/>
                    <a:pt x="0" y="1554"/>
                    <a:pt x="0" y="3476"/>
                  </a:cubicBezTo>
                  <a:cubicBezTo>
                    <a:pt x="0" y="5397"/>
                    <a:pt x="1554" y="6934"/>
                    <a:pt x="3475" y="6934"/>
                  </a:cubicBezTo>
                  <a:cubicBezTo>
                    <a:pt x="5380" y="6934"/>
                    <a:pt x="6934" y="5397"/>
                    <a:pt x="6934" y="3476"/>
                  </a:cubicBezTo>
                  <a:cubicBezTo>
                    <a:pt x="6934" y="1554"/>
                    <a:pt x="5380" y="0"/>
                    <a:pt x="3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7">
              <a:extLst>
                <a:ext uri="{FF2B5EF4-FFF2-40B4-BE49-F238E27FC236}">
                  <a16:creationId xmlns:a16="http://schemas.microsoft.com/office/drawing/2014/main" id="{1D0430A8-AA7F-81A5-BA0D-B0A12E801BAD}"/>
                </a:ext>
              </a:extLst>
            </p:cNvPr>
            <p:cNvSpPr/>
            <p:nvPr/>
          </p:nvSpPr>
          <p:spPr>
            <a:xfrm>
              <a:off x="8619066" y="1561239"/>
              <a:ext cx="191978" cy="191978"/>
            </a:xfrm>
            <a:custGeom>
              <a:avLst/>
              <a:gdLst/>
              <a:ahLst/>
              <a:cxnLst/>
              <a:rect l="l" t="t" r="r" b="b"/>
              <a:pathLst>
                <a:path w="6935" h="6935" extrusionOk="0">
                  <a:moveTo>
                    <a:pt x="3476" y="0"/>
                  </a:moveTo>
                  <a:cubicBezTo>
                    <a:pt x="1555" y="0"/>
                    <a:pt x="1" y="1554"/>
                    <a:pt x="1" y="3476"/>
                  </a:cubicBezTo>
                  <a:cubicBezTo>
                    <a:pt x="1" y="5397"/>
                    <a:pt x="1555" y="6934"/>
                    <a:pt x="3476" y="6934"/>
                  </a:cubicBezTo>
                  <a:cubicBezTo>
                    <a:pt x="5381" y="6934"/>
                    <a:pt x="6935" y="5397"/>
                    <a:pt x="6935" y="3476"/>
                  </a:cubicBezTo>
                  <a:cubicBezTo>
                    <a:pt x="6935" y="1554"/>
                    <a:pt x="5364" y="0"/>
                    <a:pt x="34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7">
              <a:extLst>
                <a:ext uri="{FF2B5EF4-FFF2-40B4-BE49-F238E27FC236}">
                  <a16:creationId xmlns:a16="http://schemas.microsoft.com/office/drawing/2014/main" id="{0C235242-5E41-19AA-FECE-D5CA97AF0BD6}"/>
                </a:ext>
              </a:extLst>
            </p:cNvPr>
            <p:cNvSpPr/>
            <p:nvPr/>
          </p:nvSpPr>
          <p:spPr>
            <a:xfrm>
              <a:off x="6345523" y="819345"/>
              <a:ext cx="492139" cy="156821"/>
            </a:xfrm>
            <a:custGeom>
              <a:avLst/>
              <a:gdLst/>
              <a:ahLst/>
              <a:cxnLst/>
              <a:rect l="l" t="t" r="r" b="b"/>
              <a:pathLst>
                <a:path w="17778" h="5665" extrusionOk="0">
                  <a:moveTo>
                    <a:pt x="0" y="0"/>
                  </a:moveTo>
                  <a:lnTo>
                    <a:pt x="0" y="5664"/>
                  </a:lnTo>
                  <a:lnTo>
                    <a:pt x="17778" y="5664"/>
                  </a:lnTo>
                  <a:lnTo>
                    <a:pt x="136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7">
              <a:extLst>
                <a:ext uri="{FF2B5EF4-FFF2-40B4-BE49-F238E27FC236}">
                  <a16:creationId xmlns:a16="http://schemas.microsoft.com/office/drawing/2014/main" id="{73E5F7D8-98F4-B15D-6380-DE2B23B1E4A0}"/>
                </a:ext>
              </a:extLst>
            </p:cNvPr>
            <p:cNvSpPr/>
            <p:nvPr/>
          </p:nvSpPr>
          <p:spPr>
            <a:xfrm>
              <a:off x="4338715" y="2383562"/>
              <a:ext cx="5284931" cy="241807"/>
            </a:xfrm>
            <a:custGeom>
              <a:avLst/>
              <a:gdLst/>
              <a:ahLst/>
              <a:cxnLst/>
              <a:rect l="l" t="t" r="r" b="b"/>
              <a:pathLst>
                <a:path w="204882" h="8735" extrusionOk="0">
                  <a:moveTo>
                    <a:pt x="119719" y="1"/>
                  </a:moveTo>
                  <a:cubicBezTo>
                    <a:pt x="114045" y="1"/>
                    <a:pt x="108841" y="4574"/>
                    <a:pt x="108841" y="4574"/>
                  </a:cubicBezTo>
                  <a:cubicBezTo>
                    <a:pt x="108841" y="4574"/>
                    <a:pt x="108272" y="648"/>
                    <a:pt x="105967" y="598"/>
                  </a:cubicBezTo>
                  <a:cubicBezTo>
                    <a:pt x="105958" y="597"/>
                    <a:pt x="105949" y="597"/>
                    <a:pt x="105940" y="597"/>
                  </a:cubicBezTo>
                  <a:cubicBezTo>
                    <a:pt x="103616" y="597"/>
                    <a:pt x="100002" y="4925"/>
                    <a:pt x="100002" y="4925"/>
                  </a:cubicBezTo>
                  <a:cubicBezTo>
                    <a:pt x="100002" y="4925"/>
                    <a:pt x="98623" y="3018"/>
                    <a:pt x="96651" y="3018"/>
                  </a:cubicBezTo>
                  <a:cubicBezTo>
                    <a:pt x="96610" y="3018"/>
                    <a:pt x="96568" y="3019"/>
                    <a:pt x="96526" y="3020"/>
                  </a:cubicBezTo>
                  <a:cubicBezTo>
                    <a:pt x="94471" y="3104"/>
                    <a:pt x="90361" y="5593"/>
                    <a:pt x="90361" y="5593"/>
                  </a:cubicBezTo>
                  <a:lnTo>
                    <a:pt x="1" y="8735"/>
                  </a:lnTo>
                  <a:lnTo>
                    <a:pt x="161289" y="6512"/>
                  </a:lnTo>
                  <a:lnTo>
                    <a:pt x="204881" y="4340"/>
                  </a:lnTo>
                  <a:lnTo>
                    <a:pt x="154004" y="1216"/>
                  </a:lnTo>
                  <a:cubicBezTo>
                    <a:pt x="151949" y="1299"/>
                    <a:pt x="147437" y="3923"/>
                    <a:pt x="147437" y="3923"/>
                  </a:cubicBezTo>
                  <a:cubicBezTo>
                    <a:pt x="147437" y="3923"/>
                    <a:pt x="148624" y="2803"/>
                    <a:pt x="145984" y="1266"/>
                  </a:cubicBezTo>
                  <a:cubicBezTo>
                    <a:pt x="145598" y="1045"/>
                    <a:pt x="145072" y="951"/>
                    <a:pt x="144454" y="951"/>
                  </a:cubicBezTo>
                  <a:cubicBezTo>
                    <a:pt x="140813" y="951"/>
                    <a:pt x="133987" y="4223"/>
                    <a:pt x="133987" y="4223"/>
                  </a:cubicBezTo>
                  <a:cubicBezTo>
                    <a:pt x="133987" y="4223"/>
                    <a:pt x="137713" y="1884"/>
                    <a:pt x="134254" y="664"/>
                  </a:cubicBezTo>
                  <a:cubicBezTo>
                    <a:pt x="133880" y="534"/>
                    <a:pt x="133457" y="475"/>
                    <a:pt x="133000" y="475"/>
                  </a:cubicBezTo>
                  <a:cubicBezTo>
                    <a:pt x="129259" y="475"/>
                    <a:pt x="123260" y="4390"/>
                    <a:pt x="123260" y="4390"/>
                  </a:cubicBezTo>
                  <a:cubicBezTo>
                    <a:pt x="123260" y="4390"/>
                    <a:pt x="126100" y="330"/>
                    <a:pt x="120219" y="13"/>
                  </a:cubicBezTo>
                  <a:cubicBezTo>
                    <a:pt x="120052" y="5"/>
                    <a:pt x="119885" y="1"/>
                    <a:pt x="1197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B9A03CC-DDC5-1983-82FB-12BDAD8405B2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[16]</a:t>
            </a:r>
          </a:p>
        </p:txBody>
      </p:sp>
    </p:spTree>
    <p:extLst>
      <p:ext uri="{BB962C8B-B14F-4D97-AF65-F5344CB8AC3E}">
        <p14:creationId xmlns:p14="http://schemas.microsoft.com/office/powerpoint/2010/main" val="409322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5436D-BE58-9A06-43C1-B5097BC04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35779D-32DF-5340-0D0E-41B26901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26" y="232741"/>
            <a:ext cx="7704000" cy="861744"/>
          </a:xfrm>
        </p:spPr>
        <p:txBody>
          <a:bodyPr/>
          <a:lstStyle/>
          <a:p>
            <a:r>
              <a:rPr lang="en-US" sz="4400"/>
              <a:t>Chosen Process</a:t>
            </a:r>
          </a:p>
        </p:txBody>
      </p:sp>
      <p:pic>
        <p:nvPicPr>
          <p:cNvPr id="43" name="Picture 42" descr="A yellow rectangular object with a black center&#10;&#10;AI-generated content may be incorrect.">
            <a:extLst>
              <a:ext uri="{FF2B5EF4-FFF2-40B4-BE49-F238E27FC236}">
                <a16:creationId xmlns:a16="http://schemas.microsoft.com/office/drawing/2014/main" id="{FBEEC48C-5ABF-1A92-C29E-0777C9D31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9" y="2022744"/>
            <a:ext cx="2857748" cy="1905165"/>
          </a:xfrm>
          <a:prstGeom prst="rect">
            <a:avLst/>
          </a:prstGeom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F30086B5-6919-3657-B8DD-865C128082D6}"/>
              </a:ext>
            </a:extLst>
          </p:cNvPr>
          <p:cNvSpPr/>
          <p:nvPr/>
        </p:nvSpPr>
        <p:spPr>
          <a:xfrm>
            <a:off x="70519" y="2593728"/>
            <a:ext cx="2535848" cy="949250"/>
          </a:xfrm>
          <a:prstGeom prst="chevron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Dehydration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263ABBC-C901-B95A-C9C2-36AEAF6155D2}"/>
              </a:ext>
            </a:extLst>
          </p:cNvPr>
          <p:cNvSpPr/>
          <p:nvPr/>
        </p:nvSpPr>
        <p:spPr>
          <a:xfrm>
            <a:off x="2246325" y="2593728"/>
            <a:ext cx="2535849" cy="949250"/>
          </a:xfrm>
          <a:prstGeom prst="chevron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Oligomerization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A593146-8300-87BC-5853-00456E2EDB23}"/>
              </a:ext>
            </a:extLst>
          </p:cNvPr>
          <p:cNvSpPr/>
          <p:nvPr/>
        </p:nvSpPr>
        <p:spPr>
          <a:xfrm>
            <a:off x="6633290" y="2593728"/>
            <a:ext cx="2535849" cy="949250"/>
          </a:xfrm>
          <a:prstGeom prst="chevron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Hydroprocessing</a:t>
            </a:r>
            <a:endParaRPr lang="en-US" b="1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51A22D-32D3-522B-8B36-8BB64582E7E8}"/>
              </a:ext>
            </a:extLst>
          </p:cNvPr>
          <p:cNvSpPr txBox="1"/>
          <p:nvPr/>
        </p:nvSpPr>
        <p:spPr>
          <a:xfrm>
            <a:off x="2014940" y="1660562"/>
            <a:ext cx="1707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Ethanol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A7D97AF-0E7B-C146-02B7-3F21C2E18C96}"/>
              </a:ext>
            </a:extLst>
          </p:cNvPr>
          <p:cNvSpPr/>
          <p:nvPr/>
        </p:nvSpPr>
        <p:spPr>
          <a:xfrm>
            <a:off x="3991500" y="1814833"/>
            <a:ext cx="766588" cy="415822"/>
          </a:xfrm>
          <a:prstGeom prst="rightArrow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42462F-523B-EDA2-6BC6-324B78939DD1}"/>
              </a:ext>
            </a:extLst>
          </p:cNvPr>
          <p:cNvSpPr txBox="1"/>
          <p:nvPr/>
        </p:nvSpPr>
        <p:spPr>
          <a:xfrm>
            <a:off x="5267871" y="1678263"/>
            <a:ext cx="1690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Jet fuel</a:t>
            </a:r>
          </a:p>
        </p:txBody>
      </p:sp>
      <p:grpSp>
        <p:nvGrpSpPr>
          <p:cNvPr id="2" name="Google Shape;797;p76">
            <a:extLst>
              <a:ext uri="{FF2B5EF4-FFF2-40B4-BE49-F238E27FC236}">
                <a16:creationId xmlns:a16="http://schemas.microsoft.com/office/drawing/2014/main" id="{B39D5883-F7F5-4F77-7450-B6E958B46EA1}"/>
              </a:ext>
            </a:extLst>
          </p:cNvPr>
          <p:cNvGrpSpPr/>
          <p:nvPr/>
        </p:nvGrpSpPr>
        <p:grpSpPr>
          <a:xfrm>
            <a:off x="4918544" y="420250"/>
            <a:ext cx="2290160" cy="949251"/>
            <a:chOff x="176650" y="2228775"/>
            <a:chExt cx="3385600" cy="1730200"/>
          </a:xfrm>
        </p:grpSpPr>
        <p:sp>
          <p:nvSpPr>
            <p:cNvPr id="3" name="Google Shape;798;p76">
              <a:extLst>
                <a:ext uri="{FF2B5EF4-FFF2-40B4-BE49-F238E27FC236}">
                  <a16:creationId xmlns:a16="http://schemas.microsoft.com/office/drawing/2014/main" id="{DC9701A2-89A4-351A-A9D6-CAD63A8E97F2}"/>
                </a:ext>
              </a:extLst>
            </p:cNvPr>
            <p:cNvSpPr/>
            <p:nvPr/>
          </p:nvSpPr>
          <p:spPr>
            <a:xfrm>
              <a:off x="2251025" y="2962700"/>
              <a:ext cx="1311225" cy="533850"/>
            </a:xfrm>
            <a:custGeom>
              <a:avLst/>
              <a:gdLst/>
              <a:ahLst/>
              <a:cxnLst/>
              <a:rect l="l" t="t" r="r" b="b"/>
              <a:pathLst>
                <a:path w="52449" h="21354" extrusionOk="0">
                  <a:moveTo>
                    <a:pt x="18798" y="0"/>
                  </a:moveTo>
                  <a:lnTo>
                    <a:pt x="1" y="12749"/>
                  </a:lnTo>
                  <a:lnTo>
                    <a:pt x="52449" y="21354"/>
                  </a:lnTo>
                  <a:lnTo>
                    <a:pt x="48138" y="16358"/>
                  </a:lnTo>
                  <a:lnTo>
                    <a:pt x="187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799;p76">
              <a:extLst>
                <a:ext uri="{FF2B5EF4-FFF2-40B4-BE49-F238E27FC236}">
                  <a16:creationId xmlns:a16="http://schemas.microsoft.com/office/drawing/2014/main" id="{02F04B98-D513-AEB1-D756-68C0144FF26B}"/>
                </a:ext>
              </a:extLst>
            </p:cNvPr>
            <p:cNvSpPr/>
            <p:nvPr/>
          </p:nvSpPr>
          <p:spPr>
            <a:xfrm>
              <a:off x="2426475" y="3461850"/>
              <a:ext cx="1007975" cy="497125"/>
            </a:xfrm>
            <a:custGeom>
              <a:avLst/>
              <a:gdLst/>
              <a:ahLst/>
              <a:cxnLst/>
              <a:rect l="l" t="t" r="r" b="b"/>
              <a:pathLst>
                <a:path w="40319" h="19885" extrusionOk="0">
                  <a:moveTo>
                    <a:pt x="36726" y="1"/>
                  </a:moveTo>
                  <a:cubicBezTo>
                    <a:pt x="35974" y="385"/>
                    <a:pt x="34721" y="2140"/>
                    <a:pt x="34721" y="2140"/>
                  </a:cubicBezTo>
                  <a:cubicBezTo>
                    <a:pt x="34721" y="2140"/>
                    <a:pt x="34971" y="1505"/>
                    <a:pt x="33718" y="1388"/>
                  </a:cubicBezTo>
                  <a:cubicBezTo>
                    <a:pt x="33693" y="1385"/>
                    <a:pt x="33668" y="1384"/>
                    <a:pt x="33641" y="1384"/>
                  </a:cubicBezTo>
                  <a:cubicBezTo>
                    <a:pt x="32372" y="1384"/>
                    <a:pt x="29725" y="4495"/>
                    <a:pt x="29725" y="4495"/>
                  </a:cubicBezTo>
                  <a:cubicBezTo>
                    <a:pt x="29725" y="4495"/>
                    <a:pt x="30654" y="3102"/>
                    <a:pt x="29382" y="3102"/>
                  </a:cubicBezTo>
                  <a:cubicBezTo>
                    <a:pt x="29333" y="3102"/>
                    <a:pt x="29280" y="3104"/>
                    <a:pt x="29224" y="3109"/>
                  </a:cubicBezTo>
                  <a:cubicBezTo>
                    <a:pt x="27737" y="3242"/>
                    <a:pt x="25732" y="6350"/>
                    <a:pt x="25732" y="6350"/>
                  </a:cubicBezTo>
                  <a:cubicBezTo>
                    <a:pt x="25732" y="6350"/>
                    <a:pt x="25989" y="5005"/>
                    <a:pt x="24843" y="5005"/>
                  </a:cubicBezTo>
                  <a:cubicBezTo>
                    <a:pt x="24590" y="5005"/>
                    <a:pt x="24268" y="5070"/>
                    <a:pt x="23860" y="5231"/>
                  </a:cubicBezTo>
                  <a:cubicBezTo>
                    <a:pt x="21621" y="6083"/>
                    <a:pt x="20368" y="8840"/>
                    <a:pt x="20368" y="8840"/>
                  </a:cubicBezTo>
                  <a:cubicBezTo>
                    <a:pt x="20368" y="8840"/>
                    <a:pt x="19680" y="7775"/>
                    <a:pt x="18921" y="7775"/>
                  </a:cubicBezTo>
                  <a:cubicBezTo>
                    <a:pt x="18819" y="7775"/>
                    <a:pt x="18716" y="7794"/>
                    <a:pt x="18614" y="7837"/>
                  </a:cubicBezTo>
                  <a:cubicBezTo>
                    <a:pt x="17728" y="8221"/>
                    <a:pt x="17110" y="10477"/>
                    <a:pt x="17110" y="10477"/>
                  </a:cubicBezTo>
                  <a:cubicBezTo>
                    <a:pt x="17110" y="10477"/>
                    <a:pt x="16636" y="10209"/>
                    <a:pt x="16087" y="10209"/>
                  </a:cubicBezTo>
                  <a:cubicBezTo>
                    <a:pt x="15886" y="10209"/>
                    <a:pt x="15674" y="10245"/>
                    <a:pt x="15472" y="10343"/>
                  </a:cubicBezTo>
                  <a:cubicBezTo>
                    <a:pt x="14721" y="10728"/>
                    <a:pt x="13601" y="12348"/>
                    <a:pt x="13601" y="12348"/>
                  </a:cubicBezTo>
                  <a:lnTo>
                    <a:pt x="0" y="19884"/>
                  </a:lnTo>
                  <a:lnTo>
                    <a:pt x="40318" y="736"/>
                  </a:lnTo>
                  <a:lnTo>
                    <a:pt x="367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00;p76">
              <a:extLst>
                <a:ext uri="{FF2B5EF4-FFF2-40B4-BE49-F238E27FC236}">
                  <a16:creationId xmlns:a16="http://schemas.microsoft.com/office/drawing/2014/main" id="{7029092B-A08F-876E-B59D-D9F3B727609D}"/>
                </a:ext>
              </a:extLst>
            </p:cNvPr>
            <p:cNvSpPr/>
            <p:nvPr/>
          </p:nvSpPr>
          <p:spPr>
            <a:xfrm>
              <a:off x="1482850" y="3324025"/>
              <a:ext cx="1240225" cy="594000"/>
            </a:xfrm>
            <a:custGeom>
              <a:avLst/>
              <a:gdLst/>
              <a:ahLst/>
              <a:cxnLst/>
              <a:rect l="l" t="t" r="r" b="b"/>
              <a:pathLst>
                <a:path w="49609" h="23760" extrusionOk="0">
                  <a:moveTo>
                    <a:pt x="46584" y="0"/>
                  </a:moveTo>
                  <a:cubicBezTo>
                    <a:pt x="45949" y="318"/>
                    <a:pt x="44930" y="1754"/>
                    <a:pt x="44930" y="1754"/>
                  </a:cubicBezTo>
                  <a:cubicBezTo>
                    <a:pt x="44930" y="1754"/>
                    <a:pt x="45114" y="1237"/>
                    <a:pt x="44095" y="1136"/>
                  </a:cubicBezTo>
                  <a:cubicBezTo>
                    <a:pt x="44076" y="1134"/>
                    <a:pt x="44057" y="1133"/>
                    <a:pt x="44037" y="1133"/>
                  </a:cubicBezTo>
                  <a:cubicBezTo>
                    <a:pt x="42992" y="1133"/>
                    <a:pt x="40786" y="3709"/>
                    <a:pt x="40786" y="3709"/>
                  </a:cubicBezTo>
                  <a:cubicBezTo>
                    <a:pt x="40786" y="3709"/>
                    <a:pt x="41542" y="2567"/>
                    <a:pt x="40504" y="2567"/>
                  </a:cubicBezTo>
                  <a:cubicBezTo>
                    <a:pt x="40462" y="2567"/>
                    <a:pt x="40417" y="2569"/>
                    <a:pt x="40369" y="2573"/>
                  </a:cubicBezTo>
                  <a:cubicBezTo>
                    <a:pt x="39149" y="2673"/>
                    <a:pt x="37495" y="5247"/>
                    <a:pt x="37495" y="5247"/>
                  </a:cubicBezTo>
                  <a:cubicBezTo>
                    <a:pt x="37495" y="5247"/>
                    <a:pt x="37707" y="4139"/>
                    <a:pt x="36760" y="4139"/>
                  </a:cubicBezTo>
                  <a:cubicBezTo>
                    <a:pt x="36549" y="4139"/>
                    <a:pt x="36281" y="4194"/>
                    <a:pt x="35941" y="4328"/>
                  </a:cubicBezTo>
                  <a:cubicBezTo>
                    <a:pt x="34086" y="5046"/>
                    <a:pt x="33067" y="7318"/>
                    <a:pt x="33067" y="7318"/>
                  </a:cubicBezTo>
                  <a:cubicBezTo>
                    <a:pt x="33067" y="7318"/>
                    <a:pt x="32525" y="6428"/>
                    <a:pt x="31894" y="6428"/>
                  </a:cubicBezTo>
                  <a:cubicBezTo>
                    <a:pt x="31807" y="6428"/>
                    <a:pt x="31719" y="6445"/>
                    <a:pt x="31630" y="6483"/>
                  </a:cubicBezTo>
                  <a:cubicBezTo>
                    <a:pt x="30912" y="6800"/>
                    <a:pt x="30394" y="8655"/>
                    <a:pt x="30394" y="8655"/>
                  </a:cubicBezTo>
                  <a:cubicBezTo>
                    <a:pt x="30394" y="8655"/>
                    <a:pt x="30025" y="8436"/>
                    <a:pt x="29581" y="8436"/>
                  </a:cubicBezTo>
                  <a:cubicBezTo>
                    <a:pt x="29412" y="8436"/>
                    <a:pt x="29232" y="8467"/>
                    <a:pt x="29057" y="8555"/>
                  </a:cubicBezTo>
                  <a:cubicBezTo>
                    <a:pt x="28439" y="8856"/>
                    <a:pt x="27520" y="10192"/>
                    <a:pt x="27520" y="10192"/>
                  </a:cubicBezTo>
                  <a:lnTo>
                    <a:pt x="1" y="23760"/>
                  </a:lnTo>
                  <a:lnTo>
                    <a:pt x="1" y="23760"/>
                  </a:lnTo>
                  <a:lnTo>
                    <a:pt x="49608" y="618"/>
                  </a:lnTo>
                  <a:lnTo>
                    <a:pt x="46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01;p76">
              <a:extLst>
                <a:ext uri="{FF2B5EF4-FFF2-40B4-BE49-F238E27FC236}">
                  <a16:creationId xmlns:a16="http://schemas.microsoft.com/office/drawing/2014/main" id="{AA40F719-5853-4A99-874F-EB82A08B42D1}"/>
                </a:ext>
              </a:extLst>
            </p:cNvPr>
            <p:cNvSpPr/>
            <p:nvPr/>
          </p:nvSpPr>
          <p:spPr>
            <a:xfrm>
              <a:off x="2251025" y="2996950"/>
              <a:ext cx="1311225" cy="500025"/>
            </a:xfrm>
            <a:custGeom>
              <a:avLst/>
              <a:gdLst/>
              <a:ahLst/>
              <a:cxnLst/>
              <a:rect l="l" t="t" r="r" b="b"/>
              <a:pathLst>
                <a:path w="52449" h="20001" extrusionOk="0">
                  <a:moveTo>
                    <a:pt x="18380" y="0"/>
                  </a:moveTo>
                  <a:lnTo>
                    <a:pt x="1" y="11396"/>
                  </a:lnTo>
                  <a:lnTo>
                    <a:pt x="52449" y="20000"/>
                  </a:lnTo>
                  <a:cubicBezTo>
                    <a:pt x="51998" y="18062"/>
                    <a:pt x="50728" y="16425"/>
                    <a:pt x="48974" y="15539"/>
                  </a:cubicBezTo>
                  <a:lnTo>
                    <a:pt x="183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02;p76">
              <a:extLst>
                <a:ext uri="{FF2B5EF4-FFF2-40B4-BE49-F238E27FC236}">
                  <a16:creationId xmlns:a16="http://schemas.microsoft.com/office/drawing/2014/main" id="{4465D63A-F4D5-7401-F205-558B780F43E6}"/>
                </a:ext>
              </a:extLst>
            </p:cNvPr>
            <p:cNvSpPr/>
            <p:nvPr/>
          </p:nvSpPr>
          <p:spPr>
            <a:xfrm>
              <a:off x="1252275" y="3541225"/>
              <a:ext cx="477050" cy="146225"/>
            </a:xfrm>
            <a:custGeom>
              <a:avLst/>
              <a:gdLst/>
              <a:ahLst/>
              <a:cxnLst/>
              <a:rect l="l" t="t" r="r" b="b"/>
              <a:pathLst>
                <a:path w="19082" h="5849" extrusionOk="0">
                  <a:moveTo>
                    <a:pt x="12900" y="1"/>
                  </a:moveTo>
                  <a:lnTo>
                    <a:pt x="1" y="2423"/>
                  </a:lnTo>
                  <a:lnTo>
                    <a:pt x="16826" y="5848"/>
                  </a:lnTo>
                  <a:lnTo>
                    <a:pt x="19082" y="4579"/>
                  </a:lnTo>
                  <a:lnTo>
                    <a:pt x="129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03;p76">
              <a:extLst>
                <a:ext uri="{FF2B5EF4-FFF2-40B4-BE49-F238E27FC236}">
                  <a16:creationId xmlns:a16="http://schemas.microsoft.com/office/drawing/2014/main" id="{E841F066-2409-2985-3483-C2F295F306C5}"/>
                </a:ext>
              </a:extLst>
            </p:cNvPr>
            <p:cNvSpPr/>
            <p:nvPr/>
          </p:nvSpPr>
          <p:spPr>
            <a:xfrm>
              <a:off x="1252275" y="3549150"/>
              <a:ext cx="477050" cy="138300"/>
            </a:xfrm>
            <a:custGeom>
              <a:avLst/>
              <a:gdLst/>
              <a:ahLst/>
              <a:cxnLst/>
              <a:rect l="l" t="t" r="r" b="b"/>
              <a:pathLst>
                <a:path w="19082" h="5532" extrusionOk="0">
                  <a:moveTo>
                    <a:pt x="12448" y="1"/>
                  </a:moveTo>
                  <a:lnTo>
                    <a:pt x="1" y="2106"/>
                  </a:lnTo>
                  <a:lnTo>
                    <a:pt x="16826" y="5531"/>
                  </a:lnTo>
                  <a:lnTo>
                    <a:pt x="19082" y="4262"/>
                  </a:lnTo>
                  <a:lnTo>
                    <a:pt x="124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04;p76">
              <a:extLst>
                <a:ext uri="{FF2B5EF4-FFF2-40B4-BE49-F238E27FC236}">
                  <a16:creationId xmlns:a16="http://schemas.microsoft.com/office/drawing/2014/main" id="{6A058155-015B-C259-634B-4D976A6893AB}"/>
                </a:ext>
              </a:extLst>
            </p:cNvPr>
            <p:cNvSpPr/>
            <p:nvPr/>
          </p:nvSpPr>
          <p:spPr>
            <a:xfrm>
              <a:off x="988700" y="2228775"/>
              <a:ext cx="2458700" cy="1404700"/>
            </a:xfrm>
            <a:custGeom>
              <a:avLst/>
              <a:gdLst/>
              <a:ahLst/>
              <a:cxnLst/>
              <a:rect l="l" t="t" r="r" b="b"/>
              <a:pathLst>
                <a:path w="98348" h="56188" extrusionOk="0">
                  <a:moveTo>
                    <a:pt x="83828" y="0"/>
                  </a:moveTo>
                  <a:cubicBezTo>
                    <a:pt x="77866" y="0"/>
                    <a:pt x="72048" y="4278"/>
                    <a:pt x="72048" y="4278"/>
                  </a:cubicBezTo>
                  <a:lnTo>
                    <a:pt x="6350" y="47954"/>
                  </a:lnTo>
                  <a:lnTo>
                    <a:pt x="1538" y="52281"/>
                  </a:lnTo>
                  <a:lnTo>
                    <a:pt x="385" y="54219"/>
                  </a:lnTo>
                  <a:cubicBezTo>
                    <a:pt x="0" y="54905"/>
                    <a:pt x="301" y="55757"/>
                    <a:pt x="1036" y="56041"/>
                  </a:cubicBezTo>
                  <a:cubicBezTo>
                    <a:pt x="1306" y="56134"/>
                    <a:pt x="1576" y="56187"/>
                    <a:pt x="1845" y="56187"/>
                  </a:cubicBezTo>
                  <a:cubicBezTo>
                    <a:pt x="1960" y="56187"/>
                    <a:pt x="2075" y="56178"/>
                    <a:pt x="2189" y="56158"/>
                  </a:cubicBezTo>
                  <a:lnTo>
                    <a:pt x="23743" y="53167"/>
                  </a:lnTo>
                  <a:cubicBezTo>
                    <a:pt x="26751" y="52749"/>
                    <a:pt x="29675" y="51897"/>
                    <a:pt x="32415" y="50610"/>
                  </a:cubicBezTo>
                  <a:lnTo>
                    <a:pt x="43977" y="45180"/>
                  </a:lnTo>
                  <a:cubicBezTo>
                    <a:pt x="43977" y="45180"/>
                    <a:pt x="52883" y="44261"/>
                    <a:pt x="62106" y="37628"/>
                  </a:cubicBezTo>
                  <a:cubicBezTo>
                    <a:pt x="70260" y="31780"/>
                    <a:pt x="69542" y="29240"/>
                    <a:pt x="69542" y="29240"/>
                  </a:cubicBezTo>
                  <a:cubicBezTo>
                    <a:pt x="69542" y="29240"/>
                    <a:pt x="91179" y="15239"/>
                    <a:pt x="94989" y="8672"/>
                  </a:cubicBezTo>
                  <a:cubicBezTo>
                    <a:pt x="98347" y="2857"/>
                    <a:pt x="90093" y="2089"/>
                    <a:pt x="90093" y="2089"/>
                  </a:cubicBezTo>
                  <a:cubicBezTo>
                    <a:pt x="88165" y="561"/>
                    <a:pt x="85987" y="0"/>
                    <a:pt x="838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05;p76">
              <a:extLst>
                <a:ext uri="{FF2B5EF4-FFF2-40B4-BE49-F238E27FC236}">
                  <a16:creationId xmlns:a16="http://schemas.microsoft.com/office/drawing/2014/main" id="{84AD23CF-1929-075B-599D-641BF697E90D}"/>
                </a:ext>
              </a:extLst>
            </p:cNvPr>
            <p:cNvSpPr/>
            <p:nvPr/>
          </p:nvSpPr>
          <p:spPr>
            <a:xfrm>
              <a:off x="1360475" y="2478375"/>
              <a:ext cx="1416075" cy="918800"/>
            </a:xfrm>
            <a:custGeom>
              <a:avLst/>
              <a:gdLst/>
              <a:ahLst/>
              <a:cxnLst/>
              <a:rect l="l" t="t" r="r" b="b"/>
              <a:pathLst>
                <a:path w="56643" h="36752" extrusionOk="0">
                  <a:moveTo>
                    <a:pt x="56071" y="0"/>
                  </a:moveTo>
                  <a:cubicBezTo>
                    <a:pt x="55972" y="0"/>
                    <a:pt x="55866" y="30"/>
                    <a:pt x="55757" y="92"/>
                  </a:cubicBezTo>
                  <a:cubicBezTo>
                    <a:pt x="55389" y="325"/>
                    <a:pt x="55138" y="910"/>
                    <a:pt x="55188" y="1378"/>
                  </a:cubicBezTo>
                  <a:cubicBezTo>
                    <a:pt x="55248" y="1700"/>
                    <a:pt x="55452" y="1894"/>
                    <a:pt x="55698" y="1894"/>
                  </a:cubicBezTo>
                  <a:cubicBezTo>
                    <a:pt x="55797" y="1894"/>
                    <a:pt x="55902" y="1863"/>
                    <a:pt x="56007" y="1796"/>
                  </a:cubicBezTo>
                  <a:cubicBezTo>
                    <a:pt x="56375" y="1562"/>
                    <a:pt x="56642" y="977"/>
                    <a:pt x="56575" y="509"/>
                  </a:cubicBezTo>
                  <a:cubicBezTo>
                    <a:pt x="56516" y="186"/>
                    <a:pt x="56319" y="0"/>
                    <a:pt x="56071" y="0"/>
                  </a:cubicBezTo>
                  <a:close/>
                  <a:moveTo>
                    <a:pt x="51840" y="2686"/>
                  </a:moveTo>
                  <a:cubicBezTo>
                    <a:pt x="51734" y="2686"/>
                    <a:pt x="51617" y="2723"/>
                    <a:pt x="51496" y="2798"/>
                  </a:cubicBezTo>
                  <a:cubicBezTo>
                    <a:pt x="51128" y="3032"/>
                    <a:pt x="50878" y="3617"/>
                    <a:pt x="50928" y="4068"/>
                  </a:cubicBezTo>
                  <a:cubicBezTo>
                    <a:pt x="50987" y="4399"/>
                    <a:pt x="51187" y="4587"/>
                    <a:pt x="51430" y="4587"/>
                  </a:cubicBezTo>
                  <a:cubicBezTo>
                    <a:pt x="51531" y="4587"/>
                    <a:pt x="51639" y="4555"/>
                    <a:pt x="51747" y="4486"/>
                  </a:cubicBezTo>
                  <a:cubicBezTo>
                    <a:pt x="52114" y="4252"/>
                    <a:pt x="52381" y="3667"/>
                    <a:pt x="52315" y="3216"/>
                  </a:cubicBezTo>
                  <a:cubicBezTo>
                    <a:pt x="52268" y="2878"/>
                    <a:pt x="52083" y="2686"/>
                    <a:pt x="51840" y="2686"/>
                  </a:cubicBezTo>
                  <a:close/>
                  <a:moveTo>
                    <a:pt x="47596" y="5360"/>
                  </a:moveTo>
                  <a:cubicBezTo>
                    <a:pt x="47490" y="5360"/>
                    <a:pt x="47373" y="5396"/>
                    <a:pt x="47252" y="5472"/>
                  </a:cubicBezTo>
                  <a:cubicBezTo>
                    <a:pt x="46884" y="5706"/>
                    <a:pt x="46634" y="6290"/>
                    <a:pt x="46684" y="6742"/>
                  </a:cubicBezTo>
                  <a:cubicBezTo>
                    <a:pt x="46743" y="7072"/>
                    <a:pt x="46943" y="7261"/>
                    <a:pt x="47186" y="7261"/>
                  </a:cubicBezTo>
                  <a:cubicBezTo>
                    <a:pt x="47287" y="7261"/>
                    <a:pt x="47395" y="7228"/>
                    <a:pt x="47503" y="7159"/>
                  </a:cubicBezTo>
                  <a:cubicBezTo>
                    <a:pt x="47887" y="6925"/>
                    <a:pt x="48137" y="6341"/>
                    <a:pt x="48071" y="5889"/>
                  </a:cubicBezTo>
                  <a:cubicBezTo>
                    <a:pt x="48024" y="5551"/>
                    <a:pt x="47839" y="5360"/>
                    <a:pt x="47596" y="5360"/>
                  </a:cubicBezTo>
                  <a:close/>
                  <a:moveTo>
                    <a:pt x="43344" y="8044"/>
                  </a:moveTo>
                  <a:cubicBezTo>
                    <a:pt x="43242" y="8044"/>
                    <a:pt x="43133" y="8076"/>
                    <a:pt x="43025" y="8145"/>
                  </a:cubicBezTo>
                  <a:cubicBezTo>
                    <a:pt x="42640" y="8379"/>
                    <a:pt x="42390" y="8947"/>
                    <a:pt x="42457" y="9415"/>
                  </a:cubicBezTo>
                  <a:cubicBezTo>
                    <a:pt x="42516" y="9745"/>
                    <a:pt x="42708" y="9934"/>
                    <a:pt x="42951" y="9934"/>
                  </a:cubicBezTo>
                  <a:cubicBezTo>
                    <a:pt x="43052" y="9934"/>
                    <a:pt x="43162" y="9901"/>
                    <a:pt x="43275" y="9833"/>
                  </a:cubicBezTo>
                  <a:cubicBezTo>
                    <a:pt x="43643" y="9599"/>
                    <a:pt x="43894" y="9014"/>
                    <a:pt x="43827" y="8563"/>
                  </a:cubicBezTo>
                  <a:cubicBezTo>
                    <a:pt x="43791" y="8232"/>
                    <a:pt x="43589" y="8044"/>
                    <a:pt x="43344" y="8044"/>
                  </a:cubicBezTo>
                  <a:close/>
                  <a:moveTo>
                    <a:pt x="39110" y="10723"/>
                  </a:moveTo>
                  <a:cubicBezTo>
                    <a:pt x="39005" y="10723"/>
                    <a:pt x="38892" y="10759"/>
                    <a:pt x="38781" y="10835"/>
                  </a:cubicBezTo>
                  <a:cubicBezTo>
                    <a:pt x="38396" y="11069"/>
                    <a:pt x="38146" y="11654"/>
                    <a:pt x="38213" y="12105"/>
                  </a:cubicBezTo>
                  <a:cubicBezTo>
                    <a:pt x="38272" y="12435"/>
                    <a:pt x="38464" y="12624"/>
                    <a:pt x="38707" y="12624"/>
                  </a:cubicBezTo>
                  <a:cubicBezTo>
                    <a:pt x="38808" y="12624"/>
                    <a:pt x="38918" y="12591"/>
                    <a:pt x="39031" y="12523"/>
                  </a:cubicBezTo>
                  <a:cubicBezTo>
                    <a:pt x="39399" y="12305"/>
                    <a:pt x="39650" y="11721"/>
                    <a:pt x="39599" y="11253"/>
                  </a:cubicBezTo>
                  <a:cubicBezTo>
                    <a:pt x="39553" y="10915"/>
                    <a:pt x="39352" y="10723"/>
                    <a:pt x="39110" y="10723"/>
                  </a:cubicBezTo>
                  <a:close/>
                  <a:moveTo>
                    <a:pt x="34873" y="13397"/>
                  </a:moveTo>
                  <a:cubicBezTo>
                    <a:pt x="34768" y="13397"/>
                    <a:pt x="34653" y="13433"/>
                    <a:pt x="34537" y="13509"/>
                  </a:cubicBezTo>
                  <a:cubicBezTo>
                    <a:pt x="34169" y="13742"/>
                    <a:pt x="33918" y="14327"/>
                    <a:pt x="33969" y="14778"/>
                  </a:cubicBezTo>
                  <a:cubicBezTo>
                    <a:pt x="34016" y="15109"/>
                    <a:pt x="34221" y="15297"/>
                    <a:pt x="34467" y="15297"/>
                  </a:cubicBezTo>
                  <a:cubicBezTo>
                    <a:pt x="34570" y="15297"/>
                    <a:pt x="34679" y="15265"/>
                    <a:pt x="34787" y="15196"/>
                  </a:cubicBezTo>
                  <a:cubicBezTo>
                    <a:pt x="35155" y="14979"/>
                    <a:pt x="35406" y="14394"/>
                    <a:pt x="35355" y="13926"/>
                  </a:cubicBezTo>
                  <a:cubicBezTo>
                    <a:pt x="35309" y="13588"/>
                    <a:pt x="35116" y="13397"/>
                    <a:pt x="34873" y="13397"/>
                  </a:cubicBezTo>
                  <a:close/>
                  <a:moveTo>
                    <a:pt x="30612" y="16083"/>
                  </a:moveTo>
                  <a:cubicBezTo>
                    <a:pt x="30512" y="16083"/>
                    <a:pt x="30403" y="16115"/>
                    <a:pt x="30293" y="16182"/>
                  </a:cubicBezTo>
                  <a:cubicBezTo>
                    <a:pt x="29925" y="16416"/>
                    <a:pt x="29675" y="17001"/>
                    <a:pt x="29741" y="17452"/>
                  </a:cubicBezTo>
                  <a:cubicBezTo>
                    <a:pt x="29800" y="17782"/>
                    <a:pt x="29993" y="17971"/>
                    <a:pt x="30230" y="17971"/>
                  </a:cubicBezTo>
                  <a:cubicBezTo>
                    <a:pt x="30329" y="17971"/>
                    <a:pt x="30435" y="17938"/>
                    <a:pt x="30543" y="17869"/>
                  </a:cubicBezTo>
                  <a:cubicBezTo>
                    <a:pt x="30928" y="17652"/>
                    <a:pt x="31178" y="17067"/>
                    <a:pt x="31111" y="16600"/>
                  </a:cubicBezTo>
                  <a:cubicBezTo>
                    <a:pt x="31064" y="16278"/>
                    <a:pt x="30863" y="16083"/>
                    <a:pt x="30612" y="16083"/>
                  </a:cubicBezTo>
                  <a:close/>
                  <a:moveTo>
                    <a:pt x="26387" y="18763"/>
                  </a:moveTo>
                  <a:cubicBezTo>
                    <a:pt x="26284" y="18763"/>
                    <a:pt x="26174" y="18798"/>
                    <a:pt x="26065" y="18872"/>
                  </a:cubicBezTo>
                  <a:cubicBezTo>
                    <a:pt x="25681" y="19106"/>
                    <a:pt x="25431" y="19691"/>
                    <a:pt x="25497" y="20159"/>
                  </a:cubicBezTo>
                  <a:cubicBezTo>
                    <a:pt x="25557" y="20481"/>
                    <a:pt x="25754" y="20667"/>
                    <a:pt x="25996" y="20667"/>
                  </a:cubicBezTo>
                  <a:cubicBezTo>
                    <a:pt x="26092" y="20667"/>
                    <a:pt x="26195" y="20638"/>
                    <a:pt x="26299" y="20576"/>
                  </a:cubicBezTo>
                  <a:cubicBezTo>
                    <a:pt x="26684" y="20342"/>
                    <a:pt x="26934" y="19757"/>
                    <a:pt x="26867" y="19290"/>
                  </a:cubicBezTo>
                  <a:cubicBezTo>
                    <a:pt x="26832" y="18960"/>
                    <a:pt x="26631" y="18763"/>
                    <a:pt x="26387" y="18763"/>
                  </a:cubicBezTo>
                  <a:close/>
                  <a:moveTo>
                    <a:pt x="22143" y="21437"/>
                  </a:moveTo>
                  <a:cubicBezTo>
                    <a:pt x="22040" y="21437"/>
                    <a:pt x="21930" y="21471"/>
                    <a:pt x="21821" y="21545"/>
                  </a:cubicBezTo>
                  <a:cubicBezTo>
                    <a:pt x="21437" y="21779"/>
                    <a:pt x="21187" y="22364"/>
                    <a:pt x="21253" y="22832"/>
                  </a:cubicBezTo>
                  <a:cubicBezTo>
                    <a:pt x="21313" y="23155"/>
                    <a:pt x="21510" y="23341"/>
                    <a:pt x="21758" y="23341"/>
                  </a:cubicBezTo>
                  <a:cubicBezTo>
                    <a:pt x="21856" y="23341"/>
                    <a:pt x="21963" y="23311"/>
                    <a:pt x="22072" y="23250"/>
                  </a:cubicBezTo>
                  <a:cubicBezTo>
                    <a:pt x="22440" y="23016"/>
                    <a:pt x="22690" y="22431"/>
                    <a:pt x="22640" y="21963"/>
                  </a:cubicBezTo>
                  <a:cubicBezTo>
                    <a:pt x="22593" y="21633"/>
                    <a:pt x="22389" y="21437"/>
                    <a:pt x="22143" y="21437"/>
                  </a:cubicBezTo>
                  <a:close/>
                  <a:moveTo>
                    <a:pt x="17895" y="24128"/>
                  </a:moveTo>
                  <a:cubicBezTo>
                    <a:pt x="17795" y="24128"/>
                    <a:pt x="17687" y="24157"/>
                    <a:pt x="17577" y="24219"/>
                  </a:cubicBezTo>
                  <a:cubicBezTo>
                    <a:pt x="17210" y="24453"/>
                    <a:pt x="16959" y="25037"/>
                    <a:pt x="17009" y="25505"/>
                  </a:cubicBezTo>
                  <a:cubicBezTo>
                    <a:pt x="17069" y="25828"/>
                    <a:pt x="17274" y="26014"/>
                    <a:pt x="17521" y="26014"/>
                  </a:cubicBezTo>
                  <a:cubicBezTo>
                    <a:pt x="17619" y="26014"/>
                    <a:pt x="17724" y="25985"/>
                    <a:pt x="17828" y="25923"/>
                  </a:cubicBezTo>
                  <a:cubicBezTo>
                    <a:pt x="18212" y="25689"/>
                    <a:pt x="18463" y="25104"/>
                    <a:pt x="18396" y="24636"/>
                  </a:cubicBezTo>
                  <a:cubicBezTo>
                    <a:pt x="18348" y="24314"/>
                    <a:pt x="18147" y="24128"/>
                    <a:pt x="17895" y="24128"/>
                  </a:cubicBezTo>
                  <a:close/>
                  <a:moveTo>
                    <a:pt x="13670" y="26814"/>
                  </a:moveTo>
                  <a:cubicBezTo>
                    <a:pt x="13565" y="26814"/>
                    <a:pt x="13450" y="26850"/>
                    <a:pt x="13334" y="26925"/>
                  </a:cubicBezTo>
                  <a:cubicBezTo>
                    <a:pt x="12966" y="27143"/>
                    <a:pt x="12715" y="27727"/>
                    <a:pt x="12782" y="28195"/>
                  </a:cubicBezTo>
                  <a:cubicBezTo>
                    <a:pt x="12830" y="28517"/>
                    <a:pt x="13031" y="28711"/>
                    <a:pt x="13275" y="28711"/>
                  </a:cubicBezTo>
                  <a:cubicBezTo>
                    <a:pt x="13373" y="28711"/>
                    <a:pt x="13479" y="28680"/>
                    <a:pt x="13584" y="28613"/>
                  </a:cubicBezTo>
                  <a:cubicBezTo>
                    <a:pt x="13968" y="28379"/>
                    <a:pt x="14219" y="27794"/>
                    <a:pt x="14152" y="27343"/>
                  </a:cubicBezTo>
                  <a:cubicBezTo>
                    <a:pt x="14106" y="27005"/>
                    <a:pt x="13913" y="26814"/>
                    <a:pt x="13670" y="26814"/>
                  </a:cubicBezTo>
                  <a:close/>
                  <a:moveTo>
                    <a:pt x="9435" y="29487"/>
                  </a:moveTo>
                  <a:cubicBezTo>
                    <a:pt x="9330" y="29487"/>
                    <a:pt x="9217" y="29523"/>
                    <a:pt x="9106" y="29599"/>
                  </a:cubicBezTo>
                  <a:cubicBezTo>
                    <a:pt x="8722" y="29816"/>
                    <a:pt x="8471" y="30401"/>
                    <a:pt x="8538" y="30869"/>
                  </a:cubicBezTo>
                  <a:cubicBezTo>
                    <a:pt x="8598" y="31190"/>
                    <a:pt x="8793" y="31385"/>
                    <a:pt x="9040" y="31385"/>
                  </a:cubicBezTo>
                  <a:cubicBezTo>
                    <a:pt x="9139" y="31385"/>
                    <a:pt x="9247" y="31353"/>
                    <a:pt x="9357" y="31286"/>
                  </a:cubicBezTo>
                  <a:cubicBezTo>
                    <a:pt x="9724" y="31052"/>
                    <a:pt x="9975" y="30468"/>
                    <a:pt x="9908" y="30017"/>
                  </a:cubicBezTo>
                  <a:cubicBezTo>
                    <a:pt x="9873" y="29679"/>
                    <a:pt x="9676" y="29487"/>
                    <a:pt x="9435" y="29487"/>
                  </a:cubicBezTo>
                  <a:close/>
                  <a:moveTo>
                    <a:pt x="5176" y="32171"/>
                  </a:moveTo>
                  <a:cubicBezTo>
                    <a:pt x="5077" y="32171"/>
                    <a:pt x="4970" y="32203"/>
                    <a:pt x="4862" y="32272"/>
                  </a:cubicBezTo>
                  <a:cubicBezTo>
                    <a:pt x="4478" y="32489"/>
                    <a:pt x="4227" y="33074"/>
                    <a:pt x="4294" y="33542"/>
                  </a:cubicBezTo>
                  <a:cubicBezTo>
                    <a:pt x="4354" y="33864"/>
                    <a:pt x="4549" y="34058"/>
                    <a:pt x="4796" y="34058"/>
                  </a:cubicBezTo>
                  <a:cubicBezTo>
                    <a:pt x="4895" y="34058"/>
                    <a:pt x="5003" y="34027"/>
                    <a:pt x="5113" y="33960"/>
                  </a:cubicBezTo>
                  <a:cubicBezTo>
                    <a:pt x="5480" y="33726"/>
                    <a:pt x="5731" y="33141"/>
                    <a:pt x="5664" y="32690"/>
                  </a:cubicBezTo>
                  <a:cubicBezTo>
                    <a:pt x="5605" y="32360"/>
                    <a:pt x="5413" y="32171"/>
                    <a:pt x="5176" y="32171"/>
                  </a:cubicBezTo>
                  <a:close/>
                  <a:moveTo>
                    <a:pt x="944" y="34850"/>
                  </a:moveTo>
                  <a:cubicBezTo>
                    <a:pt x="841" y="34850"/>
                    <a:pt x="730" y="34886"/>
                    <a:pt x="618" y="34962"/>
                  </a:cubicBezTo>
                  <a:cubicBezTo>
                    <a:pt x="251" y="35196"/>
                    <a:pt x="0" y="35781"/>
                    <a:pt x="50" y="36232"/>
                  </a:cubicBezTo>
                  <a:cubicBezTo>
                    <a:pt x="109" y="36562"/>
                    <a:pt x="310" y="36751"/>
                    <a:pt x="552" y="36751"/>
                  </a:cubicBezTo>
                  <a:cubicBezTo>
                    <a:pt x="653" y="36751"/>
                    <a:pt x="761" y="36719"/>
                    <a:pt x="869" y="36650"/>
                  </a:cubicBezTo>
                  <a:cubicBezTo>
                    <a:pt x="1237" y="36416"/>
                    <a:pt x="1487" y="35831"/>
                    <a:pt x="1437" y="35380"/>
                  </a:cubicBezTo>
                  <a:cubicBezTo>
                    <a:pt x="1379" y="35042"/>
                    <a:pt x="1182" y="34850"/>
                    <a:pt x="944" y="34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06;p76">
              <a:extLst>
                <a:ext uri="{FF2B5EF4-FFF2-40B4-BE49-F238E27FC236}">
                  <a16:creationId xmlns:a16="http://schemas.microsoft.com/office/drawing/2014/main" id="{4B5BB84A-DFFE-3885-9CA9-792A42224B69}"/>
                </a:ext>
              </a:extLst>
            </p:cNvPr>
            <p:cNvSpPr/>
            <p:nvPr/>
          </p:nvSpPr>
          <p:spPr>
            <a:xfrm>
              <a:off x="1199650" y="3120600"/>
              <a:ext cx="479125" cy="292400"/>
            </a:xfrm>
            <a:custGeom>
              <a:avLst/>
              <a:gdLst/>
              <a:ahLst/>
              <a:cxnLst/>
              <a:rect l="l" t="t" r="r" b="b"/>
              <a:pathLst>
                <a:path w="19165" h="11696" extrusionOk="0">
                  <a:moveTo>
                    <a:pt x="17494" y="0"/>
                  </a:moveTo>
                  <a:lnTo>
                    <a:pt x="0" y="11696"/>
                  </a:lnTo>
                  <a:lnTo>
                    <a:pt x="0" y="11696"/>
                  </a:lnTo>
                  <a:lnTo>
                    <a:pt x="19165" y="852"/>
                  </a:lnTo>
                  <a:lnTo>
                    <a:pt x="174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07;p76">
              <a:extLst>
                <a:ext uri="{FF2B5EF4-FFF2-40B4-BE49-F238E27FC236}">
                  <a16:creationId xmlns:a16="http://schemas.microsoft.com/office/drawing/2014/main" id="{A83E36AF-649E-D596-CAA6-671AAB27A186}"/>
                </a:ext>
              </a:extLst>
            </p:cNvPr>
            <p:cNvSpPr/>
            <p:nvPr/>
          </p:nvSpPr>
          <p:spPr>
            <a:xfrm>
              <a:off x="2205075" y="2278900"/>
              <a:ext cx="731450" cy="467450"/>
            </a:xfrm>
            <a:custGeom>
              <a:avLst/>
              <a:gdLst/>
              <a:ahLst/>
              <a:cxnLst/>
              <a:rect l="l" t="t" r="r" b="b"/>
              <a:pathLst>
                <a:path w="29258" h="18698" extrusionOk="0">
                  <a:moveTo>
                    <a:pt x="29258" y="0"/>
                  </a:moveTo>
                  <a:lnTo>
                    <a:pt x="1" y="18697"/>
                  </a:lnTo>
                  <a:lnTo>
                    <a:pt x="1" y="18697"/>
                  </a:lnTo>
                  <a:lnTo>
                    <a:pt x="27887" y="4679"/>
                  </a:lnTo>
                  <a:cubicBezTo>
                    <a:pt x="27887" y="4679"/>
                    <a:pt x="27369" y="2423"/>
                    <a:pt x="292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08;p76">
              <a:extLst>
                <a:ext uri="{FF2B5EF4-FFF2-40B4-BE49-F238E27FC236}">
                  <a16:creationId xmlns:a16="http://schemas.microsoft.com/office/drawing/2014/main" id="{5B35785E-0E1C-996C-82CE-5FB64C70FEB3}"/>
                </a:ext>
              </a:extLst>
            </p:cNvPr>
            <p:cNvSpPr/>
            <p:nvPr/>
          </p:nvSpPr>
          <p:spPr>
            <a:xfrm>
              <a:off x="1684200" y="2898775"/>
              <a:ext cx="768600" cy="547225"/>
            </a:xfrm>
            <a:custGeom>
              <a:avLst/>
              <a:gdLst/>
              <a:ahLst/>
              <a:cxnLst/>
              <a:rect l="l" t="t" r="r" b="b"/>
              <a:pathLst>
                <a:path w="30744" h="21889" extrusionOk="0">
                  <a:moveTo>
                    <a:pt x="24127" y="1"/>
                  </a:moveTo>
                  <a:cubicBezTo>
                    <a:pt x="17828" y="2039"/>
                    <a:pt x="13217" y="5197"/>
                    <a:pt x="13217" y="5197"/>
                  </a:cubicBezTo>
                  <a:lnTo>
                    <a:pt x="8438" y="11312"/>
                  </a:lnTo>
                  <a:cubicBezTo>
                    <a:pt x="8438" y="11312"/>
                    <a:pt x="14069" y="14988"/>
                    <a:pt x="0" y="21889"/>
                  </a:cubicBezTo>
                  <a:cubicBezTo>
                    <a:pt x="5447" y="19583"/>
                    <a:pt x="16375" y="16425"/>
                    <a:pt x="16375" y="16425"/>
                  </a:cubicBezTo>
                  <a:lnTo>
                    <a:pt x="26149" y="13551"/>
                  </a:lnTo>
                  <a:lnTo>
                    <a:pt x="29023" y="10962"/>
                  </a:lnTo>
                  <a:cubicBezTo>
                    <a:pt x="29023" y="10962"/>
                    <a:pt x="30744" y="6567"/>
                    <a:pt x="24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09;p76">
              <a:extLst>
                <a:ext uri="{FF2B5EF4-FFF2-40B4-BE49-F238E27FC236}">
                  <a16:creationId xmlns:a16="http://schemas.microsoft.com/office/drawing/2014/main" id="{42DAF356-02AF-8718-F402-334C2C290BEC}"/>
                </a:ext>
              </a:extLst>
            </p:cNvPr>
            <p:cNvSpPr/>
            <p:nvPr/>
          </p:nvSpPr>
          <p:spPr>
            <a:xfrm>
              <a:off x="1039425" y="2302700"/>
              <a:ext cx="2339450" cy="1329625"/>
            </a:xfrm>
            <a:custGeom>
              <a:avLst/>
              <a:gdLst/>
              <a:ahLst/>
              <a:cxnLst/>
              <a:rect l="l" t="t" r="r" b="b"/>
              <a:pathLst>
                <a:path w="93578" h="53185" extrusionOk="0">
                  <a:moveTo>
                    <a:pt x="88816" y="1"/>
                  </a:moveTo>
                  <a:cubicBezTo>
                    <a:pt x="89752" y="819"/>
                    <a:pt x="90387" y="2039"/>
                    <a:pt x="89501" y="3560"/>
                  </a:cubicBezTo>
                  <a:cubicBezTo>
                    <a:pt x="85708" y="10143"/>
                    <a:pt x="64321" y="23810"/>
                    <a:pt x="64321" y="23810"/>
                  </a:cubicBezTo>
                  <a:cubicBezTo>
                    <a:pt x="64321" y="23810"/>
                    <a:pt x="65023" y="26367"/>
                    <a:pt x="56886" y="32215"/>
                  </a:cubicBezTo>
                  <a:cubicBezTo>
                    <a:pt x="47646" y="38831"/>
                    <a:pt x="38757" y="39750"/>
                    <a:pt x="38757" y="39750"/>
                  </a:cubicBezTo>
                  <a:lnTo>
                    <a:pt x="28498" y="44328"/>
                  </a:lnTo>
                  <a:cubicBezTo>
                    <a:pt x="25758" y="45615"/>
                    <a:pt x="22667" y="46567"/>
                    <a:pt x="18506" y="47737"/>
                  </a:cubicBezTo>
                  <a:cubicBezTo>
                    <a:pt x="18506" y="47737"/>
                    <a:pt x="1" y="53185"/>
                    <a:pt x="155" y="53185"/>
                  </a:cubicBezTo>
                  <a:cubicBezTo>
                    <a:pt x="156" y="53185"/>
                    <a:pt x="158" y="53184"/>
                    <a:pt x="160" y="53184"/>
                  </a:cubicBezTo>
                  <a:lnTo>
                    <a:pt x="21647" y="49107"/>
                  </a:lnTo>
                  <a:cubicBezTo>
                    <a:pt x="24655" y="48689"/>
                    <a:pt x="27763" y="47754"/>
                    <a:pt x="29567" y="47019"/>
                  </a:cubicBezTo>
                  <a:lnTo>
                    <a:pt x="41932" y="42190"/>
                  </a:lnTo>
                  <a:cubicBezTo>
                    <a:pt x="41932" y="42190"/>
                    <a:pt x="50821" y="41271"/>
                    <a:pt x="60061" y="34654"/>
                  </a:cubicBezTo>
                  <a:cubicBezTo>
                    <a:pt x="68198" y="28806"/>
                    <a:pt x="66677" y="25531"/>
                    <a:pt x="66677" y="25531"/>
                  </a:cubicBezTo>
                  <a:cubicBezTo>
                    <a:pt x="66677" y="25531"/>
                    <a:pt x="87813" y="12265"/>
                    <a:pt x="91389" y="5531"/>
                  </a:cubicBezTo>
                  <a:cubicBezTo>
                    <a:pt x="93578" y="1421"/>
                    <a:pt x="90971" y="719"/>
                    <a:pt x="888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10;p76">
              <a:extLst>
                <a:ext uri="{FF2B5EF4-FFF2-40B4-BE49-F238E27FC236}">
                  <a16:creationId xmlns:a16="http://schemas.microsoft.com/office/drawing/2014/main" id="{02729344-591B-1BC3-6EF2-9524226E0FF5}"/>
                </a:ext>
              </a:extLst>
            </p:cNvPr>
            <p:cNvSpPr/>
            <p:nvPr/>
          </p:nvSpPr>
          <p:spPr>
            <a:xfrm>
              <a:off x="1110250" y="2887500"/>
              <a:ext cx="346725" cy="520925"/>
            </a:xfrm>
            <a:custGeom>
              <a:avLst/>
              <a:gdLst/>
              <a:ahLst/>
              <a:cxnLst/>
              <a:rect l="l" t="t" r="r" b="b"/>
              <a:pathLst>
                <a:path w="13869" h="20837" extrusionOk="0">
                  <a:moveTo>
                    <a:pt x="1" y="1"/>
                  </a:moveTo>
                  <a:lnTo>
                    <a:pt x="2423" y="20836"/>
                  </a:lnTo>
                  <a:lnTo>
                    <a:pt x="13869" y="13434"/>
                  </a:lnTo>
                  <a:lnTo>
                    <a:pt x="7520" y="26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11;p76">
              <a:extLst>
                <a:ext uri="{FF2B5EF4-FFF2-40B4-BE49-F238E27FC236}">
                  <a16:creationId xmlns:a16="http://schemas.microsoft.com/office/drawing/2014/main" id="{9D68088A-3B37-8F09-99E8-2A22576A9997}"/>
                </a:ext>
              </a:extLst>
            </p:cNvPr>
            <p:cNvSpPr/>
            <p:nvPr/>
          </p:nvSpPr>
          <p:spPr>
            <a:xfrm>
              <a:off x="460300" y="2598875"/>
              <a:ext cx="1826675" cy="299925"/>
            </a:xfrm>
            <a:custGeom>
              <a:avLst/>
              <a:gdLst/>
              <a:ahLst/>
              <a:cxnLst/>
              <a:rect l="l" t="t" r="r" b="b"/>
              <a:pathLst>
                <a:path w="73067" h="11997" extrusionOk="0">
                  <a:moveTo>
                    <a:pt x="0" y="0"/>
                  </a:moveTo>
                  <a:cubicBezTo>
                    <a:pt x="1" y="0"/>
                    <a:pt x="24395" y="7937"/>
                    <a:pt x="25013" y="8020"/>
                  </a:cubicBezTo>
                  <a:lnTo>
                    <a:pt x="73067" y="11997"/>
                  </a:lnTo>
                  <a:lnTo>
                    <a:pt x="73067" y="11997"/>
                  </a:lnTo>
                  <a:lnTo>
                    <a:pt x="71028" y="10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12;p76">
              <a:extLst>
                <a:ext uri="{FF2B5EF4-FFF2-40B4-BE49-F238E27FC236}">
                  <a16:creationId xmlns:a16="http://schemas.microsoft.com/office/drawing/2014/main" id="{EBDAC78F-513C-B65D-A531-BAA7F6D81632}"/>
                </a:ext>
              </a:extLst>
            </p:cNvPr>
            <p:cNvSpPr/>
            <p:nvPr/>
          </p:nvSpPr>
          <p:spPr>
            <a:xfrm>
              <a:off x="709250" y="2903800"/>
              <a:ext cx="480400" cy="311625"/>
            </a:xfrm>
            <a:custGeom>
              <a:avLst/>
              <a:gdLst/>
              <a:ahLst/>
              <a:cxnLst/>
              <a:rect l="l" t="t" r="r" b="b"/>
              <a:pathLst>
                <a:path w="19216" h="12465" extrusionOk="0">
                  <a:moveTo>
                    <a:pt x="15823" y="0"/>
                  </a:moveTo>
                  <a:cubicBezTo>
                    <a:pt x="13852" y="268"/>
                    <a:pt x="13818" y="2089"/>
                    <a:pt x="13818" y="2089"/>
                  </a:cubicBezTo>
                  <a:cubicBezTo>
                    <a:pt x="13818" y="2089"/>
                    <a:pt x="13241" y="1319"/>
                    <a:pt x="12702" y="1319"/>
                  </a:cubicBezTo>
                  <a:cubicBezTo>
                    <a:pt x="12567" y="1319"/>
                    <a:pt x="12435" y="1367"/>
                    <a:pt x="12315" y="1487"/>
                  </a:cubicBezTo>
                  <a:cubicBezTo>
                    <a:pt x="11713" y="2089"/>
                    <a:pt x="12114" y="3309"/>
                    <a:pt x="12114" y="3309"/>
                  </a:cubicBezTo>
                  <a:cubicBezTo>
                    <a:pt x="12114" y="3309"/>
                    <a:pt x="11795" y="3034"/>
                    <a:pt x="11285" y="3034"/>
                  </a:cubicBezTo>
                  <a:cubicBezTo>
                    <a:pt x="11030" y="3034"/>
                    <a:pt x="10727" y="3103"/>
                    <a:pt x="10393" y="3309"/>
                  </a:cubicBezTo>
                  <a:cubicBezTo>
                    <a:pt x="9391" y="3910"/>
                    <a:pt x="9691" y="5414"/>
                    <a:pt x="9691" y="5414"/>
                  </a:cubicBezTo>
                  <a:cubicBezTo>
                    <a:pt x="9691" y="5414"/>
                    <a:pt x="9620" y="5383"/>
                    <a:pt x="9488" y="5383"/>
                  </a:cubicBezTo>
                  <a:cubicBezTo>
                    <a:pt x="9269" y="5383"/>
                    <a:pt x="8882" y="5467"/>
                    <a:pt x="8371" y="5915"/>
                  </a:cubicBezTo>
                  <a:cubicBezTo>
                    <a:pt x="7553" y="6617"/>
                    <a:pt x="7553" y="7335"/>
                    <a:pt x="7553" y="7335"/>
                  </a:cubicBezTo>
                  <a:lnTo>
                    <a:pt x="0" y="12465"/>
                  </a:lnTo>
                  <a:lnTo>
                    <a:pt x="19215" y="1187"/>
                  </a:lnTo>
                  <a:lnTo>
                    <a:pt x="158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13;p76">
              <a:extLst>
                <a:ext uri="{FF2B5EF4-FFF2-40B4-BE49-F238E27FC236}">
                  <a16:creationId xmlns:a16="http://schemas.microsoft.com/office/drawing/2014/main" id="{5C72F270-149B-149D-3D9D-457BC1E2337C}"/>
                </a:ext>
              </a:extLst>
            </p:cNvPr>
            <p:cNvSpPr/>
            <p:nvPr/>
          </p:nvSpPr>
          <p:spPr>
            <a:xfrm>
              <a:off x="176650" y="2581275"/>
              <a:ext cx="2110750" cy="600325"/>
            </a:xfrm>
            <a:custGeom>
              <a:avLst/>
              <a:gdLst/>
              <a:ahLst/>
              <a:cxnLst/>
              <a:rect l="l" t="t" r="r" b="b"/>
              <a:pathLst>
                <a:path w="84430" h="24013" extrusionOk="0">
                  <a:moveTo>
                    <a:pt x="5790" y="1"/>
                  </a:moveTo>
                  <a:cubicBezTo>
                    <a:pt x="4348" y="1"/>
                    <a:pt x="2908" y="202"/>
                    <a:pt x="1521" y="604"/>
                  </a:cubicBezTo>
                  <a:lnTo>
                    <a:pt x="1" y="1038"/>
                  </a:lnTo>
                  <a:lnTo>
                    <a:pt x="68740" y="24012"/>
                  </a:lnTo>
                  <a:lnTo>
                    <a:pt x="84429" y="12718"/>
                  </a:lnTo>
                  <a:lnTo>
                    <a:pt x="8288" y="203"/>
                  </a:lnTo>
                  <a:cubicBezTo>
                    <a:pt x="7461" y="68"/>
                    <a:pt x="6625" y="1"/>
                    <a:pt x="57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14;p76">
              <a:extLst>
                <a:ext uri="{FF2B5EF4-FFF2-40B4-BE49-F238E27FC236}">
                  <a16:creationId xmlns:a16="http://schemas.microsoft.com/office/drawing/2014/main" id="{89DA9FE6-9BC1-3062-E5C1-E9E91C93E823}"/>
                </a:ext>
              </a:extLst>
            </p:cNvPr>
            <p:cNvSpPr/>
            <p:nvPr/>
          </p:nvSpPr>
          <p:spPr>
            <a:xfrm>
              <a:off x="1637400" y="2724175"/>
              <a:ext cx="389750" cy="360525"/>
            </a:xfrm>
            <a:custGeom>
              <a:avLst/>
              <a:gdLst/>
              <a:ahLst/>
              <a:cxnLst/>
              <a:rect l="l" t="t" r="r" b="b"/>
              <a:pathLst>
                <a:path w="15590" h="14421" extrusionOk="0">
                  <a:moveTo>
                    <a:pt x="12432" y="1"/>
                  </a:moveTo>
                  <a:cubicBezTo>
                    <a:pt x="12432" y="1"/>
                    <a:pt x="7503" y="1504"/>
                    <a:pt x="2006" y="6751"/>
                  </a:cubicBezTo>
                  <a:cubicBezTo>
                    <a:pt x="2006" y="6751"/>
                    <a:pt x="1" y="8255"/>
                    <a:pt x="820" y="11212"/>
                  </a:cubicBezTo>
                  <a:cubicBezTo>
                    <a:pt x="1638" y="14186"/>
                    <a:pt x="4312" y="14420"/>
                    <a:pt x="4312" y="14420"/>
                  </a:cubicBezTo>
                  <a:lnTo>
                    <a:pt x="9191" y="13551"/>
                  </a:lnTo>
                  <a:cubicBezTo>
                    <a:pt x="10494" y="13351"/>
                    <a:pt x="11747" y="12883"/>
                    <a:pt x="12866" y="12198"/>
                  </a:cubicBezTo>
                  <a:lnTo>
                    <a:pt x="15590" y="10527"/>
                  </a:lnTo>
                  <a:lnTo>
                    <a:pt x="14938" y="7519"/>
                  </a:lnTo>
                  <a:lnTo>
                    <a:pt x="14704" y="5013"/>
                  </a:lnTo>
                  <a:lnTo>
                    <a:pt x="124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15;p76">
              <a:extLst>
                <a:ext uri="{FF2B5EF4-FFF2-40B4-BE49-F238E27FC236}">
                  <a16:creationId xmlns:a16="http://schemas.microsoft.com/office/drawing/2014/main" id="{59427062-EE8C-99CA-8D28-B7C51AD133FF}"/>
                </a:ext>
              </a:extLst>
            </p:cNvPr>
            <p:cNvSpPr/>
            <p:nvPr/>
          </p:nvSpPr>
          <p:spPr>
            <a:xfrm>
              <a:off x="1686700" y="2767625"/>
              <a:ext cx="177975" cy="135350"/>
            </a:xfrm>
            <a:custGeom>
              <a:avLst/>
              <a:gdLst/>
              <a:ahLst/>
              <a:cxnLst/>
              <a:rect l="l" t="t" r="r" b="b"/>
              <a:pathLst>
                <a:path w="7119" h="5414" extrusionOk="0">
                  <a:moveTo>
                    <a:pt x="7118" y="0"/>
                  </a:moveTo>
                  <a:lnTo>
                    <a:pt x="7118" y="0"/>
                  </a:lnTo>
                  <a:cubicBezTo>
                    <a:pt x="3610" y="2657"/>
                    <a:pt x="0" y="5414"/>
                    <a:pt x="0" y="5414"/>
                  </a:cubicBezTo>
                  <a:lnTo>
                    <a:pt x="6266" y="2156"/>
                  </a:lnTo>
                  <a:lnTo>
                    <a:pt x="7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16;p76">
              <a:extLst>
                <a:ext uri="{FF2B5EF4-FFF2-40B4-BE49-F238E27FC236}">
                  <a16:creationId xmlns:a16="http://schemas.microsoft.com/office/drawing/2014/main" id="{572BA052-01BD-C89F-2504-700E4FFD53DE}"/>
                </a:ext>
              </a:extLst>
            </p:cNvPr>
            <p:cNvSpPr/>
            <p:nvPr/>
          </p:nvSpPr>
          <p:spPr>
            <a:xfrm>
              <a:off x="1675850" y="2831950"/>
              <a:ext cx="312050" cy="252750"/>
            </a:xfrm>
            <a:custGeom>
              <a:avLst/>
              <a:gdLst/>
              <a:ahLst/>
              <a:cxnLst/>
              <a:rect l="l" t="t" r="r" b="b"/>
              <a:pathLst>
                <a:path w="12482" h="10110" extrusionOk="0">
                  <a:moveTo>
                    <a:pt x="7218" y="0"/>
                  </a:moveTo>
                  <a:cubicBezTo>
                    <a:pt x="5848" y="2841"/>
                    <a:pt x="6199" y="4896"/>
                    <a:pt x="6199" y="4896"/>
                  </a:cubicBezTo>
                  <a:lnTo>
                    <a:pt x="0" y="8371"/>
                  </a:lnTo>
                  <a:cubicBezTo>
                    <a:pt x="1036" y="9959"/>
                    <a:pt x="2774" y="10109"/>
                    <a:pt x="2774" y="10109"/>
                  </a:cubicBezTo>
                  <a:lnTo>
                    <a:pt x="7653" y="9240"/>
                  </a:lnTo>
                  <a:cubicBezTo>
                    <a:pt x="8956" y="9040"/>
                    <a:pt x="10209" y="8572"/>
                    <a:pt x="11328" y="7887"/>
                  </a:cubicBezTo>
                  <a:lnTo>
                    <a:pt x="12481" y="7185"/>
                  </a:lnTo>
                  <a:lnTo>
                    <a:pt x="12298" y="7185"/>
                  </a:lnTo>
                  <a:cubicBezTo>
                    <a:pt x="6567" y="6149"/>
                    <a:pt x="7218" y="1"/>
                    <a:pt x="7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17;p76">
              <a:extLst>
                <a:ext uri="{FF2B5EF4-FFF2-40B4-BE49-F238E27FC236}">
                  <a16:creationId xmlns:a16="http://schemas.microsoft.com/office/drawing/2014/main" id="{E4CF503F-778F-69F8-1968-DB0ADE76F3DF}"/>
                </a:ext>
              </a:extLst>
            </p:cNvPr>
            <p:cNvSpPr/>
            <p:nvPr/>
          </p:nvSpPr>
          <p:spPr>
            <a:xfrm>
              <a:off x="1857950" y="2722450"/>
              <a:ext cx="232700" cy="276775"/>
            </a:xfrm>
            <a:custGeom>
              <a:avLst/>
              <a:gdLst/>
              <a:ahLst/>
              <a:cxnLst/>
              <a:rect l="l" t="t" r="r" b="b"/>
              <a:pathLst>
                <a:path w="9308" h="11071" extrusionOk="0">
                  <a:moveTo>
                    <a:pt x="4185" y="0"/>
                  </a:moveTo>
                  <a:cubicBezTo>
                    <a:pt x="3994" y="0"/>
                    <a:pt x="3802" y="17"/>
                    <a:pt x="3610" y="53"/>
                  </a:cubicBezTo>
                  <a:cubicBezTo>
                    <a:pt x="1354" y="487"/>
                    <a:pt x="1" y="3294"/>
                    <a:pt x="569" y="6319"/>
                  </a:cubicBezTo>
                  <a:cubicBezTo>
                    <a:pt x="1102" y="9077"/>
                    <a:pt x="3053" y="11071"/>
                    <a:pt x="5104" y="11071"/>
                  </a:cubicBezTo>
                  <a:cubicBezTo>
                    <a:pt x="5301" y="11071"/>
                    <a:pt x="5500" y="11052"/>
                    <a:pt x="5699" y="11014"/>
                  </a:cubicBezTo>
                  <a:cubicBezTo>
                    <a:pt x="7954" y="10596"/>
                    <a:pt x="9308" y="7789"/>
                    <a:pt x="8740" y="4765"/>
                  </a:cubicBezTo>
                  <a:cubicBezTo>
                    <a:pt x="8205" y="1998"/>
                    <a:pt x="6243" y="0"/>
                    <a:pt x="4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18;p76">
              <a:extLst>
                <a:ext uri="{FF2B5EF4-FFF2-40B4-BE49-F238E27FC236}">
                  <a16:creationId xmlns:a16="http://schemas.microsoft.com/office/drawing/2014/main" id="{5F57C4C2-A528-9E6B-A422-0ECE694CABB7}"/>
                </a:ext>
              </a:extLst>
            </p:cNvPr>
            <p:cNvSpPr/>
            <p:nvPr/>
          </p:nvSpPr>
          <p:spPr>
            <a:xfrm>
              <a:off x="1884700" y="2740525"/>
              <a:ext cx="200100" cy="237575"/>
            </a:xfrm>
            <a:custGeom>
              <a:avLst/>
              <a:gdLst/>
              <a:ahLst/>
              <a:cxnLst/>
              <a:rect l="l" t="t" r="r" b="b"/>
              <a:pathLst>
                <a:path w="8004" h="9503" extrusionOk="0">
                  <a:moveTo>
                    <a:pt x="3614" y="1"/>
                  </a:moveTo>
                  <a:cubicBezTo>
                    <a:pt x="3446" y="1"/>
                    <a:pt x="3277" y="16"/>
                    <a:pt x="3108" y="48"/>
                  </a:cubicBezTo>
                  <a:cubicBezTo>
                    <a:pt x="1170" y="416"/>
                    <a:pt x="0" y="2822"/>
                    <a:pt x="502" y="5412"/>
                  </a:cubicBezTo>
                  <a:cubicBezTo>
                    <a:pt x="944" y="7792"/>
                    <a:pt x="2626" y="9503"/>
                    <a:pt x="4390" y="9503"/>
                  </a:cubicBezTo>
                  <a:cubicBezTo>
                    <a:pt x="4558" y="9503"/>
                    <a:pt x="4727" y="9487"/>
                    <a:pt x="4896" y="9455"/>
                  </a:cubicBezTo>
                  <a:cubicBezTo>
                    <a:pt x="6834" y="9088"/>
                    <a:pt x="8004" y="6682"/>
                    <a:pt x="7519" y="4092"/>
                  </a:cubicBezTo>
                  <a:cubicBezTo>
                    <a:pt x="7062" y="1712"/>
                    <a:pt x="5378" y="1"/>
                    <a:pt x="3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19;p76">
              <a:extLst>
                <a:ext uri="{FF2B5EF4-FFF2-40B4-BE49-F238E27FC236}">
                  <a16:creationId xmlns:a16="http://schemas.microsoft.com/office/drawing/2014/main" id="{77A37342-A980-33AE-0C3A-4FC52A2689B5}"/>
                </a:ext>
              </a:extLst>
            </p:cNvPr>
            <p:cNvSpPr/>
            <p:nvPr/>
          </p:nvSpPr>
          <p:spPr>
            <a:xfrm>
              <a:off x="2662900" y="3014500"/>
              <a:ext cx="389750" cy="360500"/>
            </a:xfrm>
            <a:custGeom>
              <a:avLst/>
              <a:gdLst/>
              <a:ahLst/>
              <a:cxnLst/>
              <a:rect l="l" t="t" r="r" b="b"/>
              <a:pathLst>
                <a:path w="15590" h="14420" extrusionOk="0">
                  <a:moveTo>
                    <a:pt x="12432" y="0"/>
                  </a:moveTo>
                  <a:cubicBezTo>
                    <a:pt x="12432" y="0"/>
                    <a:pt x="7503" y="1504"/>
                    <a:pt x="2005" y="6750"/>
                  </a:cubicBezTo>
                  <a:cubicBezTo>
                    <a:pt x="2005" y="6750"/>
                    <a:pt x="0" y="8254"/>
                    <a:pt x="819" y="11211"/>
                  </a:cubicBezTo>
                  <a:cubicBezTo>
                    <a:pt x="1638" y="14186"/>
                    <a:pt x="4311" y="14420"/>
                    <a:pt x="4311" y="14420"/>
                  </a:cubicBezTo>
                  <a:lnTo>
                    <a:pt x="9190" y="13551"/>
                  </a:lnTo>
                  <a:cubicBezTo>
                    <a:pt x="10493" y="13350"/>
                    <a:pt x="11747" y="12882"/>
                    <a:pt x="12866" y="12197"/>
                  </a:cubicBezTo>
                  <a:lnTo>
                    <a:pt x="15590" y="10526"/>
                  </a:lnTo>
                  <a:lnTo>
                    <a:pt x="14938" y="7519"/>
                  </a:lnTo>
                  <a:lnTo>
                    <a:pt x="14704" y="5013"/>
                  </a:lnTo>
                  <a:lnTo>
                    <a:pt x="124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20;p76">
              <a:extLst>
                <a:ext uri="{FF2B5EF4-FFF2-40B4-BE49-F238E27FC236}">
                  <a16:creationId xmlns:a16="http://schemas.microsoft.com/office/drawing/2014/main" id="{81B85CE8-7CC6-1045-5366-AECD0ECE520B}"/>
                </a:ext>
              </a:extLst>
            </p:cNvPr>
            <p:cNvSpPr/>
            <p:nvPr/>
          </p:nvSpPr>
          <p:spPr>
            <a:xfrm>
              <a:off x="2711775" y="3057925"/>
              <a:ext cx="177975" cy="135375"/>
            </a:xfrm>
            <a:custGeom>
              <a:avLst/>
              <a:gdLst/>
              <a:ahLst/>
              <a:cxnLst/>
              <a:rect l="l" t="t" r="r" b="b"/>
              <a:pathLst>
                <a:path w="7119" h="5415" extrusionOk="0">
                  <a:moveTo>
                    <a:pt x="7118" y="1"/>
                  </a:moveTo>
                  <a:lnTo>
                    <a:pt x="7118" y="1"/>
                  </a:lnTo>
                  <a:cubicBezTo>
                    <a:pt x="3609" y="2657"/>
                    <a:pt x="0" y="5414"/>
                    <a:pt x="0" y="5414"/>
                  </a:cubicBezTo>
                  <a:lnTo>
                    <a:pt x="6266" y="2156"/>
                  </a:lnTo>
                  <a:lnTo>
                    <a:pt x="71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21;p76">
              <a:extLst>
                <a:ext uri="{FF2B5EF4-FFF2-40B4-BE49-F238E27FC236}">
                  <a16:creationId xmlns:a16="http://schemas.microsoft.com/office/drawing/2014/main" id="{368F63E4-6E4F-BA19-4FA7-DA6AA64E85C4}"/>
                </a:ext>
              </a:extLst>
            </p:cNvPr>
            <p:cNvSpPr/>
            <p:nvPr/>
          </p:nvSpPr>
          <p:spPr>
            <a:xfrm>
              <a:off x="2700500" y="3122250"/>
              <a:ext cx="312475" cy="252750"/>
            </a:xfrm>
            <a:custGeom>
              <a:avLst/>
              <a:gdLst/>
              <a:ahLst/>
              <a:cxnLst/>
              <a:rect l="l" t="t" r="r" b="b"/>
              <a:pathLst>
                <a:path w="12499" h="10110" extrusionOk="0">
                  <a:moveTo>
                    <a:pt x="7235" y="1"/>
                  </a:moveTo>
                  <a:lnTo>
                    <a:pt x="7235" y="1"/>
                  </a:lnTo>
                  <a:cubicBezTo>
                    <a:pt x="5848" y="2841"/>
                    <a:pt x="6216" y="4896"/>
                    <a:pt x="6216" y="4896"/>
                  </a:cubicBezTo>
                  <a:lnTo>
                    <a:pt x="0" y="8372"/>
                  </a:lnTo>
                  <a:cubicBezTo>
                    <a:pt x="1053" y="9959"/>
                    <a:pt x="2791" y="10110"/>
                    <a:pt x="2791" y="10110"/>
                  </a:cubicBezTo>
                  <a:lnTo>
                    <a:pt x="7669" y="9241"/>
                  </a:lnTo>
                  <a:cubicBezTo>
                    <a:pt x="8973" y="9040"/>
                    <a:pt x="10226" y="8572"/>
                    <a:pt x="11345" y="7887"/>
                  </a:cubicBezTo>
                  <a:lnTo>
                    <a:pt x="12498" y="7186"/>
                  </a:lnTo>
                  <a:lnTo>
                    <a:pt x="12314" y="7186"/>
                  </a:lnTo>
                  <a:cubicBezTo>
                    <a:pt x="6584" y="6150"/>
                    <a:pt x="7235" y="2"/>
                    <a:pt x="7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22;p76">
              <a:extLst>
                <a:ext uri="{FF2B5EF4-FFF2-40B4-BE49-F238E27FC236}">
                  <a16:creationId xmlns:a16="http://schemas.microsoft.com/office/drawing/2014/main" id="{C173A8CC-4894-961B-068E-C6ED1790CC94}"/>
                </a:ext>
              </a:extLst>
            </p:cNvPr>
            <p:cNvSpPr/>
            <p:nvPr/>
          </p:nvSpPr>
          <p:spPr>
            <a:xfrm>
              <a:off x="2883025" y="3013075"/>
              <a:ext cx="232700" cy="276450"/>
            </a:xfrm>
            <a:custGeom>
              <a:avLst/>
              <a:gdLst/>
              <a:ahLst/>
              <a:cxnLst/>
              <a:rect l="l" t="t" r="r" b="b"/>
              <a:pathLst>
                <a:path w="9308" h="11058" extrusionOk="0">
                  <a:moveTo>
                    <a:pt x="4205" y="0"/>
                  </a:moveTo>
                  <a:cubicBezTo>
                    <a:pt x="4007" y="0"/>
                    <a:pt x="3808" y="19"/>
                    <a:pt x="3610" y="57"/>
                  </a:cubicBezTo>
                  <a:cubicBezTo>
                    <a:pt x="1354" y="475"/>
                    <a:pt x="1" y="3282"/>
                    <a:pt x="569" y="6306"/>
                  </a:cubicBezTo>
                  <a:cubicBezTo>
                    <a:pt x="1087" y="9064"/>
                    <a:pt x="3050" y="11058"/>
                    <a:pt x="5103" y="11058"/>
                  </a:cubicBezTo>
                  <a:cubicBezTo>
                    <a:pt x="5301" y="11058"/>
                    <a:pt x="5500" y="11039"/>
                    <a:pt x="5698" y="11001"/>
                  </a:cubicBezTo>
                  <a:cubicBezTo>
                    <a:pt x="7954" y="10583"/>
                    <a:pt x="9308" y="7776"/>
                    <a:pt x="8739" y="4752"/>
                  </a:cubicBezTo>
                  <a:cubicBezTo>
                    <a:pt x="8206" y="1994"/>
                    <a:pt x="6255" y="0"/>
                    <a:pt x="42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23;p76">
              <a:extLst>
                <a:ext uri="{FF2B5EF4-FFF2-40B4-BE49-F238E27FC236}">
                  <a16:creationId xmlns:a16="http://schemas.microsoft.com/office/drawing/2014/main" id="{8F8E0B3A-D5A0-87E3-5CE5-975C7129CAE5}"/>
                </a:ext>
              </a:extLst>
            </p:cNvPr>
            <p:cNvSpPr/>
            <p:nvPr/>
          </p:nvSpPr>
          <p:spPr>
            <a:xfrm>
              <a:off x="2909775" y="3030425"/>
              <a:ext cx="200100" cy="237575"/>
            </a:xfrm>
            <a:custGeom>
              <a:avLst/>
              <a:gdLst/>
              <a:ahLst/>
              <a:cxnLst/>
              <a:rect l="l" t="t" r="r" b="b"/>
              <a:pathLst>
                <a:path w="8004" h="9503" extrusionOk="0">
                  <a:moveTo>
                    <a:pt x="3614" y="1"/>
                  </a:moveTo>
                  <a:cubicBezTo>
                    <a:pt x="3446" y="1"/>
                    <a:pt x="3277" y="16"/>
                    <a:pt x="3108" y="48"/>
                  </a:cubicBezTo>
                  <a:cubicBezTo>
                    <a:pt x="1170" y="416"/>
                    <a:pt x="0" y="2822"/>
                    <a:pt x="485" y="5412"/>
                  </a:cubicBezTo>
                  <a:cubicBezTo>
                    <a:pt x="942" y="7791"/>
                    <a:pt x="2626" y="9503"/>
                    <a:pt x="4390" y="9503"/>
                  </a:cubicBezTo>
                  <a:cubicBezTo>
                    <a:pt x="4558" y="9503"/>
                    <a:pt x="4727" y="9487"/>
                    <a:pt x="4896" y="9455"/>
                  </a:cubicBezTo>
                  <a:cubicBezTo>
                    <a:pt x="6834" y="9087"/>
                    <a:pt x="8004" y="6681"/>
                    <a:pt x="7502" y="4075"/>
                  </a:cubicBezTo>
                  <a:cubicBezTo>
                    <a:pt x="7060" y="1710"/>
                    <a:pt x="5378" y="1"/>
                    <a:pt x="3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24;p76">
              <a:extLst>
                <a:ext uri="{FF2B5EF4-FFF2-40B4-BE49-F238E27FC236}">
                  <a16:creationId xmlns:a16="http://schemas.microsoft.com/office/drawing/2014/main" id="{E32E0E2F-60B0-E5C4-A5CE-689FC90168FF}"/>
                </a:ext>
              </a:extLst>
            </p:cNvPr>
            <p:cNvSpPr/>
            <p:nvPr/>
          </p:nvSpPr>
          <p:spPr>
            <a:xfrm>
              <a:off x="484100" y="3354925"/>
              <a:ext cx="718500" cy="198850"/>
            </a:xfrm>
            <a:custGeom>
              <a:avLst/>
              <a:gdLst/>
              <a:ahLst/>
              <a:cxnLst/>
              <a:rect l="l" t="t" r="r" b="b"/>
              <a:pathLst>
                <a:path w="28740" h="7954" extrusionOk="0">
                  <a:moveTo>
                    <a:pt x="4345" y="1"/>
                  </a:moveTo>
                  <a:lnTo>
                    <a:pt x="0" y="1554"/>
                  </a:lnTo>
                  <a:lnTo>
                    <a:pt x="22724" y="7954"/>
                  </a:lnTo>
                  <a:cubicBezTo>
                    <a:pt x="26400" y="6667"/>
                    <a:pt x="28739" y="3810"/>
                    <a:pt x="28739" y="3810"/>
                  </a:cubicBezTo>
                  <a:lnTo>
                    <a:pt x="27820" y="2908"/>
                  </a:lnTo>
                  <a:lnTo>
                    <a:pt x="43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25;p76">
              <a:extLst>
                <a:ext uri="{FF2B5EF4-FFF2-40B4-BE49-F238E27FC236}">
                  <a16:creationId xmlns:a16="http://schemas.microsoft.com/office/drawing/2014/main" id="{C96690D1-74B9-AB46-8A34-B2F7E843EC51}"/>
                </a:ext>
              </a:extLst>
            </p:cNvPr>
            <p:cNvSpPr/>
            <p:nvPr/>
          </p:nvSpPr>
          <p:spPr>
            <a:xfrm>
              <a:off x="484100" y="3354925"/>
              <a:ext cx="718500" cy="198850"/>
            </a:xfrm>
            <a:custGeom>
              <a:avLst/>
              <a:gdLst/>
              <a:ahLst/>
              <a:cxnLst/>
              <a:rect l="l" t="t" r="r" b="b"/>
              <a:pathLst>
                <a:path w="28740" h="7954" extrusionOk="0">
                  <a:moveTo>
                    <a:pt x="4345" y="1"/>
                  </a:moveTo>
                  <a:lnTo>
                    <a:pt x="0" y="1554"/>
                  </a:lnTo>
                  <a:lnTo>
                    <a:pt x="22724" y="7954"/>
                  </a:lnTo>
                  <a:cubicBezTo>
                    <a:pt x="26400" y="6667"/>
                    <a:pt x="28739" y="3810"/>
                    <a:pt x="28739" y="3810"/>
                  </a:cubicBezTo>
                  <a:lnTo>
                    <a:pt x="43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26;p76">
              <a:extLst>
                <a:ext uri="{FF2B5EF4-FFF2-40B4-BE49-F238E27FC236}">
                  <a16:creationId xmlns:a16="http://schemas.microsoft.com/office/drawing/2014/main" id="{9E1A445B-C810-1B93-D992-E4691737E4DC}"/>
                </a:ext>
              </a:extLst>
            </p:cNvPr>
            <p:cNvSpPr/>
            <p:nvPr/>
          </p:nvSpPr>
          <p:spPr>
            <a:xfrm>
              <a:off x="748925" y="3016575"/>
              <a:ext cx="817500" cy="530950"/>
            </a:xfrm>
            <a:custGeom>
              <a:avLst/>
              <a:gdLst/>
              <a:ahLst/>
              <a:cxnLst/>
              <a:rect l="l" t="t" r="r" b="b"/>
              <a:pathLst>
                <a:path w="32700" h="21238" extrusionOk="0">
                  <a:moveTo>
                    <a:pt x="26918" y="1"/>
                  </a:moveTo>
                  <a:cubicBezTo>
                    <a:pt x="23543" y="452"/>
                    <a:pt x="23510" y="3543"/>
                    <a:pt x="23510" y="3543"/>
                  </a:cubicBezTo>
                  <a:cubicBezTo>
                    <a:pt x="23510" y="3543"/>
                    <a:pt x="22526" y="2238"/>
                    <a:pt x="21611" y="2238"/>
                  </a:cubicBezTo>
                  <a:cubicBezTo>
                    <a:pt x="21382" y="2238"/>
                    <a:pt x="21157" y="2320"/>
                    <a:pt x="20953" y="2524"/>
                  </a:cubicBezTo>
                  <a:cubicBezTo>
                    <a:pt x="19917" y="3560"/>
                    <a:pt x="20619" y="5615"/>
                    <a:pt x="20619" y="5615"/>
                  </a:cubicBezTo>
                  <a:cubicBezTo>
                    <a:pt x="20619" y="5615"/>
                    <a:pt x="20084" y="5154"/>
                    <a:pt x="19218" y="5154"/>
                  </a:cubicBezTo>
                  <a:cubicBezTo>
                    <a:pt x="18785" y="5154"/>
                    <a:pt x="18269" y="5269"/>
                    <a:pt x="17695" y="5615"/>
                  </a:cubicBezTo>
                  <a:cubicBezTo>
                    <a:pt x="15957" y="6667"/>
                    <a:pt x="16475" y="9240"/>
                    <a:pt x="16475" y="9240"/>
                  </a:cubicBezTo>
                  <a:cubicBezTo>
                    <a:pt x="16475" y="9240"/>
                    <a:pt x="16355" y="9188"/>
                    <a:pt x="16131" y="9188"/>
                  </a:cubicBezTo>
                  <a:cubicBezTo>
                    <a:pt x="15759" y="9188"/>
                    <a:pt x="15102" y="9332"/>
                    <a:pt x="14236" y="10093"/>
                  </a:cubicBezTo>
                  <a:cubicBezTo>
                    <a:pt x="12866" y="11279"/>
                    <a:pt x="12866" y="12499"/>
                    <a:pt x="12866" y="12499"/>
                  </a:cubicBezTo>
                  <a:lnTo>
                    <a:pt x="1" y="21237"/>
                  </a:lnTo>
                  <a:lnTo>
                    <a:pt x="32699" y="2022"/>
                  </a:lnTo>
                  <a:lnTo>
                    <a:pt x="269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27;p76">
              <a:extLst>
                <a:ext uri="{FF2B5EF4-FFF2-40B4-BE49-F238E27FC236}">
                  <a16:creationId xmlns:a16="http://schemas.microsoft.com/office/drawing/2014/main" id="{1094D58D-7D2D-7642-A946-8A5455A0E161}"/>
                </a:ext>
              </a:extLst>
            </p:cNvPr>
            <p:cNvSpPr/>
            <p:nvPr/>
          </p:nvSpPr>
          <p:spPr>
            <a:xfrm>
              <a:off x="3009600" y="2231700"/>
              <a:ext cx="231450" cy="129925"/>
            </a:xfrm>
            <a:custGeom>
              <a:avLst/>
              <a:gdLst/>
              <a:ahLst/>
              <a:cxnLst/>
              <a:rect l="l" t="t" r="r" b="b"/>
              <a:pathLst>
                <a:path w="9258" h="5197" extrusionOk="0">
                  <a:moveTo>
                    <a:pt x="4712" y="0"/>
                  </a:moveTo>
                  <a:cubicBezTo>
                    <a:pt x="3710" y="134"/>
                    <a:pt x="2925" y="351"/>
                    <a:pt x="2123" y="869"/>
                  </a:cubicBezTo>
                  <a:cubicBezTo>
                    <a:pt x="903" y="1604"/>
                    <a:pt x="1" y="2740"/>
                    <a:pt x="1" y="4161"/>
                  </a:cubicBezTo>
                  <a:lnTo>
                    <a:pt x="1" y="5197"/>
                  </a:lnTo>
                  <a:cubicBezTo>
                    <a:pt x="4987" y="2329"/>
                    <a:pt x="7468" y="1868"/>
                    <a:pt x="8548" y="1868"/>
                  </a:cubicBezTo>
                  <a:cubicBezTo>
                    <a:pt x="9060" y="1868"/>
                    <a:pt x="9257" y="1972"/>
                    <a:pt x="9257" y="1972"/>
                  </a:cubicBezTo>
                  <a:cubicBezTo>
                    <a:pt x="7837" y="836"/>
                    <a:pt x="6300" y="234"/>
                    <a:pt x="4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Pharmacology of ethanol - Wikipedia">
            <a:extLst>
              <a:ext uri="{FF2B5EF4-FFF2-40B4-BE49-F238E27FC236}">
                <a16:creationId xmlns:a16="http://schemas.microsoft.com/office/drawing/2014/main" id="{7DC74550-F76A-2CD7-3292-F54F609BB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15" y="1516393"/>
            <a:ext cx="1384909" cy="9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F3AC5B7-AAC3-5374-559F-DCDD4E4B25EF}"/>
              </a:ext>
            </a:extLst>
          </p:cNvPr>
          <p:cNvCxnSpPr>
            <a:cxnSpLocks/>
          </p:cNvCxnSpPr>
          <p:nvPr/>
        </p:nvCxnSpPr>
        <p:spPr>
          <a:xfrm flipH="1">
            <a:off x="1632788" y="2238215"/>
            <a:ext cx="575266" cy="26774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4" descr="Generated image">
            <a:extLst>
              <a:ext uri="{FF2B5EF4-FFF2-40B4-BE49-F238E27FC236}">
                <a16:creationId xmlns:a16="http://schemas.microsoft.com/office/drawing/2014/main" id="{CC80171B-E20D-327A-B5B5-7C144492CB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4739" y="260633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001CF4F-C6A5-2497-C23F-EDC530447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703" y="1239803"/>
            <a:ext cx="1297174" cy="1297174"/>
          </a:xfrm>
          <a:prstGeom prst="rect">
            <a:avLst/>
          </a:prstGeom>
        </p:spPr>
      </p:pic>
      <p:sp>
        <p:nvSpPr>
          <p:cNvPr id="47" name="AutoShape 6" descr="Generated image">
            <a:extLst>
              <a:ext uri="{FF2B5EF4-FFF2-40B4-BE49-F238E27FC236}">
                <a16:creationId xmlns:a16="http://schemas.microsoft.com/office/drawing/2014/main" id="{CEEF4DA0-BDFD-8E72-261F-AB5B9F7E75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97139" y="275873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A483D9-BEE4-C8E5-4075-840C68228FEF}"/>
              </a:ext>
            </a:extLst>
          </p:cNvPr>
          <p:cNvSpPr txBox="1"/>
          <p:nvPr/>
        </p:nvSpPr>
        <p:spPr>
          <a:xfrm>
            <a:off x="0" y="3690709"/>
            <a:ext cx="24372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CH₃–CH₂–OH  ⟶  CH₂=CH₂  +  H₂O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933DA1-FDE3-09B0-97FB-3ECD167C8650}"/>
              </a:ext>
            </a:extLst>
          </p:cNvPr>
          <p:cNvSpPr txBox="1"/>
          <p:nvPr/>
        </p:nvSpPr>
        <p:spPr>
          <a:xfrm>
            <a:off x="2564813" y="3665803"/>
            <a:ext cx="16240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 C₂H₄ ⟶ C₂ₙH₄ₙ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A12B5A-C1F3-A24E-F3B8-F7069BC7C6CC}"/>
              </a:ext>
            </a:extLst>
          </p:cNvPr>
          <p:cNvSpPr txBox="1"/>
          <p:nvPr/>
        </p:nvSpPr>
        <p:spPr>
          <a:xfrm>
            <a:off x="4277823" y="3612058"/>
            <a:ext cx="2096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R–CH=CH–R'  +  H₂  ⟶  R–CH₂–CH₂–R'</a:t>
            </a:r>
          </a:p>
        </p:txBody>
      </p:sp>
      <p:sp>
        <p:nvSpPr>
          <p:cNvPr id="54" name="Arrow: Chevron 53">
            <a:extLst>
              <a:ext uri="{FF2B5EF4-FFF2-40B4-BE49-F238E27FC236}">
                <a16:creationId xmlns:a16="http://schemas.microsoft.com/office/drawing/2014/main" id="{4F5C74EF-EBE5-8756-5D66-64B2EA7081FE}"/>
              </a:ext>
            </a:extLst>
          </p:cNvPr>
          <p:cNvSpPr/>
          <p:nvPr/>
        </p:nvSpPr>
        <p:spPr>
          <a:xfrm>
            <a:off x="4428754" y="2593728"/>
            <a:ext cx="2535849" cy="949250"/>
          </a:xfrm>
          <a:prstGeom prst="chevron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Hydrogenation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09E512-8752-5C94-8234-3521A1B82883}"/>
              </a:ext>
            </a:extLst>
          </p:cNvPr>
          <p:cNvSpPr txBox="1"/>
          <p:nvPr/>
        </p:nvSpPr>
        <p:spPr>
          <a:xfrm>
            <a:off x="6438740" y="3612058"/>
            <a:ext cx="28016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R–CH₂–CH₂–R'  +  H₂  ⟶  R–CH₃  +  CH₃–R’ (n-parrafins)</a:t>
            </a:r>
          </a:p>
          <a:p>
            <a:pPr algn="ctr"/>
            <a:endParaRPr lang="pt-BR" b="1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pt-BR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n-parrafins ⟶ iso-parrafins</a:t>
            </a:r>
          </a:p>
        </p:txBody>
      </p: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D98729A4-395A-E7AD-A5CB-FCFB35162EAD}"/>
              </a:ext>
            </a:extLst>
          </p:cNvPr>
          <p:cNvCxnSpPr>
            <a:cxnSpLocks/>
          </p:cNvCxnSpPr>
          <p:nvPr/>
        </p:nvCxnSpPr>
        <p:spPr>
          <a:xfrm flipH="1" flipV="1">
            <a:off x="6612117" y="2245337"/>
            <a:ext cx="523446" cy="2793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Google Shape;1957;p103">
            <a:extLst>
              <a:ext uri="{FF2B5EF4-FFF2-40B4-BE49-F238E27FC236}">
                <a16:creationId xmlns:a16="http://schemas.microsoft.com/office/drawing/2014/main" id="{13F46CF9-07F8-F8A4-B053-F1919BE3455C}"/>
              </a:ext>
            </a:extLst>
          </p:cNvPr>
          <p:cNvSpPr/>
          <p:nvPr/>
        </p:nvSpPr>
        <p:spPr>
          <a:xfrm>
            <a:off x="-591491" y="4416755"/>
            <a:ext cx="2020365" cy="607199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957;p103">
            <a:extLst>
              <a:ext uri="{FF2B5EF4-FFF2-40B4-BE49-F238E27FC236}">
                <a16:creationId xmlns:a16="http://schemas.microsoft.com/office/drawing/2014/main" id="{705CFF35-184C-DCCC-396B-9856945213D6}"/>
              </a:ext>
            </a:extLst>
          </p:cNvPr>
          <p:cNvSpPr/>
          <p:nvPr/>
        </p:nvSpPr>
        <p:spPr>
          <a:xfrm>
            <a:off x="7803065" y="4470790"/>
            <a:ext cx="2020365" cy="607199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7" name="Google Shape;1957;p103">
            <a:extLst>
              <a:ext uri="{FF2B5EF4-FFF2-40B4-BE49-F238E27FC236}">
                <a16:creationId xmlns:a16="http://schemas.microsoft.com/office/drawing/2014/main" id="{44DD84BA-64E9-6B68-97E7-BFF11CC7DA20}"/>
              </a:ext>
            </a:extLst>
          </p:cNvPr>
          <p:cNvSpPr/>
          <p:nvPr/>
        </p:nvSpPr>
        <p:spPr>
          <a:xfrm>
            <a:off x="7608245" y="-94971"/>
            <a:ext cx="2020365" cy="85836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8" name="Google Shape;1957;p103">
            <a:extLst>
              <a:ext uri="{FF2B5EF4-FFF2-40B4-BE49-F238E27FC236}">
                <a16:creationId xmlns:a16="http://schemas.microsoft.com/office/drawing/2014/main" id="{058F53D2-9EA6-D9C1-FC17-845A92501C8C}"/>
              </a:ext>
            </a:extLst>
          </p:cNvPr>
          <p:cNvSpPr/>
          <p:nvPr/>
        </p:nvSpPr>
        <p:spPr>
          <a:xfrm>
            <a:off x="7507261" y="184574"/>
            <a:ext cx="2410519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 flip="none" rotWithShape="1">
            <a:gsLst>
              <a:gs pos="0">
                <a:srgbClr val="FCBC5D">
                  <a:lumMod val="75000"/>
                  <a:shade val="30000"/>
                  <a:satMod val="115000"/>
                </a:srgbClr>
              </a:gs>
              <a:gs pos="50000">
                <a:srgbClr val="FCBC5D">
                  <a:lumMod val="75000"/>
                  <a:shade val="67500"/>
                  <a:satMod val="115000"/>
                </a:srgbClr>
              </a:gs>
              <a:gs pos="100000">
                <a:srgbClr val="FCBC5D">
                  <a:lumMod val="75000"/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0F4918-C754-1676-7324-36CA6BCF4614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[17]</a:t>
            </a:r>
          </a:p>
        </p:txBody>
      </p:sp>
    </p:spTree>
    <p:extLst>
      <p:ext uri="{BB962C8B-B14F-4D97-AF65-F5344CB8AC3E}">
        <p14:creationId xmlns:p14="http://schemas.microsoft.com/office/powerpoint/2010/main" val="189087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49" grpId="0"/>
      <p:bldP spid="51" grpId="0"/>
      <p:bldP spid="53" grpId="0"/>
      <p:bldP spid="54" grpId="0" animBg="1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80A818-3863-CAD2-D16C-8625CD84B843}"/>
              </a:ext>
            </a:extLst>
          </p:cNvPr>
          <p:cNvPicPr>
            <a:picLocks/>
          </p:cNvPicPr>
          <p:nvPr/>
        </p:nvPicPr>
        <p:blipFill>
          <a:blip r:embed="rId3"/>
          <a:srcRect l="2407" t="4578" r="142" b="6042"/>
          <a:stretch>
            <a:fillRect/>
          </a:stretch>
        </p:blipFill>
        <p:spPr>
          <a:xfrm>
            <a:off x="1403350" y="0"/>
            <a:ext cx="6356351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5DB315-FFA9-DD7F-C221-61BEE9B4EFBD}"/>
              </a:ext>
            </a:extLst>
          </p:cNvPr>
          <p:cNvSpPr/>
          <p:nvPr/>
        </p:nvSpPr>
        <p:spPr>
          <a:xfrm>
            <a:off x="-1" y="-1"/>
            <a:ext cx="986023" cy="5143501"/>
          </a:xfrm>
          <a:prstGeom prst="rect">
            <a:avLst/>
          </a:prstGeom>
          <a:solidFill>
            <a:srgbClr val="FCBC5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2724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Google Shape;1957;p103">
            <a:extLst>
              <a:ext uri="{FF2B5EF4-FFF2-40B4-BE49-F238E27FC236}">
                <a16:creationId xmlns:a16="http://schemas.microsoft.com/office/drawing/2014/main" id="{E81DA6C5-646C-5B9D-F8A7-349B7A482EF1}"/>
              </a:ext>
            </a:extLst>
          </p:cNvPr>
          <p:cNvSpPr/>
          <p:nvPr/>
        </p:nvSpPr>
        <p:spPr>
          <a:xfrm>
            <a:off x="-755445" y="3815514"/>
            <a:ext cx="2020365" cy="1072642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57;p103">
            <a:extLst>
              <a:ext uri="{FF2B5EF4-FFF2-40B4-BE49-F238E27FC236}">
                <a16:creationId xmlns:a16="http://schemas.microsoft.com/office/drawing/2014/main" id="{FDFE0437-4B5E-4793-BD36-370058AB5E22}"/>
              </a:ext>
            </a:extLst>
          </p:cNvPr>
          <p:cNvSpPr/>
          <p:nvPr/>
        </p:nvSpPr>
        <p:spPr>
          <a:xfrm>
            <a:off x="-839265" y="423110"/>
            <a:ext cx="2020365" cy="607199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0BF85F-58F4-C73C-8B7B-C871A2C98AFE}"/>
              </a:ext>
            </a:extLst>
          </p:cNvPr>
          <p:cNvSpPr/>
          <p:nvPr/>
        </p:nvSpPr>
        <p:spPr>
          <a:xfrm>
            <a:off x="8157977" y="0"/>
            <a:ext cx="986023" cy="5143501"/>
          </a:xfrm>
          <a:prstGeom prst="rect">
            <a:avLst/>
          </a:prstGeom>
          <a:solidFill>
            <a:srgbClr val="FCBC5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2724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Google Shape;1957;p103">
            <a:extLst>
              <a:ext uri="{FF2B5EF4-FFF2-40B4-BE49-F238E27FC236}">
                <a16:creationId xmlns:a16="http://schemas.microsoft.com/office/drawing/2014/main" id="{F338B5BE-A0FE-48C7-4AB2-B3A70B7060FC}"/>
              </a:ext>
            </a:extLst>
          </p:cNvPr>
          <p:cNvSpPr/>
          <p:nvPr/>
        </p:nvSpPr>
        <p:spPr>
          <a:xfrm>
            <a:off x="7879080" y="1174365"/>
            <a:ext cx="1667255" cy="85836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13401-676F-4212-5BCE-BF5141309765}"/>
              </a:ext>
            </a:extLst>
          </p:cNvPr>
          <p:cNvSpPr txBox="1"/>
          <p:nvPr/>
        </p:nvSpPr>
        <p:spPr>
          <a:xfrm>
            <a:off x="1089002" y="-19278"/>
            <a:ext cx="2017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Dehydration</a:t>
            </a:r>
          </a:p>
        </p:txBody>
      </p:sp>
      <p:sp>
        <p:nvSpPr>
          <p:cNvPr id="14" name="Google Shape;1957;p103">
            <a:extLst>
              <a:ext uri="{FF2B5EF4-FFF2-40B4-BE49-F238E27FC236}">
                <a16:creationId xmlns:a16="http://schemas.microsoft.com/office/drawing/2014/main" id="{4931375A-16F9-F0DC-67C8-83DC26E6E1A5}"/>
              </a:ext>
            </a:extLst>
          </p:cNvPr>
          <p:cNvSpPr/>
          <p:nvPr/>
        </p:nvSpPr>
        <p:spPr>
          <a:xfrm flipH="1">
            <a:off x="7688747" y="3922653"/>
            <a:ext cx="2020365" cy="85836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957;p103">
            <a:extLst>
              <a:ext uri="{FF2B5EF4-FFF2-40B4-BE49-F238E27FC236}">
                <a16:creationId xmlns:a16="http://schemas.microsoft.com/office/drawing/2014/main" id="{517E8FFC-D371-0D8A-CDD3-15A7BA70E3F0}"/>
              </a:ext>
            </a:extLst>
          </p:cNvPr>
          <p:cNvSpPr/>
          <p:nvPr/>
        </p:nvSpPr>
        <p:spPr>
          <a:xfrm>
            <a:off x="7493671" y="4418536"/>
            <a:ext cx="2410519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 flip="none" rotWithShape="1">
            <a:gsLst>
              <a:gs pos="0">
                <a:srgbClr val="FCBC5D">
                  <a:lumMod val="75000"/>
                  <a:shade val="30000"/>
                  <a:satMod val="115000"/>
                </a:srgbClr>
              </a:gs>
              <a:gs pos="50000">
                <a:srgbClr val="FCBC5D">
                  <a:lumMod val="75000"/>
                  <a:shade val="67500"/>
                  <a:satMod val="115000"/>
                </a:srgbClr>
              </a:gs>
              <a:gs pos="100000">
                <a:srgbClr val="FCBC5D">
                  <a:lumMod val="75000"/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D0417-ED21-4734-2BD3-F76E033D9E09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[18]</a:t>
            </a:r>
          </a:p>
        </p:txBody>
      </p:sp>
    </p:spTree>
    <p:extLst>
      <p:ext uri="{BB962C8B-B14F-4D97-AF65-F5344CB8AC3E}">
        <p14:creationId xmlns:p14="http://schemas.microsoft.com/office/powerpoint/2010/main" val="1457560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BA1F135-194C-83B7-70FA-4A9683D9122F}"/>
              </a:ext>
            </a:extLst>
          </p:cNvPr>
          <p:cNvPicPr>
            <a:picLocks/>
          </p:cNvPicPr>
          <p:nvPr/>
        </p:nvPicPr>
        <p:blipFill>
          <a:blip r:embed="rId3"/>
          <a:srcRect l="142" t="4578" r="3540" b="10437"/>
          <a:stretch>
            <a:fillRect/>
          </a:stretch>
        </p:blipFill>
        <p:spPr>
          <a:xfrm>
            <a:off x="1276350" y="0"/>
            <a:ext cx="672465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AE0B13-8474-6B1B-6E5F-4B0AED6A18D6}"/>
              </a:ext>
            </a:extLst>
          </p:cNvPr>
          <p:cNvSpPr/>
          <p:nvPr/>
        </p:nvSpPr>
        <p:spPr>
          <a:xfrm>
            <a:off x="-1" y="-1"/>
            <a:ext cx="711201" cy="5143501"/>
          </a:xfrm>
          <a:prstGeom prst="rect">
            <a:avLst/>
          </a:prstGeom>
          <a:solidFill>
            <a:srgbClr val="FCBC5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2724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8FE9EB-85EE-5990-9835-1B13E71CCEB4}"/>
              </a:ext>
            </a:extLst>
          </p:cNvPr>
          <p:cNvSpPr/>
          <p:nvPr/>
        </p:nvSpPr>
        <p:spPr>
          <a:xfrm>
            <a:off x="8350250" y="0"/>
            <a:ext cx="793750" cy="5143501"/>
          </a:xfrm>
          <a:prstGeom prst="rect">
            <a:avLst/>
          </a:prstGeom>
          <a:solidFill>
            <a:srgbClr val="FCBC5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2724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04B85A-7383-6C23-8833-6AAB5DCE9FE3}"/>
              </a:ext>
            </a:extLst>
          </p:cNvPr>
          <p:cNvSpPr txBox="1"/>
          <p:nvPr/>
        </p:nvSpPr>
        <p:spPr>
          <a:xfrm>
            <a:off x="711200" y="4168085"/>
            <a:ext cx="25176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Oligomerization</a:t>
            </a:r>
          </a:p>
        </p:txBody>
      </p:sp>
      <p:sp>
        <p:nvSpPr>
          <p:cNvPr id="5" name="Google Shape;1957;p103">
            <a:extLst>
              <a:ext uri="{FF2B5EF4-FFF2-40B4-BE49-F238E27FC236}">
                <a16:creationId xmlns:a16="http://schemas.microsoft.com/office/drawing/2014/main" id="{073E2206-54CA-AB14-B023-792AEE970F73}"/>
              </a:ext>
            </a:extLst>
          </p:cNvPr>
          <p:cNvSpPr/>
          <p:nvPr/>
        </p:nvSpPr>
        <p:spPr>
          <a:xfrm>
            <a:off x="8271195" y="678792"/>
            <a:ext cx="1402433" cy="1072642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57;p103">
            <a:extLst>
              <a:ext uri="{FF2B5EF4-FFF2-40B4-BE49-F238E27FC236}">
                <a16:creationId xmlns:a16="http://schemas.microsoft.com/office/drawing/2014/main" id="{7A817652-6031-61B0-5455-670590D3D5C9}"/>
              </a:ext>
            </a:extLst>
          </p:cNvPr>
          <p:cNvSpPr/>
          <p:nvPr/>
        </p:nvSpPr>
        <p:spPr>
          <a:xfrm>
            <a:off x="-839265" y="423110"/>
            <a:ext cx="2020365" cy="607199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57;p103">
            <a:extLst>
              <a:ext uri="{FF2B5EF4-FFF2-40B4-BE49-F238E27FC236}">
                <a16:creationId xmlns:a16="http://schemas.microsoft.com/office/drawing/2014/main" id="{E0A5647B-EA05-7B4B-D74A-EA8ADF25C07B}"/>
              </a:ext>
            </a:extLst>
          </p:cNvPr>
          <p:cNvSpPr/>
          <p:nvPr/>
        </p:nvSpPr>
        <p:spPr>
          <a:xfrm>
            <a:off x="8006373" y="4410688"/>
            <a:ext cx="1667255" cy="85836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957;p103">
            <a:extLst>
              <a:ext uri="{FF2B5EF4-FFF2-40B4-BE49-F238E27FC236}">
                <a16:creationId xmlns:a16="http://schemas.microsoft.com/office/drawing/2014/main" id="{53ABF8D2-3765-469F-4AD1-59180E261437}"/>
              </a:ext>
            </a:extLst>
          </p:cNvPr>
          <p:cNvSpPr/>
          <p:nvPr/>
        </p:nvSpPr>
        <p:spPr>
          <a:xfrm flipH="1">
            <a:off x="-962986" y="4168084"/>
            <a:ext cx="2020365" cy="85836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957;p103">
            <a:extLst>
              <a:ext uri="{FF2B5EF4-FFF2-40B4-BE49-F238E27FC236}">
                <a16:creationId xmlns:a16="http://schemas.microsoft.com/office/drawing/2014/main" id="{0B263664-7A69-8A97-ED22-CC6B1DAC557B}"/>
              </a:ext>
            </a:extLst>
          </p:cNvPr>
          <p:cNvSpPr/>
          <p:nvPr/>
        </p:nvSpPr>
        <p:spPr>
          <a:xfrm>
            <a:off x="-1504243" y="4473430"/>
            <a:ext cx="2410519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 flip="none" rotWithShape="1">
            <a:gsLst>
              <a:gs pos="0">
                <a:srgbClr val="FCBC5D">
                  <a:lumMod val="75000"/>
                  <a:shade val="30000"/>
                  <a:satMod val="115000"/>
                </a:srgbClr>
              </a:gs>
              <a:gs pos="50000">
                <a:srgbClr val="FCBC5D">
                  <a:lumMod val="75000"/>
                  <a:shade val="67500"/>
                  <a:satMod val="115000"/>
                </a:srgbClr>
              </a:gs>
              <a:gs pos="100000">
                <a:srgbClr val="FCBC5D">
                  <a:lumMod val="75000"/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558C49-8B16-1F8E-ABCE-520AE75D448C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[19]</a:t>
            </a:r>
          </a:p>
        </p:txBody>
      </p:sp>
    </p:spTree>
    <p:extLst>
      <p:ext uri="{BB962C8B-B14F-4D97-AF65-F5344CB8AC3E}">
        <p14:creationId xmlns:p14="http://schemas.microsoft.com/office/powerpoint/2010/main" val="1534615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3F9D2C7-A12A-CCD5-63AE-9C9A52B89E57}"/>
              </a:ext>
            </a:extLst>
          </p:cNvPr>
          <p:cNvPicPr>
            <a:picLocks/>
          </p:cNvPicPr>
          <p:nvPr/>
        </p:nvPicPr>
        <p:blipFill>
          <a:blip r:embed="rId2"/>
          <a:srcRect l="48834" t="10437" r="1234" b="4578"/>
          <a:stretch>
            <a:fillRect/>
          </a:stretch>
        </p:blipFill>
        <p:spPr>
          <a:xfrm>
            <a:off x="1289050" y="0"/>
            <a:ext cx="68072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0F47902-2E36-B57D-70E9-7B497EF2769F}"/>
              </a:ext>
            </a:extLst>
          </p:cNvPr>
          <p:cNvSpPr/>
          <p:nvPr/>
        </p:nvSpPr>
        <p:spPr>
          <a:xfrm>
            <a:off x="0" y="-1"/>
            <a:ext cx="585479" cy="5143501"/>
          </a:xfrm>
          <a:prstGeom prst="rect">
            <a:avLst/>
          </a:prstGeom>
          <a:solidFill>
            <a:srgbClr val="FCBC5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2724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29B90B-0E04-9F0A-905F-AE4E239601DB}"/>
              </a:ext>
            </a:extLst>
          </p:cNvPr>
          <p:cNvSpPr/>
          <p:nvPr/>
        </p:nvSpPr>
        <p:spPr>
          <a:xfrm>
            <a:off x="8558520" y="0"/>
            <a:ext cx="585479" cy="5143501"/>
          </a:xfrm>
          <a:prstGeom prst="rect">
            <a:avLst/>
          </a:prstGeom>
          <a:solidFill>
            <a:srgbClr val="FCBC5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2724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D935CD-510C-09EB-0356-E52D62532ADA}"/>
              </a:ext>
            </a:extLst>
          </p:cNvPr>
          <p:cNvSpPr txBox="1"/>
          <p:nvPr/>
        </p:nvSpPr>
        <p:spPr>
          <a:xfrm>
            <a:off x="530946" y="99083"/>
            <a:ext cx="2731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Hydroprocessing</a:t>
            </a:r>
          </a:p>
        </p:txBody>
      </p:sp>
      <p:sp>
        <p:nvSpPr>
          <p:cNvPr id="5" name="Google Shape;1957;p103">
            <a:extLst>
              <a:ext uri="{FF2B5EF4-FFF2-40B4-BE49-F238E27FC236}">
                <a16:creationId xmlns:a16="http://schemas.microsoft.com/office/drawing/2014/main" id="{BBE1EC26-1D8C-2913-F8E7-1073259835EC}"/>
              </a:ext>
            </a:extLst>
          </p:cNvPr>
          <p:cNvSpPr/>
          <p:nvPr/>
        </p:nvSpPr>
        <p:spPr>
          <a:xfrm>
            <a:off x="8228434" y="3668175"/>
            <a:ext cx="1402433" cy="1072642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57;p103">
            <a:extLst>
              <a:ext uri="{FF2B5EF4-FFF2-40B4-BE49-F238E27FC236}">
                <a16:creationId xmlns:a16="http://schemas.microsoft.com/office/drawing/2014/main" id="{8DBE4A70-F12F-460E-82DA-8999335BAF1E}"/>
              </a:ext>
            </a:extLst>
          </p:cNvPr>
          <p:cNvSpPr/>
          <p:nvPr/>
        </p:nvSpPr>
        <p:spPr>
          <a:xfrm>
            <a:off x="-954791" y="4437218"/>
            <a:ext cx="2020365" cy="607199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57;p103">
            <a:extLst>
              <a:ext uri="{FF2B5EF4-FFF2-40B4-BE49-F238E27FC236}">
                <a16:creationId xmlns:a16="http://schemas.microsoft.com/office/drawing/2014/main" id="{FBB11187-D665-198D-0688-E560CC308F74}"/>
              </a:ext>
            </a:extLst>
          </p:cNvPr>
          <p:cNvSpPr/>
          <p:nvPr/>
        </p:nvSpPr>
        <p:spPr>
          <a:xfrm>
            <a:off x="8107680" y="546540"/>
            <a:ext cx="1667255" cy="85836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957;p103">
            <a:extLst>
              <a:ext uri="{FF2B5EF4-FFF2-40B4-BE49-F238E27FC236}">
                <a16:creationId xmlns:a16="http://schemas.microsoft.com/office/drawing/2014/main" id="{D088B776-6AD2-A185-1E23-F7D0E6F3351E}"/>
              </a:ext>
            </a:extLst>
          </p:cNvPr>
          <p:cNvSpPr/>
          <p:nvPr/>
        </p:nvSpPr>
        <p:spPr>
          <a:xfrm flipH="1">
            <a:off x="-1010474" y="1194747"/>
            <a:ext cx="2020365" cy="85836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957;p103">
            <a:extLst>
              <a:ext uri="{FF2B5EF4-FFF2-40B4-BE49-F238E27FC236}">
                <a16:creationId xmlns:a16="http://schemas.microsoft.com/office/drawing/2014/main" id="{F1E2AB77-006A-8FE8-12E7-9E6FF4ECFA8A}"/>
              </a:ext>
            </a:extLst>
          </p:cNvPr>
          <p:cNvSpPr/>
          <p:nvPr/>
        </p:nvSpPr>
        <p:spPr>
          <a:xfrm flipH="1">
            <a:off x="-916198" y="1479377"/>
            <a:ext cx="1715038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 flip="none" rotWithShape="1">
            <a:gsLst>
              <a:gs pos="0">
                <a:srgbClr val="FCBC5D">
                  <a:lumMod val="75000"/>
                  <a:shade val="30000"/>
                  <a:satMod val="115000"/>
                </a:srgbClr>
              </a:gs>
              <a:gs pos="50000">
                <a:srgbClr val="FCBC5D">
                  <a:lumMod val="75000"/>
                  <a:shade val="67500"/>
                  <a:satMod val="115000"/>
                </a:srgbClr>
              </a:gs>
              <a:gs pos="100000">
                <a:srgbClr val="FCBC5D">
                  <a:lumMod val="75000"/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9F9232-EFA3-F3E2-168A-461A702DED11}"/>
              </a:ext>
            </a:extLst>
          </p:cNvPr>
          <p:cNvSpPr/>
          <p:nvPr/>
        </p:nvSpPr>
        <p:spPr>
          <a:xfrm>
            <a:off x="7500980" y="3226525"/>
            <a:ext cx="550937" cy="1512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56E6E6-AFC1-BE2F-ED72-F5E06381BBFD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[20]</a:t>
            </a:r>
          </a:p>
        </p:txBody>
      </p:sp>
    </p:spTree>
    <p:extLst>
      <p:ext uri="{BB962C8B-B14F-4D97-AF65-F5344CB8AC3E}">
        <p14:creationId xmlns:p14="http://schemas.microsoft.com/office/powerpoint/2010/main" val="1912319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CE0A150F-89DF-B15A-B2C0-157EA134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87">
            <a:extLst>
              <a:ext uri="{FF2B5EF4-FFF2-40B4-BE49-F238E27FC236}">
                <a16:creationId xmlns:a16="http://schemas.microsoft.com/office/drawing/2014/main" id="{4DD97E55-B88E-2E88-EBB1-58736BA5DA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13" name="Google Shape;1213;p87">
            <a:extLst>
              <a:ext uri="{FF2B5EF4-FFF2-40B4-BE49-F238E27FC236}">
                <a16:creationId xmlns:a16="http://schemas.microsoft.com/office/drawing/2014/main" id="{DE308E6F-06EF-B9E7-56EA-AE72C0A2D7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0837" y="3160729"/>
            <a:ext cx="2414949" cy="7503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800"/>
              <a:t>Design Basis, Material Balances &amp; BFD</a:t>
            </a:r>
          </a:p>
        </p:txBody>
      </p:sp>
      <p:sp>
        <p:nvSpPr>
          <p:cNvPr id="1211" name="Google Shape;1211;p87">
            <a:extLst>
              <a:ext uri="{FF2B5EF4-FFF2-40B4-BE49-F238E27FC236}">
                <a16:creationId xmlns:a16="http://schemas.microsoft.com/office/drawing/2014/main" id="{B7FF1FCB-34CE-CAA9-3445-72F3BD10116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2513" y="1745312"/>
            <a:ext cx="3855300" cy="12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Appendix</a:t>
            </a:r>
          </a:p>
        </p:txBody>
      </p:sp>
      <p:grpSp>
        <p:nvGrpSpPr>
          <p:cNvPr id="1214" name="Google Shape;1214;p87">
            <a:extLst>
              <a:ext uri="{FF2B5EF4-FFF2-40B4-BE49-F238E27FC236}">
                <a16:creationId xmlns:a16="http://schemas.microsoft.com/office/drawing/2014/main" id="{C43E6105-685E-6695-DDE5-F273F09CB62A}"/>
              </a:ext>
            </a:extLst>
          </p:cNvPr>
          <p:cNvGrpSpPr/>
          <p:nvPr/>
        </p:nvGrpSpPr>
        <p:grpSpPr>
          <a:xfrm>
            <a:off x="1576350" y="100149"/>
            <a:ext cx="8047297" cy="2525219"/>
            <a:chOff x="1576350" y="100149"/>
            <a:chExt cx="8047297" cy="2525219"/>
          </a:xfrm>
        </p:grpSpPr>
        <p:sp>
          <p:nvSpPr>
            <p:cNvPr id="1215" name="Google Shape;1215;p87">
              <a:extLst>
                <a:ext uri="{FF2B5EF4-FFF2-40B4-BE49-F238E27FC236}">
                  <a16:creationId xmlns:a16="http://schemas.microsoft.com/office/drawing/2014/main" id="{5716F896-6D79-FCE7-26FC-D372C7440316}"/>
                </a:ext>
              </a:extLst>
            </p:cNvPr>
            <p:cNvSpPr/>
            <p:nvPr/>
          </p:nvSpPr>
          <p:spPr>
            <a:xfrm>
              <a:off x="2686073" y="1242852"/>
              <a:ext cx="5671175" cy="241336"/>
            </a:xfrm>
            <a:custGeom>
              <a:avLst/>
              <a:gdLst/>
              <a:ahLst/>
              <a:cxnLst/>
              <a:rect l="l" t="t" r="r" b="b"/>
              <a:pathLst>
                <a:path w="204865" h="8718" extrusionOk="0">
                  <a:moveTo>
                    <a:pt x="119719" y="0"/>
                  </a:moveTo>
                  <a:cubicBezTo>
                    <a:pt x="114044" y="0"/>
                    <a:pt x="108840" y="4574"/>
                    <a:pt x="108840" y="4574"/>
                  </a:cubicBezTo>
                  <a:cubicBezTo>
                    <a:pt x="108840" y="4574"/>
                    <a:pt x="108272" y="647"/>
                    <a:pt x="105950" y="597"/>
                  </a:cubicBezTo>
                  <a:cubicBezTo>
                    <a:pt x="105941" y="597"/>
                    <a:pt x="105932" y="597"/>
                    <a:pt x="105923" y="597"/>
                  </a:cubicBezTo>
                  <a:cubicBezTo>
                    <a:pt x="103599" y="597"/>
                    <a:pt x="100001" y="4925"/>
                    <a:pt x="100001" y="4925"/>
                  </a:cubicBezTo>
                  <a:cubicBezTo>
                    <a:pt x="100001" y="4925"/>
                    <a:pt x="98607" y="3017"/>
                    <a:pt x="96634" y="3017"/>
                  </a:cubicBezTo>
                  <a:cubicBezTo>
                    <a:pt x="96593" y="3017"/>
                    <a:pt x="96551" y="3018"/>
                    <a:pt x="96509" y="3020"/>
                  </a:cubicBezTo>
                  <a:cubicBezTo>
                    <a:pt x="94471" y="3104"/>
                    <a:pt x="90344" y="5593"/>
                    <a:pt x="90344" y="5593"/>
                  </a:cubicBezTo>
                  <a:lnTo>
                    <a:pt x="1" y="8718"/>
                  </a:lnTo>
                  <a:lnTo>
                    <a:pt x="161272" y="6512"/>
                  </a:lnTo>
                  <a:lnTo>
                    <a:pt x="204864" y="4340"/>
                  </a:lnTo>
                  <a:lnTo>
                    <a:pt x="153987" y="1199"/>
                  </a:lnTo>
                  <a:cubicBezTo>
                    <a:pt x="151948" y="1282"/>
                    <a:pt x="147437" y="3922"/>
                    <a:pt x="147437" y="3922"/>
                  </a:cubicBezTo>
                  <a:cubicBezTo>
                    <a:pt x="147437" y="3922"/>
                    <a:pt x="148623" y="2786"/>
                    <a:pt x="145967" y="1266"/>
                  </a:cubicBezTo>
                  <a:cubicBezTo>
                    <a:pt x="145580" y="1044"/>
                    <a:pt x="145052" y="950"/>
                    <a:pt x="144432" y="950"/>
                  </a:cubicBezTo>
                  <a:cubicBezTo>
                    <a:pt x="140793" y="950"/>
                    <a:pt x="133987" y="4206"/>
                    <a:pt x="133987" y="4206"/>
                  </a:cubicBezTo>
                  <a:cubicBezTo>
                    <a:pt x="133987" y="4206"/>
                    <a:pt x="137696" y="1867"/>
                    <a:pt x="134254" y="664"/>
                  </a:cubicBezTo>
                  <a:cubicBezTo>
                    <a:pt x="133875" y="530"/>
                    <a:pt x="133446" y="470"/>
                    <a:pt x="132982" y="470"/>
                  </a:cubicBezTo>
                  <a:cubicBezTo>
                    <a:pt x="129237" y="470"/>
                    <a:pt x="123243" y="4373"/>
                    <a:pt x="123243" y="4373"/>
                  </a:cubicBezTo>
                  <a:cubicBezTo>
                    <a:pt x="123243" y="4373"/>
                    <a:pt x="126083" y="313"/>
                    <a:pt x="120219" y="13"/>
                  </a:cubicBezTo>
                  <a:cubicBezTo>
                    <a:pt x="120052" y="4"/>
                    <a:pt x="119885" y="0"/>
                    <a:pt x="119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87">
              <a:extLst>
                <a:ext uri="{FF2B5EF4-FFF2-40B4-BE49-F238E27FC236}">
                  <a16:creationId xmlns:a16="http://schemas.microsoft.com/office/drawing/2014/main" id="{665B476B-FAA3-9595-4540-96ECAEA04C55}"/>
                </a:ext>
              </a:extLst>
            </p:cNvPr>
            <p:cNvSpPr/>
            <p:nvPr/>
          </p:nvSpPr>
          <p:spPr>
            <a:xfrm>
              <a:off x="7865549" y="2136482"/>
              <a:ext cx="1019851" cy="393106"/>
            </a:xfrm>
            <a:custGeom>
              <a:avLst/>
              <a:gdLst/>
              <a:ahLst/>
              <a:cxnLst/>
              <a:rect l="l" t="t" r="r" b="b"/>
              <a:pathLst>
                <a:path w="42357" h="16325" extrusionOk="0">
                  <a:moveTo>
                    <a:pt x="41087" y="12181"/>
                  </a:moveTo>
                  <a:cubicBezTo>
                    <a:pt x="40653" y="11914"/>
                    <a:pt x="40369" y="11446"/>
                    <a:pt x="40268" y="10945"/>
                  </a:cubicBezTo>
                  <a:cubicBezTo>
                    <a:pt x="39901" y="9107"/>
                    <a:pt x="37110" y="7603"/>
                    <a:pt x="35724" y="6968"/>
                  </a:cubicBezTo>
                  <a:cubicBezTo>
                    <a:pt x="35239" y="6734"/>
                    <a:pt x="34805" y="6400"/>
                    <a:pt x="34487" y="5966"/>
                  </a:cubicBezTo>
                  <a:cubicBezTo>
                    <a:pt x="32816" y="3676"/>
                    <a:pt x="30043" y="2574"/>
                    <a:pt x="27336" y="3008"/>
                  </a:cubicBezTo>
                  <a:cubicBezTo>
                    <a:pt x="26300" y="3175"/>
                    <a:pt x="25247" y="2841"/>
                    <a:pt x="24462" y="2173"/>
                  </a:cubicBezTo>
                  <a:cubicBezTo>
                    <a:pt x="22858" y="819"/>
                    <a:pt x="20769" y="1"/>
                    <a:pt x="18514" y="1"/>
                  </a:cubicBezTo>
                  <a:cubicBezTo>
                    <a:pt x="14587" y="1"/>
                    <a:pt x="11245" y="2457"/>
                    <a:pt x="9875" y="5899"/>
                  </a:cubicBezTo>
                  <a:cubicBezTo>
                    <a:pt x="8990" y="5247"/>
                    <a:pt x="7904" y="4879"/>
                    <a:pt x="6701" y="4879"/>
                  </a:cubicBezTo>
                  <a:cubicBezTo>
                    <a:pt x="2607" y="4879"/>
                    <a:pt x="1" y="12014"/>
                    <a:pt x="1839" y="15623"/>
                  </a:cubicBezTo>
                  <a:cubicBezTo>
                    <a:pt x="1638" y="16174"/>
                    <a:pt x="42357" y="16325"/>
                    <a:pt x="42357" y="14487"/>
                  </a:cubicBezTo>
                  <a:cubicBezTo>
                    <a:pt x="42340" y="13501"/>
                    <a:pt x="41839" y="12666"/>
                    <a:pt x="41087" y="1218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87">
              <a:extLst>
                <a:ext uri="{FF2B5EF4-FFF2-40B4-BE49-F238E27FC236}">
                  <a16:creationId xmlns:a16="http://schemas.microsoft.com/office/drawing/2014/main" id="{0050C212-4F8C-9E4C-90CE-F244559E8692}"/>
                </a:ext>
              </a:extLst>
            </p:cNvPr>
            <p:cNvSpPr/>
            <p:nvPr/>
          </p:nvSpPr>
          <p:spPr>
            <a:xfrm>
              <a:off x="1576350" y="1648079"/>
              <a:ext cx="5671175" cy="241807"/>
            </a:xfrm>
            <a:custGeom>
              <a:avLst/>
              <a:gdLst/>
              <a:ahLst/>
              <a:cxnLst/>
              <a:rect l="l" t="t" r="r" b="b"/>
              <a:pathLst>
                <a:path w="204865" h="8735" extrusionOk="0">
                  <a:moveTo>
                    <a:pt x="119719" y="0"/>
                  </a:moveTo>
                  <a:cubicBezTo>
                    <a:pt x="114045" y="0"/>
                    <a:pt x="108840" y="4574"/>
                    <a:pt x="108840" y="4574"/>
                  </a:cubicBezTo>
                  <a:cubicBezTo>
                    <a:pt x="108840" y="4574"/>
                    <a:pt x="108272" y="647"/>
                    <a:pt x="105950" y="597"/>
                  </a:cubicBezTo>
                  <a:cubicBezTo>
                    <a:pt x="105941" y="597"/>
                    <a:pt x="105932" y="597"/>
                    <a:pt x="105923" y="597"/>
                  </a:cubicBezTo>
                  <a:cubicBezTo>
                    <a:pt x="103616" y="597"/>
                    <a:pt x="100001" y="4924"/>
                    <a:pt x="100001" y="4924"/>
                  </a:cubicBezTo>
                  <a:cubicBezTo>
                    <a:pt x="100001" y="4924"/>
                    <a:pt x="98623" y="3017"/>
                    <a:pt x="96635" y="3017"/>
                  </a:cubicBezTo>
                  <a:cubicBezTo>
                    <a:pt x="96594" y="3017"/>
                    <a:pt x="96552" y="3018"/>
                    <a:pt x="96509" y="3020"/>
                  </a:cubicBezTo>
                  <a:cubicBezTo>
                    <a:pt x="94471" y="3103"/>
                    <a:pt x="90361" y="5593"/>
                    <a:pt x="90361" y="5593"/>
                  </a:cubicBezTo>
                  <a:lnTo>
                    <a:pt x="1" y="8734"/>
                  </a:lnTo>
                  <a:lnTo>
                    <a:pt x="1" y="8734"/>
                  </a:lnTo>
                  <a:lnTo>
                    <a:pt x="161289" y="6512"/>
                  </a:lnTo>
                  <a:lnTo>
                    <a:pt x="204864" y="4340"/>
                  </a:lnTo>
                  <a:lnTo>
                    <a:pt x="153987" y="1198"/>
                  </a:lnTo>
                  <a:cubicBezTo>
                    <a:pt x="151948" y="1282"/>
                    <a:pt x="147437" y="3922"/>
                    <a:pt x="147437" y="3922"/>
                  </a:cubicBezTo>
                  <a:cubicBezTo>
                    <a:pt x="147437" y="3922"/>
                    <a:pt x="148623" y="2786"/>
                    <a:pt x="145967" y="1265"/>
                  </a:cubicBezTo>
                  <a:cubicBezTo>
                    <a:pt x="145584" y="1045"/>
                    <a:pt x="145059" y="950"/>
                    <a:pt x="144443" y="950"/>
                  </a:cubicBezTo>
                  <a:cubicBezTo>
                    <a:pt x="140812" y="950"/>
                    <a:pt x="133987" y="4223"/>
                    <a:pt x="133987" y="4223"/>
                  </a:cubicBezTo>
                  <a:cubicBezTo>
                    <a:pt x="133987" y="4223"/>
                    <a:pt x="137696" y="1884"/>
                    <a:pt x="134254" y="664"/>
                  </a:cubicBezTo>
                  <a:cubicBezTo>
                    <a:pt x="133880" y="533"/>
                    <a:pt x="133457" y="475"/>
                    <a:pt x="133000" y="475"/>
                  </a:cubicBezTo>
                  <a:cubicBezTo>
                    <a:pt x="129255" y="475"/>
                    <a:pt x="123243" y="4390"/>
                    <a:pt x="123243" y="4390"/>
                  </a:cubicBezTo>
                  <a:cubicBezTo>
                    <a:pt x="123243" y="4390"/>
                    <a:pt x="126084" y="330"/>
                    <a:pt x="120219" y="12"/>
                  </a:cubicBezTo>
                  <a:cubicBezTo>
                    <a:pt x="120052" y="4"/>
                    <a:pt x="119885" y="0"/>
                    <a:pt x="119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87">
              <a:extLst>
                <a:ext uri="{FF2B5EF4-FFF2-40B4-BE49-F238E27FC236}">
                  <a16:creationId xmlns:a16="http://schemas.microsoft.com/office/drawing/2014/main" id="{CFC981AB-59A4-B298-543D-7F2FF24BFDAF}"/>
                </a:ext>
              </a:extLst>
            </p:cNvPr>
            <p:cNvSpPr/>
            <p:nvPr/>
          </p:nvSpPr>
          <p:spPr>
            <a:xfrm>
              <a:off x="6384836" y="1199691"/>
              <a:ext cx="2784472" cy="1304372"/>
            </a:xfrm>
            <a:custGeom>
              <a:avLst/>
              <a:gdLst/>
              <a:ahLst/>
              <a:cxnLst/>
              <a:rect l="l" t="t" r="r" b="b"/>
              <a:pathLst>
                <a:path w="100586" h="47119" extrusionOk="0">
                  <a:moveTo>
                    <a:pt x="100586" y="47119"/>
                  </a:moveTo>
                  <a:lnTo>
                    <a:pt x="70945" y="44663"/>
                  </a:lnTo>
                  <a:cubicBezTo>
                    <a:pt x="45481" y="42524"/>
                    <a:pt x="21036" y="33752"/>
                    <a:pt x="0" y="19216"/>
                  </a:cubicBezTo>
                  <a:lnTo>
                    <a:pt x="0" y="13702"/>
                  </a:lnTo>
                  <a:cubicBezTo>
                    <a:pt x="0" y="11914"/>
                    <a:pt x="1354" y="10410"/>
                    <a:pt x="3125" y="10227"/>
                  </a:cubicBezTo>
                  <a:lnTo>
                    <a:pt x="1005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87">
              <a:extLst>
                <a:ext uri="{FF2B5EF4-FFF2-40B4-BE49-F238E27FC236}">
                  <a16:creationId xmlns:a16="http://schemas.microsoft.com/office/drawing/2014/main" id="{FC3FD426-6B66-4F6F-D9EA-1E2A0F27F065}"/>
                </a:ext>
              </a:extLst>
            </p:cNvPr>
            <p:cNvSpPr/>
            <p:nvPr/>
          </p:nvSpPr>
          <p:spPr>
            <a:xfrm>
              <a:off x="6384836" y="1200632"/>
              <a:ext cx="2784472" cy="1303431"/>
            </a:xfrm>
            <a:custGeom>
              <a:avLst/>
              <a:gdLst/>
              <a:ahLst/>
              <a:cxnLst/>
              <a:rect l="l" t="t" r="r" b="b"/>
              <a:pathLst>
                <a:path w="100586" h="47085" extrusionOk="0">
                  <a:moveTo>
                    <a:pt x="100586" y="47085"/>
                  </a:moveTo>
                  <a:lnTo>
                    <a:pt x="70945" y="44629"/>
                  </a:lnTo>
                  <a:cubicBezTo>
                    <a:pt x="45481" y="42490"/>
                    <a:pt x="21036" y="33718"/>
                    <a:pt x="0" y="19182"/>
                  </a:cubicBezTo>
                  <a:lnTo>
                    <a:pt x="0" y="13083"/>
                  </a:lnTo>
                  <a:cubicBezTo>
                    <a:pt x="0" y="11629"/>
                    <a:pt x="1103" y="10410"/>
                    <a:pt x="2540" y="10276"/>
                  </a:cubicBezTo>
                  <a:lnTo>
                    <a:pt x="100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87">
              <a:extLst>
                <a:ext uri="{FF2B5EF4-FFF2-40B4-BE49-F238E27FC236}">
                  <a16:creationId xmlns:a16="http://schemas.microsoft.com/office/drawing/2014/main" id="{48ECFCEE-1670-98D5-1467-8482087287FB}"/>
                </a:ext>
              </a:extLst>
            </p:cNvPr>
            <p:cNvSpPr/>
            <p:nvPr/>
          </p:nvSpPr>
          <p:spPr>
            <a:xfrm>
              <a:off x="6384836" y="1647940"/>
              <a:ext cx="2784472" cy="785878"/>
            </a:xfrm>
            <a:custGeom>
              <a:avLst/>
              <a:gdLst/>
              <a:ahLst/>
              <a:cxnLst/>
              <a:rect l="l" t="t" r="r" b="b"/>
              <a:pathLst>
                <a:path w="100586" h="28389" extrusionOk="0">
                  <a:moveTo>
                    <a:pt x="0" y="0"/>
                  </a:moveTo>
                  <a:lnTo>
                    <a:pt x="0" y="485"/>
                  </a:lnTo>
                  <a:cubicBezTo>
                    <a:pt x="21036" y="15038"/>
                    <a:pt x="45481" y="23810"/>
                    <a:pt x="70945" y="25915"/>
                  </a:cubicBezTo>
                  <a:lnTo>
                    <a:pt x="100586" y="28388"/>
                  </a:lnTo>
                  <a:lnTo>
                    <a:pt x="100586" y="18480"/>
                  </a:lnTo>
                  <a:lnTo>
                    <a:pt x="56642" y="16709"/>
                  </a:lnTo>
                  <a:cubicBezTo>
                    <a:pt x="36759" y="15055"/>
                    <a:pt x="17511" y="934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87">
              <a:extLst>
                <a:ext uri="{FF2B5EF4-FFF2-40B4-BE49-F238E27FC236}">
                  <a16:creationId xmlns:a16="http://schemas.microsoft.com/office/drawing/2014/main" id="{A7F30496-30FC-A791-8FF2-E5D0E1B445DE}"/>
                </a:ext>
              </a:extLst>
            </p:cNvPr>
            <p:cNvSpPr/>
            <p:nvPr/>
          </p:nvSpPr>
          <p:spPr>
            <a:xfrm>
              <a:off x="6741003" y="142701"/>
              <a:ext cx="1422327" cy="1408458"/>
            </a:xfrm>
            <a:custGeom>
              <a:avLst/>
              <a:gdLst/>
              <a:ahLst/>
              <a:cxnLst/>
              <a:rect l="l" t="t" r="r" b="b"/>
              <a:pathLst>
                <a:path w="51380" h="50879" extrusionOk="0">
                  <a:moveTo>
                    <a:pt x="1" y="1"/>
                  </a:moveTo>
                  <a:lnTo>
                    <a:pt x="185" y="48456"/>
                  </a:lnTo>
                  <a:lnTo>
                    <a:pt x="803" y="50878"/>
                  </a:lnTo>
                  <a:lnTo>
                    <a:pt x="51380" y="50878"/>
                  </a:lnTo>
                  <a:lnTo>
                    <a:pt x="46016" y="48456"/>
                  </a:lnTo>
                  <a:lnTo>
                    <a:pt x="46117" y="46083"/>
                  </a:lnTo>
                  <a:cubicBezTo>
                    <a:pt x="46117" y="43059"/>
                    <a:pt x="44095" y="40385"/>
                    <a:pt x="41171" y="39567"/>
                  </a:cubicBezTo>
                  <a:lnTo>
                    <a:pt x="35490" y="37996"/>
                  </a:lnTo>
                  <a:cubicBezTo>
                    <a:pt x="28071" y="35924"/>
                    <a:pt x="21572" y="31313"/>
                    <a:pt x="17177" y="249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87">
              <a:extLst>
                <a:ext uri="{FF2B5EF4-FFF2-40B4-BE49-F238E27FC236}">
                  <a16:creationId xmlns:a16="http://schemas.microsoft.com/office/drawing/2014/main" id="{21B4D2C7-10AC-CD9F-491A-EF7B69ED176A}"/>
                </a:ext>
              </a:extLst>
            </p:cNvPr>
            <p:cNvSpPr/>
            <p:nvPr/>
          </p:nvSpPr>
          <p:spPr>
            <a:xfrm>
              <a:off x="6263631" y="100149"/>
              <a:ext cx="1760441" cy="1383931"/>
            </a:xfrm>
            <a:custGeom>
              <a:avLst/>
              <a:gdLst/>
              <a:ahLst/>
              <a:cxnLst/>
              <a:rect l="l" t="t" r="r" b="b"/>
              <a:pathLst>
                <a:path w="63594" h="49993" extrusionOk="0">
                  <a:moveTo>
                    <a:pt x="34437" y="24997"/>
                  </a:moveTo>
                  <a:lnTo>
                    <a:pt x="17144" y="84"/>
                  </a:lnTo>
                  <a:lnTo>
                    <a:pt x="1" y="1"/>
                  </a:lnTo>
                  <a:lnTo>
                    <a:pt x="17327" y="49993"/>
                  </a:lnTo>
                  <a:lnTo>
                    <a:pt x="34370" y="49993"/>
                  </a:lnTo>
                  <a:lnTo>
                    <a:pt x="49976" y="49993"/>
                  </a:lnTo>
                  <a:lnTo>
                    <a:pt x="63593" y="49993"/>
                  </a:lnTo>
                  <a:lnTo>
                    <a:pt x="63593" y="46183"/>
                  </a:lnTo>
                  <a:cubicBezTo>
                    <a:pt x="63593" y="43142"/>
                    <a:pt x="61538" y="40469"/>
                    <a:pt x="58614" y="39667"/>
                  </a:cubicBezTo>
                  <a:lnTo>
                    <a:pt x="52900" y="38096"/>
                  </a:lnTo>
                  <a:cubicBezTo>
                    <a:pt x="45415" y="36024"/>
                    <a:pt x="38865" y="31396"/>
                    <a:pt x="34437" y="2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87">
              <a:extLst>
                <a:ext uri="{FF2B5EF4-FFF2-40B4-BE49-F238E27FC236}">
                  <a16:creationId xmlns:a16="http://schemas.microsoft.com/office/drawing/2014/main" id="{F16FE228-78F7-B761-7FD7-3B1ADA2B52DC}"/>
                </a:ext>
              </a:extLst>
            </p:cNvPr>
            <p:cNvSpPr/>
            <p:nvPr/>
          </p:nvSpPr>
          <p:spPr>
            <a:xfrm>
              <a:off x="5831137" y="1606773"/>
              <a:ext cx="2132300" cy="117042"/>
            </a:xfrm>
            <a:custGeom>
              <a:avLst/>
              <a:gdLst/>
              <a:ahLst/>
              <a:cxnLst/>
              <a:rect l="l" t="t" r="r" b="b"/>
              <a:pathLst>
                <a:path w="77027" h="4228" extrusionOk="0">
                  <a:moveTo>
                    <a:pt x="77027" y="4228"/>
                  </a:moveTo>
                  <a:lnTo>
                    <a:pt x="0" y="4228"/>
                  </a:lnTo>
                  <a:lnTo>
                    <a:pt x="0" y="1838"/>
                  </a:lnTo>
                  <a:lnTo>
                    <a:pt x="770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87">
              <a:extLst>
                <a:ext uri="{FF2B5EF4-FFF2-40B4-BE49-F238E27FC236}">
                  <a16:creationId xmlns:a16="http://schemas.microsoft.com/office/drawing/2014/main" id="{077EEE21-4BA4-3921-3260-451E2BAE960D}"/>
                </a:ext>
              </a:extLst>
            </p:cNvPr>
            <p:cNvSpPr/>
            <p:nvPr/>
          </p:nvSpPr>
          <p:spPr>
            <a:xfrm>
              <a:off x="5831137" y="1724268"/>
              <a:ext cx="2132300" cy="116128"/>
            </a:xfrm>
            <a:custGeom>
              <a:avLst/>
              <a:gdLst/>
              <a:ahLst/>
              <a:cxnLst/>
              <a:rect l="l" t="t" r="r" b="b"/>
              <a:pathLst>
                <a:path w="77027" h="4195" extrusionOk="0">
                  <a:moveTo>
                    <a:pt x="0" y="0"/>
                  </a:moveTo>
                  <a:lnTo>
                    <a:pt x="0" y="2523"/>
                  </a:lnTo>
                  <a:cubicBezTo>
                    <a:pt x="0" y="3442"/>
                    <a:pt x="752" y="4194"/>
                    <a:pt x="1671" y="4194"/>
                  </a:cubicBezTo>
                  <a:lnTo>
                    <a:pt x="77027" y="4194"/>
                  </a:lnTo>
                  <a:lnTo>
                    <a:pt x="770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87">
              <a:extLst>
                <a:ext uri="{FF2B5EF4-FFF2-40B4-BE49-F238E27FC236}">
                  <a16:creationId xmlns:a16="http://schemas.microsoft.com/office/drawing/2014/main" id="{6FA79418-C700-F98E-351A-65A8A40D6EA5}"/>
                </a:ext>
              </a:extLst>
            </p:cNvPr>
            <p:cNvSpPr/>
            <p:nvPr/>
          </p:nvSpPr>
          <p:spPr>
            <a:xfrm>
              <a:off x="8288342" y="1502234"/>
              <a:ext cx="191978" cy="191978"/>
            </a:xfrm>
            <a:custGeom>
              <a:avLst/>
              <a:gdLst/>
              <a:ahLst/>
              <a:cxnLst/>
              <a:rect l="l" t="t" r="r" b="b"/>
              <a:pathLst>
                <a:path w="6935" h="6935" extrusionOk="0">
                  <a:moveTo>
                    <a:pt x="3475" y="0"/>
                  </a:moveTo>
                  <a:cubicBezTo>
                    <a:pt x="1554" y="0"/>
                    <a:pt x="0" y="1554"/>
                    <a:pt x="0" y="3476"/>
                  </a:cubicBezTo>
                  <a:cubicBezTo>
                    <a:pt x="0" y="5397"/>
                    <a:pt x="1554" y="6934"/>
                    <a:pt x="3475" y="6934"/>
                  </a:cubicBezTo>
                  <a:cubicBezTo>
                    <a:pt x="5380" y="6934"/>
                    <a:pt x="6934" y="5397"/>
                    <a:pt x="6934" y="3476"/>
                  </a:cubicBezTo>
                  <a:cubicBezTo>
                    <a:pt x="6934" y="1554"/>
                    <a:pt x="5380" y="0"/>
                    <a:pt x="3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87">
              <a:extLst>
                <a:ext uri="{FF2B5EF4-FFF2-40B4-BE49-F238E27FC236}">
                  <a16:creationId xmlns:a16="http://schemas.microsoft.com/office/drawing/2014/main" id="{2D62390E-15CF-90B9-D083-07385255655F}"/>
                </a:ext>
              </a:extLst>
            </p:cNvPr>
            <p:cNvSpPr/>
            <p:nvPr/>
          </p:nvSpPr>
          <p:spPr>
            <a:xfrm>
              <a:off x="8619066" y="1561239"/>
              <a:ext cx="191978" cy="191978"/>
            </a:xfrm>
            <a:custGeom>
              <a:avLst/>
              <a:gdLst/>
              <a:ahLst/>
              <a:cxnLst/>
              <a:rect l="l" t="t" r="r" b="b"/>
              <a:pathLst>
                <a:path w="6935" h="6935" extrusionOk="0">
                  <a:moveTo>
                    <a:pt x="3476" y="0"/>
                  </a:moveTo>
                  <a:cubicBezTo>
                    <a:pt x="1555" y="0"/>
                    <a:pt x="1" y="1554"/>
                    <a:pt x="1" y="3476"/>
                  </a:cubicBezTo>
                  <a:cubicBezTo>
                    <a:pt x="1" y="5397"/>
                    <a:pt x="1555" y="6934"/>
                    <a:pt x="3476" y="6934"/>
                  </a:cubicBezTo>
                  <a:cubicBezTo>
                    <a:pt x="5381" y="6934"/>
                    <a:pt x="6935" y="5397"/>
                    <a:pt x="6935" y="3476"/>
                  </a:cubicBezTo>
                  <a:cubicBezTo>
                    <a:pt x="6935" y="1554"/>
                    <a:pt x="5364" y="0"/>
                    <a:pt x="34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87">
              <a:extLst>
                <a:ext uri="{FF2B5EF4-FFF2-40B4-BE49-F238E27FC236}">
                  <a16:creationId xmlns:a16="http://schemas.microsoft.com/office/drawing/2014/main" id="{C3C305F5-A35A-2BCC-477A-B5B976AE04A9}"/>
                </a:ext>
              </a:extLst>
            </p:cNvPr>
            <p:cNvSpPr/>
            <p:nvPr/>
          </p:nvSpPr>
          <p:spPr>
            <a:xfrm>
              <a:off x="6345523" y="819345"/>
              <a:ext cx="492139" cy="156821"/>
            </a:xfrm>
            <a:custGeom>
              <a:avLst/>
              <a:gdLst/>
              <a:ahLst/>
              <a:cxnLst/>
              <a:rect l="l" t="t" r="r" b="b"/>
              <a:pathLst>
                <a:path w="17778" h="5665" extrusionOk="0">
                  <a:moveTo>
                    <a:pt x="0" y="0"/>
                  </a:moveTo>
                  <a:lnTo>
                    <a:pt x="0" y="5664"/>
                  </a:lnTo>
                  <a:lnTo>
                    <a:pt x="17778" y="5664"/>
                  </a:lnTo>
                  <a:lnTo>
                    <a:pt x="136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87">
              <a:extLst>
                <a:ext uri="{FF2B5EF4-FFF2-40B4-BE49-F238E27FC236}">
                  <a16:creationId xmlns:a16="http://schemas.microsoft.com/office/drawing/2014/main" id="{B8C1B064-1D6C-474D-BC94-7FD08B6AA4EA}"/>
                </a:ext>
              </a:extLst>
            </p:cNvPr>
            <p:cNvSpPr/>
            <p:nvPr/>
          </p:nvSpPr>
          <p:spPr>
            <a:xfrm>
              <a:off x="4338715" y="2383562"/>
              <a:ext cx="5284931" cy="241807"/>
            </a:xfrm>
            <a:custGeom>
              <a:avLst/>
              <a:gdLst/>
              <a:ahLst/>
              <a:cxnLst/>
              <a:rect l="l" t="t" r="r" b="b"/>
              <a:pathLst>
                <a:path w="204882" h="8735" extrusionOk="0">
                  <a:moveTo>
                    <a:pt x="119719" y="1"/>
                  </a:moveTo>
                  <a:cubicBezTo>
                    <a:pt x="114045" y="1"/>
                    <a:pt x="108841" y="4574"/>
                    <a:pt x="108841" y="4574"/>
                  </a:cubicBezTo>
                  <a:cubicBezTo>
                    <a:pt x="108841" y="4574"/>
                    <a:pt x="108272" y="648"/>
                    <a:pt x="105967" y="598"/>
                  </a:cubicBezTo>
                  <a:cubicBezTo>
                    <a:pt x="105958" y="597"/>
                    <a:pt x="105949" y="597"/>
                    <a:pt x="105940" y="597"/>
                  </a:cubicBezTo>
                  <a:cubicBezTo>
                    <a:pt x="103616" y="597"/>
                    <a:pt x="100002" y="4925"/>
                    <a:pt x="100002" y="4925"/>
                  </a:cubicBezTo>
                  <a:cubicBezTo>
                    <a:pt x="100002" y="4925"/>
                    <a:pt x="98623" y="3018"/>
                    <a:pt x="96651" y="3018"/>
                  </a:cubicBezTo>
                  <a:cubicBezTo>
                    <a:pt x="96610" y="3018"/>
                    <a:pt x="96568" y="3019"/>
                    <a:pt x="96526" y="3020"/>
                  </a:cubicBezTo>
                  <a:cubicBezTo>
                    <a:pt x="94471" y="3104"/>
                    <a:pt x="90361" y="5593"/>
                    <a:pt x="90361" y="5593"/>
                  </a:cubicBezTo>
                  <a:lnTo>
                    <a:pt x="1" y="8735"/>
                  </a:lnTo>
                  <a:lnTo>
                    <a:pt x="161289" y="6512"/>
                  </a:lnTo>
                  <a:lnTo>
                    <a:pt x="204881" y="4340"/>
                  </a:lnTo>
                  <a:lnTo>
                    <a:pt x="154004" y="1216"/>
                  </a:lnTo>
                  <a:cubicBezTo>
                    <a:pt x="151949" y="1299"/>
                    <a:pt x="147437" y="3923"/>
                    <a:pt x="147437" y="3923"/>
                  </a:cubicBezTo>
                  <a:cubicBezTo>
                    <a:pt x="147437" y="3923"/>
                    <a:pt x="148624" y="2803"/>
                    <a:pt x="145984" y="1266"/>
                  </a:cubicBezTo>
                  <a:cubicBezTo>
                    <a:pt x="145598" y="1045"/>
                    <a:pt x="145072" y="951"/>
                    <a:pt x="144454" y="951"/>
                  </a:cubicBezTo>
                  <a:cubicBezTo>
                    <a:pt x="140813" y="951"/>
                    <a:pt x="133987" y="4223"/>
                    <a:pt x="133987" y="4223"/>
                  </a:cubicBezTo>
                  <a:cubicBezTo>
                    <a:pt x="133987" y="4223"/>
                    <a:pt x="137713" y="1884"/>
                    <a:pt x="134254" y="664"/>
                  </a:cubicBezTo>
                  <a:cubicBezTo>
                    <a:pt x="133880" y="534"/>
                    <a:pt x="133457" y="475"/>
                    <a:pt x="133000" y="475"/>
                  </a:cubicBezTo>
                  <a:cubicBezTo>
                    <a:pt x="129259" y="475"/>
                    <a:pt x="123260" y="4390"/>
                    <a:pt x="123260" y="4390"/>
                  </a:cubicBezTo>
                  <a:cubicBezTo>
                    <a:pt x="123260" y="4390"/>
                    <a:pt x="126100" y="330"/>
                    <a:pt x="120219" y="13"/>
                  </a:cubicBezTo>
                  <a:cubicBezTo>
                    <a:pt x="120052" y="5"/>
                    <a:pt x="119885" y="1"/>
                    <a:pt x="1197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CF734B0-36E4-A0EA-0383-8C431D7BF59C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[21]</a:t>
            </a:r>
          </a:p>
        </p:txBody>
      </p:sp>
    </p:spTree>
    <p:extLst>
      <p:ext uri="{BB962C8B-B14F-4D97-AF65-F5344CB8AC3E}">
        <p14:creationId xmlns:p14="http://schemas.microsoft.com/office/powerpoint/2010/main" val="203105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>
          <a:extLst>
            <a:ext uri="{FF2B5EF4-FFF2-40B4-BE49-F238E27FC236}">
              <a16:creationId xmlns:a16="http://schemas.microsoft.com/office/drawing/2014/main" id="{AEDF9871-7A91-8F95-5DB6-B4BFB17E1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64;p81">
            <a:extLst>
              <a:ext uri="{FF2B5EF4-FFF2-40B4-BE49-F238E27FC236}">
                <a16:creationId xmlns:a16="http://schemas.microsoft.com/office/drawing/2014/main" id="{B126FBE2-4F17-330E-709B-FCDB8177C3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1291" y="103328"/>
            <a:ext cx="7767814" cy="7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PLANT DESIGN BASIS</a:t>
            </a:r>
            <a:endParaRPr/>
          </a:p>
        </p:txBody>
      </p:sp>
      <p:sp>
        <p:nvSpPr>
          <p:cNvPr id="965" name="Google Shape;965;p81">
            <a:extLst>
              <a:ext uri="{FF2B5EF4-FFF2-40B4-BE49-F238E27FC236}">
                <a16:creationId xmlns:a16="http://schemas.microsoft.com/office/drawing/2014/main" id="{1D2FA599-9EC9-5B6F-EF01-A840F3CE6C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4806" y="1015388"/>
            <a:ext cx="3990975" cy="4206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/>
              <a:t>Location: Wilkinson County, Georgia</a:t>
            </a:r>
            <a:endParaRPr sz="1600" b="1"/>
          </a:p>
        </p:txBody>
      </p:sp>
      <p:sp>
        <p:nvSpPr>
          <p:cNvPr id="966" name="Google Shape;966;p81">
            <a:extLst>
              <a:ext uri="{FF2B5EF4-FFF2-40B4-BE49-F238E27FC236}">
                <a16:creationId xmlns:a16="http://schemas.microsoft.com/office/drawing/2014/main" id="{1233F8CB-A8DE-BECD-D3EF-E1F439A1CCB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5707" y="3249068"/>
            <a:ext cx="3990975" cy="523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/>
              <a:t>10,000 barrels is equivalent to 420,000 gallons. This high, daily production would </a:t>
            </a:r>
            <a:r>
              <a:rPr lang="en-US" b="1"/>
              <a:t>maximize profitability.</a:t>
            </a:r>
          </a:p>
        </p:txBody>
      </p:sp>
      <p:sp>
        <p:nvSpPr>
          <p:cNvPr id="1029" name="Google Shape;1029;p81">
            <a:extLst>
              <a:ext uri="{FF2B5EF4-FFF2-40B4-BE49-F238E27FC236}">
                <a16:creationId xmlns:a16="http://schemas.microsoft.com/office/drawing/2014/main" id="{F4A03F45-FF62-9E3B-FF5B-2B8E369D7224}"/>
              </a:ext>
            </a:extLst>
          </p:cNvPr>
          <p:cNvSpPr/>
          <p:nvPr/>
        </p:nvSpPr>
        <p:spPr>
          <a:xfrm>
            <a:off x="6506850" y="504100"/>
            <a:ext cx="2184917" cy="65711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>
            <a:gsLst>
              <a:gs pos="0">
                <a:srgbClr val="FCBC5D"/>
              </a:gs>
              <a:gs pos="100000">
                <a:srgbClr val="F2724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Picture 8" descr="A map of the state of georgia&#10;&#10;AI-generated content may be incorrect.">
            <a:extLst>
              <a:ext uri="{FF2B5EF4-FFF2-40B4-BE49-F238E27FC236}">
                <a16:creationId xmlns:a16="http://schemas.microsoft.com/office/drawing/2014/main" id="{D7BB79E8-5677-C0A4-BC29-0D501BCA0A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54" r="1074" b="4312"/>
          <a:stretch>
            <a:fillRect/>
          </a:stretch>
        </p:blipFill>
        <p:spPr>
          <a:xfrm>
            <a:off x="4672055" y="1057940"/>
            <a:ext cx="3790145" cy="395226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28" name="Google Shape;1028;p81">
            <a:extLst>
              <a:ext uri="{FF2B5EF4-FFF2-40B4-BE49-F238E27FC236}">
                <a16:creationId xmlns:a16="http://schemas.microsoft.com/office/drawing/2014/main" id="{3BF18CE5-CBF8-DD3D-D118-0C8D146FC51A}"/>
              </a:ext>
            </a:extLst>
          </p:cNvPr>
          <p:cNvSpPr/>
          <p:nvPr/>
        </p:nvSpPr>
        <p:spPr>
          <a:xfrm>
            <a:off x="6252571" y="2624251"/>
            <a:ext cx="254279" cy="367489"/>
          </a:xfrm>
          <a:custGeom>
            <a:avLst/>
            <a:gdLst/>
            <a:ahLst/>
            <a:cxnLst/>
            <a:rect l="l" t="t" r="r" b="b"/>
            <a:pathLst>
              <a:path w="12426" h="17222" extrusionOk="0">
                <a:moveTo>
                  <a:pt x="6213" y="3388"/>
                </a:moveTo>
                <a:cubicBezTo>
                  <a:pt x="7354" y="3388"/>
                  <a:pt x="8384" y="4074"/>
                  <a:pt x="8821" y="5131"/>
                </a:cubicBezTo>
                <a:cubicBezTo>
                  <a:pt x="9257" y="6185"/>
                  <a:pt x="9016" y="7399"/>
                  <a:pt x="8206" y="8206"/>
                </a:cubicBezTo>
                <a:cubicBezTo>
                  <a:pt x="7666" y="8748"/>
                  <a:pt x="6945" y="9035"/>
                  <a:pt x="6210" y="9035"/>
                </a:cubicBezTo>
                <a:cubicBezTo>
                  <a:pt x="5847" y="9035"/>
                  <a:pt x="5481" y="8965"/>
                  <a:pt x="5132" y="8820"/>
                </a:cubicBezTo>
                <a:cubicBezTo>
                  <a:pt x="4075" y="8383"/>
                  <a:pt x="3388" y="7354"/>
                  <a:pt x="3388" y="6212"/>
                </a:cubicBezTo>
                <a:cubicBezTo>
                  <a:pt x="3391" y="4652"/>
                  <a:pt x="4653" y="3391"/>
                  <a:pt x="6213" y="3388"/>
                </a:cubicBezTo>
                <a:close/>
                <a:moveTo>
                  <a:pt x="6213" y="0"/>
                </a:moveTo>
                <a:cubicBezTo>
                  <a:pt x="2825" y="0"/>
                  <a:pt x="1" y="2728"/>
                  <a:pt x="1" y="6212"/>
                </a:cubicBezTo>
                <a:cubicBezTo>
                  <a:pt x="1" y="7537"/>
                  <a:pt x="398" y="8718"/>
                  <a:pt x="1163" y="9826"/>
                </a:cubicBezTo>
                <a:lnTo>
                  <a:pt x="5737" y="16959"/>
                </a:lnTo>
                <a:cubicBezTo>
                  <a:pt x="5847" y="17134"/>
                  <a:pt x="6029" y="17221"/>
                  <a:pt x="6211" y="17221"/>
                </a:cubicBezTo>
                <a:cubicBezTo>
                  <a:pt x="6394" y="17221"/>
                  <a:pt x="6576" y="17134"/>
                  <a:pt x="6686" y="16959"/>
                </a:cubicBezTo>
                <a:lnTo>
                  <a:pt x="11278" y="9802"/>
                </a:lnTo>
                <a:cubicBezTo>
                  <a:pt x="12025" y="8751"/>
                  <a:pt x="12425" y="7498"/>
                  <a:pt x="12422" y="6212"/>
                </a:cubicBezTo>
                <a:cubicBezTo>
                  <a:pt x="12422" y="2786"/>
                  <a:pt x="9637" y="0"/>
                  <a:pt x="621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0" name="Google Shape;965;p81">
            <a:extLst>
              <a:ext uri="{FF2B5EF4-FFF2-40B4-BE49-F238E27FC236}">
                <a16:creationId xmlns:a16="http://schemas.microsoft.com/office/drawing/2014/main" id="{17C33AB1-31FC-BBF0-B901-6F88EC1AAF9B}"/>
              </a:ext>
            </a:extLst>
          </p:cNvPr>
          <p:cNvSpPr txBox="1">
            <a:spLocks/>
          </p:cNvSpPr>
          <p:nvPr/>
        </p:nvSpPr>
        <p:spPr>
          <a:xfrm>
            <a:off x="185707" y="3014704"/>
            <a:ext cx="3990074" cy="42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Aft>
                <a:spcPts val="1600"/>
              </a:spcAft>
              <a:buFont typeface="Lato"/>
              <a:buNone/>
            </a:pPr>
            <a:r>
              <a:rPr lang="en-US" sz="1600" b="1"/>
              <a:t>Production: 10,000 Barrels/Day</a:t>
            </a:r>
          </a:p>
        </p:txBody>
      </p:sp>
      <p:sp>
        <p:nvSpPr>
          <p:cNvPr id="14" name="Google Shape;966;p81">
            <a:extLst>
              <a:ext uri="{FF2B5EF4-FFF2-40B4-BE49-F238E27FC236}">
                <a16:creationId xmlns:a16="http://schemas.microsoft.com/office/drawing/2014/main" id="{497A7223-1F79-71FC-99A7-9E8CAF5BD7BA}"/>
              </a:ext>
            </a:extLst>
          </p:cNvPr>
          <p:cNvSpPr txBox="1">
            <a:spLocks/>
          </p:cNvSpPr>
          <p:nvPr/>
        </p:nvSpPr>
        <p:spPr>
          <a:xfrm>
            <a:off x="182311" y="1254947"/>
            <a:ext cx="344365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Lato"/>
              <a:buNone/>
            </a:pPr>
            <a:r>
              <a:rPr lang="en-US" b="1"/>
              <a:t>In-state feedstock </a:t>
            </a:r>
            <a:r>
              <a:rPr lang="en-US"/>
              <a:t>&amp; access to Port Savannah for </a:t>
            </a:r>
            <a:r>
              <a:rPr lang="en-US" b="1"/>
              <a:t>international transactions</a:t>
            </a:r>
            <a:r>
              <a:rPr lang="en-US"/>
              <a:t>!</a:t>
            </a:r>
          </a:p>
        </p:txBody>
      </p:sp>
      <p:pic>
        <p:nvPicPr>
          <p:cNvPr id="15" name="Picture 14" descr="A white airplane with orange and blue text&#10;&#10;AI-generated content may be incorrect.">
            <a:extLst>
              <a:ext uri="{FF2B5EF4-FFF2-40B4-BE49-F238E27FC236}">
                <a16:creationId xmlns:a16="http://schemas.microsoft.com/office/drawing/2014/main" id="{81C3C798-D918-E32F-B5FD-7BED6B77F1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12" t="15638" r="8974" b="18210"/>
          <a:stretch>
            <a:fillRect/>
          </a:stretch>
        </p:blipFill>
        <p:spPr>
          <a:xfrm>
            <a:off x="7190096" y="155552"/>
            <a:ext cx="1096109" cy="865123"/>
          </a:xfrm>
          <a:prstGeom prst="rect">
            <a:avLst/>
          </a:prstGeom>
        </p:spPr>
      </p:pic>
      <p:sp>
        <p:nvSpPr>
          <p:cNvPr id="16" name="Google Shape;966;p81">
            <a:extLst>
              <a:ext uri="{FF2B5EF4-FFF2-40B4-BE49-F238E27FC236}">
                <a16:creationId xmlns:a16="http://schemas.microsoft.com/office/drawing/2014/main" id="{572451C2-9F05-80A8-BC34-AFCFEBF6085E}"/>
              </a:ext>
            </a:extLst>
          </p:cNvPr>
          <p:cNvSpPr txBox="1">
            <a:spLocks/>
          </p:cNvSpPr>
          <p:nvPr/>
        </p:nvSpPr>
        <p:spPr>
          <a:xfrm>
            <a:off x="160189" y="1921522"/>
            <a:ext cx="344365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Lato"/>
              <a:buNone/>
            </a:pPr>
            <a:r>
              <a:rPr lang="en-US" b="1"/>
              <a:t>Close proximity</a:t>
            </a:r>
            <a:r>
              <a:rPr lang="en-US"/>
              <a:t> to Hartsfield-Jackson &amp; Savannah Hilton airports! </a:t>
            </a:r>
          </a:p>
        </p:txBody>
      </p:sp>
      <p:sp>
        <p:nvSpPr>
          <p:cNvPr id="2" name="Google Shape;965;p81">
            <a:extLst>
              <a:ext uri="{FF2B5EF4-FFF2-40B4-BE49-F238E27FC236}">
                <a16:creationId xmlns:a16="http://schemas.microsoft.com/office/drawing/2014/main" id="{5848FBD7-6D44-E5CA-F996-0C3227D150E8}"/>
              </a:ext>
            </a:extLst>
          </p:cNvPr>
          <p:cNvSpPr txBox="1">
            <a:spLocks/>
          </p:cNvSpPr>
          <p:nvPr/>
        </p:nvSpPr>
        <p:spPr>
          <a:xfrm>
            <a:off x="5528427" y="2875324"/>
            <a:ext cx="1702565" cy="42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>
              <a:spcAft>
                <a:spcPts val="1600"/>
              </a:spcAft>
              <a:buFont typeface="Lato"/>
              <a:buNone/>
            </a:pPr>
            <a:r>
              <a:rPr lang="en-US" sz="1100" b="1">
                <a:solidFill>
                  <a:schemeClr val="tx2"/>
                </a:solidFill>
              </a:rPr>
              <a:t>Wilkinson County, Georgia</a:t>
            </a:r>
          </a:p>
        </p:txBody>
      </p:sp>
      <p:sp>
        <p:nvSpPr>
          <p:cNvPr id="3" name="Google Shape;1957;p103">
            <a:extLst>
              <a:ext uri="{FF2B5EF4-FFF2-40B4-BE49-F238E27FC236}">
                <a16:creationId xmlns:a16="http://schemas.microsoft.com/office/drawing/2014/main" id="{0C779CAE-EB5C-EA69-AAD4-A2F34540AF7A}"/>
              </a:ext>
            </a:extLst>
          </p:cNvPr>
          <p:cNvSpPr/>
          <p:nvPr/>
        </p:nvSpPr>
        <p:spPr>
          <a:xfrm flipH="1">
            <a:off x="-1010183" y="4374170"/>
            <a:ext cx="2020365" cy="85836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957;p103">
            <a:extLst>
              <a:ext uri="{FF2B5EF4-FFF2-40B4-BE49-F238E27FC236}">
                <a16:creationId xmlns:a16="http://schemas.microsoft.com/office/drawing/2014/main" id="{564BACD2-B0D3-8554-4118-225B1E07E2D9}"/>
              </a:ext>
            </a:extLst>
          </p:cNvPr>
          <p:cNvSpPr/>
          <p:nvPr/>
        </p:nvSpPr>
        <p:spPr>
          <a:xfrm flipH="1">
            <a:off x="-915907" y="4658800"/>
            <a:ext cx="1715038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 flip="none" rotWithShape="1">
            <a:gsLst>
              <a:gs pos="0">
                <a:srgbClr val="FCBC5D">
                  <a:lumMod val="75000"/>
                  <a:shade val="30000"/>
                  <a:satMod val="115000"/>
                </a:srgbClr>
              </a:gs>
              <a:gs pos="50000">
                <a:srgbClr val="FCBC5D">
                  <a:lumMod val="75000"/>
                  <a:shade val="67500"/>
                  <a:satMod val="115000"/>
                </a:srgbClr>
              </a:gs>
              <a:gs pos="100000">
                <a:srgbClr val="FCBC5D">
                  <a:lumMod val="75000"/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7F7C9-CF7B-2CEA-2012-C06805640F1C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[22]</a:t>
            </a:r>
          </a:p>
        </p:txBody>
      </p:sp>
    </p:spTree>
    <p:extLst>
      <p:ext uri="{BB962C8B-B14F-4D97-AF65-F5344CB8AC3E}">
        <p14:creationId xmlns:p14="http://schemas.microsoft.com/office/powerpoint/2010/main" val="69343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" grpId="0" build="p"/>
      <p:bldP spid="966" grpId="0" build="p"/>
      <p:bldP spid="1028" grpId="0" animBg="1"/>
      <p:bldP spid="1028" grpId="1" animBg="1"/>
      <p:bldP spid="10" grpId="0"/>
      <p:bldP spid="14" grpId="0"/>
      <p:bldP spid="16" grpId="0"/>
      <p:bldP spid="2" grpId="0"/>
      <p:bldP spid="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6F292-5BDD-5445-29C9-39B15E9D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957;p103">
            <a:extLst>
              <a:ext uri="{FF2B5EF4-FFF2-40B4-BE49-F238E27FC236}">
                <a16:creationId xmlns:a16="http://schemas.microsoft.com/office/drawing/2014/main" id="{63FA9E83-9573-AFCE-EA48-E87FE55A1E54}"/>
              </a:ext>
            </a:extLst>
          </p:cNvPr>
          <p:cNvSpPr/>
          <p:nvPr/>
        </p:nvSpPr>
        <p:spPr>
          <a:xfrm flipH="1">
            <a:off x="-1095469" y="677099"/>
            <a:ext cx="2020365" cy="85836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957;p103">
            <a:extLst>
              <a:ext uri="{FF2B5EF4-FFF2-40B4-BE49-F238E27FC236}">
                <a16:creationId xmlns:a16="http://schemas.microsoft.com/office/drawing/2014/main" id="{0356D2FD-5D95-343F-3519-4FE09B3B9FD5}"/>
              </a:ext>
            </a:extLst>
          </p:cNvPr>
          <p:cNvSpPr/>
          <p:nvPr/>
        </p:nvSpPr>
        <p:spPr>
          <a:xfrm flipH="1">
            <a:off x="-1001193" y="961729"/>
            <a:ext cx="1715038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 flip="none" rotWithShape="1">
            <a:gsLst>
              <a:gs pos="0">
                <a:srgbClr val="FCBC5D">
                  <a:lumMod val="75000"/>
                  <a:shade val="30000"/>
                  <a:satMod val="115000"/>
                </a:srgbClr>
              </a:gs>
              <a:gs pos="50000">
                <a:srgbClr val="FCBC5D">
                  <a:lumMod val="75000"/>
                  <a:shade val="67500"/>
                  <a:satMod val="115000"/>
                </a:srgbClr>
              </a:gs>
              <a:gs pos="100000">
                <a:srgbClr val="FCBC5D">
                  <a:lumMod val="75000"/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Google Shape;1957;p103">
            <a:extLst>
              <a:ext uri="{FF2B5EF4-FFF2-40B4-BE49-F238E27FC236}">
                <a16:creationId xmlns:a16="http://schemas.microsoft.com/office/drawing/2014/main" id="{1CB6BC23-1A4E-69E3-608F-8AF733D89237}"/>
              </a:ext>
            </a:extLst>
          </p:cNvPr>
          <p:cNvSpPr/>
          <p:nvPr/>
        </p:nvSpPr>
        <p:spPr>
          <a:xfrm>
            <a:off x="8527244" y="2357191"/>
            <a:ext cx="1402433" cy="1072642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3DF6BB-E73F-E874-D22F-65975A35F5A8}"/>
              </a:ext>
            </a:extLst>
          </p:cNvPr>
          <p:cNvSpPr/>
          <p:nvPr/>
        </p:nvSpPr>
        <p:spPr>
          <a:xfrm>
            <a:off x="286994" y="677099"/>
            <a:ext cx="8570007" cy="4408016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029DF1-6806-67E0-158A-BB917FE44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848" y="-92097"/>
            <a:ext cx="7716300" cy="947400"/>
          </a:xfrm>
        </p:spPr>
        <p:txBody>
          <a:bodyPr/>
          <a:lstStyle/>
          <a:p>
            <a:r>
              <a:rPr lang="en-US" sz="3200"/>
              <a:t>Block Flow Diagram &amp; Material Balances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1BA038-34C0-951A-091D-7E2CF4BCED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363" r="23287"/>
          <a:stretch>
            <a:fillRect/>
          </a:stretch>
        </p:blipFill>
        <p:spPr>
          <a:xfrm>
            <a:off x="286994" y="3029364"/>
            <a:ext cx="6574295" cy="205575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1458F42-40B3-EC61-F95C-429CA6AA4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627" b="46578"/>
          <a:stretch>
            <a:fillRect/>
          </a:stretch>
        </p:blipFill>
        <p:spPr>
          <a:xfrm>
            <a:off x="286994" y="677097"/>
            <a:ext cx="6545127" cy="23548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ADBFD4-A288-5CC3-33AE-19C560C81D75}"/>
              </a:ext>
            </a:extLst>
          </p:cNvPr>
          <p:cNvSpPr txBox="1"/>
          <p:nvPr/>
        </p:nvSpPr>
        <p:spPr>
          <a:xfrm>
            <a:off x="416744" y="1041495"/>
            <a:ext cx="1227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Dehydration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CAB1A-08EE-C7FD-FA06-17E289E31A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43"/>
          <a:stretch>
            <a:fillRect/>
          </a:stretch>
        </p:blipFill>
        <p:spPr>
          <a:xfrm>
            <a:off x="6786748" y="677097"/>
            <a:ext cx="2070253" cy="44080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352C38-62EE-9640-CCDB-C4420A47701E}"/>
              </a:ext>
            </a:extLst>
          </p:cNvPr>
          <p:cNvSpPr txBox="1"/>
          <p:nvPr/>
        </p:nvSpPr>
        <p:spPr>
          <a:xfrm>
            <a:off x="7096994" y="1055479"/>
            <a:ext cx="1495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Oligomerization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3F956-10C5-D494-B9CB-53BEE16243B9}"/>
              </a:ext>
            </a:extLst>
          </p:cNvPr>
          <p:cNvSpPr txBox="1"/>
          <p:nvPr/>
        </p:nvSpPr>
        <p:spPr>
          <a:xfrm>
            <a:off x="713845" y="4706780"/>
            <a:ext cx="1557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Hydroprocessing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4A7AB-72D2-A38D-5842-F310F34650B7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[23]</a:t>
            </a:r>
          </a:p>
        </p:txBody>
      </p:sp>
    </p:spTree>
    <p:extLst>
      <p:ext uri="{BB962C8B-B14F-4D97-AF65-F5344CB8AC3E}">
        <p14:creationId xmlns:p14="http://schemas.microsoft.com/office/powerpoint/2010/main" val="1182895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p126"/>
          <p:cNvSpPr txBox="1">
            <a:spLocks noGrp="1"/>
          </p:cNvSpPr>
          <p:nvPr>
            <p:ph type="title"/>
          </p:nvPr>
        </p:nvSpPr>
        <p:spPr>
          <a:xfrm>
            <a:off x="0" y="1212390"/>
            <a:ext cx="2815200" cy="86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LANCE BAIRD</a:t>
            </a:r>
            <a:endParaRPr/>
          </a:p>
        </p:txBody>
      </p:sp>
      <p:sp>
        <p:nvSpPr>
          <p:cNvPr id="2874" name="Google Shape;2874;p126"/>
          <p:cNvSpPr txBox="1">
            <a:spLocks noGrp="1"/>
          </p:cNvSpPr>
          <p:nvPr>
            <p:ph type="title" idx="2"/>
          </p:nvPr>
        </p:nvSpPr>
        <p:spPr>
          <a:xfrm>
            <a:off x="0" y="3638261"/>
            <a:ext cx="2815200" cy="86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BETUL BILGIN</a:t>
            </a:r>
            <a:endParaRPr/>
          </a:p>
        </p:txBody>
      </p:sp>
      <p:sp>
        <p:nvSpPr>
          <p:cNvPr id="2876" name="Google Shape;2876;p126"/>
          <p:cNvSpPr txBox="1">
            <a:spLocks noGrp="1"/>
          </p:cNvSpPr>
          <p:nvPr>
            <p:ph type="title" idx="4"/>
          </p:nvPr>
        </p:nvSpPr>
        <p:spPr>
          <a:xfrm>
            <a:off x="5876578" y="2380747"/>
            <a:ext cx="2815200" cy="86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KIRAN GUPTE</a:t>
            </a:r>
            <a:endParaRPr/>
          </a:p>
        </p:txBody>
      </p:sp>
      <p:sp>
        <p:nvSpPr>
          <p:cNvPr id="2871" name="Google Shape;2871;p126"/>
          <p:cNvSpPr txBox="1">
            <a:spLocks noGrp="1"/>
          </p:cNvSpPr>
          <p:nvPr>
            <p:ph type="title" idx="6"/>
          </p:nvPr>
        </p:nvSpPr>
        <p:spPr>
          <a:xfrm>
            <a:off x="719994" y="27968"/>
            <a:ext cx="7704000" cy="8617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SPECIAL THANKS</a:t>
            </a:r>
          </a:p>
        </p:txBody>
      </p:sp>
      <p:pic>
        <p:nvPicPr>
          <p:cNvPr id="3" name="Picture 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8B21E1ED-20D4-6D66-A6EB-B2247B0A4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304" y="1109005"/>
            <a:ext cx="1420038" cy="1370584"/>
          </a:xfrm>
          <a:prstGeom prst="ellipse">
            <a:avLst/>
          </a:prstGeom>
          <a:ln w="6350" cap="rnd">
            <a:solidFill>
              <a:schemeClr val="bg1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Picture 8" descr="A close-up of a person&#10;&#10;AI-generated content may be incorrect.">
            <a:extLst>
              <a:ext uri="{FF2B5EF4-FFF2-40B4-BE49-F238E27FC236}">
                <a16:creationId xmlns:a16="http://schemas.microsoft.com/office/drawing/2014/main" id="{969C2505-F517-BF70-139C-EEB5DDF900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1" t="310" r="2269" b="124"/>
          <a:stretch>
            <a:fillRect/>
          </a:stretch>
        </p:blipFill>
        <p:spPr>
          <a:xfrm>
            <a:off x="4794653" y="2106637"/>
            <a:ext cx="1470787" cy="1417320"/>
          </a:xfrm>
          <a:prstGeom prst="ellipse">
            <a:avLst/>
          </a:prstGeom>
          <a:ln w="3175" cap="rnd">
            <a:solidFill>
              <a:schemeClr val="bg1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032F9B-6263-2753-867A-0536D0CC89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152"/>
          <a:stretch>
            <a:fillRect/>
          </a:stretch>
        </p:blipFill>
        <p:spPr>
          <a:xfrm>
            <a:off x="2997877" y="3454220"/>
            <a:ext cx="1444465" cy="137058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Picture 12" descr="A white airplane with orange and blue text&#10;&#10;AI-generated content may be incorrect.">
            <a:extLst>
              <a:ext uri="{FF2B5EF4-FFF2-40B4-BE49-F238E27FC236}">
                <a16:creationId xmlns:a16="http://schemas.microsoft.com/office/drawing/2014/main" id="{9B50DE14-2DFB-3C83-2204-DAB393C8E6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212" t="15638" r="8974" b="18210"/>
          <a:stretch>
            <a:fillRect/>
          </a:stretch>
        </p:blipFill>
        <p:spPr>
          <a:xfrm>
            <a:off x="7751682" y="200490"/>
            <a:ext cx="1096109" cy="865123"/>
          </a:xfrm>
          <a:prstGeom prst="rect">
            <a:avLst/>
          </a:prstGeom>
        </p:spPr>
      </p:pic>
      <p:sp>
        <p:nvSpPr>
          <p:cNvPr id="16" name="Google Shape;1957;p103">
            <a:extLst>
              <a:ext uri="{FF2B5EF4-FFF2-40B4-BE49-F238E27FC236}">
                <a16:creationId xmlns:a16="http://schemas.microsoft.com/office/drawing/2014/main" id="{D252B4DE-BF52-53E6-462E-B689BFBEB5DE}"/>
              </a:ext>
            </a:extLst>
          </p:cNvPr>
          <p:cNvSpPr/>
          <p:nvPr/>
        </p:nvSpPr>
        <p:spPr>
          <a:xfrm flipH="1">
            <a:off x="-524629" y="4257167"/>
            <a:ext cx="1667255" cy="85836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957;p103">
            <a:extLst>
              <a:ext uri="{FF2B5EF4-FFF2-40B4-BE49-F238E27FC236}">
                <a16:creationId xmlns:a16="http://schemas.microsoft.com/office/drawing/2014/main" id="{CCF7C43C-2017-ABC8-BC00-F17F4F06EEC7}"/>
              </a:ext>
            </a:extLst>
          </p:cNvPr>
          <p:cNvSpPr/>
          <p:nvPr/>
        </p:nvSpPr>
        <p:spPr>
          <a:xfrm flipH="1">
            <a:off x="-933886" y="-40717"/>
            <a:ext cx="2020365" cy="858365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957;p103">
            <a:extLst>
              <a:ext uri="{FF2B5EF4-FFF2-40B4-BE49-F238E27FC236}">
                <a16:creationId xmlns:a16="http://schemas.microsoft.com/office/drawing/2014/main" id="{6E2E0B27-D7B3-7005-1E84-C773D678F84A}"/>
              </a:ext>
            </a:extLst>
          </p:cNvPr>
          <p:cNvSpPr/>
          <p:nvPr/>
        </p:nvSpPr>
        <p:spPr>
          <a:xfrm>
            <a:off x="-1002919" y="4676380"/>
            <a:ext cx="2410519" cy="724964"/>
          </a:xfrm>
          <a:custGeom>
            <a:avLst/>
            <a:gdLst/>
            <a:ahLst/>
            <a:cxnLst/>
            <a:rect l="l" t="t" r="r" b="b"/>
            <a:pathLst>
              <a:path w="51714" h="15553" extrusionOk="0">
                <a:moveTo>
                  <a:pt x="28973" y="0"/>
                </a:moveTo>
                <a:cubicBezTo>
                  <a:pt x="24880" y="0"/>
                  <a:pt x="21454" y="2807"/>
                  <a:pt x="20469" y="6583"/>
                </a:cubicBezTo>
                <a:cubicBezTo>
                  <a:pt x="19382" y="6015"/>
                  <a:pt x="18079" y="5714"/>
                  <a:pt x="16692" y="5714"/>
                </a:cubicBezTo>
                <a:cubicBezTo>
                  <a:pt x="13351" y="5714"/>
                  <a:pt x="10544" y="7586"/>
                  <a:pt x="9792" y="10109"/>
                </a:cubicBezTo>
                <a:cubicBezTo>
                  <a:pt x="4295" y="10309"/>
                  <a:pt x="1" y="11980"/>
                  <a:pt x="1" y="14002"/>
                </a:cubicBezTo>
                <a:cubicBezTo>
                  <a:pt x="1" y="15144"/>
                  <a:pt x="6992" y="15553"/>
                  <a:pt x="15833" y="15553"/>
                </a:cubicBezTo>
                <a:cubicBezTo>
                  <a:pt x="31038" y="15553"/>
                  <a:pt x="51714" y="14345"/>
                  <a:pt x="51714" y="13584"/>
                </a:cubicBezTo>
                <a:cubicBezTo>
                  <a:pt x="51714" y="12498"/>
                  <a:pt x="49157" y="11596"/>
                  <a:pt x="45815" y="11412"/>
                </a:cubicBezTo>
                <a:cubicBezTo>
                  <a:pt x="45765" y="8237"/>
                  <a:pt x="42841" y="5681"/>
                  <a:pt x="39199" y="5681"/>
                </a:cubicBezTo>
                <a:cubicBezTo>
                  <a:pt x="38530" y="5681"/>
                  <a:pt x="37879" y="5764"/>
                  <a:pt x="37277" y="5932"/>
                </a:cubicBezTo>
                <a:cubicBezTo>
                  <a:pt x="36091" y="2490"/>
                  <a:pt x="32833" y="0"/>
                  <a:pt x="28973" y="0"/>
                </a:cubicBezTo>
                <a:close/>
              </a:path>
            </a:pathLst>
          </a:custGeom>
          <a:gradFill flip="none" rotWithShape="1">
            <a:gsLst>
              <a:gs pos="0">
                <a:srgbClr val="FCBC5D">
                  <a:lumMod val="75000"/>
                  <a:shade val="30000"/>
                  <a:satMod val="115000"/>
                </a:srgbClr>
              </a:gs>
              <a:gs pos="50000">
                <a:srgbClr val="FCBC5D">
                  <a:lumMod val="75000"/>
                  <a:shade val="67500"/>
                  <a:satMod val="115000"/>
                </a:srgbClr>
              </a:gs>
              <a:gs pos="100000">
                <a:srgbClr val="FCBC5D">
                  <a:lumMod val="75000"/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8B0428-8AFF-3DD4-C139-54E1346DBF7C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[24]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9115A5-5BC1-B0EE-7CB8-9F323CE60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649" y="968853"/>
            <a:ext cx="8395561" cy="3781377"/>
          </a:xfrm>
        </p:spPr>
        <p:txBody>
          <a:bodyPr/>
          <a:lstStyle/>
          <a:p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United States Environmental Protection Agency</a:t>
            </a:r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 </a:t>
            </a:r>
            <a:r>
              <a:rPr lang="en-US" i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Sources of Greenhouse Gas Emissions</a:t>
            </a:r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United States Environmental Protection Agency. </a:t>
            </a:r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2"/>
              </a:rPr>
              <a:t>https://www.epa.gov/ghgemissions/sources-greenhouse-gas-emissions</a:t>
            </a:r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r>
              <a:rPr lang="en-US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Sustainable Aviation Fuel Grand Challenge</a:t>
            </a:r>
            <a:r>
              <a:rPr lang="en-US" i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Tracking Metrics and Mid-2024 Dashboard</a:t>
            </a:r>
            <a:r>
              <a:rPr lang="en-US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Energy.gov. https://www.energy.gov/eere/bioenergy/articles/sustainable-aviation-fuel-grand-challenge-tracking-metrics-and-mid-2024.</a:t>
            </a:r>
            <a:endParaRPr lang="en-US" b="1">
              <a:solidFill>
                <a:schemeClr val="bg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b="1"/>
              <a:t>Frey, S. J.</a:t>
            </a:r>
            <a:r>
              <a:rPr lang="en-US"/>
              <a:t> (2024). </a:t>
            </a:r>
            <a:r>
              <a:rPr lang="en-US" i="1"/>
              <a:t>Process and apparatus for converting aqueous alcohol to ethylene</a:t>
            </a:r>
            <a:r>
              <a:rPr lang="en-US"/>
              <a:t> (U.S. Patent Application No. US 2024/0217895 A1). U.S. Patent and Trademark Office.</a:t>
            </a:r>
          </a:p>
          <a:p>
            <a:r>
              <a:rPr lang="en-US" b="1" err="1"/>
              <a:t>Gosangari</a:t>
            </a:r>
            <a:r>
              <a:rPr lang="en-US" b="1"/>
              <a:t>, S. L., Serban, M., Abrams, M. L., &amp; Schilling, K.</a:t>
            </a:r>
            <a:r>
              <a:rPr lang="en-US"/>
              <a:t> (2024). </a:t>
            </a:r>
            <a:r>
              <a:rPr lang="en-US" i="1"/>
              <a:t>Radial flow reactor for an ethanol dehydration process</a:t>
            </a:r>
            <a:r>
              <a:rPr lang="en-US"/>
              <a:t> (U.S. Patent Application No. US 2024/0190794 A1). U.S. Patent and Trademark Office.</a:t>
            </a:r>
          </a:p>
          <a:p>
            <a:r>
              <a:rPr lang="en-US" b="1" err="1"/>
              <a:t>Gosangari</a:t>
            </a:r>
            <a:r>
              <a:rPr lang="en-US" b="1"/>
              <a:t>, S. L., Serban, M., Mathur, A., &amp; Tope, B.</a:t>
            </a:r>
            <a:r>
              <a:rPr lang="en-US"/>
              <a:t> (2024). </a:t>
            </a:r>
            <a:r>
              <a:rPr lang="en-US" i="1"/>
              <a:t>High temperature final dehydration reactor in dehydration process to prevent diethyl ether production</a:t>
            </a:r>
            <a:r>
              <a:rPr lang="en-US"/>
              <a:t> (U.S. Patent Application No. US 2024/0279138 A1). U.S. Patent and Trademark Office.</a:t>
            </a:r>
          </a:p>
          <a:p>
            <a:r>
              <a:rPr lang="en-US" b="1" err="1"/>
              <a:t>Jadaun</a:t>
            </a:r>
            <a:r>
              <a:rPr lang="en-US" b="1"/>
              <a:t>, K. P., Dalal, V. V., Frey, S. J., Bose, A., &amp; Sharma, R.</a:t>
            </a:r>
            <a:r>
              <a:rPr lang="en-US"/>
              <a:t> (2024). </a:t>
            </a:r>
            <a:r>
              <a:rPr lang="en-US" i="1"/>
              <a:t>Process for converting olefins to jet fuel</a:t>
            </a:r>
            <a:r>
              <a:rPr lang="en-US"/>
              <a:t> (U.S. Patent Application No. US 2024/0218268 A1). U.S. Patent and Trademark Office.</a:t>
            </a:r>
          </a:p>
          <a:p>
            <a:r>
              <a:rPr lang="en-US" b="1"/>
              <a:t>de Klerk, A. </a:t>
            </a:r>
            <a:r>
              <a:rPr lang="en-US"/>
              <a:t>(2013). Fischer–</a:t>
            </a:r>
            <a:r>
              <a:rPr lang="en-US" err="1"/>
              <a:t>Tropsch</a:t>
            </a:r>
            <a:r>
              <a:rPr lang="en-US"/>
              <a:t> process. In Kirk‑Othmer encyclopedia of chemical technology. Hoboken, NJ: John Wiley &amp; Sons.</a:t>
            </a:r>
          </a:p>
          <a:p>
            <a:endParaRPr lang="en-US"/>
          </a:p>
          <a:p>
            <a:pPr marL="0" indent="0">
              <a:lnSpc>
                <a:spcPct val="100000"/>
              </a:lnSpc>
              <a:buClr>
                <a:srgbClr val="000000"/>
              </a:buClr>
              <a:buSzTx/>
              <a:buNone/>
              <a:defRPr/>
            </a:pPr>
            <a:endParaRPr lang="en-US"/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9B6692-027E-C8DB-FAAB-3175DC65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50" y="256180"/>
            <a:ext cx="7704000" cy="800189"/>
          </a:xfrm>
        </p:spPr>
        <p:txBody>
          <a:bodyPr/>
          <a:lstStyle/>
          <a:p>
            <a:r>
              <a:rPr lang="en-US" sz="4000"/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E443B6-E48A-6CC6-4EE8-22A5BF3EC338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[25]</a:t>
            </a:r>
          </a:p>
        </p:txBody>
      </p:sp>
    </p:spTree>
    <p:extLst>
      <p:ext uri="{BB962C8B-B14F-4D97-AF65-F5344CB8AC3E}">
        <p14:creationId xmlns:p14="http://schemas.microsoft.com/office/powerpoint/2010/main" val="3780575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4D602-BC57-B743-D7BB-EA772CDC9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70BA77-F101-6189-265A-42E4082C0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650" y="968853"/>
            <a:ext cx="7965926" cy="3781377"/>
          </a:xfrm>
        </p:spPr>
        <p:txBody>
          <a:bodyPr/>
          <a:lstStyle/>
          <a:p>
            <a:r>
              <a:rPr lang="en-US" b="1" err="1"/>
              <a:t>Ensyn</a:t>
            </a:r>
            <a:r>
              <a:rPr lang="en-US" b="1"/>
              <a:t> Corporation</a:t>
            </a:r>
            <a:r>
              <a:rPr lang="en-US"/>
              <a:t>. (2015). Technology overview: RTP® process. Retrieved from </a:t>
            </a:r>
            <a:r>
              <a:rPr lang="en-US" i="1"/>
              <a:t>https://www.ensyn.com/technology.html​</a:t>
            </a:r>
          </a:p>
          <a:p>
            <a:r>
              <a:rPr lang="en-US" b="1"/>
              <a:t>Wang, W. C., &amp; Tao, L</a:t>
            </a:r>
            <a:r>
              <a:rPr lang="en-US"/>
              <a:t>. (2016). Bio‑jet fuel conversion technologies. Renewable and Sustainable Energy Reviews, 53, 801–822.</a:t>
            </a:r>
          </a:p>
          <a:p>
            <a:r>
              <a:rPr lang="en-US" i="1"/>
              <a:t>U.S. Fuel Ethanol Plant Production Capacity</a:t>
            </a:r>
            <a:r>
              <a:rPr lang="en-US"/>
              <a:t>. www.eia.gov.https://www.eia.gov/petroleum/ethanolcapacity/.</a:t>
            </a:r>
          </a:p>
          <a:p>
            <a:r>
              <a:rPr lang="en-US"/>
              <a:t> US EPA,OAR. </a:t>
            </a:r>
            <a:r>
              <a:rPr lang="en-US" i="1"/>
              <a:t>RIN Trades and Price Information | US EPA</a:t>
            </a:r>
            <a:r>
              <a:rPr lang="en-US"/>
              <a:t>. US EPA. </a:t>
            </a:r>
            <a:r>
              <a:rPr lang="en-US">
                <a:hlinkClick r:id="rId2"/>
              </a:rPr>
              <a:t>https://www.epa.gov/fuels-registration-reporting-and-compliance-help/rin-trades-and-price-information</a:t>
            </a:r>
            <a:endParaRPr lang="en-US"/>
          </a:p>
          <a:p>
            <a:r>
              <a:rPr lang="en-US"/>
              <a:t>Braun, M.; Grimme, W.; </a:t>
            </a:r>
            <a:r>
              <a:rPr lang="en-US" err="1"/>
              <a:t>Oesingmann</a:t>
            </a:r>
            <a:r>
              <a:rPr lang="en-US"/>
              <a:t>, K. Pathway to Net Zero: Reviewing Sustainable Aviation Fuels, Environmental Impacts and Pricing. </a:t>
            </a:r>
            <a:r>
              <a:rPr lang="en-US" i="1"/>
              <a:t>Journal of Air Transport Management</a:t>
            </a:r>
            <a:r>
              <a:rPr lang="en-US"/>
              <a:t> </a:t>
            </a:r>
            <a:r>
              <a:rPr lang="en-US" b="1"/>
              <a:t>2024</a:t>
            </a:r>
            <a:r>
              <a:rPr lang="en-US"/>
              <a:t>, </a:t>
            </a:r>
            <a:r>
              <a:rPr lang="en-US" i="1"/>
              <a:t>117</a:t>
            </a:r>
            <a:r>
              <a:rPr lang="en-US"/>
              <a:t>, 102580–102580. </a:t>
            </a:r>
            <a:r>
              <a:rPr lang="en-US">
                <a:hlinkClick r:id="rId3"/>
              </a:rPr>
              <a:t>https://doi.org/10.1016/j.jairtraman.2024.102580</a:t>
            </a:r>
            <a:r>
              <a:rPr lang="en-US"/>
              <a:t>. </a:t>
            </a:r>
          </a:p>
          <a:p>
            <a:r>
              <a:rPr lang="en-US"/>
              <a:t>Renewable transport – Renewables 2025 – Analysis - IEA. </a:t>
            </a:r>
            <a:r>
              <a:rPr lang="en-US" i="1"/>
              <a:t>Renewable transport – Renewables 2025 – Analysis - IEA</a:t>
            </a:r>
            <a:r>
              <a:rPr lang="en-US"/>
              <a:t>. IEA. https://www.iea.org/reports/renewables-2025/renewable-transport.</a:t>
            </a:r>
          </a:p>
          <a:p>
            <a:pPr marL="152400" indent="0">
              <a:buNone/>
            </a:pPr>
            <a:r>
              <a:rPr lang="en-US"/>
              <a:t>‌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lnSpc>
                <a:spcPct val="100000"/>
              </a:lnSpc>
              <a:buClr>
                <a:srgbClr val="000000"/>
              </a:buClr>
              <a:buSzTx/>
              <a:buNone/>
              <a:defRPr/>
            </a:pPr>
            <a:endParaRPr lang="en-US"/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E773AE-743B-A95A-E5DD-1C728D3E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50" y="256180"/>
            <a:ext cx="7704000" cy="800189"/>
          </a:xfrm>
        </p:spPr>
        <p:txBody>
          <a:bodyPr/>
          <a:lstStyle/>
          <a:p>
            <a:r>
              <a:rPr lang="en-US" sz="4000"/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2BD39C-C25C-0821-B9ED-59A659408FA1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[26]</a:t>
            </a:r>
          </a:p>
        </p:txBody>
      </p:sp>
    </p:spTree>
    <p:extLst>
      <p:ext uri="{BB962C8B-B14F-4D97-AF65-F5344CB8AC3E}">
        <p14:creationId xmlns:p14="http://schemas.microsoft.com/office/powerpoint/2010/main" val="2308962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7">
          <a:extLst>
            <a:ext uri="{FF2B5EF4-FFF2-40B4-BE49-F238E27FC236}">
              <a16:creationId xmlns:a16="http://schemas.microsoft.com/office/drawing/2014/main" id="{B952C897-8B00-711C-1E13-05C0372F6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p119">
            <a:extLst>
              <a:ext uri="{FF2B5EF4-FFF2-40B4-BE49-F238E27FC236}">
                <a16:creationId xmlns:a16="http://schemas.microsoft.com/office/drawing/2014/main" id="{30585700-8518-B023-1FD8-695FD3583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1398" y="958818"/>
            <a:ext cx="6298166" cy="10156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ANY QUESTIONS?</a:t>
            </a:r>
          </a:p>
        </p:txBody>
      </p:sp>
      <p:sp>
        <p:nvSpPr>
          <p:cNvPr id="2533" name="Google Shape;2533;p119">
            <a:extLst>
              <a:ext uri="{FF2B5EF4-FFF2-40B4-BE49-F238E27FC236}">
                <a16:creationId xmlns:a16="http://schemas.microsoft.com/office/drawing/2014/main" id="{CB4E586D-170A-4476-AE7D-57298DAD4923}"/>
              </a:ext>
            </a:extLst>
          </p:cNvPr>
          <p:cNvSpPr/>
          <p:nvPr/>
        </p:nvSpPr>
        <p:spPr>
          <a:xfrm>
            <a:off x="3810481" y="3142259"/>
            <a:ext cx="435376" cy="850483"/>
          </a:xfrm>
          <a:custGeom>
            <a:avLst/>
            <a:gdLst/>
            <a:ahLst/>
            <a:cxnLst/>
            <a:rect l="l" t="t" r="r" b="b"/>
            <a:pathLst>
              <a:path w="6852" h="13385" extrusionOk="0">
                <a:moveTo>
                  <a:pt x="3426" y="1"/>
                </a:moveTo>
                <a:lnTo>
                  <a:pt x="1538" y="385"/>
                </a:lnTo>
                <a:lnTo>
                  <a:pt x="1839" y="1555"/>
                </a:lnTo>
                <a:lnTo>
                  <a:pt x="1" y="2708"/>
                </a:lnTo>
                <a:lnTo>
                  <a:pt x="970" y="5114"/>
                </a:lnTo>
                <a:lnTo>
                  <a:pt x="1772" y="5264"/>
                </a:lnTo>
                <a:lnTo>
                  <a:pt x="1772" y="13117"/>
                </a:lnTo>
                <a:lnTo>
                  <a:pt x="3426" y="13384"/>
                </a:lnTo>
                <a:lnTo>
                  <a:pt x="5080" y="13117"/>
                </a:lnTo>
                <a:lnTo>
                  <a:pt x="5080" y="5264"/>
                </a:lnTo>
                <a:lnTo>
                  <a:pt x="5899" y="5114"/>
                </a:lnTo>
                <a:lnTo>
                  <a:pt x="6851" y="2708"/>
                </a:lnTo>
                <a:lnTo>
                  <a:pt x="5013" y="1555"/>
                </a:lnTo>
                <a:lnTo>
                  <a:pt x="5331" y="385"/>
                </a:lnTo>
                <a:lnTo>
                  <a:pt x="342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119">
            <a:extLst>
              <a:ext uri="{FF2B5EF4-FFF2-40B4-BE49-F238E27FC236}">
                <a16:creationId xmlns:a16="http://schemas.microsoft.com/office/drawing/2014/main" id="{869DBC63-F9CF-8BCD-C281-73A0DE1B469E}"/>
              </a:ext>
            </a:extLst>
          </p:cNvPr>
          <p:cNvGrpSpPr/>
          <p:nvPr/>
        </p:nvGrpSpPr>
        <p:grpSpPr>
          <a:xfrm>
            <a:off x="3572633" y="2846720"/>
            <a:ext cx="5263781" cy="2133355"/>
            <a:chOff x="1867200" y="2597375"/>
            <a:chExt cx="2071050" cy="839375"/>
          </a:xfrm>
        </p:grpSpPr>
        <p:sp>
          <p:nvSpPr>
            <p:cNvPr id="2535" name="Google Shape;2535;p119">
              <a:extLst>
                <a:ext uri="{FF2B5EF4-FFF2-40B4-BE49-F238E27FC236}">
                  <a16:creationId xmlns:a16="http://schemas.microsoft.com/office/drawing/2014/main" id="{27C94086-170E-957F-EC27-E93CD8E1AB6B}"/>
                </a:ext>
              </a:extLst>
            </p:cNvPr>
            <p:cNvSpPr/>
            <p:nvPr/>
          </p:nvSpPr>
          <p:spPr>
            <a:xfrm>
              <a:off x="1867200" y="3188525"/>
              <a:ext cx="1947825" cy="162300"/>
            </a:xfrm>
            <a:custGeom>
              <a:avLst/>
              <a:gdLst/>
              <a:ahLst/>
              <a:cxnLst/>
              <a:rect l="l" t="t" r="r" b="b"/>
              <a:pathLst>
                <a:path w="77913" h="6492" extrusionOk="0">
                  <a:moveTo>
                    <a:pt x="38948" y="1"/>
                  </a:moveTo>
                  <a:cubicBezTo>
                    <a:pt x="17444" y="1"/>
                    <a:pt x="0" y="1220"/>
                    <a:pt x="0" y="2707"/>
                  </a:cubicBezTo>
                  <a:cubicBezTo>
                    <a:pt x="0" y="4046"/>
                    <a:pt x="7752" y="6491"/>
                    <a:pt x="31749" y="6491"/>
                  </a:cubicBezTo>
                  <a:cubicBezTo>
                    <a:pt x="34116" y="6491"/>
                    <a:pt x="36641" y="6468"/>
                    <a:pt x="39332" y="6417"/>
                  </a:cubicBezTo>
                  <a:cubicBezTo>
                    <a:pt x="60836" y="5999"/>
                    <a:pt x="77913" y="4178"/>
                    <a:pt x="77913" y="2707"/>
                  </a:cubicBezTo>
                  <a:cubicBezTo>
                    <a:pt x="77913" y="1220"/>
                    <a:pt x="60469" y="34"/>
                    <a:pt x="38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19">
              <a:extLst>
                <a:ext uri="{FF2B5EF4-FFF2-40B4-BE49-F238E27FC236}">
                  <a16:creationId xmlns:a16="http://schemas.microsoft.com/office/drawing/2014/main" id="{C4ACCDEC-E722-C6A6-34BA-10369E10D864}"/>
                </a:ext>
              </a:extLst>
            </p:cNvPr>
            <p:cNvSpPr/>
            <p:nvPr/>
          </p:nvSpPr>
          <p:spPr>
            <a:xfrm>
              <a:off x="2054325" y="3203150"/>
              <a:ext cx="53925" cy="52225"/>
            </a:xfrm>
            <a:custGeom>
              <a:avLst/>
              <a:gdLst/>
              <a:ahLst/>
              <a:cxnLst/>
              <a:rect l="l" t="t" r="r" b="b"/>
              <a:pathLst>
                <a:path w="2157" h="2089" extrusionOk="0">
                  <a:moveTo>
                    <a:pt x="1087" y="0"/>
                  </a:moveTo>
                  <a:cubicBezTo>
                    <a:pt x="485" y="0"/>
                    <a:pt x="1" y="468"/>
                    <a:pt x="1" y="1053"/>
                  </a:cubicBezTo>
                  <a:cubicBezTo>
                    <a:pt x="1" y="1621"/>
                    <a:pt x="485" y="2089"/>
                    <a:pt x="1087" y="2089"/>
                  </a:cubicBezTo>
                  <a:cubicBezTo>
                    <a:pt x="1672" y="2089"/>
                    <a:pt x="2156" y="1621"/>
                    <a:pt x="2156" y="1053"/>
                  </a:cubicBezTo>
                  <a:cubicBezTo>
                    <a:pt x="2156" y="468"/>
                    <a:pt x="1672" y="0"/>
                    <a:pt x="1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19">
              <a:extLst>
                <a:ext uri="{FF2B5EF4-FFF2-40B4-BE49-F238E27FC236}">
                  <a16:creationId xmlns:a16="http://schemas.microsoft.com/office/drawing/2014/main" id="{104D053D-2395-5FB4-3295-7CF48AE1E17B}"/>
                </a:ext>
              </a:extLst>
            </p:cNvPr>
            <p:cNvSpPr/>
            <p:nvPr/>
          </p:nvSpPr>
          <p:spPr>
            <a:xfrm>
              <a:off x="2073975" y="3203150"/>
              <a:ext cx="54325" cy="52225"/>
            </a:xfrm>
            <a:custGeom>
              <a:avLst/>
              <a:gdLst/>
              <a:ahLst/>
              <a:cxnLst/>
              <a:rect l="l" t="t" r="r" b="b"/>
              <a:pathLst>
                <a:path w="2173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88" y="2089"/>
                    <a:pt x="2172" y="1621"/>
                    <a:pt x="2172" y="1053"/>
                  </a:cubicBezTo>
                  <a:cubicBezTo>
                    <a:pt x="2172" y="468"/>
                    <a:pt x="1688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19">
              <a:extLst>
                <a:ext uri="{FF2B5EF4-FFF2-40B4-BE49-F238E27FC236}">
                  <a16:creationId xmlns:a16="http://schemas.microsoft.com/office/drawing/2014/main" id="{290D59A4-7C71-9C6F-CF44-6942D33DD96C}"/>
                </a:ext>
              </a:extLst>
            </p:cNvPr>
            <p:cNvSpPr/>
            <p:nvPr/>
          </p:nvSpPr>
          <p:spPr>
            <a:xfrm>
              <a:off x="2042225" y="3173900"/>
              <a:ext cx="101950" cy="43050"/>
            </a:xfrm>
            <a:custGeom>
              <a:avLst/>
              <a:gdLst/>
              <a:ahLst/>
              <a:cxnLst/>
              <a:rect l="l" t="t" r="r" b="b"/>
              <a:pathLst>
                <a:path w="4078" h="1722" extrusionOk="0">
                  <a:moveTo>
                    <a:pt x="0" y="1"/>
                  </a:moveTo>
                  <a:lnTo>
                    <a:pt x="0" y="1722"/>
                  </a:lnTo>
                  <a:lnTo>
                    <a:pt x="4077" y="1722"/>
                  </a:lnTo>
                  <a:lnTo>
                    <a:pt x="40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19">
              <a:extLst>
                <a:ext uri="{FF2B5EF4-FFF2-40B4-BE49-F238E27FC236}">
                  <a16:creationId xmlns:a16="http://schemas.microsoft.com/office/drawing/2014/main" id="{FEABD7F9-DAD3-2296-D180-4DEB0E629B3B}"/>
                </a:ext>
              </a:extLst>
            </p:cNvPr>
            <p:cNvSpPr/>
            <p:nvPr/>
          </p:nvSpPr>
          <p:spPr>
            <a:xfrm>
              <a:off x="2681750" y="3203150"/>
              <a:ext cx="54325" cy="52225"/>
            </a:xfrm>
            <a:custGeom>
              <a:avLst/>
              <a:gdLst/>
              <a:ahLst/>
              <a:cxnLst/>
              <a:rect l="l" t="t" r="r" b="b"/>
              <a:pathLst>
                <a:path w="2173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88" y="2089"/>
                    <a:pt x="2172" y="1621"/>
                    <a:pt x="2172" y="1053"/>
                  </a:cubicBezTo>
                  <a:cubicBezTo>
                    <a:pt x="2172" y="468"/>
                    <a:pt x="1688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19">
              <a:extLst>
                <a:ext uri="{FF2B5EF4-FFF2-40B4-BE49-F238E27FC236}">
                  <a16:creationId xmlns:a16="http://schemas.microsoft.com/office/drawing/2014/main" id="{CC88D949-2EA2-527D-40BC-5FC1D85E898F}"/>
                </a:ext>
              </a:extLst>
            </p:cNvPr>
            <p:cNvSpPr/>
            <p:nvPr/>
          </p:nvSpPr>
          <p:spPr>
            <a:xfrm>
              <a:off x="2701800" y="3203150"/>
              <a:ext cx="53900" cy="52225"/>
            </a:xfrm>
            <a:custGeom>
              <a:avLst/>
              <a:gdLst/>
              <a:ahLst/>
              <a:cxnLst/>
              <a:rect l="l" t="t" r="r" b="b"/>
              <a:pathLst>
                <a:path w="2156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71" y="2089"/>
                    <a:pt x="2156" y="1621"/>
                    <a:pt x="2156" y="1053"/>
                  </a:cubicBezTo>
                  <a:cubicBezTo>
                    <a:pt x="2156" y="468"/>
                    <a:pt x="1671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19">
              <a:extLst>
                <a:ext uri="{FF2B5EF4-FFF2-40B4-BE49-F238E27FC236}">
                  <a16:creationId xmlns:a16="http://schemas.microsoft.com/office/drawing/2014/main" id="{52FEF4CB-8186-9A86-89EC-FAD5C2EBE98D}"/>
                </a:ext>
              </a:extLst>
            </p:cNvPr>
            <p:cNvSpPr/>
            <p:nvPr/>
          </p:nvSpPr>
          <p:spPr>
            <a:xfrm>
              <a:off x="2793700" y="3191400"/>
              <a:ext cx="54325" cy="52300"/>
            </a:xfrm>
            <a:custGeom>
              <a:avLst/>
              <a:gdLst/>
              <a:ahLst/>
              <a:cxnLst/>
              <a:rect l="l" t="t" r="r" b="b"/>
              <a:pathLst>
                <a:path w="2173" h="2092" extrusionOk="0">
                  <a:moveTo>
                    <a:pt x="1145" y="1"/>
                  </a:moveTo>
                  <a:cubicBezTo>
                    <a:pt x="1125" y="1"/>
                    <a:pt x="1106" y="1"/>
                    <a:pt x="1086" y="2"/>
                  </a:cubicBezTo>
                  <a:cubicBezTo>
                    <a:pt x="468" y="2"/>
                    <a:pt x="0" y="454"/>
                    <a:pt x="0" y="1038"/>
                  </a:cubicBezTo>
                  <a:cubicBezTo>
                    <a:pt x="0" y="1606"/>
                    <a:pt x="468" y="2091"/>
                    <a:pt x="1086" y="2091"/>
                  </a:cubicBezTo>
                  <a:cubicBezTo>
                    <a:pt x="1688" y="2091"/>
                    <a:pt x="2172" y="1623"/>
                    <a:pt x="2172" y="1038"/>
                  </a:cubicBezTo>
                  <a:cubicBezTo>
                    <a:pt x="2172" y="473"/>
                    <a:pt x="1719" y="1"/>
                    <a:pt x="1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19">
              <a:extLst>
                <a:ext uri="{FF2B5EF4-FFF2-40B4-BE49-F238E27FC236}">
                  <a16:creationId xmlns:a16="http://schemas.microsoft.com/office/drawing/2014/main" id="{E656D038-E60D-C872-4D52-FFFC61808B8E}"/>
                </a:ext>
              </a:extLst>
            </p:cNvPr>
            <p:cNvSpPr/>
            <p:nvPr/>
          </p:nvSpPr>
          <p:spPr>
            <a:xfrm>
              <a:off x="2813750" y="3191025"/>
              <a:ext cx="54325" cy="52250"/>
            </a:xfrm>
            <a:custGeom>
              <a:avLst/>
              <a:gdLst/>
              <a:ahLst/>
              <a:cxnLst/>
              <a:rect l="l" t="t" r="r" b="b"/>
              <a:pathLst>
                <a:path w="2173" h="2090" extrusionOk="0">
                  <a:moveTo>
                    <a:pt x="1086" y="1"/>
                  </a:moveTo>
                  <a:cubicBezTo>
                    <a:pt x="485" y="1"/>
                    <a:pt x="0" y="469"/>
                    <a:pt x="0" y="1053"/>
                  </a:cubicBezTo>
                  <a:cubicBezTo>
                    <a:pt x="0" y="1638"/>
                    <a:pt x="485" y="2089"/>
                    <a:pt x="1086" y="2089"/>
                  </a:cubicBezTo>
                  <a:cubicBezTo>
                    <a:pt x="1688" y="2089"/>
                    <a:pt x="2172" y="1638"/>
                    <a:pt x="2172" y="1053"/>
                  </a:cubicBezTo>
                  <a:cubicBezTo>
                    <a:pt x="2172" y="469"/>
                    <a:pt x="1688" y="1"/>
                    <a:pt x="10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19">
              <a:extLst>
                <a:ext uri="{FF2B5EF4-FFF2-40B4-BE49-F238E27FC236}">
                  <a16:creationId xmlns:a16="http://schemas.microsoft.com/office/drawing/2014/main" id="{5F5E2F66-A255-726B-1875-5519E682250D}"/>
                </a:ext>
              </a:extLst>
            </p:cNvPr>
            <p:cNvSpPr/>
            <p:nvPr/>
          </p:nvSpPr>
          <p:spPr>
            <a:xfrm>
              <a:off x="3746500" y="2983475"/>
              <a:ext cx="191750" cy="51350"/>
            </a:xfrm>
            <a:custGeom>
              <a:avLst/>
              <a:gdLst/>
              <a:ahLst/>
              <a:cxnLst/>
              <a:rect l="l" t="t" r="r" b="b"/>
              <a:pathLst>
                <a:path w="7670" h="2054" extrusionOk="0">
                  <a:moveTo>
                    <a:pt x="5376" y="0"/>
                  </a:moveTo>
                  <a:cubicBezTo>
                    <a:pt x="5129" y="0"/>
                    <a:pt x="4880" y="17"/>
                    <a:pt x="4629" y="49"/>
                  </a:cubicBezTo>
                  <a:cubicBezTo>
                    <a:pt x="3593" y="166"/>
                    <a:pt x="0" y="1051"/>
                    <a:pt x="0" y="1051"/>
                  </a:cubicBezTo>
                  <a:lnTo>
                    <a:pt x="3325" y="2054"/>
                  </a:lnTo>
                  <a:cubicBezTo>
                    <a:pt x="3325" y="2054"/>
                    <a:pt x="6099" y="1085"/>
                    <a:pt x="7670" y="550"/>
                  </a:cubicBezTo>
                  <a:cubicBezTo>
                    <a:pt x="6920" y="169"/>
                    <a:pt x="6160" y="0"/>
                    <a:pt x="53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19">
              <a:extLst>
                <a:ext uri="{FF2B5EF4-FFF2-40B4-BE49-F238E27FC236}">
                  <a16:creationId xmlns:a16="http://schemas.microsoft.com/office/drawing/2014/main" id="{4D287EC7-CE45-DA5B-6C86-462403D3CE68}"/>
                </a:ext>
              </a:extLst>
            </p:cNvPr>
            <p:cNvSpPr/>
            <p:nvPr/>
          </p:nvSpPr>
          <p:spPr>
            <a:xfrm>
              <a:off x="1889750" y="2597375"/>
              <a:ext cx="1974150" cy="613725"/>
            </a:xfrm>
            <a:custGeom>
              <a:avLst/>
              <a:gdLst/>
              <a:ahLst/>
              <a:cxnLst/>
              <a:rect l="l" t="t" r="r" b="b"/>
              <a:pathLst>
                <a:path w="78966" h="24549" extrusionOk="0">
                  <a:moveTo>
                    <a:pt x="74997" y="0"/>
                  </a:moveTo>
                  <a:cubicBezTo>
                    <a:pt x="74489" y="0"/>
                    <a:pt x="74003" y="10"/>
                    <a:pt x="73686" y="37"/>
                  </a:cubicBezTo>
                  <a:cubicBezTo>
                    <a:pt x="72716" y="121"/>
                    <a:pt x="72031" y="221"/>
                    <a:pt x="71764" y="789"/>
                  </a:cubicBezTo>
                  <a:cubicBezTo>
                    <a:pt x="71480" y="1341"/>
                    <a:pt x="63527" y="10731"/>
                    <a:pt x="62775" y="11900"/>
                  </a:cubicBezTo>
                  <a:cubicBezTo>
                    <a:pt x="62006" y="13070"/>
                    <a:pt x="59767" y="14206"/>
                    <a:pt x="58497" y="14340"/>
                  </a:cubicBezTo>
                  <a:cubicBezTo>
                    <a:pt x="58145" y="14371"/>
                    <a:pt x="57519" y="14382"/>
                    <a:pt x="56756" y="14382"/>
                  </a:cubicBezTo>
                  <a:cubicBezTo>
                    <a:pt x="55083" y="14382"/>
                    <a:pt x="52752" y="14330"/>
                    <a:pt x="51197" y="14330"/>
                  </a:cubicBezTo>
                  <a:cubicBezTo>
                    <a:pt x="50837" y="14330"/>
                    <a:pt x="50519" y="14333"/>
                    <a:pt x="50260" y="14340"/>
                  </a:cubicBezTo>
                  <a:cubicBezTo>
                    <a:pt x="48372" y="14373"/>
                    <a:pt x="13117" y="14340"/>
                    <a:pt x="9825" y="14691"/>
                  </a:cubicBezTo>
                  <a:cubicBezTo>
                    <a:pt x="6550" y="15075"/>
                    <a:pt x="5815" y="15660"/>
                    <a:pt x="3225" y="18133"/>
                  </a:cubicBezTo>
                  <a:cubicBezTo>
                    <a:pt x="3025" y="18333"/>
                    <a:pt x="2524" y="18550"/>
                    <a:pt x="1972" y="18851"/>
                  </a:cubicBezTo>
                  <a:cubicBezTo>
                    <a:pt x="1187" y="19269"/>
                    <a:pt x="301" y="19804"/>
                    <a:pt x="218" y="20539"/>
                  </a:cubicBezTo>
                  <a:cubicBezTo>
                    <a:pt x="1" y="22310"/>
                    <a:pt x="2373" y="23563"/>
                    <a:pt x="8806" y="24014"/>
                  </a:cubicBezTo>
                  <a:cubicBezTo>
                    <a:pt x="15239" y="24449"/>
                    <a:pt x="35891" y="24449"/>
                    <a:pt x="40686" y="24532"/>
                  </a:cubicBezTo>
                  <a:cubicBezTo>
                    <a:pt x="41296" y="24543"/>
                    <a:pt x="41928" y="24548"/>
                    <a:pt x="42578" y="24548"/>
                  </a:cubicBezTo>
                  <a:cubicBezTo>
                    <a:pt x="47035" y="24548"/>
                    <a:pt x="52325" y="24277"/>
                    <a:pt x="57094" y="23446"/>
                  </a:cubicBezTo>
                  <a:cubicBezTo>
                    <a:pt x="59984" y="22928"/>
                    <a:pt x="65849" y="21424"/>
                    <a:pt x="70778" y="20104"/>
                  </a:cubicBezTo>
                  <a:cubicBezTo>
                    <a:pt x="75206" y="18918"/>
                    <a:pt x="78865" y="17882"/>
                    <a:pt x="78865" y="17882"/>
                  </a:cubicBezTo>
                  <a:cubicBezTo>
                    <a:pt x="78865" y="17882"/>
                    <a:pt x="78965" y="17598"/>
                    <a:pt x="78832" y="16796"/>
                  </a:cubicBezTo>
                  <a:cubicBezTo>
                    <a:pt x="78815" y="16679"/>
                    <a:pt x="78782" y="16545"/>
                    <a:pt x="78731" y="16412"/>
                  </a:cubicBezTo>
                  <a:cubicBezTo>
                    <a:pt x="77863" y="16044"/>
                    <a:pt x="73819" y="15042"/>
                    <a:pt x="73819" y="15042"/>
                  </a:cubicBezTo>
                  <a:lnTo>
                    <a:pt x="77111" y="37"/>
                  </a:lnTo>
                  <a:cubicBezTo>
                    <a:pt x="77111" y="37"/>
                    <a:pt x="76012" y="0"/>
                    <a:pt x="74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19">
              <a:extLst>
                <a:ext uri="{FF2B5EF4-FFF2-40B4-BE49-F238E27FC236}">
                  <a16:creationId xmlns:a16="http://schemas.microsoft.com/office/drawing/2014/main" id="{289AD135-423F-009C-9EEB-7763C4C1F730}"/>
                </a:ext>
              </a:extLst>
            </p:cNvPr>
            <p:cNvSpPr/>
            <p:nvPr/>
          </p:nvSpPr>
          <p:spPr>
            <a:xfrm>
              <a:off x="1889750" y="3018100"/>
              <a:ext cx="1974150" cy="193000"/>
            </a:xfrm>
            <a:custGeom>
              <a:avLst/>
              <a:gdLst/>
              <a:ahLst/>
              <a:cxnLst/>
              <a:rect l="l" t="t" r="r" b="b"/>
              <a:pathLst>
                <a:path w="78966" h="7720" extrusionOk="0">
                  <a:moveTo>
                    <a:pt x="78815" y="0"/>
                  </a:moveTo>
                  <a:cubicBezTo>
                    <a:pt x="75724" y="702"/>
                    <a:pt x="70127" y="1888"/>
                    <a:pt x="64262" y="2674"/>
                  </a:cubicBezTo>
                  <a:cubicBezTo>
                    <a:pt x="60190" y="3197"/>
                    <a:pt x="46410" y="3249"/>
                    <a:pt x="32671" y="3249"/>
                  </a:cubicBezTo>
                  <a:cubicBezTo>
                    <a:pt x="29284" y="3249"/>
                    <a:pt x="25899" y="3246"/>
                    <a:pt x="22663" y="3246"/>
                  </a:cubicBezTo>
                  <a:cubicBezTo>
                    <a:pt x="10533" y="3246"/>
                    <a:pt x="488" y="3290"/>
                    <a:pt x="218" y="3710"/>
                  </a:cubicBezTo>
                  <a:cubicBezTo>
                    <a:pt x="1" y="5481"/>
                    <a:pt x="2373" y="6734"/>
                    <a:pt x="8806" y="7185"/>
                  </a:cubicBezTo>
                  <a:cubicBezTo>
                    <a:pt x="15239" y="7620"/>
                    <a:pt x="35891" y="7620"/>
                    <a:pt x="40686" y="7703"/>
                  </a:cubicBezTo>
                  <a:cubicBezTo>
                    <a:pt x="41296" y="7714"/>
                    <a:pt x="41928" y="7719"/>
                    <a:pt x="42578" y="7719"/>
                  </a:cubicBezTo>
                  <a:cubicBezTo>
                    <a:pt x="47035" y="7719"/>
                    <a:pt x="52325" y="7448"/>
                    <a:pt x="57094" y="6617"/>
                  </a:cubicBezTo>
                  <a:cubicBezTo>
                    <a:pt x="59984" y="6099"/>
                    <a:pt x="65849" y="4595"/>
                    <a:pt x="70778" y="3275"/>
                  </a:cubicBezTo>
                  <a:cubicBezTo>
                    <a:pt x="75206" y="2089"/>
                    <a:pt x="78865" y="1053"/>
                    <a:pt x="78865" y="1053"/>
                  </a:cubicBezTo>
                  <a:cubicBezTo>
                    <a:pt x="78865" y="1053"/>
                    <a:pt x="78965" y="769"/>
                    <a:pt x="78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19">
              <a:extLst>
                <a:ext uri="{FF2B5EF4-FFF2-40B4-BE49-F238E27FC236}">
                  <a16:creationId xmlns:a16="http://schemas.microsoft.com/office/drawing/2014/main" id="{275A06FA-93AE-486D-477F-2B48E48F05CE}"/>
                </a:ext>
              </a:extLst>
            </p:cNvPr>
            <p:cNvSpPr/>
            <p:nvPr/>
          </p:nvSpPr>
          <p:spPr>
            <a:xfrm>
              <a:off x="3536375" y="3023000"/>
              <a:ext cx="174225" cy="29375"/>
            </a:xfrm>
            <a:custGeom>
              <a:avLst/>
              <a:gdLst/>
              <a:ahLst/>
              <a:cxnLst/>
              <a:rect l="l" t="t" r="r" b="b"/>
              <a:pathLst>
                <a:path w="6969" h="1175" extrusionOk="0">
                  <a:moveTo>
                    <a:pt x="3604" y="1"/>
                  </a:moveTo>
                  <a:cubicBezTo>
                    <a:pt x="3063" y="1"/>
                    <a:pt x="2582" y="30"/>
                    <a:pt x="2407" y="88"/>
                  </a:cubicBezTo>
                  <a:cubicBezTo>
                    <a:pt x="2056" y="222"/>
                    <a:pt x="1" y="840"/>
                    <a:pt x="1" y="840"/>
                  </a:cubicBezTo>
                  <a:lnTo>
                    <a:pt x="6965" y="1174"/>
                  </a:lnTo>
                  <a:lnTo>
                    <a:pt x="6965" y="1174"/>
                  </a:lnTo>
                  <a:cubicBezTo>
                    <a:pt x="6823" y="1161"/>
                    <a:pt x="5993" y="221"/>
                    <a:pt x="5164" y="88"/>
                  </a:cubicBezTo>
                  <a:cubicBezTo>
                    <a:pt x="4746" y="30"/>
                    <a:pt x="4145" y="1"/>
                    <a:pt x="3604" y="1"/>
                  </a:cubicBezTo>
                  <a:close/>
                  <a:moveTo>
                    <a:pt x="6965" y="1174"/>
                  </a:moveTo>
                  <a:cubicBezTo>
                    <a:pt x="6966" y="1174"/>
                    <a:pt x="6967" y="1175"/>
                    <a:pt x="6968" y="1175"/>
                  </a:cubicBezTo>
                  <a:lnTo>
                    <a:pt x="6965" y="11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47" name="Google Shape;2547;p119">
              <a:extLst>
                <a:ext uri="{FF2B5EF4-FFF2-40B4-BE49-F238E27FC236}">
                  <a16:creationId xmlns:a16="http://schemas.microsoft.com/office/drawing/2014/main" id="{408342B6-9463-176C-C3C6-ABB479615A81}"/>
                </a:ext>
              </a:extLst>
            </p:cNvPr>
            <p:cNvGrpSpPr/>
            <p:nvPr/>
          </p:nvGrpSpPr>
          <p:grpSpPr>
            <a:xfrm>
              <a:off x="2309975" y="3167225"/>
              <a:ext cx="202625" cy="127850"/>
              <a:chOff x="2309975" y="3167225"/>
              <a:chExt cx="202625" cy="127850"/>
            </a:xfrm>
          </p:grpSpPr>
          <p:sp>
            <p:nvSpPr>
              <p:cNvPr id="2548" name="Google Shape;2548;p119">
                <a:extLst>
                  <a:ext uri="{FF2B5EF4-FFF2-40B4-BE49-F238E27FC236}">
                    <a16:creationId xmlns:a16="http://schemas.microsoft.com/office/drawing/2014/main" id="{2567961A-F107-7E47-436D-1B728BCBBF2E}"/>
                  </a:ext>
                </a:extLst>
              </p:cNvPr>
              <p:cNvSpPr/>
              <p:nvPr/>
            </p:nvSpPr>
            <p:spPr>
              <a:xfrm>
                <a:off x="2318325" y="3167650"/>
                <a:ext cx="194275" cy="127425"/>
              </a:xfrm>
              <a:custGeom>
                <a:avLst/>
                <a:gdLst/>
                <a:ahLst/>
                <a:cxnLst/>
                <a:rect l="l" t="t" r="r" b="b"/>
                <a:pathLst>
                  <a:path w="7771" h="5097" extrusionOk="0">
                    <a:moveTo>
                      <a:pt x="1404" y="0"/>
                    </a:moveTo>
                    <a:lnTo>
                      <a:pt x="1404" y="0"/>
                    </a:lnTo>
                    <a:cubicBezTo>
                      <a:pt x="1839" y="1303"/>
                      <a:pt x="2557" y="2506"/>
                      <a:pt x="3443" y="3576"/>
                    </a:cubicBezTo>
                    <a:cubicBezTo>
                      <a:pt x="2696" y="3620"/>
                      <a:pt x="1935" y="3643"/>
                      <a:pt x="1164" y="3643"/>
                    </a:cubicBezTo>
                    <a:cubicBezTo>
                      <a:pt x="779" y="3643"/>
                      <a:pt x="391" y="3637"/>
                      <a:pt x="1" y="3626"/>
                    </a:cubicBezTo>
                    <a:lnTo>
                      <a:pt x="1" y="3626"/>
                    </a:lnTo>
                    <a:cubicBezTo>
                      <a:pt x="318" y="4712"/>
                      <a:pt x="986" y="4996"/>
                      <a:pt x="1638" y="5079"/>
                    </a:cubicBezTo>
                    <a:cubicBezTo>
                      <a:pt x="1724" y="5091"/>
                      <a:pt x="1868" y="5097"/>
                      <a:pt x="2055" y="5097"/>
                    </a:cubicBezTo>
                    <a:cubicBezTo>
                      <a:pt x="2669" y="5097"/>
                      <a:pt x="3754" y="5039"/>
                      <a:pt x="4829" y="4963"/>
                    </a:cubicBezTo>
                    <a:cubicBezTo>
                      <a:pt x="6149" y="4846"/>
                      <a:pt x="7419" y="4729"/>
                      <a:pt x="7770" y="4612"/>
                    </a:cubicBezTo>
                    <a:cubicBezTo>
                      <a:pt x="7236" y="4010"/>
                      <a:pt x="6834" y="1805"/>
                      <a:pt x="7770" y="635"/>
                    </a:cubicBezTo>
                    <a:cubicBezTo>
                      <a:pt x="6868" y="167"/>
                      <a:pt x="2941" y="50"/>
                      <a:pt x="14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119">
                <a:extLst>
                  <a:ext uri="{FF2B5EF4-FFF2-40B4-BE49-F238E27FC236}">
                    <a16:creationId xmlns:a16="http://schemas.microsoft.com/office/drawing/2014/main" id="{89AF20B8-35EB-F53A-2473-BBF1F99D3773}"/>
                  </a:ext>
                </a:extLst>
              </p:cNvPr>
              <p:cNvSpPr/>
              <p:nvPr/>
            </p:nvSpPr>
            <p:spPr>
              <a:xfrm>
                <a:off x="2309975" y="3167225"/>
                <a:ext cx="94425" cy="91675"/>
              </a:xfrm>
              <a:custGeom>
                <a:avLst/>
                <a:gdLst/>
                <a:ahLst/>
                <a:cxnLst/>
                <a:rect l="l" t="t" r="r" b="b"/>
                <a:pathLst>
                  <a:path w="3777" h="3667" extrusionOk="0">
                    <a:moveTo>
                      <a:pt x="1087" y="0"/>
                    </a:moveTo>
                    <a:cubicBezTo>
                      <a:pt x="268" y="552"/>
                      <a:pt x="1" y="1504"/>
                      <a:pt x="201" y="3058"/>
                    </a:cubicBezTo>
                    <a:cubicBezTo>
                      <a:pt x="234" y="3259"/>
                      <a:pt x="268" y="3442"/>
                      <a:pt x="335" y="3643"/>
                    </a:cubicBezTo>
                    <a:cubicBezTo>
                      <a:pt x="725" y="3660"/>
                      <a:pt x="1113" y="3667"/>
                      <a:pt x="1498" y="3667"/>
                    </a:cubicBezTo>
                    <a:cubicBezTo>
                      <a:pt x="2269" y="3667"/>
                      <a:pt x="3030" y="3637"/>
                      <a:pt x="3777" y="3593"/>
                    </a:cubicBezTo>
                    <a:cubicBezTo>
                      <a:pt x="2891" y="2523"/>
                      <a:pt x="2173" y="1320"/>
                      <a:pt x="1738" y="17"/>
                    </a:cubicBezTo>
                    <a:cubicBezTo>
                      <a:pt x="1337" y="17"/>
                      <a:pt x="1087" y="0"/>
                      <a:pt x="1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50" name="Google Shape;2550;p119">
              <a:extLst>
                <a:ext uri="{FF2B5EF4-FFF2-40B4-BE49-F238E27FC236}">
                  <a16:creationId xmlns:a16="http://schemas.microsoft.com/office/drawing/2014/main" id="{E4130508-2420-DD22-B072-06C81FAEBB1C}"/>
                </a:ext>
              </a:extLst>
            </p:cNvPr>
            <p:cNvSpPr/>
            <p:nvPr/>
          </p:nvSpPr>
          <p:spPr>
            <a:xfrm>
              <a:off x="2483850" y="3186425"/>
              <a:ext cx="53800" cy="93600"/>
            </a:xfrm>
            <a:custGeom>
              <a:avLst/>
              <a:gdLst/>
              <a:ahLst/>
              <a:cxnLst/>
              <a:rect l="l" t="t" r="r" b="b"/>
              <a:pathLst>
                <a:path w="2152" h="3744" extrusionOk="0">
                  <a:moveTo>
                    <a:pt x="1049" y="1"/>
                  </a:moveTo>
                  <a:cubicBezTo>
                    <a:pt x="0" y="1582"/>
                    <a:pt x="1041" y="3744"/>
                    <a:pt x="1049" y="3744"/>
                  </a:cubicBezTo>
                  <a:cubicBezTo>
                    <a:pt x="1049" y="3744"/>
                    <a:pt x="1049" y="3744"/>
                    <a:pt x="1049" y="3744"/>
                  </a:cubicBezTo>
                  <a:lnTo>
                    <a:pt x="2035" y="3560"/>
                  </a:lnTo>
                  <a:cubicBezTo>
                    <a:pt x="2035" y="3560"/>
                    <a:pt x="1667" y="1254"/>
                    <a:pt x="2152" y="302"/>
                  </a:cubicBezTo>
                  <a:lnTo>
                    <a:pt x="1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19">
              <a:extLst>
                <a:ext uri="{FF2B5EF4-FFF2-40B4-BE49-F238E27FC236}">
                  <a16:creationId xmlns:a16="http://schemas.microsoft.com/office/drawing/2014/main" id="{B60970A5-A7C2-4097-E93B-CAB6F4C24497}"/>
                </a:ext>
              </a:extLst>
            </p:cNvPr>
            <p:cNvSpPr/>
            <p:nvPr/>
          </p:nvSpPr>
          <p:spPr>
            <a:xfrm>
              <a:off x="2518900" y="3200650"/>
              <a:ext cx="93525" cy="57250"/>
            </a:xfrm>
            <a:custGeom>
              <a:avLst/>
              <a:gdLst/>
              <a:ahLst/>
              <a:cxnLst/>
              <a:rect l="l" t="t" r="r" b="b"/>
              <a:pathLst>
                <a:path w="3741" h="2290" extrusionOk="0">
                  <a:moveTo>
                    <a:pt x="649" y="0"/>
                  </a:moveTo>
                  <a:cubicBezTo>
                    <a:pt x="1" y="316"/>
                    <a:pt x="478" y="2289"/>
                    <a:pt x="482" y="2289"/>
                  </a:cubicBezTo>
                  <a:cubicBezTo>
                    <a:pt x="482" y="2289"/>
                    <a:pt x="482" y="2289"/>
                    <a:pt x="482" y="2289"/>
                  </a:cubicBezTo>
                  <a:lnTo>
                    <a:pt x="3390" y="1938"/>
                  </a:lnTo>
                  <a:cubicBezTo>
                    <a:pt x="3390" y="1938"/>
                    <a:pt x="3741" y="1086"/>
                    <a:pt x="3490" y="501"/>
                  </a:cubicBezTo>
                  <a:lnTo>
                    <a:pt x="6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19">
              <a:extLst>
                <a:ext uri="{FF2B5EF4-FFF2-40B4-BE49-F238E27FC236}">
                  <a16:creationId xmlns:a16="http://schemas.microsoft.com/office/drawing/2014/main" id="{AC6E9CBA-7A98-31BE-9525-7676E77A5C95}"/>
                </a:ext>
              </a:extLst>
            </p:cNvPr>
            <p:cNvSpPr/>
            <p:nvPr/>
          </p:nvSpPr>
          <p:spPr>
            <a:xfrm>
              <a:off x="2350900" y="3114775"/>
              <a:ext cx="495025" cy="75950"/>
            </a:xfrm>
            <a:custGeom>
              <a:avLst/>
              <a:gdLst/>
              <a:ahLst/>
              <a:cxnLst/>
              <a:rect l="l" t="t" r="r" b="b"/>
              <a:pathLst>
                <a:path w="19801" h="3038" extrusionOk="0">
                  <a:moveTo>
                    <a:pt x="12538" y="1"/>
                  </a:moveTo>
                  <a:cubicBezTo>
                    <a:pt x="12423" y="1"/>
                    <a:pt x="12310" y="4"/>
                    <a:pt x="12198" y="10"/>
                  </a:cubicBezTo>
                  <a:cubicBezTo>
                    <a:pt x="9491" y="160"/>
                    <a:pt x="1" y="2115"/>
                    <a:pt x="1" y="2115"/>
                  </a:cubicBezTo>
                  <a:lnTo>
                    <a:pt x="6367" y="2867"/>
                  </a:lnTo>
                  <a:cubicBezTo>
                    <a:pt x="6367" y="2867"/>
                    <a:pt x="10168" y="3038"/>
                    <a:pt x="12317" y="3038"/>
                  </a:cubicBezTo>
                  <a:cubicBezTo>
                    <a:pt x="12496" y="3038"/>
                    <a:pt x="12663" y="3037"/>
                    <a:pt x="12816" y="3034"/>
                  </a:cubicBezTo>
                  <a:cubicBezTo>
                    <a:pt x="14788" y="3017"/>
                    <a:pt x="19801" y="2650"/>
                    <a:pt x="19099" y="2115"/>
                  </a:cubicBezTo>
                  <a:cubicBezTo>
                    <a:pt x="18442" y="1603"/>
                    <a:pt x="15177" y="1"/>
                    <a:pt x="125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19">
              <a:extLst>
                <a:ext uri="{FF2B5EF4-FFF2-40B4-BE49-F238E27FC236}">
                  <a16:creationId xmlns:a16="http://schemas.microsoft.com/office/drawing/2014/main" id="{C975166E-14F7-BA3A-7919-40AD289EF9F9}"/>
                </a:ext>
              </a:extLst>
            </p:cNvPr>
            <p:cNvSpPr/>
            <p:nvPr/>
          </p:nvSpPr>
          <p:spPr>
            <a:xfrm>
              <a:off x="2666700" y="3084925"/>
              <a:ext cx="84000" cy="38875"/>
            </a:xfrm>
            <a:custGeom>
              <a:avLst/>
              <a:gdLst/>
              <a:ahLst/>
              <a:cxnLst/>
              <a:rect l="l" t="t" r="r" b="b"/>
              <a:pathLst>
                <a:path w="3360" h="1555" extrusionOk="0">
                  <a:moveTo>
                    <a:pt x="2490" y="1"/>
                  </a:moveTo>
                  <a:cubicBezTo>
                    <a:pt x="1772" y="1"/>
                    <a:pt x="84" y="1204"/>
                    <a:pt x="1" y="1204"/>
                  </a:cubicBezTo>
                  <a:lnTo>
                    <a:pt x="2273" y="1555"/>
                  </a:lnTo>
                  <a:lnTo>
                    <a:pt x="3359" y="134"/>
                  </a:lnTo>
                  <a:cubicBezTo>
                    <a:pt x="3359" y="134"/>
                    <a:pt x="3192" y="1"/>
                    <a:pt x="24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19">
              <a:extLst>
                <a:ext uri="{FF2B5EF4-FFF2-40B4-BE49-F238E27FC236}">
                  <a16:creationId xmlns:a16="http://schemas.microsoft.com/office/drawing/2014/main" id="{AF5F744B-5E14-075A-290C-23B83057CBA3}"/>
                </a:ext>
              </a:extLst>
            </p:cNvPr>
            <p:cNvSpPr/>
            <p:nvPr/>
          </p:nvSpPr>
          <p:spPr>
            <a:xfrm>
              <a:off x="2231450" y="3040225"/>
              <a:ext cx="1001275" cy="20075"/>
            </a:xfrm>
            <a:custGeom>
              <a:avLst/>
              <a:gdLst/>
              <a:ahLst/>
              <a:cxnLst/>
              <a:rect l="l" t="t" r="r" b="b"/>
              <a:pathLst>
                <a:path w="40051" h="803" extrusionOk="0">
                  <a:moveTo>
                    <a:pt x="251" y="1"/>
                  </a:moveTo>
                  <a:cubicBezTo>
                    <a:pt x="134" y="1"/>
                    <a:pt x="34" y="101"/>
                    <a:pt x="0" y="235"/>
                  </a:cubicBezTo>
                  <a:lnTo>
                    <a:pt x="0" y="369"/>
                  </a:lnTo>
                  <a:cubicBezTo>
                    <a:pt x="17" y="486"/>
                    <a:pt x="117" y="619"/>
                    <a:pt x="234" y="619"/>
                  </a:cubicBezTo>
                  <a:cubicBezTo>
                    <a:pt x="368" y="619"/>
                    <a:pt x="468" y="502"/>
                    <a:pt x="485" y="385"/>
                  </a:cubicBezTo>
                  <a:lnTo>
                    <a:pt x="485" y="252"/>
                  </a:lnTo>
                  <a:cubicBezTo>
                    <a:pt x="485" y="135"/>
                    <a:pt x="385" y="18"/>
                    <a:pt x="251" y="1"/>
                  </a:cubicBezTo>
                  <a:close/>
                  <a:moveTo>
                    <a:pt x="1571" y="1"/>
                  </a:moveTo>
                  <a:cubicBezTo>
                    <a:pt x="1454" y="1"/>
                    <a:pt x="1337" y="101"/>
                    <a:pt x="1320" y="235"/>
                  </a:cubicBezTo>
                  <a:lnTo>
                    <a:pt x="1320" y="369"/>
                  </a:lnTo>
                  <a:cubicBezTo>
                    <a:pt x="1320" y="502"/>
                    <a:pt x="1437" y="619"/>
                    <a:pt x="1554" y="619"/>
                  </a:cubicBezTo>
                  <a:cubicBezTo>
                    <a:pt x="1688" y="619"/>
                    <a:pt x="1788" y="502"/>
                    <a:pt x="1805" y="385"/>
                  </a:cubicBezTo>
                  <a:lnTo>
                    <a:pt x="1805" y="252"/>
                  </a:lnTo>
                  <a:cubicBezTo>
                    <a:pt x="1805" y="135"/>
                    <a:pt x="1705" y="1"/>
                    <a:pt x="1571" y="1"/>
                  </a:cubicBezTo>
                  <a:close/>
                  <a:moveTo>
                    <a:pt x="2908" y="1"/>
                  </a:moveTo>
                  <a:cubicBezTo>
                    <a:pt x="2791" y="1"/>
                    <a:pt x="2690" y="101"/>
                    <a:pt x="2657" y="235"/>
                  </a:cubicBezTo>
                  <a:lnTo>
                    <a:pt x="2657" y="369"/>
                  </a:lnTo>
                  <a:cubicBezTo>
                    <a:pt x="2640" y="502"/>
                    <a:pt x="2741" y="619"/>
                    <a:pt x="2891" y="619"/>
                  </a:cubicBezTo>
                  <a:cubicBezTo>
                    <a:pt x="3025" y="619"/>
                    <a:pt x="3125" y="502"/>
                    <a:pt x="3142" y="385"/>
                  </a:cubicBezTo>
                  <a:lnTo>
                    <a:pt x="3142" y="252"/>
                  </a:lnTo>
                  <a:cubicBezTo>
                    <a:pt x="3142" y="135"/>
                    <a:pt x="3041" y="18"/>
                    <a:pt x="2908" y="1"/>
                  </a:cubicBezTo>
                  <a:close/>
                  <a:moveTo>
                    <a:pt x="4228" y="34"/>
                  </a:moveTo>
                  <a:cubicBezTo>
                    <a:pt x="4094" y="34"/>
                    <a:pt x="3994" y="135"/>
                    <a:pt x="3977" y="252"/>
                  </a:cubicBezTo>
                  <a:lnTo>
                    <a:pt x="3977" y="385"/>
                  </a:lnTo>
                  <a:cubicBezTo>
                    <a:pt x="3960" y="502"/>
                    <a:pt x="4060" y="619"/>
                    <a:pt x="4211" y="636"/>
                  </a:cubicBezTo>
                  <a:cubicBezTo>
                    <a:pt x="4328" y="636"/>
                    <a:pt x="4461" y="536"/>
                    <a:pt x="4461" y="402"/>
                  </a:cubicBezTo>
                  <a:lnTo>
                    <a:pt x="4461" y="268"/>
                  </a:lnTo>
                  <a:cubicBezTo>
                    <a:pt x="4461" y="151"/>
                    <a:pt x="4361" y="51"/>
                    <a:pt x="4228" y="34"/>
                  </a:cubicBezTo>
                  <a:close/>
                  <a:moveTo>
                    <a:pt x="5548" y="34"/>
                  </a:moveTo>
                  <a:cubicBezTo>
                    <a:pt x="5414" y="34"/>
                    <a:pt x="5314" y="135"/>
                    <a:pt x="5297" y="252"/>
                  </a:cubicBezTo>
                  <a:lnTo>
                    <a:pt x="5297" y="385"/>
                  </a:lnTo>
                  <a:cubicBezTo>
                    <a:pt x="5280" y="536"/>
                    <a:pt x="5380" y="636"/>
                    <a:pt x="5531" y="636"/>
                  </a:cubicBezTo>
                  <a:cubicBezTo>
                    <a:pt x="5648" y="636"/>
                    <a:pt x="5748" y="536"/>
                    <a:pt x="5781" y="402"/>
                  </a:cubicBezTo>
                  <a:lnTo>
                    <a:pt x="5781" y="268"/>
                  </a:lnTo>
                  <a:cubicBezTo>
                    <a:pt x="5781" y="151"/>
                    <a:pt x="5665" y="51"/>
                    <a:pt x="5548" y="34"/>
                  </a:cubicBezTo>
                  <a:close/>
                  <a:moveTo>
                    <a:pt x="6868" y="34"/>
                  </a:moveTo>
                  <a:cubicBezTo>
                    <a:pt x="6734" y="34"/>
                    <a:pt x="6634" y="135"/>
                    <a:pt x="6617" y="252"/>
                  </a:cubicBezTo>
                  <a:lnTo>
                    <a:pt x="6617" y="385"/>
                  </a:lnTo>
                  <a:cubicBezTo>
                    <a:pt x="6583" y="536"/>
                    <a:pt x="6717" y="636"/>
                    <a:pt x="6834" y="636"/>
                  </a:cubicBezTo>
                  <a:cubicBezTo>
                    <a:pt x="6968" y="636"/>
                    <a:pt x="7085" y="536"/>
                    <a:pt x="7085" y="402"/>
                  </a:cubicBezTo>
                  <a:lnTo>
                    <a:pt x="7085" y="268"/>
                  </a:lnTo>
                  <a:cubicBezTo>
                    <a:pt x="7085" y="151"/>
                    <a:pt x="6984" y="51"/>
                    <a:pt x="6868" y="34"/>
                  </a:cubicBezTo>
                  <a:close/>
                  <a:moveTo>
                    <a:pt x="8171" y="34"/>
                  </a:moveTo>
                  <a:cubicBezTo>
                    <a:pt x="8054" y="34"/>
                    <a:pt x="7937" y="135"/>
                    <a:pt x="7920" y="252"/>
                  </a:cubicBezTo>
                  <a:lnTo>
                    <a:pt x="7920" y="385"/>
                  </a:lnTo>
                  <a:cubicBezTo>
                    <a:pt x="7920" y="536"/>
                    <a:pt x="8037" y="636"/>
                    <a:pt x="8154" y="636"/>
                  </a:cubicBezTo>
                  <a:cubicBezTo>
                    <a:pt x="8288" y="636"/>
                    <a:pt x="8405" y="536"/>
                    <a:pt x="8405" y="402"/>
                  </a:cubicBezTo>
                  <a:lnTo>
                    <a:pt x="8405" y="268"/>
                  </a:lnTo>
                  <a:cubicBezTo>
                    <a:pt x="8405" y="151"/>
                    <a:pt x="8304" y="51"/>
                    <a:pt x="8171" y="34"/>
                  </a:cubicBezTo>
                  <a:close/>
                  <a:moveTo>
                    <a:pt x="9491" y="51"/>
                  </a:moveTo>
                  <a:cubicBezTo>
                    <a:pt x="9374" y="51"/>
                    <a:pt x="9240" y="151"/>
                    <a:pt x="9240" y="285"/>
                  </a:cubicBezTo>
                  <a:lnTo>
                    <a:pt x="9240" y="402"/>
                  </a:lnTo>
                  <a:cubicBezTo>
                    <a:pt x="9240" y="552"/>
                    <a:pt x="9340" y="653"/>
                    <a:pt x="9474" y="653"/>
                  </a:cubicBezTo>
                  <a:cubicBezTo>
                    <a:pt x="9591" y="653"/>
                    <a:pt x="9725" y="552"/>
                    <a:pt x="9725" y="419"/>
                  </a:cubicBezTo>
                  <a:lnTo>
                    <a:pt x="9725" y="302"/>
                  </a:lnTo>
                  <a:cubicBezTo>
                    <a:pt x="9725" y="168"/>
                    <a:pt x="9624" y="68"/>
                    <a:pt x="9491" y="51"/>
                  </a:cubicBezTo>
                  <a:close/>
                  <a:moveTo>
                    <a:pt x="10811" y="51"/>
                  </a:moveTo>
                  <a:cubicBezTo>
                    <a:pt x="10677" y="51"/>
                    <a:pt x="10577" y="151"/>
                    <a:pt x="10560" y="285"/>
                  </a:cubicBezTo>
                  <a:lnTo>
                    <a:pt x="10560" y="402"/>
                  </a:lnTo>
                  <a:cubicBezTo>
                    <a:pt x="10560" y="552"/>
                    <a:pt x="10660" y="653"/>
                    <a:pt x="10794" y="653"/>
                  </a:cubicBezTo>
                  <a:cubicBezTo>
                    <a:pt x="10911" y="653"/>
                    <a:pt x="11045" y="552"/>
                    <a:pt x="11045" y="419"/>
                  </a:cubicBezTo>
                  <a:lnTo>
                    <a:pt x="11045" y="302"/>
                  </a:lnTo>
                  <a:cubicBezTo>
                    <a:pt x="11045" y="168"/>
                    <a:pt x="10928" y="51"/>
                    <a:pt x="10811" y="51"/>
                  </a:cubicBezTo>
                  <a:close/>
                  <a:moveTo>
                    <a:pt x="12114" y="51"/>
                  </a:moveTo>
                  <a:cubicBezTo>
                    <a:pt x="11997" y="51"/>
                    <a:pt x="11897" y="151"/>
                    <a:pt x="11880" y="285"/>
                  </a:cubicBezTo>
                  <a:lnTo>
                    <a:pt x="11880" y="402"/>
                  </a:lnTo>
                  <a:cubicBezTo>
                    <a:pt x="11880" y="552"/>
                    <a:pt x="11980" y="653"/>
                    <a:pt x="12097" y="653"/>
                  </a:cubicBezTo>
                  <a:cubicBezTo>
                    <a:pt x="12231" y="653"/>
                    <a:pt x="12331" y="552"/>
                    <a:pt x="12348" y="419"/>
                  </a:cubicBezTo>
                  <a:lnTo>
                    <a:pt x="12348" y="302"/>
                  </a:lnTo>
                  <a:cubicBezTo>
                    <a:pt x="12348" y="168"/>
                    <a:pt x="12248" y="68"/>
                    <a:pt x="12114" y="51"/>
                  </a:cubicBezTo>
                  <a:close/>
                  <a:moveTo>
                    <a:pt x="13434" y="68"/>
                  </a:moveTo>
                  <a:cubicBezTo>
                    <a:pt x="13317" y="68"/>
                    <a:pt x="13183" y="168"/>
                    <a:pt x="13183" y="302"/>
                  </a:cubicBezTo>
                  <a:lnTo>
                    <a:pt x="13183" y="419"/>
                  </a:lnTo>
                  <a:cubicBezTo>
                    <a:pt x="13183" y="552"/>
                    <a:pt x="13300" y="669"/>
                    <a:pt x="13417" y="669"/>
                  </a:cubicBezTo>
                  <a:cubicBezTo>
                    <a:pt x="13551" y="669"/>
                    <a:pt x="13668" y="569"/>
                    <a:pt x="13668" y="452"/>
                  </a:cubicBezTo>
                  <a:lnTo>
                    <a:pt x="13668" y="318"/>
                  </a:lnTo>
                  <a:cubicBezTo>
                    <a:pt x="13668" y="185"/>
                    <a:pt x="13568" y="85"/>
                    <a:pt x="13434" y="68"/>
                  </a:cubicBezTo>
                  <a:close/>
                  <a:moveTo>
                    <a:pt x="14771" y="68"/>
                  </a:moveTo>
                  <a:cubicBezTo>
                    <a:pt x="14654" y="68"/>
                    <a:pt x="14537" y="168"/>
                    <a:pt x="14520" y="302"/>
                  </a:cubicBezTo>
                  <a:lnTo>
                    <a:pt x="14520" y="419"/>
                  </a:lnTo>
                  <a:cubicBezTo>
                    <a:pt x="14503" y="569"/>
                    <a:pt x="14604" y="669"/>
                    <a:pt x="14754" y="669"/>
                  </a:cubicBezTo>
                  <a:cubicBezTo>
                    <a:pt x="14888" y="669"/>
                    <a:pt x="14988" y="569"/>
                    <a:pt x="15005" y="452"/>
                  </a:cubicBezTo>
                  <a:lnTo>
                    <a:pt x="15005" y="318"/>
                  </a:lnTo>
                  <a:cubicBezTo>
                    <a:pt x="15005" y="185"/>
                    <a:pt x="14904" y="85"/>
                    <a:pt x="14771" y="68"/>
                  </a:cubicBezTo>
                  <a:close/>
                  <a:moveTo>
                    <a:pt x="16091" y="68"/>
                  </a:moveTo>
                  <a:cubicBezTo>
                    <a:pt x="15957" y="68"/>
                    <a:pt x="15857" y="168"/>
                    <a:pt x="15840" y="302"/>
                  </a:cubicBezTo>
                  <a:lnTo>
                    <a:pt x="15840" y="419"/>
                  </a:lnTo>
                  <a:cubicBezTo>
                    <a:pt x="15823" y="569"/>
                    <a:pt x="15924" y="669"/>
                    <a:pt x="16074" y="669"/>
                  </a:cubicBezTo>
                  <a:cubicBezTo>
                    <a:pt x="16191" y="669"/>
                    <a:pt x="16308" y="569"/>
                    <a:pt x="16325" y="452"/>
                  </a:cubicBezTo>
                  <a:lnTo>
                    <a:pt x="16325" y="318"/>
                  </a:lnTo>
                  <a:cubicBezTo>
                    <a:pt x="16325" y="185"/>
                    <a:pt x="16224" y="68"/>
                    <a:pt x="16091" y="68"/>
                  </a:cubicBezTo>
                  <a:close/>
                  <a:moveTo>
                    <a:pt x="17411" y="68"/>
                  </a:moveTo>
                  <a:cubicBezTo>
                    <a:pt x="17277" y="68"/>
                    <a:pt x="17177" y="168"/>
                    <a:pt x="17160" y="302"/>
                  </a:cubicBezTo>
                  <a:lnTo>
                    <a:pt x="17160" y="419"/>
                  </a:lnTo>
                  <a:cubicBezTo>
                    <a:pt x="17143" y="569"/>
                    <a:pt x="17244" y="669"/>
                    <a:pt x="17394" y="669"/>
                  </a:cubicBezTo>
                  <a:cubicBezTo>
                    <a:pt x="17511" y="669"/>
                    <a:pt x="17611" y="569"/>
                    <a:pt x="17645" y="452"/>
                  </a:cubicBezTo>
                  <a:lnTo>
                    <a:pt x="17645" y="318"/>
                  </a:lnTo>
                  <a:cubicBezTo>
                    <a:pt x="17645" y="185"/>
                    <a:pt x="17528" y="85"/>
                    <a:pt x="17411" y="68"/>
                  </a:cubicBezTo>
                  <a:close/>
                  <a:moveTo>
                    <a:pt x="18731" y="85"/>
                  </a:moveTo>
                  <a:cubicBezTo>
                    <a:pt x="18597" y="85"/>
                    <a:pt x="18497" y="201"/>
                    <a:pt x="18480" y="318"/>
                  </a:cubicBezTo>
                  <a:lnTo>
                    <a:pt x="18480" y="452"/>
                  </a:lnTo>
                  <a:cubicBezTo>
                    <a:pt x="18447" y="586"/>
                    <a:pt x="18580" y="703"/>
                    <a:pt x="18697" y="703"/>
                  </a:cubicBezTo>
                  <a:cubicBezTo>
                    <a:pt x="18831" y="703"/>
                    <a:pt x="18931" y="586"/>
                    <a:pt x="18948" y="469"/>
                  </a:cubicBezTo>
                  <a:lnTo>
                    <a:pt x="18948" y="335"/>
                  </a:lnTo>
                  <a:cubicBezTo>
                    <a:pt x="18948" y="218"/>
                    <a:pt x="18848" y="85"/>
                    <a:pt x="18731" y="85"/>
                  </a:cubicBezTo>
                  <a:close/>
                  <a:moveTo>
                    <a:pt x="20034" y="85"/>
                  </a:moveTo>
                  <a:cubicBezTo>
                    <a:pt x="19917" y="85"/>
                    <a:pt x="19817" y="201"/>
                    <a:pt x="19783" y="318"/>
                  </a:cubicBezTo>
                  <a:lnTo>
                    <a:pt x="19783" y="452"/>
                  </a:lnTo>
                  <a:cubicBezTo>
                    <a:pt x="19783" y="586"/>
                    <a:pt x="19900" y="703"/>
                    <a:pt x="20017" y="703"/>
                  </a:cubicBezTo>
                  <a:cubicBezTo>
                    <a:pt x="20151" y="703"/>
                    <a:pt x="20251" y="586"/>
                    <a:pt x="20268" y="469"/>
                  </a:cubicBezTo>
                  <a:lnTo>
                    <a:pt x="20268" y="335"/>
                  </a:lnTo>
                  <a:cubicBezTo>
                    <a:pt x="20268" y="218"/>
                    <a:pt x="20168" y="101"/>
                    <a:pt x="20034" y="85"/>
                  </a:cubicBezTo>
                  <a:close/>
                  <a:moveTo>
                    <a:pt x="21354" y="85"/>
                  </a:moveTo>
                  <a:cubicBezTo>
                    <a:pt x="21220" y="85"/>
                    <a:pt x="21120" y="201"/>
                    <a:pt x="21103" y="318"/>
                  </a:cubicBezTo>
                  <a:lnTo>
                    <a:pt x="21103" y="452"/>
                  </a:lnTo>
                  <a:cubicBezTo>
                    <a:pt x="21103" y="586"/>
                    <a:pt x="21203" y="703"/>
                    <a:pt x="21337" y="703"/>
                  </a:cubicBezTo>
                  <a:cubicBezTo>
                    <a:pt x="21454" y="703"/>
                    <a:pt x="21588" y="586"/>
                    <a:pt x="21588" y="469"/>
                  </a:cubicBezTo>
                  <a:lnTo>
                    <a:pt x="21588" y="335"/>
                  </a:lnTo>
                  <a:cubicBezTo>
                    <a:pt x="21588" y="218"/>
                    <a:pt x="21488" y="85"/>
                    <a:pt x="21354" y="85"/>
                  </a:cubicBezTo>
                  <a:close/>
                  <a:moveTo>
                    <a:pt x="22674" y="101"/>
                  </a:moveTo>
                  <a:cubicBezTo>
                    <a:pt x="22540" y="101"/>
                    <a:pt x="22440" y="218"/>
                    <a:pt x="22423" y="335"/>
                  </a:cubicBezTo>
                  <a:lnTo>
                    <a:pt x="22423" y="469"/>
                  </a:lnTo>
                  <a:cubicBezTo>
                    <a:pt x="22423" y="586"/>
                    <a:pt x="22523" y="719"/>
                    <a:pt x="22657" y="719"/>
                  </a:cubicBezTo>
                  <a:cubicBezTo>
                    <a:pt x="22774" y="719"/>
                    <a:pt x="22874" y="619"/>
                    <a:pt x="22908" y="486"/>
                  </a:cubicBezTo>
                  <a:lnTo>
                    <a:pt x="22908" y="352"/>
                  </a:lnTo>
                  <a:cubicBezTo>
                    <a:pt x="22908" y="235"/>
                    <a:pt x="22791" y="135"/>
                    <a:pt x="22674" y="101"/>
                  </a:cubicBezTo>
                  <a:close/>
                  <a:moveTo>
                    <a:pt x="23994" y="101"/>
                  </a:moveTo>
                  <a:cubicBezTo>
                    <a:pt x="23860" y="101"/>
                    <a:pt x="23760" y="218"/>
                    <a:pt x="23743" y="335"/>
                  </a:cubicBezTo>
                  <a:lnTo>
                    <a:pt x="23743" y="469"/>
                  </a:lnTo>
                  <a:cubicBezTo>
                    <a:pt x="23743" y="619"/>
                    <a:pt x="23843" y="719"/>
                    <a:pt x="23960" y="719"/>
                  </a:cubicBezTo>
                  <a:cubicBezTo>
                    <a:pt x="24094" y="719"/>
                    <a:pt x="24211" y="619"/>
                    <a:pt x="24211" y="486"/>
                  </a:cubicBezTo>
                  <a:lnTo>
                    <a:pt x="24211" y="352"/>
                  </a:lnTo>
                  <a:cubicBezTo>
                    <a:pt x="24211" y="235"/>
                    <a:pt x="24111" y="101"/>
                    <a:pt x="23994" y="101"/>
                  </a:cubicBezTo>
                  <a:close/>
                  <a:moveTo>
                    <a:pt x="25297" y="101"/>
                  </a:moveTo>
                  <a:cubicBezTo>
                    <a:pt x="25180" y="101"/>
                    <a:pt x="25063" y="218"/>
                    <a:pt x="25046" y="335"/>
                  </a:cubicBezTo>
                  <a:lnTo>
                    <a:pt x="25046" y="469"/>
                  </a:lnTo>
                  <a:cubicBezTo>
                    <a:pt x="25046" y="619"/>
                    <a:pt x="25163" y="719"/>
                    <a:pt x="25280" y="719"/>
                  </a:cubicBezTo>
                  <a:cubicBezTo>
                    <a:pt x="25414" y="719"/>
                    <a:pt x="25531" y="619"/>
                    <a:pt x="25531" y="486"/>
                  </a:cubicBezTo>
                  <a:lnTo>
                    <a:pt x="25531" y="352"/>
                  </a:lnTo>
                  <a:cubicBezTo>
                    <a:pt x="25531" y="235"/>
                    <a:pt x="25431" y="135"/>
                    <a:pt x="25297" y="101"/>
                  </a:cubicBezTo>
                  <a:close/>
                  <a:moveTo>
                    <a:pt x="26634" y="135"/>
                  </a:moveTo>
                  <a:cubicBezTo>
                    <a:pt x="26517" y="135"/>
                    <a:pt x="26383" y="235"/>
                    <a:pt x="26383" y="369"/>
                  </a:cubicBezTo>
                  <a:lnTo>
                    <a:pt x="26383" y="486"/>
                  </a:lnTo>
                  <a:cubicBezTo>
                    <a:pt x="26366" y="619"/>
                    <a:pt x="26467" y="736"/>
                    <a:pt x="26617" y="736"/>
                  </a:cubicBezTo>
                  <a:cubicBezTo>
                    <a:pt x="26751" y="736"/>
                    <a:pt x="26868" y="636"/>
                    <a:pt x="26868" y="502"/>
                  </a:cubicBezTo>
                  <a:lnTo>
                    <a:pt x="26868" y="385"/>
                  </a:lnTo>
                  <a:cubicBezTo>
                    <a:pt x="26868" y="252"/>
                    <a:pt x="26767" y="135"/>
                    <a:pt x="26634" y="135"/>
                  </a:cubicBezTo>
                  <a:close/>
                  <a:moveTo>
                    <a:pt x="27954" y="135"/>
                  </a:moveTo>
                  <a:cubicBezTo>
                    <a:pt x="27837" y="135"/>
                    <a:pt x="27720" y="235"/>
                    <a:pt x="27703" y="369"/>
                  </a:cubicBezTo>
                  <a:lnTo>
                    <a:pt x="27703" y="486"/>
                  </a:lnTo>
                  <a:cubicBezTo>
                    <a:pt x="27686" y="636"/>
                    <a:pt x="27787" y="736"/>
                    <a:pt x="27937" y="736"/>
                  </a:cubicBezTo>
                  <a:cubicBezTo>
                    <a:pt x="28054" y="736"/>
                    <a:pt x="28188" y="636"/>
                    <a:pt x="28188" y="502"/>
                  </a:cubicBezTo>
                  <a:lnTo>
                    <a:pt x="28188" y="385"/>
                  </a:lnTo>
                  <a:cubicBezTo>
                    <a:pt x="28188" y="252"/>
                    <a:pt x="28087" y="151"/>
                    <a:pt x="27954" y="135"/>
                  </a:cubicBezTo>
                  <a:close/>
                  <a:moveTo>
                    <a:pt x="29274" y="135"/>
                  </a:moveTo>
                  <a:cubicBezTo>
                    <a:pt x="29140" y="135"/>
                    <a:pt x="29040" y="235"/>
                    <a:pt x="29023" y="369"/>
                  </a:cubicBezTo>
                  <a:lnTo>
                    <a:pt x="29023" y="486"/>
                  </a:lnTo>
                  <a:cubicBezTo>
                    <a:pt x="29006" y="636"/>
                    <a:pt x="29107" y="736"/>
                    <a:pt x="29240" y="736"/>
                  </a:cubicBezTo>
                  <a:cubicBezTo>
                    <a:pt x="29374" y="736"/>
                    <a:pt x="29474" y="636"/>
                    <a:pt x="29508" y="502"/>
                  </a:cubicBezTo>
                  <a:lnTo>
                    <a:pt x="29508" y="385"/>
                  </a:lnTo>
                  <a:cubicBezTo>
                    <a:pt x="29508" y="252"/>
                    <a:pt x="29391" y="135"/>
                    <a:pt x="29274" y="135"/>
                  </a:cubicBezTo>
                  <a:close/>
                  <a:moveTo>
                    <a:pt x="30594" y="135"/>
                  </a:moveTo>
                  <a:cubicBezTo>
                    <a:pt x="30460" y="135"/>
                    <a:pt x="30343" y="235"/>
                    <a:pt x="30343" y="369"/>
                  </a:cubicBezTo>
                  <a:lnTo>
                    <a:pt x="30343" y="486"/>
                  </a:lnTo>
                  <a:cubicBezTo>
                    <a:pt x="30310" y="636"/>
                    <a:pt x="30443" y="736"/>
                    <a:pt x="30560" y="736"/>
                  </a:cubicBezTo>
                  <a:cubicBezTo>
                    <a:pt x="30694" y="736"/>
                    <a:pt x="30811" y="636"/>
                    <a:pt x="30811" y="502"/>
                  </a:cubicBezTo>
                  <a:lnTo>
                    <a:pt x="30811" y="385"/>
                  </a:lnTo>
                  <a:cubicBezTo>
                    <a:pt x="30811" y="252"/>
                    <a:pt x="30711" y="151"/>
                    <a:pt x="30594" y="135"/>
                  </a:cubicBezTo>
                  <a:close/>
                  <a:moveTo>
                    <a:pt x="31897" y="151"/>
                  </a:moveTo>
                  <a:cubicBezTo>
                    <a:pt x="31780" y="151"/>
                    <a:pt x="31680" y="252"/>
                    <a:pt x="31646" y="385"/>
                  </a:cubicBezTo>
                  <a:lnTo>
                    <a:pt x="31646" y="502"/>
                  </a:lnTo>
                  <a:cubicBezTo>
                    <a:pt x="31646" y="653"/>
                    <a:pt x="31747" y="753"/>
                    <a:pt x="31880" y="753"/>
                  </a:cubicBezTo>
                  <a:cubicBezTo>
                    <a:pt x="32014" y="753"/>
                    <a:pt x="32131" y="653"/>
                    <a:pt x="32131" y="536"/>
                  </a:cubicBezTo>
                  <a:lnTo>
                    <a:pt x="32131" y="402"/>
                  </a:lnTo>
                  <a:cubicBezTo>
                    <a:pt x="32131" y="268"/>
                    <a:pt x="32031" y="168"/>
                    <a:pt x="31897" y="151"/>
                  </a:cubicBezTo>
                  <a:close/>
                  <a:moveTo>
                    <a:pt x="33217" y="151"/>
                  </a:moveTo>
                  <a:cubicBezTo>
                    <a:pt x="33100" y="151"/>
                    <a:pt x="32983" y="252"/>
                    <a:pt x="32966" y="385"/>
                  </a:cubicBezTo>
                  <a:lnTo>
                    <a:pt x="32966" y="502"/>
                  </a:lnTo>
                  <a:cubicBezTo>
                    <a:pt x="32966" y="653"/>
                    <a:pt x="33067" y="753"/>
                    <a:pt x="33200" y="753"/>
                  </a:cubicBezTo>
                  <a:cubicBezTo>
                    <a:pt x="33317" y="753"/>
                    <a:pt x="33434" y="653"/>
                    <a:pt x="33451" y="536"/>
                  </a:cubicBezTo>
                  <a:lnTo>
                    <a:pt x="33451" y="402"/>
                  </a:lnTo>
                  <a:cubicBezTo>
                    <a:pt x="33451" y="268"/>
                    <a:pt x="33351" y="168"/>
                    <a:pt x="33217" y="151"/>
                  </a:cubicBezTo>
                  <a:close/>
                  <a:moveTo>
                    <a:pt x="34537" y="151"/>
                  </a:moveTo>
                  <a:cubicBezTo>
                    <a:pt x="34403" y="151"/>
                    <a:pt x="34286" y="252"/>
                    <a:pt x="34286" y="385"/>
                  </a:cubicBezTo>
                  <a:lnTo>
                    <a:pt x="34286" y="502"/>
                  </a:lnTo>
                  <a:cubicBezTo>
                    <a:pt x="34286" y="653"/>
                    <a:pt x="34387" y="753"/>
                    <a:pt x="34520" y="753"/>
                  </a:cubicBezTo>
                  <a:cubicBezTo>
                    <a:pt x="34637" y="753"/>
                    <a:pt x="34771" y="653"/>
                    <a:pt x="34771" y="536"/>
                  </a:cubicBezTo>
                  <a:lnTo>
                    <a:pt x="34771" y="402"/>
                  </a:lnTo>
                  <a:cubicBezTo>
                    <a:pt x="34771" y="268"/>
                    <a:pt x="34654" y="151"/>
                    <a:pt x="34537" y="151"/>
                  </a:cubicBezTo>
                  <a:close/>
                  <a:moveTo>
                    <a:pt x="35857" y="168"/>
                  </a:moveTo>
                  <a:cubicBezTo>
                    <a:pt x="35723" y="168"/>
                    <a:pt x="35623" y="268"/>
                    <a:pt x="35590" y="402"/>
                  </a:cubicBezTo>
                  <a:lnTo>
                    <a:pt x="35590" y="536"/>
                  </a:lnTo>
                  <a:cubicBezTo>
                    <a:pt x="35606" y="653"/>
                    <a:pt x="35707" y="786"/>
                    <a:pt x="35823" y="786"/>
                  </a:cubicBezTo>
                  <a:cubicBezTo>
                    <a:pt x="35957" y="786"/>
                    <a:pt x="36057" y="669"/>
                    <a:pt x="36074" y="552"/>
                  </a:cubicBezTo>
                  <a:lnTo>
                    <a:pt x="36074" y="419"/>
                  </a:lnTo>
                  <a:cubicBezTo>
                    <a:pt x="36074" y="302"/>
                    <a:pt x="35974" y="185"/>
                    <a:pt x="35857" y="168"/>
                  </a:cubicBezTo>
                  <a:close/>
                  <a:moveTo>
                    <a:pt x="37160" y="168"/>
                  </a:moveTo>
                  <a:cubicBezTo>
                    <a:pt x="37043" y="168"/>
                    <a:pt x="36943" y="268"/>
                    <a:pt x="36910" y="402"/>
                  </a:cubicBezTo>
                  <a:lnTo>
                    <a:pt x="36910" y="536"/>
                  </a:lnTo>
                  <a:cubicBezTo>
                    <a:pt x="36910" y="669"/>
                    <a:pt x="37027" y="786"/>
                    <a:pt x="37143" y="786"/>
                  </a:cubicBezTo>
                  <a:cubicBezTo>
                    <a:pt x="37277" y="786"/>
                    <a:pt x="37377" y="669"/>
                    <a:pt x="37394" y="552"/>
                  </a:cubicBezTo>
                  <a:lnTo>
                    <a:pt x="37394" y="419"/>
                  </a:lnTo>
                  <a:cubicBezTo>
                    <a:pt x="37394" y="302"/>
                    <a:pt x="37294" y="185"/>
                    <a:pt x="37160" y="168"/>
                  </a:cubicBezTo>
                  <a:close/>
                  <a:moveTo>
                    <a:pt x="38497" y="168"/>
                  </a:moveTo>
                  <a:cubicBezTo>
                    <a:pt x="38380" y="168"/>
                    <a:pt x="38280" y="268"/>
                    <a:pt x="38246" y="402"/>
                  </a:cubicBezTo>
                  <a:lnTo>
                    <a:pt x="38246" y="536"/>
                  </a:lnTo>
                  <a:cubicBezTo>
                    <a:pt x="38230" y="669"/>
                    <a:pt x="38330" y="786"/>
                    <a:pt x="38480" y="786"/>
                  </a:cubicBezTo>
                  <a:cubicBezTo>
                    <a:pt x="38614" y="786"/>
                    <a:pt x="38714" y="669"/>
                    <a:pt x="38731" y="552"/>
                  </a:cubicBezTo>
                  <a:lnTo>
                    <a:pt x="38731" y="419"/>
                  </a:lnTo>
                  <a:cubicBezTo>
                    <a:pt x="38731" y="302"/>
                    <a:pt x="38631" y="185"/>
                    <a:pt x="38497" y="168"/>
                  </a:cubicBezTo>
                  <a:close/>
                  <a:moveTo>
                    <a:pt x="39817" y="201"/>
                  </a:moveTo>
                  <a:cubicBezTo>
                    <a:pt x="39683" y="201"/>
                    <a:pt x="39583" y="302"/>
                    <a:pt x="39566" y="419"/>
                  </a:cubicBezTo>
                  <a:lnTo>
                    <a:pt x="39566" y="552"/>
                  </a:lnTo>
                  <a:cubicBezTo>
                    <a:pt x="39550" y="669"/>
                    <a:pt x="39650" y="803"/>
                    <a:pt x="39800" y="803"/>
                  </a:cubicBezTo>
                  <a:cubicBezTo>
                    <a:pt x="39917" y="803"/>
                    <a:pt x="40051" y="703"/>
                    <a:pt x="40051" y="569"/>
                  </a:cubicBezTo>
                  <a:lnTo>
                    <a:pt x="40051" y="452"/>
                  </a:lnTo>
                  <a:cubicBezTo>
                    <a:pt x="40051" y="318"/>
                    <a:pt x="39951" y="218"/>
                    <a:pt x="3981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19">
              <a:extLst>
                <a:ext uri="{FF2B5EF4-FFF2-40B4-BE49-F238E27FC236}">
                  <a16:creationId xmlns:a16="http://schemas.microsoft.com/office/drawing/2014/main" id="{BF125FFA-B414-7073-68E3-D9655A828307}"/>
                </a:ext>
              </a:extLst>
            </p:cNvPr>
            <p:cNvSpPr/>
            <p:nvPr/>
          </p:nvSpPr>
          <p:spPr>
            <a:xfrm>
              <a:off x="1977900" y="3025200"/>
              <a:ext cx="41800" cy="37200"/>
            </a:xfrm>
            <a:custGeom>
              <a:avLst/>
              <a:gdLst/>
              <a:ahLst/>
              <a:cxnLst/>
              <a:rect l="l" t="t" r="r" b="b"/>
              <a:pathLst>
                <a:path w="1672" h="1488" extrusionOk="0">
                  <a:moveTo>
                    <a:pt x="986" y="0"/>
                  </a:moveTo>
                  <a:cubicBezTo>
                    <a:pt x="986" y="0"/>
                    <a:pt x="67" y="1070"/>
                    <a:pt x="50" y="1137"/>
                  </a:cubicBezTo>
                  <a:cubicBezTo>
                    <a:pt x="0" y="1170"/>
                    <a:pt x="1136" y="1488"/>
                    <a:pt x="1136" y="1488"/>
                  </a:cubicBezTo>
                  <a:lnTo>
                    <a:pt x="1671" y="67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19">
              <a:extLst>
                <a:ext uri="{FF2B5EF4-FFF2-40B4-BE49-F238E27FC236}">
                  <a16:creationId xmlns:a16="http://schemas.microsoft.com/office/drawing/2014/main" id="{B0BC1BF5-3838-F437-E251-53A53FC14D91}"/>
                </a:ext>
              </a:extLst>
            </p:cNvPr>
            <p:cNvSpPr/>
            <p:nvPr/>
          </p:nvSpPr>
          <p:spPr>
            <a:xfrm>
              <a:off x="2013400" y="3027300"/>
              <a:ext cx="28850" cy="35100"/>
            </a:xfrm>
            <a:custGeom>
              <a:avLst/>
              <a:gdLst/>
              <a:ahLst/>
              <a:cxnLst/>
              <a:rect l="l" t="t" r="r" b="b"/>
              <a:pathLst>
                <a:path w="1154" h="1404" extrusionOk="0">
                  <a:moveTo>
                    <a:pt x="385" y="0"/>
                  </a:moveTo>
                  <a:cubicBezTo>
                    <a:pt x="385" y="17"/>
                    <a:pt x="0" y="1404"/>
                    <a:pt x="0" y="1404"/>
                  </a:cubicBezTo>
                  <a:lnTo>
                    <a:pt x="986" y="1404"/>
                  </a:lnTo>
                  <a:lnTo>
                    <a:pt x="1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19">
              <a:extLst>
                <a:ext uri="{FF2B5EF4-FFF2-40B4-BE49-F238E27FC236}">
                  <a16:creationId xmlns:a16="http://schemas.microsoft.com/office/drawing/2014/main" id="{CA2AE942-8773-FCC2-995C-71DD7000E098}"/>
                </a:ext>
              </a:extLst>
            </p:cNvPr>
            <p:cNvSpPr/>
            <p:nvPr/>
          </p:nvSpPr>
          <p:spPr>
            <a:xfrm>
              <a:off x="3350500" y="2597375"/>
              <a:ext cx="465350" cy="376050"/>
            </a:xfrm>
            <a:custGeom>
              <a:avLst/>
              <a:gdLst/>
              <a:ahLst/>
              <a:cxnLst/>
              <a:rect l="l" t="t" r="r" b="b"/>
              <a:pathLst>
                <a:path w="18614" h="15042" extrusionOk="0">
                  <a:moveTo>
                    <a:pt x="16507" y="0"/>
                  </a:moveTo>
                  <a:cubicBezTo>
                    <a:pt x="16000" y="0"/>
                    <a:pt x="15512" y="10"/>
                    <a:pt x="15189" y="37"/>
                  </a:cubicBezTo>
                  <a:cubicBezTo>
                    <a:pt x="14236" y="121"/>
                    <a:pt x="13535" y="221"/>
                    <a:pt x="13267" y="789"/>
                  </a:cubicBezTo>
                  <a:cubicBezTo>
                    <a:pt x="13000" y="1341"/>
                    <a:pt x="5047" y="10731"/>
                    <a:pt x="4295" y="11900"/>
                  </a:cubicBezTo>
                  <a:cubicBezTo>
                    <a:pt x="3509" y="13070"/>
                    <a:pt x="1287" y="14206"/>
                    <a:pt x="1" y="14340"/>
                  </a:cubicBezTo>
                  <a:cubicBezTo>
                    <a:pt x="91" y="14338"/>
                    <a:pt x="192" y="14337"/>
                    <a:pt x="302" y="14337"/>
                  </a:cubicBezTo>
                  <a:cubicBezTo>
                    <a:pt x="3603" y="14337"/>
                    <a:pt x="15339" y="15042"/>
                    <a:pt x="15339" y="15042"/>
                  </a:cubicBezTo>
                  <a:lnTo>
                    <a:pt x="18614" y="37"/>
                  </a:lnTo>
                  <a:cubicBezTo>
                    <a:pt x="18614" y="37"/>
                    <a:pt x="17522" y="0"/>
                    <a:pt x="165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19">
              <a:extLst>
                <a:ext uri="{FF2B5EF4-FFF2-40B4-BE49-F238E27FC236}">
                  <a16:creationId xmlns:a16="http://schemas.microsoft.com/office/drawing/2014/main" id="{0123334E-D4D3-4C53-AC4D-47B98017AE83}"/>
                </a:ext>
              </a:extLst>
            </p:cNvPr>
            <p:cNvSpPr/>
            <p:nvPr/>
          </p:nvSpPr>
          <p:spPr>
            <a:xfrm>
              <a:off x="2406475" y="3310125"/>
              <a:ext cx="414400" cy="126625"/>
            </a:xfrm>
            <a:custGeom>
              <a:avLst/>
              <a:gdLst/>
              <a:ahLst/>
              <a:cxnLst/>
              <a:rect l="l" t="t" r="r" b="b"/>
              <a:pathLst>
                <a:path w="16576" h="5065" extrusionOk="0">
                  <a:moveTo>
                    <a:pt x="11949" y="1"/>
                  </a:moveTo>
                  <a:cubicBezTo>
                    <a:pt x="7122" y="1"/>
                    <a:pt x="0" y="15"/>
                    <a:pt x="0" y="15"/>
                  </a:cubicBezTo>
                  <a:cubicBezTo>
                    <a:pt x="0" y="15"/>
                    <a:pt x="4679" y="3992"/>
                    <a:pt x="6901" y="4627"/>
                  </a:cubicBezTo>
                  <a:cubicBezTo>
                    <a:pt x="8196" y="4990"/>
                    <a:pt x="9636" y="5065"/>
                    <a:pt x="10603" y="5065"/>
                  </a:cubicBezTo>
                  <a:cubicBezTo>
                    <a:pt x="11283" y="5065"/>
                    <a:pt x="11730" y="5028"/>
                    <a:pt x="11730" y="5028"/>
                  </a:cubicBezTo>
                  <a:cubicBezTo>
                    <a:pt x="11730" y="5028"/>
                    <a:pt x="16575" y="15"/>
                    <a:pt x="16291" y="15"/>
                  </a:cubicBezTo>
                  <a:cubicBezTo>
                    <a:pt x="16202" y="4"/>
                    <a:pt x="14362" y="1"/>
                    <a:pt x="119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 descr="A white airplane with orange and blue text&#10;&#10;AI-generated content may be incorrect.">
            <a:extLst>
              <a:ext uri="{FF2B5EF4-FFF2-40B4-BE49-F238E27FC236}">
                <a16:creationId xmlns:a16="http://schemas.microsoft.com/office/drawing/2014/main" id="{8964E31C-F86F-E4C1-937A-23DFB5D524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12" t="15638" r="8974" b="18210"/>
          <a:stretch>
            <a:fillRect/>
          </a:stretch>
        </p:blipFill>
        <p:spPr>
          <a:xfrm>
            <a:off x="7751682" y="200490"/>
            <a:ext cx="1096109" cy="8651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DD70FE-633B-EEE3-755B-EB71B71E92CC}"/>
              </a:ext>
            </a:extLst>
          </p:cNvPr>
          <p:cNvSpPr txBox="1"/>
          <p:nvPr/>
        </p:nvSpPr>
        <p:spPr>
          <a:xfrm>
            <a:off x="8593849" y="4697618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[27]</a:t>
            </a:r>
          </a:p>
        </p:txBody>
      </p:sp>
    </p:spTree>
    <p:extLst>
      <p:ext uri="{BB962C8B-B14F-4D97-AF65-F5344CB8AC3E}">
        <p14:creationId xmlns:p14="http://schemas.microsoft.com/office/powerpoint/2010/main" val="218242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27">
          <a:extLst>
            <a:ext uri="{FF2B5EF4-FFF2-40B4-BE49-F238E27FC236}">
              <a16:creationId xmlns:a16="http://schemas.microsoft.com/office/drawing/2014/main" id="{AC894FC8-68DF-7F99-FDA4-333B78D8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119">
            <a:extLst>
              <a:ext uri="{FF2B5EF4-FFF2-40B4-BE49-F238E27FC236}">
                <a16:creationId xmlns:a16="http://schemas.microsoft.com/office/drawing/2014/main" id="{4527C12D-D48B-1BB7-3343-0E60AA12A345}"/>
              </a:ext>
            </a:extLst>
          </p:cNvPr>
          <p:cNvSpPr/>
          <p:nvPr/>
        </p:nvSpPr>
        <p:spPr>
          <a:xfrm>
            <a:off x="3810481" y="3142259"/>
            <a:ext cx="435376" cy="850483"/>
          </a:xfrm>
          <a:custGeom>
            <a:avLst/>
            <a:gdLst/>
            <a:ahLst/>
            <a:cxnLst/>
            <a:rect l="l" t="t" r="r" b="b"/>
            <a:pathLst>
              <a:path w="6852" h="13385" extrusionOk="0">
                <a:moveTo>
                  <a:pt x="3426" y="1"/>
                </a:moveTo>
                <a:lnTo>
                  <a:pt x="1538" y="385"/>
                </a:lnTo>
                <a:lnTo>
                  <a:pt x="1839" y="1555"/>
                </a:lnTo>
                <a:lnTo>
                  <a:pt x="1" y="2708"/>
                </a:lnTo>
                <a:lnTo>
                  <a:pt x="970" y="5114"/>
                </a:lnTo>
                <a:lnTo>
                  <a:pt x="1772" y="5264"/>
                </a:lnTo>
                <a:lnTo>
                  <a:pt x="1772" y="13117"/>
                </a:lnTo>
                <a:lnTo>
                  <a:pt x="3426" y="13384"/>
                </a:lnTo>
                <a:lnTo>
                  <a:pt x="5080" y="13117"/>
                </a:lnTo>
                <a:lnTo>
                  <a:pt x="5080" y="5264"/>
                </a:lnTo>
                <a:lnTo>
                  <a:pt x="5899" y="5114"/>
                </a:lnTo>
                <a:lnTo>
                  <a:pt x="6851" y="2708"/>
                </a:lnTo>
                <a:lnTo>
                  <a:pt x="5013" y="1555"/>
                </a:lnTo>
                <a:lnTo>
                  <a:pt x="5331" y="385"/>
                </a:lnTo>
                <a:lnTo>
                  <a:pt x="342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119">
            <a:extLst>
              <a:ext uri="{FF2B5EF4-FFF2-40B4-BE49-F238E27FC236}">
                <a16:creationId xmlns:a16="http://schemas.microsoft.com/office/drawing/2014/main" id="{A4172417-DB2F-8C69-47FB-CA39F58248BA}"/>
              </a:ext>
            </a:extLst>
          </p:cNvPr>
          <p:cNvGrpSpPr/>
          <p:nvPr/>
        </p:nvGrpSpPr>
        <p:grpSpPr>
          <a:xfrm>
            <a:off x="3572633" y="2846720"/>
            <a:ext cx="5263781" cy="2133355"/>
            <a:chOff x="1867200" y="2597375"/>
            <a:chExt cx="2071050" cy="839375"/>
          </a:xfrm>
        </p:grpSpPr>
        <p:sp>
          <p:nvSpPr>
            <p:cNvPr id="2535" name="Google Shape;2535;p119">
              <a:extLst>
                <a:ext uri="{FF2B5EF4-FFF2-40B4-BE49-F238E27FC236}">
                  <a16:creationId xmlns:a16="http://schemas.microsoft.com/office/drawing/2014/main" id="{10C57001-177C-6F9C-1E74-46E25D9C9D91}"/>
                </a:ext>
              </a:extLst>
            </p:cNvPr>
            <p:cNvSpPr/>
            <p:nvPr/>
          </p:nvSpPr>
          <p:spPr>
            <a:xfrm>
              <a:off x="1867200" y="3188525"/>
              <a:ext cx="1947825" cy="162300"/>
            </a:xfrm>
            <a:custGeom>
              <a:avLst/>
              <a:gdLst/>
              <a:ahLst/>
              <a:cxnLst/>
              <a:rect l="l" t="t" r="r" b="b"/>
              <a:pathLst>
                <a:path w="77913" h="6492" extrusionOk="0">
                  <a:moveTo>
                    <a:pt x="38948" y="1"/>
                  </a:moveTo>
                  <a:cubicBezTo>
                    <a:pt x="17444" y="1"/>
                    <a:pt x="0" y="1220"/>
                    <a:pt x="0" y="2707"/>
                  </a:cubicBezTo>
                  <a:cubicBezTo>
                    <a:pt x="0" y="4046"/>
                    <a:pt x="7752" y="6491"/>
                    <a:pt x="31749" y="6491"/>
                  </a:cubicBezTo>
                  <a:cubicBezTo>
                    <a:pt x="34116" y="6491"/>
                    <a:pt x="36641" y="6468"/>
                    <a:pt x="39332" y="6417"/>
                  </a:cubicBezTo>
                  <a:cubicBezTo>
                    <a:pt x="60836" y="5999"/>
                    <a:pt x="77913" y="4178"/>
                    <a:pt x="77913" y="2707"/>
                  </a:cubicBezTo>
                  <a:cubicBezTo>
                    <a:pt x="77913" y="1220"/>
                    <a:pt x="60469" y="34"/>
                    <a:pt x="38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19">
              <a:extLst>
                <a:ext uri="{FF2B5EF4-FFF2-40B4-BE49-F238E27FC236}">
                  <a16:creationId xmlns:a16="http://schemas.microsoft.com/office/drawing/2014/main" id="{C273697A-7A98-E94E-2178-E75C9367CC89}"/>
                </a:ext>
              </a:extLst>
            </p:cNvPr>
            <p:cNvSpPr/>
            <p:nvPr/>
          </p:nvSpPr>
          <p:spPr>
            <a:xfrm>
              <a:off x="2054325" y="3203150"/>
              <a:ext cx="53925" cy="52225"/>
            </a:xfrm>
            <a:custGeom>
              <a:avLst/>
              <a:gdLst/>
              <a:ahLst/>
              <a:cxnLst/>
              <a:rect l="l" t="t" r="r" b="b"/>
              <a:pathLst>
                <a:path w="2157" h="2089" extrusionOk="0">
                  <a:moveTo>
                    <a:pt x="1087" y="0"/>
                  </a:moveTo>
                  <a:cubicBezTo>
                    <a:pt x="485" y="0"/>
                    <a:pt x="1" y="468"/>
                    <a:pt x="1" y="1053"/>
                  </a:cubicBezTo>
                  <a:cubicBezTo>
                    <a:pt x="1" y="1621"/>
                    <a:pt x="485" y="2089"/>
                    <a:pt x="1087" y="2089"/>
                  </a:cubicBezTo>
                  <a:cubicBezTo>
                    <a:pt x="1672" y="2089"/>
                    <a:pt x="2156" y="1621"/>
                    <a:pt x="2156" y="1053"/>
                  </a:cubicBezTo>
                  <a:cubicBezTo>
                    <a:pt x="2156" y="468"/>
                    <a:pt x="1672" y="0"/>
                    <a:pt x="1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19">
              <a:extLst>
                <a:ext uri="{FF2B5EF4-FFF2-40B4-BE49-F238E27FC236}">
                  <a16:creationId xmlns:a16="http://schemas.microsoft.com/office/drawing/2014/main" id="{359DF62D-31D1-D04B-3E26-7EC3F09078D9}"/>
                </a:ext>
              </a:extLst>
            </p:cNvPr>
            <p:cNvSpPr/>
            <p:nvPr/>
          </p:nvSpPr>
          <p:spPr>
            <a:xfrm>
              <a:off x="2073975" y="3203150"/>
              <a:ext cx="54325" cy="52225"/>
            </a:xfrm>
            <a:custGeom>
              <a:avLst/>
              <a:gdLst/>
              <a:ahLst/>
              <a:cxnLst/>
              <a:rect l="l" t="t" r="r" b="b"/>
              <a:pathLst>
                <a:path w="2173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88" y="2089"/>
                    <a:pt x="2172" y="1621"/>
                    <a:pt x="2172" y="1053"/>
                  </a:cubicBezTo>
                  <a:cubicBezTo>
                    <a:pt x="2172" y="468"/>
                    <a:pt x="1688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19">
              <a:extLst>
                <a:ext uri="{FF2B5EF4-FFF2-40B4-BE49-F238E27FC236}">
                  <a16:creationId xmlns:a16="http://schemas.microsoft.com/office/drawing/2014/main" id="{148B6DE0-56ED-4B29-F6F3-3A091F71CF7C}"/>
                </a:ext>
              </a:extLst>
            </p:cNvPr>
            <p:cNvSpPr/>
            <p:nvPr/>
          </p:nvSpPr>
          <p:spPr>
            <a:xfrm>
              <a:off x="2042225" y="3173900"/>
              <a:ext cx="101950" cy="43050"/>
            </a:xfrm>
            <a:custGeom>
              <a:avLst/>
              <a:gdLst/>
              <a:ahLst/>
              <a:cxnLst/>
              <a:rect l="l" t="t" r="r" b="b"/>
              <a:pathLst>
                <a:path w="4078" h="1722" extrusionOk="0">
                  <a:moveTo>
                    <a:pt x="0" y="1"/>
                  </a:moveTo>
                  <a:lnTo>
                    <a:pt x="0" y="1722"/>
                  </a:lnTo>
                  <a:lnTo>
                    <a:pt x="4077" y="1722"/>
                  </a:lnTo>
                  <a:lnTo>
                    <a:pt x="40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19">
              <a:extLst>
                <a:ext uri="{FF2B5EF4-FFF2-40B4-BE49-F238E27FC236}">
                  <a16:creationId xmlns:a16="http://schemas.microsoft.com/office/drawing/2014/main" id="{AD69AB75-2C64-EC19-550E-62AAD2493142}"/>
                </a:ext>
              </a:extLst>
            </p:cNvPr>
            <p:cNvSpPr/>
            <p:nvPr/>
          </p:nvSpPr>
          <p:spPr>
            <a:xfrm>
              <a:off x="2681750" y="3203150"/>
              <a:ext cx="54325" cy="52225"/>
            </a:xfrm>
            <a:custGeom>
              <a:avLst/>
              <a:gdLst/>
              <a:ahLst/>
              <a:cxnLst/>
              <a:rect l="l" t="t" r="r" b="b"/>
              <a:pathLst>
                <a:path w="2173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88" y="2089"/>
                    <a:pt x="2172" y="1621"/>
                    <a:pt x="2172" y="1053"/>
                  </a:cubicBezTo>
                  <a:cubicBezTo>
                    <a:pt x="2172" y="468"/>
                    <a:pt x="1688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19">
              <a:extLst>
                <a:ext uri="{FF2B5EF4-FFF2-40B4-BE49-F238E27FC236}">
                  <a16:creationId xmlns:a16="http://schemas.microsoft.com/office/drawing/2014/main" id="{2CF7DB1C-B770-E0DC-395B-51088A1D293C}"/>
                </a:ext>
              </a:extLst>
            </p:cNvPr>
            <p:cNvSpPr/>
            <p:nvPr/>
          </p:nvSpPr>
          <p:spPr>
            <a:xfrm>
              <a:off x="2701800" y="3203150"/>
              <a:ext cx="53900" cy="52225"/>
            </a:xfrm>
            <a:custGeom>
              <a:avLst/>
              <a:gdLst/>
              <a:ahLst/>
              <a:cxnLst/>
              <a:rect l="l" t="t" r="r" b="b"/>
              <a:pathLst>
                <a:path w="2156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71" y="2089"/>
                    <a:pt x="2156" y="1621"/>
                    <a:pt x="2156" y="1053"/>
                  </a:cubicBezTo>
                  <a:cubicBezTo>
                    <a:pt x="2156" y="468"/>
                    <a:pt x="1671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19">
              <a:extLst>
                <a:ext uri="{FF2B5EF4-FFF2-40B4-BE49-F238E27FC236}">
                  <a16:creationId xmlns:a16="http://schemas.microsoft.com/office/drawing/2014/main" id="{768BCE7A-1661-4BE2-CA94-F44C59B8888B}"/>
                </a:ext>
              </a:extLst>
            </p:cNvPr>
            <p:cNvSpPr/>
            <p:nvPr/>
          </p:nvSpPr>
          <p:spPr>
            <a:xfrm>
              <a:off x="2793700" y="3191400"/>
              <a:ext cx="54325" cy="52300"/>
            </a:xfrm>
            <a:custGeom>
              <a:avLst/>
              <a:gdLst/>
              <a:ahLst/>
              <a:cxnLst/>
              <a:rect l="l" t="t" r="r" b="b"/>
              <a:pathLst>
                <a:path w="2173" h="2092" extrusionOk="0">
                  <a:moveTo>
                    <a:pt x="1145" y="1"/>
                  </a:moveTo>
                  <a:cubicBezTo>
                    <a:pt x="1125" y="1"/>
                    <a:pt x="1106" y="1"/>
                    <a:pt x="1086" y="2"/>
                  </a:cubicBezTo>
                  <a:cubicBezTo>
                    <a:pt x="468" y="2"/>
                    <a:pt x="0" y="454"/>
                    <a:pt x="0" y="1038"/>
                  </a:cubicBezTo>
                  <a:cubicBezTo>
                    <a:pt x="0" y="1606"/>
                    <a:pt x="468" y="2091"/>
                    <a:pt x="1086" y="2091"/>
                  </a:cubicBezTo>
                  <a:cubicBezTo>
                    <a:pt x="1688" y="2091"/>
                    <a:pt x="2172" y="1623"/>
                    <a:pt x="2172" y="1038"/>
                  </a:cubicBezTo>
                  <a:cubicBezTo>
                    <a:pt x="2172" y="473"/>
                    <a:pt x="1719" y="1"/>
                    <a:pt x="1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19">
              <a:extLst>
                <a:ext uri="{FF2B5EF4-FFF2-40B4-BE49-F238E27FC236}">
                  <a16:creationId xmlns:a16="http://schemas.microsoft.com/office/drawing/2014/main" id="{C9AAD559-590C-0802-46B4-0DA162015DF3}"/>
                </a:ext>
              </a:extLst>
            </p:cNvPr>
            <p:cNvSpPr/>
            <p:nvPr/>
          </p:nvSpPr>
          <p:spPr>
            <a:xfrm>
              <a:off x="2813750" y="3191025"/>
              <a:ext cx="54325" cy="52250"/>
            </a:xfrm>
            <a:custGeom>
              <a:avLst/>
              <a:gdLst/>
              <a:ahLst/>
              <a:cxnLst/>
              <a:rect l="l" t="t" r="r" b="b"/>
              <a:pathLst>
                <a:path w="2173" h="2090" extrusionOk="0">
                  <a:moveTo>
                    <a:pt x="1086" y="1"/>
                  </a:moveTo>
                  <a:cubicBezTo>
                    <a:pt x="485" y="1"/>
                    <a:pt x="0" y="469"/>
                    <a:pt x="0" y="1053"/>
                  </a:cubicBezTo>
                  <a:cubicBezTo>
                    <a:pt x="0" y="1638"/>
                    <a:pt x="485" y="2089"/>
                    <a:pt x="1086" y="2089"/>
                  </a:cubicBezTo>
                  <a:cubicBezTo>
                    <a:pt x="1688" y="2089"/>
                    <a:pt x="2172" y="1638"/>
                    <a:pt x="2172" y="1053"/>
                  </a:cubicBezTo>
                  <a:cubicBezTo>
                    <a:pt x="2172" y="469"/>
                    <a:pt x="1688" y="1"/>
                    <a:pt x="10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19">
              <a:extLst>
                <a:ext uri="{FF2B5EF4-FFF2-40B4-BE49-F238E27FC236}">
                  <a16:creationId xmlns:a16="http://schemas.microsoft.com/office/drawing/2014/main" id="{6CC8A122-CC6A-4CD0-93AB-0B60C9D95AEE}"/>
                </a:ext>
              </a:extLst>
            </p:cNvPr>
            <p:cNvSpPr/>
            <p:nvPr/>
          </p:nvSpPr>
          <p:spPr>
            <a:xfrm>
              <a:off x="3746500" y="2983475"/>
              <a:ext cx="191750" cy="51350"/>
            </a:xfrm>
            <a:custGeom>
              <a:avLst/>
              <a:gdLst/>
              <a:ahLst/>
              <a:cxnLst/>
              <a:rect l="l" t="t" r="r" b="b"/>
              <a:pathLst>
                <a:path w="7670" h="2054" extrusionOk="0">
                  <a:moveTo>
                    <a:pt x="5376" y="0"/>
                  </a:moveTo>
                  <a:cubicBezTo>
                    <a:pt x="5129" y="0"/>
                    <a:pt x="4880" y="17"/>
                    <a:pt x="4629" y="49"/>
                  </a:cubicBezTo>
                  <a:cubicBezTo>
                    <a:pt x="3593" y="166"/>
                    <a:pt x="0" y="1051"/>
                    <a:pt x="0" y="1051"/>
                  </a:cubicBezTo>
                  <a:lnTo>
                    <a:pt x="3325" y="2054"/>
                  </a:lnTo>
                  <a:cubicBezTo>
                    <a:pt x="3325" y="2054"/>
                    <a:pt x="6099" y="1085"/>
                    <a:pt x="7670" y="550"/>
                  </a:cubicBezTo>
                  <a:cubicBezTo>
                    <a:pt x="6920" y="169"/>
                    <a:pt x="6160" y="0"/>
                    <a:pt x="53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19">
              <a:extLst>
                <a:ext uri="{FF2B5EF4-FFF2-40B4-BE49-F238E27FC236}">
                  <a16:creationId xmlns:a16="http://schemas.microsoft.com/office/drawing/2014/main" id="{30F8BD8F-559E-0233-6B93-C80EA57127A9}"/>
                </a:ext>
              </a:extLst>
            </p:cNvPr>
            <p:cNvSpPr/>
            <p:nvPr/>
          </p:nvSpPr>
          <p:spPr>
            <a:xfrm>
              <a:off x="1889750" y="2597375"/>
              <a:ext cx="1974150" cy="613725"/>
            </a:xfrm>
            <a:custGeom>
              <a:avLst/>
              <a:gdLst/>
              <a:ahLst/>
              <a:cxnLst/>
              <a:rect l="l" t="t" r="r" b="b"/>
              <a:pathLst>
                <a:path w="78966" h="24549" extrusionOk="0">
                  <a:moveTo>
                    <a:pt x="74997" y="0"/>
                  </a:moveTo>
                  <a:cubicBezTo>
                    <a:pt x="74489" y="0"/>
                    <a:pt x="74003" y="10"/>
                    <a:pt x="73686" y="37"/>
                  </a:cubicBezTo>
                  <a:cubicBezTo>
                    <a:pt x="72716" y="121"/>
                    <a:pt x="72031" y="221"/>
                    <a:pt x="71764" y="789"/>
                  </a:cubicBezTo>
                  <a:cubicBezTo>
                    <a:pt x="71480" y="1341"/>
                    <a:pt x="63527" y="10731"/>
                    <a:pt x="62775" y="11900"/>
                  </a:cubicBezTo>
                  <a:cubicBezTo>
                    <a:pt x="62006" y="13070"/>
                    <a:pt x="59767" y="14206"/>
                    <a:pt x="58497" y="14340"/>
                  </a:cubicBezTo>
                  <a:cubicBezTo>
                    <a:pt x="58145" y="14371"/>
                    <a:pt x="57519" y="14382"/>
                    <a:pt x="56756" y="14382"/>
                  </a:cubicBezTo>
                  <a:cubicBezTo>
                    <a:pt x="55083" y="14382"/>
                    <a:pt x="52752" y="14330"/>
                    <a:pt x="51197" y="14330"/>
                  </a:cubicBezTo>
                  <a:cubicBezTo>
                    <a:pt x="50837" y="14330"/>
                    <a:pt x="50519" y="14333"/>
                    <a:pt x="50260" y="14340"/>
                  </a:cubicBezTo>
                  <a:cubicBezTo>
                    <a:pt x="48372" y="14373"/>
                    <a:pt x="13117" y="14340"/>
                    <a:pt x="9825" y="14691"/>
                  </a:cubicBezTo>
                  <a:cubicBezTo>
                    <a:pt x="6550" y="15075"/>
                    <a:pt x="5815" y="15660"/>
                    <a:pt x="3225" y="18133"/>
                  </a:cubicBezTo>
                  <a:cubicBezTo>
                    <a:pt x="3025" y="18333"/>
                    <a:pt x="2524" y="18550"/>
                    <a:pt x="1972" y="18851"/>
                  </a:cubicBezTo>
                  <a:cubicBezTo>
                    <a:pt x="1187" y="19269"/>
                    <a:pt x="301" y="19804"/>
                    <a:pt x="218" y="20539"/>
                  </a:cubicBezTo>
                  <a:cubicBezTo>
                    <a:pt x="1" y="22310"/>
                    <a:pt x="2373" y="23563"/>
                    <a:pt x="8806" y="24014"/>
                  </a:cubicBezTo>
                  <a:cubicBezTo>
                    <a:pt x="15239" y="24449"/>
                    <a:pt x="35891" y="24449"/>
                    <a:pt x="40686" y="24532"/>
                  </a:cubicBezTo>
                  <a:cubicBezTo>
                    <a:pt x="41296" y="24543"/>
                    <a:pt x="41928" y="24548"/>
                    <a:pt x="42578" y="24548"/>
                  </a:cubicBezTo>
                  <a:cubicBezTo>
                    <a:pt x="47035" y="24548"/>
                    <a:pt x="52325" y="24277"/>
                    <a:pt x="57094" y="23446"/>
                  </a:cubicBezTo>
                  <a:cubicBezTo>
                    <a:pt x="59984" y="22928"/>
                    <a:pt x="65849" y="21424"/>
                    <a:pt x="70778" y="20104"/>
                  </a:cubicBezTo>
                  <a:cubicBezTo>
                    <a:pt x="75206" y="18918"/>
                    <a:pt x="78865" y="17882"/>
                    <a:pt x="78865" y="17882"/>
                  </a:cubicBezTo>
                  <a:cubicBezTo>
                    <a:pt x="78865" y="17882"/>
                    <a:pt x="78965" y="17598"/>
                    <a:pt x="78832" y="16796"/>
                  </a:cubicBezTo>
                  <a:cubicBezTo>
                    <a:pt x="78815" y="16679"/>
                    <a:pt x="78782" y="16545"/>
                    <a:pt x="78731" y="16412"/>
                  </a:cubicBezTo>
                  <a:cubicBezTo>
                    <a:pt x="77863" y="16044"/>
                    <a:pt x="73819" y="15042"/>
                    <a:pt x="73819" y="15042"/>
                  </a:cubicBezTo>
                  <a:lnTo>
                    <a:pt x="77111" y="37"/>
                  </a:lnTo>
                  <a:cubicBezTo>
                    <a:pt x="77111" y="37"/>
                    <a:pt x="76012" y="0"/>
                    <a:pt x="74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19">
              <a:extLst>
                <a:ext uri="{FF2B5EF4-FFF2-40B4-BE49-F238E27FC236}">
                  <a16:creationId xmlns:a16="http://schemas.microsoft.com/office/drawing/2014/main" id="{1AE6EEC6-AEA9-8B45-8E71-2E7FD61C2395}"/>
                </a:ext>
              </a:extLst>
            </p:cNvPr>
            <p:cNvSpPr/>
            <p:nvPr/>
          </p:nvSpPr>
          <p:spPr>
            <a:xfrm>
              <a:off x="1889750" y="3018100"/>
              <a:ext cx="1974150" cy="193000"/>
            </a:xfrm>
            <a:custGeom>
              <a:avLst/>
              <a:gdLst/>
              <a:ahLst/>
              <a:cxnLst/>
              <a:rect l="l" t="t" r="r" b="b"/>
              <a:pathLst>
                <a:path w="78966" h="7720" extrusionOk="0">
                  <a:moveTo>
                    <a:pt x="78815" y="0"/>
                  </a:moveTo>
                  <a:cubicBezTo>
                    <a:pt x="75724" y="702"/>
                    <a:pt x="70127" y="1888"/>
                    <a:pt x="64262" y="2674"/>
                  </a:cubicBezTo>
                  <a:cubicBezTo>
                    <a:pt x="60190" y="3197"/>
                    <a:pt x="46410" y="3249"/>
                    <a:pt x="32671" y="3249"/>
                  </a:cubicBezTo>
                  <a:cubicBezTo>
                    <a:pt x="29284" y="3249"/>
                    <a:pt x="25899" y="3246"/>
                    <a:pt x="22663" y="3246"/>
                  </a:cubicBezTo>
                  <a:cubicBezTo>
                    <a:pt x="10533" y="3246"/>
                    <a:pt x="488" y="3290"/>
                    <a:pt x="218" y="3710"/>
                  </a:cubicBezTo>
                  <a:cubicBezTo>
                    <a:pt x="1" y="5481"/>
                    <a:pt x="2373" y="6734"/>
                    <a:pt x="8806" y="7185"/>
                  </a:cubicBezTo>
                  <a:cubicBezTo>
                    <a:pt x="15239" y="7620"/>
                    <a:pt x="35891" y="7620"/>
                    <a:pt x="40686" y="7703"/>
                  </a:cubicBezTo>
                  <a:cubicBezTo>
                    <a:pt x="41296" y="7714"/>
                    <a:pt x="41928" y="7719"/>
                    <a:pt x="42578" y="7719"/>
                  </a:cubicBezTo>
                  <a:cubicBezTo>
                    <a:pt x="47035" y="7719"/>
                    <a:pt x="52325" y="7448"/>
                    <a:pt x="57094" y="6617"/>
                  </a:cubicBezTo>
                  <a:cubicBezTo>
                    <a:pt x="59984" y="6099"/>
                    <a:pt x="65849" y="4595"/>
                    <a:pt x="70778" y="3275"/>
                  </a:cubicBezTo>
                  <a:cubicBezTo>
                    <a:pt x="75206" y="2089"/>
                    <a:pt x="78865" y="1053"/>
                    <a:pt x="78865" y="1053"/>
                  </a:cubicBezTo>
                  <a:cubicBezTo>
                    <a:pt x="78865" y="1053"/>
                    <a:pt x="78965" y="769"/>
                    <a:pt x="78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19">
              <a:extLst>
                <a:ext uri="{FF2B5EF4-FFF2-40B4-BE49-F238E27FC236}">
                  <a16:creationId xmlns:a16="http://schemas.microsoft.com/office/drawing/2014/main" id="{2EA88A6B-243E-8A79-908C-E57AB9A2611F}"/>
                </a:ext>
              </a:extLst>
            </p:cNvPr>
            <p:cNvSpPr/>
            <p:nvPr/>
          </p:nvSpPr>
          <p:spPr>
            <a:xfrm>
              <a:off x="3536375" y="3023000"/>
              <a:ext cx="174225" cy="29375"/>
            </a:xfrm>
            <a:custGeom>
              <a:avLst/>
              <a:gdLst/>
              <a:ahLst/>
              <a:cxnLst/>
              <a:rect l="l" t="t" r="r" b="b"/>
              <a:pathLst>
                <a:path w="6969" h="1175" extrusionOk="0">
                  <a:moveTo>
                    <a:pt x="3604" y="1"/>
                  </a:moveTo>
                  <a:cubicBezTo>
                    <a:pt x="3063" y="1"/>
                    <a:pt x="2582" y="30"/>
                    <a:pt x="2407" y="88"/>
                  </a:cubicBezTo>
                  <a:cubicBezTo>
                    <a:pt x="2056" y="222"/>
                    <a:pt x="1" y="840"/>
                    <a:pt x="1" y="840"/>
                  </a:cubicBezTo>
                  <a:lnTo>
                    <a:pt x="6965" y="1174"/>
                  </a:lnTo>
                  <a:lnTo>
                    <a:pt x="6965" y="1174"/>
                  </a:lnTo>
                  <a:cubicBezTo>
                    <a:pt x="6823" y="1161"/>
                    <a:pt x="5993" y="221"/>
                    <a:pt x="5164" y="88"/>
                  </a:cubicBezTo>
                  <a:cubicBezTo>
                    <a:pt x="4746" y="30"/>
                    <a:pt x="4145" y="1"/>
                    <a:pt x="3604" y="1"/>
                  </a:cubicBezTo>
                  <a:close/>
                  <a:moveTo>
                    <a:pt x="6965" y="1174"/>
                  </a:moveTo>
                  <a:cubicBezTo>
                    <a:pt x="6966" y="1174"/>
                    <a:pt x="6967" y="1175"/>
                    <a:pt x="6968" y="1175"/>
                  </a:cubicBezTo>
                  <a:lnTo>
                    <a:pt x="6965" y="11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47" name="Google Shape;2547;p119">
              <a:extLst>
                <a:ext uri="{FF2B5EF4-FFF2-40B4-BE49-F238E27FC236}">
                  <a16:creationId xmlns:a16="http://schemas.microsoft.com/office/drawing/2014/main" id="{AAD3FA3E-4086-FA7E-9D67-80A78CEF7734}"/>
                </a:ext>
              </a:extLst>
            </p:cNvPr>
            <p:cNvGrpSpPr/>
            <p:nvPr/>
          </p:nvGrpSpPr>
          <p:grpSpPr>
            <a:xfrm>
              <a:off x="2309975" y="3167225"/>
              <a:ext cx="202625" cy="127850"/>
              <a:chOff x="2309975" y="3167225"/>
              <a:chExt cx="202625" cy="127850"/>
            </a:xfrm>
          </p:grpSpPr>
          <p:sp>
            <p:nvSpPr>
              <p:cNvPr id="2548" name="Google Shape;2548;p119">
                <a:extLst>
                  <a:ext uri="{FF2B5EF4-FFF2-40B4-BE49-F238E27FC236}">
                    <a16:creationId xmlns:a16="http://schemas.microsoft.com/office/drawing/2014/main" id="{00029B99-2500-70CB-AB7C-5C3EB18CFCF3}"/>
                  </a:ext>
                </a:extLst>
              </p:cNvPr>
              <p:cNvSpPr/>
              <p:nvPr/>
            </p:nvSpPr>
            <p:spPr>
              <a:xfrm>
                <a:off x="2318325" y="3167650"/>
                <a:ext cx="194275" cy="127425"/>
              </a:xfrm>
              <a:custGeom>
                <a:avLst/>
                <a:gdLst/>
                <a:ahLst/>
                <a:cxnLst/>
                <a:rect l="l" t="t" r="r" b="b"/>
                <a:pathLst>
                  <a:path w="7771" h="5097" extrusionOk="0">
                    <a:moveTo>
                      <a:pt x="1404" y="0"/>
                    </a:moveTo>
                    <a:lnTo>
                      <a:pt x="1404" y="0"/>
                    </a:lnTo>
                    <a:cubicBezTo>
                      <a:pt x="1839" y="1303"/>
                      <a:pt x="2557" y="2506"/>
                      <a:pt x="3443" y="3576"/>
                    </a:cubicBezTo>
                    <a:cubicBezTo>
                      <a:pt x="2696" y="3620"/>
                      <a:pt x="1935" y="3643"/>
                      <a:pt x="1164" y="3643"/>
                    </a:cubicBezTo>
                    <a:cubicBezTo>
                      <a:pt x="779" y="3643"/>
                      <a:pt x="391" y="3637"/>
                      <a:pt x="1" y="3626"/>
                    </a:cubicBezTo>
                    <a:lnTo>
                      <a:pt x="1" y="3626"/>
                    </a:lnTo>
                    <a:cubicBezTo>
                      <a:pt x="318" y="4712"/>
                      <a:pt x="986" y="4996"/>
                      <a:pt x="1638" y="5079"/>
                    </a:cubicBezTo>
                    <a:cubicBezTo>
                      <a:pt x="1724" y="5091"/>
                      <a:pt x="1868" y="5097"/>
                      <a:pt x="2055" y="5097"/>
                    </a:cubicBezTo>
                    <a:cubicBezTo>
                      <a:pt x="2669" y="5097"/>
                      <a:pt x="3754" y="5039"/>
                      <a:pt x="4829" y="4963"/>
                    </a:cubicBezTo>
                    <a:cubicBezTo>
                      <a:pt x="6149" y="4846"/>
                      <a:pt x="7419" y="4729"/>
                      <a:pt x="7770" y="4612"/>
                    </a:cubicBezTo>
                    <a:cubicBezTo>
                      <a:pt x="7236" y="4010"/>
                      <a:pt x="6834" y="1805"/>
                      <a:pt x="7770" y="635"/>
                    </a:cubicBezTo>
                    <a:cubicBezTo>
                      <a:pt x="6868" y="167"/>
                      <a:pt x="2941" y="50"/>
                      <a:pt x="14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119">
                <a:extLst>
                  <a:ext uri="{FF2B5EF4-FFF2-40B4-BE49-F238E27FC236}">
                    <a16:creationId xmlns:a16="http://schemas.microsoft.com/office/drawing/2014/main" id="{91F881A8-DAE6-8839-33D6-9634D480BC49}"/>
                  </a:ext>
                </a:extLst>
              </p:cNvPr>
              <p:cNvSpPr/>
              <p:nvPr/>
            </p:nvSpPr>
            <p:spPr>
              <a:xfrm>
                <a:off x="2309975" y="3167225"/>
                <a:ext cx="94425" cy="91675"/>
              </a:xfrm>
              <a:custGeom>
                <a:avLst/>
                <a:gdLst/>
                <a:ahLst/>
                <a:cxnLst/>
                <a:rect l="l" t="t" r="r" b="b"/>
                <a:pathLst>
                  <a:path w="3777" h="3667" extrusionOk="0">
                    <a:moveTo>
                      <a:pt x="1087" y="0"/>
                    </a:moveTo>
                    <a:cubicBezTo>
                      <a:pt x="268" y="552"/>
                      <a:pt x="1" y="1504"/>
                      <a:pt x="201" y="3058"/>
                    </a:cubicBezTo>
                    <a:cubicBezTo>
                      <a:pt x="234" y="3259"/>
                      <a:pt x="268" y="3442"/>
                      <a:pt x="335" y="3643"/>
                    </a:cubicBezTo>
                    <a:cubicBezTo>
                      <a:pt x="725" y="3660"/>
                      <a:pt x="1113" y="3667"/>
                      <a:pt x="1498" y="3667"/>
                    </a:cubicBezTo>
                    <a:cubicBezTo>
                      <a:pt x="2269" y="3667"/>
                      <a:pt x="3030" y="3637"/>
                      <a:pt x="3777" y="3593"/>
                    </a:cubicBezTo>
                    <a:cubicBezTo>
                      <a:pt x="2891" y="2523"/>
                      <a:pt x="2173" y="1320"/>
                      <a:pt x="1738" y="17"/>
                    </a:cubicBezTo>
                    <a:cubicBezTo>
                      <a:pt x="1337" y="17"/>
                      <a:pt x="1087" y="0"/>
                      <a:pt x="1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50" name="Google Shape;2550;p119">
              <a:extLst>
                <a:ext uri="{FF2B5EF4-FFF2-40B4-BE49-F238E27FC236}">
                  <a16:creationId xmlns:a16="http://schemas.microsoft.com/office/drawing/2014/main" id="{1D5D1655-B75B-D765-8BC3-0149C7BA5210}"/>
                </a:ext>
              </a:extLst>
            </p:cNvPr>
            <p:cNvSpPr/>
            <p:nvPr/>
          </p:nvSpPr>
          <p:spPr>
            <a:xfrm>
              <a:off x="2483850" y="3186425"/>
              <a:ext cx="53800" cy="93600"/>
            </a:xfrm>
            <a:custGeom>
              <a:avLst/>
              <a:gdLst/>
              <a:ahLst/>
              <a:cxnLst/>
              <a:rect l="l" t="t" r="r" b="b"/>
              <a:pathLst>
                <a:path w="2152" h="3744" extrusionOk="0">
                  <a:moveTo>
                    <a:pt x="1049" y="1"/>
                  </a:moveTo>
                  <a:cubicBezTo>
                    <a:pt x="0" y="1582"/>
                    <a:pt x="1041" y="3744"/>
                    <a:pt x="1049" y="3744"/>
                  </a:cubicBezTo>
                  <a:cubicBezTo>
                    <a:pt x="1049" y="3744"/>
                    <a:pt x="1049" y="3744"/>
                    <a:pt x="1049" y="3744"/>
                  </a:cubicBezTo>
                  <a:lnTo>
                    <a:pt x="2035" y="3560"/>
                  </a:lnTo>
                  <a:cubicBezTo>
                    <a:pt x="2035" y="3560"/>
                    <a:pt x="1667" y="1254"/>
                    <a:pt x="2152" y="302"/>
                  </a:cubicBezTo>
                  <a:lnTo>
                    <a:pt x="1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19">
              <a:extLst>
                <a:ext uri="{FF2B5EF4-FFF2-40B4-BE49-F238E27FC236}">
                  <a16:creationId xmlns:a16="http://schemas.microsoft.com/office/drawing/2014/main" id="{EC1B0149-4935-D727-8BD6-F8E6A0B753CC}"/>
                </a:ext>
              </a:extLst>
            </p:cNvPr>
            <p:cNvSpPr/>
            <p:nvPr/>
          </p:nvSpPr>
          <p:spPr>
            <a:xfrm>
              <a:off x="2518900" y="3200650"/>
              <a:ext cx="93525" cy="57250"/>
            </a:xfrm>
            <a:custGeom>
              <a:avLst/>
              <a:gdLst/>
              <a:ahLst/>
              <a:cxnLst/>
              <a:rect l="l" t="t" r="r" b="b"/>
              <a:pathLst>
                <a:path w="3741" h="2290" extrusionOk="0">
                  <a:moveTo>
                    <a:pt x="649" y="0"/>
                  </a:moveTo>
                  <a:cubicBezTo>
                    <a:pt x="1" y="316"/>
                    <a:pt x="478" y="2289"/>
                    <a:pt x="482" y="2289"/>
                  </a:cubicBezTo>
                  <a:cubicBezTo>
                    <a:pt x="482" y="2289"/>
                    <a:pt x="482" y="2289"/>
                    <a:pt x="482" y="2289"/>
                  </a:cubicBezTo>
                  <a:lnTo>
                    <a:pt x="3390" y="1938"/>
                  </a:lnTo>
                  <a:cubicBezTo>
                    <a:pt x="3390" y="1938"/>
                    <a:pt x="3741" y="1086"/>
                    <a:pt x="3490" y="501"/>
                  </a:cubicBezTo>
                  <a:lnTo>
                    <a:pt x="6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19">
              <a:extLst>
                <a:ext uri="{FF2B5EF4-FFF2-40B4-BE49-F238E27FC236}">
                  <a16:creationId xmlns:a16="http://schemas.microsoft.com/office/drawing/2014/main" id="{1359525F-692A-0615-F8E2-9142595D0A78}"/>
                </a:ext>
              </a:extLst>
            </p:cNvPr>
            <p:cNvSpPr/>
            <p:nvPr/>
          </p:nvSpPr>
          <p:spPr>
            <a:xfrm>
              <a:off x="2350900" y="3114775"/>
              <a:ext cx="495025" cy="75950"/>
            </a:xfrm>
            <a:custGeom>
              <a:avLst/>
              <a:gdLst/>
              <a:ahLst/>
              <a:cxnLst/>
              <a:rect l="l" t="t" r="r" b="b"/>
              <a:pathLst>
                <a:path w="19801" h="3038" extrusionOk="0">
                  <a:moveTo>
                    <a:pt x="12538" y="1"/>
                  </a:moveTo>
                  <a:cubicBezTo>
                    <a:pt x="12423" y="1"/>
                    <a:pt x="12310" y="4"/>
                    <a:pt x="12198" y="10"/>
                  </a:cubicBezTo>
                  <a:cubicBezTo>
                    <a:pt x="9491" y="160"/>
                    <a:pt x="1" y="2115"/>
                    <a:pt x="1" y="2115"/>
                  </a:cubicBezTo>
                  <a:lnTo>
                    <a:pt x="6367" y="2867"/>
                  </a:lnTo>
                  <a:cubicBezTo>
                    <a:pt x="6367" y="2867"/>
                    <a:pt x="10168" y="3038"/>
                    <a:pt x="12317" y="3038"/>
                  </a:cubicBezTo>
                  <a:cubicBezTo>
                    <a:pt x="12496" y="3038"/>
                    <a:pt x="12663" y="3037"/>
                    <a:pt x="12816" y="3034"/>
                  </a:cubicBezTo>
                  <a:cubicBezTo>
                    <a:pt x="14788" y="3017"/>
                    <a:pt x="19801" y="2650"/>
                    <a:pt x="19099" y="2115"/>
                  </a:cubicBezTo>
                  <a:cubicBezTo>
                    <a:pt x="18442" y="1603"/>
                    <a:pt x="15177" y="1"/>
                    <a:pt x="125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19">
              <a:extLst>
                <a:ext uri="{FF2B5EF4-FFF2-40B4-BE49-F238E27FC236}">
                  <a16:creationId xmlns:a16="http://schemas.microsoft.com/office/drawing/2014/main" id="{B6B8979A-2C98-0808-E12F-A4350A7F48C2}"/>
                </a:ext>
              </a:extLst>
            </p:cNvPr>
            <p:cNvSpPr/>
            <p:nvPr/>
          </p:nvSpPr>
          <p:spPr>
            <a:xfrm>
              <a:off x="2666700" y="3084925"/>
              <a:ext cx="84000" cy="38875"/>
            </a:xfrm>
            <a:custGeom>
              <a:avLst/>
              <a:gdLst/>
              <a:ahLst/>
              <a:cxnLst/>
              <a:rect l="l" t="t" r="r" b="b"/>
              <a:pathLst>
                <a:path w="3360" h="1555" extrusionOk="0">
                  <a:moveTo>
                    <a:pt x="2490" y="1"/>
                  </a:moveTo>
                  <a:cubicBezTo>
                    <a:pt x="1772" y="1"/>
                    <a:pt x="84" y="1204"/>
                    <a:pt x="1" y="1204"/>
                  </a:cubicBezTo>
                  <a:lnTo>
                    <a:pt x="2273" y="1555"/>
                  </a:lnTo>
                  <a:lnTo>
                    <a:pt x="3359" y="134"/>
                  </a:lnTo>
                  <a:cubicBezTo>
                    <a:pt x="3359" y="134"/>
                    <a:pt x="3192" y="1"/>
                    <a:pt x="24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19">
              <a:extLst>
                <a:ext uri="{FF2B5EF4-FFF2-40B4-BE49-F238E27FC236}">
                  <a16:creationId xmlns:a16="http://schemas.microsoft.com/office/drawing/2014/main" id="{BCF56B0E-B998-B740-0A52-3AB581F3A93D}"/>
                </a:ext>
              </a:extLst>
            </p:cNvPr>
            <p:cNvSpPr/>
            <p:nvPr/>
          </p:nvSpPr>
          <p:spPr>
            <a:xfrm>
              <a:off x="2231450" y="3040225"/>
              <a:ext cx="1001275" cy="20075"/>
            </a:xfrm>
            <a:custGeom>
              <a:avLst/>
              <a:gdLst/>
              <a:ahLst/>
              <a:cxnLst/>
              <a:rect l="l" t="t" r="r" b="b"/>
              <a:pathLst>
                <a:path w="40051" h="803" extrusionOk="0">
                  <a:moveTo>
                    <a:pt x="251" y="1"/>
                  </a:moveTo>
                  <a:cubicBezTo>
                    <a:pt x="134" y="1"/>
                    <a:pt x="34" y="101"/>
                    <a:pt x="0" y="235"/>
                  </a:cubicBezTo>
                  <a:lnTo>
                    <a:pt x="0" y="369"/>
                  </a:lnTo>
                  <a:cubicBezTo>
                    <a:pt x="17" y="486"/>
                    <a:pt x="117" y="619"/>
                    <a:pt x="234" y="619"/>
                  </a:cubicBezTo>
                  <a:cubicBezTo>
                    <a:pt x="368" y="619"/>
                    <a:pt x="468" y="502"/>
                    <a:pt x="485" y="385"/>
                  </a:cubicBezTo>
                  <a:lnTo>
                    <a:pt x="485" y="252"/>
                  </a:lnTo>
                  <a:cubicBezTo>
                    <a:pt x="485" y="135"/>
                    <a:pt x="385" y="18"/>
                    <a:pt x="251" y="1"/>
                  </a:cubicBezTo>
                  <a:close/>
                  <a:moveTo>
                    <a:pt x="1571" y="1"/>
                  </a:moveTo>
                  <a:cubicBezTo>
                    <a:pt x="1454" y="1"/>
                    <a:pt x="1337" y="101"/>
                    <a:pt x="1320" y="235"/>
                  </a:cubicBezTo>
                  <a:lnTo>
                    <a:pt x="1320" y="369"/>
                  </a:lnTo>
                  <a:cubicBezTo>
                    <a:pt x="1320" y="502"/>
                    <a:pt x="1437" y="619"/>
                    <a:pt x="1554" y="619"/>
                  </a:cubicBezTo>
                  <a:cubicBezTo>
                    <a:pt x="1688" y="619"/>
                    <a:pt x="1788" y="502"/>
                    <a:pt x="1805" y="385"/>
                  </a:cubicBezTo>
                  <a:lnTo>
                    <a:pt x="1805" y="252"/>
                  </a:lnTo>
                  <a:cubicBezTo>
                    <a:pt x="1805" y="135"/>
                    <a:pt x="1705" y="1"/>
                    <a:pt x="1571" y="1"/>
                  </a:cubicBezTo>
                  <a:close/>
                  <a:moveTo>
                    <a:pt x="2908" y="1"/>
                  </a:moveTo>
                  <a:cubicBezTo>
                    <a:pt x="2791" y="1"/>
                    <a:pt x="2690" y="101"/>
                    <a:pt x="2657" y="235"/>
                  </a:cubicBezTo>
                  <a:lnTo>
                    <a:pt x="2657" y="369"/>
                  </a:lnTo>
                  <a:cubicBezTo>
                    <a:pt x="2640" y="502"/>
                    <a:pt x="2741" y="619"/>
                    <a:pt x="2891" y="619"/>
                  </a:cubicBezTo>
                  <a:cubicBezTo>
                    <a:pt x="3025" y="619"/>
                    <a:pt x="3125" y="502"/>
                    <a:pt x="3142" y="385"/>
                  </a:cubicBezTo>
                  <a:lnTo>
                    <a:pt x="3142" y="252"/>
                  </a:lnTo>
                  <a:cubicBezTo>
                    <a:pt x="3142" y="135"/>
                    <a:pt x="3041" y="18"/>
                    <a:pt x="2908" y="1"/>
                  </a:cubicBezTo>
                  <a:close/>
                  <a:moveTo>
                    <a:pt x="4228" y="34"/>
                  </a:moveTo>
                  <a:cubicBezTo>
                    <a:pt x="4094" y="34"/>
                    <a:pt x="3994" y="135"/>
                    <a:pt x="3977" y="252"/>
                  </a:cubicBezTo>
                  <a:lnTo>
                    <a:pt x="3977" y="385"/>
                  </a:lnTo>
                  <a:cubicBezTo>
                    <a:pt x="3960" y="502"/>
                    <a:pt x="4060" y="619"/>
                    <a:pt x="4211" y="636"/>
                  </a:cubicBezTo>
                  <a:cubicBezTo>
                    <a:pt x="4328" y="636"/>
                    <a:pt x="4461" y="536"/>
                    <a:pt x="4461" y="402"/>
                  </a:cubicBezTo>
                  <a:lnTo>
                    <a:pt x="4461" y="268"/>
                  </a:lnTo>
                  <a:cubicBezTo>
                    <a:pt x="4461" y="151"/>
                    <a:pt x="4361" y="51"/>
                    <a:pt x="4228" y="34"/>
                  </a:cubicBezTo>
                  <a:close/>
                  <a:moveTo>
                    <a:pt x="5548" y="34"/>
                  </a:moveTo>
                  <a:cubicBezTo>
                    <a:pt x="5414" y="34"/>
                    <a:pt x="5314" y="135"/>
                    <a:pt x="5297" y="252"/>
                  </a:cubicBezTo>
                  <a:lnTo>
                    <a:pt x="5297" y="385"/>
                  </a:lnTo>
                  <a:cubicBezTo>
                    <a:pt x="5280" y="536"/>
                    <a:pt x="5380" y="636"/>
                    <a:pt x="5531" y="636"/>
                  </a:cubicBezTo>
                  <a:cubicBezTo>
                    <a:pt x="5648" y="636"/>
                    <a:pt x="5748" y="536"/>
                    <a:pt x="5781" y="402"/>
                  </a:cubicBezTo>
                  <a:lnTo>
                    <a:pt x="5781" y="268"/>
                  </a:lnTo>
                  <a:cubicBezTo>
                    <a:pt x="5781" y="151"/>
                    <a:pt x="5665" y="51"/>
                    <a:pt x="5548" y="34"/>
                  </a:cubicBezTo>
                  <a:close/>
                  <a:moveTo>
                    <a:pt x="6868" y="34"/>
                  </a:moveTo>
                  <a:cubicBezTo>
                    <a:pt x="6734" y="34"/>
                    <a:pt x="6634" y="135"/>
                    <a:pt x="6617" y="252"/>
                  </a:cubicBezTo>
                  <a:lnTo>
                    <a:pt x="6617" y="385"/>
                  </a:lnTo>
                  <a:cubicBezTo>
                    <a:pt x="6583" y="536"/>
                    <a:pt x="6717" y="636"/>
                    <a:pt x="6834" y="636"/>
                  </a:cubicBezTo>
                  <a:cubicBezTo>
                    <a:pt x="6968" y="636"/>
                    <a:pt x="7085" y="536"/>
                    <a:pt x="7085" y="402"/>
                  </a:cubicBezTo>
                  <a:lnTo>
                    <a:pt x="7085" y="268"/>
                  </a:lnTo>
                  <a:cubicBezTo>
                    <a:pt x="7085" y="151"/>
                    <a:pt x="6984" y="51"/>
                    <a:pt x="6868" y="34"/>
                  </a:cubicBezTo>
                  <a:close/>
                  <a:moveTo>
                    <a:pt x="8171" y="34"/>
                  </a:moveTo>
                  <a:cubicBezTo>
                    <a:pt x="8054" y="34"/>
                    <a:pt x="7937" y="135"/>
                    <a:pt x="7920" y="252"/>
                  </a:cubicBezTo>
                  <a:lnTo>
                    <a:pt x="7920" y="385"/>
                  </a:lnTo>
                  <a:cubicBezTo>
                    <a:pt x="7920" y="536"/>
                    <a:pt x="8037" y="636"/>
                    <a:pt x="8154" y="636"/>
                  </a:cubicBezTo>
                  <a:cubicBezTo>
                    <a:pt x="8288" y="636"/>
                    <a:pt x="8405" y="536"/>
                    <a:pt x="8405" y="402"/>
                  </a:cubicBezTo>
                  <a:lnTo>
                    <a:pt x="8405" y="268"/>
                  </a:lnTo>
                  <a:cubicBezTo>
                    <a:pt x="8405" y="151"/>
                    <a:pt x="8304" y="51"/>
                    <a:pt x="8171" y="34"/>
                  </a:cubicBezTo>
                  <a:close/>
                  <a:moveTo>
                    <a:pt x="9491" y="51"/>
                  </a:moveTo>
                  <a:cubicBezTo>
                    <a:pt x="9374" y="51"/>
                    <a:pt x="9240" y="151"/>
                    <a:pt x="9240" y="285"/>
                  </a:cubicBezTo>
                  <a:lnTo>
                    <a:pt x="9240" y="402"/>
                  </a:lnTo>
                  <a:cubicBezTo>
                    <a:pt x="9240" y="552"/>
                    <a:pt x="9340" y="653"/>
                    <a:pt x="9474" y="653"/>
                  </a:cubicBezTo>
                  <a:cubicBezTo>
                    <a:pt x="9591" y="653"/>
                    <a:pt x="9725" y="552"/>
                    <a:pt x="9725" y="419"/>
                  </a:cubicBezTo>
                  <a:lnTo>
                    <a:pt x="9725" y="302"/>
                  </a:lnTo>
                  <a:cubicBezTo>
                    <a:pt x="9725" y="168"/>
                    <a:pt x="9624" y="68"/>
                    <a:pt x="9491" y="51"/>
                  </a:cubicBezTo>
                  <a:close/>
                  <a:moveTo>
                    <a:pt x="10811" y="51"/>
                  </a:moveTo>
                  <a:cubicBezTo>
                    <a:pt x="10677" y="51"/>
                    <a:pt x="10577" y="151"/>
                    <a:pt x="10560" y="285"/>
                  </a:cubicBezTo>
                  <a:lnTo>
                    <a:pt x="10560" y="402"/>
                  </a:lnTo>
                  <a:cubicBezTo>
                    <a:pt x="10560" y="552"/>
                    <a:pt x="10660" y="653"/>
                    <a:pt x="10794" y="653"/>
                  </a:cubicBezTo>
                  <a:cubicBezTo>
                    <a:pt x="10911" y="653"/>
                    <a:pt x="11045" y="552"/>
                    <a:pt x="11045" y="419"/>
                  </a:cubicBezTo>
                  <a:lnTo>
                    <a:pt x="11045" y="302"/>
                  </a:lnTo>
                  <a:cubicBezTo>
                    <a:pt x="11045" y="168"/>
                    <a:pt x="10928" y="51"/>
                    <a:pt x="10811" y="51"/>
                  </a:cubicBezTo>
                  <a:close/>
                  <a:moveTo>
                    <a:pt x="12114" y="51"/>
                  </a:moveTo>
                  <a:cubicBezTo>
                    <a:pt x="11997" y="51"/>
                    <a:pt x="11897" y="151"/>
                    <a:pt x="11880" y="285"/>
                  </a:cubicBezTo>
                  <a:lnTo>
                    <a:pt x="11880" y="402"/>
                  </a:lnTo>
                  <a:cubicBezTo>
                    <a:pt x="11880" y="552"/>
                    <a:pt x="11980" y="653"/>
                    <a:pt x="12097" y="653"/>
                  </a:cubicBezTo>
                  <a:cubicBezTo>
                    <a:pt x="12231" y="653"/>
                    <a:pt x="12331" y="552"/>
                    <a:pt x="12348" y="419"/>
                  </a:cubicBezTo>
                  <a:lnTo>
                    <a:pt x="12348" y="302"/>
                  </a:lnTo>
                  <a:cubicBezTo>
                    <a:pt x="12348" y="168"/>
                    <a:pt x="12248" y="68"/>
                    <a:pt x="12114" y="51"/>
                  </a:cubicBezTo>
                  <a:close/>
                  <a:moveTo>
                    <a:pt x="13434" y="68"/>
                  </a:moveTo>
                  <a:cubicBezTo>
                    <a:pt x="13317" y="68"/>
                    <a:pt x="13183" y="168"/>
                    <a:pt x="13183" y="302"/>
                  </a:cubicBezTo>
                  <a:lnTo>
                    <a:pt x="13183" y="419"/>
                  </a:lnTo>
                  <a:cubicBezTo>
                    <a:pt x="13183" y="552"/>
                    <a:pt x="13300" y="669"/>
                    <a:pt x="13417" y="669"/>
                  </a:cubicBezTo>
                  <a:cubicBezTo>
                    <a:pt x="13551" y="669"/>
                    <a:pt x="13668" y="569"/>
                    <a:pt x="13668" y="452"/>
                  </a:cubicBezTo>
                  <a:lnTo>
                    <a:pt x="13668" y="318"/>
                  </a:lnTo>
                  <a:cubicBezTo>
                    <a:pt x="13668" y="185"/>
                    <a:pt x="13568" y="85"/>
                    <a:pt x="13434" y="68"/>
                  </a:cubicBezTo>
                  <a:close/>
                  <a:moveTo>
                    <a:pt x="14771" y="68"/>
                  </a:moveTo>
                  <a:cubicBezTo>
                    <a:pt x="14654" y="68"/>
                    <a:pt x="14537" y="168"/>
                    <a:pt x="14520" y="302"/>
                  </a:cubicBezTo>
                  <a:lnTo>
                    <a:pt x="14520" y="419"/>
                  </a:lnTo>
                  <a:cubicBezTo>
                    <a:pt x="14503" y="569"/>
                    <a:pt x="14604" y="669"/>
                    <a:pt x="14754" y="669"/>
                  </a:cubicBezTo>
                  <a:cubicBezTo>
                    <a:pt x="14888" y="669"/>
                    <a:pt x="14988" y="569"/>
                    <a:pt x="15005" y="452"/>
                  </a:cubicBezTo>
                  <a:lnTo>
                    <a:pt x="15005" y="318"/>
                  </a:lnTo>
                  <a:cubicBezTo>
                    <a:pt x="15005" y="185"/>
                    <a:pt x="14904" y="85"/>
                    <a:pt x="14771" y="68"/>
                  </a:cubicBezTo>
                  <a:close/>
                  <a:moveTo>
                    <a:pt x="16091" y="68"/>
                  </a:moveTo>
                  <a:cubicBezTo>
                    <a:pt x="15957" y="68"/>
                    <a:pt x="15857" y="168"/>
                    <a:pt x="15840" y="302"/>
                  </a:cubicBezTo>
                  <a:lnTo>
                    <a:pt x="15840" y="419"/>
                  </a:lnTo>
                  <a:cubicBezTo>
                    <a:pt x="15823" y="569"/>
                    <a:pt x="15924" y="669"/>
                    <a:pt x="16074" y="669"/>
                  </a:cubicBezTo>
                  <a:cubicBezTo>
                    <a:pt x="16191" y="669"/>
                    <a:pt x="16308" y="569"/>
                    <a:pt x="16325" y="452"/>
                  </a:cubicBezTo>
                  <a:lnTo>
                    <a:pt x="16325" y="318"/>
                  </a:lnTo>
                  <a:cubicBezTo>
                    <a:pt x="16325" y="185"/>
                    <a:pt x="16224" y="68"/>
                    <a:pt x="16091" y="68"/>
                  </a:cubicBezTo>
                  <a:close/>
                  <a:moveTo>
                    <a:pt x="17411" y="68"/>
                  </a:moveTo>
                  <a:cubicBezTo>
                    <a:pt x="17277" y="68"/>
                    <a:pt x="17177" y="168"/>
                    <a:pt x="17160" y="302"/>
                  </a:cubicBezTo>
                  <a:lnTo>
                    <a:pt x="17160" y="419"/>
                  </a:lnTo>
                  <a:cubicBezTo>
                    <a:pt x="17143" y="569"/>
                    <a:pt x="17244" y="669"/>
                    <a:pt x="17394" y="669"/>
                  </a:cubicBezTo>
                  <a:cubicBezTo>
                    <a:pt x="17511" y="669"/>
                    <a:pt x="17611" y="569"/>
                    <a:pt x="17645" y="452"/>
                  </a:cubicBezTo>
                  <a:lnTo>
                    <a:pt x="17645" y="318"/>
                  </a:lnTo>
                  <a:cubicBezTo>
                    <a:pt x="17645" y="185"/>
                    <a:pt x="17528" y="85"/>
                    <a:pt x="17411" y="68"/>
                  </a:cubicBezTo>
                  <a:close/>
                  <a:moveTo>
                    <a:pt x="18731" y="85"/>
                  </a:moveTo>
                  <a:cubicBezTo>
                    <a:pt x="18597" y="85"/>
                    <a:pt x="18497" y="201"/>
                    <a:pt x="18480" y="318"/>
                  </a:cubicBezTo>
                  <a:lnTo>
                    <a:pt x="18480" y="452"/>
                  </a:lnTo>
                  <a:cubicBezTo>
                    <a:pt x="18447" y="586"/>
                    <a:pt x="18580" y="703"/>
                    <a:pt x="18697" y="703"/>
                  </a:cubicBezTo>
                  <a:cubicBezTo>
                    <a:pt x="18831" y="703"/>
                    <a:pt x="18931" y="586"/>
                    <a:pt x="18948" y="469"/>
                  </a:cubicBezTo>
                  <a:lnTo>
                    <a:pt x="18948" y="335"/>
                  </a:lnTo>
                  <a:cubicBezTo>
                    <a:pt x="18948" y="218"/>
                    <a:pt x="18848" y="85"/>
                    <a:pt x="18731" y="85"/>
                  </a:cubicBezTo>
                  <a:close/>
                  <a:moveTo>
                    <a:pt x="20034" y="85"/>
                  </a:moveTo>
                  <a:cubicBezTo>
                    <a:pt x="19917" y="85"/>
                    <a:pt x="19817" y="201"/>
                    <a:pt x="19783" y="318"/>
                  </a:cubicBezTo>
                  <a:lnTo>
                    <a:pt x="19783" y="452"/>
                  </a:lnTo>
                  <a:cubicBezTo>
                    <a:pt x="19783" y="586"/>
                    <a:pt x="19900" y="703"/>
                    <a:pt x="20017" y="703"/>
                  </a:cubicBezTo>
                  <a:cubicBezTo>
                    <a:pt x="20151" y="703"/>
                    <a:pt x="20251" y="586"/>
                    <a:pt x="20268" y="469"/>
                  </a:cubicBezTo>
                  <a:lnTo>
                    <a:pt x="20268" y="335"/>
                  </a:lnTo>
                  <a:cubicBezTo>
                    <a:pt x="20268" y="218"/>
                    <a:pt x="20168" y="101"/>
                    <a:pt x="20034" y="85"/>
                  </a:cubicBezTo>
                  <a:close/>
                  <a:moveTo>
                    <a:pt x="21354" y="85"/>
                  </a:moveTo>
                  <a:cubicBezTo>
                    <a:pt x="21220" y="85"/>
                    <a:pt x="21120" y="201"/>
                    <a:pt x="21103" y="318"/>
                  </a:cubicBezTo>
                  <a:lnTo>
                    <a:pt x="21103" y="452"/>
                  </a:lnTo>
                  <a:cubicBezTo>
                    <a:pt x="21103" y="586"/>
                    <a:pt x="21203" y="703"/>
                    <a:pt x="21337" y="703"/>
                  </a:cubicBezTo>
                  <a:cubicBezTo>
                    <a:pt x="21454" y="703"/>
                    <a:pt x="21588" y="586"/>
                    <a:pt x="21588" y="469"/>
                  </a:cubicBezTo>
                  <a:lnTo>
                    <a:pt x="21588" y="335"/>
                  </a:lnTo>
                  <a:cubicBezTo>
                    <a:pt x="21588" y="218"/>
                    <a:pt x="21488" y="85"/>
                    <a:pt x="21354" y="85"/>
                  </a:cubicBezTo>
                  <a:close/>
                  <a:moveTo>
                    <a:pt x="22674" y="101"/>
                  </a:moveTo>
                  <a:cubicBezTo>
                    <a:pt x="22540" y="101"/>
                    <a:pt x="22440" y="218"/>
                    <a:pt x="22423" y="335"/>
                  </a:cubicBezTo>
                  <a:lnTo>
                    <a:pt x="22423" y="469"/>
                  </a:lnTo>
                  <a:cubicBezTo>
                    <a:pt x="22423" y="586"/>
                    <a:pt x="22523" y="719"/>
                    <a:pt x="22657" y="719"/>
                  </a:cubicBezTo>
                  <a:cubicBezTo>
                    <a:pt x="22774" y="719"/>
                    <a:pt x="22874" y="619"/>
                    <a:pt x="22908" y="486"/>
                  </a:cubicBezTo>
                  <a:lnTo>
                    <a:pt x="22908" y="352"/>
                  </a:lnTo>
                  <a:cubicBezTo>
                    <a:pt x="22908" y="235"/>
                    <a:pt x="22791" y="135"/>
                    <a:pt x="22674" y="101"/>
                  </a:cubicBezTo>
                  <a:close/>
                  <a:moveTo>
                    <a:pt x="23994" y="101"/>
                  </a:moveTo>
                  <a:cubicBezTo>
                    <a:pt x="23860" y="101"/>
                    <a:pt x="23760" y="218"/>
                    <a:pt x="23743" y="335"/>
                  </a:cubicBezTo>
                  <a:lnTo>
                    <a:pt x="23743" y="469"/>
                  </a:lnTo>
                  <a:cubicBezTo>
                    <a:pt x="23743" y="619"/>
                    <a:pt x="23843" y="719"/>
                    <a:pt x="23960" y="719"/>
                  </a:cubicBezTo>
                  <a:cubicBezTo>
                    <a:pt x="24094" y="719"/>
                    <a:pt x="24211" y="619"/>
                    <a:pt x="24211" y="486"/>
                  </a:cubicBezTo>
                  <a:lnTo>
                    <a:pt x="24211" y="352"/>
                  </a:lnTo>
                  <a:cubicBezTo>
                    <a:pt x="24211" y="235"/>
                    <a:pt x="24111" y="101"/>
                    <a:pt x="23994" y="101"/>
                  </a:cubicBezTo>
                  <a:close/>
                  <a:moveTo>
                    <a:pt x="25297" y="101"/>
                  </a:moveTo>
                  <a:cubicBezTo>
                    <a:pt x="25180" y="101"/>
                    <a:pt x="25063" y="218"/>
                    <a:pt x="25046" y="335"/>
                  </a:cubicBezTo>
                  <a:lnTo>
                    <a:pt x="25046" y="469"/>
                  </a:lnTo>
                  <a:cubicBezTo>
                    <a:pt x="25046" y="619"/>
                    <a:pt x="25163" y="719"/>
                    <a:pt x="25280" y="719"/>
                  </a:cubicBezTo>
                  <a:cubicBezTo>
                    <a:pt x="25414" y="719"/>
                    <a:pt x="25531" y="619"/>
                    <a:pt x="25531" y="486"/>
                  </a:cubicBezTo>
                  <a:lnTo>
                    <a:pt x="25531" y="352"/>
                  </a:lnTo>
                  <a:cubicBezTo>
                    <a:pt x="25531" y="235"/>
                    <a:pt x="25431" y="135"/>
                    <a:pt x="25297" y="101"/>
                  </a:cubicBezTo>
                  <a:close/>
                  <a:moveTo>
                    <a:pt x="26634" y="135"/>
                  </a:moveTo>
                  <a:cubicBezTo>
                    <a:pt x="26517" y="135"/>
                    <a:pt x="26383" y="235"/>
                    <a:pt x="26383" y="369"/>
                  </a:cubicBezTo>
                  <a:lnTo>
                    <a:pt x="26383" y="486"/>
                  </a:lnTo>
                  <a:cubicBezTo>
                    <a:pt x="26366" y="619"/>
                    <a:pt x="26467" y="736"/>
                    <a:pt x="26617" y="736"/>
                  </a:cubicBezTo>
                  <a:cubicBezTo>
                    <a:pt x="26751" y="736"/>
                    <a:pt x="26868" y="636"/>
                    <a:pt x="26868" y="502"/>
                  </a:cubicBezTo>
                  <a:lnTo>
                    <a:pt x="26868" y="385"/>
                  </a:lnTo>
                  <a:cubicBezTo>
                    <a:pt x="26868" y="252"/>
                    <a:pt x="26767" y="135"/>
                    <a:pt x="26634" y="135"/>
                  </a:cubicBezTo>
                  <a:close/>
                  <a:moveTo>
                    <a:pt x="27954" y="135"/>
                  </a:moveTo>
                  <a:cubicBezTo>
                    <a:pt x="27837" y="135"/>
                    <a:pt x="27720" y="235"/>
                    <a:pt x="27703" y="369"/>
                  </a:cubicBezTo>
                  <a:lnTo>
                    <a:pt x="27703" y="486"/>
                  </a:lnTo>
                  <a:cubicBezTo>
                    <a:pt x="27686" y="636"/>
                    <a:pt x="27787" y="736"/>
                    <a:pt x="27937" y="736"/>
                  </a:cubicBezTo>
                  <a:cubicBezTo>
                    <a:pt x="28054" y="736"/>
                    <a:pt x="28188" y="636"/>
                    <a:pt x="28188" y="502"/>
                  </a:cubicBezTo>
                  <a:lnTo>
                    <a:pt x="28188" y="385"/>
                  </a:lnTo>
                  <a:cubicBezTo>
                    <a:pt x="28188" y="252"/>
                    <a:pt x="28087" y="151"/>
                    <a:pt x="27954" y="135"/>
                  </a:cubicBezTo>
                  <a:close/>
                  <a:moveTo>
                    <a:pt x="29274" y="135"/>
                  </a:moveTo>
                  <a:cubicBezTo>
                    <a:pt x="29140" y="135"/>
                    <a:pt x="29040" y="235"/>
                    <a:pt x="29023" y="369"/>
                  </a:cubicBezTo>
                  <a:lnTo>
                    <a:pt x="29023" y="486"/>
                  </a:lnTo>
                  <a:cubicBezTo>
                    <a:pt x="29006" y="636"/>
                    <a:pt x="29107" y="736"/>
                    <a:pt x="29240" y="736"/>
                  </a:cubicBezTo>
                  <a:cubicBezTo>
                    <a:pt x="29374" y="736"/>
                    <a:pt x="29474" y="636"/>
                    <a:pt x="29508" y="502"/>
                  </a:cubicBezTo>
                  <a:lnTo>
                    <a:pt x="29508" y="385"/>
                  </a:lnTo>
                  <a:cubicBezTo>
                    <a:pt x="29508" y="252"/>
                    <a:pt x="29391" y="135"/>
                    <a:pt x="29274" y="135"/>
                  </a:cubicBezTo>
                  <a:close/>
                  <a:moveTo>
                    <a:pt x="30594" y="135"/>
                  </a:moveTo>
                  <a:cubicBezTo>
                    <a:pt x="30460" y="135"/>
                    <a:pt x="30343" y="235"/>
                    <a:pt x="30343" y="369"/>
                  </a:cubicBezTo>
                  <a:lnTo>
                    <a:pt x="30343" y="486"/>
                  </a:lnTo>
                  <a:cubicBezTo>
                    <a:pt x="30310" y="636"/>
                    <a:pt x="30443" y="736"/>
                    <a:pt x="30560" y="736"/>
                  </a:cubicBezTo>
                  <a:cubicBezTo>
                    <a:pt x="30694" y="736"/>
                    <a:pt x="30811" y="636"/>
                    <a:pt x="30811" y="502"/>
                  </a:cubicBezTo>
                  <a:lnTo>
                    <a:pt x="30811" y="385"/>
                  </a:lnTo>
                  <a:cubicBezTo>
                    <a:pt x="30811" y="252"/>
                    <a:pt x="30711" y="151"/>
                    <a:pt x="30594" y="135"/>
                  </a:cubicBezTo>
                  <a:close/>
                  <a:moveTo>
                    <a:pt x="31897" y="151"/>
                  </a:moveTo>
                  <a:cubicBezTo>
                    <a:pt x="31780" y="151"/>
                    <a:pt x="31680" y="252"/>
                    <a:pt x="31646" y="385"/>
                  </a:cubicBezTo>
                  <a:lnTo>
                    <a:pt x="31646" y="502"/>
                  </a:lnTo>
                  <a:cubicBezTo>
                    <a:pt x="31646" y="653"/>
                    <a:pt x="31747" y="753"/>
                    <a:pt x="31880" y="753"/>
                  </a:cubicBezTo>
                  <a:cubicBezTo>
                    <a:pt x="32014" y="753"/>
                    <a:pt x="32131" y="653"/>
                    <a:pt x="32131" y="536"/>
                  </a:cubicBezTo>
                  <a:lnTo>
                    <a:pt x="32131" y="402"/>
                  </a:lnTo>
                  <a:cubicBezTo>
                    <a:pt x="32131" y="268"/>
                    <a:pt x="32031" y="168"/>
                    <a:pt x="31897" y="151"/>
                  </a:cubicBezTo>
                  <a:close/>
                  <a:moveTo>
                    <a:pt x="33217" y="151"/>
                  </a:moveTo>
                  <a:cubicBezTo>
                    <a:pt x="33100" y="151"/>
                    <a:pt x="32983" y="252"/>
                    <a:pt x="32966" y="385"/>
                  </a:cubicBezTo>
                  <a:lnTo>
                    <a:pt x="32966" y="502"/>
                  </a:lnTo>
                  <a:cubicBezTo>
                    <a:pt x="32966" y="653"/>
                    <a:pt x="33067" y="753"/>
                    <a:pt x="33200" y="753"/>
                  </a:cubicBezTo>
                  <a:cubicBezTo>
                    <a:pt x="33317" y="753"/>
                    <a:pt x="33434" y="653"/>
                    <a:pt x="33451" y="536"/>
                  </a:cubicBezTo>
                  <a:lnTo>
                    <a:pt x="33451" y="402"/>
                  </a:lnTo>
                  <a:cubicBezTo>
                    <a:pt x="33451" y="268"/>
                    <a:pt x="33351" y="168"/>
                    <a:pt x="33217" y="151"/>
                  </a:cubicBezTo>
                  <a:close/>
                  <a:moveTo>
                    <a:pt x="34537" y="151"/>
                  </a:moveTo>
                  <a:cubicBezTo>
                    <a:pt x="34403" y="151"/>
                    <a:pt x="34286" y="252"/>
                    <a:pt x="34286" y="385"/>
                  </a:cubicBezTo>
                  <a:lnTo>
                    <a:pt x="34286" y="502"/>
                  </a:lnTo>
                  <a:cubicBezTo>
                    <a:pt x="34286" y="653"/>
                    <a:pt x="34387" y="753"/>
                    <a:pt x="34520" y="753"/>
                  </a:cubicBezTo>
                  <a:cubicBezTo>
                    <a:pt x="34637" y="753"/>
                    <a:pt x="34771" y="653"/>
                    <a:pt x="34771" y="536"/>
                  </a:cubicBezTo>
                  <a:lnTo>
                    <a:pt x="34771" y="402"/>
                  </a:lnTo>
                  <a:cubicBezTo>
                    <a:pt x="34771" y="268"/>
                    <a:pt x="34654" y="151"/>
                    <a:pt x="34537" y="151"/>
                  </a:cubicBezTo>
                  <a:close/>
                  <a:moveTo>
                    <a:pt x="35857" y="168"/>
                  </a:moveTo>
                  <a:cubicBezTo>
                    <a:pt x="35723" y="168"/>
                    <a:pt x="35623" y="268"/>
                    <a:pt x="35590" y="402"/>
                  </a:cubicBezTo>
                  <a:lnTo>
                    <a:pt x="35590" y="536"/>
                  </a:lnTo>
                  <a:cubicBezTo>
                    <a:pt x="35606" y="653"/>
                    <a:pt x="35707" y="786"/>
                    <a:pt x="35823" y="786"/>
                  </a:cubicBezTo>
                  <a:cubicBezTo>
                    <a:pt x="35957" y="786"/>
                    <a:pt x="36057" y="669"/>
                    <a:pt x="36074" y="552"/>
                  </a:cubicBezTo>
                  <a:lnTo>
                    <a:pt x="36074" y="419"/>
                  </a:lnTo>
                  <a:cubicBezTo>
                    <a:pt x="36074" y="302"/>
                    <a:pt x="35974" y="185"/>
                    <a:pt x="35857" y="168"/>
                  </a:cubicBezTo>
                  <a:close/>
                  <a:moveTo>
                    <a:pt x="37160" y="168"/>
                  </a:moveTo>
                  <a:cubicBezTo>
                    <a:pt x="37043" y="168"/>
                    <a:pt x="36943" y="268"/>
                    <a:pt x="36910" y="402"/>
                  </a:cubicBezTo>
                  <a:lnTo>
                    <a:pt x="36910" y="536"/>
                  </a:lnTo>
                  <a:cubicBezTo>
                    <a:pt x="36910" y="669"/>
                    <a:pt x="37027" y="786"/>
                    <a:pt x="37143" y="786"/>
                  </a:cubicBezTo>
                  <a:cubicBezTo>
                    <a:pt x="37277" y="786"/>
                    <a:pt x="37377" y="669"/>
                    <a:pt x="37394" y="552"/>
                  </a:cubicBezTo>
                  <a:lnTo>
                    <a:pt x="37394" y="419"/>
                  </a:lnTo>
                  <a:cubicBezTo>
                    <a:pt x="37394" y="302"/>
                    <a:pt x="37294" y="185"/>
                    <a:pt x="37160" y="168"/>
                  </a:cubicBezTo>
                  <a:close/>
                  <a:moveTo>
                    <a:pt x="38497" y="168"/>
                  </a:moveTo>
                  <a:cubicBezTo>
                    <a:pt x="38380" y="168"/>
                    <a:pt x="38280" y="268"/>
                    <a:pt x="38246" y="402"/>
                  </a:cubicBezTo>
                  <a:lnTo>
                    <a:pt x="38246" y="536"/>
                  </a:lnTo>
                  <a:cubicBezTo>
                    <a:pt x="38230" y="669"/>
                    <a:pt x="38330" y="786"/>
                    <a:pt x="38480" y="786"/>
                  </a:cubicBezTo>
                  <a:cubicBezTo>
                    <a:pt x="38614" y="786"/>
                    <a:pt x="38714" y="669"/>
                    <a:pt x="38731" y="552"/>
                  </a:cubicBezTo>
                  <a:lnTo>
                    <a:pt x="38731" y="419"/>
                  </a:lnTo>
                  <a:cubicBezTo>
                    <a:pt x="38731" y="302"/>
                    <a:pt x="38631" y="185"/>
                    <a:pt x="38497" y="168"/>
                  </a:cubicBezTo>
                  <a:close/>
                  <a:moveTo>
                    <a:pt x="39817" y="201"/>
                  </a:moveTo>
                  <a:cubicBezTo>
                    <a:pt x="39683" y="201"/>
                    <a:pt x="39583" y="302"/>
                    <a:pt x="39566" y="419"/>
                  </a:cubicBezTo>
                  <a:lnTo>
                    <a:pt x="39566" y="552"/>
                  </a:lnTo>
                  <a:cubicBezTo>
                    <a:pt x="39550" y="669"/>
                    <a:pt x="39650" y="803"/>
                    <a:pt x="39800" y="803"/>
                  </a:cubicBezTo>
                  <a:cubicBezTo>
                    <a:pt x="39917" y="803"/>
                    <a:pt x="40051" y="703"/>
                    <a:pt x="40051" y="569"/>
                  </a:cubicBezTo>
                  <a:lnTo>
                    <a:pt x="40051" y="452"/>
                  </a:lnTo>
                  <a:cubicBezTo>
                    <a:pt x="40051" y="318"/>
                    <a:pt x="39951" y="218"/>
                    <a:pt x="3981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19">
              <a:extLst>
                <a:ext uri="{FF2B5EF4-FFF2-40B4-BE49-F238E27FC236}">
                  <a16:creationId xmlns:a16="http://schemas.microsoft.com/office/drawing/2014/main" id="{BE23802D-FBBD-545F-EB59-271DEC83F4CA}"/>
                </a:ext>
              </a:extLst>
            </p:cNvPr>
            <p:cNvSpPr/>
            <p:nvPr/>
          </p:nvSpPr>
          <p:spPr>
            <a:xfrm>
              <a:off x="1977900" y="3025200"/>
              <a:ext cx="41800" cy="37200"/>
            </a:xfrm>
            <a:custGeom>
              <a:avLst/>
              <a:gdLst/>
              <a:ahLst/>
              <a:cxnLst/>
              <a:rect l="l" t="t" r="r" b="b"/>
              <a:pathLst>
                <a:path w="1672" h="1488" extrusionOk="0">
                  <a:moveTo>
                    <a:pt x="986" y="0"/>
                  </a:moveTo>
                  <a:cubicBezTo>
                    <a:pt x="986" y="0"/>
                    <a:pt x="67" y="1070"/>
                    <a:pt x="50" y="1137"/>
                  </a:cubicBezTo>
                  <a:cubicBezTo>
                    <a:pt x="0" y="1170"/>
                    <a:pt x="1136" y="1488"/>
                    <a:pt x="1136" y="1488"/>
                  </a:cubicBezTo>
                  <a:lnTo>
                    <a:pt x="1671" y="67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19">
              <a:extLst>
                <a:ext uri="{FF2B5EF4-FFF2-40B4-BE49-F238E27FC236}">
                  <a16:creationId xmlns:a16="http://schemas.microsoft.com/office/drawing/2014/main" id="{15FD6CC8-708A-C7C6-D75F-835787F163F1}"/>
                </a:ext>
              </a:extLst>
            </p:cNvPr>
            <p:cNvSpPr/>
            <p:nvPr/>
          </p:nvSpPr>
          <p:spPr>
            <a:xfrm>
              <a:off x="2013400" y="3027300"/>
              <a:ext cx="28850" cy="35100"/>
            </a:xfrm>
            <a:custGeom>
              <a:avLst/>
              <a:gdLst/>
              <a:ahLst/>
              <a:cxnLst/>
              <a:rect l="l" t="t" r="r" b="b"/>
              <a:pathLst>
                <a:path w="1154" h="1404" extrusionOk="0">
                  <a:moveTo>
                    <a:pt x="385" y="0"/>
                  </a:moveTo>
                  <a:cubicBezTo>
                    <a:pt x="385" y="17"/>
                    <a:pt x="0" y="1404"/>
                    <a:pt x="0" y="1404"/>
                  </a:cubicBezTo>
                  <a:lnTo>
                    <a:pt x="986" y="1404"/>
                  </a:lnTo>
                  <a:lnTo>
                    <a:pt x="1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19">
              <a:extLst>
                <a:ext uri="{FF2B5EF4-FFF2-40B4-BE49-F238E27FC236}">
                  <a16:creationId xmlns:a16="http://schemas.microsoft.com/office/drawing/2014/main" id="{C83A7E92-682B-A738-17BC-85FD7EBBCB5B}"/>
                </a:ext>
              </a:extLst>
            </p:cNvPr>
            <p:cNvSpPr/>
            <p:nvPr/>
          </p:nvSpPr>
          <p:spPr>
            <a:xfrm>
              <a:off x="3350500" y="2597375"/>
              <a:ext cx="465350" cy="376050"/>
            </a:xfrm>
            <a:custGeom>
              <a:avLst/>
              <a:gdLst/>
              <a:ahLst/>
              <a:cxnLst/>
              <a:rect l="l" t="t" r="r" b="b"/>
              <a:pathLst>
                <a:path w="18614" h="15042" extrusionOk="0">
                  <a:moveTo>
                    <a:pt x="16507" y="0"/>
                  </a:moveTo>
                  <a:cubicBezTo>
                    <a:pt x="16000" y="0"/>
                    <a:pt x="15512" y="10"/>
                    <a:pt x="15189" y="37"/>
                  </a:cubicBezTo>
                  <a:cubicBezTo>
                    <a:pt x="14236" y="121"/>
                    <a:pt x="13535" y="221"/>
                    <a:pt x="13267" y="789"/>
                  </a:cubicBezTo>
                  <a:cubicBezTo>
                    <a:pt x="13000" y="1341"/>
                    <a:pt x="5047" y="10731"/>
                    <a:pt x="4295" y="11900"/>
                  </a:cubicBezTo>
                  <a:cubicBezTo>
                    <a:pt x="3509" y="13070"/>
                    <a:pt x="1287" y="14206"/>
                    <a:pt x="1" y="14340"/>
                  </a:cubicBezTo>
                  <a:cubicBezTo>
                    <a:pt x="91" y="14338"/>
                    <a:pt x="192" y="14337"/>
                    <a:pt x="302" y="14337"/>
                  </a:cubicBezTo>
                  <a:cubicBezTo>
                    <a:pt x="3603" y="14337"/>
                    <a:pt x="15339" y="15042"/>
                    <a:pt x="15339" y="15042"/>
                  </a:cubicBezTo>
                  <a:lnTo>
                    <a:pt x="18614" y="37"/>
                  </a:lnTo>
                  <a:cubicBezTo>
                    <a:pt x="18614" y="37"/>
                    <a:pt x="17522" y="0"/>
                    <a:pt x="165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19">
              <a:extLst>
                <a:ext uri="{FF2B5EF4-FFF2-40B4-BE49-F238E27FC236}">
                  <a16:creationId xmlns:a16="http://schemas.microsoft.com/office/drawing/2014/main" id="{BAA55BE8-00EC-20C7-DCF2-C12E6654AB38}"/>
                </a:ext>
              </a:extLst>
            </p:cNvPr>
            <p:cNvSpPr/>
            <p:nvPr/>
          </p:nvSpPr>
          <p:spPr>
            <a:xfrm>
              <a:off x="2406475" y="3310125"/>
              <a:ext cx="414400" cy="126625"/>
            </a:xfrm>
            <a:custGeom>
              <a:avLst/>
              <a:gdLst/>
              <a:ahLst/>
              <a:cxnLst/>
              <a:rect l="l" t="t" r="r" b="b"/>
              <a:pathLst>
                <a:path w="16576" h="5065" extrusionOk="0">
                  <a:moveTo>
                    <a:pt x="11949" y="1"/>
                  </a:moveTo>
                  <a:cubicBezTo>
                    <a:pt x="7122" y="1"/>
                    <a:pt x="0" y="15"/>
                    <a:pt x="0" y="15"/>
                  </a:cubicBezTo>
                  <a:cubicBezTo>
                    <a:pt x="0" y="15"/>
                    <a:pt x="4679" y="3992"/>
                    <a:pt x="6901" y="4627"/>
                  </a:cubicBezTo>
                  <a:cubicBezTo>
                    <a:pt x="8196" y="4990"/>
                    <a:pt x="9636" y="5065"/>
                    <a:pt x="10603" y="5065"/>
                  </a:cubicBezTo>
                  <a:cubicBezTo>
                    <a:pt x="11283" y="5065"/>
                    <a:pt x="11730" y="5028"/>
                    <a:pt x="11730" y="5028"/>
                  </a:cubicBezTo>
                  <a:cubicBezTo>
                    <a:pt x="11730" y="5028"/>
                    <a:pt x="16575" y="15"/>
                    <a:pt x="16291" y="15"/>
                  </a:cubicBezTo>
                  <a:cubicBezTo>
                    <a:pt x="16202" y="4"/>
                    <a:pt x="14362" y="1"/>
                    <a:pt x="119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5132336F-ED4A-8F68-C790-A2EFF916F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41" y="74084"/>
            <a:ext cx="6917917" cy="4995331"/>
          </a:xfrm>
          <a:prstGeom prst="rect">
            <a:avLst/>
          </a:prstGeom>
          <a:noFill/>
          <a:ln w="127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0E872D-67C4-4E2E-6ECB-A3B7E6E8117D}"/>
              </a:ext>
            </a:extLst>
          </p:cNvPr>
          <p:cNvSpPr txBox="1"/>
          <p:nvPr/>
        </p:nvSpPr>
        <p:spPr>
          <a:xfrm>
            <a:off x="6749075" y="4763903"/>
            <a:ext cx="13439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Cowen 2022</a:t>
            </a:r>
            <a:endParaRPr lang="en-US" b="0">
              <a:effectLst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46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27">
          <a:extLst>
            <a:ext uri="{FF2B5EF4-FFF2-40B4-BE49-F238E27FC236}">
              <a16:creationId xmlns:a16="http://schemas.microsoft.com/office/drawing/2014/main" id="{6F4B5EB8-66DA-3DD0-FFA7-27DC07E7A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119">
            <a:extLst>
              <a:ext uri="{FF2B5EF4-FFF2-40B4-BE49-F238E27FC236}">
                <a16:creationId xmlns:a16="http://schemas.microsoft.com/office/drawing/2014/main" id="{C7B683B1-EC4D-9EFC-80A4-17A11E94ED22}"/>
              </a:ext>
            </a:extLst>
          </p:cNvPr>
          <p:cNvSpPr/>
          <p:nvPr/>
        </p:nvSpPr>
        <p:spPr>
          <a:xfrm>
            <a:off x="3810481" y="3142259"/>
            <a:ext cx="435376" cy="850483"/>
          </a:xfrm>
          <a:custGeom>
            <a:avLst/>
            <a:gdLst/>
            <a:ahLst/>
            <a:cxnLst/>
            <a:rect l="l" t="t" r="r" b="b"/>
            <a:pathLst>
              <a:path w="6852" h="13385" extrusionOk="0">
                <a:moveTo>
                  <a:pt x="3426" y="1"/>
                </a:moveTo>
                <a:lnTo>
                  <a:pt x="1538" y="385"/>
                </a:lnTo>
                <a:lnTo>
                  <a:pt x="1839" y="1555"/>
                </a:lnTo>
                <a:lnTo>
                  <a:pt x="1" y="2708"/>
                </a:lnTo>
                <a:lnTo>
                  <a:pt x="970" y="5114"/>
                </a:lnTo>
                <a:lnTo>
                  <a:pt x="1772" y="5264"/>
                </a:lnTo>
                <a:lnTo>
                  <a:pt x="1772" y="13117"/>
                </a:lnTo>
                <a:lnTo>
                  <a:pt x="3426" y="13384"/>
                </a:lnTo>
                <a:lnTo>
                  <a:pt x="5080" y="13117"/>
                </a:lnTo>
                <a:lnTo>
                  <a:pt x="5080" y="5264"/>
                </a:lnTo>
                <a:lnTo>
                  <a:pt x="5899" y="5114"/>
                </a:lnTo>
                <a:lnTo>
                  <a:pt x="6851" y="2708"/>
                </a:lnTo>
                <a:lnTo>
                  <a:pt x="5013" y="1555"/>
                </a:lnTo>
                <a:lnTo>
                  <a:pt x="5331" y="385"/>
                </a:lnTo>
                <a:lnTo>
                  <a:pt x="342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119">
            <a:extLst>
              <a:ext uri="{FF2B5EF4-FFF2-40B4-BE49-F238E27FC236}">
                <a16:creationId xmlns:a16="http://schemas.microsoft.com/office/drawing/2014/main" id="{CA41B96F-BEC8-0E4F-2424-B1C8C511806E}"/>
              </a:ext>
            </a:extLst>
          </p:cNvPr>
          <p:cNvGrpSpPr/>
          <p:nvPr/>
        </p:nvGrpSpPr>
        <p:grpSpPr>
          <a:xfrm>
            <a:off x="3572633" y="2846720"/>
            <a:ext cx="5263781" cy="2133355"/>
            <a:chOff x="1867200" y="2597375"/>
            <a:chExt cx="2071050" cy="839375"/>
          </a:xfrm>
        </p:grpSpPr>
        <p:sp>
          <p:nvSpPr>
            <p:cNvPr id="2535" name="Google Shape;2535;p119">
              <a:extLst>
                <a:ext uri="{FF2B5EF4-FFF2-40B4-BE49-F238E27FC236}">
                  <a16:creationId xmlns:a16="http://schemas.microsoft.com/office/drawing/2014/main" id="{3D6B0E2F-0F9B-EAD3-72B8-58207FA4CEA1}"/>
                </a:ext>
              </a:extLst>
            </p:cNvPr>
            <p:cNvSpPr/>
            <p:nvPr/>
          </p:nvSpPr>
          <p:spPr>
            <a:xfrm>
              <a:off x="1867200" y="3188525"/>
              <a:ext cx="1947825" cy="162300"/>
            </a:xfrm>
            <a:custGeom>
              <a:avLst/>
              <a:gdLst/>
              <a:ahLst/>
              <a:cxnLst/>
              <a:rect l="l" t="t" r="r" b="b"/>
              <a:pathLst>
                <a:path w="77913" h="6492" extrusionOk="0">
                  <a:moveTo>
                    <a:pt x="38948" y="1"/>
                  </a:moveTo>
                  <a:cubicBezTo>
                    <a:pt x="17444" y="1"/>
                    <a:pt x="0" y="1220"/>
                    <a:pt x="0" y="2707"/>
                  </a:cubicBezTo>
                  <a:cubicBezTo>
                    <a:pt x="0" y="4046"/>
                    <a:pt x="7752" y="6491"/>
                    <a:pt x="31749" y="6491"/>
                  </a:cubicBezTo>
                  <a:cubicBezTo>
                    <a:pt x="34116" y="6491"/>
                    <a:pt x="36641" y="6468"/>
                    <a:pt x="39332" y="6417"/>
                  </a:cubicBezTo>
                  <a:cubicBezTo>
                    <a:pt x="60836" y="5999"/>
                    <a:pt x="77913" y="4178"/>
                    <a:pt x="77913" y="2707"/>
                  </a:cubicBezTo>
                  <a:cubicBezTo>
                    <a:pt x="77913" y="1220"/>
                    <a:pt x="60469" y="34"/>
                    <a:pt x="38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19">
              <a:extLst>
                <a:ext uri="{FF2B5EF4-FFF2-40B4-BE49-F238E27FC236}">
                  <a16:creationId xmlns:a16="http://schemas.microsoft.com/office/drawing/2014/main" id="{CAD0E7B2-BD97-B978-F6E8-93F6A631A721}"/>
                </a:ext>
              </a:extLst>
            </p:cNvPr>
            <p:cNvSpPr/>
            <p:nvPr/>
          </p:nvSpPr>
          <p:spPr>
            <a:xfrm>
              <a:off x="2054325" y="3203150"/>
              <a:ext cx="53925" cy="52225"/>
            </a:xfrm>
            <a:custGeom>
              <a:avLst/>
              <a:gdLst/>
              <a:ahLst/>
              <a:cxnLst/>
              <a:rect l="l" t="t" r="r" b="b"/>
              <a:pathLst>
                <a:path w="2157" h="2089" extrusionOk="0">
                  <a:moveTo>
                    <a:pt x="1087" y="0"/>
                  </a:moveTo>
                  <a:cubicBezTo>
                    <a:pt x="485" y="0"/>
                    <a:pt x="1" y="468"/>
                    <a:pt x="1" y="1053"/>
                  </a:cubicBezTo>
                  <a:cubicBezTo>
                    <a:pt x="1" y="1621"/>
                    <a:pt x="485" y="2089"/>
                    <a:pt x="1087" y="2089"/>
                  </a:cubicBezTo>
                  <a:cubicBezTo>
                    <a:pt x="1672" y="2089"/>
                    <a:pt x="2156" y="1621"/>
                    <a:pt x="2156" y="1053"/>
                  </a:cubicBezTo>
                  <a:cubicBezTo>
                    <a:pt x="2156" y="468"/>
                    <a:pt x="1672" y="0"/>
                    <a:pt x="1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19">
              <a:extLst>
                <a:ext uri="{FF2B5EF4-FFF2-40B4-BE49-F238E27FC236}">
                  <a16:creationId xmlns:a16="http://schemas.microsoft.com/office/drawing/2014/main" id="{7DA9C70C-1FC4-E480-949A-DF0D619A49BC}"/>
                </a:ext>
              </a:extLst>
            </p:cNvPr>
            <p:cNvSpPr/>
            <p:nvPr/>
          </p:nvSpPr>
          <p:spPr>
            <a:xfrm>
              <a:off x="2073975" y="3203150"/>
              <a:ext cx="54325" cy="52225"/>
            </a:xfrm>
            <a:custGeom>
              <a:avLst/>
              <a:gdLst/>
              <a:ahLst/>
              <a:cxnLst/>
              <a:rect l="l" t="t" r="r" b="b"/>
              <a:pathLst>
                <a:path w="2173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88" y="2089"/>
                    <a:pt x="2172" y="1621"/>
                    <a:pt x="2172" y="1053"/>
                  </a:cubicBezTo>
                  <a:cubicBezTo>
                    <a:pt x="2172" y="468"/>
                    <a:pt x="1688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19">
              <a:extLst>
                <a:ext uri="{FF2B5EF4-FFF2-40B4-BE49-F238E27FC236}">
                  <a16:creationId xmlns:a16="http://schemas.microsoft.com/office/drawing/2014/main" id="{63C3D9B7-720E-10EC-EE8A-39B79AC7972D}"/>
                </a:ext>
              </a:extLst>
            </p:cNvPr>
            <p:cNvSpPr/>
            <p:nvPr/>
          </p:nvSpPr>
          <p:spPr>
            <a:xfrm>
              <a:off x="2042225" y="3173900"/>
              <a:ext cx="101950" cy="43050"/>
            </a:xfrm>
            <a:custGeom>
              <a:avLst/>
              <a:gdLst/>
              <a:ahLst/>
              <a:cxnLst/>
              <a:rect l="l" t="t" r="r" b="b"/>
              <a:pathLst>
                <a:path w="4078" h="1722" extrusionOk="0">
                  <a:moveTo>
                    <a:pt x="0" y="1"/>
                  </a:moveTo>
                  <a:lnTo>
                    <a:pt x="0" y="1722"/>
                  </a:lnTo>
                  <a:lnTo>
                    <a:pt x="4077" y="1722"/>
                  </a:lnTo>
                  <a:lnTo>
                    <a:pt x="40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19">
              <a:extLst>
                <a:ext uri="{FF2B5EF4-FFF2-40B4-BE49-F238E27FC236}">
                  <a16:creationId xmlns:a16="http://schemas.microsoft.com/office/drawing/2014/main" id="{C5094C68-1874-78E2-9479-116101F4F56D}"/>
                </a:ext>
              </a:extLst>
            </p:cNvPr>
            <p:cNvSpPr/>
            <p:nvPr/>
          </p:nvSpPr>
          <p:spPr>
            <a:xfrm>
              <a:off x="2681750" y="3203150"/>
              <a:ext cx="54325" cy="52225"/>
            </a:xfrm>
            <a:custGeom>
              <a:avLst/>
              <a:gdLst/>
              <a:ahLst/>
              <a:cxnLst/>
              <a:rect l="l" t="t" r="r" b="b"/>
              <a:pathLst>
                <a:path w="2173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88" y="2089"/>
                    <a:pt x="2172" y="1621"/>
                    <a:pt x="2172" y="1053"/>
                  </a:cubicBezTo>
                  <a:cubicBezTo>
                    <a:pt x="2172" y="468"/>
                    <a:pt x="1688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19">
              <a:extLst>
                <a:ext uri="{FF2B5EF4-FFF2-40B4-BE49-F238E27FC236}">
                  <a16:creationId xmlns:a16="http://schemas.microsoft.com/office/drawing/2014/main" id="{1C339ED1-E860-A53C-BEE9-BB76838CDFD4}"/>
                </a:ext>
              </a:extLst>
            </p:cNvPr>
            <p:cNvSpPr/>
            <p:nvPr/>
          </p:nvSpPr>
          <p:spPr>
            <a:xfrm>
              <a:off x="2701800" y="3203150"/>
              <a:ext cx="53900" cy="52225"/>
            </a:xfrm>
            <a:custGeom>
              <a:avLst/>
              <a:gdLst/>
              <a:ahLst/>
              <a:cxnLst/>
              <a:rect l="l" t="t" r="r" b="b"/>
              <a:pathLst>
                <a:path w="2156" h="2089" extrusionOk="0">
                  <a:moveTo>
                    <a:pt x="1086" y="0"/>
                  </a:moveTo>
                  <a:cubicBezTo>
                    <a:pt x="485" y="0"/>
                    <a:pt x="0" y="468"/>
                    <a:pt x="0" y="1053"/>
                  </a:cubicBezTo>
                  <a:cubicBezTo>
                    <a:pt x="0" y="1621"/>
                    <a:pt x="485" y="2089"/>
                    <a:pt x="1086" y="2089"/>
                  </a:cubicBezTo>
                  <a:cubicBezTo>
                    <a:pt x="1671" y="2089"/>
                    <a:pt x="2156" y="1621"/>
                    <a:pt x="2156" y="1053"/>
                  </a:cubicBezTo>
                  <a:cubicBezTo>
                    <a:pt x="2156" y="468"/>
                    <a:pt x="1671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19">
              <a:extLst>
                <a:ext uri="{FF2B5EF4-FFF2-40B4-BE49-F238E27FC236}">
                  <a16:creationId xmlns:a16="http://schemas.microsoft.com/office/drawing/2014/main" id="{DD172379-70A8-02B7-237A-25293C718106}"/>
                </a:ext>
              </a:extLst>
            </p:cNvPr>
            <p:cNvSpPr/>
            <p:nvPr/>
          </p:nvSpPr>
          <p:spPr>
            <a:xfrm>
              <a:off x="2793700" y="3191400"/>
              <a:ext cx="54325" cy="52300"/>
            </a:xfrm>
            <a:custGeom>
              <a:avLst/>
              <a:gdLst/>
              <a:ahLst/>
              <a:cxnLst/>
              <a:rect l="l" t="t" r="r" b="b"/>
              <a:pathLst>
                <a:path w="2173" h="2092" extrusionOk="0">
                  <a:moveTo>
                    <a:pt x="1145" y="1"/>
                  </a:moveTo>
                  <a:cubicBezTo>
                    <a:pt x="1125" y="1"/>
                    <a:pt x="1106" y="1"/>
                    <a:pt x="1086" y="2"/>
                  </a:cubicBezTo>
                  <a:cubicBezTo>
                    <a:pt x="468" y="2"/>
                    <a:pt x="0" y="454"/>
                    <a:pt x="0" y="1038"/>
                  </a:cubicBezTo>
                  <a:cubicBezTo>
                    <a:pt x="0" y="1606"/>
                    <a:pt x="468" y="2091"/>
                    <a:pt x="1086" y="2091"/>
                  </a:cubicBezTo>
                  <a:cubicBezTo>
                    <a:pt x="1688" y="2091"/>
                    <a:pt x="2172" y="1623"/>
                    <a:pt x="2172" y="1038"/>
                  </a:cubicBezTo>
                  <a:cubicBezTo>
                    <a:pt x="2172" y="473"/>
                    <a:pt x="1719" y="1"/>
                    <a:pt x="1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19">
              <a:extLst>
                <a:ext uri="{FF2B5EF4-FFF2-40B4-BE49-F238E27FC236}">
                  <a16:creationId xmlns:a16="http://schemas.microsoft.com/office/drawing/2014/main" id="{6714F589-F1FC-33DC-82CA-90754CF81AD2}"/>
                </a:ext>
              </a:extLst>
            </p:cNvPr>
            <p:cNvSpPr/>
            <p:nvPr/>
          </p:nvSpPr>
          <p:spPr>
            <a:xfrm>
              <a:off x="2813750" y="3191025"/>
              <a:ext cx="54325" cy="52250"/>
            </a:xfrm>
            <a:custGeom>
              <a:avLst/>
              <a:gdLst/>
              <a:ahLst/>
              <a:cxnLst/>
              <a:rect l="l" t="t" r="r" b="b"/>
              <a:pathLst>
                <a:path w="2173" h="2090" extrusionOk="0">
                  <a:moveTo>
                    <a:pt x="1086" y="1"/>
                  </a:moveTo>
                  <a:cubicBezTo>
                    <a:pt x="485" y="1"/>
                    <a:pt x="0" y="469"/>
                    <a:pt x="0" y="1053"/>
                  </a:cubicBezTo>
                  <a:cubicBezTo>
                    <a:pt x="0" y="1638"/>
                    <a:pt x="485" y="2089"/>
                    <a:pt x="1086" y="2089"/>
                  </a:cubicBezTo>
                  <a:cubicBezTo>
                    <a:pt x="1688" y="2089"/>
                    <a:pt x="2172" y="1638"/>
                    <a:pt x="2172" y="1053"/>
                  </a:cubicBezTo>
                  <a:cubicBezTo>
                    <a:pt x="2172" y="469"/>
                    <a:pt x="1688" y="1"/>
                    <a:pt x="10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19">
              <a:extLst>
                <a:ext uri="{FF2B5EF4-FFF2-40B4-BE49-F238E27FC236}">
                  <a16:creationId xmlns:a16="http://schemas.microsoft.com/office/drawing/2014/main" id="{2535FD67-0587-AB1F-9199-8A37B764ED33}"/>
                </a:ext>
              </a:extLst>
            </p:cNvPr>
            <p:cNvSpPr/>
            <p:nvPr/>
          </p:nvSpPr>
          <p:spPr>
            <a:xfrm>
              <a:off x="3746500" y="2983475"/>
              <a:ext cx="191750" cy="51350"/>
            </a:xfrm>
            <a:custGeom>
              <a:avLst/>
              <a:gdLst/>
              <a:ahLst/>
              <a:cxnLst/>
              <a:rect l="l" t="t" r="r" b="b"/>
              <a:pathLst>
                <a:path w="7670" h="2054" extrusionOk="0">
                  <a:moveTo>
                    <a:pt x="5376" y="0"/>
                  </a:moveTo>
                  <a:cubicBezTo>
                    <a:pt x="5129" y="0"/>
                    <a:pt x="4880" y="17"/>
                    <a:pt x="4629" y="49"/>
                  </a:cubicBezTo>
                  <a:cubicBezTo>
                    <a:pt x="3593" y="166"/>
                    <a:pt x="0" y="1051"/>
                    <a:pt x="0" y="1051"/>
                  </a:cubicBezTo>
                  <a:lnTo>
                    <a:pt x="3325" y="2054"/>
                  </a:lnTo>
                  <a:cubicBezTo>
                    <a:pt x="3325" y="2054"/>
                    <a:pt x="6099" y="1085"/>
                    <a:pt x="7670" y="550"/>
                  </a:cubicBezTo>
                  <a:cubicBezTo>
                    <a:pt x="6920" y="169"/>
                    <a:pt x="6160" y="0"/>
                    <a:pt x="53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19">
              <a:extLst>
                <a:ext uri="{FF2B5EF4-FFF2-40B4-BE49-F238E27FC236}">
                  <a16:creationId xmlns:a16="http://schemas.microsoft.com/office/drawing/2014/main" id="{3EC02FB7-EFDA-5032-F5C3-995CE4580060}"/>
                </a:ext>
              </a:extLst>
            </p:cNvPr>
            <p:cNvSpPr/>
            <p:nvPr/>
          </p:nvSpPr>
          <p:spPr>
            <a:xfrm>
              <a:off x="1889750" y="2597375"/>
              <a:ext cx="1974150" cy="613725"/>
            </a:xfrm>
            <a:custGeom>
              <a:avLst/>
              <a:gdLst/>
              <a:ahLst/>
              <a:cxnLst/>
              <a:rect l="l" t="t" r="r" b="b"/>
              <a:pathLst>
                <a:path w="78966" h="24549" extrusionOk="0">
                  <a:moveTo>
                    <a:pt x="74997" y="0"/>
                  </a:moveTo>
                  <a:cubicBezTo>
                    <a:pt x="74489" y="0"/>
                    <a:pt x="74003" y="10"/>
                    <a:pt x="73686" y="37"/>
                  </a:cubicBezTo>
                  <a:cubicBezTo>
                    <a:pt x="72716" y="121"/>
                    <a:pt x="72031" y="221"/>
                    <a:pt x="71764" y="789"/>
                  </a:cubicBezTo>
                  <a:cubicBezTo>
                    <a:pt x="71480" y="1341"/>
                    <a:pt x="63527" y="10731"/>
                    <a:pt x="62775" y="11900"/>
                  </a:cubicBezTo>
                  <a:cubicBezTo>
                    <a:pt x="62006" y="13070"/>
                    <a:pt x="59767" y="14206"/>
                    <a:pt x="58497" y="14340"/>
                  </a:cubicBezTo>
                  <a:cubicBezTo>
                    <a:pt x="58145" y="14371"/>
                    <a:pt x="57519" y="14382"/>
                    <a:pt x="56756" y="14382"/>
                  </a:cubicBezTo>
                  <a:cubicBezTo>
                    <a:pt x="55083" y="14382"/>
                    <a:pt x="52752" y="14330"/>
                    <a:pt x="51197" y="14330"/>
                  </a:cubicBezTo>
                  <a:cubicBezTo>
                    <a:pt x="50837" y="14330"/>
                    <a:pt x="50519" y="14333"/>
                    <a:pt x="50260" y="14340"/>
                  </a:cubicBezTo>
                  <a:cubicBezTo>
                    <a:pt x="48372" y="14373"/>
                    <a:pt x="13117" y="14340"/>
                    <a:pt x="9825" y="14691"/>
                  </a:cubicBezTo>
                  <a:cubicBezTo>
                    <a:pt x="6550" y="15075"/>
                    <a:pt x="5815" y="15660"/>
                    <a:pt x="3225" y="18133"/>
                  </a:cubicBezTo>
                  <a:cubicBezTo>
                    <a:pt x="3025" y="18333"/>
                    <a:pt x="2524" y="18550"/>
                    <a:pt x="1972" y="18851"/>
                  </a:cubicBezTo>
                  <a:cubicBezTo>
                    <a:pt x="1187" y="19269"/>
                    <a:pt x="301" y="19804"/>
                    <a:pt x="218" y="20539"/>
                  </a:cubicBezTo>
                  <a:cubicBezTo>
                    <a:pt x="1" y="22310"/>
                    <a:pt x="2373" y="23563"/>
                    <a:pt x="8806" y="24014"/>
                  </a:cubicBezTo>
                  <a:cubicBezTo>
                    <a:pt x="15239" y="24449"/>
                    <a:pt x="35891" y="24449"/>
                    <a:pt x="40686" y="24532"/>
                  </a:cubicBezTo>
                  <a:cubicBezTo>
                    <a:pt x="41296" y="24543"/>
                    <a:pt x="41928" y="24548"/>
                    <a:pt x="42578" y="24548"/>
                  </a:cubicBezTo>
                  <a:cubicBezTo>
                    <a:pt x="47035" y="24548"/>
                    <a:pt x="52325" y="24277"/>
                    <a:pt x="57094" y="23446"/>
                  </a:cubicBezTo>
                  <a:cubicBezTo>
                    <a:pt x="59984" y="22928"/>
                    <a:pt x="65849" y="21424"/>
                    <a:pt x="70778" y="20104"/>
                  </a:cubicBezTo>
                  <a:cubicBezTo>
                    <a:pt x="75206" y="18918"/>
                    <a:pt x="78865" y="17882"/>
                    <a:pt x="78865" y="17882"/>
                  </a:cubicBezTo>
                  <a:cubicBezTo>
                    <a:pt x="78865" y="17882"/>
                    <a:pt x="78965" y="17598"/>
                    <a:pt x="78832" y="16796"/>
                  </a:cubicBezTo>
                  <a:cubicBezTo>
                    <a:pt x="78815" y="16679"/>
                    <a:pt x="78782" y="16545"/>
                    <a:pt x="78731" y="16412"/>
                  </a:cubicBezTo>
                  <a:cubicBezTo>
                    <a:pt x="77863" y="16044"/>
                    <a:pt x="73819" y="15042"/>
                    <a:pt x="73819" y="15042"/>
                  </a:cubicBezTo>
                  <a:lnTo>
                    <a:pt x="77111" y="37"/>
                  </a:lnTo>
                  <a:cubicBezTo>
                    <a:pt x="77111" y="37"/>
                    <a:pt x="76012" y="0"/>
                    <a:pt x="74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19">
              <a:extLst>
                <a:ext uri="{FF2B5EF4-FFF2-40B4-BE49-F238E27FC236}">
                  <a16:creationId xmlns:a16="http://schemas.microsoft.com/office/drawing/2014/main" id="{2A756DE4-95EE-92C8-6D6C-A932669C89C4}"/>
                </a:ext>
              </a:extLst>
            </p:cNvPr>
            <p:cNvSpPr/>
            <p:nvPr/>
          </p:nvSpPr>
          <p:spPr>
            <a:xfrm>
              <a:off x="1889750" y="3018100"/>
              <a:ext cx="1974150" cy="193000"/>
            </a:xfrm>
            <a:custGeom>
              <a:avLst/>
              <a:gdLst/>
              <a:ahLst/>
              <a:cxnLst/>
              <a:rect l="l" t="t" r="r" b="b"/>
              <a:pathLst>
                <a:path w="78966" h="7720" extrusionOk="0">
                  <a:moveTo>
                    <a:pt x="78815" y="0"/>
                  </a:moveTo>
                  <a:cubicBezTo>
                    <a:pt x="75724" y="702"/>
                    <a:pt x="70127" y="1888"/>
                    <a:pt x="64262" y="2674"/>
                  </a:cubicBezTo>
                  <a:cubicBezTo>
                    <a:pt x="60190" y="3197"/>
                    <a:pt x="46410" y="3249"/>
                    <a:pt x="32671" y="3249"/>
                  </a:cubicBezTo>
                  <a:cubicBezTo>
                    <a:pt x="29284" y="3249"/>
                    <a:pt x="25899" y="3246"/>
                    <a:pt x="22663" y="3246"/>
                  </a:cubicBezTo>
                  <a:cubicBezTo>
                    <a:pt x="10533" y="3246"/>
                    <a:pt x="488" y="3290"/>
                    <a:pt x="218" y="3710"/>
                  </a:cubicBezTo>
                  <a:cubicBezTo>
                    <a:pt x="1" y="5481"/>
                    <a:pt x="2373" y="6734"/>
                    <a:pt x="8806" y="7185"/>
                  </a:cubicBezTo>
                  <a:cubicBezTo>
                    <a:pt x="15239" y="7620"/>
                    <a:pt x="35891" y="7620"/>
                    <a:pt x="40686" y="7703"/>
                  </a:cubicBezTo>
                  <a:cubicBezTo>
                    <a:pt x="41296" y="7714"/>
                    <a:pt x="41928" y="7719"/>
                    <a:pt x="42578" y="7719"/>
                  </a:cubicBezTo>
                  <a:cubicBezTo>
                    <a:pt x="47035" y="7719"/>
                    <a:pt x="52325" y="7448"/>
                    <a:pt x="57094" y="6617"/>
                  </a:cubicBezTo>
                  <a:cubicBezTo>
                    <a:pt x="59984" y="6099"/>
                    <a:pt x="65849" y="4595"/>
                    <a:pt x="70778" y="3275"/>
                  </a:cubicBezTo>
                  <a:cubicBezTo>
                    <a:pt x="75206" y="2089"/>
                    <a:pt x="78865" y="1053"/>
                    <a:pt x="78865" y="1053"/>
                  </a:cubicBezTo>
                  <a:cubicBezTo>
                    <a:pt x="78865" y="1053"/>
                    <a:pt x="78965" y="769"/>
                    <a:pt x="78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19">
              <a:extLst>
                <a:ext uri="{FF2B5EF4-FFF2-40B4-BE49-F238E27FC236}">
                  <a16:creationId xmlns:a16="http://schemas.microsoft.com/office/drawing/2014/main" id="{CC4FB29E-74E6-009C-1E6B-1175234477E8}"/>
                </a:ext>
              </a:extLst>
            </p:cNvPr>
            <p:cNvSpPr/>
            <p:nvPr/>
          </p:nvSpPr>
          <p:spPr>
            <a:xfrm>
              <a:off x="3536375" y="3023000"/>
              <a:ext cx="174225" cy="29375"/>
            </a:xfrm>
            <a:custGeom>
              <a:avLst/>
              <a:gdLst/>
              <a:ahLst/>
              <a:cxnLst/>
              <a:rect l="l" t="t" r="r" b="b"/>
              <a:pathLst>
                <a:path w="6969" h="1175" extrusionOk="0">
                  <a:moveTo>
                    <a:pt x="3604" y="1"/>
                  </a:moveTo>
                  <a:cubicBezTo>
                    <a:pt x="3063" y="1"/>
                    <a:pt x="2582" y="30"/>
                    <a:pt x="2407" y="88"/>
                  </a:cubicBezTo>
                  <a:cubicBezTo>
                    <a:pt x="2056" y="222"/>
                    <a:pt x="1" y="840"/>
                    <a:pt x="1" y="840"/>
                  </a:cubicBezTo>
                  <a:lnTo>
                    <a:pt x="6965" y="1174"/>
                  </a:lnTo>
                  <a:lnTo>
                    <a:pt x="6965" y="1174"/>
                  </a:lnTo>
                  <a:cubicBezTo>
                    <a:pt x="6823" y="1161"/>
                    <a:pt x="5993" y="221"/>
                    <a:pt x="5164" y="88"/>
                  </a:cubicBezTo>
                  <a:cubicBezTo>
                    <a:pt x="4746" y="30"/>
                    <a:pt x="4145" y="1"/>
                    <a:pt x="3604" y="1"/>
                  </a:cubicBezTo>
                  <a:close/>
                  <a:moveTo>
                    <a:pt x="6965" y="1174"/>
                  </a:moveTo>
                  <a:cubicBezTo>
                    <a:pt x="6966" y="1174"/>
                    <a:pt x="6967" y="1175"/>
                    <a:pt x="6968" y="1175"/>
                  </a:cubicBezTo>
                  <a:lnTo>
                    <a:pt x="6965" y="11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47" name="Google Shape;2547;p119">
              <a:extLst>
                <a:ext uri="{FF2B5EF4-FFF2-40B4-BE49-F238E27FC236}">
                  <a16:creationId xmlns:a16="http://schemas.microsoft.com/office/drawing/2014/main" id="{59D9EABC-9B33-1943-1DCD-B77311988BE3}"/>
                </a:ext>
              </a:extLst>
            </p:cNvPr>
            <p:cNvGrpSpPr/>
            <p:nvPr/>
          </p:nvGrpSpPr>
          <p:grpSpPr>
            <a:xfrm>
              <a:off x="2309975" y="3167225"/>
              <a:ext cx="202625" cy="127850"/>
              <a:chOff x="2309975" y="3167225"/>
              <a:chExt cx="202625" cy="127850"/>
            </a:xfrm>
          </p:grpSpPr>
          <p:sp>
            <p:nvSpPr>
              <p:cNvPr id="2548" name="Google Shape;2548;p119">
                <a:extLst>
                  <a:ext uri="{FF2B5EF4-FFF2-40B4-BE49-F238E27FC236}">
                    <a16:creationId xmlns:a16="http://schemas.microsoft.com/office/drawing/2014/main" id="{2EA8ED3D-5698-E656-47D6-41E5B4C46D91}"/>
                  </a:ext>
                </a:extLst>
              </p:cNvPr>
              <p:cNvSpPr/>
              <p:nvPr/>
            </p:nvSpPr>
            <p:spPr>
              <a:xfrm>
                <a:off x="2318325" y="3167650"/>
                <a:ext cx="194275" cy="127425"/>
              </a:xfrm>
              <a:custGeom>
                <a:avLst/>
                <a:gdLst/>
                <a:ahLst/>
                <a:cxnLst/>
                <a:rect l="l" t="t" r="r" b="b"/>
                <a:pathLst>
                  <a:path w="7771" h="5097" extrusionOk="0">
                    <a:moveTo>
                      <a:pt x="1404" y="0"/>
                    </a:moveTo>
                    <a:lnTo>
                      <a:pt x="1404" y="0"/>
                    </a:lnTo>
                    <a:cubicBezTo>
                      <a:pt x="1839" y="1303"/>
                      <a:pt x="2557" y="2506"/>
                      <a:pt x="3443" y="3576"/>
                    </a:cubicBezTo>
                    <a:cubicBezTo>
                      <a:pt x="2696" y="3620"/>
                      <a:pt x="1935" y="3643"/>
                      <a:pt x="1164" y="3643"/>
                    </a:cubicBezTo>
                    <a:cubicBezTo>
                      <a:pt x="779" y="3643"/>
                      <a:pt x="391" y="3637"/>
                      <a:pt x="1" y="3626"/>
                    </a:cubicBezTo>
                    <a:lnTo>
                      <a:pt x="1" y="3626"/>
                    </a:lnTo>
                    <a:cubicBezTo>
                      <a:pt x="318" y="4712"/>
                      <a:pt x="986" y="4996"/>
                      <a:pt x="1638" y="5079"/>
                    </a:cubicBezTo>
                    <a:cubicBezTo>
                      <a:pt x="1724" y="5091"/>
                      <a:pt x="1868" y="5097"/>
                      <a:pt x="2055" y="5097"/>
                    </a:cubicBezTo>
                    <a:cubicBezTo>
                      <a:pt x="2669" y="5097"/>
                      <a:pt x="3754" y="5039"/>
                      <a:pt x="4829" y="4963"/>
                    </a:cubicBezTo>
                    <a:cubicBezTo>
                      <a:pt x="6149" y="4846"/>
                      <a:pt x="7419" y="4729"/>
                      <a:pt x="7770" y="4612"/>
                    </a:cubicBezTo>
                    <a:cubicBezTo>
                      <a:pt x="7236" y="4010"/>
                      <a:pt x="6834" y="1805"/>
                      <a:pt x="7770" y="635"/>
                    </a:cubicBezTo>
                    <a:cubicBezTo>
                      <a:pt x="6868" y="167"/>
                      <a:pt x="2941" y="50"/>
                      <a:pt x="14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119">
                <a:extLst>
                  <a:ext uri="{FF2B5EF4-FFF2-40B4-BE49-F238E27FC236}">
                    <a16:creationId xmlns:a16="http://schemas.microsoft.com/office/drawing/2014/main" id="{F052EEAB-655F-453D-9B68-AA936B53328D}"/>
                  </a:ext>
                </a:extLst>
              </p:cNvPr>
              <p:cNvSpPr/>
              <p:nvPr/>
            </p:nvSpPr>
            <p:spPr>
              <a:xfrm>
                <a:off x="2309975" y="3167225"/>
                <a:ext cx="94425" cy="91675"/>
              </a:xfrm>
              <a:custGeom>
                <a:avLst/>
                <a:gdLst/>
                <a:ahLst/>
                <a:cxnLst/>
                <a:rect l="l" t="t" r="r" b="b"/>
                <a:pathLst>
                  <a:path w="3777" h="3667" extrusionOk="0">
                    <a:moveTo>
                      <a:pt x="1087" y="0"/>
                    </a:moveTo>
                    <a:cubicBezTo>
                      <a:pt x="268" y="552"/>
                      <a:pt x="1" y="1504"/>
                      <a:pt x="201" y="3058"/>
                    </a:cubicBezTo>
                    <a:cubicBezTo>
                      <a:pt x="234" y="3259"/>
                      <a:pt x="268" y="3442"/>
                      <a:pt x="335" y="3643"/>
                    </a:cubicBezTo>
                    <a:cubicBezTo>
                      <a:pt x="725" y="3660"/>
                      <a:pt x="1113" y="3667"/>
                      <a:pt x="1498" y="3667"/>
                    </a:cubicBezTo>
                    <a:cubicBezTo>
                      <a:pt x="2269" y="3667"/>
                      <a:pt x="3030" y="3637"/>
                      <a:pt x="3777" y="3593"/>
                    </a:cubicBezTo>
                    <a:cubicBezTo>
                      <a:pt x="2891" y="2523"/>
                      <a:pt x="2173" y="1320"/>
                      <a:pt x="1738" y="17"/>
                    </a:cubicBezTo>
                    <a:cubicBezTo>
                      <a:pt x="1337" y="17"/>
                      <a:pt x="1087" y="0"/>
                      <a:pt x="1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50" name="Google Shape;2550;p119">
              <a:extLst>
                <a:ext uri="{FF2B5EF4-FFF2-40B4-BE49-F238E27FC236}">
                  <a16:creationId xmlns:a16="http://schemas.microsoft.com/office/drawing/2014/main" id="{EB14E42D-DD14-D43D-B293-1B7BCCAC78C4}"/>
                </a:ext>
              </a:extLst>
            </p:cNvPr>
            <p:cNvSpPr/>
            <p:nvPr/>
          </p:nvSpPr>
          <p:spPr>
            <a:xfrm>
              <a:off x="2483850" y="3186425"/>
              <a:ext cx="53800" cy="93600"/>
            </a:xfrm>
            <a:custGeom>
              <a:avLst/>
              <a:gdLst/>
              <a:ahLst/>
              <a:cxnLst/>
              <a:rect l="l" t="t" r="r" b="b"/>
              <a:pathLst>
                <a:path w="2152" h="3744" extrusionOk="0">
                  <a:moveTo>
                    <a:pt x="1049" y="1"/>
                  </a:moveTo>
                  <a:cubicBezTo>
                    <a:pt x="0" y="1582"/>
                    <a:pt x="1041" y="3744"/>
                    <a:pt x="1049" y="3744"/>
                  </a:cubicBezTo>
                  <a:cubicBezTo>
                    <a:pt x="1049" y="3744"/>
                    <a:pt x="1049" y="3744"/>
                    <a:pt x="1049" y="3744"/>
                  </a:cubicBezTo>
                  <a:lnTo>
                    <a:pt x="2035" y="3560"/>
                  </a:lnTo>
                  <a:cubicBezTo>
                    <a:pt x="2035" y="3560"/>
                    <a:pt x="1667" y="1254"/>
                    <a:pt x="2152" y="302"/>
                  </a:cubicBezTo>
                  <a:lnTo>
                    <a:pt x="1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19">
              <a:extLst>
                <a:ext uri="{FF2B5EF4-FFF2-40B4-BE49-F238E27FC236}">
                  <a16:creationId xmlns:a16="http://schemas.microsoft.com/office/drawing/2014/main" id="{0FBEF470-EA82-DD7A-E56B-8E26C652013B}"/>
                </a:ext>
              </a:extLst>
            </p:cNvPr>
            <p:cNvSpPr/>
            <p:nvPr/>
          </p:nvSpPr>
          <p:spPr>
            <a:xfrm>
              <a:off x="2518900" y="3200650"/>
              <a:ext cx="93525" cy="57250"/>
            </a:xfrm>
            <a:custGeom>
              <a:avLst/>
              <a:gdLst/>
              <a:ahLst/>
              <a:cxnLst/>
              <a:rect l="l" t="t" r="r" b="b"/>
              <a:pathLst>
                <a:path w="3741" h="2290" extrusionOk="0">
                  <a:moveTo>
                    <a:pt x="649" y="0"/>
                  </a:moveTo>
                  <a:cubicBezTo>
                    <a:pt x="1" y="316"/>
                    <a:pt x="478" y="2289"/>
                    <a:pt x="482" y="2289"/>
                  </a:cubicBezTo>
                  <a:cubicBezTo>
                    <a:pt x="482" y="2289"/>
                    <a:pt x="482" y="2289"/>
                    <a:pt x="482" y="2289"/>
                  </a:cubicBezTo>
                  <a:lnTo>
                    <a:pt x="3390" y="1938"/>
                  </a:lnTo>
                  <a:cubicBezTo>
                    <a:pt x="3390" y="1938"/>
                    <a:pt x="3741" y="1086"/>
                    <a:pt x="3490" y="501"/>
                  </a:cubicBezTo>
                  <a:lnTo>
                    <a:pt x="6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19">
              <a:extLst>
                <a:ext uri="{FF2B5EF4-FFF2-40B4-BE49-F238E27FC236}">
                  <a16:creationId xmlns:a16="http://schemas.microsoft.com/office/drawing/2014/main" id="{E84AD5EA-D3FF-7734-0AA9-5AE9B98D6986}"/>
                </a:ext>
              </a:extLst>
            </p:cNvPr>
            <p:cNvSpPr/>
            <p:nvPr/>
          </p:nvSpPr>
          <p:spPr>
            <a:xfrm>
              <a:off x="2350900" y="3114775"/>
              <a:ext cx="495025" cy="75950"/>
            </a:xfrm>
            <a:custGeom>
              <a:avLst/>
              <a:gdLst/>
              <a:ahLst/>
              <a:cxnLst/>
              <a:rect l="l" t="t" r="r" b="b"/>
              <a:pathLst>
                <a:path w="19801" h="3038" extrusionOk="0">
                  <a:moveTo>
                    <a:pt x="12538" y="1"/>
                  </a:moveTo>
                  <a:cubicBezTo>
                    <a:pt x="12423" y="1"/>
                    <a:pt x="12310" y="4"/>
                    <a:pt x="12198" y="10"/>
                  </a:cubicBezTo>
                  <a:cubicBezTo>
                    <a:pt x="9491" y="160"/>
                    <a:pt x="1" y="2115"/>
                    <a:pt x="1" y="2115"/>
                  </a:cubicBezTo>
                  <a:lnTo>
                    <a:pt x="6367" y="2867"/>
                  </a:lnTo>
                  <a:cubicBezTo>
                    <a:pt x="6367" y="2867"/>
                    <a:pt x="10168" y="3038"/>
                    <a:pt x="12317" y="3038"/>
                  </a:cubicBezTo>
                  <a:cubicBezTo>
                    <a:pt x="12496" y="3038"/>
                    <a:pt x="12663" y="3037"/>
                    <a:pt x="12816" y="3034"/>
                  </a:cubicBezTo>
                  <a:cubicBezTo>
                    <a:pt x="14788" y="3017"/>
                    <a:pt x="19801" y="2650"/>
                    <a:pt x="19099" y="2115"/>
                  </a:cubicBezTo>
                  <a:cubicBezTo>
                    <a:pt x="18442" y="1603"/>
                    <a:pt x="15177" y="1"/>
                    <a:pt x="125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19">
              <a:extLst>
                <a:ext uri="{FF2B5EF4-FFF2-40B4-BE49-F238E27FC236}">
                  <a16:creationId xmlns:a16="http://schemas.microsoft.com/office/drawing/2014/main" id="{0EEF8BC5-580C-9618-398E-FD33156D3469}"/>
                </a:ext>
              </a:extLst>
            </p:cNvPr>
            <p:cNvSpPr/>
            <p:nvPr/>
          </p:nvSpPr>
          <p:spPr>
            <a:xfrm>
              <a:off x="2666700" y="3084925"/>
              <a:ext cx="84000" cy="38875"/>
            </a:xfrm>
            <a:custGeom>
              <a:avLst/>
              <a:gdLst/>
              <a:ahLst/>
              <a:cxnLst/>
              <a:rect l="l" t="t" r="r" b="b"/>
              <a:pathLst>
                <a:path w="3360" h="1555" extrusionOk="0">
                  <a:moveTo>
                    <a:pt x="2490" y="1"/>
                  </a:moveTo>
                  <a:cubicBezTo>
                    <a:pt x="1772" y="1"/>
                    <a:pt x="84" y="1204"/>
                    <a:pt x="1" y="1204"/>
                  </a:cubicBezTo>
                  <a:lnTo>
                    <a:pt x="2273" y="1555"/>
                  </a:lnTo>
                  <a:lnTo>
                    <a:pt x="3359" y="134"/>
                  </a:lnTo>
                  <a:cubicBezTo>
                    <a:pt x="3359" y="134"/>
                    <a:pt x="3192" y="1"/>
                    <a:pt x="24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19">
              <a:extLst>
                <a:ext uri="{FF2B5EF4-FFF2-40B4-BE49-F238E27FC236}">
                  <a16:creationId xmlns:a16="http://schemas.microsoft.com/office/drawing/2014/main" id="{22B9F782-4B35-DC0C-FC0C-E18150CBBEB9}"/>
                </a:ext>
              </a:extLst>
            </p:cNvPr>
            <p:cNvSpPr/>
            <p:nvPr/>
          </p:nvSpPr>
          <p:spPr>
            <a:xfrm>
              <a:off x="2231450" y="3040225"/>
              <a:ext cx="1001275" cy="20075"/>
            </a:xfrm>
            <a:custGeom>
              <a:avLst/>
              <a:gdLst/>
              <a:ahLst/>
              <a:cxnLst/>
              <a:rect l="l" t="t" r="r" b="b"/>
              <a:pathLst>
                <a:path w="40051" h="803" extrusionOk="0">
                  <a:moveTo>
                    <a:pt x="251" y="1"/>
                  </a:moveTo>
                  <a:cubicBezTo>
                    <a:pt x="134" y="1"/>
                    <a:pt x="34" y="101"/>
                    <a:pt x="0" y="235"/>
                  </a:cubicBezTo>
                  <a:lnTo>
                    <a:pt x="0" y="369"/>
                  </a:lnTo>
                  <a:cubicBezTo>
                    <a:pt x="17" y="486"/>
                    <a:pt x="117" y="619"/>
                    <a:pt x="234" y="619"/>
                  </a:cubicBezTo>
                  <a:cubicBezTo>
                    <a:pt x="368" y="619"/>
                    <a:pt x="468" y="502"/>
                    <a:pt x="485" y="385"/>
                  </a:cubicBezTo>
                  <a:lnTo>
                    <a:pt x="485" y="252"/>
                  </a:lnTo>
                  <a:cubicBezTo>
                    <a:pt x="485" y="135"/>
                    <a:pt x="385" y="18"/>
                    <a:pt x="251" y="1"/>
                  </a:cubicBezTo>
                  <a:close/>
                  <a:moveTo>
                    <a:pt x="1571" y="1"/>
                  </a:moveTo>
                  <a:cubicBezTo>
                    <a:pt x="1454" y="1"/>
                    <a:pt x="1337" y="101"/>
                    <a:pt x="1320" y="235"/>
                  </a:cubicBezTo>
                  <a:lnTo>
                    <a:pt x="1320" y="369"/>
                  </a:lnTo>
                  <a:cubicBezTo>
                    <a:pt x="1320" y="502"/>
                    <a:pt x="1437" y="619"/>
                    <a:pt x="1554" y="619"/>
                  </a:cubicBezTo>
                  <a:cubicBezTo>
                    <a:pt x="1688" y="619"/>
                    <a:pt x="1788" y="502"/>
                    <a:pt x="1805" y="385"/>
                  </a:cubicBezTo>
                  <a:lnTo>
                    <a:pt x="1805" y="252"/>
                  </a:lnTo>
                  <a:cubicBezTo>
                    <a:pt x="1805" y="135"/>
                    <a:pt x="1705" y="1"/>
                    <a:pt x="1571" y="1"/>
                  </a:cubicBezTo>
                  <a:close/>
                  <a:moveTo>
                    <a:pt x="2908" y="1"/>
                  </a:moveTo>
                  <a:cubicBezTo>
                    <a:pt x="2791" y="1"/>
                    <a:pt x="2690" y="101"/>
                    <a:pt x="2657" y="235"/>
                  </a:cubicBezTo>
                  <a:lnTo>
                    <a:pt x="2657" y="369"/>
                  </a:lnTo>
                  <a:cubicBezTo>
                    <a:pt x="2640" y="502"/>
                    <a:pt x="2741" y="619"/>
                    <a:pt x="2891" y="619"/>
                  </a:cubicBezTo>
                  <a:cubicBezTo>
                    <a:pt x="3025" y="619"/>
                    <a:pt x="3125" y="502"/>
                    <a:pt x="3142" y="385"/>
                  </a:cubicBezTo>
                  <a:lnTo>
                    <a:pt x="3142" y="252"/>
                  </a:lnTo>
                  <a:cubicBezTo>
                    <a:pt x="3142" y="135"/>
                    <a:pt x="3041" y="18"/>
                    <a:pt x="2908" y="1"/>
                  </a:cubicBezTo>
                  <a:close/>
                  <a:moveTo>
                    <a:pt x="4228" y="34"/>
                  </a:moveTo>
                  <a:cubicBezTo>
                    <a:pt x="4094" y="34"/>
                    <a:pt x="3994" y="135"/>
                    <a:pt x="3977" y="252"/>
                  </a:cubicBezTo>
                  <a:lnTo>
                    <a:pt x="3977" y="385"/>
                  </a:lnTo>
                  <a:cubicBezTo>
                    <a:pt x="3960" y="502"/>
                    <a:pt x="4060" y="619"/>
                    <a:pt x="4211" y="636"/>
                  </a:cubicBezTo>
                  <a:cubicBezTo>
                    <a:pt x="4328" y="636"/>
                    <a:pt x="4461" y="536"/>
                    <a:pt x="4461" y="402"/>
                  </a:cubicBezTo>
                  <a:lnTo>
                    <a:pt x="4461" y="268"/>
                  </a:lnTo>
                  <a:cubicBezTo>
                    <a:pt x="4461" y="151"/>
                    <a:pt x="4361" y="51"/>
                    <a:pt x="4228" y="34"/>
                  </a:cubicBezTo>
                  <a:close/>
                  <a:moveTo>
                    <a:pt x="5548" y="34"/>
                  </a:moveTo>
                  <a:cubicBezTo>
                    <a:pt x="5414" y="34"/>
                    <a:pt x="5314" y="135"/>
                    <a:pt x="5297" y="252"/>
                  </a:cubicBezTo>
                  <a:lnTo>
                    <a:pt x="5297" y="385"/>
                  </a:lnTo>
                  <a:cubicBezTo>
                    <a:pt x="5280" y="536"/>
                    <a:pt x="5380" y="636"/>
                    <a:pt x="5531" y="636"/>
                  </a:cubicBezTo>
                  <a:cubicBezTo>
                    <a:pt x="5648" y="636"/>
                    <a:pt x="5748" y="536"/>
                    <a:pt x="5781" y="402"/>
                  </a:cubicBezTo>
                  <a:lnTo>
                    <a:pt x="5781" y="268"/>
                  </a:lnTo>
                  <a:cubicBezTo>
                    <a:pt x="5781" y="151"/>
                    <a:pt x="5665" y="51"/>
                    <a:pt x="5548" y="34"/>
                  </a:cubicBezTo>
                  <a:close/>
                  <a:moveTo>
                    <a:pt x="6868" y="34"/>
                  </a:moveTo>
                  <a:cubicBezTo>
                    <a:pt x="6734" y="34"/>
                    <a:pt x="6634" y="135"/>
                    <a:pt x="6617" y="252"/>
                  </a:cubicBezTo>
                  <a:lnTo>
                    <a:pt x="6617" y="385"/>
                  </a:lnTo>
                  <a:cubicBezTo>
                    <a:pt x="6583" y="536"/>
                    <a:pt x="6717" y="636"/>
                    <a:pt x="6834" y="636"/>
                  </a:cubicBezTo>
                  <a:cubicBezTo>
                    <a:pt x="6968" y="636"/>
                    <a:pt x="7085" y="536"/>
                    <a:pt x="7085" y="402"/>
                  </a:cubicBezTo>
                  <a:lnTo>
                    <a:pt x="7085" y="268"/>
                  </a:lnTo>
                  <a:cubicBezTo>
                    <a:pt x="7085" y="151"/>
                    <a:pt x="6984" y="51"/>
                    <a:pt x="6868" y="34"/>
                  </a:cubicBezTo>
                  <a:close/>
                  <a:moveTo>
                    <a:pt x="8171" y="34"/>
                  </a:moveTo>
                  <a:cubicBezTo>
                    <a:pt x="8054" y="34"/>
                    <a:pt x="7937" y="135"/>
                    <a:pt x="7920" y="252"/>
                  </a:cubicBezTo>
                  <a:lnTo>
                    <a:pt x="7920" y="385"/>
                  </a:lnTo>
                  <a:cubicBezTo>
                    <a:pt x="7920" y="536"/>
                    <a:pt x="8037" y="636"/>
                    <a:pt x="8154" y="636"/>
                  </a:cubicBezTo>
                  <a:cubicBezTo>
                    <a:pt x="8288" y="636"/>
                    <a:pt x="8405" y="536"/>
                    <a:pt x="8405" y="402"/>
                  </a:cubicBezTo>
                  <a:lnTo>
                    <a:pt x="8405" y="268"/>
                  </a:lnTo>
                  <a:cubicBezTo>
                    <a:pt x="8405" y="151"/>
                    <a:pt x="8304" y="51"/>
                    <a:pt x="8171" y="34"/>
                  </a:cubicBezTo>
                  <a:close/>
                  <a:moveTo>
                    <a:pt x="9491" y="51"/>
                  </a:moveTo>
                  <a:cubicBezTo>
                    <a:pt x="9374" y="51"/>
                    <a:pt x="9240" y="151"/>
                    <a:pt x="9240" y="285"/>
                  </a:cubicBezTo>
                  <a:lnTo>
                    <a:pt x="9240" y="402"/>
                  </a:lnTo>
                  <a:cubicBezTo>
                    <a:pt x="9240" y="552"/>
                    <a:pt x="9340" y="653"/>
                    <a:pt x="9474" y="653"/>
                  </a:cubicBezTo>
                  <a:cubicBezTo>
                    <a:pt x="9591" y="653"/>
                    <a:pt x="9725" y="552"/>
                    <a:pt x="9725" y="419"/>
                  </a:cubicBezTo>
                  <a:lnTo>
                    <a:pt x="9725" y="302"/>
                  </a:lnTo>
                  <a:cubicBezTo>
                    <a:pt x="9725" y="168"/>
                    <a:pt x="9624" y="68"/>
                    <a:pt x="9491" y="51"/>
                  </a:cubicBezTo>
                  <a:close/>
                  <a:moveTo>
                    <a:pt x="10811" y="51"/>
                  </a:moveTo>
                  <a:cubicBezTo>
                    <a:pt x="10677" y="51"/>
                    <a:pt x="10577" y="151"/>
                    <a:pt x="10560" y="285"/>
                  </a:cubicBezTo>
                  <a:lnTo>
                    <a:pt x="10560" y="402"/>
                  </a:lnTo>
                  <a:cubicBezTo>
                    <a:pt x="10560" y="552"/>
                    <a:pt x="10660" y="653"/>
                    <a:pt x="10794" y="653"/>
                  </a:cubicBezTo>
                  <a:cubicBezTo>
                    <a:pt x="10911" y="653"/>
                    <a:pt x="11045" y="552"/>
                    <a:pt x="11045" y="419"/>
                  </a:cubicBezTo>
                  <a:lnTo>
                    <a:pt x="11045" y="302"/>
                  </a:lnTo>
                  <a:cubicBezTo>
                    <a:pt x="11045" y="168"/>
                    <a:pt x="10928" y="51"/>
                    <a:pt x="10811" y="51"/>
                  </a:cubicBezTo>
                  <a:close/>
                  <a:moveTo>
                    <a:pt x="12114" y="51"/>
                  </a:moveTo>
                  <a:cubicBezTo>
                    <a:pt x="11997" y="51"/>
                    <a:pt x="11897" y="151"/>
                    <a:pt x="11880" y="285"/>
                  </a:cubicBezTo>
                  <a:lnTo>
                    <a:pt x="11880" y="402"/>
                  </a:lnTo>
                  <a:cubicBezTo>
                    <a:pt x="11880" y="552"/>
                    <a:pt x="11980" y="653"/>
                    <a:pt x="12097" y="653"/>
                  </a:cubicBezTo>
                  <a:cubicBezTo>
                    <a:pt x="12231" y="653"/>
                    <a:pt x="12331" y="552"/>
                    <a:pt x="12348" y="419"/>
                  </a:cubicBezTo>
                  <a:lnTo>
                    <a:pt x="12348" y="302"/>
                  </a:lnTo>
                  <a:cubicBezTo>
                    <a:pt x="12348" y="168"/>
                    <a:pt x="12248" y="68"/>
                    <a:pt x="12114" y="51"/>
                  </a:cubicBezTo>
                  <a:close/>
                  <a:moveTo>
                    <a:pt x="13434" y="68"/>
                  </a:moveTo>
                  <a:cubicBezTo>
                    <a:pt x="13317" y="68"/>
                    <a:pt x="13183" y="168"/>
                    <a:pt x="13183" y="302"/>
                  </a:cubicBezTo>
                  <a:lnTo>
                    <a:pt x="13183" y="419"/>
                  </a:lnTo>
                  <a:cubicBezTo>
                    <a:pt x="13183" y="552"/>
                    <a:pt x="13300" y="669"/>
                    <a:pt x="13417" y="669"/>
                  </a:cubicBezTo>
                  <a:cubicBezTo>
                    <a:pt x="13551" y="669"/>
                    <a:pt x="13668" y="569"/>
                    <a:pt x="13668" y="452"/>
                  </a:cubicBezTo>
                  <a:lnTo>
                    <a:pt x="13668" y="318"/>
                  </a:lnTo>
                  <a:cubicBezTo>
                    <a:pt x="13668" y="185"/>
                    <a:pt x="13568" y="85"/>
                    <a:pt x="13434" y="68"/>
                  </a:cubicBezTo>
                  <a:close/>
                  <a:moveTo>
                    <a:pt x="14771" y="68"/>
                  </a:moveTo>
                  <a:cubicBezTo>
                    <a:pt x="14654" y="68"/>
                    <a:pt x="14537" y="168"/>
                    <a:pt x="14520" y="302"/>
                  </a:cubicBezTo>
                  <a:lnTo>
                    <a:pt x="14520" y="419"/>
                  </a:lnTo>
                  <a:cubicBezTo>
                    <a:pt x="14503" y="569"/>
                    <a:pt x="14604" y="669"/>
                    <a:pt x="14754" y="669"/>
                  </a:cubicBezTo>
                  <a:cubicBezTo>
                    <a:pt x="14888" y="669"/>
                    <a:pt x="14988" y="569"/>
                    <a:pt x="15005" y="452"/>
                  </a:cubicBezTo>
                  <a:lnTo>
                    <a:pt x="15005" y="318"/>
                  </a:lnTo>
                  <a:cubicBezTo>
                    <a:pt x="15005" y="185"/>
                    <a:pt x="14904" y="85"/>
                    <a:pt x="14771" y="68"/>
                  </a:cubicBezTo>
                  <a:close/>
                  <a:moveTo>
                    <a:pt x="16091" y="68"/>
                  </a:moveTo>
                  <a:cubicBezTo>
                    <a:pt x="15957" y="68"/>
                    <a:pt x="15857" y="168"/>
                    <a:pt x="15840" y="302"/>
                  </a:cubicBezTo>
                  <a:lnTo>
                    <a:pt x="15840" y="419"/>
                  </a:lnTo>
                  <a:cubicBezTo>
                    <a:pt x="15823" y="569"/>
                    <a:pt x="15924" y="669"/>
                    <a:pt x="16074" y="669"/>
                  </a:cubicBezTo>
                  <a:cubicBezTo>
                    <a:pt x="16191" y="669"/>
                    <a:pt x="16308" y="569"/>
                    <a:pt x="16325" y="452"/>
                  </a:cubicBezTo>
                  <a:lnTo>
                    <a:pt x="16325" y="318"/>
                  </a:lnTo>
                  <a:cubicBezTo>
                    <a:pt x="16325" y="185"/>
                    <a:pt x="16224" y="68"/>
                    <a:pt x="16091" y="68"/>
                  </a:cubicBezTo>
                  <a:close/>
                  <a:moveTo>
                    <a:pt x="17411" y="68"/>
                  </a:moveTo>
                  <a:cubicBezTo>
                    <a:pt x="17277" y="68"/>
                    <a:pt x="17177" y="168"/>
                    <a:pt x="17160" y="302"/>
                  </a:cubicBezTo>
                  <a:lnTo>
                    <a:pt x="17160" y="419"/>
                  </a:lnTo>
                  <a:cubicBezTo>
                    <a:pt x="17143" y="569"/>
                    <a:pt x="17244" y="669"/>
                    <a:pt x="17394" y="669"/>
                  </a:cubicBezTo>
                  <a:cubicBezTo>
                    <a:pt x="17511" y="669"/>
                    <a:pt x="17611" y="569"/>
                    <a:pt x="17645" y="452"/>
                  </a:cubicBezTo>
                  <a:lnTo>
                    <a:pt x="17645" y="318"/>
                  </a:lnTo>
                  <a:cubicBezTo>
                    <a:pt x="17645" y="185"/>
                    <a:pt x="17528" y="85"/>
                    <a:pt x="17411" y="68"/>
                  </a:cubicBezTo>
                  <a:close/>
                  <a:moveTo>
                    <a:pt x="18731" y="85"/>
                  </a:moveTo>
                  <a:cubicBezTo>
                    <a:pt x="18597" y="85"/>
                    <a:pt x="18497" y="201"/>
                    <a:pt x="18480" y="318"/>
                  </a:cubicBezTo>
                  <a:lnTo>
                    <a:pt x="18480" y="452"/>
                  </a:lnTo>
                  <a:cubicBezTo>
                    <a:pt x="18447" y="586"/>
                    <a:pt x="18580" y="703"/>
                    <a:pt x="18697" y="703"/>
                  </a:cubicBezTo>
                  <a:cubicBezTo>
                    <a:pt x="18831" y="703"/>
                    <a:pt x="18931" y="586"/>
                    <a:pt x="18948" y="469"/>
                  </a:cubicBezTo>
                  <a:lnTo>
                    <a:pt x="18948" y="335"/>
                  </a:lnTo>
                  <a:cubicBezTo>
                    <a:pt x="18948" y="218"/>
                    <a:pt x="18848" y="85"/>
                    <a:pt x="18731" y="85"/>
                  </a:cubicBezTo>
                  <a:close/>
                  <a:moveTo>
                    <a:pt x="20034" y="85"/>
                  </a:moveTo>
                  <a:cubicBezTo>
                    <a:pt x="19917" y="85"/>
                    <a:pt x="19817" y="201"/>
                    <a:pt x="19783" y="318"/>
                  </a:cubicBezTo>
                  <a:lnTo>
                    <a:pt x="19783" y="452"/>
                  </a:lnTo>
                  <a:cubicBezTo>
                    <a:pt x="19783" y="586"/>
                    <a:pt x="19900" y="703"/>
                    <a:pt x="20017" y="703"/>
                  </a:cubicBezTo>
                  <a:cubicBezTo>
                    <a:pt x="20151" y="703"/>
                    <a:pt x="20251" y="586"/>
                    <a:pt x="20268" y="469"/>
                  </a:cubicBezTo>
                  <a:lnTo>
                    <a:pt x="20268" y="335"/>
                  </a:lnTo>
                  <a:cubicBezTo>
                    <a:pt x="20268" y="218"/>
                    <a:pt x="20168" y="101"/>
                    <a:pt x="20034" y="85"/>
                  </a:cubicBezTo>
                  <a:close/>
                  <a:moveTo>
                    <a:pt x="21354" y="85"/>
                  </a:moveTo>
                  <a:cubicBezTo>
                    <a:pt x="21220" y="85"/>
                    <a:pt x="21120" y="201"/>
                    <a:pt x="21103" y="318"/>
                  </a:cubicBezTo>
                  <a:lnTo>
                    <a:pt x="21103" y="452"/>
                  </a:lnTo>
                  <a:cubicBezTo>
                    <a:pt x="21103" y="586"/>
                    <a:pt x="21203" y="703"/>
                    <a:pt x="21337" y="703"/>
                  </a:cubicBezTo>
                  <a:cubicBezTo>
                    <a:pt x="21454" y="703"/>
                    <a:pt x="21588" y="586"/>
                    <a:pt x="21588" y="469"/>
                  </a:cubicBezTo>
                  <a:lnTo>
                    <a:pt x="21588" y="335"/>
                  </a:lnTo>
                  <a:cubicBezTo>
                    <a:pt x="21588" y="218"/>
                    <a:pt x="21488" y="85"/>
                    <a:pt x="21354" y="85"/>
                  </a:cubicBezTo>
                  <a:close/>
                  <a:moveTo>
                    <a:pt x="22674" y="101"/>
                  </a:moveTo>
                  <a:cubicBezTo>
                    <a:pt x="22540" y="101"/>
                    <a:pt x="22440" y="218"/>
                    <a:pt x="22423" y="335"/>
                  </a:cubicBezTo>
                  <a:lnTo>
                    <a:pt x="22423" y="469"/>
                  </a:lnTo>
                  <a:cubicBezTo>
                    <a:pt x="22423" y="586"/>
                    <a:pt x="22523" y="719"/>
                    <a:pt x="22657" y="719"/>
                  </a:cubicBezTo>
                  <a:cubicBezTo>
                    <a:pt x="22774" y="719"/>
                    <a:pt x="22874" y="619"/>
                    <a:pt x="22908" y="486"/>
                  </a:cubicBezTo>
                  <a:lnTo>
                    <a:pt x="22908" y="352"/>
                  </a:lnTo>
                  <a:cubicBezTo>
                    <a:pt x="22908" y="235"/>
                    <a:pt x="22791" y="135"/>
                    <a:pt x="22674" y="101"/>
                  </a:cubicBezTo>
                  <a:close/>
                  <a:moveTo>
                    <a:pt x="23994" y="101"/>
                  </a:moveTo>
                  <a:cubicBezTo>
                    <a:pt x="23860" y="101"/>
                    <a:pt x="23760" y="218"/>
                    <a:pt x="23743" y="335"/>
                  </a:cubicBezTo>
                  <a:lnTo>
                    <a:pt x="23743" y="469"/>
                  </a:lnTo>
                  <a:cubicBezTo>
                    <a:pt x="23743" y="619"/>
                    <a:pt x="23843" y="719"/>
                    <a:pt x="23960" y="719"/>
                  </a:cubicBezTo>
                  <a:cubicBezTo>
                    <a:pt x="24094" y="719"/>
                    <a:pt x="24211" y="619"/>
                    <a:pt x="24211" y="486"/>
                  </a:cubicBezTo>
                  <a:lnTo>
                    <a:pt x="24211" y="352"/>
                  </a:lnTo>
                  <a:cubicBezTo>
                    <a:pt x="24211" y="235"/>
                    <a:pt x="24111" y="101"/>
                    <a:pt x="23994" y="101"/>
                  </a:cubicBezTo>
                  <a:close/>
                  <a:moveTo>
                    <a:pt x="25297" y="101"/>
                  </a:moveTo>
                  <a:cubicBezTo>
                    <a:pt x="25180" y="101"/>
                    <a:pt x="25063" y="218"/>
                    <a:pt x="25046" y="335"/>
                  </a:cubicBezTo>
                  <a:lnTo>
                    <a:pt x="25046" y="469"/>
                  </a:lnTo>
                  <a:cubicBezTo>
                    <a:pt x="25046" y="619"/>
                    <a:pt x="25163" y="719"/>
                    <a:pt x="25280" y="719"/>
                  </a:cubicBezTo>
                  <a:cubicBezTo>
                    <a:pt x="25414" y="719"/>
                    <a:pt x="25531" y="619"/>
                    <a:pt x="25531" y="486"/>
                  </a:cubicBezTo>
                  <a:lnTo>
                    <a:pt x="25531" y="352"/>
                  </a:lnTo>
                  <a:cubicBezTo>
                    <a:pt x="25531" y="235"/>
                    <a:pt x="25431" y="135"/>
                    <a:pt x="25297" y="101"/>
                  </a:cubicBezTo>
                  <a:close/>
                  <a:moveTo>
                    <a:pt x="26634" y="135"/>
                  </a:moveTo>
                  <a:cubicBezTo>
                    <a:pt x="26517" y="135"/>
                    <a:pt x="26383" y="235"/>
                    <a:pt x="26383" y="369"/>
                  </a:cubicBezTo>
                  <a:lnTo>
                    <a:pt x="26383" y="486"/>
                  </a:lnTo>
                  <a:cubicBezTo>
                    <a:pt x="26366" y="619"/>
                    <a:pt x="26467" y="736"/>
                    <a:pt x="26617" y="736"/>
                  </a:cubicBezTo>
                  <a:cubicBezTo>
                    <a:pt x="26751" y="736"/>
                    <a:pt x="26868" y="636"/>
                    <a:pt x="26868" y="502"/>
                  </a:cubicBezTo>
                  <a:lnTo>
                    <a:pt x="26868" y="385"/>
                  </a:lnTo>
                  <a:cubicBezTo>
                    <a:pt x="26868" y="252"/>
                    <a:pt x="26767" y="135"/>
                    <a:pt x="26634" y="135"/>
                  </a:cubicBezTo>
                  <a:close/>
                  <a:moveTo>
                    <a:pt x="27954" y="135"/>
                  </a:moveTo>
                  <a:cubicBezTo>
                    <a:pt x="27837" y="135"/>
                    <a:pt x="27720" y="235"/>
                    <a:pt x="27703" y="369"/>
                  </a:cubicBezTo>
                  <a:lnTo>
                    <a:pt x="27703" y="486"/>
                  </a:lnTo>
                  <a:cubicBezTo>
                    <a:pt x="27686" y="636"/>
                    <a:pt x="27787" y="736"/>
                    <a:pt x="27937" y="736"/>
                  </a:cubicBezTo>
                  <a:cubicBezTo>
                    <a:pt x="28054" y="736"/>
                    <a:pt x="28188" y="636"/>
                    <a:pt x="28188" y="502"/>
                  </a:cubicBezTo>
                  <a:lnTo>
                    <a:pt x="28188" y="385"/>
                  </a:lnTo>
                  <a:cubicBezTo>
                    <a:pt x="28188" y="252"/>
                    <a:pt x="28087" y="151"/>
                    <a:pt x="27954" y="135"/>
                  </a:cubicBezTo>
                  <a:close/>
                  <a:moveTo>
                    <a:pt x="29274" y="135"/>
                  </a:moveTo>
                  <a:cubicBezTo>
                    <a:pt x="29140" y="135"/>
                    <a:pt x="29040" y="235"/>
                    <a:pt x="29023" y="369"/>
                  </a:cubicBezTo>
                  <a:lnTo>
                    <a:pt x="29023" y="486"/>
                  </a:lnTo>
                  <a:cubicBezTo>
                    <a:pt x="29006" y="636"/>
                    <a:pt x="29107" y="736"/>
                    <a:pt x="29240" y="736"/>
                  </a:cubicBezTo>
                  <a:cubicBezTo>
                    <a:pt x="29374" y="736"/>
                    <a:pt x="29474" y="636"/>
                    <a:pt x="29508" y="502"/>
                  </a:cubicBezTo>
                  <a:lnTo>
                    <a:pt x="29508" y="385"/>
                  </a:lnTo>
                  <a:cubicBezTo>
                    <a:pt x="29508" y="252"/>
                    <a:pt x="29391" y="135"/>
                    <a:pt x="29274" y="135"/>
                  </a:cubicBezTo>
                  <a:close/>
                  <a:moveTo>
                    <a:pt x="30594" y="135"/>
                  </a:moveTo>
                  <a:cubicBezTo>
                    <a:pt x="30460" y="135"/>
                    <a:pt x="30343" y="235"/>
                    <a:pt x="30343" y="369"/>
                  </a:cubicBezTo>
                  <a:lnTo>
                    <a:pt x="30343" y="486"/>
                  </a:lnTo>
                  <a:cubicBezTo>
                    <a:pt x="30310" y="636"/>
                    <a:pt x="30443" y="736"/>
                    <a:pt x="30560" y="736"/>
                  </a:cubicBezTo>
                  <a:cubicBezTo>
                    <a:pt x="30694" y="736"/>
                    <a:pt x="30811" y="636"/>
                    <a:pt x="30811" y="502"/>
                  </a:cubicBezTo>
                  <a:lnTo>
                    <a:pt x="30811" y="385"/>
                  </a:lnTo>
                  <a:cubicBezTo>
                    <a:pt x="30811" y="252"/>
                    <a:pt x="30711" y="151"/>
                    <a:pt x="30594" y="135"/>
                  </a:cubicBezTo>
                  <a:close/>
                  <a:moveTo>
                    <a:pt x="31897" y="151"/>
                  </a:moveTo>
                  <a:cubicBezTo>
                    <a:pt x="31780" y="151"/>
                    <a:pt x="31680" y="252"/>
                    <a:pt x="31646" y="385"/>
                  </a:cubicBezTo>
                  <a:lnTo>
                    <a:pt x="31646" y="502"/>
                  </a:lnTo>
                  <a:cubicBezTo>
                    <a:pt x="31646" y="653"/>
                    <a:pt x="31747" y="753"/>
                    <a:pt x="31880" y="753"/>
                  </a:cubicBezTo>
                  <a:cubicBezTo>
                    <a:pt x="32014" y="753"/>
                    <a:pt x="32131" y="653"/>
                    <a:pt x="32131" y="536"/>
                  </a:cubicBezTo>
                  <a:lnTo>
                    <a:pt x="32131" y="402"/>
                  </a:lnTo>
                  <a:cubicBezTo>
                    <a:pt x="32131" y="268"/>
                    <a:pt x="32031" y="168"/>
                    <a:pt x="31897" y="151"/>
                  </a:cubicBezTo>
                  <a:close/>
                  <a:moveTo>
                    <a:pt x="33217" y="151"/>
                  </a:moveTo>
                  <a:cubicBezTo>
                    <a:pt x="33100" y="151"/>
                    <a:pt x="32983" y="252"/>
                    <a:pt x="32966" y="385"/>
                  </a:cubicBezTo>
                  <a:lnTo>
                    <a:pt x="32966" y="502"/>
                  </a:lnTo>
                  <a:cubicBezTo>
                    <a:pt x="32966" y="653"/>
                    <a:pt x="33067" y="753"/>
                    <a:pt x="33200" y="753"/>
                  </a:cubicBezTo>
                  <a:cubicBezTo>
                    <a:pt x="33317" y="753"/>
                    <a:pt x="33434" y="653"/>
                    <a:pt x="33451" y="536"/>
                  </a:cubicBezTo>
                  <a:lnTo>
                    <a:pt x="33451" y="402"/>
                  </a:lnTo>
                  <a:cubicBezTo>
                    <a:pt x="33451" y="268"/>
                    <a:pt x="33351" y="168"/>
                    <a:pt x="33217" y="151"/>
                  </a:cubicBezTo>
                  <a:close/>
                  <a:moveTo>
                    <a:pt x="34537" y="151"/>
                  </a:moveTo>
                  <a:cubicBezTo>
                    <a:pt x="34403" y="151"/>
                    <a:pt x="34286" y="252"/>
                    <a:pt x="34286" y="385"/>
                  </a:cubicBezTo>
                  <a:lnTo>
                    <a:pt x="34286" y="502"/>
                  </a:lnTo>
                  <a:cubicBezTo>
                    <a:pt x="34286" y="653"/>
                    <a:pt x="34387" y="753"/>
                    <a:pt x="34520" y="753"/>
                  </a:cubicBezTo>
                  <a:cubicBezTo>
                    <a:pt x="34637" y="753"/>
                    <a:pt x="34771" y="653"/>
                    <a:pt x="34771" y="536"/>
                  </a:cubicBezTo>
                  <a:lnTo>
                    <a:pt x="34771" y="402"/>
                  </a:lnTo>
                  <a:cubicBezTo>
                    <a:pt x="34771" y="268"/>
                    <a:pt x="34654" y="151"/>
                    <a:pt x="34537" y="151"/>
                  </a:cubicBezTo>
                  <a:close/>
                  <a:moveTo>
                    <a:pt x="35857" y="168"/>
                  </a:moveTo>
                  <a:cubicBezTo>
                    <a:pt x="35723" y="168"/>
                    <a:pt x="35623" y="268"/>
                    <a:pt x="35590" y="402"/>
                  </a:cubicBezTo>
                  <a:lnTo>
                    <a:pt x="35590" y="536"/>
                  </a:lnTo>
                  <a:cubicBezTo>
                    <a:pt x="35606" y="653"/>
                    <a:pt x="35707" y="786"/>
                    <a:pt x="35823" y="786"/>
                  </a:cubicBezTo>
                  <a:cubicBezTo>
                    <a:pt x="35957" y="786"/>
                    <a:pt x="36057" y="669"/>
                    <a:pt x="36074" y="552"/>
                  </a:cubicBezTo>
                  <a:lnTo>
                    <a:pt x="36074" y="419"/>
                  </a:lnTo>
                  <a:cubicBezTo>
                    <a:pt x="36074" y="302"/>
                    <a:pt x="35974" y="185"/>
                    <a:pt x="35857" y="168"/>
                  </a:cubicBezTo>
                  <a:close/>
                  <a:moveTo>
                    <a:pt x="37160" y="168"/>
                  </a:moveTo>
                  <a:cubicBezTo>
                    <a:pt x="37043" y="168"/>
                    <a:pt x="36943" y="268"/>
                    <a:pt x="36910" y="402"/>
                  </a:cubicBezTo>
                  <a:lnTo>
                    <a:pt x="36910" y="536"/>
                  </a:lnTo>
                  <a:cubicBezTo>
                    <a:pt x="36910" y="669"/>
                    <a:pt x="37027" y="786"/>
                    <a:pt x="37143" y="786"/>
                  </a:cubicBezTo>
                  <a:cubicBezTo>
                    <a:pt x="37277" y="786"/>
                    <a:pt x="37377" y="669"/>
                    <a:pt x="37394" y="552"/>
                  </a:cubicBezTo>
                  <a:lnTo>
                    <a:pt x="37394" y="419"/>
                  </a:lnTo>
                  <a:cubicBezTo>
                    <a:pt x="37394" y="302"/>
                    <a:pt x="37294" y="185"/>
                    <a:pt x="37160" y="168"/>
                  </a:cubicBezTo>
                  <a:close/>
                  <a:moveTo>
                    <a:pt x="38497" y="168"/>
                  </a:moveTo>
                  <a:cubicBezTo>
                    <a:pt x="38380" y="168"/>
                    <a:pt x="38280" y="268"/>
                    <a:pt x="38246" y="402"/>
                  </a:cubicBezTo>
                  <a:lnTo>
                    <a:pt x="38246" y="536"/>
                  </a:lnTo>
                  <a:cubicBezTo>
                    <a:pt x="38230" y="669"/>
                    <a:pt x="38330" y="786"/>
                    <a:pt x="38480" y="786"/>
                  </a:cubicBezTo>
                  <a:cubicBezTo>
                    <a:pt x="38614" y="786"/>
                    <a:pt x="38714" y="669"/>
                    <a:pt x="38731" y="552"/>
                  </a:cubicBezTo>
                  <a:lnTo>
                    <a:pt x="38731" y="419"/>
                  </a:lnTo>
                  <a:cubicBezTo>
                    <a:pt x="38731" y="302"/>
                    <a:pt x="38631" y="185"/>
                    <a:pt x="38497" y="168"/>
                  </a:cubicBezTo>
                  <a:close/>
                  <a:moveTo>
                    <a:pt x="39817" y="201"/>
                  </a:moveTo>
                  <a:cubicBezTo>
                    <a:pt x="39683" y="201"/>
                    <a:pt x="39583" y="302"/>
                    <a:pt x="39566" y="419"/>
                  </a:cubicBezTo>
                  <a:lnTo>
                    <a:pt x="39566" y="552"/>
                  </a:lnTo>
                  <a:cubicBezTo>
                    <a:pt x="39550" y="669"/>
                    <a:pt x="39650" y="803"/>
                    <a:pt x="39800" y="803"/>
                  </a:cubicBezTo>
                  <a:cubicBezTo>
                    <a:pt x="39917" y="803"/>
                    <a:pt x="40051" y="703"/>
                    <a:pt x="40051" y="569"/>
                  </a:cubicBezTo>
                  <a:lnTo>
                    <a:pt x="40051" y="452"/>
                  </a:lnTo>
                  <a:cubicBezTo>
                    <a:pt x="40051" y="318"/>
                    <a:pt x="39951" y="218"/>
                    <a:pt x="3981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19">
              <a:extLst>
                <a:ext uri="{FF2B5EF4-FFF2-40B4-BE49-F238E27FC236}">
                  <a16:creationId xmlns:a16="http://schemas.microsoft.com/office/drawing/2014/main" id="{413D0702-3CFE-39BA-8C7D-B6BCE2D54A3C}"/>
                </a:ext>
              </a:extLst>
            </p:cNvPr>
            <p:cNvSpPr/>
            <p:nvPr/>
          </p:nvSpPr>
          <p:spPr>
            <a:xfrm>
              <a:off x="1977900" y="3025200"/>
              <a:ext cx="41800" cy="37200"/>
            </a:xfrm>
            <a:custGeom>
              <a:avLst/>
              <a:gdLst/>
              <a:ahLst/>
              <a:cxnLst/>
              <a:rect l="l" t="t" r="r" b="b"/>
              <a:pathLst>
                <a:path w="1672" h="1488" extrusionOk="0">
                  <a:moveTo>
                    <a:pt x="986" y="0"/>
                  </a:moveTo>
                  <a:cubicBezTo>
                    <a:pt x="986" y="0"/>
                    <a:pt x="67" y="1070"/>
                    <a:pt x="50" y="1137"/>
                  </a:cubicBezTo>
                  <a:cubicBezTo>
                    <a:pt x="0" y="1170"/>
                    <a:pt x="1136" y="1488"/>
                    <a:pt x="1136" y="1488"/>
                  </a:cubicBezTo>
                  <a:lnTo>
                    <a:pt x="1671" y="67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19">
              <a:extLst>
                <a:ext uri="{FF2B5EF4-FFF2-40B4-BE49-F238E27FC236}">
                  <a16:creationId xmlns:a16="http://schemas.microsoft.com/office/drawing/2014/main" id="{7CB16A65-5E48-DADB-1C11-D1D0156D7A0A}"/>
                </a:ext>
              </a:extLst>
            </p:cNvPr>
            <p:cNvSpPr/>
            <p:nvPr/>
          </p:nvSpPr>
          <p:spPr>
            <a:xfrm>
              <a:off x="2013400" y="3027300"/>
              <a:ext cx="28850" cy="35100"/>
            </a:xfrm>
            <a:custGeom>
              <a:avLst/>
              <a:gdLst/>
              <a:ahLst/>
              <a:cxnLst/>
              <a:rect l="l" t="t" r="r" b="b"/>
              <a:pathLst>
                <a:path w="1154" h="1404" extrusionOk="0">
                  <a:moveTo>
                    <a:pt x="385" y="0"/>
                  </a:moveTo>
                  <a:cubicBezTo>
                    <a:pt x="385" y="17"/>
                    <a:pt x="0" y="1404"/>
                    <a:pt x="0" y="1404"/>
                  </a:cubicBezTo>
                  <a:lnTo>
                    <a:pt x="986" y="1404"/>
                  </a:lnTo>
                  <a:lnTo>
                    <a:pt x="1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19">
              <a:extLst>
                <a:ext uri="{FF2B5EF4-FFF2-40B4-BE49-F238E27FC236}">
                  <a16:creationId xmlns:a16="http://schemas.microsoft.com/office/drawing/2014/main" id="{A52CF3FB-4A5B-F5EF-243C-68A167AF5572}"/>
                </a:ext>
              </a:extLst>
            </p:cNvPr>
            <p:cNvSpPr/>
            <p:nvPr/>
          </p:nvSpPr>
          <p:spPr>
            <a:xfrm>
              <a:off x="3350500" y="2597375"/>
              <a:ext cx="465350" cy="376050"/>
            </a:xfrm>
            <a:custGeom>
              <a:avLst/>
              <a:gdLst/>
              <a:ahLst/>
              <a:cxnLst/>
              <a:rect l="l" t="t" r="r" b="b"/>
              <a:pathLst>
                <a:path w="18614" h="15042" extrusionOk="0">
                  <a:moveTo>
                    <a:pt x="16507" y="0"/>
                  </a:moveTo>
                  <a:cubicBezTo>
                    <a:pt x="16000" y="0"/>
                    <a:pt x="15512" y="10"/>
                    <a:pt x="15189" y="37"/>
                  </a:cubicBezTo>
                  <a:cubicBezTo>
                    <a:pt x="14236" y="121"/>
                    <a:pt x="13535" y="221"/>
                    <a:pt x="13267" y="789"/>
                  </a:cubicBezTo>
                  <a:cubicBezTo>
                    <a:pt x="13000" y="1341"/>
                    <a:pt x="5047" y="10731"/>
                    <a:pt x="4295" y="11900"/>
                  </a:cubicBezTo>
                  <a:cubicBezTo>
                    <a:pt x="3509" y="13070"/>
                    <a:pt x="1287" y="14206"/>
                    <a:pt x="1" y="14340"/>
                  </a:cubicBezTo>
                  <a:cubicBezTo>
                    <a:pt x="91" y="14338"/>
                    <a:pt x="192" y="14337"/>
                    <a:pt x="302" y="14337"/>
                  </a:cubicBezTo>
                  <a:cubicBezTo>
                    <a:pt x="3603" y="14337"/>
                    <a:pt x="15339" y="15042"/>
                    <a:pt x="15339" y="15042"/>
                  </a:cubicBezTo>
                  <a:lnTo>
                    <a:pt x="18614" y="37"/>
                  </a:lnTo>
                  <a:cubicBezTo>
                    <a:pt x="18614" y="37"/>
                    <a:pt x="17522" y="0"/>
                    <a:pt x="165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19">
              <a:extLst>
                <a:ext uri="{FF2B5EF4-FFF2-40B4-BE49-F238E27FC236}">
                  <a16:creationId xmlns:a16="http://schemas.microsoft.com/office/drawing/2014/main" id="{C75EF46B-3396-6585-7493-C5EB34C65832}"/>
                </a:ext>
              </a:extLst>
            </p:cNvPr>
            <p:cNvSpPr/>
            <p:nvPr/>
          </p:nvSpPr>
          <p:spPr>
            <a:xfrm>
              <a:off x="2406475" y="3310125"/>
              <a:ext cx="414400" cy="126625"/>
            </a:xfrm>
            <a:custGeom>
              <a:avLst/>
              <a:gdLst/>
              <a:ahLst/>
              <a:cxnLst/>
              <a:rect l="l" t="t" r="r" b="b"/>
              <a:pathLst>
                <a:path w="16576" h="5065" extrusionOk="0">
                  <a:moveTo>
                    <a:pt x="11949" y="1"/>
                  </a:moveTo>
                  <a:cubicBezTo>
                    <a:pt x="7122" y="1"/>
                    <a:pt x="0" y="15"/>
                    <a:pt x="0" y="15"/>
                  </a:cubicBezTo>
                  <a:cubicBezTo>
                    <a:pt x="0" y="15"/>
                    <a:pt x="4679" y="3992"/>
                    <a:pt x="6901" y="4627"/>
                  </a:cubicBezTo>
                  <a:cubicBezTo>
                    <a:pt x="8196" y="4990"/>
                    <a:pt x="9636" y="5065"/>
                    <a:pt x="10603" y="5065"/>
                  </a:cubicBezTo>
                  <a:cubicBezTo>
                    <a:pt x="11283" y="5065"/>
                    <a:pt x="11730" y="5028"/>
                    <a:pt x="11730" y="5028"/>
                  </a:cubicBezTo>
                  <a:cubicBezTo>
                    <a:pt x="11730" y="5028"/>
                    <a:pt x="16575" y="15"/>
                    <a:pt x="16291" y="15"/>
                  </a:cubicBezTo>
                  <a:cubicBezTo>
                    <a:pt x="16202" y="4"/>
                    <a:pt x="14362" y="1"/>
                    <a:pt x="119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 descr="A diagram of a chemical process&#10;&#10;AI-generated content may be incorrect.">
            <a:extLst>
              <a:ext uri="{FF2B5EF4-FFF2-40B4-BE49-F238E27FC236}">
                <a16:creationId xmlns:a16="http://schemas.microsoft.com/office/drawing/2014/main" id="{B897B35D-1706-9BEE-F801-F6BF2352F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23" y="110246"/>
            <a:ext cx="8204153" cy="481916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013646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0794588-7297-25BA-D64A-BA99AF501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0"/>
            <a:ext cx="7620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939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323DC4-2885-D52A-E592-C46C61C7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31CD8-8CBD-1E76-9C1E-BDFFA76EE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0"/>
            <a:ext cx="576072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29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9B9B49-57BC-188A-E619-F2E5A5FC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20" y="0"/>
            <a:ext cx="838436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31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84241FAA-3CC1-EC71-FC35-36FD91306D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03" b="1639"/>
          <a:stretch>
            <a:fillRect/>
          </a:stretch>
        </p:blipFill>
        <p:spPr>
          <a:xfrm>
            <a:off x="1877310" y="66158"/>
            <a:ext cx="5389380" cy="5011183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623533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Major U.S. Pipelines Carrying Jet Fuel | Airlines For America">
            <a:extLst>
              <a:ext uri="{FF2B5EF4-FFF2-40B4-BE49-F238E27FC236}">
                <a16:creationId xmlns:a16="http://schemas.microsoft.com/office/drawing/2014/main" id="{A393B951-C54B-0A5C-6D97-D425C93335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8" r="2940"/>
          <a:stretch>
            <a:fillRect/>
          </a:stretch>
        </p:blipFill>
        <p:spPr bwMode="auto">
          <a:xfrm>
            <a:off x="1558642" y="0"/>
            <a:ext cx="6026716" cy="513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89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CB45F57-BB8E-5B5D-9252-CF3EEE5EF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7160" y="1169450"/>
            <a:ext cx="4626690" cy="2369775"/>
          </a:xfrm>
        </p:spPr>
        <p:txBody>
          <a:bodyPr/>
          <a:lstStyle/>
          <a:p>
            <a:r>
              <a:rPr lang="en-US" sz="1400" b="1"/>
              <a:t>What Are RINs?</a:t>
            </a:r>
          </a:p>
          <a:p>
            <a:r>
              <a:rPr lang="en-US" sz="1400"/>
              <a:t>RINs are </a:t>
            </a:r>
            <a:r>
              <a:rPr lang="en-US" sz="1400" b="1"/>
              <a:t>Renewable Identification Numbers</a:t>
            </a:r>
            <a:endParaRPr lang="en-US" sz="1400"/>
          </a:p>
          <a:p>
            <a:r>
              <a:rPr lang="en-US" sz="1400"/>
              <a:t>They are </a:t>
            </a:r>
            <a:r>
              <a:rPr lang="en-US" sz="1400" b="1"/>
              <a:t>EPA-issued credits</a:t>
            </a:r>
            <a:r>
              <a:rPr lang="en-US" sz="1400"/>
              <a:t> for producing clean, renewable fuel</a:t>
            </a:r>
          </a:p>
          <a:p>
            <a:r>
              <a:rPr lang="en-US" sz="1400"/>
              <a:t>Each gallon of renewable fuel generates a </a:t>
            </a:r>
            <a:r>
              <a:rPr lang="en-US" sz="1400" b="1"/>
              <a:t>unique RIN credit</a:t>
            </a:r>
            <a:endParaRPr lang="en-US" sz="1400"/>
          </a:p>
          <a:p>
            <a:r>
              <a:rPr lang="en-US" sz="1400"/>
              <a:t>These RIN credits can be </a:t>
            </a:r>
            <a:r>
              <a:rPr lang="en-US" sz="1400" b="1"/>
              <a:t>sold for money</a:t>
            </a:r>
            <a:r>
              <a:rPr lang="en-US" sz="1400"/>
              <a:t>, creating extra revenue</a:t>
            </a:r>
          </a:p>
          <a:p>
            <a:r>
              <a:rPr lang="en-US" sz="1400"/>
              <a:t>Low-carbon fuels earn the </a:t>
            </a:r>
            <a:r>
              <a:rPr lang="en-US" sz="1400" b="1"/>
              <a:t>most valuable RINs</a:t>
            </a:r>
            <a:r>
              <a:rPr lang="en-US" sz="1400"/>
              <a:t> — called </a:t>
            </a:r>
            <a:r>
              <a:rPr lang="en-US" sz="1400" b="1"/>
              <a:t>D3 RINs</a:t>
            </a:r>
            <a:endParaRPr lang="en-US" sz="1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2146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ational Civil Aviation Day by Slidesgo">
  <a:themeElements>
    <a:clrScheme name="Simple Light">
      <a:dk1>
        <a:srgbClr val="FCBC5D"/>
      </a:dk1>
      <a:lt1>
        <a:srgbClr val="F27243"/>
      </a:lt1>
      <a:dk2>
        <a:srgbClr val="0F4B7E"/>
      </a:dk2>
      <a:lt2>
        <a:srgbClr val="020E2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7536DA56B45E49B4127A42CE0BFF03" ma:contentTypeVersion="15" ma:contentTypeDescription="Create a new document." ma:contentTypeScope="" ma:versionID="10c6cfe6073c8044cd3361e2516bc1dd">
  <xsd:schema xmlns:xsd="http://www.w3.org/2001/XMLSchema" xmlns:xs="http://www.w3.org/2001/XMLSchema" xmlns:p="http://schemas.microsoft.com/office/2006/metadata/properties" xmlns:ns3="a50406bf-ab9f-483b-b303-db1ece28540e" xmlns:ns4="0b9bbc26-84a1-4caf-bda8-7ce090730006" targetNamespace="http://schemas.microsoft.com/office/2006/metadata/properties" ma:root="true" ma:fieldsID="553982a1f4cc834ea52f5fa4d1298b83" ns3:_="" ns4:_="">
    <xsd:import namespace="a50406bf-ab9f-483b-b303-db1ece28540e"/>
    <xsd:import namespace="0b9bbc26-84a1-4caf-bda8-7ce0907300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0406bf-ab9f-483b-b303-db1ece2854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9bbc26-84a1-4caf-bda8-7ce09073000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50406bf-ab9f-483b-b303-db1ece28540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D22A51-D830-4B9D-A0FD-06A3F33E762C}">
  <ds:schemaRefs>
    <ds:schemaRef ds:uri="0b9bbc26-84a1-4caf-bda8-7ce090730006"/>
    <ds:schemaRef ds:uri="a50406bf-ab9f-483b-b303-db1ece2854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9D40E3F-4EFE-46F8-8277-58D841D26203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0b9bbc26-84a1-4caf-bda8-7ce090730006"/>
    <ds:schemaRef ds:uri="a50406bf-ab9f-483b-b303-db1ece28540e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1E68155-6651-451A-AA50-F1941CD5AE6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1914</Words>
  <Application>Microsoft Office PowerPoint</Application>
  <PresentationFormat>On-screen Show (16:9)</PresentationFormat>
  <Paragraphs>228</Paragraphs>
  <Slides>35</Slides>
  <Notes>25</Notes>
  <HiddenSlides>8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Calibri</vt:lpstr>
      <vt:lpstr>Aptos Display</vt:lpstr>
      <vt:lpstr>Arial</vt:lpstr>
      <vt:lpstr>Aptos</vt:lpstr>
      <vt:lpstr>Poppins Medium</vt:lpstr>
      <vt:lpstr>Lato</vt:lpstr>
      <vt:lpstr>Lato Black</vt:lpstr>
      <vt:lpstr>Poppins Black</vt:lpstr>
      <vt:lpstr>International Civil Aviation Day by Slidesgo</vt:lpstr>
      <vt:lpstr>Office Theme</vt:lpstr>
      <vt:lpstr>Clean Fuel, Cleaner Skies  Ethanol to Jet Fuel</vt:lpstr>
      <vt:lpstr>Introduction</vt:lpstr>
      <vt:lpstr>01</vt:lpstr>
      <vt:lpstr>29%</vt:lpstr>
      <vt:lpstr>PowerPoint Presentation</vt:lpstr>
      <vt:lpstr>PowerPoint Presentation</vt:lpstr>
      <vt:lpstr>Global Market for Jet Fuel A &amp; SAF</vt:lpstr>
      <vt:lpstr>PowerPoint Presentation</vt:lpstr>
      <vt:lpstr>PowerPoint Presentation</vt:lpstr>
      <vt:lpstr>PowerPoint Presentation</vt:lpstr>
      <vt:lpstr>02</vt:lpstr>
      <vt:lpstr>HEFA Process </vt:lpstr>
      <vt:lpstr>Gasification/Fisher Tropsch </vt:lpstr>
      <vt:lpstr>Pyrolysis/Hydrotreating</vt:lpstr>
      <vt:lpstr>High SAF Selectivity</vt:lpstr>
      <vt:lpstr>03</vt:lpstr>
      <vt:lpstr>Chosen Process</vt:lpstr>
      <vt:lpstr>PowerPoint Presentation</vt:lpstr>
      <vt:lpstr>PowerPoint Presentation</vt:lpstr>
      <vt:lpstr>PowerPoint Presentation</vt:lpstr>
      <vt:lpstr>04</vt:lpstr>
      <vt:lpstr>PLANT DESIGN BASIS</vt:lpstr>
      <vt:lpstr>Block Flow Diagram &amp; Material Balances</vt:lpstr>
      <vt:lpstr>LANCE BAIRD</vt:lpstr>
      <vt:lpstr>References</vt:lpstr>
      <vt:lpstr>References</vt:lpstr>
      <vt:lpstr>ANY QUESTIONS?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Fuel, Cleaner Skies  Ethanol to Jet Fuel</dc:title>
  <dc:creator>Olusoji, Joshua</dc:creator>
  <cp:lastModifiedBy>Olusoji, Joshua</cp:lastModifiedBy>
  <cp:revision>1</cp:revision>
  <dcterms:modified xsi:type="dcterms:W3CDTF">2025-12-10T15:33:53Z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0x0101007B7536DA56B45E49B4127A42CE0BFF03</vt:lpwstr>
  </property>
</Properties>
</file>