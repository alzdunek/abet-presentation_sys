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comments/modernComment_17B_4D437748.xml" ContentType="application/vnd.ms-powerpoint.comments+xml"/>
  <Override PartName="/ppt/comments/modernComment_183_12703F3B.xml" ContentType="application/vnd.ms-powerpoint.comments+xml"/>
  <Override PartName="/ppt/comments/modernComment_188_A228AFFF.xml" ContentType="application/vnd.ms-powerpoint.comments+xml"/>
  <Override PartName="/ppt/comments/modernComment_178_5D91416C.xml" ContentType="application/vnd.ms-powerpoint.comments+xml"/>
  <Override PartName="/ppt/comments/modernComment_186_1D93DFAA.xml" ContentType="application/vnd.ms-powerpoint.comments+xml"/>
  <Override PartName="/ppt/ink/ink1.xml" ContentType="application/inkml+xml"/>
  <Override PartName="/ppt/ink/ink2.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comments/modernComment_189_CB27E8F2.xml" ContentType="application/vnd.ms-powerpoint.comments+xml"/>
  <Override PartName="/ppt/comments/modernComment_17A_B6EB3B47.xml" ContentType="application/vnd.ms-powerpoint.comment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4"/>
  </p:sldMasterIdLst>
  <p:notesMasterIdLst>
    <p:notesMasterId r:id="rId14"/>
  </p:notesMasterIdLst>
  <p:sldIdLst>
    <p:sldId id="379" r:id="rId5"/>
    <p:sldId id="381" r:id="rId6"/>
    <p:sldId id="387" r:id="rId7"/>
    <p:sldId id="392" r:id="rId8"/>
    <p:sldId id="376" r:id="rId9"/>
    <p:sldId id="390" r:id="rId10"/>
    <p:sldId id="393" r:id="rId11"/>
    <p:sldId id="378" r:id="rId12"/>
    <p:sldId id="38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52CCAC-0B66-CA76-A7A3-D551D844506B}" name="Zdunek, Alan" initials="AZ" userId="S::zdunek@uic.edu::5627838d-8155-4d77-aa14-f1ef87cd6a5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1E62"/>
    <a:srgbClr val="080808"/>
    <a:srgbClr val="333333"/>
    <a:srgbClr val="323232"/>
    <a:srgbClr val="D50032"/>
    <a:srgbClr val="F4F3E8"/>
    <a:srgbClr val="0080A9"/>
    <a:srgbClr val="FEBB37"/>
    <a:srgbClr val="51BF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18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omments/modernComment_17A_B6EB3B47.xml><?xml version="1.0" encoding="utf-8"?>
<p188:cmLst xmlns:a="http://schemas.openxmlformats.org/drawingml/2006/main" xmlns:r="http://schemas.openxmlformats.org/officeDocument/2006/relationships" xmlns:p188="http://schemas.microsoft.com/office/powerpoint/2018/8/main">
  <p188:cm id="{9D533763-8F43-4D48-8937-3901FD6B5338}" authorId="{DF52CCAC-0B66-CA76-A7A3-D551D844506B}" created="2026-03-19T15:35:05.544">
    <ac:deMkLst xmlns:ac="http://schemas.microsoft.com/office/drawing/2013/main/command">
      <pc:docMk xmlns:pc="http://schemas.microsoft.com/office/powerpoint/2013/main/command"/>
      <pc:sldMk xmlns:pc="http://schemas.microsoft.com/office/powerpoint/2013/main/command" cId="3068869447" sldId="378"/>
      <ac:spMk id="30" creationId="{328FFAF9-9705-FAD7-FD30-4134E4CD8890}"/>
    </ac:deMkLst>
    <p188:txBody>
      <a:bodyPr/>
      <a:lstStyle/>
      <a:p>
        <a:r>
          <a:rPr lang="en-US"/>
          <a:t>-1
Mineral oil is not that flammable, see the MSDS.   NaOH solutions are corrosive.</a:t>
        </a:r>
      </a:p>
    </p188:txBody>
  </p188:cm>
</p188:cmLst>
</file>

<file path=ppt/comments/modernComment_17B_4D437748.xml><?xml version="1.0" encoding="utf-8"?>
<p188:cmLst xmlns:a="http://schemas.openxmlformats.org/drawingml/2006/main" xmlns:r="http://schemas.openxmlformats.org/officeDocument/2006/relationships" xmlns:p188="http://schemas.microsoft.com/office/powerpoint/2018/8/main">
  <p188:cm id="{861DF8E7-F959-4934-9CB9-12C376BD7D40}" authorId="{DF52CCAC-0B66-CA76-A7A3-D551D844506B}" created="2026-03-19T15:35:31.696">
    <ac:deMkLst xmlns:ac="http://schemas.microsoft.com/office/drawing/2013/main/command">
      <pc:docMk xmlns:pc="http://schemas.microsoft.com/office/powerpoint/2013/main/command"/>
      <pc:sldMk xmlns:pc="http://schemas.microsoft.com/office/powerpoint/2013/main/command" cId="1296267080" sldId="379"/>
      <ac:spMk id="7" creationId="{91043E3E-E824-1721-6D91-9588E9E43ACE}"/>
    </ac:deMkLst>
    <p188:txBody>
      <a:bodyPr/>
      <a:lstStyle/>
      <a:p>
        <a:r>
          <a:rPr lang="en-US"/>
          <a:t>92/100</a:t>
        </a:r>
      </a:p>
    </p188:txBody>
  </p188:cm>
</p188:cmLst>
</file>

<file path=ppt/comments/modernComment_178_5D91416C.xml><?xml version="1.0" encoding="utf-8"?>
<p188:cmLst xmlns:a="http://schemas.openxmlformats.org/drawingml/2006/main" xmlns:r="http://schemas.openxmlformats.org/officeDocument/2006/relationships" xmlns:p188="http://schemas.microsoft.com/office/powerpoint/2018/8/main">
  <p188:cm id="{A8D094A7-0F75-4819-9152-116266338A93}" authorId="{DF52CCAC-0B66-CA76-A7A3-D551D844506B}" created="2026-03-19T15:27:16.927">
    <ac:txMkLst xmlns:ac="http://schemas.microsoft.com/office/drawing/2013/main/command">
      <pc:docMk xmlns:pc="http://schemas.microsoft.com/office/powerpoint/2013/main/command"/>
      <pc:sldMk xmlns:pc="http://schemas.microsoft.com/office/powerpoint/2013/main/command" cId="1569800556" sldId="376"/>
      <ac:graphicFrameMk id="5" creationId="{1212C034-6F89-5E53-37CF-B7B3995736A6}"/>
      <ac:tblMk/>
      <ac:tcMk rowId="2110336440" colId="1206269531"/>
      <ac:txMk cp="0" len="66">
        <ac:context len="67" hash="1383420255"/>
      </ac:txMk>
    </ac:txMkLst>
    <p188:pos x="5279662" y="1602541"/>
    <p188:txBody>
      <a:bodyPr/>
      <a:lstStyle/>
      <a:p>
        <a:r>
          <a:rPr lang="en-US"/>
          <a:t>-2
Feed tank cut off in picture
Mention that pump is in back of unit and not seen in picture.</a:t>
        </a:r>
      </a:p>
    </p188:txBody>
  </p188:cm>
  <p188:cm id="{3CAE754D-053C-4C17-9156-988C4805890D}" authorId="{DF52CCAC-0B66-CA76-A7A3-D551D844506B}" created="2026-03-19T15:28:46.994">
    <ac:deMkLst xmlns:ac="http://schemas.microsoft.com/office/drawing/2013/main/command">
      <pc:docMk xmlns:pc="http://schemas.microsoft.com/office/powerpoint/2013/main/command"/>
      <pc:sldMk xmlns:pc="http://schemas.microsoft.com/office/powerpoint/2013/main/command" cId="1569800556" sldId="376"/>
      <ac:graphicFrameMk id="5" creationId="{1212C034-6F89-5E53-37CF-B7B3995736A6}"/>
    </ac:deMkLst>
    <p188:txBody>
      <a:bodyPr/>
      <a:lstStyle/>
      <a:p>
        <a:r>
          <a:rPr lang="en-US"/>
          <a:t>
Recycle valve (product to feed tank) is the yellow valve in the middle between the 9’s.</a:t>
        </a:r>
      </a:p>
    </p188:txBody>
  </p188:cm>
  <p188:cm id="{4E011A91-A827-4EDE-8EDC-2A952FD004F1}" authorId="{DF52CCAC-0B66-CA76-A7A3-D551D844506B}" created="2026-03-19T15:30:04.335">
    <ac:deMkLst xmlns:ac="http://schemas.microsoft.com/office/drawing/2013/main/command">
      <pc:docMk xmlns:pc="http://schemas.microsoft.com/office/powerpoint/2013/main/command"/>
      <pc:sldMk xmlns:pc="http://schemas.microsoft.com/office/powerpoint/2013/main/command" cId="1569800556" sldId="376"/>
      <ac:graphicFrameMk id="5" creationId="{1212C034-6F89-5E53-37CF-B7B3995736A6}"/>
    </ac:deMkLst>
    <p188:txBody>
      <a:bodyPr/>
      <a:lstStyle/>
      <a:p>
        <a:r>
          <a:rPr lang="en-US"/>
          <a:t>#9 are not under each stage they are on the side (one is between #5 and #2)</a:t>
        </a:r>
      </a:p>
    </p188:txBody>
  </p188:cm>
</p188:cmLst>
</file>

<file path=ppt/comments/modernComment_183_12703F3B.xml><?xml version="1.0" encoding="utf-8"?>
<p188:cmLst xmlns:a="http://schemas.openxmlformats.org/drawingml/2006/main" xmlns:r="http://schemas.openxmlformats.org/officeDocument/2006/relationships" xmlns:p188="http://schemas.microsoft.com/office/powerpoint/2018/8/main">
  <p188:cm id="{63D7359B-3C93-4F2A-8751-F49799AC9007}" authorId="{DF52CCAC-0B66-CA76-A7A3-D551D844506B}" created="2026-03-19T15:19:26.324">
    <ac:deMkLst xmlns:ac="http://schemas.microsoft.com/office/drawing/2013/main/command">
      <pc:docMk xmlns:pc="http://schemas.microsoft.com/office/powerpoint/2013/main/command"/>
      <pc:sldMk xmlns:pc="http://schemas.microsoft.com/office/powerpoint/2013/main/command" cId="309346107" sldId="387"/>
      <ac:spMk id="4" creationId="{92B9D41B-E737-81AA-539D-DA58B1843994}"/>
    </ac:deMkLst>
    <p188:txBody>
      <a:bodyPr/>
      <a:lstStyle/>
      <a:p>
        <a:r>
          <a:rPr lang="en-US"/>
          <a:t>-1
Streamline this slide using bullets and make the picture smaller to allow more space for the bullet text</a:t>
        </a:r>
      </a:p>
    </p188:txBody>
  </p188:cm>
</p188:cmLst>
</file>

<file path=ppt/comments/modernComment_186_1D93DFAA.xml><?xml version="1.0" encoding="utf-8"?>
<p188:cmLst xmlns:a="http://schemas.openxmlformats.org/drawingml/2006/main" xmlns:r="http://schemas.openxmlformats.org/officeDocument/2006/relationships" xmlns:p188="http://schemas.microsoft.com/office/powerpoint/2018/8/main">
  <p188:cm id="{31EA5D58-2723-4896-98A0-975FB4A7A14F}" authorId="{DF52CCAC-0B66-CA76-A7A3-D551D844506B}" created="2026-03-19T15:32:14.485">
    <ac:deMkLst xmlns:ac="http://schemas.microsoft.com/office/drawing/2013/main/command">
      <pc:docMk xmlns:pc="http://schemas.microsoft.com/office/powerpoint/2013/main/command"/>
      <pc:sldMk xmlns:pc="http://schemas.microsoft.com/office/powerpoint/2013/main/command" cId="496230314" sldId="390"/>
      <ac:spMk id="14" creationId="{1032453F-A203-EB11-8362-5B79B0D860AD}"/>
    </ac:deMkLst>
    <p188:txBody>
      <a:bodyPr/>
      <a:lstStyle/>
      <a:p>
        <a:r>
          <a:rPr lang="en-US"/>
          <a:t>-2
Pipettes and pipette bulb for getting the samples
Graduated cylinder for measuring out the glacial acetic acid.
State as “Glacial acetic acid” since this is the concentration form of the chemical.</a:t>
        </a:r>
      </a:p>
    </p188:txBody>
  </p188:cm>
</p188:cmLst>
</file>

<file path=ppt/comments/modernComment_188_A228AFFF.xml><?xml version="1.0" encoding="utf-8"?>
<p188:cmLst xmlns:a="http://schemas.openxmlformats.org/drawingml/2006/main" xmlns:r="http://schemas.openxmlformats.org/officeDocument/2006/relationships" xmlns:p188="http://schemas.microsoft.com/office/powerpoint/2018/8/main">
  <p188:cm id="{EBAD6C61-A2EF-4E82-B76E-CBCED61E00D5}" authorId="{DF52CCAC-0B66-CA76-A7A3-D551D844506B}" created="2026-03-19T15:25:39.755">
    <ac:deMkLst xmlns:ac="http://schemas.microsoft.com/office/drawing/2013/main/command">
      <pc:docMk xmlns:pc="http://schemas.microsoft.com/office/powerpoint/2013/main/command"/>
      <pc:sldMk xmlns:pc="http://schemas.microsoft.com/office/powerpoint/2013/main/command" cId="2720575487" sldId="392"/>
      <ac:spMk id="5" creationId="{A0E84FCD-614B-4CC3-D47D-4044A5075229}"/>
    </ac:deMkLst>
    <p188:txBody>
      <a:bodyPr/>
      <a:lstStyle/>
      <a:p>
        <a:r>
          <a:rPr lang="en-US"/>
          <a:t>-2
Raffinate phase is not the solvent (water) it is the oil.  The extracting phase is the solvent, water.</a:t>
        </a:r>
      </a:p>
    </p188:txBody>
  </p188:cm>
</p188:cmLst>
</file>

<file path=ppt/comments/modernComment_189_CB27E8F2.xml><?xml version="1.0" encoding="utf-8"?>
<p188:cmLst xmlns:a="http://schemas.openxmlformats.org/drawingml/2006/main" xmlns:r="http://schemas.openxmlformats.org/officeDocument/2006/relationships" xmlns:p188="http://schemas.microsoft.com/office/powerpoint/2018/8/main">
  <p188:cm id="{AFC68D6D-AEC7-4AD9-8D19-81422337722A}" authorId="{DF52CCAC-0B66-CA76-A7A3-D551D844506B}" created="2026-03-19T15:33:25.982">
    <ac:txMkLst xmlns:ac="http://schemas.microsoft.com/office/drawing/2013/main/command">
      <pc:docMk xmlns:pc="http://schemas.microsoft.com/office/powerpoint/2013/main/command"/>
      <pc:sldMk xmlns:pc="http://schemas.microsoft.com/office/powerpoint/2013/main/command" cId="3408390386" sldId="393"/>
      <ac:spMk id="4" creationId="{769A3ECA-B9D2-536A-950A-356ED5D392CC}"/>
      <ac:txMk cp="353" len="5">
        <ac:context len="1148" hash="1183335434"/>
      </ac:txMk>
    </ac:txMkLst>
    <p188:pos x="3909239" y="2193607"/>
    <p188:txBody>
      <a:bodyPr/>
      <a:lstStyle/>
      <a:p>
        <a:r>
          <a:rPr lang="en-US"/>
          <a:t>Drain valves are closed</a:t>
        </a:r>
      </a:p>
    </p188:txBody>
  </p188:cm>
</p188:cmLst>
</file>

<file path=ppt/diagrams/_rels/data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ata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C9C1F0-56AF-4416-AE62-7186D922D099}" type="doc">
      <dgm:prSet loTypeId="urn:microsoft.com/office/officeart/2008/layout/LinedList" loCatId="list" qsTypeId="urn:microsoft.com/office/officeart/2005/8/quickstyle/simple1" qsCatId="simple" csTypeId="urn:microsoft.com/office/officeart/2005/8/colors/accent2_2" csCatId="accent2" phldr="1"/>
      <dgm:spPr/>
      <dgm:t>
        <a:bodyPr/>
        <a:lstStyle/>
        <a:p>
          <a:endParaRPr lang="en-US"/>
        </a:p>
      </dgm:t>
    </dgm:pt>
    <dgm:pt modelId="{DF35DDA7-A4CB-4315-8554-FD03C6EEDEF2}">
      <dgm:prSet phldr="0"/>
      <dgm:spPr/>
      <dgm:t>
        <a:bodyPr/>
        <a:lstStyle/>
        <a:p>
          <a:pPr rtl="0"/>
          <a:r>
            <a:rPr lang="en-US" sz="3600">
              <a:solidFill>
                <a:srgbClr val="001E62"/>
              </a:solidFill>
              <a:latin typeface="+mn-lt"/>
            </a:rPr>
            <a:t>Burette Stand &amp; Clamp</a:t>
          </a:r>
        </a:p>
      </dgm:t>
    </dgm:pt>
    <dgm:pt modelId="{C12A1161-AA50-440B-8533-182DFA6EFB9E}" type="parTrans" cxnId="{0F1D6142-8BD4-4803-AC1F-D81B6BC29340}">
      <dgm:prSet/>
      <dgm:spPr/>
      <dgm:t>
        <a:bodyPr/>
        <a:lstStyle/>
        <a:p>
          <a:endParaRPr lang="en-US"/>
        </a:p>
      </dgm:t>
    </dgm:pt>
    <dgm:pt modelId="{F4594CCD-34E9-45F9-B930-5EB8366920D1}" type="sibTrans" cxnId="{0F1D6142-8BD4-4803-AC1F-D81B6BC29340}">
      <dgm:prSet/>
      <dgm:spPr/>
      <dgm:t>
        <a:bodyPr/>
        <a:lstStyle/>
        <a:p>
          <a:endParaRPr lang="en-US"/>
        </a:p>
      </dgm:t>
    </dgm:pt>
    <dgm:pt modelId="{D093699D-28C7-447A-83C3-6D47A3730EBD}">
      <dgm:prSet custT="0"/>
      <dgm:spPr/>
      <dgm:t>
        <a:bodyPr/>
        <a:lstStyle/>
        <a:p>
          <a:pPr rtl="0"/>
          <a:r>
            <a:rPr lang="en-US" sz="3600">
              <a:solidFill>
                <a:srgbClr val="001E62"/>
              </a:solidFill>
              <a:latin typeface="+mn-lt"/>
            </a:rPr>
            <a:t>Burette </a:t>
          </a:r>
        </a:p>
      </dgm:t>
    </dgm:pt>
    <dgm:pt modelId="{23CE5FBF-1771-46F2-A614-46750989B7BC}" type="parTrans" cxnId="{43D02EEE-29F9-4DEA-A648-C76559842D99}">
      <dgm:prSet/>
      <dgm:spPr/>
      <dgm:t>
        <a:bodyPr/>
        <a:lstStyle/>
        <a:p>
          <a:endParaRPr lang="en-US"/>
        </a:p>
      </dgm:t>
    </dgm:pt>
    <dgm:pt modelId="{61E042A3-19E9-440D-B60F-CB2D062C7C3A}" type="sibTrans" cxnId="{43D02EEE-29F9-4DEA-A648-C76559842D99}">
      <dgm:prSet/>
      <dgm:spPr/>
      <dgm:t>
        <a:bodyPr/>
        <a:lstStyle/>
        <a:p>
          <a:endParaRPr lang="en-US"/>
        </a:p>
      </dgm:t>
    </dgm:pt>
    <dgm:pt modelId="{03C61666-72F7-4B7F-9584-74963C2E00E6}">
      <dgm:prSet phldr="0"/>
      <dgm:spPr/>
      <dgm:t>
        <a:bodyPr/>
        <a:lstStyle/>
        <a:p>
          <a:pPr rtl="0"/>
          <a:r>
            <a:rPr lang="en-US" sz="3600">
              <a:solidFill>
                <a:srgbClr val="001E62"/>
              </a:solidFill>
              <a:latin typeface="+mn-lt"/>
            </a:rPr>
            <a:t>Erlenmeyer Flask</a:t>
          </a:r>
        </a:p>
      </dgm:t>
    </dgm:pt>
    <dgm:pt modelId="{49886131-3C9E-418D-A8AC-D3CBB9BAC862}" type="parTrans" cxnId="{97B91335-2A04-4DE7-B901-AE0E64511485}">
      <dgm:prSet/>
      <dgm:spPr/>
      <dgm:t>
        <a:bodyPr/>
        <a:lstStyle/>
        <a:p>
          <a:endParaRPr lang="en-US"/>
        </a:p>
      </dgm:t>
    </dgm:pt>
    <dgm:pt modelId="{C930D421-BE96-4A70-B644-A0DF23974E3A}" type="sibTrans" cxnId="{97B91335-2A04-4DE7-B901-AE0E64511485}">
      <dgm:prSet/>
      <dgm:spPr/>
      <dgm:t>
        <a:bodyPr/>
        <a:lstStyle/>
        <a:p>
          <a:endParaRPr lang="en-US"/>
        </a:p>
      </dgm:t>
    </dgm:pt>
    <dgm:pt modelId="{27A69096-5DB1-4F66-9986-2CF6292D6714}">
      <dgm:prSet phldr="0"/>
      <dgm:spPr/>
      <dgm:t>
        <a:bodyPr/>
        <a:lstStyle/>
        <a:p>
          <a:pPr rtl="0"/>
          <a:r>
            <a:rPr lang="en-US" sz="3600">
              <a:solidFill>
                <a:srgbClr val="001E62"/>
              </a:solidFill>
              <a:latin typeface="+mn-lt"/>
            </a:rPr>
            <a:t>Stir Bars and Plates</a:t>
          </a:r>
        </a:p>
      </dgm:t>
    </dgm:pt>
    <dgm:pt modelId="{B6DA236C-919E-4EF1-A104-4CCE7587E93A}" type="parTrans" cxnId="{51210B9A-9EE9-44FA-B857-89D0D62FE426}">
      <dgm:prSet/>
      <dgm:spPr/>
      <dgm:t>
        <a:bodyPr/>
        <a:lstStyle/>
        <a:p>
          <a:endParaRPr lang="en-US"/>
        </a:p>
      </dgm:t>
    </dgm:pt>
    <dgm:pt modelId="{2058F72B-BC40-4330-BAD0-5DB1BAAD1AAE}" type="sibTrans" cxnId="{51210B9A-9EE9-44FA-B857-89D0D62FE426}">
      <dgm:prSet/>
      <dgm:spPr/>
      <dgm:t>
        <a:bodyPr/>
        <a:lstStyle/>
        <a:p>
          <a:endParaRPr lang="en-US"/>
        </a:p>
      </dgm:t>
    </dgm:pt>
    <dgm:pt modelId="{51326B1F-F2CE-4294-A9B3-EF8E4ED03229}">
      <dgm:prSet phldr="0"/>
      <dgm:spPr/>
      <dgm:t>
        <a:bodyPr/>
        <a:lstStyle/>
        <a:p>
          <a:pPr rtl="0"/>
          <a:r>
            <a:rPr lang="en-US" sz="3600">
              <a:solidFill>
                <a:srgbClr val="001E62"/>
              </a:solidFill>
              <a:latin typeface="+mn-lt"/>
            </a:rPr>
            <a:t>Standardized NaOH Solution</a:t>
          </a:r>
        </a:p>
      </dgm:t>
    </dgm:pt>
    <dgm:pt modelId="{D7C4A2CB-09C4-4B08-B043-2F54A37F0C6A}" type="parTrans" cxnId="{64DDC5F3-D8C6-495C-81D2-53692E59E426}">
      <dgm:prSet/>
      <dgm:spPr/>
      <dgm:t>
        <a:bodyPr/>
        <a:lstStyle/>
        <a:p>
          <a:endParaRPr lang="en-US"/>
        </a:p>
      </dgm:t>
    </dgm:pt>
    <dgm:pt modelId="{21C87E0C-8238-4704-94D7-3BD2A09AE1AA}" type="sibTrans" cxnId="{64DDC5F3-D8C6-495C-81D2-53692E59E426}">
      <dgm:prSet/>
      <dgm:spPr/>
      <dgm:t>
        <a:bodyPr/>
        <a:lstStyle/>
        <a:p>
          <a:endParaRPr lang="en-US"/>
        </a:p>
      </dgm:t>
    </dgm:pt>
    <dgm:pt modelId="{E397AAB3-6C38-4D7C-90C3-A21209BE058A}">
      <dgm:prSet phldr="0"/>
      <dgm:spPr/>
      <dgm:t>
        <a:bodyPr/>
        <a:lstStyle/>
        <a:p>
          <a:pPr rtl="0"/>
          <a:r>
            <a:rPr lang="en-US" sz="3600">
              <a:solidFill>
                <a:srgbClr val="001E62"/>
              </a:solidFill>
              <a:latin typeface="+mn-lt"/>
            </a:rPr>
            <a:t>Phenolphthalein</a:t>
          </a:r>
        </a:p>
      </dgm:t>
    </dgm:pt>
    <dgm:pt modelId="{C0C7EE6D-7F38-4271-94BE-10BE39B0050E}" type="parTrans" cxnId="{7EEE3481-9148-45DE-8909-C8B03326060D}">
      <dgm:prSet/>
      <dgm:spPr/>
      <dgm:t>
        <a:bodyPr/>
        <a:lstStyle/>
        <a:p>
          <a:endParaRPr lang="en-US"/>
        </a:p>
      </dgm:t>
    </dgm:pt>
    <dgm:pt modelId="{3BAB8EB4-F053-4EEA-AA4C-F70C7A394E39}" type="sibTrans" cxnId="{7EEE3481-9148-45DE-8909-C8B03326060D}">
      <dgm:prSet/>
      <dgm:spPr/>
      <dgm:t>
        <a:bodyPr/>
        <a:lstStyle/>
        <a:p>
          <a:endParaRPr lang="en-US"/>
        </a:p>
      </dgm:t>
    </dgm:pt>
    <dgm:pt modelId="{147013A5-C6AA-4DC9-B163-B409D7D5E575}">
      <dgm:prSet phldr="0"/>
      <dgm:spPr/>
      <dgm:t>
        <a:bodyPr/>
        <a:lstStyle/>
        <a:p>
          <a:pPr rtl="0"/>
          <a:r>
            <a:rPr lang="en-US" sz="3600">
              <a:solidFill>
                <a:srgbClr val="001E62"/>
              </a:solidFill>
              <a:latin typeface="+mn-lt"/>
            </a:rPr>
            <a:t>White Oil</a:t>
          </a:r>
        </a:p>
      </dgm:t>
    </dgm:pt>
    <dgm:pt modelId="{BAF3F9A6-81A8-4F32-BAC6-268DD8B6BEA3}" type="parTrans" cxnId="{8E012449-7408-4E68-A520-572015E14CE9}">
      <dgm:prSet/>
      <dgm:spPr/>
      <dgm:t>
        <a:bodyPr/>
        <a:lstStyle/>
        <a:p>
          <a:endParaRPr lang="en-US"/>
        </a:p>
      </dgm:t>
    </dgm:pt>
    <dgm:pt modelId="{076F6A41-B623-4B0D-9A8C-5D54D0A71E35}" type="sibTrans" cxnId="{8E012449-7408-4E68-A520-572015E14CE9}">
      <dgm:prSet/>
      <dgm:spPr/>
      <dgm:t>
        <a:bodyPr/>
        <a:lstStyle/>
        <a:p>
          <a:endParaRPr lang="en-US"/>
        </a:p>
      </dgm:t>
    </dgm:pt>
    <dgm:pt modelId="{2E291FDC-2134-4A9E-88AC-16F429ECA935}">
      <dgm:prSet phldr="0"/>
      <dgm:spPr/>
      <dgm:t>
        <a:bodyPr/>
        <a:lstStyle/>
        <a:p>
          <a:pPr rtl="0"/>
          <a:r>
            <a:rPr lang="en-US" sz="3600">
              <a:solidFill>
                <a:srgbClr val="001E62"/>
              </a:solidFill>
              <a:latin typeface="+mn-lt"/>
            </a:rPr>
            <a:t>Acetic Acid</a:t>
          </a:r>
        </a:p>
      </dgm:t>
    </dgm:pt>
    <dgm:pt modelId="{4751B086-64D2-4C5C-91E2-412286F9683C}" type="parTrans" cxnId="{DAFDAEF1-D839-4031-BF16-8FC9FC5E48D5}">
      <dgm:prSet/>
      <dgm:spPr/>
      <dgm:t>
        <a:bodyPr/>
        <a:lstStyle/>
        <a:p>
          <a:endParaRPr lang="en-US"/>
        </a:p>
      </dgm:t>
    </dgm:pt>
    <dgm:pt modelId="{F7EE7D6D-48EF-477D-A2BD-F37847164B19}" type="sibTrans" cxnId="{DAFDAEF1-D839-4031-BF16-8FC9FC5E48D5}">
      <dgm:prSet/>
      <dgm:spPr/>
      <dgm:t>
        <a:bodyPr/>
        <a:lstStyle/>
        <a:p>
          <a:endParaRPr lang="en-US"/>
        </a:p>
      </dgm:t>
    </dgm:pt>
    <dgm:pt modelId="{9AD6A101-7F47-4F10-A0FA-67E8EFBE2D01}">
      <dgm:prSet phldr="0"/>
      <dgm:spPr/>
      <dgm:t>
        <a:bodyPr/>
        <a:lstStyle/>
        <a:p>
          <a:pPr rtl="0"/>
          <a:r>
            <a:rPr lang="en-US" sz="3600">
              <a:solidFill>
                <a:srgbClr val="001E62"/>
              </a:solidFill>
              <a:latin typeface="+mn-lt"/>
            </a:rPr>
            <a:t>Tap Water</a:t>
          </a:r>
        </a:p>
      </dgm:t>
    </dgm:pt>
    <dgm:pt modelId="{ABF7F701-01E5-4B0F-9819-26900B08DBD0}" type="parTrans" cxnId="{CAA08E02-C637-40A3-80B5-D26AF8A7D9C2}">
      <dgm:prSet/>
      <dgm:spPr/>
    </dgm:pt>
    <dgm:pt modelId="{EC5DA036-4C6E-4076-B383-BDE9308E0C4E}" type="sibTrans" cxnId="{CAA08E02-C637-40A3-80B5-D26AF8A7D9C2}">
      <dgm:prSet/>
      <dgm:spPr/>
    </dgm:pt>
    <dgm:pt modelId="{978EE868-7714-4E6D-9F38-1B79DB1A4594}">
      <dgm:prSet phldr="0"/>
      <dgm:spPr/>
      <dgm:t>
        <a:bodyPr/>
        <a:lstStyle/>
        <a:p>
          <a:r>
            <a:rPr lang="en-US" sz="3600">
              <a:solidFill>
                <a:srgbClr val="001E62"/>
              </a:solidFill>
              <a:latin typeface="+mn-lt"/>
            </a:rPr>
            <a:t>Tachometer</a:t>
          </a:r>
        </a:p>
      </dgm:t>
    </dgm:pt>
    <dgm:pt modelId="{6AA2FBFB-37C2-444F-A895-C26C4DD16AC2}" type="parTrans" cxnId="{71068A0D-E3C6-454E-81AD-EAA9BF4B0E7F}">
      <dgm:prSet/>
      <dgm:spPr/>
    </dgm:pt>
    <dgm:pt modelId="{308BD65D-85C2-42F4-9831-2223829B484C}" type="sibTrans" cxnId="{71068A0D-E3C6-454E-81AD-EAA9BF4B0E7F}">
      <dgm:prSet/>
      <dgm:spPr/>
    </dgm:pt>
    <dgm:pt modelId="{1E3C2075-3F83-42A5-BD9C-6F52DEDF0B86}">
      <dgm:prSet phldr="0"/>
      <dgm:spPr/>
      <dgm:t>
        <a:bodyPr/>
        <a:lstStyle/>
        <a:p>
          <a:r>
            <a:rPr lang="en-US" sz="3600">
              <a:solidFill>
                <a:srgbClr val="001E62"/>
              </a:solidFill>
              <a:latin typeface="+mn-lt"/>
            </a:rPr>
            <a:t>Timer</a:t>
          </a:r>
        </a:p>
      </dgm:t>
    </dgm:pt>
    <dgm:pt modelId="{163F4F61-0BA8-4212-9B7B-E293889D2761}" type="parTrans" cxnId="{3ED41D9A-74F2-453C-9E34-BF07FA05D898}">
      <dgm:prSet/>
      <dgm:spPr/>
    </dgm:pt>
    <dgm:pt modelId="{3CF6319A-C714-499C-8ABF-7686FA2A12A4}" type="sibTrans" cxnId="{3ED41D9A-74F2-453C-9E34-BF07FA05D898}">
      <dgm:prSet/>
      <dgm:spPr/>
    </dgm:pt>
    <dgm:pt modelId="{A31B1EB9-A4A1-4955-B9BF-1F9198BAA1B0}">
      <dgm:prSet phldr="0"/>
      <dgm:spPr/>
      <dgm:t>
        <a:bodyPr/>
        <a:lstStyle/>
        <a:p>
          <a:pPr rtl="0"/>
          <a:r>
            <a:rPr lang="en-US" sz="3600">
              <a:solidFill>
                <a:srgbClr val="001E62"/>
              </a:solidFill>
              <a:latin typeface="+mn-lt"/>
            </a:rPr>
            <a:t>Safety Glasses</a:t>
          </a:r>
        </a:p>
      </dgm:t>
    </dgm:pt>
    <dgm:pt modelId="{DBD5DBA0-9356-416D-BA1A-3A58F0D83383}" type="parTrans" cxnId="{06F83255-7148-46A8-9EF7-B5CC37834B5C}">
      <dgm:prSet/>
      <dgm:spPr/>
    </dgm:pt>
    <dgm:pt modelId="{81916223-4159-4424-9CA0-F72806F3F2FB}" type="sibTrans" cxnId="{06F83255-7148-46A8-9EF7-B5CC37834B5C}">
      <dgm:prSet/>
      <dgm:spPr/>
    </dgm:pt>
    <dgm:pt modelId="{1E5B698C-8D83-4418-A407-80472FC0C9BB}">
      <dgm:prSet phldr="0"/>
      <dgm:spPr/>
      <dgm:t>
        <a:bodyPr/>
        <a:lstStyle/>
        <a:p>
          <a:r>
            <a:rPr lang="en-US" sz="3600">
              <a:solidFill>
                <a:srgbClr val="001E62"/>
              </a:solidFill>
              <a:latin typeface="+mn-lt"/>
            </a:rPr>
            <a:t>Gloves</a:t>
          </a:r>
        </a:p>
      </dgm:t>
    </dgm:pt>
    <dgm:pt modelId="{68BC6B75-ED83-4BF6-B1E2-A79924D564DB}" type="parTrans" cxnId="{455CC066-BA94-4142-B282-937C8D9649F2}">
      <dgm:prSet/>
      <dgm:spPr/>
    </dgm:pt>
    <dgm:pt modelId="{09CED9AE-3652-4B2F-B1AF-8F0B14D8220C}" type="sibTrans" cxnId="{455CC066-BA94-4142-B282-937C8D9649F2}">
      <dgm:prSet/>
      <dgm:spPr/>
    </dgm:pt>
    <dgm:pt modelId="{2C22BB82-A99E-4DE8-8C4A-3EBEDB8AEEBB}">
      <dgm:prSet phldr="0"/>
      <dgm:spPr/>
      <dgm:t>
        <a:bodyPr/>
        <a:lstStyle/>
        <a:p>
          <a:r>
            <a:rPr lang="en-US" sz="3600" dirty="0">
              <a:solidFill>
                <a:srgbClr val="001E62"/>
              </a:solidFill>
              <a:latin typeface="+mn-lt"/>
            </a:rPr>
            <a:t>Parafilm</a:t>
          </a:r>
        </a:p>
      </dgm:t>
    </dgm:pt>
    <dgm:pt modelId="{76B4836B-8581-4F32-A6ED-2E3BB80DABE3}" type="parTrans" cxnId="{8B5215D1-C644-42E5-BBEF-97EC243F1E9B}">
      <dgm:prSet/>
      <dgm:spPr/>
    </dgm:pt>
    <dgm:pt modelId="{F2214710-8A4D-4656-8A6F-5786DEB50032}" type="sibTrans" cxnId="{8B5215D1-C644-42E5-BBEF-97EC243F1E9B}">
      <dgm:prSet/>
      <dgm:spPr/>
    </dgm:pt>
    <dgm:pt modelId="{DA1674BE-49EF-4951-AE39-948656A9A817}">
      <dgm:prSet phldr="0"/>
      <dgm:spPr/>
      <dgm:t>
        <a:bodyPr/>
        <a:lstStyle/>
        <a:p>
          <a:endParaRPr lang="en-US" sz="3600" dirty="0">
            <a:latin typeface="+mn-lt"/>
          </a:endParaRPr>
        </a:p>
      </dgm:t>
    </dgm:pt>
    <dgm:pt modelId="{9E27260E-F3B9-4E6D-B8D9-E1D6BDD45E2E}" type="parTrans" cxnId="{B861C0A4-BFE2-4CDB-9E9C-5EFDD3B893BC}">
      <dgm:prSet/>
      <dgm:spPr/>
    </dgm:pt>
    <dgm:pt modelId="{B673B1B5-DFE3-426A-A6C6-6F8D30645227}" type="sibTrans" cxnId="{B861C0A4-BFE2-4CDB-9E9C-5EFDD3B893BC}">
      <dgm:prSet/>
      <dgm:spPr/>
    </dgm:pt>
    <dgm:pt modelId="{9DF75805-83FC-4255-986A-AB27532AE4A1}" type="pres">
      <dgm:prSet presAssocID="{C1C9C1F0-56AF-4416-AE62-7186D922D099}" presName="vert0" presStyleCnt="0">
        <dgm:presLayoutVars>
          <dgm:dir/>
          <dgm:animOne val="branch"/>
          <dgm:animLvl val="lvl"/>
        </dgm:presLayoutVars>
      </dgm:prSet>
      <dgm:spPr/>
    </dgm:pt>
    <dgm:pt modelId="{25E0DFBE-34BF-48E3-B1F7-D9AA6142A0E3}" type="pres">
      <dgm:prSet presAssocID="{D093699D-28C7-447A-83C3-6D47A3730EBD}" presName="thickLine" presStyleLbl="alignNode1" presStyleIdx="0" presStyleCnt="15"/>
      <dgm:spPr/>
    </dgm:pt>
    <dgm:pt modelId="{5A336B17-CE16-4EBB-86D8-3DDCB744A612}" type="pres">
      <dgm:prSet presAssocID="{D093699D-28C7-447A-83C3-6D47A3730EBD}" presName="horz1" presStyleCnt="0"/>
      <dgm:spPr/>
    </dgm:pt>
    <dgm:pt modelId="{557530AF-F08C-4EE5-AAFC-738744214DB9}" type="pres">
      <dgm:prSet presAssocID="{D093699D-28C7-447A-83C3-6D47A3730EBD}" presName="tx1" presStyleLbl="revTx" presStyleIdx="0" presStyleCnt="15"/>
      <dgm:spPr/>
    </dgm:pt>
    <dgm:pt modelId="{E464942B-0422-4D98-9D18-962DE69FA8BD}" type="pres">
      <dgm:prSet presAssocID="{D093699D-28C7-447A-83C3-6D47A3730EBD}" presName="vert1" presStyleCnt="0"/>
      <dgm:spPr/>
    </dgm:pt>
    <dgm:pt modelId="{936CB74B-5285-4DC3-AA3A-CA06A8E16DBD}" type="pres">
      <dgm:prSet presAssocID="{DF35DDA7-A4CB-4315-8554-FD03C6EEDEF2}" presName="thickLine" presStyleLbl="alignNode1" presStyleIdx="1" presStyleCnt="15"/>
      <dgm:spPr/>
    </dgm:pt>
    <dgm:pt modelId="{9796E371-73D7-4CC8-A69F-F1B1CC070A6F}" type="pres">
      <dgm:prSet presAssocID="{DF35DDA7-A4CB-4315-8554-FD03C6EEDEF2}" presName="horz1" presStyleCnt="0"/>
      <dgm:spPr/>
    </dgm:pt>
    <dgm:pt modelId="{7B4C54A3-1CEB-4F86-AAD0-DA1F72665F0E}" type="pres">
      <dgm:prSet presAssocID="{DF35DDA7-A4CB-4315-8554-FD03C6EEDEF2}" presName="tx1" presStyleLbl="revTx" presStyleIdx="1" presStyleCnt="15"/>
      <dgm:spPr/>
    </dgm:pt>
    <dgm:pt modelId="{B8790ECF-55B2-4E77-A4B7-FB4480F6D78E}" type="pres">
      <dgm:prSet presAssocID="{DF35DDA7-A4CB-4315-8554-FD03C6EEDEF2}" presName="vert1" presStyleCnt="0"/>
      <dgm:spPr/>
    </dgm:pt>
    <dgm:pt modelId="{0C9A11F4-0F2C-4EE6-B3F2-88B9C9BA9EE3}" type="pres">
      <dgm:prSet presAssocID="{03C61666-72F7-4B7F-9584-74963C2E00E6}" presName="thickLine" presStyleLbl="alignNode1" presStyleIdx="2" presStyleCnt="15"/>
      <dgm:spPr/>
    </dgm:pt>
    <dgm:pt modelId="{D3A119B3-40D7-45AC-994C-081E2313B3A5}" type="pres">
      <dgm:prSet presAssocID="{03C61666-72F7-4B7F-9584-74963C2E00E6}" presName="horz1" presStyleCnt="0"/>
      <dgm:spPr/>
    </dgm:pt>
    <dgm:pt modelId="{8CC92E11-2024-4EC0-A8D7-BB49AE20795F}" type="pres">
      <dgm:prSet presAssocID="{03C61666-72F7-4B7F-9584-74963C2E00E6}" presName="tx1" presStyleLbl="revTx" presStyleIdx="2" presStyleCnt="15"/>
      <dgm:spPr/>
    </dgm:pt>
    <dgm:pt modelId="{ADCFF359-597C-45CF-BE54-EF203F63DD44}" type="pres">
      <dgm:prSet presAssocID="{03C61666-72F7-4B7F-9584-74963C2E00E6}" presName="vert1" presStyleCnt="0"/>
      <dgm:spPr/>
    </dgm:pt>
    <dgm:pt modelId="{0B2BD07C-901C-4B19-BDE6-E294D19C80F0}" type="pres">
      <dgm:prSet presAssocID="{27A69096-5DB1-4F66-9986-2CF6292D6714}" presName="thickLine" presStyleLbl="alignNode1" presStyleIdx="3" presStyleCnt="15"/>
      <dgm:spPr/>
    </dgm:pt>
    <dgm:pt modelId="{E876FDA2-BAFA-4C20-9352-A849DD08B2EC}" type="pres">
      <dgm:prSet presAssocID="{27A69096-5DB1-4F66-9986-2CF6292D6714}" presName="horz1" presStyleCnt="0"/>
      <dgm:spPr/>
    </dgm:pt>
    <dgm:pt modelId="{E6B3C957-EAF2-4301-908B-B4B544D8770E}" type="pres">
      <dgm:prSet presAssocID="{27A69096-5DB1-4F66-9986-2CF6292D6714}" presName="tx1" presStyleLbl="revTx" presStyleIdx="3" presStyleCnt="15"/>
      <dgm:spPr/>
    </dgm:pt>
    <dgm:pt modelId="{EAF3D100-E2A1-43F0-BDEA-90453D649B72}" type="pres">
      <dgm:prSet presAssocID="{27A69096-5DB1-4F66-9986-2CF6292D6714}" presName="vert1" presStyleCnt="0"/>
      <dgm:spPr/>
    </dgm:pt>
    <dgm:pt modelId="{1E2E6E8C-DB4F-4467-94F7-60CB2B13094A}" type="pres">
      <dgm:prSet presAssocID="{51326B1F-F2CE-4294-A9B3-EF8E4ED03229}" presName="thickLine" presStyleLbl="alignNode1" presStyleIdx="4" presStyleCnt="15"/>
      <dgm:spPr/>
    </dgm:pt>
    <dgm:pt modelId="{0A5B3C6D-FD8C-4604-9AFC-5985FA3639BB}" type="pres">
      <dgm:prSet presAssocID="{51326B1F-F2CE-4294-A9B3-EF8E4ED03229}" presName="horz1" presStyleCnt="0"/>
      <dgm:spPr/>
    </dgm:pt>
    <dgm:pt modelId="{BB7D1E71-82EF-49C9-AF12-3C03788F9691}" type="pres">
      <dgm:prSet presAssocID="{51326B1F-F2CE-4294-A9B3-EF8E4ED03229}" presName="tx1" presStyleLbl="revTx" presStyleIdx="4" presStyleCnt="15"/>
      <dgm:spPr/>
    </dgm:pt>
    <dgm:pt modelId="{6DD03ED1-952B-420A-A593-5C9A29A1C87D}" type="pres">
      <dgm:prSet presAssocID="{51326B1F-F2CE-4294-A9B3-EF8E4ED03229}" presName="vert1" presStyleCnt="0"/>
      <dgm:spPr/>
    </dgm:pt>
    <dgm:pt modelId="{2A31A39A-2F97-48A4-859B-DFCA549679C0}" type="pres">
      <dgm:prSet presAssocID="{E397AAB3-6C38-4D7C-90C3-A21209BE058A}" presName="thickLine" presStyleLbl="alignNode1" presStyleIdx="5" presStyleCnt="15"/>
      <dgm:spPr/>
    </dgm:pt>
    <dgm:pt modelId="{6E14733B-F892-4D24-81BC-53CDFB1BD69D}" type="pres">
      <dgm:prSet presAssocID="{E397AAB3-6C38-4D7C-90C3-A21209BE058A}" presName="horz1" presStyleCnt="0"/>
      <dgm:spPr/>
    </dgm:pt>
    <dgm:pt modelId="{CD22EA0D-AE12-4316-B6B7-AE3F7B7D9A38}" type="pres">
      <dgm:prSet presAssocID="{E397AAB3-6C38-4D7C-90C3-A21209BE058A}" presName="tx1" presStyleLbl="revTx" presStyleIdx="5" presStyleCnt="15"/>
      <dgm:spPr/>
    </dgm:pt>
    <dgm:pt modelId="{AD4E6F19-4FA3-4829-B656-0D7B7241F750}" type="pres">
      <dgm:prSet presAssocID="{E397AAB3-6C38-4D7C-90C3-A21209BE058A}" presName="vert1" presStyleCnt="0"/>
      <dgm:spPr/>
    </dgm:pt>
    <dgm:pt modelId="{37B09571-DE96-4541-9AB7-7AA110DD1FA0}" type="pres">
      <dgm:prSet presAssocID="{147013A5-C6AA-4DC9-B163-B409D7D5E575}" presName="thickLine" presStyleLbl="alignNode1" presStyleIdx="6" presStyleCnt="15"/>
      <dgm:spPr/>
    </dgm:pt>
    <dgm:pt modelId="{B193278D-C1F3-435D-802A-6C2D2A31B8A6}" type="pres">
      <dgm:prSet presAssocID="{147013A5-C6AA-4DC9-B163-B409D7D5E575}" presName="horz1" presStyleCnt="0"/>
      <dgm:spPr/>
    </dgm:pt>
    <dgm:pt modelId="{66A21EBA-DDF9-49C9-9632-BEF8421B3386}" type="pres">
      <dgm:prSet presAssocID="{147013A5-C6AA-4DC9-B163-B409D7D5E575}" presName="tx1" presStyleLbl="revTx" presStyleIdx="6" presStyleCnt="15"/>
      <dgm:spPr/>
    </dgm:pt>
    <dgm:pt modelId="{2B56104B-134E-4E28-B588-818B0E0AF138}" type="pres">
      <dgm:prSet presAssocID="{147013A5-C6AA-4DC9-B163-B409D7D5E575}" presName="vert1" presStyleCnt="0"/>
      <dgm:spPr/>
    </dgm:pt>
    <dgm:pt modelId="{1FB2A75F-77C6-4C7E-9E21-90775EF7A40B}" type="pres">
      <dgm:prSet presAssocID="{2E291FDC-2134-4A9E-88AC-16F429ECA935}" presName="thickLine" presStyleLbl="alignNode1" presStyleIdx="7" presStyleCnt="15"/>
      <dgm:spPr/>
    </dgm:pt>
    <dgm:pt modelId="{479E6ECC-E2A7-4933-B55A-1C8A154BFA03}" type="pres">
      <dgm:prSet presAssocID="{2E291FDC-2134-4A9E-88AC-16F429ECA935}" presName="horz1" presStyleCnt="0"/>
      <dgm:spPr/>
    </dgm:pt>
    <dgm:pt modelId="{B6E3DD5E-D366-410B-AA20-F066D2E64C69}" type="pres">
      <dgm:prSet presAssocID="{2E291FDC-2134-4A9E-88AC-16F429ECA935}" presName="tx1" presStyleLbl="revTx" presStyleIdx="7" presStyleCnt="15"/>
      <dgm:spPr/>
    </dgm:pt>
    <dgm:pt modelId="{0412D1A2-623D-4183-B219-3F416CB3F61D}" type="pres">
      <dgm:prSet presAssocID="{2E291FDC-2134-4A9E-88AC-16F429ECA935}" presName="vert1" presStyleCnt="0"/>
      <dgm:spPr/>
    </dgm:pt>
    <dgm:pt modelId="{9A271D7C-5CDF-4DDD-8F60-ED76EFAF7BB4}" type="pres">
      <dgm:prSet presAssocID="{9AD6A101-7F47-4F10-A0FA-67E8EFBE2D01}" presName="thickLine" presStyleLbl="alignNode1" presStyleIdx="8" presStyleCnt="15"/>
      <dgm:spPr/>
    </dgm:pt>
    <dgm:pt modelId="{64B2A42F-9D7D-4DE7-BCCD-EE244E2FEE3A}" type="pres">
      <dgm:prSet presAssocID="{9AD6A101-7F47-4F10-A0FA-67E8EFBE2D01}" presName="horz1" presStyleCnt="0"/>
      <dgm:spPr/>
    </dgm:pt>
    <dgm:pt modelId="{BC2C0EA6-A07E-47AB-8616-28E0218FF6B0}" type="pres">
      <dgm:prSet presAssocID="{9AD6A101-7F47-4F10-A0FA-67E8EFBE2D01}" presName="tx1" presStyleLbl="revTx" presStyleIdx="8" presStyleCnt="15"/>
      <dgm:spPr/>
    </dgm:pt>
    <dgm:pt modelId="{1279E494-F93D-490A-ABB7-F0D291210B4E}" type="pres">
      <dgm:prSet presAssocID="{9AD6A101-7F47-4F10-A0FA-67E8EFBE2D01}" presName="vert1" presStyleCnt="0"/>
      <dgm:spPr/>
    </dgm:pt>
    <dgm:pt modelId="{547A3D87-194E-43E9-A34E-DFF02CBBE391}" type="pres">
      <dgm:prSet presAssocID="{978EE868-7714-4E6D-9F38-1B79DB1A4594}" presName="thickLine" presStyleLbl="alignNode1" presStyleIdx="9" presStyleCnt="15"/>
      <dgm:spPr/>
    </dgm:pt>
    <dgm:pt modelId="{0179C94D-96A1-4294-887E-009BE3D89E7B}" type="pres">
      <dgm:prSet presAssocID="{978EE868-7714-4E6D-9F38-1B79DB1A4594}" presName="horz1" presStyleCnt="0"/>
      <dgm:spPr/>
    </dgm:pt>
    <dgm:pt modelId="{20CF0426-C526-4C35-BBAA-F0B426AC1177}" type="pres">
      <dgm:prSet presAssocID="{978EE868-7714-4E6D-9F38-1B79DB1A4594}" presName="tx1" presStyleLbl="revTx" presStyleIdx="9" presStyleCnt="15"/>
      <dgm:spPr/>
    </dgm:pt>
    <dgm:pt modelId="{A3BC962E-0955-419E-8710-A42B7CF3C7C8}" type="pres">
      <dgm:prSet presAssocID="{978EE868-7714-4E6D-9F38-1B79DB1A4594}" presName="vert1" presStyleCnt="0"/>
      <dgm:spPr/>
    </dgm:pt>
    <dgm:pt modelId="{67665FBC-F5DA-426E-867E-A19948EBBB81}" type="pres">
      <dgm:prSet presAssocID="{1E3C2075-3F83-42A5-BD9C-6F52DEDF0B86}" presName="thickLine" presStyleLbl="alignNode1" presStyleIdx="10" presStyleCnt="15"/>
      <dgm:spPr/>
    </dgm:pt>
    <dgm:pt modelId="{48B40016-0A00-43A2-990F-CFFDED133997}" type="pres">
      <dgm:prSet presAssocID="{1E3C2075-3F83-42A5-BD9C-6F52DEDF0B86}" presName="horz1" presStyleCnt="0"/>
      <dgm:spPr/>
    </dgm:pt>
    <dgm:pt modelId="{2DBE1DF1-D792-4304-BA53-E83D36391C8E}" type="pres">
      <dgm:prSet presAssocID="{1E3C2075-3F83-42A5-BD9C-6F52DEDF0B86}" presName="tx1" presStyleLbl="revTx" presStyleIdx="10" presStyleCnt="15"/>
      <dgm:spPr/>
    </dgm:pt>
    <dgm:pt modelId="{87E4FBB0-E43B-41C2-B5E1-F10960E39294}" type="pres">
      <dgm:prSet presAssocID="{1E3C2075-3F83-42A5-BD9C-6F52DEDF0B86}" presName="vert1" presStyleCnt="0"/>
      <dgm:spPr/>
    </dgm:pt>
    <dgm:pt modelId="{00B7B5F2-132E-4905-91B6-428D38726CDE}" type="pres">
      <dgm:prSet presAssocID="{A31B1EB9-A4A1-4955-B9BF-1F9198BAA1B0}" presName="thickLine" presStyleLbl="alignNode1" presStyleIdx="11" presStyleCnt="15"/>
      <dgm:spPr/>
    </dgm:pt>
    <dgm:pt modelId="{2B975BE3-8CF5-4302-873D-34AC52F5E565}" type="pres">
      <dgm:prSet presAssocID="{A31B1EB9-A4A1-4955-B9BF-1F9198BAA1B0}" presName="horz1" presStyleCnt="0"/>
      <dgm:spPr/>
    </dgm:pt>
    <dgm:pt modelId="{89EE3C8A-8F0B-44D0-82B7-5AF1D5602BE5}" type="pres">
      <dgm:prSet presAssocID="{A31B1EB9-A4A1-4955-B9BF-1F9198BAA1B0}" presName="tx1" presStyleLbl="revTx" presStyleIdx="11" presStyleCnt="15"/>
      <dgm:spPr/>
    </dgm:pt>
    <dgm:pt modelId="{FC1E84A9-0CB7-42AA-8A75-CE84BBE390BA}" type="pres">
      <dgm:prSet presAssocID="{A31B1EB9-A4A1-4955-B9BF-1F9198BAA1B0}" presName="vert1" presStyleCnt="0"/>
      <dgm:spPr/>
    </dgm:pt>
    <dgm:pt modelId="{98FACCA2-895E-4596-AB45-EA62A5DCD906}" type="pres">
      <dgm:prSet presAssocID="{1E5B698C-8D83-4418-A407-80472FC0C9BB}" presName="thickLine" presStyleLbl="alignNode1" presStyleIdx="12" presStyleCnt="15"/>
      <dgm:spPr/>
    </dgm:pt>
    <dgm:pt modelId="{2D728DB3-24CF-45FC-86B6-5E054B414947}" type="pres">
      <dgm:prSet presAssocID="{1E5B698C-8D83-4418-A407-80472FC0C9BB}" presName="horz1" presStyleCnt="0"/>
      <dgm:spPr/>
    </dgm:pt>
    <dgm:pt modelId="{5EAF6CAC-D54D-4F5A-8AB3-7981BE2FD478}" type="pres">
      <dgm:prSet presAssocID="{1E5B698C-8D83-4418-A407-80472FC0C9BB}" presName="tx1" presStyleLbl="revTx" presStyleIdx="12" presStyleCnt="15"/>
      <dgm:spPr/>
    </dgm:pt>
    <dgm:pt modelId="{A72C92DE-ED1B-4996-AF57-7595D8663BE1}" type="pres">
      <dgm:prSet presAssocID="{1E5B698C-8D83-4418-A407-80472FC0C9BB}" presName="vert1" presStyleCnt="0"/>
      <dgm:spPr/>
    </dgm:pt>
    <dgm:pt modelId="{153FBC40-D303-406D-B42B-0E182EE409B3}" type="pres">
      <dgm:prSet presAssocID="{2C22BB82-A99E-4DE8-8C4A-3EBEDB8AEEBB}" presName="thickLine" presStyleLbl="alignNode1" presStyleIdx="13" presStyleCnt="15"/>
      <dgm:spPr/>
    </dgm:pt>
    <dgm:pt modelId="{58B8441B-CF41-43F3-9C88-4D0BD680146A}" type="pres">
      <dgm:prSet presAssocID="{2C22BB82-A99E-4DE8-8C4A-3EBEDB8AEEBB}" presName="horz1" presStyleCnt="0"/>
      <dgm:spPr/>
    </dgm:pt>
    <dgm:pt modelId="{AA5C4889-9226-4FE1-A724-E72D58441DFB}" type="pres">
      <dgm:prSet presAssocID="{2C22BB82-A99E-4DE8-8C4A-3EBEDB8AEEBB}" presName="tx1" presStyleLbl="revTx" presStyleIdx="13" presStyleCnt="15"/>
      <dgm:spPr/>
    </dgm:pt>
    <dgm:pt modelId="{6322CC79-7B89-40A2-83F3-95BD8138A77F}" type="pres">
      <dgm:prSet presAssocID="{2C22BB82-A99E-4DE8-8C4A-3EBEDB8AEEBB}" presName="vert1" presStyleCnt="0"/>
      <dgm:spPr/>
    </dgm:pt>
    <dgm:pt modelId="{69FFEAA4-40D7-4984-A003-8CB597ED0602}" type="pres">
      <dgm:prSet presAssocID="{DA1674BE-49EF-4951-AE39-948656A9A817}" presName="thickLine" presStyleLbl="alignNode1" presStyleIdx="14" presStyleCnt="15"/>
      <dgm:spPr/>
    </dgm:pt>
    <dgm:pt modelId="{B4A3E06E-9244-4754-BD4E-C8F308E3F2FD}" type="pres">
      <dgm:prSet presAssocID="{DA1674BE-49EF-4951-AE39-948656A9A817}" presName="horz1" presStyleCnt="0"/>
      <dgm:spPr/>
    </dgm:pt>
    <dgm:pt modelId="{226A0A04-C9FD-499A-9A5D-E93EC8997B4C}" type="pres">
      <dgm:prSet presAssocID="{DA1674BE-49EF-4951-AE39-948656A9A817}" presName="tx1" presStyleLbl="revTx" presStyleIdx="14" presStyleCnt="15"/>
      <dgm:spPr/>
    </dgm:pt>
    <dgm:pt modelId="{EE39A031-FB24-4F06-A399-8441CBDF79C1}" type="pres">
      <dgm:prSet presAssocID="{DA1674BE-49EF-4951-AE39-948656A9A817}" presName="vert1" presStyleCnt="0"/>
      <dgm:spPr/>
    </dgm:pt>
  </dgm:ptLst>
  <dgm:cxnLst>
    <dgm:cxn modelId="{CAA08E02-C637-40A3-80B5-D26AF8A7D9C2}" srcId="{C1C9C1F0-56AF-4416-AE62-7186D922D099}" destId="{9AD6A101-7F47-4F10-A0FA-67E8EFBE2D01}" srcOrd="8" destOrd="0" parTransId="{ABF7F701-01E5-4B0F-9819-26900B08DBD0}" sibTransId="{EC5DA036-4C6E-4076-B383-BDE9308E0C4E}"/>
    <dgm:cxn modelId="{71068A0D-E3C6-454E-81AD-EAA9BF4B0E7F}" srcId="{C1C9C1F0-56AF-4416-AE62-7186D922D099}" destId="{978EE868-7714-4E6D-9F38-1B79DB1A4594}" srcOrd="9" destOrd="0" parTransId="{6AA2FBFB-37C2-444F-A895-C26C4DD16AC2}" sibTransId="{308BD65D-85C2-42F4-9831-2223829B484C}"/>
    <dgm:cxn modelId="{164F1F0E-13E3-45A0-9549-5034D4E3A3A9}" type="presOf" srcId="{03C61666-72F7-4B7F-9584-74963C2E00E6}" destId="{8CC92E11-2024-4EC0-A8D7-BB49AE20795F}" srcOrd="0" destOrd="0" presId="urn:microsoft.com/office/officeart/2008/layout/LinedList"/>
    <dgm:cxn modelId="{8729321B-C28A-4773-B42B-0F9DD4A46FD4}" type="presOf" srcId="{27A69096-5DB1-4F66-9986-2CF6292D6714}" destId="{E6B3C957-EAF2-4301-908B-B4B544D8770E}" srcOrd="0" destOrd="0" presId="urn:microsoft.com/office/officeart/2008/layout/LinedList"/>
    <dgm:cxn modelId="{7188A327-977F-4F31-B181-F7B20C5349C0}" type="presOf" srcId="{9AD6A101-7F47-4F10-A0FA-67E8EFBE2D01}" destId="{BC2C0EA6-A07E-47AB-8616-28E0218FF6B0}" srcOrd="0" destOrd="0" presId="urn:microsoft.com/office/officeart/2008/layout/LinedList"/>
    <dgm:cxn modelId="{97B91335-2A04-4DE7-B901-AE0E64511485}" srcId="{C1C9C1F0-56AF-4416-AE62-7186D922D099}" destId="{03C61666-72F7-4B7F-9584-74963C2E00E6}" srcOrd="2" destOrd="0" parTransId="{49886131-3C9E-418D-A8AC-D3CBB9BAC862}" sibTransId="{C930D421-BE96-4A70-B644-A0DF23974E3A}"/>
    <dgm:cxn modelId="{C8BCCF39-9C16-4CDF-A775-3491C1627176}" type="presOf" srcId="{DF35DDA7-A4CB-4315-8554-FD03C6EEDEF2}" destId="{7B4C54A3-1CEB-4F86-AAD0-DA1F72665F0E}" srcOrd="0" destOrd="0" presId="urn:microsoft.com/office/officeart/2008/layout/LinedList"/>
    <dgm:cxn modelId="{0F1D6142-8BD4-4803-AC1F-D81B6BC29340}" srcId="{C1C9C1F0-56AF-4416-AE62-7186D922D099}" destId="{DF35DDA7-A4CB-4315-8554-FD03C6EEDEF2}" srcOrd="1" destOrd="0" parTransId="{C12A1161-AA50-440B-8533-182DFA6EFB9E}" sibTransId="{F4594CCD-34E9-45F9-B930-5EB8366920D1}"/>
    <dgm:cxn modelId="{455CC066-BA94-4142-B282-937C8D9649F2}" srcId="{C1C9C1F0-56AF-4416-AE62-7186D922D099}" destId="{1E5B698C-8D83-4418-A407-80472FC0C9BB}" srcOrd="12" destOrd="0" parTransId="{68BC6B75-ED83-4BF6-B1E2-A79924D564DB}" sibTransId="{09CED9AE-3652-4B2F-B1AF-8F0B14D8220C}"/>
    <dgm:cxn modelId="{CCBA1B49-033F-4701-8335-978DFF5301C4}" type="presOf" srcId="{A31B1EB9-A4A1-4955-B9BF-1F9198BAA1B0}" destId="{89EE3C8A-8F0B-44D0-82B7-5AF1D5602BE5}" srcOrd="0" destOrd="0" presId="urn:microsoft.com/office/officeart/2008/layout/LinedList"/>
    <dgm:cxn modelId="{8E012449-7408-4E68-A520-572015E14CE9}" srcId="{C1C9C1F0-56AF-4416-AE62-7186D922D099}" destId="{147013A5-C6AA-4DC9-B163-B409D7D5E575}" srcOrd="6" destOrd="0" parTransId="{BAF3F9A6-81A8-4F32-BAC6-268DD8B6BEA3}" sibTransId="{076F6A41-B623-4B0D-9A8C-5D54D0A71E35}"/>
    <dgm:cxn modelId="{C362D654-19AA-42E5-82C9-AB8BB7C7EAFD}" type="presOf" srcId="{1E5B698C-8D83-4418-A407-80472FC0C9BB}" destId="{5EAF6CAC-D54D-4F5A-8AB3-7981BE2FD478}" srcOrd="0" destOrd="0" presId="urn:microsoft.com/office/officeart/2008/layout/LinedList"/>
    <dgm:cxn modelId="{06F83255-7148-46A8-9EF7-B5CC37834B5C}" srcId="{C1C9C1F0-56AF-4416-AE62-7186D922D099}" destId="{A31B1EB9-A4A1-4955-B9BF-1F9198BAA1B0}" srcOrd="11" destOrd="0" parTransId="{DBD5DBA0-9356-416D-BA1A-3A58F0D83383}" sibTransId="{81916223-4159-4424-9CA0-F72806F3F2FB}"/>
    <dgm:cxn modelId="{3A80ED58-C1F7-4B48-8691-250AB3CA008F}" type="presOf" srcId="{D093699D-28C7-447A-83C3-6D47A3730EBD}" destId="{557530AF-F08C-4EE5-AAFC-738744214DB9}" srcOrd="0" destOrd="0" presId="urn:microsoft.com/office/officeart/2008/layout/LinedList"/>
    <dgm:cxn modelId="{7EEE3481-9148-45DE-8909-C8B03326060D}" srcId="{C1C9C1F0-56AF-4416-AE62-7186D922D099}" destId="{E397AAB3-6C38-4D7C-90C3-A21209BE058A}" srcOrd="5" destOrd="0" parTransId="{C0C7EE6D-7F38-4271-94BE-10BE39B0050E}" sibTransId="{3BAB8EB4-F053-4EEA-AA4C-F70C7A394E39}"/>
    <dgm:cxn modelId="{5235BB94-45AB-4162-B93F-FD6883C3F154}" type="presOf" srcId="{51326B1F-F2CE-4294-A9B3-EF8E4ED03229}" destId="{BB7D1E71-82EF-49C9-AF12-3C03788F9691}" srcOrd="0" destOrd="0" presId="urn:microsoft.com/office/officeart/2008/layout/LinedList"/>
    <dgm:cxn modelId="{51210B9A-9EE9-44FA-B857-89D0D62FE426}" srcId="{C1C9C1F0-56AF-4416-AE62-7186D922D099}" destId="{27A69096-5DB1-4F66-9986-2CF6292D6714}" srcOrd="3" destOrd="0" parTransId="{B6DA236C-919E-4EF1-A104-4CCE7587E93A}" sibTransId="{2058F72B-BC40-4330-BAD0-5DB1BAAD1AAE}"/>
    <dgm:cxn modelId="{3ED41D9A-74F2-453C-9E34-BF07FA05D898}" srcId="{C1C9C1F0-56AF-4416-AE62-7186D922D099}" destId="{1E3C2075-3F83-42A5-BD9C-6F52DEDF0B86}" srcOrd="10" destOrd="0" parTransId="{163F4F61-0BA8-4212-9B7B-E293889D2761}" sibTransId="{3CF6319A-C714-499C-8ABF-7686FA2A12A4}"/>
    <dgm:cxn modelId="{5031B0A3-898A-416A-812A-B963ED2410CD}" type="presOf" srcId="{1E3C2075-3F83-42A5-BD9C-6F52DEDF0B86}" destId="{2DBE1DF1-D792-4304-BA53-E83D36391C8E}" srcOrd="0" destOrd="0" presId="urn:microsoft.com/office/officeart/2008/layout/LinedList"/>
    <dgm:cxn modelId="{B861C0A4-BFE2-4CDB-9E9C-5EFDD3B893BC}" srcId="{C1C9C1F0-56AF-4416-AE62-7186D922D099}" destId="{DA1674BE-49EF-4951-AE39-948656A9A817}" srcOrd="14" destOrd="0" parTransId="{9E27260E-F3B9-4E6D-B8D9-E1D6BDD45E2E}" sibTransId="{B673B1B5-DFE3-426A-A6C6-6F8D30645227}"/>
    <dgm:cxn modelId="{50F015A5-AEB9-4DF2-9390-D43FC8FA823A}" type="presOf" srcId="{C1C9C1F0-56AF-4416-AE62-7186D922D099}" destId="{9DF75805-83FC-4255-986A-AB27532AE4A1}" srcOrd="0" destOrd="0" presId="urn:microsoft.com/office/officeart/2008/layout/LinedList"/>
    <dgm:cxn modelId="{6867AAAE-7ED0-4AE4-9C26-5125BC770E74}" type="presOf" srcId="{DA1674BE-49EF-4951-AE39-948656A9A817}" destId="{226A0A04-C9FD-499A-9A5D-E93EC8997B4C}" srcOrd="0" destOrd="0" presId="urn:microsoft.com/office/officeart/2008/layout/LinedList"/>
    <dgm:cxn modelId="{3CCA04C0-A1B1-4D90-964D-54722D920077}" type="presOf" srcId="{2C22BB82-A99E-4DE8-8C4A-3EBEDB8AEEBB}" destId="{AA5C4889-9226-4FE1-A724-E72D58441DFB}" srcOrd="0" destOrd="0" presId="urn:microsoft.com/office/officeart/2008/layout/LinedList"/>
    <dgm:cxn modelId="{5CB2F1C0-4459-4FBC-9BBD-D3390D78396A}" type="presOf" srcId="{978EE868-7714-4E6D-9F38-1B79DB1A4594}" destId="{20CF0426-C526-4C35-BBAA-F0B426AC1177}" srcOrd="0" destOrd="0" presId="urn:microsoft.com/office/officeart/2008/layout/LinedList"/>
    <dgm:cxn modelId="{B8009BC8-7040-4751-A4E2-85B19E7685D9}" type="presOf" srcId="{E397AAB3-6C38-4D7C-90C3-A21209BE058A}" destId="{CD22EA0D-AE12-4316-B6B7-AE3F7B7D9A38}" srcOrd="0" destOrd="0" presId="urn:microsoft.com/office/officeart/2008/layout/LinedList"/>
    <dgm:cxn modelId="{39B5A3D0-8876-4421-B885-CBF8D08B7BC4}" type="presOf" srcId="{2E291FDC-2134-4A9E-88AC-16F429ECA935}" destId="{B6E3DD5E-D366-410B-AA20-F066D2E64C69}" srcOrd="0" destOrd="0" presId="urn:microsoft.com/office/officeart/2008/layout/LinedList"/>
    <dgm:cxn modelId="{8B5215D1-C644-42E5-BBEF-97EC243F1E9B}" srcId="{C1C9C1F0-56AF-4416-AE62-7186D922D099}" destId="{2C22BB82-A99E-4DE8-8C4A-3EBEDB8AEEBB}" srcOrd="13" destOrd="0" parTransId="{76B4836B-8581-4F32-A6ED-2E3BB80DABE3}" sibTransId="{F2214710-8A4D-4656-8A6F-5786DEB50032}"/>
    <dgm:cxn modelId="{F2FC85E1-DBA2-468D-AE00-7FD8AE4BA97E}" type="presOf" srcId="{147013A5-C6AA-4DC9-B163-B409D7D5E575}" destId="{66A21EBA-DDF9-49C9-9632-BEF8421B3386}" srcOrd="0" destOrd="0" presId="urn:microsoft.com/office/officeart/2008/layout/LinedList"/>
    <dgm:cxn modelId="{43D02EEE-29F9-4DEA-A648-C76559842D99}" srcId="{C1C9C1F0-56AF-4416-AE62-7186D922D099}" destId="{D093699D-28C7-447A-83C3-6D47A3730EBD}" srcOrd="0" destOrd="0" parTransId="{23CE5FBF-1771-46F2-A614-46750989B7BC}" sibTransId="{61E042A3-19E9-440D-B60F-CB2D062C7C3A}"/>
    <dgm:cxn modelId="{DAFDAEF1-D839-4031-BF16-8FC9FC5E48D5}" srcId="{C1C9C1F0-56AF-4416-AE62-7186D922D099}" destId="{2E291FDC-2134-4A9E-88AC-16F429ECA935}" srcOrd="7" destOrd="0" parTransId="{4751B086-64D2-4C5C-91E2-412286F9683C}" sibTransId="{F7EE7D6D-48EF-477D-A2BD-F37847164B19}"/>
    <dgm:cxn modelId="{64DDC5F3-D8C6-495C-81D2-53692E59E426}" srcId="{C1C9C1F0-56AF-4416-AE62-7186D922D099}" destId="{51326B1F-F2CE-4294-A9B3-EF8E4ED03229}" srcOrd="4" destOrd="0" parTransId="{D7C4A2CB-09C4-4B08-B043-2F54A37F0C6A}" sibTransId="{21C87E0C-8238-4704-94D7-3BD2A09AE1AA}"/>
    <dgm:cxn modelId="{419C5811-73B8-4451-ABD0-57AA64541112}" type="presParOf" srcId="{9DF75805-83FC-4255-986A-AB27532AE4A1}" destId="{25E0DFBE-34BF-48E3-B1F7-D9AA6142A0E3}" srcOrd="0" destOrd="0" presId="urn:microsoft.com/office/officeart/2008/layout/LinedList"/>
    <dgm:cxn modelId="{37A527B4-0C83-44B4-89DC-417F5B075845}" type="presParOf" srcId="{9DF75805-83FC-4255-986A-AB27532AE4A1}" destId="{5A336B17-CE16-4EBB-86D8-3DDCB744A612}" srcOrd="1" destOrd="0" presId="urn:microsoft.com/office/officeart/2008/layout/LinedList"/>
    <dgm:cxn modelId="{53A9F123-2170-4E68-AF13-3CB143709FFE}" type="presParOf" srcId="{5A336B17-CE16-4EBB-86D8-3DDCB744A612}" destId="{557530AF-F08C-4EE5-AAFC-738744214DB9}" srcOrd="0" destOrd="0" presId="urn:microsoft.com/office/officeart/2008/layout/LinedList"/>
    <dgm:cxn modelId="{A17DE45D-04FB-432C-9555-DD46ED6C117D}" type="presParOf" srcId="{5A336B17-CE16-4EBB-86D8-3DDCB744A612}" destId="{E464942B-0422-4D98-9D18-962DE69FA8BD}" srcOrd="1" destOrd="0" presId="urn:microsoft.com/office/officeart/2008/layout/LinedList"/>
    <dgm:cxn modelId="{2234552F-9E61-4C8B-8F95-D1A15D7F35F4}" type="presParOf" srcId="{9DF75805-83FC-4255-986A-AB27532AE4A1}" destId="{936CB74B-5285-4DC3-AA3A-CA06A8E16DBD}" srcOrd="2" destOrd="0" presId="urn:microsoft.com/office/officeart/2008/layout/LinedList"/>
    <dgm:cxn modelId="{9E50FDC0-3320-48FB-BED6-BFE207A14B5A}" type="presParOf" srcId="{9DF75805-83FC-4255-986A-AB27532AE4A1}" destId="{9796E371-73D7-4CC8-A69F-F1B1CC070A6F}" srcOrd="3" destOrd="0" presId="urn:microsoft.com/office/officeart/2008/layout/LinedList"/>
    <dgm:cxn modelId="{3283945E-4DE7-472C-807B-CFB58EAD60F3}" type="presParOf" srcId="{9796E371-73D7-4CC8-A69F-F1B1CC070A6F}" destId="{7B4C54A3-1CEB-4F86-AAD0-DA1F72665F0E}" srcOrd="0" destOrd="0" presId="urn:microsoft.com/office/officeart/2008/layout/LinedList"/>
    <dgm:cxn modelId="{9154C84D-B7A2-475F-B65A-6CB19F80EB9B}" type="presParOf" srcId="{9796E371-73D7-4CC8-A69F-F1B1CC070A6F}" destId="{B8790ECF-55B2-4E77-A4B7-FB4480F6D78E}" srcOrd="1" destOrd="0" presId="urn:microsoft.com/office/officeart/2008/layout/LinedList"/>
    <dgm:cxn modelId="{A252B15F-EE5D-4677-9A1D-FA26C7C28E3A}" type="presParOf" srcId="{9DF75805-83FC-4255-986A-AB27532AE4A1}" destId="{0C9A11F4-0F2C-4EE6-B3F2-88B9C9BA9EE3}" srcOrd="4" destOrd="0" presId="urn:microsoft.com/office/officeart/2008/layout/LinedList"/>
    <dgm:cxn modelId="{7492A536-50FA-4BA7-8270-0C4473D10915}" type="presParOf" srcId="{9DF75805-83FC-4255-986A-AB27532AE4A1}" destId="{D3A119B3-40D7-45AC-994C-081E2313B3A5}" srcOrd="5" destOrd="0" presId="urn:microsoft.com/office/officeart/2008/layout/LinedList"/>
    <dgm:cxn modelId="{FD77E6FE-5D53-432E-B35A-E380AE2E418D}" type="presParOf" srcId="{D3A119B3-40D7-45AC-994C-081E2313B3A5}" destId="{8CC92E11-2024-4EC0-A8D7-BB49AE20795F}" srcOrd="0" destOrd="0" presId="urn:microsoft.com/office/officeart/2008/layout/LinedList"/>
    <dgm:cxn modelId="{BAA33A38-633F-47F6-9215-942295700BF5}" type="presParOf" srcId="{D3A119B3-40D7-45AC-994C-081E2313B3A5}" destId="{ADCFF359-597C-45CF-BE54-EF203F63DD44}" srcOrd="1" destOrd="0" presId="urn:microsoft.com/office/officeart/2008/layout/LinedList"/>
    <dgm:cxn modelId="{9E0BC0E4-D6C4-4DB3-AEAD-EDADFA012533}" type="presParOf" srcId="{9DF75805-83FC-4255-986A-AB27532AE4A1}" destId="{0B2BD07C-901C-4B19-BDE6-E294D19C80F0}" srcOrd="6" destOrd="0" presId="urn:microsoft.com/office/officeart/2008/layout/LinedList"/>
    <dgm:cxn modelId="{AC58ECBB-45EE-4043-A36E-EE32952C6503}" type="presParOf" srcId="{9DF75805-83FC-4255-986A-AB27532AE4A1}" destId="{E876FDA2-BAFA-4C20-9352-A849DD08B2EC}" srcOrd="7" destOrd="0" presId="urn:microsoft.com/office/officeart/2008/layout/LinedList"/>
    <dgm:cxn modelId="{CF76C476-9C9E-4DD3-BB9D-B18A53EA7E60}" type="presParOf" srcId="{E876FDA2-BAFA-4C20-9352-A849DD08B2EC}" destId="{E6B3C957-EAF2-4301-908B-B4B544D8770E}" srcOrd="0" destOrd="0" presId="urn:microsoft.com/office/officeart/2008/layout/LinedList"/>
    <dgm:cxn modelId="{88BEE449-55FC-472D-B632-84593D042319}" type="presParOf" srcId="{E876FDA2-BAFA-4C20-9352-A849DD08B2EC}" destId="{EAF3D100-E2A1-43F0-BDEA-90453D649B72}" srcOrd="1" destOrd="0" presId="urn:microsoft.com/office/officeart/2008/layout/LinedList"/>
    <dgm:cxn modelId="{A65B576D-523A-4B49-B6A2-F1303BC368DF}" type="presParOf" srcId="{9DF75805-83FC-4255-986A-AB27532AE4A1}" destId="{1E2E6E8C-DB4F-4467-94F7-60CB2B13094A}" srcOrd="8" destOrd="0" presId="urn:microsoft.com/office/officeart/2008/layout/LinedList"/>
    <dgm:cxn modelId="{E3EEA741-11E7-41FF-B0F8-B2FD72412A53}" type="presParOf" srcId="{9DF75805-83FC-4255-986A-AB27532AE4A1}" destId="{0A5B3C6D-FD8C-4604-9AFC-5985FA3639BB}" srcOrd="9" destOrd="0" presId="urn:microsoft.com/office/officeart/2008/layout/LinedList"/>
    <dgm:cxn modelId="{C0817CF5-A1A5-4EEF-BCE9-703F05EEE6D9}" type="presParOf" srcId="{0A5B3C6D-FD8C-4604-9AFC-5985FA3639BB}" destId="{BB7D1E71-82EF-49C9-AF12-3C03788F9691}" srcOrd="0" destOrd="0" presId="urn:microsoft.com/office/officeart/2008/layout/LinedList"/>
    <dgm:cxn modelId="{54B95D0B-C941-462C-B29D-EF974FDBA1FD}" type="presParOf" srcId="{0A5B3C6D-FD8C-4604-9AFC-5985FA3639BB}" destId="{6DD03ED1-952B-420A-A593-5C9A29A1C87D}" srcOrd="1" destOrd="0" presId="urn:microsoft.com/office/officeart/2008/layout/LinedList"/>
    <dgm:cxn modelId="{D07741FA-30BD-489D-960B-10F4386B502C}" type="presParOf" srcId="{9DF75805-83FC-4255-986A-AB27532AE4A1}" destId="{2A31A39A-2F97-48A4-859B-DFCA549679C0}" srcOrd="10" destOrd="0" presId="urn:microsoft.com/office/officeart/2008/layout/LinedList"/>
    <dgm:cxn modelId="{DDB537AD-38A9-4E55-8314-77F76A7FFAE9}" type="presParOf" srcId="{9DF75805-83FC-4255-986A-AB27532AE4A1}" destId="{6E14733B-F892-4D24-81BC-53CDFB1BD69D}" srcOrd="11" destOrd="0" presId="urn:microsoft.com/office/officeart/2008/layout/LinedList"/>
    <dgm:cxn modelId="{C89C7143-1461-4D66-8C83-91DB79AC0FAD}" type="presParOf" srcId="{6E14733B-F892-4D24-81BC-53CDFB1BD69D}" destId="{CD22EA0D-AE12-4316-B6B7-AE3F7B7D9A38}" srcOrd="0" destOrd="0" presId="urn:microsoft.com/office/officeart/2008/layout/LinedList"/>
    <dgm:cxn modelId="{FD824B8C-C221-4D85-8B16-3C91FE6E136C}" type="presParOf" srcId="{6E14733B-F892-4D24-81BC-53CDFB1BD69D}" destId="{AD4E6F19-4FA3-4829-B656-0D7B7241F750}" srcOrd="1" destOrd="0" presId="urn:microsoft.com/office/officeart/2008/layout/LinedList"/>
    <dgm:cxn modelId="{D56B5427-0F5D-498C-A128-2667C8C5919E}" type="presParOf" srcId="{9DF75805-83FC-4255-986A-AB27532AE4A1}" destId="{37B09571-DE96-4541-9AB7-7AA110DD1FA0}" srcOrd="12" destOrd="0" presId="urn:microsoft.com/office/officeart/2008/layout/LinedList"/>
    <dgm:cxn modelId="{0744DAFE-3016-4482-A299-120818314765}" type="presParOf" srcId="{9DF75805-83FC-4255-986A-AB27532AE4A1}" destId="{B193278D-C1F3-435D-802A-6C2D2A31B8A6}" srcOrd="13" destOrd="0" presId="urn:microsoft.com/office/officeart/2008/layout/LinedList"/>
    <dgm:cxn modelId="{1DB297D8-EA2C-4D99-96BE-99BFFFAE8538}" type="presParOf" srcId="{B193278D-C1F3-435D-802A-6C2D2A31B8A6}" destId="{66A21EBA-DDF9-49C9-9632-BEF8421B3386}" srcOrd="0" destOrd="0" presId="urn:microsoft.com/office/officeart/2008/layout/LinedList"/>
    <dgm:cxn modelId="{46A0E84E-DC58-4672-B6C7-EAFD8A33D466}" type="presParOf" srcId="{B193278D-C1F3-435D-802A-6C2D2A31B8A6}" destId="{2B56104B-134E-4E28-B588-818B0E0AF138}" srcOrd="1" destOrd="0" presId="urn:microsoft.com/office/officeart/2008/layout/LinedList"/>
    <dgm:cxn modelId="{AE1612BC-DF15-4DB4-9C64-1D448EE69268}" type="presParOf" srcId="{9DF75805-83FC-4255-986A-AB27532AE4A1}" destId="{1FB2A75F-77C6-4C7E-9E21-90775EF7A40B}" srcOrd="14" destOrd="0" presId="urn:microsoft.com/office/officeart/2008/layout/LinedList"/>
    <dgm:cxn modelId="{BB8AF0FC-99E8-4440-B0EB-2D2319AFD0AE}" type="presParOf" srcId="{9DF75805-83FC-4255-986A-AB27532AE4A1}" destId="{479E6ECC-E2A7-4933-B55A-1C8A154BFA03}" srcOrd="15" destOrd="0" presId="urn:microsoft.com/office/officeart/2008/layout/LinedList"/>
    <dgm:cxn modelId="{6CE9B1B7-2AC4-4800-B018-A0A3BC6EF306}" type="presParOf" srcId="{479E6ECC-E2A7-4933-B55A-1C8A154BFA03}" destId="{B6E3DD5E-D366-410B-AA20-F066D2E64C69}" srcOrd="0" destOrd="0" presId="urn:microsoft.com/office/officeart/2008/layout/LinedList"/>
    <dgm:cxn modelId="{53D51EB7-30AD-47DB-8EBD-7153576E9D46}" type="presParOf" srcId="{479E6ECC-E2A7-4933-B55A-1C8A154BFA03}" destId="{0412D1A2-623D-4183-B219-3F416CB3F61D}" srcOrd="1" destOrd="0" presId="urn:microsoft.com/office/officeart/2008/layout/LinedList"/>
    <dgm:cxn modelId="{3A05CE2C-5D71-4B4C-B9EA-84A429B8822A}" type="presParOf" srcId="{9DF75805-83FC-4255-986A-AB27532AE4A1}" destId="{9A271D7C-5CDF-4DDD-8F60-ED76EFAF7BB4}" srcOrd="16" destOrd="0" presId="urn:microsoft.com/office/officeart/2008/layout/LinedList"/>
    <dgm:cxn modelId="{765F42E2-4D05-4847-BBD6-3525D2C0B2C9}" type="presParOf" srcId="{9DF75805-83FC-4255-986A-AB27532AE4A1}" destId="{64B2A42F-9D7D-4DE7-BCCD-EE244E2FEE3A}" srcOrd="17" destOrd="0" presId="urn:microsoft.com/office/officeart/2008/layout/LinedList"/>
    <dgm:cxn modelId="{99E50FA7-79DB-45CC-9791-33A06C69B223}" type="presParOf" srcId="{64B2A42F-9D7D-4DE7-BCCD-EE244E2FEE3A}" destId="{BC2C0EA6-A07E-47AB-8616-28E0218FF6B0}" srcOrd="0" destOrd="0" presId="urn:microsoft.com/office/officeart/2008/layout/LinedList"/>
    <dgm:cxn modelId="{2B41FDEF-F022-44F5-952B-7D920BEEA6C3}" type="presParOf" srcId="{64B2A42F-9D7D-4DE7-BCCD-EE244E2FEE3A}" destId="{1279E494-F93D-490A-ABB7-F0D291210B4E}" srcOrd="1" destOrd="0" presId="urn:microsoft.com/office/officeart/2008/layout/LinedList"/>
    <dgm:cxn modelId="{64084EDC-2C35-4566-95D5-61E0E6309088}" type="presParOf" srcId="{9DF75805-83FC-4255-986A-AB27532AE4A1}" destId="{547A3D87-194E-43E9-A34E-DFF02CBBE391}" srcOrd="18" destOrd="0" presId="urn:microsoft.com/office/officeart/2008/layout/LinedList"/>
    <dgm:cxn modelId="{3E5CCB09-C09F-4DCB-8E62-1EEB3D7601AC}" type="presParOf" srcId="{9DF75805-83FC-4255-986A-AB27532AE4A1}" destId="{0179C94D-96A1-4294-887E-009BE3D89E7B}" srcOrd="19" destOrd="0" presId="urn:microsoft.com/office/officeart/2008/layout/LinedList"/>
    <dgm:cxn modelId="{A08F700B-24F5-4E5E-8B9D-770C637A930D}" type="presParOf" srcId="{0179C94D-96A1-4294-887E-009BE3D89E7B}" destId="{20CF0426-C526-4C35-BBAA-F0B426AC1177}" srcOrd="0" destOrd="0" presId="urn:microsoft.com/office/officeart/2008/layout/LinedList"/>
    <dgm:cxn modelId="{0A4BF1A2-D00E-4D44-A4ED-70047263D72C}" type="presParOf" srcId="{0179C94D-96A1-4294-887E-009BE3D89E7B}" destId="{A3BC962E-0955-419E-8710-A42B7CF3C7C8}" srcOrd="1" destOrd="0" presId="urn:microsoft.com/office/officeart/2008/layout/LinedList"/>
    <dgm:cxn modelId="{EE84F18B-8156-4A34-BF34-AAB2BF9D94C9}" type="presParOf" srcId="{9DF75805-83FC-4255-986A-AB27532AE4A1}" destId="{67665FBC-F5DA-426E-867E-A19948EBBB81}" srcOrd="20" destOrd="0" presId="urn:microsoft.com/office/officeart/2008/layout/LinedList"/>
    <dgm:cxn modelId="{D384847A-33A7-4C72-96DA-30168D64DF0F}" type="presParOf" srcId="{9DF75805-83FC-4255-986A-AB27532AE4A1}" destId="{48B40016-0A00-43A2-990F-CFFDED133997}" srcOrd="21" destOrd="0" presId="urn:microsoft.com/office/officeart/2008/layout/LinedList"/>
    <dgm:cxn modelId="{5D3C2F3D-3A46-42CC-8F11-2D9FD4223EB9}" type="presParOf" srcId="{48B40016-0A00-43A2-990F-CFFDED133997}" destId="{2DBE1DF1-D792-4304-BA53-E83D36391C8E}" srcOrd="0" destOrd="0" presId="urn:microsoft.com/office/officeart/2008/layout/LinedList"/>
    <dgm:cxn modelId="{BBCD55D5-FA9B-4DCE-8C96-3133B1431991}" type="presParOf" srcId="{48B40016-0A00-43A2-990F-CFFDED133997}" destId="{87E4FBB0-E43B-41C2-B5E1-F10960E39294}" srcOrd="1" destOrd="0" presId="urn:microsoft.com/office/officeart/2008/layout/LinedList"/>
    <dgm:cxn modelId="{FF968CF5-19CE-44DD-B6C3-AE569626F4BF}" type="presParOf" srcId="{9DF75805-83FC-4255-986A-AB27532AE4A1}" destId="{00B7B5F2-132E-4905-91B6-428D38726CDE}" srcOrd="22" destOrd="0" presId="urn:microsoft.com/office/officeart/2008/layout/LinedList"/>
    <dgm:cxn modelId="{81CE828E-0606-4083-94CB-F75BEFE337A4}" type="presParOf" srcId="{9DF75805-83FC-4255-986A-AB27532AE4A1}" destId="{2B975BE3-8CF5-4302-873D-34AC52F5E565}" srcOrd="23" destOrd="0" presId="urn:microsoft.com/office/officeart/2008/layout/LinedList"/>
    <dgm:cxn modelId="{D8323381-11F6-487E-BE46-9104FCB42822}" type="presParOf" srcId="{2B975BE3-8CF5-4302-873D-34AC52F5E565}" destId="{89EE3C8A-8F0B-44D0-82B7-5AF1D5602BE5}" srcOrd="0" destOrd="0" presId="urn:microsoft.com/office/officeart/2008/layout/LinedList"/>
    <dgm:cxn modelId="{5D0DDAF6-2678-4044-89AC-1D7C780B0DE9}" type="presParOf" srcId="{2B975BE3-8CF5-4302-873D-34AC52F5E565}" destId="{FC1E84A9-0CB7-42AA-8A75-CE84BBE390BA}" srcOrd="1" destOrd="0" presId="urn:microsoft.com/office/officeart/2008/layout/LinedList"/>
    <dgm:cxn modelId="{535E7571-DA04-413E-B4FD-2CC1CF47B989}" type="presParOf" srcId="{9DF75805-83FC-4255-986A-AB27532AE4A1}" destId="{98FACCA2-895E-4596-AB45-EA62A5DCD906}" srcOrd="24" destOrd="0" presId="urn:microsoft.com/office/officeart/2008/layout/LinedList"/>
    <dgm:cxn modelId="{491AB3BC-1985-4656-A398-A18E9D4E1933}" type="presParOf" srcId="{9DF75805-83FC-4255-986A-AB27532AE4A1}" destId="{2D728DB3-24CF-45FC-86B6-5E054B414947}" srcOrd="25" destOrd="0" presId="urn:microsoft.com/office/officeart/2008/layout/LinedList"/>
    <dgm:cxn modelId="{D5A61BF0-35B5-4A2E-91E6-670846DFF408}" type="presParOf" srcId="{2D728DB3-24CF-45FC-86B6-5E054B414947}" destId="{5EAF6CAC-D54D-4F5A-8AB3-7981BE2FD478}" srcOrd="0" destOrd="0" presId="urn:microsoft.com/office/officeart/2008/layout/LinedList"/>
    <dgm:cxn modelId="{8803F468-79F9-4CC9-8A96-B980D0041F8B}" type="presParOf" srcId="{2D728DB3-24CF-45FC-86B6-5E054B414947}" destId="{A72C92DE-ED1B-4996-AF57-7595D8663BE1}" srcOrd="1" destOrd="0" presId="urn:microsoft.com/office/officeart/2008/layout/LinedList"/>
    <dgm:cxn modelId="{19489B6E-D2DC-4A15-ACD6-B702DA415D95}" type="presParOf" srcId="{9DF75805-83FC-4255-986A-AB27532AE4A1}" destId="{153FBC40-D303-406D-B42B-0E182EE409B3}" srcOrd="26" destOrd="0" presId="urn:microsoft.com/office/officeart/2008/layout/LinedList"/>
    <dgm:cxn modelId="{3803AA10-F347-4128-8969-F63DB51FC090}" type="presParOf" srcId="{9DF75805-83FC-4255-986A-AB27532AE4A1}" destId="{58B8441B-CF41-43F3-9C88-4D0BD680146A}" srcOrd="27" destOrd="0" presId="urn:microsoft.com/office/officeart/2008/layout/LinedList"/>
    <dgm:cxn modelId="{31C565F2-542E-4647-AD7E-2A485C29DC8F}" type="presParOf" srcId="{58B8441B-CF41-43F3-9C88-4D0BD680146A}" destId="{AA5C4889-9226-4FE1-A724-E72D58441DFB}" srcOrd="0" destOrd="0" presId="urn:microsoft.com/office/officeart/2008/layout/LinedList"/>
    <dgm:cxn modelId="{12BF9F01-400C-4CBE-8644-5132A02F9E8D}" type="presParOf" srcId="{58B8441B-CF41-43F3-9C88-4D0BD680146A}" destId="{6322CC79-7B89-40A2-83F3-95BD8138A77F}" srcOrd="1" destOrd="0" presId="urn:microsoft.com/office/officeart/2008/layout/LinedList"/>
    <dgm:cxn modelId="{542EFAF3-EA38-4B46-A349-3ACF8BB691F4}" type="presParOf" srcId="{9DF75805-83FC-4255-986A-AB27532AE4A1}" destId="{69FFEAA4-40D7-4984-A003-8CB597ED0602}" srcOrd="28" destOrd="0" presId="urn:microsoft.com/office/officeart/2008/layout/LinedList"/>
    <dgm:cxn modelId="{DD5093DC-6B96-48CD-98F2-BB5AF734A2CB}" type="presParOf" srcId="{9DF75805-83FC-4255-986A-AB27532AE4A1}" destId="{B4A3E06E-9244-4754-BD4E-C8F308E3F2FD}" srcOrd="29" destOrd="0" presId="urn:microsoft.com/office/officeart/2008/layout/LinedList"/>
    <dgm:cxn modelId="{6C6B60F4-B644-47F7-9EE1-495C82145495}" type="presParOf" srcId="{B4A3E06E-9244-4754-BD4E-C8F308E3F2FD}" destId="{226A0A04-C9FD-499A-9A5D-E93EC8997B4C}" srcOrd="0" destOrd="0" presId="urn:microsoft.com/office/officeart/2008/layout/LinedList"/>
    <dgm:cxn modelId="{A8CCA57D-29BD-4020-AED7-886740850E45}" type="presParOf" srcId="{B4A3E06E-9244-4754-BD4E-C8F308E3F2FD}" destId="{EE39A031-FB24-4F06-A399-8441CBDF79C1}" srcOrd="1"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C4A11EC-7AEF-44B6-88CA-03629491D148}"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DB81C9D4-9AA8-49E1-86A8-A66D6FB92F13}" type="pres">
      <dgm:prSet presAssocID="{DC4A11EC-7AEF-44B6-88CA-03629491D148}" presName="root" presStyleCnt="0">
        <dgm:presLayoutVars>
          <dgm:dir/>
          <dgm:resizeHandles val="exact"/>
        </dgm:presLayoutVars>
      </dgm:prSet>
      <dgm:spPr/>
    </dgm:pt>
  </dgm:ptLst>
  <dgm:cxnLst>
    <dgm:cxn modelId="{F32F92D6-5D26-4697-9CDB-A6362AD4BC1B}" type="presOf" srcId="{DC4A11EC-7AEF-44B6-88CA-03629491D148}" destId="{DB81C9D4-9AA8-49E1-86A8-A66D6FB92F13}" srcOrd="0"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C4A11EC-7AEF-44B6-88CA-03629491D148}" type="doc">
      <dgm:prSet loTypeId="urn:microsoft.com/office/officeart/2018/5/layout/IconCircleLabelList" loCatId="icon" qsTypeId="urn:microsoft.com/office/officeart/2005/8/quickstyle/simple4" qsCatId="simple" csTypeId="urn:microsoft.com/office/officeart/2005/8/colors/accent2_2" csCatId="accent2" phldr="1"/>
      <dgm:spPr/>
      <dgm:t>
        <a:bodyPr/>
        <a:lstStyle/>
        <a:p>
          <a:endParaRPr lang="en-US"/>
        </a:p>
      </dgm:t>
    </dgm:pt>
    <dgm:pt modelId="{CCDB6F91-7D45-462D-B0A0-E6FEF13D7FE2}">
      <dgm:prSet phldr="0"/>
      <dgm:spPr/>
      <dgm:t>
        <a:bodyPr/>
        <a:lstStyle/>
        <a:p>
          <a:pPr>
            <a:lnSpc>
              <a:spcPct val="100000"/>
            </a:lnSpc>
            <a:defRPr cap="all"/>
          </a:pPr>
          <a:endParaRPr lang="en-US"/>
        </a:p>
      </dgm:t>
    </dgm:pt>
    <dgm:pt modelId="{8ED9DB14-1D6E-4C24-B0C6-CFAEAE7E23B6}" type="parTrans" cxnId="{1F4ED1AE-D0DC-4725-9A0E-88571B159042}">
      <dgm:prSet/>
      <dgm:spPr/>
      <dgm:t>
        <a:bodyPr/>
        <a:lstStyle/>
        <a:p>
          <a:endParaRPr lang="en-US"/>
        </a:p>
      </dgm:t>
    </dgm:pt>
    <dgm:pt modelId="{87B84D69-E9B4-42A5-B18B-72C9C5AA450A}" type="sibTrans" cxnId="{1F4ED1AE-D0DC-4725-9A0E-88571B159042}">
      <dgm:prSet/>
      <dgm:spPr/>
      <dgm:t>
        <a:bodyPr/>
        <a:lstStyle/>
        <a:p>
          <a:endParaRPr lang="en-US"/>
        </a:p>
      </dgm:t>
    </dgm:pt>
    <dgm:pt modelId="{D7B5A51D-2ED0-49F0-849E-9631AC182D7C}">
      <dgm:prSet/>
      <dgm:spPr/>
      <dgm:t>
        <a:bodyPr/>
        <a:lstStyle/>
        <a:p>
          <a:pPr>
            <a:lnSpc>
              <a:spcPct val="100000"/>
            </a:lnSpc>
            <a:defRPr cap="all"/>
          </a:pPr>
          <a:endParaRPr lang="en-US"/>
        </a:p>
      </dgm:t>
    </dgm:pt>
    <dgm:pt modelId="{9BAC1C52-41BA-4B5E-B434-634F0FBD978B}" type="parTrans" cxnId="{8F9954FE-559A-4C42-9964-1810173C6109}">
      <dgm:prSet/>
      <dgm:spPr/>
      <dgm:t>
        <a:bodyPr/>
        <a:lstStyle/>
        <a:p>
          <a:endParaRPr lang="en-US"/>
        </a:p>
      </dgm:t>
    </dgm:pt>
    <dgm:pt modelId="{E678EBAB-056C-462D-9F25-642905B9E73F}" type="sibTrans" cxnId="{8F9954FE-559A-4C42-9964-1810173C6109}">
      <dgm:prSet/>
      <dgm:spPr/>
      <dgm:t>
        <a:bodyPr/>
        <a:lstStyle/>
        <a:p>
          <a:endParaRPr lang="en-US"/>
        </a:p>
      </dgm:t>
    </dgm:pt>
    <dgm:pt modelId="{8BF7C9A9-4F35-4EDA-91E6-F2F76514B237}">
      <dgm:prSet/>
      <dgm:spPr/>
      <dgm:t>
        <a:bodyPr/>
        <a:lstStyle/>
        <a:p>
          <a:pPr>
            <a:lnSpc>
              <a:spcPct val="100000"/>
            </a:lnSpc>
            <a:defRPr cap="all"/>
          </a:pPr>
          <a:endParaRPr lang="en-US"/>
        </a:p>
      </dgm:t>
    </dgm:pt>
    <dgm:pt modelId="{9EA70766-2DB6-4632-9A3F-B37B72C43062}" type="parTrans" cxnId="{11C91201-422D-4F02-9760-3EA2CEE0FCC1}">
      <dgm:prSet/>
      <dgm:spPr/>
      <dgm:t>
        <a:bodyPr/>
        <a:lstStyle/>
        <a:p>
          <a:endParaRPr lang="en-US"/>
        </a:p>
      </dgm:t>
    </dgm:pt>
    <dgm:pt modelId="{3ECF6D09-B4BD-4392-B3EE-9DF563BD3705}" type="sibTrans" cxnId="{11C91201-422D-4F02-9760-3EA2CEE0FCC1}">
      <dgm:prSet/>
      <dgm:spPr/>
      <dgm:t>
        <a:bodyPr/>
        <a:lstStyle/>
        <a:p>
          <a:endParaRPr lang="en-US"/>
        </a:p>
      </dgm:t>
    </dgm:pt>
    <dgm:pt modelId="{DB81C9D4-9AA8-49E1-86A8-A66D6FB92F13}" type="pres">
      <dgm:prSet presAssocID="{DC4A11EC-7AEF-44B6-88CA-03629491D148}" presName="root" presStyleCnt="0">
        <dgm:presLayoutVars>
          <dgm:dir/>
          <dgm:resizeHandles val="exact"/>
        </dgm:presLayoutVars>
      </dgm:prSet>
      <dgm:spPr/>
    </dgm:pt>
    <dgm:pt modelId="{04A032E6-9B29-4A42-95F6-44357A76C143}" type="pres">
      <dgm:prSet presAssocID="{CCDB6F91-7D45-462D-B0A0-E6FEF13D7FE2}" presName="compNode" presStyleCnt="0"/>
      <dgm:spPr/>
    </dgm:pt>
    <dgm:pt modelId="{ACC847AC-8835-403A-85CC-DDA713C37621}" type="pres">
      <dgm:prSet presAssocID="{CCDB6F91-7D45-462D-B0A0-E6FEF13D7FE2}" presName="iconBgRect" presStyleLbl="bgShp" presStyleIdx="0" presStyleCnt="3"/>
      <dgm:spPr/>
    </dgm:pt>
    <dgm:pt modelId="{E7DEE6FE-0C15-4787-8510-30A2D73153CD}" type="pres">
      <dgm:prSet presAssocID="{CCDB6F91-7D45-462D-B0A0-E6FEF13D7FE2}"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High voltage with solid fill"/>
        </a:ext>
      </dgm:extLst>
    </dgm:pt>
    <dgm:pt modelId="{C40FD397-C54B-4F67-9A20-3C19F5C281AB}" type="pres">
      <dgm:prSet presAssocID="{CCDB6F91-7D45-462D-B0A0-E6FEF13D7FE2}" presName="spaceRect" presStyleCnt="0"/>
      <dgm:spPr/>
    </dgm:pt>
    <dgm:pt modelId="{99127B00-7B58-46F4-A13B-3A4A4C537E4B}" type="pres">
      <dgm:prSet presAssocID="{CCDB6F91-7D45-462D-B0A0-E6FEF13D7FE2}" presName="textRect" presStyleLbl="revTx" presStyleIdx="0" presStyleCnt="3">
        <dgm:presLayoutVars>
          <dgm:chMax val="1"/>
          <dgm:chPref val="1"/>
        </dgm:presLayoutVars>
      </dgm:prSet>
      <dgm:spPr/>
    </dgm:pt>
    <dgm:pt modelId="{64CCB217-678A-4C5A-BE27-375FAFDD5C5E}" type="pres">
      <dgm:prSet presAssocID="{87B84D69-E9B4-42A5-B18B-72C9C5AA450A}" presName="sibTrans" presStyleCnt="0"/>
      <dgm:spPr/>
    </dgm:pt>
    <dgm:pt modelId="{83855DFB-82ED-4077-8275-A1BB634DE01D}" type="pres">
      <dgm:prSet presAssocID="{D7B5A51D-2ED0-49F0-849E-9631AC182D7C}" presName="compNode" presStyleCnt="0"/>
      <dgm:spPr/>
    </dgm:pt>
    <dgm:pt modelId="{03F4DAE5-90B6-4D8E-AA17-F8E10EDFF6A4}" type="pres">
      <dgm:prSet presAssocID="{D7B5A51D-2ED0-49F0-849E-9631AC182D7C}" presName="iconBgRect" presStyleLbl="bgShp" presStyleIdx="1" presStyleCnt="3"/>
      <dgm:spPr/>
    </dgm:pt>
    <dgm:pt modelId="{724A806F-3771-4E2F-8A53-956E45DB9115}" type="pres">
      <dgm:prSet presAssocID="{D7B5A51D-2ED0-49F0-849E-9631AC182D7C}"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Flammable with solid fill"/>
        </a:ext>
      </dgm:extLst>
    </dgm:pt>
    <dgm:pt modelId="{CCF3424C-896E-4201-8B93-3CFDCBDD0407}" type="pres">
      <dgm:prSet presAssocID="{D7B5A51D-2ED0-49F0-849E-9631AC182D7C}" presName="spaceRect" presStyleCnt="0"/>
      <dgm:spPr/>
    </dgm:pt>
    <dgm:pt modelId="{124DAA8E-25CF-4893-952A-59FBE366825E}" type="pres">
      <dgm:prSet presAssocID="{D7B5A51D-2ED0-49F0-849E-9631AC182D7C}" presName="textRect" presStyleLbl="revTx" presStyleIdx="1" presStyleCnt="3">
        <dgm:presLayoutVars>
          <dgm:chMax val="1"/>
          <dgm:chPref val="1"/>
        </dgm:presLayoutVars>
      </dgm:prSet>
      <dgm:spPr/>
    </dgm:pt>
    <dgm:pt modelId="{2E6DC13C-D7F1-4D24-9D3B-25250CF50B00}" type="pres">
      <dgm:prSet presAssocID="{E678EBAB-056C-462D-9F25-642905B9E73F}" presName="sibTrans" presStyleCnt="0"/>
      <dgm:spPr/>
    </dgm:pt>
    <dgm:pt modelId="{BF7843EB-9C26-4711-893B-148FF0B840D5}" type="pres">
      <dgm:prSet presAssocID="{8BF7C9A9-4F35-4EDA-91E6-F2F76514B237}" presName="compNode" presStyleCnt="0"/>
      <dgm:spPr/>
    </dgm:pt>
    <dgm:pt modelId="{0F4B2CC3-1CFA-4611-A6DE-4F5864298397}" type="pres">
      <dgm:prSet presAssocID="{8BF7C9A9-4F35-4EDA-91E6-F2F76514B237}" presName="iconBgRect" presStyleLbl="bgShp" presStyleIdx="2" presStyleCnt="3"/>
      <dgm:spPr/>
    </dgm:pt>
    <dgm:pt modelId="{A97C769B-8669-445D-9538-26E6327D419C}" type="pres">
      <dgm:prSet presAssocID="{8BF7C9A9-4F35-4EDA-91E6-F2F76514B237}"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Warning with solid fill"/>
        </a:ext>
      </dgm:extLst>
    </dgm:pt>
    <dgm:pt modelId="{B0302DEF-23BB-499B-BC1A-3F119DE5C9CE}" type="pres">
      <dgm:prSet presAssocID="{8BF7C9A9-4F35-4EDA-91E6-F2F76514B237}" presName="spaceRect" presStyleCnt="0"/>
      <dgm:spPr/>
    </dgm:pt>
    <dgm:pt modelId="{B0991146-EA65-4075-81CD-2DE37D511634}" type="pres">
      <dgm:prSet presAssocID="{8BF7C9A9-4F35-4EDA-91E6-F2F76514B237}" presName="textRect" presStyleLbl="revTx" presStyleIdx="2" presStyleCnt="3">
        <dgm:presLayoutVars>
          <dgm:chMax val="1"/>
          <dgm:chPref val="1"/>
        </dgm:presLayoutVars>
      </dgm:prSet>
      <dgm:spPr/>
    </dgm:pt>
  </dgm:ptLst>
  <dgm:cxnLst>
    <dgm:cxn modelId="{11C91201-422D-4F02-9760-3EA2CEE0FCC1}" srcId="{DC4A11EC-7AEF-44B6-88CA-03629491D148}" destId="{8BF7C9A9-4F35-4EDA-91E6-F2F76514B237}" srcOrd="2" destOrd="0" parTransId="{9EA70766-2DB6-4632-9A3F-B37B72C43062}" sibTransId="{3ECF6D09-B4BD-4392-B3EE-9DF563BD3705}"/>
    <dgm:cxn modelId="{28A1B636-5253-4A0D-B9B2-AAB049B67F91}" type="presOf" srcId="{CCDB6F91-7D45-462D-B0A0-E6FEF13D7FE2}" destId="{99127B00-7B58-46F4-A13B-3A4A4C537E4B}" srcOrd="0" destOrd="0" presId="urn:microsoft.com/office/officeart/2018/5/layout/IconCircleLabelList"/>
    <dgm:cxn modelId="{1F4ED1AE-D0DC-4725-9A0E-88571B159042}" srcId="{DC4A11EC-7AEF-44B6-88CA-03629491D148}" destId="{CCDB6F91-7D45-462D-B0A0-E6FEF13D7FE2}" srcOrd="0" destOrd="0" parTransId="{8ED9DB14-1D6E-4C24-B0C6-CFAEAE7E23B6}" sibTransId="{87B84D69-E9B4-42A5-B18B-72C9C5AA450A}"/>
    <dgm:cxn modelId="{B14996BC-9A53-4CB6-BBC8-3FA4679D9767}" type="presOf" srcId="{D7B5A51D-2ED0-49F0-849E-9631AC182D7C}" destId="{124DAA8E-25CF-4893-952A-59FBE366825E}" srcOrd="0" destOrd="0" presId="urn:microsoft.com/office/officeart/2018/5/layout/IconCircleLabelList"/>
    <dgm:cxn modelId="{F32F92D6-5D26-4697-9CDB-A6362AD4BC1B}" type="presOf" srcId="{DC4A11EC-7AEF-44B6-88CA-03629491D148}" destId="{DB81C9D4-9AA8-49E1-86A8-A66D6FB92F13}" srcOrd="0" destOrd="0" presId="urn:microsoft.com/office/officeart/2018/5/layout/IconCircleLabelList"/>
    <dgm:cxn modelId="{023F54E7-A50A-4B8F-B293-DC1BF9C4E2B0}" type="presOf" srcId="{8BF7C9A9-4F35-4EDA-91E6-F2F76514B237}" destId="{B0991146-EA65-4075-81CD-2DE37D511634}" srcOrd="0" destOrd="0" presId="urn:microsoft.com/office/officeart/2018/5/layout/IconCircleLabelList"/>
    <dgm:cxn modelId="{8F9954FE-559A-4C42-9964-1810173C6109}" srcId="{DC4A11EC-7AEF-44B6-88CA-03629491D148}" destId="{D7B5A51D-2ED0-49F0-849E-9631AC182D7C}" srcOrd="1" destOrd="0" parTransId="{9BAC1C52-41BA-4B5E-B434-634F0FBD978B}" sibTransId="{E678EBAB-056C-462D-9F25-642905B9E73F}"/>
    <dgm:cxn modelId="{B42B23BB-54EA-4478-9214-BE91E3A59049}" type="presParOf" srcId="{DB81C9D4-9AA8-49E1-86A8-A66D6FB92F13}" destId="{04A032E6-9B29-4A42-95F6-44357A76C143}" srcOrd="0" destOrd="0" presId="urn:microsoft.com/office/officeart/2018/5/layout/IconCircleLabelList"/>
    <dgm:cxn modelId="{DB045F04-060F-44EC-8E8A-E78956B385C6}" type="presParOf" srcId="{04A032E6-9B29-4A42-95F6-44357A76C143}" destId="{ACC847AC-8835-403A-85CC-DDA713C37621}" srcOrd="0" destOrd="0" presId="urn:microsoft.com/office/officeart/2018/5/layout/IconCircleLabelList"/>
    <dgm:cxn modelId="{5DF5120B-E7DF-4CC1-BA38-1D085E1867EF}" type="presParOf" srcId="{04A032E6-9B29-4A42-95F6-44357A76C143}" destId="{E7DEE6FE-0C15-4787-8510-30A2D73153CD}" srcOrd="1" destOrd="0" presId="urn:microsoft.com/office/officeart/2018/5/layout/IconCircleLabelList"/>
    <dgm:cxn modelId="{00220B24-5E39-4EEB-A65A-3EABE647E9C7}" type="presParOf" srcId="{04A032E6-9B29-4A42-95F6-44357A76C143}" destId="{C40FD397-C54B-4F67-9A20-3C19F5C281AB}" srcOrd="2" destOrd="0" presId="urn:microsoft.com/office/officeart/2018/5/layout/IconCircleLabelList"/>
    <dgm:cxn modelId="{6279E46E-B330-4A66-991C-7C9CC194E132}" type="presParOf" srcId="{04A032E6-9B29-4A42-95F6-44357A76C143}" destId="{99127B00-7B58-46F4-A13B-3A4A4C537E4B}" srcOrd="3" destOrd="0" presId="urn:microsoft.com/office/officeart/2018/5/layout/IconCircleLabelList"/>
    <dgm:cxn modelId="{7FCA3466-8493-4242-8711-704617A6946F}" type="presParOf" srcId="{DB81C9D4-9AA8-49E1-86A8-A66D6FB92F13}" destId="{64CCB217-678A-4C5A-BE27-375FAFDD5C5E}" srcOrd="1" destOrd="0" presId="urn:microsoft.com/office/officeart/2018/5/layout/IconCircleLabelList"/>
    <dgm:cxn modelId="{9DBFF61E-AD22-45FC-BDE8-08FE9813235E}" type="presParOf" srcId="{DB81C9D4-9AA8-49E1-86A8-A66D6FB92F13}" destId="{83855DFB-82ED-4077-8275-A1BB634DE01D}" srcOrd="2" destOrd="0" presId="urn:microsoft.com/office/officeart/2018/5/layout/IconCircleLabelList"/>
    <dgm:cxn modelId="{70E87C26-597F-43A3-AC0D-372ECC5EE6F3}" type="presParOf" srcId="{83855DFB-82ED-4077-8275-A1BB634DE01D}" destId="{03F4DAE5-90B6-4D8E-AA17-F8E10EDFF6A4}" srcOrd="0" destOrd="0" presId="urn:microsoft.com/office/officeart/2018/5/layout/IconCircleLabelList"/>
    <dgm:cxn modelId="{F8E3AD49-907C-44DB-9D6C-6D06DC8A62EF}" type="presParOf" srcId="{83855DFB-82ED-4077-8275-A1BB634DE01D}" destId="{724A806F-3771-4E2F-8A53-956E45DB9115}" srcOrd="1" destOrd="0" presId="urn:microsoft.com/office/officeart/2018/5/layout/IconCircleLabelList"/>
    <dgm:cxn modelId="{267B6678-0780-488D-AE92-6E2336640EDF}" type="presParOf" srcId="{83855DFB-82ED-4077-8275-A1BB634DE01D}" destId="{CCF3424C-896E-4201-8B93-3CFDCBDD0407}" srcOrd="2" destOrd="0" presId="urn:microsoft.com/office/officeart/2018/5/layout/IconCircleLabelList"/>
    <dgm:cxn modelId="{8A180878-DDD5-4B6D-ADCE-E808F322110A}" type="presParOf" srcId="{83855DFB-82ED-4077-8275-A1BB634DE01D}" destId="{124DAA8E-25CF-4893-952A-59FBE366825E}" srcOrd="3" destOrd="0" presId="urn:microsoft.com/office/officeart/2018/5/layout/IconCircleLabelList"/>
    <dgm:cxn modelId="{6547D17E-F912-42A4-B050-846689256A31}" type="presParOf" srcId="{DB81C9D4-9AA8-49E1-86A8-A66D6FB92F13}" destId="{2E6DC13C-D7F1-4D24-9D3B-25250CF50B00}" srcOrd="3" destOrd="0" presId="urn:microsoft.com/office/officeart/2018/5/layout/IconCircleLabelList"/>
    <dgm:cxn modelId="{BF87F84F-9094-40FC-8157-F1F0E1C03246}" type="presParOf" srcId="{DB81C9D4-9AA8-49E1-86A8-A66D6FB92F13}" destId="{BF7843EB-9C26-4711-893B-148FF0B840D5}" srcOrd="4" destOrd="0" presId="urn:microsoft.com/office/officeart/2018/5/layout/IconCircleLabelList"/>
    <dgm:cxn modelId="{B8D0BDAF-2196-417F-877A-8EB54AC4E0C8}" type="presParOf" srcId="{BF7843EB-9C26-4711-893B-148FF0B840D5}" destId="{0F4B2CC3-1CFA-4611-A6DE-4F5864298397}" srcOrd="0" destOrd="0" presId="urn:microsoft.com/office/officeart/2018/5/layout/IconCircleLabelList"/>
    <dgm:cxn modelId="{F22DB413-3161-446C-B546-EBFC8DF5B389}" type="presParOf" srcId="{BF7843EB-9C26-4711-893B-148FF0B840D5}" destId="{A97C769B-8669-445D-9538-26E6327D419C}" srcOrd="1" destOrd="0" presId="urn:microsoft.com/office/officeart/2018/5/layout/IconCircleLabelList"/>
    <dgm:cxn modelId="{5B9D4134-176B-4ED6-908D-32D1698D5798}" type="presParOf" srcId="{BF7843EB-9C26-4711-893B-148FF0B840D5}" destId="{B0302DEF-23BB-499B-BC1A-3F119DE5C9CE}" srcOrd="2" destOrd="0" presId="urn:microsoft.com/office/officeart/2018/5/layout/IconCircleLabelList"/>
    <dgm:cxn modelId="{6E270AE5-2B6D-4579-8B49-554818336A83}" type="presParOf" srcId="{BF7843EB-9C26-4711-893B-148FF0B840D5}" destId="{B0991146-EA65-4075-81CD-2DE37D511634}" srcOrd="3" destOrd="0" presId="urn:microsoft.com/office/officeart/2018/5/layout/IconCircleLabel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021892D-E54C-43FB-A6F7-A5F140137F6F}" type="doc">
      <dgm:prSet loTypeId="urn:microsoft.com/office/officeart/2018/5/layout/IconLeafLabelList" loCatId="icon" qsTypeId="urn:microsoft.com/office/officeart/2005/8/quickstyle/simple1" qsCatId="simple" csTypeId="urn:microsoft.com/office/officeart/2005/8/colors/colorful2" csCatId="colorful" phldr="1"/>
      <dgm:spPr/>
      <dgm:t>
        <a:bodyPr/>
        <a:lstStyle/>
        <a:p>
          <a:endParaRPr lang="en-US"/>
        </a:p>
      </dgm:t>
    </dgm:pt>
    <dgm:pt modelId="{C9CAC79E-7441-42CA-B76A-3B9DE0FFE3F7}" type="pres">
      <dgm:prSet presAssocID="{F021892D-E54C-43FB-A6F7-A5F140137F6F}" presName="root" presStyleCnt="0">
        <dgm:presLayoutVars>
          <dgm:dir/>
          <dgm:resizeHandles val="exact"/>
        </dgm:presLayoutVars>
      </dgm:prSet>
      <dgm:spPr/>
    </dgm:pt>
  </dgm:ptLst>
  <dgm:cxnLst>
    <dgm:cxn modelId="{E0A64B26-E586-4D5B-8C50-F5BD7D991F10}" type="presOf" srcId="{F021892D-E54C-43FB-A6F7-A5F140137F6F}" destId="{C9CAC79E-7441-42CA-B76A-3B9DE0FFE3F7}" srcOrd="0"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021892D-E54C-43FB-A6F7-A5F140137F6F}" type="doc">
      <dgm:prSet loTypeId="urn:microsoft.com/office/officeart/2018/5/layout/IconLeafLabelList" loCatId="icon" qsTypeId="urn:microsoft.com/office/officeart/2005/8/quickstyle/simple4" qsCatId="simple" csTypeId="urn:microsoft.com/office/officeart/2005/8/colors/accent0_3" csCatId="mainScheme" phldr="1"/>
      <dgm:spPr/>
      <dgm:t>
        <a:bodyPr/>
        <a:lstStyle/>
        <a:p>
          <a:endParaRPr lang="en-US"/>
        </a:p>
      </dgm:t>
    </dgm:pt>
    <dgm:pt modelId="{2BE520E7-29E1-4A5C-91AE-9BB98ED78882}">
      <dgm:prSet phldr="0"/>
      <dgm:spPr/>
      <dgm:t>
        <a:bodyPr/>
        <a:lstStyle/>
        <a:p>
          <a:pPr>
            <a:lnSpc>
              <a:spcPct val="100000"/>
            </a:lnSpc>
            <a:defRPr cap="all"/>
          </a:pPr>
          <a:endParaRPr lang="en-US"/>
        </a:p>
      </dgm:t>
    </dgm:pt>
    <dgm:pt modelId="{D27E522E-A7A8-42DA-BD3A-C5912F71D3CF}" type="parTrans" cxnId="{CDC8E439-2B75-4C78-8596-854FDE9F7EF6}">
      <dgm:prSet/>
      <dgm:spPr/>
      <dgm:t>
        <a:bodyPr/>
        <a:lstStyle/>
        <a:p>
          <a:endParaRPr lang="en-US"/>
        </a:p>
      </dgm:t>
    </dgm:pt>
    <dgm:pt modelId="{A2EB0253-7D62-4DBD-9BDC-74F9505634D2}" type="sibTrans" cxnId="{CDC8E439-2B75-4C78-8596-854FDE9F7EF6}">
      <dgm:prSet/>
      <dgm:spPr/>
      <dgm:t>
        <a:bodyPr/>
        <a:lstStyle/>
        <a:p>
          <a:endParaRPr lang="en-US"/>
        </a:p>
      </dgm:t>
    </dgm:pt>
    <dgm:pt modelId="{699C5144-8283-48BE-B511-E692D5F4647E}">
      <dgm:prSet phldr="0"/>
      <dgm:spPr/>
      <dgm:t>
        <a:bodyPr/>
        <a:lstStyle/>
        <a:p>
          <a:pPr>
            <a:lnSpc>
              <a:spcPct val="100000"/>
            </a:lnSpc>
            <a:defRPr cap="all"/>
          </a:pPr>
          <a:endParaRPr lang="en-US"/>
        </a:p>
      </dgm:t>
    </dgm:pt>
    <dgm:pt modelId="{04376400-4A6D-498B-AC78-CD7D022C3AC9}" type="parTrans" cxnId="{85FF1E5C-5481-4373-81A6-B53B004A8BAC}">
      <dgm:prSet/>
      <dgm:spPr/>
      <dgm:t>
        <a:bodyPr/>
        <a:lstStyle/>
        <a:p>
          <a:endParaRPr lang="en-US"/>
        </a:p>
      </dgm:t>
    </dgm:pt>
    <dgm:pt modelId="{99863D4E-11F2-407B-A3D4-248A9EBEA708}" type="sibTrans" cxnId="{85FF1E5C-5481-4373-81A6-B53B004A8BAC}">
      <dgm:prSet/>
      <dgm:spPr/>
      <dgm:t>
        <a:bodyPr/>
        <a:lstStyle/>
        <a:p>
          <a:endParaRPr lang="en-US"/>
        </a:p>
      </dgm:t>
    </dgm:pt>
    <dgm:pt modelId="{16590FDD-79C9-464C-BCDD-37445CFA53DB}">
      <dgm:prSet phldr="0"/>
      <dgm:spPr/>
      <dgm:t>
        <a:bodyPr/>
        <a:lstStyle/>
        <a:p>
          <a:pPr>
            <a:lnSpc>
              <a:spcPct val="100000"/>
            </a:lnSpc>
            <a:defRPr cap="all"/>
          </a:pPr>
          <a:endParaRPr lang="en-US"/>
        </a:p>
      </dgm:t>
    </dgm:pt>
    <dgm:pt modelId="{827A4B53-8324-4C68-A3F1-7A31DD5610E1}" type="parTrans" cxnId="{0522380B-1C4A-42D6-8257-5183A85B6F6B}">
      <dgm:prSet/>
      <dgm:spPr/>
      <dgm:t>
        <a:bodyPr/>
        <a:lstStyle/>
        <a:p>
          <a:endParaRPr lang="en-US"/>
        </a:p>
      </dgm:t>
    </dgm:pt>
    <dgm:pt modelId="{625ED9C0-21AB-46D2-8E1A-906D93B428CB}" type="sibTrans" cxnId="{0522380B-1C4A-42D6-8257-5183A85B6F6B}">
      <dgm:prSet/>
      <dgm:spPr/>
      <dgm:t>
        <a:bodyPr/>
        <a:lstStyle/>
        <a:p>
          <a:endParaRPr lang="en-US"/>
        </a:p>
      </dgm:t>
    </dgm:pt>
    <dgm:pt modelId="{C9CAC79E-7441-42CA-B76A-3B9DE0FFE3F7}" type="pres">
      <dgm:prSet presAssocID="{F021892D-E54C-43FB-A6F7-A5F140137F6F}" presName="root" presStyleCnt="0">
        <dgm:presLayoutVars>
          <dgm:dir/>
          <dgm:resizeHandles val="exact"/>
        </dgm:presLayoutVars>
      </dgm:prSet>
      <dgm:spPr/>
    </dgm:pt>
    <dgm:pt modelId="{5F759FE1-D467-4D64-B94C-F87D3196403E}" type="pres">
      <dgm:prSet presAssocID="{2BE520E7-29E1-4A5C-91AE-9BB98ED78882}" presName="compNode" presStyleCnt="0"/>
      <dgm:spPr/>
    </dgm:pt>
    <dgm:pt modelId="{0C6043B8-9985-4419-B416-4F06A2AD37A7}" type="pres">
      <dgm:prSet presAssocID="{2BE520E7-29E1-4A5C-91AE-9BB98ED78882}" presName="iconBgRect" presStyleLbl="bgShp" presStyleIdx="0" presStyleCnt="3" custLinFactNeighborX="8303" custLinFactNeighborY="-4620"/>
      <dgm:spPr>
        <a:prstGeom prst="round2DiagRect">
          <a:avLst>
            <a:gd name="adj1" fmla="val 29727"/>
            <a:gd name="adj2" fmla="val 0"/>
          </a:avLst>
        </a:prstGeom>
      </dgm:spPr>
    </dgm:pt>
    <dgm:pt modelId="{2D41F61D-2A41-4ACE-9274-0025E10A560A}" type="pres">
      <dgm:prSet presAssocID="{2BE520E7-29E1-4A5C-91AE-9BB98ED78882}" presName="iconRect" presStyleLbl="node1" presStyleIdx="0" presStyleCnt="3" custLinFactNeighborY="-320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Stopwatch outline"/>
        </a:ext>
      </dgm:extLst>
    </dgm:pt>
    <dgm:pt modelId="{8CD7C06F-4B09-4D37-BB18-F43737040529}" type="pres">
      <dgm:prSet presAssocID="{2BE520E7-29E1-4A5C-91AE-9BB98ED78882}" presName="spaceRect" presStyleCnt="0"/>
      <dgm:spPr/>
    </dgm:pt>
    <dgm:pt modelId="{AD1665B2-6442-4221-BC2E-A7E2EE24E908}" type="pres">
      <dgm:prSet presAssocID="{2BE520E7-29E1-4A5C-91AE-9BB98ED78882}" presName="textRect" presStyleLbl="revTx" presStyleIdx="0" presStyleCnt="3">
        <dgm:presLayoutVars>
          <dgm:chMax val="1"/>
          <dgm:chPref val="1"/>
        </dgm:presLayoutVars>
      </dgm:prSet>
      <dgm:spPr/>
    </dgm:pt>
    <dgm:pt modelId="{25DE0144-C6B4-4E18-B8AB-C429AF34DD9D}" type="pres">
      <dgm:prSet presAssocID="{A2EB0253-7D62-4DBD-9BDC-74F9505634D2}" presName="sibTrans" presStyleCnt="0"/>
      <dgm:spPr/>
    </dgm:pt>
    <dgm:pt modelId="{52F2DEEF-519A-4E4E-99A7-35857B53434D}" type="pres">
      <dgm:prSet presAssocID="{699C5144-8283-48BE-B511-E692D5F4647E}" presName="compNode" presStyleCnt="0"/>
      <dgm:spPr/>
    </dgm:pt>
    <dgm:pt modelId="{BE218BD4-4D9C-4F3E-9FE4-96932C0B1ABB}" type="pres">
      <dgm:prSet presAssocID="{699C5144-8283-48BE-B511-E692D5F4647E}" presName="iconBgRect" presStyleLbl="bgShp" presStyleIdx="1" presStyleCnt="3"/>
      <dgm:spPr>
        <a:prstGeom prst="round2DiagRect">
          <a:avLst>
            <a:gd name="adj1" fmla="val 29727"/>
            <a:gd name="adj2" fmla="val 0"/>
          </a:avLst>
        </a:prstGeom>
      </dgm:spPr>
    </dgm:pt>
    <dgm:pt modelId="{88971B1A-82A5-4E96-A94A-F3FA2E7EFA78}" type="pres">
      <dgm:prSet presAssocID="{699C5144-8283-48BE-B511-E692D5F4647E}"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ubbles outline"/>
        </a:ext>
      </dgm:extLst>
    </dgm:pt>
    <dgm:pt modelId="{7B7561A9-9F13-43C0-8ED1-E94E43914B3C}" type="pres">
      <dgm:prSet presAssocID="{699C5144-8283-48BE-B511-E692D5F4647E}" presName="spaceRect" presStyleCnt="0"/>
      <dgm:spPr/>
    </dgm:pt>
    <dgm:pt modelId="{6467D0E0-1A48-4758-9F4B-6D52E6D3D324}" type="pres">
      <dgm:prSet presAssocID="{699C5144-8283-48BE-B511-E692D5F4647E}" presName="textRect" presStyleLbl="revTx" presStyleIdx="1" presStyleCnt="3">
        <dgm:presLayoutVars>
          <dgm:chMax val="1"/>
          <dgm:chPref val="1"/>
        </dgm:presLayoutVars>
      </dgm:prSet>
      <dgm:spPr/>
    </dgm:pt>
    <dgm:pt modelId="{041CD5F6-6411-4B11-B162-651683097AC4}" type="pres">
      <dgm:prSet presAssocID="{99863D4E-11F2-407B-A3D4-248A9EBEA708}" presName="sibTrans" presStyleCnt="0"/>
      <dgm:spPr/>
    </dgm:pt>
    <dgm:pt modelId="{666CB2ED-4D58-4CC6-8284-59F7D3C1AF16}" type="pres">
      <dgm:prSet presAssocID="{16590FDD-79C9-464C-BCDD-37445CFA53DB}" presName="compNode" presStyleCnt="0"/>
      <dgm:spPr/>
    </dgm:pt>
    <dgm:pt modelId="{DBB607DB-F280-4124-B71C-A9E7E49F0F9E}" type="pres">
      <dgm:prSet presAssocID="{16590FDD-79C9-464C-BCDD-37445CFA53DB}" presName="iconBgRect" presStyleLbl="bgShp" presStyleIdx="2" presStyleCnt="3"/>
      <dgm:spPr>
        <a:prstGeom prst="round2DiagRect">
          <a:avLst>
            <a:gd name="adj1" fmla="val 29727"/>
            <a:gd name="adj2" fmla="val 0"/>
          </a:avLst>
        </a:prstGeom>
      </dgm:spPr>
    </dgm:pt>
    <dgm:pt modelId="{78CB81B0-A74F-4C15-94F5-9E3F8BF24AA0}" type="pres">
      <dgm:prSet presAssocID="{16590FDD-79C9-464C-BCDD-37445CFA53DB}"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lipboard outline"/>
        </a:ext>
      </dgm:extLst>
    </dgm:pt>
    <dgm:pt modelId="{2D55149B-B23B-4E26-8F73-2947E5DB34B3}" type="pres">
      <dgm:prSet presAssocID="{16590FDD-79C9-464C-BCDD-37445CFA53DB}" presName="spaceRect" presStyleCnt="0"/>
      <dgm:spPr/>
    </dgm:pt>
    <dgm:pt modelId="{06E97E58-DD44-4F44-A8E9-60565E9E7E1E}" type="pres">
      <dgm:prSet presAssocID="{16590FDD-79C9-464C-BCDD-37445CFA53DB}" presName="textRect" presStyleLbl="revTx" presStyleIdx="2" presStyleCnt="3">
        <dgm:presLayoutVars>
          <dgm:chMax val="1"/>
          <dgm:chPref val="1"/>
        </dgm:presLayoutVars>
      </dgm:prSet>
      <dgm:spPr/>
    </dgm:pt>
  </dgm:ptLst>
  <dgm:cxnLst>
    <dgm:cxn modelId="{0522380B-1C4A-42D6-8257-5183A85B6F6B}" srcId="{F021892D-E54C-43FB-A6F7-A5F140137F6F}" destId="{16590FDD-79C9-464C-BCDD-37445CFA53DB}" srcOrd="2" destOrd="0" parTransId="{827A4B53-8324-4C68-A3F1-7A31DD5610E1}" sibTransId="{625ED9C0-21AB-46D2-8E1A-906D93B428CB}"/>
    <dgm:cxn modelId="{E0A64B26-E586-4D5B-8C50-F5BD7D991F10}" type="presOf" srcId="{F021892D-E54C-43FB-A6F7-A5F140137F6F}" destId="{C9CAC79E-7441-42CA-B76A-3B9DE0FFE3F7}" srcOrd="0" destOrd="0" presId="urn:microsoft.com/office/officeart/2018/5/layout/IconLeafLabelList"/>
    <dgm:cxn modelId="{CDC8E439-2B75-4C78-8596-854FDE9F7EF6}" srcId="{F021892D-E54C-43FB-A6F7-A5F140137F6F}" destId="{2BE520E7-29E1-4A5C-91AE-9BB98ED78882}" srcOrd="0" destOrd="0" parTransId="{D27E522E-A7A8-42DA-BD3A-C5912F71D3CF}" sibTransId="{A2EB0253-7D62-4DBD-9BDC-74F9505634D2}"/>
    <dgm:cxn modelId="{85FF1E5C-5481-4373-81A6-B53B004A8BAC}" srcId="{F021892D-E54C-43FB-A6F7-A5F140137F6F}" destId="{699C5144-8283-48BE-B511-E692D5F4647E}" srcOrd="1" destOrd="0" parTransId="{04376400-4A6D-498B-AC78-CD7D022C3AC9}" sibTransId="{99863D4E-11F2-407B-A3D4-248A9EBEA708}"/>
    <dgm:cxn modelId="{79A72A64-A37F-4C33-B072-7BA422D84D32}" type="presOf" srcId="{2BE520E7-29E1-4A5C-91AE-9BB98ED78882}" destId="{AD1665B2-6442-4221-BC2E-A7E2EE24E908}" srcOrd="0" destOrd="0" presId="urn:microsoft.com/office/officeart/2018/5/layout/IconLeafLabelList"/>
    <dgm:cxn modelId="{269E51BB-FE2E-4B58-A126-1BEF76853C81}" type="presOf" srcId="{699C5144-8283-48BE-B511-E692D5F4647E}" destId="{6467D0E0-1A48-4758-9F4B-6D52E6D3D324}" srcOrd="0" destOrd="0" presId="urn:microsoft.com/office/officeart/2018/5/layout/IconLeafLabelList"/>
    <dgm:cxn modelId="{25B46BF9-380A-4ED0-83BF-28BCEF3BAA66}" type="presOf" srcId="{16590FDD-79C9-464C-BCDD-37445CFA53DB}" destId="{06E97E58-DD44-4F44-A8E9-60565E9E7E1E}" srcOrd="0" destOrd="0" presId="urn:microsoft.com/office/officeart/2018/5/layout/IconLeafLabelList"/>
    <dgm:cxn modelId="{0EEC347E-DF46-4132-8453-FD299E44B475}" type="presParOf" srcId="{C9CAC79E-7441-42CA-B76A-3B9DE0FFE3F7}" destId="{5F759FE1-D467-4D64-B94C-F87D3196403E}" srcOrd="0" destOrd="0" presId="urn:microsoft.com/office/officeart/2018/5/layout/IconLeafLabelList"/>
    <dgm:cxn modelId="{D48B2D60-B874-4E1F-9DC5-A697E1640577}" type="presParOf" srcId="{5F759FE1-D467-4D64-B94C-F87D3196403E}" destId="{0C6043B8-9985-4419-B416-4F06A2AD37A7}" srcOrd="0" destOrd="0" presId="urn:microsoft.com/office/officeart/2018/5/layout/IconLeafLabelList"/>
    <dgm:cxn modelId="{CFE7C8AF-0F1A-49C9-926F-4BCF2F04A9F0}" type="presParOf" srcId="{5F759FE1-D467-4D64-B94C-F87D3196403E}" destId="{2D41F61D-2A41-4ACE-9274-0025E10A560A}" srcOrd="1" destOrd="0" presId="urn:microsoft.com/office/officeart/2018/5/layout/IconLeafLabelList"/>
    <dgm:cxn modelId="{BDC8F1D7-2649-425B-BC78-966492FC657E}" type="presParOf" srcId="{5F759FE1-D467-4D64-B94C-F87D3196403E}" destId="{8CD7C06F-4B09-4D37-BB18-F43737040529}" srcOrd="2" destOrd="0" presId="urn:microsoft.com/office/officeart/2018/5/layout/IconLeafLabelList"/>
    <dgm:cxn modelId="{24F68494-6D17-4075-A023-1DA4F1E802E5}" type="presParOf" srcId="{5F759FE1-D467-4D64-B94C-F87D3196403E}" destId="{AD1665B2-6442-4221-BC2E-A7E2EE24E908}" srcOrd="3" destOrd="0" presId="urn:microsoft.com/office/officeart/2018/5/layout/IconLeafLabelList"/>
    <dgm:cxn modelId="{FF4C701A-BD3E-45A0-8E73-1A5A81523042}" type="presParOf" srcId="{C9CAC79E-7441-42CA-B76A-3B9DE0FFE3F7}" destId="{25DE0144-C6B4-4E18-B8AB-C429AF34DD9D}" srcOrd="1" destOrd="0" presId="urn:microsoft.com/office/officeart/2018/5/layout/IconLeafLabelList"/>
    <dgm:cxn modelId="{74D51E25-21C9-44D3-995B-1253DEB5EE63}" type="presParOf" srcId="{C9CAC79E-7441-42CA-B76A-3B9DE0FFE3F7}" destId="{52F2DEEF-519A-4E4E-99A7-35857B53434D}" srcOrd="2" destOrd="0" presId="urn:microsoft.com/office/officeart/2018/5/layout/IconLeafLabelList"/>
    <dgm:cxn modelId="{9F83E8A7-D34E-4460-85CC-E0E829FAEE53}" type="presParOf" srcId="{52F2DEEF-519A-4E4E-99A7-35857B53434D}" destId="{BE218BD4-4D9C-4F3E-9FE4-96932C0B1ABB}" srcOrd="0" destOrd="0" presId="urn:microsoft.com/office/officeart/2018/5/layout/IconLeafLabelList"/>
    <dgm:cxn modelId="{D2BD4534-B46E-4123-AC97-DDA513921863}" type="presParOf" srcId="{52F2DEEF-519A-4E4E-99A7-35857B53434D}" destId="{88971B1A-82A5-4E96-A94A-F3FA2E7EFA78}" srcOrd="1" destOrd="0" presId="urn:microsoft.com/office/officeart/2018/5/layout/IconLeafLabelList"/>
    <dgm:cxn modelId="{4FA77EFD-8C23-4D77-9386-7EEF0ECCDE2C}" type="presParOf" srcId="{52F2DEEF-519A-4E4E-99A7-35857B53434D}" destId="{7B7561A9-9F13-43C0-8ED1-E94E43914B3C}" srcOrd="2" destOrd="0" presId="urn:microsoft.com/office/officeart/2018/5/layout/IconLeafLabelList"/>
    <dgm:cxn modelId="{42C5527E-04B2-46DD-9F1B-6B9BCAB6A734}" type="presParOf" srcId="{52F2DEEF-519A-4E4E-99A7-35857B53434D}" destId="{6467D0E0-1A48-4758-9F4B-6D52E6D3D324}" srcOrd="3" destOrd="0" presId="urn:microsoft.com/office/officeart/2018/5/layout/IconLeafLabelList"/>
    <dgm:cxn modelId="{D7C98785-1119-453F-9B6E-FA612A982FAB}" type="presParOf" srcId="{C9CAC79E-7441-42CA-B76A-3B9DE0FFE3F7}" destId="{041CD5F6-6411-4B11-B162-651683097AC4}" srcOrd="3" destOrd="0" presId="urn:microsoft.com/office/officeart/2018/5/layout/IconLeafLabelList"/>
    <dgm:cxn modelId="{B3CF972D-6414-479E-85F9-BD8C8CEB9874}" type="presParOf" srcId="{C9CAC79E-7441-42CA-B76A-3B9DE0FFE3F7}" destId="{666CB2ED-4D58-4CC6-8284-59F7D3C1AF16}" srcOrd="4" destOrd="0" presId="urn:microsoft.com/office/officeart/2018/5/layout/IconLeafLabelList"/>
    <dgm:cxn modelId="{A77788F2-B747-4787-9829-A8C41BBB7DF6}" type="presParOf" srcId="{666CB2ED-4D58-4CC6-8284-59F7D3C1AF16}" destId="{DBB607DB-F280-4124-B71C-A9E7E49F0F9E}" srcOrd="0" destOrd="0" presId="urn:microsoft.com/office/officeart/2018/5/layout/IconLeafLabelList"/>
    <dgm:cxn modelId="{4575FC0E-4422-4865-8B5F-9E97871583C2}" type="presParOf" srcId="{666CB2ED-4D58-4CC6-8284-59F7D3C1AF16}" destId="{78CB81B0-A74F-4C15-94F5-9E3F8BF24AA0}" srcOrd="1" destOrd="0" presId="urn:microsoft.com/office/officeart/2018/5/layout/IconLeafLabelList"/>
    <dgm:cxn modelId="{121360A7-9C0D-4AEC-ABD7-4C51865D95F9}" type="presParOf" srcId="{666CB2ED-4D58-4CC6-8284-59F7D3C1AF16}" destId="{2D55149B-B23B-4E26-8F73-2947E5DB34B3}" srcOrd="2" destOrd="0" presId="urn:microsoft.com/office/officeart/2018/5/layout/IconLeafLabelList"/>
    <dgm:cxn modelId="{98A600CB-4CA8-4701-B1CB-7D18751BDB5B}" type="presParOf" srcId="{666CB2ED-4D58-4CC6-8284-59F7D3C1AF16}" destId="{06E97E58-DD44-4F44-A8E9-60565E9E7E1E}" srcOrd="3" destOrd="0" presId="urn:microsoft.com/office/officeart/2018/5/layout/IconLeafLabel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E0DFBE-34BF-48E3-B1F7-D9AA6142A0E3}">
      <dsp:nvSpPr>
        <dsp:cNvPr id="0" name=""/>
        <dsp:cNvSpPr/>
      </dsp:nvSpPr>
      <dsp:spPr>
        <a:xfrm>
          <a:off x="0" y="441"/>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7530AF-F08C-4EE5-AAFC-738744214DB9}">
      <dsp:nvSpPr>
        <dsp:cNvPr id="0" name=""/>
        <dsp:cNvSpPr/>
      </dsp:nvSpPr>
      <dsp:spPr>
        <a:xfrm>
          <a:off x="0" y="441"/>
          <a:ext cx="5192345" cy="2409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rtl="0">
            <a:lnSpc>
              <a:spcPct val="90000"/>
            </a:lnSpc>
            <a:spcBef>
              <a:spcPct val="0"/>
            </a:spcBef>
            <a:spcAft>
              <a:spcPct val="35000"/>
            </a:spcAft>
            <a:buNone/>
          </a:pPr>
          <a:r>
            <a:rPr lang="en-US" sz="1100" kern="1200">
              <a:solidFill>
                <a:srgbClr val="001E62"/>
              </a:solidFill>
              <a:latin typeface="+mn-lt"/>
            </a:rPr>
            <a:t>Burette </a:t>
          </a:r>
        </a:p>
      </dsp:txBody>
      <dsp:txXfrm>
        <a:off x="0" y="441"/>
        <a:ext cx="5192345" cy="240947"/>
      </dsp:txXfrm>
    </dsp:sp>
    <dsp:sp modelId="{936CB74B-5285-4DC3-AA3A-CA06A8E16DBD}">
      <dsp:nvSpPr>
        <dsp:cNvPr id="0" name=""/>
        <dsp:cNvSpPr/>
      </dsp:nvSpPr>
      <dsp:spPr>
        <a:xfrm>
          <a:off x="0" y="241388"/>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4C54A3-1CEB-4F86-AAD0-DA1F72665F0E}">
      <dsp:nvSpPr>
        <dsp:cNvPr id="0" name=""/>
        <dsp:cNvSpPr/>
      </dsp:nvSpPr>
      <dsp:spPr>
        <a:xfrm>
          <a:off x="0" y="241388"/>
          <a:ext cx="5192345" cy="2409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rtl="0">
            <a:lnSpc>
              <a:spcPct val="90000"/>
            </a:lnSpc>
            <a:spcBef>
              <a:spcPct val="0"/>
            </a:spcBef>
            <a:spcAft>
              <a:spcPct val="35000"/>
            </a:spcAft>
            <a:buNone/>
          </a:pPr>
          <a:r>
            <a:rPr lang="en-US" sz="1100" kern="1200">
              <a:solidFill>
                <a:srgbClr val="001E62"/>
              </a:solidFill>
              <a:latin typeface="+mn-lt"/>
            </a:rPr>
            <a:t>Burette Stand &amp; Clamp</a:t>
          </a:r>
        </a:p>
      </dsp:txBody>
      <dsp:txXfrm>
        <a:off x="0" y="241388"/>
        <a:ext cx="5192345" cy="240947"/>
      </dsp:txXfrm>
    </dsp:sp>
    <dsp:sp modelId="{0C9A11F4-0F2C-4EE6-B3F2-88B9C9BA9EE3}">
      <dsp:nvSpPr>
        <dsp:cNvPr id="0" name=""/>
        <dsp:cNvSpPr/>
      </dsp:nvSpPr>
      <dsp:spPr>
        <a:xfrm>
          <a:off x="0" y="482335"/>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CC92E11-2024-4EC0-A8D7-BB49AE20795F}">
      <dsp:nvSpPr>
        <dsp:cNvPr id="0" name=""/>
        <dsp:cNvSpPr/>
      </dsp:nvSpPr>
      <dsp:spPr>
        <a:xfrm>
          <a:off x="0" y="482335"/>
          <a:ext cx="5192345" cy="2409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rtl="0">
            <a:lnSpc>
              <a:spcPct val="90000"/>
            </a:lnSpc>
            <a:spcBef>
              <a:spcPct val="0"/>
            </a:spcBef>
            <a:spcAft>
              <a:spcPct val="35000"/>
            </a:spcAft>
            <a:buNone/>
          </a:pPr>
          <a:r>
            <a:rPr lang="en-US" sz="1100" kern="1200">
              <a:solidFill>
                <a:srgbClr val="001E62"/>
              </a:solidFill>
              <a:latin typeface="+mn-lt"/>
            </a:rPr>
            <a:t>Erlenmeyer Flask</a:t>
          </a:r>
        </a:p>
      </dsp:txBody>
      <dsp:txXfrm>
        <a:off x="0" y="482335"/>
        <a:ext cx="5192345" cy="240947"/>
      </dsp:txXfrm>
    </dsp:sp>
    <dsp:sp modelId="{0B2BD07C-901C-4B19-BDE6-E294D19C80F0}">
      <dsp:nvSpPr>
        <dsp:cNvPr id="0" name=""/>
        <dsp:cNvSpPr/>
      </dsp:nvSpPr>
      <dsp:spPr>
        <a:xfrm>
          <a:off x="0" y="723282"/>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B3C957-EAF2-4301-908B-B4B544D8770E}">
      <dsp:nvSpPr>
        <dsp:cNvPr id="0" name=""/>
        <dsp:cNvSpPr/>
      </dsp:nvSpPr>
      <dsp:spPr>
        <a:xfrm>
          <a:off x="0" y="723282"/>
          <a:ext cx="5192345" cy="2409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rtl="0">
            <a:lnSpc>
              <a:spcPct val="90000"/>
            </a:lnSpc>
            <a:spcBef>
              <a:spcPct val="0"/>
            </a:spcBef>
            <a:spcAft>
              <a:spcPct val="35000"/>
            </a:spcAft>
            <a:buNone/>
          </a:pPr>
          <a:r>
            <a:rPr lang="en-US" sz="1100" kern="1200">
              <a:solidFill>
                <a:srgbClr val="001E62"/>
              </a:solidFill>
              <a:latin typeface="+mn-lt"/>
            </a:rPr>
            <a:t>Stir Bars and Plates</a:t>
          </a:r>
        </a:p>
      </dsp:txBody>
      <dsp:txXfrm>
        <a:off x="0" y="723282"/>
        <a:ext cx="5192345" cy="240947"/>
      </dsp:txXfrm>
    </dsp:sp>
    <dsp:sp modelId="{1E2E6E8C-DB4F-4467-94F7-60CB2B13094A}">
      <dsp:nvSpPr>
        <dsp:cNvPr id="0" name=""/>
        <dsp:cNvSpPr/>
      </dsp:nvSpPr>
      <dsp:spPr>
        <a:xfrm>
          <a:off x="0" y="964229"/>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7D1E71-82EF-49C9-AF12-3C03788F9691}">
      <dsp:nvSpPr>
        <dsp:cNvPr id="0" name=""/>
        <dsp:cNvSpPr/>
      </dsp:nvSpPr>
      <dsp:spPr>
        <a:xfrm>
          <a:off x="0" y="964229"/>
          <a:ext cx="5192345" cy="2409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rtl="0">
            <a:lnSpc>
              <a:spcPct val="90000"/>
            </a:lnSpc>
            <a:spcBef>
              <a:spcPct val="0"/>
            </a:spcBef>
            <a:spcAft>
              <a:spcPct val="35000"/>
            </a:spcAft>
            <a:buNone/>
          </a:pPr>
          <a:r>
            <a:rPr lang="en-US" sz="1100" kern="1200">
              <a:solidFill>
                <a:srgbClr val="001E62"/>
              </a:solidFill>
              <a:latin typeface="+mn-lt"/>
            </a:rPr>
            <a:t>Standardized NaOH Solution</a:t>
          </a:r>
        </a:p>
      </dsp:txBody>
      <dsp:txXfrm>
        <a:off x="0" y="964229"/>
        <a:ext cx="5192345" cy="240947"/>
      </dsp:txXfrm>
    </dsp:sp>
    <dsp:sp modelId="{2A31A39A-2F97-48A4-859B-DFCA549679C0}">
      <dsp:nvSpPr>
        <dsp:cNvPr id="0" name=""/>
        <dsp:cNvSpPr/>
      </dsp:nvSpPr>
      <dsp:spPr>
        <a:xfrm>
          <a:off x="0" y="1205176"/>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22EA0D-AE12-4316-B6B7-AE3F7B7D9A38}">
      <dsp:nvSpPr>
        <dsp:cNvPr id="0" name=""/>
        <dsp:cNvSpPr/>
      </dsp:nvSpPr>
      <dsp:spPr>
        <a:xfrm>
          <a:off x="0" y="1205176"/>
          <a:ext cx="5192345" cy="2409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rtl="0">
            <a:lnSpc>
              <a:spcPct val="90000"/>
            </a:lnSpc>
            <a:spcBef>
              <a:spcPct val="0"/>
            </a:spcBef>
            <a:spcAft>
              <a:spcPct val="35000"/>
            </a:spcAft>
            <a:buNone/>
          </a:pPr>
          <a:r>
            <a:rPr lang="en-US" sz="1100" kern="1200">
              <a:solidFill>
                <a:srgbClr val="001E62"/>
              </a:solidFill>
              <a:latin typeface="+mn-lt"/>
            </a:rPr>
            <a:t>Phenolphthalein</a:t>
          </a:r>
        </a:p>
      </dsp:txBody>
      <dsp:txXfrm>
        <a:off x="0" y="1205176"/>
        <a:ext cx="5192345" cy="240947"/>
      </dsp:txXfrm>
    </dsp:sp>
    <dsp:sp modelId="{37B09571-DE96-4541-9AB7-7AA110DD1FA0}">
      <dsp:nvSpPr>
        <dsp:cNvPr id="0" name=""/>
        <dsp:cNvSpPr/>
      </dsp:nvSpPr>
      <dsp:spPr>
        <a:xfrm>
          <a:off x="0" y="1446123"/>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A21EBA-DDF9-49C9-9632-BEF8421B3386}">
      <dsp:nvSpPr>
        <dsp:cNvPr id="0" name=""/>
        <dsp:cNvSpPr/>
      </dsp:nvSpPr>
      <dsp:spPr>
        <a:xfrm>
          <a:off x="0" y="1446123"/>
          <a:ext cx="5192345" cy="2409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rtl="0">
            <a:lnSpc>
              <a:spcPct val="90000"/>
            </a:lnSpc>
            <a:spcBef>
              <a:spcPct val="0"/>
            </a:spcBef>
            <a:spcAft>
              <a:spcPct val="35000"/>
            </a:spcAft>
            <a:buNone/>
          </a:pPr>
          <a:r>
            <a:rPr lang="en-US" sz="1100" kern="1200">
              <a:solidFill>
                <a:srgbClr val="001E62"/>
              </a:solidFill>
              <a:latin typeface="+mn-lt"/>
            </a:rPr>
            <a:t>White Oil</a:t>
          </a:r>
        </a:p>
      </dsp:txBody>
      <dsp:txXfrm>
        <a:off x="0" y="1446123"/>
        <a:ext cx="5192345" cy="240947"/>
      </dsp:txXfrm>
    </dsp:sp>
    <dsp:sp modelId="{1FB2A75F-77C6-4C7E-9E21-90775EF7A40B}">
      <dsp:nvSpPr>
        <dsp:cNvPr id="0" name=""/>
        <dsp:cNvSpPr/>
      </dsp:nvSpPr>
      <dsp:spPr>
        <a:xfrm>
          <a:off x="0" y="1687070"/>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E3DD5E-D366-410B-AA20-F066D2E64C69}">
      <dsp:nvSpPr>
        <dsp:cNvPr id="0" name=""/>
        <dsp:cNvSpPr/>
      </dsp:nvSpPr>
      <dsp:spPr>
        <a:xfrm>
          <a:off x="0" y="1687070"/>
          <a:ext cx="5192345" cy="2409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rtl="0">
            <a:lnSpc>
              <a:spcPct val="90000"/>
            </a:lnSpc>
            <a:spcBef>
              <a:spcPct val="0"/>
            </a:spcBef>
            <a:spcAft>
              <a:spcPct val="35000"/>
            </a:spcAft>
            <a:buNone/>
          </a:pPr>
          <a:r>
            <a:rPr lang="en-US" sz="1100" kern="1200">
              <a:solidFill>
                <a:srgbClr val="001E62"/>
              </a:solidFill>
              <a:latin typeface="+mn-lt"/>
            </a:rPr>
            <a:t>Acetic Acid</a:t>
          </a:r>
        </a:p>
      </dsp:txBody>
      <dsp:txXfrm>
        <a:off x="0" y="1687070"/>
        <a:ext cx="5192345" cy="240947"/>
      </dsp:txXfrm>
    </dsp:sp>
    <dsp:sp modelId="{9A271D7C-5CDF-4DDD-8F60-ED76EFAF7BB4}">
      <dsp:nvSpPr>
        <dsp:cNvPr id="0" name=""/>
        <dsp:cNvSpPr/>
      </dsp:nvSpPr>
      <dsp:spPr>
        <a:xfrm>
          <a:off x="0" y="1928018"/>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2C0EA6-A07E-47AB-8616-28E0218FF6B0}">
      <dsp:nvSpPr>
        <dsp:cNvPr id="0" name=""/>
        <dsp:cNvSpPr/>
      </dsp:nvSpPr>
      <dsp:spPr>
        <a:xfrm>
          <a:off x="0" y="1928018"/>
          <a:ext cx="5192345" cy="2409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rtl="0">
            <a:lnSpc>
              <a:spcPct val="90000"/>
            </a:lnSpc>
            <a:spcBef>
              <a:spcPct val="0"/>
            </a:spcBef>
            <a:spcAft>
              <a:spcPct val="35000"/>
            </a:spcAft>
            <a:buNone/>
          </a:pPr>
          <a:r>
            <a:rPr lang="en-US" sz="1100" kern="1200">
              <a:solidFill>
                <a:srgbClr val="001E62"/>
              </a:solidFill>
              <a:latin typeface="+mn-lt"/>
            </a:rPr>
            <a:t>Tap Water</a:t>
          </a:r>
        </a:p>
      </dsp:txBody>
      <dsp:txXfrm>
        <a:off x="0" y="1928018"/>
        <a:ext cx="5192345" cy="240947"/>
      </dsp:txXfrm>
    </dsp:sp>
    <dsp:sp modelId="{547A3D87-194E-43E9-A34E-DFF02CBBE391}">
      <dsp:nvSpPr>
        <dsp:cNvPr id="0" name=""/>
        <dsp:cNvSpPr/>
      </dsp:nvSpPr>
      <dsp:spPr>
        <a:xfrm>
          <a:off x="0" y="2168965"/>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CF0426-C526-4C35-BBAA-F0B426AC1177}">
      <dsp:nvSpPr>
        <dsp:cNvPr id="0" name=""/>
        <dsp:cNvSpPr/>
      </dsp:nvSpPr>
      <dsp:spPr>
        <a:xfrm>
          <a:off x="0" y="2168965"/>
          <a:ext cx="5192345" cy="2409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solidFill>
                <a:srgbClr val="001E62"/>
              </a:solidFill>
              <a:latin typeface="+mn-lt"/>
            </a:rPr>
            <a:t>Tachometer</a:t>
          </a:r>
        </a:p>
      </dsp:txBody>
      <dsp:txXfrm>
        <a:off x="0" y="2168965"/>
        <a:ext cx="5192345" cy="240947"/>
      </dsp:txXfrm>
    </dsp:sp>
    <dsp:sp modelId="{67665FBC-F5DA-426E-867E-A19948EBBB81}">
      <dsp:nvSpPr>
        <dsp:cNvPr id="0" name=""/>
        <dsp:cNvSpPr/>
      </dsp:nvSpPr>
      <dsp:spPr>
        <a:xfrm>
          <a:off x="0" y="2409912"/>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BE1DF1-D792-4304-BA53-E83D36391C8E}">
      <dsp:nvSpPr>
        <dsp:cNvPr id="0" name=""/>
        <dsp:cNvSpPr/>
      </dsp:nvSpPr>
      <dsp:spPr>
        <a:xfrm>
          <a:off x="0" y="2409912"/>
          <a:ext cx="5192345" cy="2409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solidFill>
                <a:srgbClr val="001E62"/>
              </a:solidFill>
              <a:latin typeface="+mn-lt"/>
            </a:rPr>
            <a:t>Timer</a:t>
          </a:r>
        </a:p>
      </dsp:txBody>
      <dsp:txXfrm>
        <a:off x="0" y="2409912"/>
        <a:ext cx="5192345" cy="240947"/>
      </dsp:txXfrm>
    </dsp:sp>
    <dsp:sp modelId="{00B7B5F2-132E-4905-91B6-428D38726CDE}">
      <dsp:nvSpPr>
        <dsp:cNvPr id="0" name=""/>
        <dsp:cNvSpPr/>
      </dsp:nvSpPr>
      <dsp:spPr>
        <a:xfrm>
          <a:off x="0" y="2650859"/>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EE3C8A-8F0B-44D0-82B7-5AF1D5602BE5}">
      <dsp:nvSpPr>
        <dsp:cNvPr id="0" name=""/>
        <dsp:cNvSpPr/>
      </dsp:nvSpPr>
      <dsp:spPr>
        <a:xfrm>
          <a:off x="0" y="2650859"/>
          <a:ext cx="5192345" cy="2409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rtl="0">
            <a:lnSpc>
              <a:spcPct val="90000"/>
            </a:lnSpc>
            <a:spcBef>
              <a:spcPct val="0"/>
            </a:spcBef>
            <a:spcAft>
              <a:spcPct val="35000"/>
            </a:spcAft>
            <a:buNone/>
          </a:pPr>
          <a:r>
            <a:rPr lang="en-US" sz="1100" kern="1200">
              <a:solidFill>
                <a:srgbClr val="001E62"/>
              </a:solidFill>
              <a:latin typeface="+mn-lt"/>
            </a:rPr>
            <a:t>Safety Glasses</a:t>
          </a:r>
        </a:p>
      </dsp:txBody>
      <dsp:txXfrm>
        <a:off x="0" y="2650859"/>
        <a:ext cx="5192345" cy="240947"/>
      </dsp:txXfrm>
    </dsp:sp>
    <dsp:sp modelId="{98FACCA2-895E-4596-AB45-EA62A5DCD906}">
      <dsp:nvSpPr>
        <dsp:cNvPr id="0" name=""/>
        <dsp:cNvSpPr/>
      </dsp:nvSpPr>
      <dsp:spPr>
        <a:xfrm>
          <a:off x="0" y="2891806"/>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EAF6CAC-D54D-4F5A-8AB3-7981BE2FD478}">
      <dsp:nvSpPr>
        <dsp:cNvPr id="0" name=""/>
        <dsp:cNvSpPr/>
      </dsp:nvSpPr>
      <dsp:spPr>
        <a:xfrm>
          <a:off x="0" y="2891806"/>
          <a:ext cx="5192345" cy="2409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solidFill>
                <a:srgbClr val="001E62"/>
              </a:solidFill>
              <a:latin typeface="+mn-lt"/>
            </a:rPr>
            <a:t>Gloves</a:t>
          </a:r>
        </a:p>
      </dsp:txBody>
      <dsp:txXfrm>
        <a:off x="0" y="2891806"/>
        <a:ext cx="5192345" cy="240947"/>
      </dsp:txXfrm>
    </dsp:sp>
    <dsp:sp modelId="{153FBC40-D303-406D-B42B-0E182EE409B3}">
      <dsp:nvSpPr>
        <dsp:cNvPr id="0" name=""/>
        <dsp:cNvSpPr/>
      </dsp:nvSpPr>
      <dsp:spPr>
        <a:xfrm>
          <a:off x="0" y="3132753"/>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5C4889-9226-4FE1-A724-E72D58441DFB}">
      <dsp:nvSpPr>
        <dsp:cNvPr id="0" name=""/>
        <dsp:cNvSpPr/>
      </dsp:nvSpPr>
      <dsp:spPr>
        <a:xfrm>
          <a:off x="0" y="3132753"/>
          <a:ext cx="5192345" cy="2409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dirty="0">
              <a:solidFill>
                <a:srgbClr val="001E62"/>
              </a:solidFill>
              <a:latin typeface="+mn-lt"/>
            </a:rPr>
            <a:t>Parafilm</a:t>
          </a:r>
        </a:p>
      </dsp:txBody>
      <dsp:txXfrm>
        <a:off x="0" y="3132753"/>
        <a:ext cx="5192345" cy="240947"/>
      </dsp:txXfrm>
    </dsp:sp>
    <dsp:sp modelId="{69FFEAA4-40D7-4984-A003-8CB597ED0602}">
      <dsp:nvSpPr>
        <dsp:cNvPr id="0" name=""/>
        <dsp:cNvSpPr/>
      </dsp:nvSpPr>
      <dsp:spPr>
        <a:xfrm>
          <a:off x="0" y="3373700"/>
          <a:ext cx="51923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6A0A04-C9FD-499A-9A5D-E93EC8997B4C}">
      <dsp:nvSpPr>
        <dsp:cNvPr id="0" name=""/>
        <dsp:cNvSpPr/>
      </dsp:nvSpPr>
      <dsp:spPr>
        <a:xfrm>
          <a:off x="0" y="3373700"/>
          <a:ext cx="5192345" cy="2409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endParaRPr lang="en-US" sz="1100" kern="1200" dirty="0">
            <a:latin typeface="+mn-lt"/>
          </a:endParaRPr>
        </a:p>
      </dsp:txBody>
      <dsp:txXfrm>
        <a:off x="0" y="3373700"/>
        <a:ext cx="5192345" cy="24094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C847AC-8835-403A-85CC-DDA713C37621}">
      <dsp:nvSpPr>
        <dsp:cNvPr id="0" name=""/>
        <dsp:cNvSpPr/>
      </dsp:nvSpPr>
      <dsp:spPr>
        <a:xfrm>
          <a:off x="696000" y="580353"/>
          <a:ext cx="1990125" cy="199012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E7DEE6FE-0C15-4787-8510-30A2D73153CD}">
      <dsp:nvSpPr>
        <dsp:cNvPr id="0" name=""/>
        <dsp:cNvSpPr/>
      </dsp:nvSpPr>
      <dsp:spPr>
        <a:xfrm>
          <a:off x="1120125" y="1004478"/>
          <a:ext cx="1141875" cy="1141875"/>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99127B00-7B58-46F4-A13B-3A4A4C537E4B}">
      <dsp:nvSpPr>
        <dsp:cNvPr id="0" name=""/>
        <dsp:cNvSpPr/>
      </dsp:nvSpPr>
      <dsp:spPr>
        <a:xfrm>
          <a:off x="59812" y="3190354"/>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778000">
            <a:lnSpc>
              <a:spcPct val="100000"/>
            </a:lnSpc>
            <a:spcBef>
              <a:spcPct val="0"/>
            </a:spcBef>
            <a:spcAft>
              <a:spcPct val="35000"/>
            </a:spcAft>
            <a:buNone/>
            <a:defRPr cap="all"/>
          </a:pPr>
          <a:endParaRPr lang="en-US" sz="4000" kern="1200"/>
        </a:p>
      </dsp:txBody>
      <dsp:txXfrm>
        <a:off x="59812" y="3190354"/>
        <a:ext cx="3262500" cy="720000"/>
      </dsp:txXfrm>
    </dsp:sp>
    <dsp:sp modelId="{03F4DAE5-90B6-4D8E-AA17-F8E10EDFF6A4}">
      <dsp:nvSpPr>
        <dsp:cNvPr id="0" name=""/>
        <dsp:cNvSpPr/>
      </dsp:nvSpPr>
      <dsp:spPr>
        <a:xfrm>
          <a:off x="4529437" y="580353"/>
          <a:ext cx="1990125" cy="199012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724A806F-3771-4E2F-8A53-956E45DB9115}">
      <dsp:nvSpPr>
        <dsp:cNvPr id="0" name=""/>
        <dsp:cNvSpPr/>
      </dsp:nvSpPr>
      <dsp:spPr>
        <a:xfrm>
          <a:off x="4953562" y="1004478"/>
          <a:ext cx="1141875" cy="1141875"/>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124DAA8E-25CF-4893-952A-59FBE366825E}">
      <dsp:nvSpPr>
        <dsp:cNvPr id="0" name=""/>
        <dsp:cNvSpPr/>
      </dsp:nvSpPr>
      <dsp:spPr>
        <a:xfrm>
          <a:off x="3893250" y="3190354"/>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778000">
            <a:lnSpc>
              <a:spcPct val="100000"/>
            </a:lnSpc>
            <a:spcBef>
              <a:spcPct val="0"/>
            </a:spcBef>
            <a:spcAft>
              <a:spcPct val="35000"/>
            </a:spcAft>
            <a:buNone/>
            <a:defRPr cap="all"/>
          </a:pPr>
          <a:endParaRPr lang="en-US" sz="4000" kern="1200"/>
        </a:p>
      </dsp:txBody>
      <dsp:txXfrm>
        <a:off x="3893250" y="3190354"/>
        <a:ext cx="3262500" cy="720000"/>
      </dsp:txXfrm>
    </dsp:sp>
    <dsp:sp modelId="{0F4B2CC3-1CFA-4611-A6DE-4F5864298397}">
      <dsp:nvSpPr>
        <dsp:cNvPr id="0" name=""/>
        <dsp:cNvSpPr/>
      </dsp:nvSpPr>
      <dsp:spPr>
        <a:xfrm>
          <a:off x="8362875" y="580353"/>
          <a:ext cx="1990125" cy="199012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A97C769B-8669-445D-9538-26E6327D419C}">
      <dsp:nvSpPr>
        <dsp:cNvPr id="0" name=""/>
        <dsp:cNvSpPr/>
      </dsp:nvSpPr>
      <dsp:spPr>
        <a:xfrm>
          <a:off x="8787000" y="1004478"/>
          <a:ext cx="1141875" cy="1141875"/>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B0991146-EA65-4075-81CD-2DE37D511634}">
      <dsp:nvSpPr>
        <dsp:cNvPr id="0" name=""/>
        <dsp:cNvSpPr/>
      </dsp:nvSpPr>
      <dsp:spPr>
        <a:xfrm>
          <a:off x="7726687" y="3190354"/>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778000">
            <a:lnSpc>
              <a:spcPct val="100000"/>
            </a:lnSpc>
            <a:spcBef>
              <a:spcPct val="0"/>
            </a:spcBef>
            <a:spcAft>
              <a:spcPct val="35000"/>
            </a:spcAft>
            <a:buNone/>
            <a:defRPr cap="all"/>
          </a:pPr>
          <a:endParaRPr lang="en-US" sz="4000" kern="1200"/>
        </a:p>
      </dsp:txBody>
      <dsp:txXfrm>
        <a:off x="7726687" y="3190354"/>
        <a:ext cx="326250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6043B8-9985-4419-B416-4F06A2AD37A7}">
      <dsp:nvSpPr>
        <dsp:cNvPr id="0" name=""/>
        <dsp:cNvSpPr/>
      </dsp:nvSpPr>
      <dsp:spPr>
        <a:xfrm>
          <a:off x="861240" y="488410"/>
          <a:ext cx="1990125" cy="1990125"/>
        </a:xfrm>
        <a:prstGeom prst="round2DiagRect">
          <a:avLst>
            <a:gd name="adj1" fmla="val 29727"/>
            <a:gd name="adj2" fmla="val 0"/>
          </a:avLst>
        </a:prstGeom>
        <a:solidFill>
          <a:schemeClr val="dk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2D41F61D-2A41-4ACE-9274-0025E10A560A}">
      <dsp:nvSpPr>
        <dsp:cNvPr id="0" name=""/>
        <dsp:cNvSpPr/>
      </dsp:nvSpPr>
      <dsp:spPr>
        <a:xfrm>
          <a:off x="1120125" y="967904"/>
          <a:ext cx="1141875" cy="1141875"/>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AD1665B2-6442-4221-BC2E-A7E2EE24E908}">
      <dsp:nvSpPr>
        <dsp:cNvPr id="0" name=""/>
        <dsp:cNvSpPr/>
      </dsp:nvSpPr>
      <dsp:spPr>
        <a:xfrm>
          <a:off x="59812" y="3190354"/>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778000">
            <a:lnSpc>
              <a:spcPct val="100000"/>
            </a:lnSpc>
            <a:spcBef>
              <a:spcPct val="0"/>
            </a:spcBef>
            <a:spcAft>
              <a:spcPct val="35000"/>
            </a:spcAft>
            <a:buNone/>
            <a:defRPr cap="all"/>
          </a:pPr>
          <a:endParaRPr lang="en-US" sz="4000" kern="1200"/>
        </a:p>
      </dsp:txBody>
      <dsp:txXfrm>
        <a:off x="59812" y="3190354"/>
        <a:ext cx="3262500" cy="720000"/>
      </dsp:txXfrm>
    </dsp:sp>
    <dsp:sp modelId="{BE218BD4-4D9C-4F3E-9FE4-96932C0B1ABB}">
      <dsp:nvSpPr>
        <dsp:cNvPr id="0" name=""/>
        <dsp:cNvSpPr/>
      </dsp:nvSpPr>
      <dsp:spPr>
        <a:xfrm>
          <a:off x="4529437" y="580353"/>
          <a:ext cx="1990125" cy="1990125"/>
        </a:xfrm>
        <a:prstGeom prst="round2DiagRect">
          <a:avLst>
            <a:gd name="adj1" fmla="val 29727"/>
            <a:gd name="adj2" fmla="val 0"/>
          </a:avLst>
        </a:prstGeom>
        <a:solidFill>
          <a:schemeClr val="dk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88971B1A-82A5-4E96-A94A-F3FA2E7EFA78}">
      <dsp:nvSpPr>
        <dsp:cNvPr id="0" name=""/>
        <dsp:cNvSpPr/>
      </dsp:nvSpPr>
      <dsp:spPr>
        <a:xfrm>
          <a:off x="4953562" y="1004478"/>
          <a:ext cx="1141875" cy="1141875"/>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6467D0E0-1A48-4758-9F4B-6D52E6D3D324}">
      <dsp:nvSpPr>
        <dsp:cNvPr id="0" name=""/>
        <dsp:cNvSpPr/>
      </dsp:nvSpPr>
      <dsp:spPr>
        <a:xfrm>
          <a:off x="3893250" y="3190354"/>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778000">
            <a:lnSpc>
              <a:spcPct val="100000"/>
            </a:lnSpc>
            <a:spcBef>
              <a:spcPct val="0"/>
            </a:spcBef>
            <a:spcAft>
              <a:spcPct val="35000"/>
            </a:spcAft>
            <a:buNone/>
            <a:defRPr cap="all"/>
          </a:pPr>
          <a:endParaRPr lang="en-US" sz="4000" kern="1200"/>
        </a:p>
      </dsp:txBody>
      <dsp:txXfrm>
        <a:off x="3893250" y="3190354"/>
        <a:ext cx="3262500" cy="720000"/>
      </dsp:txXfrm>
    </dsp:sp>
    <dsp:sp modelId="{DBB607DB-F280-4124-B71C-A9E7E49F0F9E}">
      <dsp:nvSpPr>
        <dsp:cNvPr id="0" name=""/>
        <dsp:cNvSpPr/>
      </dsp:nvSpPr>
      <dsp:spPr>
        <a:xfrm>
          <a:off x="8362875" y="580353"/>
          <a:ext cx="1990125" cy="1990125"/>
        </a:xfrm>
        <a:prstGeom prst="round2DiagRect">
          <a:avLst>
            <a:gd name="adj1" fmla="val 29727"/>
            <a:gd name="adj2" fmla="val 0"/>
          </a:avLst>
        </a:prstGeom>
        <a:solidFill>
          <a:schemeClr val="dk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78CB81B0-A74F-4C15-94F5-9E3F8BF24AA0}">
      <dsp:nvSpPr>
        <dsp:cNvPr id="0" name=""/>
        <dsp:cNvSpPr/>
      </dsp:nvSpPr>
      <dsp:spPr>
        <a:xfrm>
          <a:off x="8787000" y="1004478"/>
          <a:ext cx="1141875" cy="1141875"/>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06E97E58-DD44-4F44-A8E9-60565E9E7E1E}">
      <dsp:nvSpPr>
        <dsp:cNvPr id="0" name=""/>
        <dsp:cNvSpPr/>
      </dsp:nvSpPr>
      <dsp:spPr>
        <a:xfrm>
          <a:off x="7726687" y="3190354"/>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778000">
            <a:lnSpc>
              <a:spcPct val="100000"/>
            </a:lnSpc>
            <a:spcBef>
              <a:spcPct val="0"/>
            </a:spcBef>
            <a:spcAft>
              <a:spcPct val="35000"/>
            </a:spcAft>
            <a:buNone/>
            <a:defRPr cap="all"/>
          </a:pPr>
          <a:endParaRPr lang="en-US" sz="4000" kern="1200"/>
        </a:p>
      </dsp:txBody>
      <dsp:txXfrm>
        <a:off x="7726687" y="3190354"/>
        <a:ext cx="3262500" cy="72000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4T01:54:09.347"/>
    </inkml:context>
    <inkml:brush xml:id="br0">
      <inkml:brushProperty name="width" value="0.025" units="cm"/>
      <inkml:brushProperty name="height" value="0.025" units="cm"/>
    </inkml:brush>
  </inkml:definitions>
  <inkml:trace contextRef="#ctx0" brushRef="#br0">3 1 3655 0 0,'0'0'384'0'0,"-2"32"-544"0"0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4T01:54:10.886"/>
    </inkml:context>
    <inkml:brush xml:id="br0">
      <inkml:brushProperty name="width" value="0.035" units="cm"/>
      <inkml:brushProperty name="height" value="0.035" units="cm"/>
      <inkml:brushProperty name="color" value="#FFFFFF"/>
    </inkml:brush>
  </inkml:definitions>
  <inkml:trace contextRef="#ctx0" brushRef="#br0">1 0 1639 0 0,'0'0'144'0'0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4A3ED06A-E3B9-0047-8050-B794EA99C6AE}" type="datetimeFigureOut">
              <a:rPr lang="en-US" smtClean="0"/>
              <a:pPr/>
              <a:t>3/19/2026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FCFDF244-9769-4A4F-8A52-7801F8D12EA0}" type="slidenum">
              <a:rPr lang="en-US" smtClean="0"/>
              <a:pPr/>
              <a:t>‹#›</a:t>
            </a:fld>
            <a:endParaRPr lang="en-US"/>
          </a:p>
        </p:txBody>
      </p:sp>
    </p:spTree>
    <p:extLst>
      <p:ext uri="{BB962C8B-B14F-4D97-AF65-F5344CB8AC3E}">
        <p14:creationId xmlns:p14="http://schemas.microsoft.com/office/powerpoint/2010/main" val="2287365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FDF244-9769-4A4F-8A52-7801F8D12EA0}" type="slidenum">
              <a:rPr lang="en-US" smtClean="0"/>
              <a:pPr/>
              <a:t>7</a:t>
            </a:fld>
            <a:endParaRPr lang="en-US"/>
          </a:p>
        </p:txBody>
      </p:sp>
    </p:spTree>
    <p:extLst>
      <p:ext uri="{BB962C8B-B14F-4D97-AF65-F5344CB8AC3E}">
        <p14:creationId xmlns:p14="http://schemas.microsoft.com/office/powerpoint/2010/main" val="4925848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4FE3EE1A-FE2A-D841-84E7-BEC666CBB2FF}"/>
              </a:ext>
            </a:extLst>
          </p:cNvPr>
          <p:cNvSpPr>
            <a:spLocks noGrp="1"/>
          </p:cNvSpPr>
          <p:nvPr>
            <p:ph type="pic" sz="quarter" idx="12"/>
          </p:nvPr>
        </p:nvSpPr>
        <p:spPr>
          <a:xfrm>
            <a:off x="-803275" y="0"/>
            <a:ext cx="6248908" cy="6874625"/>
          </a:xfrm>
          <a:custGeom>
            <a:avLst/>
            <a:gdLst>
              <a:gd name="connsiteX0" fmla="*/ 0 w 6858000"/>
              <a:gd name="connsiteY0" fmla="*/ 0 h 6858000"/>
              <a:gd name="connsiteX1" fmla="*/ 6858000 w 6858000"/>
              <a:gd name="connsiteY1" fmla="*/ 0 h 6858000"/>
              <a:gd name="connsiteX2" fmla="*/ 6858000 w 6858000"/>
              <a:gd name="connsiteY2" fmla="*/ 6858000 h 6858000"/>
              <a:gd name="connsiteX3" fmla="*/ 0 w 6858000"/>
              <a:gd name="connsiteY3" fmla="*/ 6858000 h 6858000"/>
              <a:gd name="connsiteX4" fmla="*/ 0 w 6858000"/>
              <a:gd name="connsiteY4" fmla="*/ 0 h 6858000"/>
              <a:gd name="connsiteX0" fmla="*/ 0 w 6858000"/>
              <a:gd name="connsiteY0" fmla="*/ 0 h 6858000"/>
              <a:gd name="connsiteX1" fmla="*/ 4862945 w 6858000"/>
              <a:gd name="connsiteY1" fmla="*/ 0 h 6858000"/>
              <a:gd name="connsiteX2" fmla="*/ 6858000 w 6858000"/>
              <a:gd name="connsiteY2" fmla="*/ 6858000 h 6858000"/>
              <a:gd name="connsiteX3" fmla="*/ 0 w 6858000"/>
              <a:gd name="connsiteY3" fmla="*/ 6858000 h 6858000"/>
              <a:gd name="connsiteX4" fmla="*/ 0 w 6858000"/>
              <a:gd name="connsiteY4" fmla="*/ 0 h 6858000"/>
              <a:gd name="connsiteX0" fmla="*/ 0 w 4862945"/>
              <a:gd name="connsiteY0" fmla="*/ 0 h 6874625"/>
              <a:gd name="connsiteX1" fmla="*/ 4862945 w 4862945"/>
              <a:gd name="connsiteY1" fmla="*/ 0 h 6874625"/>
              <a:gd name="connsiteX2" fmla="*/ 4846320 w 4862945"/>
              <a:gd name="connsiteY2" fmla="*/ 6874625 h 6874625"/>
              <a:gd name="connsiteX3" fmla="*/ 0 w 4862945"/>
              <a:gd name="connsiteY3" fmla="*/ 6858000 h 6874625"/>
              <a:gd name="connsiteX4" fmla="*/ 0 w 4862945"/>
              <a:gd name="connsiteY4" fmla="*/ 0 h 6874625"/>
              <a:gd name="connsiteX0" fmla="*/ 0 w 6130182"/>
              <a:gd name="connsiteY0" fmla="*/ 0 h 6874625"/>
              <a:gd name="connsiteX1" fmla="*/ 4862945 w 6130182"/>
              <a:gd name="connsiteY1" fmla="*/ 0 h 6874625"/>
              <a:gd name="connsiteX2" fmla="*/ 4846320 w 6130182"/>
              <a:gd name="connsiteY2" fmla="*/ 6874625 h 6874625"/>
              <a:gd name="connsiteX3" fmla="*/ 0 w 6130182"/>
              <a:gd name="connsiteY3" fmla="*/ 6858000 h 6874625"/>
              <a:gd name="connsiteX4" fmla="*/ 0 w 6130182"/>
              <a:gd name="connsiteY4" fmla="*/ 0 h 6874625"/>
              <a:gd name="connsiteX0" fmla="*/ 0 w 6248908"/>
              <a:gd name="connsiteY0" fmla="*/ 0 h 6874625"/>
              <a:gd name="connsiteX1" fmla="*/ 4862945 w 6248908"/>
              <a:gd name="connsiteY1" fmla="*/ 0 h 6874625"/>
              <a:gd name="connsiteX2" fmla="*/ 4846320 w 6248908"/>
              <a:gd name="connsiteY2" fmla="*/ 6874625 h 6874625"/>
              <a:gd name="connsiteX3" fmla="*/ 0 w 6248908"/>
              <a:gd name="connsiteY3" fmla="*/ 6858000 h 6874625"/>
              <a:gd name="connsiteX4" fmla="*/ 0 w 6248908"/>
              <a:gd name="connsiteY4" fmla="*/ 0 h 6874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8908" h="6874625">
                <a:moveTo>
                  <a:pt x="0" y="0"/>
                </a:moveTo>
                <a:lnTo>
                  <a:pt x="4862945" y="0"/>
                </a:lnTo>
                <a:cubicBezTo>
                  <a:pt x="5356167" y="479368"/>
                  <a:pt x="7728066" y="3552305"/>
                  <a:pt x="4846320" y="6874625"/>
                </a:cubicBezTo>
                <a:lnTo>
                  <a:pt x="0" y="6858000"/>
                </a:lnTo>
                <a:lnTo>
                  <a:pt x="0" y="0"/>
                </a:lnTo>
                <a:close/>
              </a:path>
            </a:pathLst>
          </a:custGeom>
          <a:pattFill prst="pct20">
            <a:fgClr>
              <a:schemeClr val="accent1"/>
            </a:fgClr>
            <a:bgClr>
              <a:schemeClr val="bg1"/>
            </a:bgClr>
          </a:pattFill>
        </p:spPr>
        <p:txBody>
          <a:bodyPr/>
          <a:lstStyle/>
          <a:p>
            <a:r>
              <a:rPr lang="en-US"/>
              <a:t>Click icon to add picture</a:t>
            </a:r>
          </a:p>
        </p:txBody>
      </p:sp>
      <p:sp>
        <p:nvSpPr>
          <p:cNvPr id="5" name="Title 1">
            <a:extLst>
              <a:ext uri="{FF2B5EF4-FFF2-40B4-BE49-F238E27FC236}">
                <a16:creationId xmlns:a16="http://schemas.microsoft.com/office/drawing/2014/main" id="{BC3BE6E7-8A11-8F4B-B8D2-E622A7A18957}"/>
              </a:ext>
            </a:extLst>
          </p:cNvPr>
          <p:cNvSpPr>
            <a:spLocks noGrp="1"/>
          </p:cNvSpPr>
          <p:nvPr>
            <p:ph type="ctrTitle" hasCustomPrompt="1"/>
          </p:nvPr>
        </p:nvSpPr>
        <p:spPr>
          <a:xfrm>
            <a:off x="6105008" y="2205037"/>
            <a:ext cx="4920343" cy="1655763"/>
          </a:xfrm>
          <a:prstGeom prst="rect">
            <a:avLst/>
          </a:prstGeom>
        </p:spPr>
        <p:txBody>
          <a:bodyPr lIns="0" tIns="0" rIns="0" bIns="0" anchor="t">
            <a:normAutofit/>
          </a:bodyPr>
          <a:lstStyle>
            <a:lvl1pPr algn="l">
              <a:defRPr sz="3600" b="1">
                <a:solidFill>
                  <a:srgbClr val="001E62"/>
                </a:solidFill>
                <a:latin typeface="Arial" panose="020B0604020202020204" pitchFamily="34" charset="0"/>
                <a:cs typeface="Arial" panose="020B0604020202020204" pitchFamily="34" charset="0"/>
              </a:defRPr>
            </a:lvl1pPr>
          </a:lstStyle>
          <a:p>
            <a:r>
              <a:rPr lang="en-US"/>
              <a:t>Your presentation title goes here</a:t>
            </a:r>
            <a:br>
              <a:rPr lang="en-US"/>
            </a:br>
            <a:br>
              <a:rPr lang="en-US"/>
            </a:br>
            <a:endParaRPr lang="en-US"/>
          </a:p>
        </p:txBody>
      </p:sp>
      <p:sp>
        <p:nvSpPr>
          <p:cNvPr id="6" name="Subtitle 2">
            <a:extLst>
              <a:ext uri="{FF2B5EF4-FFF2-40B4-BE49-F238E27FC236}">
                <a16:creationId xmlns:a16="http://schemas.microsoft.com/office/drawing/2014/main" id="{07644AD0-57F7-094F-A3A4-D5E46E4E56D5}"/>
              </a:ext>
            </a:extLst>
          </p:cNvPr>
          <p:cNvSpPr>
            <a:spLocks noGrp="1"/>
          </p:cNvSpPr>
          <p:nvPr>
            <p:ph type="subTitle" idx="1" hasCustomPrompt="1"/>
          </p:nvPr>
        </p:nvSpPr>
        <p:spPr>
          <a:xfrm>
            <a:off x="6105008" y="4099548"/>
            <a:ext cx="4920344" cy="607572"/>
          </a:xfrm>
          <a:prstGeom prst="rect">
            <a:avLst/>
          </a:prstGeom>
        </p:spPr>
        <p:txBody>
          <a:bodyPr lIns="0" tIns="0" rIns="0" bIns="0"/>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name(s) here</a:t>
            </a:r>
          </a:p>
        </p:txBody>
      </p:sp>
      <p:pic>
        <p:nvPicPr>
          <p:cNvPr id="7" name="Picture 6">
            <a:extLst>
              <a:ext uri="{FF2B5EF4-FFF2-40B4-BE49-F238E27FC236}">
                <a16:creationId xmlns:a16="http://schemas.microsoft.com/office/drawing/2014/main" id="{D9F05423-983C-0F42-AD62-09CC5937E61B}"/>
              </a:ext>
            </a:extLst>
          </p:cNvPr>
          <p:cNvPicPr>
            <a:picLocks noChangeAspect="1"/>
          </p:cNvPicPr>
          <p:nvPr/>
        </p:nvPicPr>
        <p:blipFill>
          <a:blip r:embed="rId2"/>
          <a:stretch>
            <a:fillRect/>
          </a:stretch>
        </p:blipFill>
        <p:spPr>
          <a:xfrm>
            <a:off x="6096000" y="5300680"/>
            <a:ext cx="3152330" cy="607572"/>
          </a:xfrm>
          <a:prstGeom prst="rect">
            <a:avLst/>
          </a:prstGeom>
        </p:spPr>
      </p:pic>
      <p:sp>
        <p:nvSpPr>
          <p:cNvPr id="8" name="Text Placeholder 9">
            <a:extLst>
              <a:ext uri="{FF2B5EF4-FFF2-40B4-BE49-F238E27FC236}">
                <a16:creationId xmlns:a16="http://schemas.microsoft.com/office/drawing/2014/main" id="{1B81A75D-6185-754B-94A9-530861CEF5ED}"/>
              </a:ext>
            </a:extLst>
          </p:cNvPr>
          <p:cNvSpPr>
            <a:spLocks noGrp="1"/>
          </p:cNvSpPr>
          <p:nvPr>
            <p:ph type="body" sz="quarter" idx="11" hasCustomPrompt="1"/>
          </p:nvPr>
        </p:nvSpPr>
        <p:spPr>
          <a:xfrm>
            <a:off x="6105008" y="1611477"/>
            <a:ext cx="2902358" cy="295275"/>
          </a:xfrm>
          <a:prstGeom prst="rect">
            <a:avLst/>
          </a:prstGeom>
        </p:spPr>
        <p:txBody>
          <a:bodyPr lIns="0" tIns="0" rIns="0" bIns="0"/>
          <a:lstStyle>
            <a:lvl1pPr marL="0" indent="0">
              <a:buFontTx/>
              <a:buNone/>
              <a:defRPr sz="1400" b="1" cap="all" spc="400" baseline="0">
                <a:solidFill>
                  <a:srgbClr val="D50032"/>
                </a:solidFill>
                <a:latin typeface="Arial" panose="020B0604020202020204" pitchFamily="34" charset="0"/>
                <a:cs typeface="Arial" panose="020B0604020202020204" pitchFamily="34" charset="0"/>
              </a:defRPr>
            </a:lvl1pPr>
            <a:lvl2pPr marL="457200" indent="0">
              <a:buFontTx/>
              <a:buNone/>
              <a:defRPr sz="1400" b="1" spc="300">
                <a:solidFill>
                  <a:srgbClr val="D50032"/>
                </a:solidFill>
                <a:latin typeface="Arial" panose="020B0604020202020204" pitchFamily="34" charset="0"/>
                <a:cs typeface="Arial" panose="020B0604020202020204" pitchFamily="34" charset="0"/>
              </a:defRPr>
            </a:lvl2pPr>
          </a:lstStyle>
          <a:p>
            <a:pPr lvl="0"/>
            <a:r>
              <a:rPr lang="en-US"/>
              <a:t>DATE</a:t>
            </a:r>
          </a:p>
        </p:txBody>
      </p:sp>
      <p:pic>
        <p:nvPicPr>
          <p:cNvPr id="9" name="Picture 8">
            <a:extLst>
              <a:ext uri="{FF2B5EF4-FFF2-40B4-BE49-F238E27FC236}">
                <a16:creationId xmlns:a16="http://schemas.microsoft.com/office/drawing/2014/main" id="{CFA93E4F-6F26-3F4A-B98C-D14E3F97D593}"/>
              </a:ext>
            </a:extLst>
          </p:cNvPr>
          <p:cNvPicPr>
            <a:picLocks noChangeAspect="1"/>
          </p:cNvPicPr>
          <p:nvPr userDrawn="1"/>
        </p:nvPicPr>
        <p:blipFill>
          <a:blip r:embed="rId2"/>
          <a:stretch>
            <a:fillRect/>
          </a:stretch>
        </p:blipFill>
        <p:spPr>
          <a:xfrm>
            <a:off x="6096000" y="5300680"/>
            <a:ext cx="3152330" cy="607572"/>
          </a:xfrm>
          <a:prstGeom prst="rect">
            <a:avLst/>
          </a:prstGeom>
        </p:spPr>
      </p:pic>
      <p:sp>
        <p:nvSpPr>
          <p:cNvPr id="20" name="TextBox 19">
            <a:extLst>
              <a:ext uri="{FF2B5EF4-FFF2-40B4-BE49-F238E27FC236}">
                <a16:creationId xmlns:a16="http://schemas.microsoft.com/office/drawing/2014/main" id="{A766D111-EABD-934E-9606-C1FAEE903FAC}"/>
              </a:ext>
            </a:extLst>
          </p:cNvPr>
          <p:cNvSpPr txBox="1"/>
          <p:nvPr userDrawn="1"/>
        </p:nvSpPr>
        <p:spPr>
          <a:xfrm>
            <a:off x="2514600" y="-444500"/>
            <a:ext cx="184731" cy="369332"/>
          </a:xfrm>
          <a:prstGeom prst="rect">
            <a:avLst/>
          </a:prstGeom>
          <a:noFill/>
        </p:spPr>
        <p:txBody>
          <a:bodyPr wrap="none" rtlCol="0">
            <a:spAutoFit/>
          </a:bodyPr>
          <a:lstStyle/>
          <a:p>
            <a:endParaRPr lang="en-US" b="0" i="0">
              <a:latin typeface="Arial" panose="020B0604020202020204" pitchFamily="34" charset="0"/>
            </a:endParaRPr>
          </a:p>
        </p:txBody>
      </p:sp>
    </p:spTree>
    <p:extLst>
      <p:ext uri="{BB962C8B-B14F-4D97-AF65-F5344CB8AC3E}">
        <p14:creationId xmlns:p14="http://schemas.microsoft.com/office/powerpoint/2010/main" val="2484111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DF84B8C-FA91-C54A-BD6B-A1BC753E5B0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D67D8984-ADB0-3045-B90A-B42AE6A3D17A}"/>
              </a:ext>
            </a:extLst>
          </p:cNvPr>
          <p:cNvSpPr/>
          <p:nvPr userDrawn="1"/>
        </p:nvSpPr>
        <p:spPr>
          <a:xfrm>
            <a:off x="0" y="0"/>
            <a:ext cx="12192000" cy="6858000"/>
          </a:xfrm>
          <a:prstGeom prst="rect">
            <a:avLst/>
          </a:prstGeom>
          <a:solidFill>
            <a:srgbClr val="001E6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0" i="0">
              <a:latin typeface="Arial" panose="020B0604020202020204" pitchFamily="34" charset="0"/>
            </a:endParaRPr>
          </a:p>
        </p:txBody>
      </p:sp>
      <p:pic>
        <p:nvPicPr>
          <p:cNvPr id="10" name="Picture 9">
            <a:extLst>
              <a:ext uri="{FF2B5EF4-FFF2-40B4-BE49-F238E27FC236}">
                <a16:creationId xmlns:a16="http://schemas.microsoft.com/office/drawing/2014/main" id="{94D5E7C4-AA3A-714B-AB65-881F761FB1FA}"/>
              </a:ext>
            </a:extLst>
          </p:cNvPr>
          <p:cNvPicPr>
            <a:picLocks noChangeAspect="1"/>
          </p:cNvPicPr>
          <p:nvPr/>
        </p:nvPicPr>
        <p:blipFill>
          <a:blip r:embed="rId2"/>
          <a:stretch>
            <a:fillRect/>
          </a:stretch>
        </p:blipFill>
        <p:spPr>
          <a:xfrm>
            <a:off x="0" y="0"/>
            <a:ext cx="12192000" cy="6858000"/>
          </a:xfrm>
          <a:prstGeom prst="rect">
            <a:avLst/>
          </a:prstGeom>
        </p:spPr>
      </p:pic>
      <p:sp>
        <p:nvSpPr>
          <p:cNvPr id="8" name="Rectangle 7">
            <a:extLst>
              <a:ext uri="{FF2B5EF4-FFF2-40B4-BE49-F238E27FC236}">
                <a16:creationId xmlns:a16="http://schemas.microsoft.com/office/drawing/2014/main" id="{3D1C8BA7-EEFD-584D-BDC5-F7B7AAD50252}"/>
              </a:ext>
            </a:extLst>
          </p:cNvPr>
          <p:cNvSpPr/>
          <p:nvPr/>
        </p:nvSpPr>
        <p:spPr>
          <a:xfrm>
            <a:off x="0" y="0"/>
            <a:ext cx="12192000" cy="6858000"/>
          </a:xfrm>
          <a:prstGeom prst="rect">
            <a:avLst/>
          </a:prstGeom>
          <a:solidFill>
            <a:srgbClr val="001E6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0" i="0">
              <a:latin typeface="Arial" panose="020B0604020202020204" pitchFamily="34" charset="0"/>
            </a:endParaRPr>
          </a:p>
        </p:txBody>
      </p:sp>
      <p:sp>
        <p:nvSpPr>
          <p:cNvPr id="4" name="Title 1">
            <a:extLst>
              <a:ext uri="{FF2B5EF4-FFF2-40B4-BE49-F238E27FC236}">
                <a16:creationId xmlns:a16="http://schemas.microsoft.com/office/drawing/2014/main" id="{881D9BB0-FDB4-1643-A5BC-76B17B0E9E7A}"/>
              </a:ext>
            </a:extLst>
          </p:cNvPr>
          <p:cNvSpPr>
            <a:spLocks noGrp="1"/>
          </p:cNvSpPr>
          <p:nvPr>
            <p:ph type="ctrTitle" hasCustomPrompt="1"/>
          </p:nvPr>
        </p:nvSpPr>
        <p:spPr>
          <a:xfrm>
            <a:off x="2815271" y="2289120"/>
            <a:ext cx="6402301" cy="1655763"/>
          </a:xfrm>
          <a:prstGeom prst="rect">
            <a:avLst/>
          </a:prstGeom>
        </p:spPr>
        <p:txBody>
          <a:bodyPr lIns="0" tIns="0" rIns="0" bIns="0" anchor="t">
            <a:normAutofit/>
          </a:bodyPr>
          <a:lstStyle>
            <a:lvl1pPr algn="ctr">
              <a:defRPr sz="5400" b="1">
                <a:solidFill>
                  <a:schemeClr val="bg1"/>
                </a:solidFill>
                <a:latin typeface="Arial" panose="020B0604020202020204" pitchFamily="34" charset="0"/>
                <a:cs typeface="Arial" panose="020B0604020202020204" pitchFamily="34" charset="0"/>
              </a:defRPr>
            </a:lvl1pPr>
          </a:lstStyle>
          <a:p>
            <a:r>
              <a:rPr lang="en-US"/>
              <a:t>Your presentation title goes here</a:t>
            </a:r>
            <a:br>
              <a:rPr lang="en-US"/>
            </a:br>
            <a:br>
              <a:rPr lang="en-US"/>
            </a:br>
            <a:endParaRPr lang="en-US"/>
          </a:p>
        </p:txBody>
      </p:sp>
      <p:sp>
        <p:nvSpPr>
          <p:cNvPr id="5" name="Text Placeholder 9">
            <a:extLst>
              <a:ext uri="{FF2B5EF4-FFF2-40B4-BE49-F238E27FC236}">
                <a16:creationId xmlns:a16="http://schemas.microsoft.com/office/drawing/2014/main" id="{145D1793-C324-2F44-822B-E01A274F1641}"/>
              </a:ext>
            </a:extLst>
          </p:cNvPr>
          <p:cNvSpPr>
            <a:spLocks noGrp="1"/>
          </p:cNvSpPr>
          <p:nvPr>
            <p:ph type="body" sz="quarter" idx="11" hasCustomPrompt="1"/>
          </p:nvPr>
        </p:nvSpPr>
        <p:spPr>
          <a:xfrm>
            <a:off x="4565242" y="1611477"/>
            <a:ext cx="2902358" cy="295275"/>
          </a:xfrm>
          <a:prstGeom prst="rect">
            <a:avLst/>
          </a:prstGeom>
        </p:spPr>
        <p:txBody>
          <a:bodyPr lIns="0" tIns="0" rIns="0" bIns="0">
            <a:normAutofit/>
          </a:bodyPr>
          <a:lstStyle>
            <a:lvl1pPr marL="0" indent="0" algn="ctr">
              <a:buFontTx/>
              <a:buNone/>
              <a:defRPr sz="1800" b="1" cap="all" spc="400" baseline="0">
                <a:solidFill>
                  <a:schemeClr val="bg1"/>
                </a:solidFill>
                <a:latin typeface="Arial" panose="020B0604020202020204" pitchFamily="34" charset="0"/>
                <a:cs typeface="Arial" panose="020B0604020202020204" pitchFamily="34" charset="0"/>
              </a:defRPr>
            </a:lvl1pPr>
            <a:lvl2pPr marL="457200" indent="0">
              <a:buFontTx/>
              <a:buNone/>
              <a:defRPr sz="1400" b="1" spc="300">
                <a:solidFill>
                  <a:srgbClr val="D50032"/>
                </a:solidFill>
                <a:latin typeface="Arial" panose="020B0604020202020204" pitchFamily="34" charset="0"/>
                <a:cs typeface="Arial" panose="020B0604020202020204" pitchFamily="34" charset="0"/>
              </a:defRPr>
            </a:lvl2pPr>
          </a:lstStyle>
          <a:p>
            <a:pPr lvl="0"/>
            <a:r>
              <a:rPr lang="en-US"/>
              <a:t>DATE</a:t>
            </a:r>
          </a:p>
        </p:txBody>
      </p:sp>
      <p:sp>
        <p:nvSpPr>
          <p:cNvPr id="6" name="Subtitle 2">
            <a:extLst>
              <a:ext uri="{FF2B5EF4-FFF2-40B4-BE49-F238E27FC236}">
                <a16:creationId xmlns:a16="http://schemas.microsoft.com/office/drawing/2014/main" id="{12BC1185-857F-BF4F-A097-153EFBDA80F6}"/>
              </a:ext>
            </a:extLst>
          </p:cNvPr>
          <p:cNvSpPr>
            <a:spLocks noGrp="1"/>
          </p:cNvSpPr>
          <p:nvPr>
            <p:ph type="subTitle" idx="1" hasCustomPrompt="1"/>
          </p:nvPr>
        </p:nvSpPr>
        <p:spPr>
          <a:xfrm>
            <a:off x="3635828" y="4195872"/>
            <a:ext cx="4920344" cy="607572"/>
          </a:xfrm>
          <a:prstGeom prst="rect">
            <a:avLst/>
          </a:prstGeom>
        </p:spPr>
        <p:txBody>
          <a:bodyPr lIns="0" tIns="0" rIns="0" bIns="0"/>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name(s) here</a:t>
            </a:r>
          </a:p>
        </p:txBody>
      </p:sp>
      <p:pic>
        <p:nvPicPr>
          <p:cNvPr id="7" name="Picture 6">
            <a:extLst>
              <a:ext uri="{FF2B5EF4-FFF2-40B4-BE49-F238E27FC236}">
                <a16:creationId xmlns:a16="http://schemas.microsoft.com/office/drawing/2014/main" id="{A5D443CC-0BC6-3D4A-A896-85EAC5F854CA}"/>
              </a:ext>
            </a:extLst>
          </p:cNvPr>
          <p:cNvPicPr>
            <a:picLocks noChangeAspect="1"/>
          </p:cNvPicPr>
          <p:nvPr/>
        </p:nvPicPr>
        <p:blipFill>
          <a:blip r:embed="rId3"/>
          <a:stretch>
            <a:fillRect/>
          </a:stretch>
        </p:blipFill>
        <p:spPr>
          <a:xfrm>
            <a:off x="5657850" y="5246523"/>
            <a:ext cx="876300" cy="876300"/>
          </a:xfrm>
          <a:prstGeom prst="rect">
            <a:avLst/>
          </a:prstGeom>
        </p:spPr>
      </p:pic>
      <p:pic>
        <p:nvPicPr>
          <p:cNvPr id="12" name="Picture 11">
            <a:extLst>
              <a:ext uri="{FF2B5EF4-FFF2-40B4-BE49-F238E27FC236}">
                <a16:creationId xmlns:a16="http://schemas.microsoft.com/office/drawing/2014/main" id="{F19FAC25-A7F3-C24E-B4E9-8EC49C30E529}"/>
              </a:ext>
            </a:extLst>
          </p:cNvPr>
          <p:cNvPicPr>
            <a:picLocks noChangeAspect="1"/>
          </p:cNvPicPr>
          <p:nvPr userDrawn="1"/>
        </p:nvPicPr>
        <p:blipFill>
          <a:blip r:embed="rId3"/>
          <a:stretch>
            <a:fillRect/>
          </a:stretch>
        </p:blipFill>
        <p:spPr>
          <a:xfrm>
            <a:off x="5657850" y="5246523"/>
            <a:ext cx="876300" cy="876300"/>
          </a:xfrm>
          <a:prstGeom prst="rect">
            <a:avLst/>
          </a:prstGeom>
        </p:spPr>
      </p:pic>
    </p:spTree>
    <p:extLst>
      <p:ext uri="{BB962C8B-B14F-4D97-AF65-F5344CB8AC3E}">
        <p14:creationId xmlns:p14="http://schemas.microsoft.com/office/powerpoint/2010/main" val="457900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3">
    <p:bg>
      <p:bgPr>
        <a:solidFill>
          <a:srgbClr val="D5003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35D4C-E2BA-FC41-B781-35F9710CC052}"/>
              </a:ext>
            </a:extLst>
          </p:cNvPr>
          <p:cNvSpPr>
            <a:spLocks noGrp="1"/>
          </p:cNvSpPr>
          <p:nvPr>
            <p:ph type="ctrTitle" hasCustomPrompt="1"/>
          </p:nvPr>
        </p:nvSpPr>
        <p:spPr>
          <a:xfrm>
            <a:off x="1732705" y="2205037"/>
            <a:ext cx="5876785" cy="1655763"/>
          </a:xfrm>
          <a:prstGeom prst="rect">
            <a:avLst/>
          </a:prstGeom>
        </p:spPr>
        <p:txBody>
          <a:bodyPr lIns="0" tIns="0" rIns="0" bIns="0" anchor="t">
            <a:normAutofit/>
          </a:bodyPr>
          <a:lstStyle>
            <a:lvl1pPr algn="l">
              <a:defRPr sz="5400" b="1">
                <a:solidFill>
                  <a:schemeClr val="bg1"/>
                </a:solidFill>
                <a:latin typeface="Arial" panose="020B0604020202020204" pitchFamily="34" charset="0"/>
                <a:cs typeface="Arial" panose="020B0604020202020204" pitchFamily="34" charset="0"/>
              </a:defRPr>
            </a:lvl1pPr>
          </a:lstStyle>
          <a:p>
            <a:r>
              <a:rPr lang="en-US"/>
              <a:t>Your presentation title goes here</a:t>
            </a:r>
            <a:br>
              <a:rPr lang="en-US"/>
            </a:br>
            <a:br>
              <a:rPr lang="en-US"/>
            </a:br>
            <a:endParaRPr lang="en-US"/>
          </a:p>
        </p:txBody>
      </p:sp>
      <p:sp>
        <p:nvSpPr>
          <p:cNvPr id="3" name="Subtitle 2">
            <a:extLst>
              <a:ext uri="{FF2B5EF4-FFF2-40B4-BE49-F238E27FC236}">
                <a16:creationId xmlns:a16="http://schemas.microsoft.com/office/drawing/2014/main" id="{CF14086E-82B4-ED47-AD55-AB40607C0484}"/>
              </a:ext>
            </a:extLst>
          </p:cNvPr>
          <p:cNvSpPr>
            <a:spLocks noGrp="1"/>
          </p:cNvSpPr>
          <p:nvPr>
            <p:ph type="subTitle" idx="1" hasCustomPrompt="1"/>
          </p:nvPr>
        </p:nvSpPr>
        <p:spPr>
          <a:xfrm>
            <a:off x="1732705" y="4099548"/>
            <a:ext cx="5876784" cy="607572"/>
          </a:xfrm>
          <a:prstGeom prst="rect">
            <a:avLst/>
          </a:prstGeom>
        </p:spPr>
        <p:txBody>
          <a:bodyPr lIns="0" tIns="0" rIns="0" bIns="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name(s) here</a:t>
            </a:r>
          </a:p>
        </p:txBody>
      </p:sp>
      <p:sp>
        <p:nvSpPr>
          <p:cNvPr id="4" name="Text Placeholder 9">
            <a:extLst>
              <a:ext uri="{FF2B5EF4-FFF2-40B4-BE49-F238E27FC236}">
                <a16:creationId xmlns:a16="http://schemas.microsoft.com/office/drawing/2014/main" id="{20A15A9D-096D-4642-BCED-084CA3DB7794}"/>
              </a:ext>
            </a:extLst>
          </p:cNvPr>
          <p:cNvSpPr>
            <a:spLocks noGrp="1"/>
          </p:cNvSpPr>
          <p:nvPr>
            <p:ph type="body" sz="quarter" idx="11" hasCustomPrompt="1"/>
          </p:nvPr>
        </p:nvSpPr>
        <p:spPr>
          <a:xfrm>
            <a:off x="1732705" y="4945868"/>
            <a:ext cx="2902358" cy="295275"/>
          </a:xfrm>
          <a:prstGeom prst="rect">
            <a:avLst/>
          </a:prstGeom>
        </p:spPr>
        <p:txBody>
          <a:bodyPr lIns="0" tIns="0" rIns="0" bIns="0"/>
          <a:lstStyle>
            <a:lvl1pPr marL="0" indent="0">
              <a:buFontTx/>
              <a:buNone/>
              <a:defRPr sz="1400" b="1" cap="all" spc="400" baseline="0">
                <a:solidFill>
                  <a:schemeClr val="bg1"/>
                </a:solidFill>
                <a:latin typeface="Arial" panose="020B0604020202020204" pitchFamily="34" charset="0"/>
                <a:cs typeface="Arial" panose="020B0604020202020204" pitchFamily="34" charset="0"/>
              </a:defRPr>
            </a:lvl1pPr>
            <a:lvl2pPr marL="457200" indent="0">
              <a:buFontTx/>
              <a:buNone/>
              <a:defRPr sz="1400" b="1" spc="300">
                <a:solidFill>
                  <a:srgbClr val="D50032"/>
                </a:solidFill>
                <a:latin typeface="Arial" panose="020B0604020202020204" pitchFamily="34" charset="0"/>
                <a:cs typeface="Arial" panose="020B0604020202020204" pitchFamily="34" charset="0"/>
              </a:defRPr>
            </a:lvl2pPr>
          </a:lstStyle>
          <a:p>
            <a:pPr lvl="0"/>
            <a:r>
              <a:rPr lang="en-US"/>
              <a:t>DATE</a:t>
            </a:r>
          </a:p>
        </p:txBody>
      </p:sp>
      <p:pic>
        <p:nvPicPr>
          <p:cNvPr id="5" name="Picture 4">
            <a:extLst>
              <a:ext uri="{FF2B5EF4-FFF2-40B4-BE49-F238E27FC236}">
                <a16:creationId xmlns:a16="http://schemas.microsoft.com/office/drawing/2014/main" id="{BF33A904-EC83-5743-9E0B-7E8D3EF4724E}"/>
              </a:ext>
            </a:extLst>
          </p:cNvPr>
          <p:cNvPicPr>
            <a:picLocks noChangeAspect="1"/>
          </p:cNvPicPr>
          <p:nvPr/>
        </p:nvPicPr>
        <p:blipFill rotWithShape="1">
          <a:blip r:embed="rId2"/>
          <a:srcRect l="13534" t="1686" r="76195" b="71329"/>
          <a:stretch/>
        </p:blipFill>
        <p:spPr>
          <a:xfrm>
            <a:off x="1650124" y="115614"/>
            <a:ext cx="1252234" cy="1850675"/>
          </a:xfrm>
          <a:prstGeom prst="rect">
            <a:avLst/>
          </a:prstGeom>
        </p:spPr>
      </p:pic>
      <p:pic>
        <p:nvPicPr>
          <p:cNvPr id="7" name="Picture 6">
            <a:extLst>
              <a:ext uri="{FF2B5EF4-FFF2-40B4-BE49-F238E27FC236}">
                <a16:creationId xmlns:a16="http://schemas.microsoft.com/office/drawing/2014/main" id="{67278586-14BC-D246-91E3-D3363FB09E18}"/>
              </a:ext>
            </a:extLst>
          </p:cNvPr>
          <p:cNvPicPr>
            <a:picLocks noChangeAspect="1"/>
          </p:cNvPicPr>
          <p:nvPr/>
        </p:nvPicPr>
        <p:blipFill>
          <a:blip r:embed="rId3"/>
          <a:stretch>
            <a:fillRect/>
          </a:stretch>
        </p:blipFill>
        <p:spPr>
          <a:xfrm>
            <a:off x="8577469" y="5865392"/>
            <a:ext cx="3091621" cy="595871"/>
          </a:xfrm>
          <a:prstGeom prst="rect">
            <a:avLst/>
          </a:prstGeom>
        </p:spPr>
      </p:pic>
      <p:pic>
        <p:nvPicPr>
          <p:cNvPr id="8" name="Picture 7">
            <a:extLst>
              <a:ext uri="{FF2B5EF4-FFF2-40B4-BE49-F238E27FC236}">
                <a16:creationId xmlns:a16="http://schemas.microsoft.com/office/drawing/2014/main" id="{E828457E-57CF-E648-BAF2-42E9BED8C4C8}"/>
              </a:ext>
            </a:extLst>
          </p:cNvPr>
          <p:cNvPicPr>
            <a:picLocks noChangeAspect="1"/>
          </p:cNvPicPr>
          <p:nvPr userDrawn="1"/>
        </p:nvPicPr>
        <p:blipFill rotWithShape="1">
          <a:blip r:embed="rId2"/>
          <a:srcRect l="13534" t="1686" r="76195" b="71329"/>
          <a:stretch/>
        </p:blipFill>
        <p:spPr>
          <a:xfrm>
            <a:off x="1650124" y="115614"/>
            <a:ext cx="1252234" cy="1850675"/>
          </a:xfrm>
          <a:prstGeom prst="rect">
            <a:avLst/>
          </a:prstGeom>
        </p:spPr>
      </p:pic>
      <p:pic>
        <p:nvPicPr>
          <p:cNvPr id="9" name="Picture 8">
            <a:extLst>
              <a:ext uri="{FF2B5EF4-FFF2-40B4-BE49-F238E27FC236}">
                <a16:creationId xmlns:a16="http://schemas.microsoft.com/office/drawing/2014/main" id="{46EDB8EA-EADE-B64F-8B29-2877668CCB48}"/>
              </a:ext>
            </a:extLst>
          </p:cNvPr>
          <p:cNvPicPr>
            <a:picLocks noChangeAspect="1"/>
          </p:cNvPicPr>
          <p:nvPr userDrawn="1"/>
        </p:nvPicPr>
        <p:blipFill>
          <a:blip r:embed="rId3"/>
          <a:stretch>
            <a:fillRect/>
          </a:stretch>
        </p:blipFill>
        <p:spPr>
          <a:xfrm>
            <a:off x="8577469" y="5865392"/>
            <a:ext cx="3091621" cy="595871"/>
          </a:xfrm>
          <a:prstGeom prst="rect">
            <a:avLst/>
          </a:prstGeom>
        </p:spPr>
      </p:pic>
    </p:spTree>
    <p:extLst>
      <p:ext uri="{BB962C8B-B14F-4D97-AF65-F5344CB8AC3E}">
        <p14:creationId xmlns:p14="http://schemas.microsoft.com/office/powerpoint/2010/main" val="2204057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AE95BB1C-7367-174E-86AC-B5EAD9C7E3EB}"/>
              </a:ext>
            </a:extLst>
          </p:cNvPr>
          <p:cNvSpPr>
            <a:spLocks noGrp="1"/>
          </p:cNvSpPr>
          <p:nvPr>
            <p:ph type="title"/>
          </p:nvPr>
        </p:nvSpPr>
        <p:spPr>
          <a:xfrm>
            <a:off x="571499" y="427475"/>
            <a:ext cx="11048999" cy="811005"/>
          </a:xfrm>
          <a:prstGeom prst="rect">
            <a:avLst/>
          </a:prstGeom>
        </p:spPr>
        <p:txBody>
          <a:bodyPr vert="horz" lIns="0" tIns="0" rIns="0" bIns="0" rtlCol="0" anchor="t">
            <a:normAutofit/>
          </a:bodyPr>
          <a:lstStyle/>
          <a:p>
            <a:r>
              <a:rPr lang="en-US"/>
              <a:t>Click to edit Master title style</a:t>
            </a:r>
          </a:p>
        </p:txBody>
      </p:sp>
      <p:sp>
        <p:nvSpPr>
          <p:cNvPr id="12" name="Text Placeholder 2">
            <a:extLst>
              <a:ext uri="{FF2B5EF4-FFF2-40B4-BE49-F238E27FC236}">
                <a16:creationId xmlns:a16="http://schemas.microsoft.com/office/drawing/2014/main" id="{13923FF0-91A2-FC4E-B343-37CB42E6761F}"/>
              </a:ext>
            </a:extLst>
          </p:cNvPr>
          <p:cNvSpPr>
            <a:spLocks noGrp="1"/>
          </p:cNvSpPr>
          <p:nvPr>
            <p:ph idx="1"/>
          </p:nvPr>
        </p:nvSpPr>
        <p:spPr>
          <a:xfrm>
            <a:off x="571500" y="1437126"/>
            <a:ext cx="110490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3" name="Footer Placeholder 2">
            <a:extLst>
              <a:ext uri="{FF2B5EF4-FFF2-40B4-BE49-F238E27FC236}">
                <a16:creationId xmlns:a16="http://schemas.microsoft.com/office/drawing/2014/main" id="{B3F16DF5-01AC-754C-98B2-5EA64B833BB0}"/>
              </a:ext>
            </a:extLst>
          </p:cNvPr>
          <p:cNvSpPr>
            <a:spLocks noGrp="1"/>
          </p:cNvSpPr>
          <p:nvPr>
            <p:ph type="ftr" sz="quarter" idx="10"/>
          </p:nvPr>
        </p:nvSpPr>
        <p:spPr/>
        <p:txBody>
          <a:bodyPr/>
          <a:lstStyle/>
          <a:p>
            <a:r>
              <a:rPr lang="en-US"/>
              <a:t>College/Department/Presentation Name</a:t>
            </a:r>
          </a:p>
        </p:txBody>
      </p:sp>
    </p:spTree>
    <p:extLst>
      <p:ext uri="{BB962C8B-B14F-4D97-AF65-F5344CB8AC3E}">
        <p14:creationId xmlns:p14="http://schemas.microsoft.com/office/powerpoint/2010/main" val="1960948324"/>
      </p:ext>
    </p:extLst>
  </p:cSld>
  <p:clrMapOvr>
    <a:masterClrMapping/>
  </p:clrMapOvr>
  <p:extLst>
    <p:ext uri="{DCECCB84-F9BA-43D5-87BE-67443E8EF086}">
      <p15:sldGuideLst xmlns:p15="http://schemas.microsoft.com/office/powerpoint/2012/main">
        <p15:guide id="3" orient="horz" pos="264">
          <p15:clr>
            <a:srgbClr val="FBAE40"/>
          </p15:clr>
        </p15:guide>
        <p15:guide id="4" pos="3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18F257AB-AF45-934E-BFF1-AE4DC3D9D764}"/>
              </a:ext>
            </a:extLst>
          </p:cNvPr>
          <p:cNvSpPr>
            <a:spLocks noGrp="1"/>
          </p:cNvSpPr>
          <p:nvPr>
            <p:ph type="title"/>
          </p:nvPr>
        </p:nvSpPr>
        <p:spPr>
          <a:xfrm>
            <a:off x="571499" y="427475"/>
            <a:ext cx="11048999" cy="811005"/>
          </a:xfrm>
          <a:prstGeom prst="rect">
            <a:avLst/>
          </a:prstGeom>
        </p:spPr>
        <p:txBody>
          <a:bodyPr vert="horz" lIns="0" tIns="0" rIns="0" bIns="0" rtlCol="0" anchor="t">
            <a:normAutofit/>
          </a:bodyPr>
          <a:lstStyle/>
          <a:p>
            <a:r>
              <a:rPr lang="en-US"/>
              <a:t>Click to edit Master title style</a:t>
            </a:r>
          </a:p>
        </p:txBody>
      </p:sp>
      <p:sp>
        <p:nvSpPr>
          <p:cNvPr id="15" name="Text Placeholder 2">
            <a:extLst>
              <a:ext uri="{FF2B5EF4-FFF2-40B4-BE49-F238E27FC236}">
                <a16:creationId xmlns:a16="http://schemas.microsoft.com/office/drawing/2014/main" id="{4F372C3B-4935-CC40-AD8B-F5A0EA68A95A}"/>
              </a:ext>
            </a:extLst>
          </p:cNvPr>
          <p:cNvSpPr>
            <a:spLocks noGrp="1"/>
          </p:cNvSpPr>
          <p:nvPr>
            <p:ph idx="1"/>
          </p:nvPr>
        </p:nvSpPr>
        <p:spPr>
          <a:xfrm>
            <a:off x="571500" y="1437126"/>
            <a:ext cx="52578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17" name="Text Placeholder 2">
            <a:extLst>
              <a:ext uri="{FF2B5EF4-FFF2-40B4-BE49-F238E27FC236}">
                <a16:creationId xmlns:a16="http://schemas.microsoft.com/office/drawing/2014/main" id="{9959763C-470E-8D47-8354-F06F0B2376C3}"/>
              </a:ext>
            </a:extLst>
          </p:cNvPr>
          <p:cNvSpPr>
            <a:spLocks noGrp="1"/>
          </p:cNvSpPr>
          <p:nvPr>
            <p:ph idx="10"/>
          </p:nvPr>
        </p:nvSpPr>
        <p:spPr>
          <a:xfrm>
            <a:off x="6388100" y="1437126"/>
            <a:ext cx="52578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C5E7EF66-5690-E042-9372-0EEDCB01E7C0}"/>
              </a:ext>
            </a:extLst>
          </p:cNvPr>
          <p:cNvSpPr>
            <a:spLocks noGrp="1"/>
          </p:cNvSpPr>
          <p:nvPr>
            <p:ph type="ftr" sz="quarter" idx="11"/>
          </p:nvPr>
        </p:nvSpPr>
        <p:spPr/>
        <p:txBody>
          <a:bodyPr/>
          <a:lstStyle/>
          <a:p>
            <a:r>
              <a:rPr lang="en-US"/>
              <a:t>College/Department/Presentation Name</a:t>
            </a:r>
          </a:p>
        </p:txBody>
      </p:sp>
    </p:spTree>
    <p:extLst>
      <p:ext uri="{BB962C8B-B14F-4D97-AF65-F5344CB8AC3E}">
        <p14:creationId xmlns:p14="http://schemas.microsoft.com/office/powerpoint/2010/main" val="7000779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2F6C8-2EBB-C945-9D96-59D1AC7D5F51}"/>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CBEFCDC9-0012-9940-B483-68070FCFA483}"/>
              </a:ext>
            </a:extLst>
          </p:cNvPr>
          <p:cNvSpPr>
            <a:spLocks noGrp="1"/>
          </p:cNvSpPr>
          <p:nvPr>
            <p:ph idx="1"/>
          </p:nvPr>
        </p:nvSpPr>
        <p:spPr>
          <a:xfrm>
            <a:off x="571500" y="1437126"/>
            <a:ext cx="110490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4" name="Footer Placeholder 3">
            <a:extLst>
              <a:ext uri="{FF2B5EF4-FFF2-40B4-BE49-F238E27FC236}">
                <a16:creationId xmlns:a16="http://schemas.microsoft.com/office/drawing/2014/main" id="{57A52CA9-3359-964B-B846-8B297BC676A2}"/>
              </a:ext>
            </a:extLst>
          </p:cNvPr>
          <p:cNvSpPr>
            <a:spLocks noGrp="1"/>
          </p:cNvSpPr>
          <p:nvPr>
            <p:ph type="ftr" sz="quarter" idx="10"/>
          </p:nvPr>
        </p:nvSpPr>
        <p:spPr/>
        <p:txBody>
          <a:bodyPr/>
          <a:lstStyle/>
          <a:p>
            <a:r>
              <a:rPr lang="en-US"/>
              <a:t>College/Department/Presentation Name</a:t>
            </a:r>
          </a:p>
        </p:txBody>
      </p:sp>
    </p:spTree>
    <p:extLst>
      <p:ext uri="{BB962C8B-B14F-4D97-AF65-F5344CB8AC3E}">
        <p14:creationId xmlns:p14="http://schemas.microsoft.com/office/powerpoint/2010/main" val="303539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DFD562A-841F-164A-BD9C-341DA56A807C}"/>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5A3D1445-9D6D-964A-AC7A-DE437353B560}"/>
              </a:ext>
            </a:extLst>
          </p:cNvPr>
          <p:cNvSpPr>
            <a:spLocks noGrp="1"/>
          </p:cNvSpPr>
          <p:nvPr>
            <p:ph type="ftr" sz="quarter" idx="10"/>
          </p:nvPr>
        </p:nvSpPr>
        <p:spPr/>
        <p:txBody>
          <a:bodyPr/>
          <a:lstStyle/>
          <a:p>
            <a:r>
              <a:rPr lang="en-US"/>
              <a:t>College/Department/Presentation Name</a:t>
            </a:r>
          </a:p>
        </p:txBody>
      </p:sp>
    </p:spTree>
    <p:extLst>
      <p:ext uri="{BB962C8B-B14F-4D97-AF65-F5344CB8AC3E}">
        <p14:creationId xmlns:p14="http://schemas.microsoft.com/office/powerpoint/2010/main" val="4270935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670E8F9-5D9E-104F-82AD-62803F277A1F}"/>
              </a:ext>
            </a:extLst>
          </p:cNvPr>
          <p:cNvCxnSpPr/>
          <p:nvPr/>
        </p:nvCxnSpPr>
        <p:spPr>
          <a:xfrm>
            <a:off x="6096000" y="1030014"/>
            <a:ext cx="0" cy="4750676"/>
          </a:xfrm>
          <a:prstGeom prst="line">
            <a:avLst/>
          </a:prstGeom>
          <a:ln>
            <a:solidFill>
              <a:srgbClr val="D50032"/>
            </a:solidFill>
          </a:ln>
        </p:spPr>
        <p:style>
          <a:lnRef idx="1">
            <a:schemeClr val="dk1"/>
          </a:lnRef>
          <a:fillRef idx="0">
            <a:schemeClr val="dk1"/>
          </a:fillRef>
          <a:effectRef idx="0">
            <a:schemeClr val="dk1"/>
          </a:effectRef>
          <a:fontRef idx="minor">
            <a:schemeClr val="tx1"/>
          </a:fontRef>
        </p:style>
      </p:cxnSp>
      <p:sp>
        <p:nvSpPr>
          <p:cNvPr id="7" name="Text Placeholder 9">
            <a:extLst>
              <a:ext uri="{FF2B5EF4-FFF2-40B4-BE49-F238E27FC236}">
                <a16:creationId xmlns:a16="http://schemas.microsoft.com/office/drawing/2014/main" id="{4152CFAA-0912-6041-857E-9E2DB17FF3E5}"/>
              </a:ext>
            </a:extLst>
          </p:cNvPr>
          <p:cNvSpPr>
            <a:spLocks noGrp="1"/>
          </p:cNvSpPr>
          <p:nvPr>
            <p:ph type="body" sz="quarter" idx="12" hasCustomPrompt="1"/>
          </p:nvPr>
        </p:nvSpPr>
        <p:spPr>
          <a:xfrm>
            <a:off x="6926811" y="1439648"/>
            <a:ext cx="4350773" cy="1228725"/>
          </a:xfrm>
          <a:prstGeom prst="rect">
            <a:avLst/>
          </a:prstGeom>
        </p:spPr>
        <p:txBody>
          <a:bodyPr>
            <a:normAutofit/>
          </a:bodyPr>
          <a:lstStyle>
            <a:lvl1pPr>
              <a:defRPr sz="3600" b="1">
                <a:solidFill>
                  <a:srgbClr val="001E62"/>
                </a:solidFill>
              </a:defRPr>
            </a:lvl1pPr>
          </a:lstStyle>
          <a:p>
            <a:pPr lvl="0"/>
            <a:r>
              <a:rPr lang="en-US"/>
              <a:t>Headline goes here and here</a:t>
            </a:r>
          </a:p>
        </p:txBody>
      </p:sp>
      <p:sp>
        <p:nvSpPr>
          <p:cNvPr id="8" name="Content Placeholder 11">
            <a:extLst>
              <a:ext uri="{FF2B5EF4-FFF2-40B4-BE49-F238E27FC236}">
                <a16:creationId xmlns:a16="http://schemas.microsoft.com/office/drawing/2014/main" id="{4534FDD0-98EB-0E4B-BA13-8EFEC697F5A6}"/>
              </a:ext>
            </a:extLst>
          </p:cNvPr>
          <p:cNvSpPr>
            <a:spLocks noGrp="1"/>
          </p:cNvSpPr>
          <p:nvPr>
            <p:ph sz="quarter" idx="13"/>
          </p:nvPr>
        </p:nvSpPr>
        <p:spPr>
          <a:xfrm>
            <a:off x="6926262" y="2759720"/>
            <a:ext cx="4351333" cy="2911475"/>
          </a:xfrm>
          <a:prstGeom prst="rect">
            <a:avLst/>
          </a:prstGeo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p:txBody>
      </p:sp>
      <p:sp>
        <p:nvSpPr>
          <p:cNvPr id="11" name="Picture Placeholder 4">
            <a:extLst>
              <a:ext uri="{FF2B5EF4-FFF2-40B4-BE49-F238E27FC236}">
                <a16:creationId xmlns:a16="http://schemas.microsoft.com/office/drawing/2014/main" id="{2AE6B37B-7A9E-AC4A-8603-521DF936A0CE}"/>
              </a:ext>
            </a:extLst>
          </p:cNvPr>
          <p:cNvSpPr>
            <a:spLocks noGrp="1"/>
          </p:cNvSpPr>
          <p:nvPr>
            <p:ph type="pic" sz="quarter" idx="10"/>
          </p:nvPr>
        </p:nvSpPr>
        <p:spPr>
          <a:xfrm>
            <a:off x="571500" y="996585"/>
            <a:ext cx="4838700" cy="4864830"/>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chemeClr val="bg1"/>
            </a:bgClr>
          </a:pattFill>
        </p:spPr>
        <p:txBody>
          <a:bodyPr wrap="square" anchor="ctr">
            <a:noAutofit/>
          </a:bodyPr>
          <a:lstStyle>
            <a:lvl1pPr marL="0" indent="0" algn="ctr">
              <a:buNone/>
              <a:defRPr sz="1200"/>
            </a:lvl1pPr>
          </a:lstStyle>
          <a:p>
            <a:r>
              <a:rPr lang="en-US"/>
              <a:t>Click icon to add picture</a:t>
            </a:r>
            <a:endParaRPr lang="id-ID"/>
          </a:p>
        </p:txBody>
      </p:sp>
      <p:cxnSp>
        <p:nvCxnSpPr>
          <p:cNvPr id="9" name="Straight Connector 8">
            <a:extLst>
              <a:ext uri="{FF2B5EF4-FFF2-40B4-BE49-F238E27FC236}">
                <a16:creationId xmlns:a16="http://schemas.microsoft.com/office/drawing/2014/main" id="{E503B19A-E5F1-7849-87E8-BC837A98B735}"/>
              </a:ext>
            </a:extLst>
          </p:cNvPr>
          <p:cNvCxnSpPr/>
          <p:nvPr userDrawn="1"/>
        </p:nvCxnSpPr>
        <p:spPr>
          <a:xfrm>
            <a:off x="6096000" y="1030014"/>
            <a:ext cx="0" cy="4750676"/>
          </a:xfrm>
          <a:prstGeom prst="line">
            <a:avLst/>
          </a:prstGeom>
          <a:ln>
            <a:solidFill>
              <a:srgbClr val="D50032"/>
            </a:solidFill>
          </a:ln>
        </p:spPr>
        <p:style>
          <a:lnRef idx="1">
            <a:schemeClr val="dk1"/>
          </a:lnRef>
          <a:fillRef idx="0">
            <a:schemeClr val="dk1"/>
          </a:fillRef>
          <a:effectRef idx="0">
            <a:schemeClr val="dk1"/>
          </a:effectRef>
          <a:fontRef idx="minor">
            <a:schemeClr val="tx1"/>
          </a:fontRef>
        </p:style>
      </p:cxnSp>
      <p:sp>
        <p:nvSpPr>
          <p:cNvPr id="2" name="Footer Placeholder 1">
            <a:extLst>
              <a:ext uri="{FF2B5EF4-FFF2-40B4-BE49-F238E27FC236}">
                <a16:creationId xmlns:a16="http://schemas.microsoft.com/office/drawing/2014/main" id="{FCAA305B-15BF-6C42-8F96-6626A688DEAD}"/>
              </a:ext>
            </a:extLst>
          </p:cNvPr>
          <p:cNvSpPr>
            <a:spLocks noGrp="1"/>
          </p:cNvSpPr>
          <p:nvPr>
            <p:ph type="ftr" sz="quarter" idx="14"/>
          </p:nvPr>
        </p:nvSpPr>
        <p:spPr/>
        <p:txBody>
          <a:bodyPr/>
          <a:lstStyle/>
          <a:p>
            <a:r>
              <a:rPr lang="en-US"/>
              <a:t>College/Department/Presentation Name</a:t>
            </a:r>
          </a:p>
        </p:txBody>
      </p:sp>
    </p:spTree>
    <p:extLst>
      <p:ext uri="{BB962C8B-B14F-4D97-AF65-F5344CB8AC3E}">
        <p14:creationId xmlns:p14="http://schemas.microsoft.com/office/powerpoint/2010/main" val="2207483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68475C8-B220-2F40-8250-A8DABF108741}"/>
              </a:ext>
            </a:extLst>
          </p:cNvPr>
          <p:cNvPicPr>
            <a:picLocks noChangeAspect="1"/>
          </p:cNvPicPr>
          <p:nvPr/>
        </p:nvPicPr>
        <p:blipFill rotWithShape="1">
          <a:blip r:embed="rId2"/>
          <a:srcRect t="-2" r="80192" b="1"/>
          <a:stretch/>
        </p:blipFill>
        <p:spPr>
          <a:xfrm>
            <a:off x="0" y="1"/>
            <a:ext cx="2414954" cy="6857999"/>
          </a:xfrm>
          <a:prstGeom prst="rect">
            <a:avLst/>
          </a:prstGeom>
        </p:spPr>
      </p:pic>
      <p:sp>
        <p:nvSpPr>
          <p:cNvPr id="3" name="Rectangle 2">
            <a:extLst>
              <a:ext uri="{FF2B5EF4-FFF2-40B4-BE49-F238E27FC236}">
                <a16:creationId xmlns:a16="http://schemas.microsoft.com/office/drawing/2014/main" id="{DCE3E459-9CC3-0140-8DAD-816081458959}"/>
              </a:ext>
            </a:extLst>
          </p:cNvPr>
          <p:cNvSpPr/>
          <p:nvPr userDrawn="1"/>
        </p:nvSpPr>
        <p:spPr>
          <a:xfrm>
            <a:off x="196645" y="6439768"/>
            <a:ext cx="304800" cy="3077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7" name="TextBox 6">
            <a:extLst>
              <a:ext uri="{FF2B5EF4-FFF2-40B4-BE49-F238E27FC236}">
                <a16:creationId xmlns:a16="http://schemas.microsoft.com/office/drawing/2014/main" id="{E0F14035-00BE-DA4B-8DEA-5CF7088969E9}"/>
              </a:ext>
            </a:extLst>
          </p:cNvPr>
          <p:cNvSpPr txBox="1"/>
          <p:nvPr userDrawn="1"/>
        </p:nvSpPr>
        <p:spPr>
          <a:xfrm>
            <a:off x="157317" y="6409911"/>
            <a:ext cx="601579" cy="307777"/>
          </a:xfrm>
          <a:prstGeom prst="rect">
            <a:avLst/>
          </a:prstGeom>
          <a:noFill/>
        </p:spPr>
        <p:txBody>
          <a:bodyPr wrap="square" rtlCol="0">
            <a:spAutoFit/>
          </a:bodyPr>
          <a:lstStyle/>
          <a:p>
            <a:fld id="{3165C24F-D5A7-7547-9DA1-2768CBD8B2AD}" type="slidenum">
              <a:rPr lang="en-US" sz="1400" b="1" smtClean="0">
                <a:solidFill>
                  <a:schemeClr val="accent2"/>
                </a:solidFill>
                <a:latin typeface="Arial" panose="020B0604020202020204" pitchFamily="34" charset="0"/>
                <a:cs typeface="Arial" panose="020B0604020202020204" pitchFamily="34" charset="0"/>
              </a:rPr>
              <a:t>‹#›</a:t>
            </a:fld>
            <a:endParaRPr lang="en-US" sz="1400" b="1">
              <a:solidFill>
                <a:schemeClr val="accent2"/>
              </a:solidFill>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EDD3743E-57E4-804E-B8B7-FE965FD0802B}"/>
              </a:ext>
            </a:extLst>
          </p:cNvPr>
          <p:cNvSpPr>
            <a:spLocks noGrp="1"/>
          </p:cNvSpPr>
          <p:nvPr>
            <p:ph type="body" sz="quarter" idx="12" hasCustomPrompt="1"/>
          </p:nvPr>
        </p:nvSpPr>
        <p:spPr>
          <a:xfrm>
            <a:off x="5637229" y="1439648"/>
            <a:ext cx="5948313" cy="1228725"/>
          </a:xfrm>
          <a:prstGeom prst="rect">
            <a:avLst/>
          </a:prstGeom>
        </p:spPr>
        <p:txBody>
          <a:bodyPr>
            <a:normAutofit/>
          </a:bodyPr>
          <a:lstStyle>
            <a:lvl1pPr>
              <a:defRPr sz="3600" b="1">
                <a:solidFill>
                  <a:srgbClr val="001E62"/>
                </a:solidFill>
              </a:defRPr>
            </a:lvl1pPr>
          </a:lstStyle>
          <a:p>
            <a:pPr lvl="0"/>
            <a:r>
              <a:rPr lang="en-US"/>
              <a:t>Headline goes here and here</a:t>
            </a:r>
          </a:p>
        </p:txBody>
      </p:sp>
      <p:sp>
        <p:nvSpPr>
          <p:cNvPr id="11" name="Content Placeholder 11">
            <a:extLst>
              <a:ext uri="{FF2B5EF4-FFF2-40B4-BE49-F238E27FC236}">
                <a16:creationId xmlns:a16="http://schemas.microsoft.com/office/drawing/2014/main" id="{8CD0619C-95A7-664C-8775-F34BF89EE6A4}"/>
              </a:ext>
            </a:extLst>
          </p:cNvPr>
          <p:cNvSpPr>
            <a:spLocks noGrp="1"/>
          </p:cNvSpPr>
          <p:nvPr>
            <p:ph sz="quarter" idx="13"/>
          </p:nvPr>
        </p:nvSpPr>
        <p:spPr>
          <a:xfrm>
            <a:off x="5637230" y="2759720"/>
            <a:ext cx="5948312" cy="3169740"/>
          </a:xfrm>
          <a:prstGeom prst="rect">
            <a:avLst/>
          </a:prstGeom>
        </p:spPr>
        <p:txBody>
          <a:bodyPr/>
          <a:lstStyle>
            <a:lvl1pPr>
              <a:lnSpc>
                <a:spcPct val="100000"/>
              </a:lnSpc>
              <a:defRPr/>
            </a:lvl1pPr>
            <a:lvl2pPr>
              <a:lnSpc>
                <a:spcPct val="100000"/>
              </a:lnSpc>
              <a:defRPr/>
            </a:lvl2pPr>
            <a:lvl3pPr>
              <a:lnSpc>
                <a:spcPct val="100000"/>
              </a:lnSpc>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8" name="Picture Placeholder 9">
            <a:extLst>
              <a:ext uri="{FF2B5EF4-FFF2-40B4-BE49-F238E27FC236}">
                <a16:creationId xmlns:a16="http://schemas.microsoft.com/office/drawing/2014/main" id="{F74CC7FA-159A-A245-AC24-50F9BEA24315}"/>
              </a:ext>
            </a:extLst>
          </p:cNvPr>
          <p:cNvSpPr>
            <a:spLocks noGrp="1"/>
          </p:cNvSpPr>
          <p:nvPr>
            <p:ph type="pic" sz="quarter" idx="11"/>
          </p:nvPr>
        </p:nvSpPr>
        <p:spPr>
          <a:xfrm>
            <a:off x="839435" y="1439648"/>
            <a:ext cx="3859565" cy="3970552"/>
          </a:xfrm>
          <a:custGeom>
            <a:avLst/>
            <a:gdLst>
              <a:gd name="connsiteX0" fmla="*/ 0 w 3181350"/>
              <a:gd name="connsiteY0" fmla="*/ 0 h 3181350"/>
              <a:gd name="connsiteX1" fmla="*/ 3181350 w 3181350"/>
              <a:gd name="connsiteY1" fmla="*/ 0 h 3181350"/>
              <a:gd name="connsiteX2" fmla="*/ 3181350 w 3181350"/>
              <a:gd name="connsiteY2" fmla="*/ 3181350 h 3181350"/>
              <a:gd name="connsiteX3" fmla="*/ 0 w 3181350"/>
              <a:gd name="connsiteY3" fmla="*/ 3181350 h 3181350"/>
            </a:gdLst>
            <a:ahLst/>
            <a:cxnLst>
              <a:cxn ang="0">
                <a:pos x="connsiteX0" y="connsiteY0"/>
              </a:cxn>
              <a:cxn ang="0">
                <a:pos x="connsiteX1" y="connsiteY1"/>
              </a:cxn>
              <a:cxn ang="0">
                <a:pos x="connsiteX2" y="connsiteY2"/>
              </a:cxn>
              <a:cxn ang="0">
                <a:pos x="connsiteX3" y="connsiteY3"/>
              </a:cxn>
            </a:cxnLst>
            <a:rect l="l" t="t" r="r" b="b"/>
            <a:pathLst>
              <a:path w="3181350" h="3181350">
                <a:moveTo>
                  <a:pt x="0" y="0"/>
                </a:moveTo>
                <a:lnTo>
                  <a:pt x="3181350" y="0"/>
                </a:lnTo>
                <a:lnTo>
                  <a:pt x="3181350" y="3181350"/>
                </a:lnTo>
                <a:lnTo>
                  <a:pt x="0" y="3181350"/>
                </a:lnTo>
                <a:close/>
              </a:path>
            </a:pathLst>
          </a:custGeom>
          <a:pattFill prst="pct20">
            <a:fgClr>
              <a:schemeClr val="accent1"/>
            </a:fgClr>
            <a:bgClr>
              <a:schemeClr val="bg1"/>
            </a:bgClr>
          </a:pattFill>
        </p:spPr>
        <p:txBody>
          <a:bodyPr wrap="square" anchor="ctr">
            <a:noAutofit/>
          </a:bodyPr>
          <a:lstStyle>
            <a:lvl1pPr marL="0" indent="0" algn="ctr">
              <a:buNone/>
              <a:defRPr sz="1200"/>
            </a:lvl1pPr>
          </a:lstStyle>
          <a:p>
            <a:r>
              <a:rPr lang="en-US"/>
              <a:t>Click icon to add picture</a:t>
            </a:r>
            <a:endParaRPr lang="id-ID"/>
          </a:p>
        </p:txBody>
      </p:sp>
      <p:sp>
        <p:nvSpPr>
          <p:cNvPr id="2" name="Footer Placeholder 1">
            <a:extLst>
              <a:ext uri="{FF2B5EF4-FFF2-40B4-BE49-F238E27FC236}">
                <a16:creationId xmlns:a16="http://schemas.microsoft.com/office/drawing/2014/main" id="{9F20A646-7949-4A45-83F2-C982BA44660D}"/>
              </a:ext>
            </a:extLst>
          </p:cNvPr>
          <p:cNvSpPr>
            <a:spLocks noGrp="1"/>
          </p:cNvSpPr>
          <p:nvPr>
            <p:ph type="ftr" sz="quarter" idx="14"/>
          </p:nvPr>
        </p:nvSpPr>
        <p:spPr>
          <a:xfrm>
            <a:off x="5637229" y="6419410"/>
            <a:ext cx="4114800" cy="365125"/>
          </a:xfrm>
        </p:spPr>
        <p:txBody>
          <a:bodyPr/>
          <a:lstStyle/>
          <a:p>
            <a:r>
              <a:rPr lang="en-US"/>
              <a:t>College/Department/Presentation Name</a:t>
            </a:r>
          </a:p>
        </p:txBody>
      </p:sp>
    </p:spTree>
    <p:extLst>
      <p:ext uri="{BB962C8B-B14F-4D97-AF65-F5344CB8AC3E}">
        <p14:creationId xmlns:p14="http://schemas.microsoft.com/office/powerpoint/2010/main" val="3154234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709CDF7-6D7C-E843-B704-0D26734AE631}"/>
              </a:ext>
            </a:extLst>
          </p:cNvPr>
          <p:cNvPicPr>
            <a:picLocks noChangeAspect="1"/>
          </p:cNvPicPr>
          <p:nvPr userDrawn="1"/>
        </p:nvPicPr>
        <p:blipFill rotWithShape="1">
          <a:blip r:embed="rId2"/>
          <a:srcRect t="65897" r="80192"/>
          <a:stretch/>
        </p:blipFill>
        <p:spPr>
          <a:xfrm>
            <a:off x="9097108" y="3791960"/>
            <a:ext cx="2414954" cy="2338753"/>
          </a:xfrm>
          <a:prstGeom prst="rect">
            <a:avLst/>
          </a:prstGeom>
        </p:spPr>
      </p:pic>
      <p:sp>
        <p:nvSpPr>
          <p:cNvPr id="9" name="Picture Placeholder 8">
            <a:extLst>
              <a:ext uri="{FF2B5EF4-FFF2-40B4-BE49-F238E27FC236}">
                <a16:creationId xmlns:a16="http://schemas.microsoft.com/office/drawing/2014/main" id="{821B9663-D2FB-0A47-B820-68385720A808}"/>
              </a:ext>
            </a:extLst>
          </p:cNvPr>
          <p:cNvSpPr>
            <a:spLocks noGrp="1"/>
          </p:cNvSpPr>
          <p:nvPr>
            <p:ph type="pic" sz="quarter" idx="10"/>
          </p:nvPr>
        </p:nvSpPr>
        <p:spPr>
          <a:xfrm>
            <a:off x="6362702" y="1437125"/>
            <a:ext cx="4679887" cy="4218683"/>
          </a:xfrm>
          <a:prstGeom prst="rect">
            <a:avLst/>
          </a:prstGeom>
          <a:pattFill prst="pct20">
            <a:fgClr>
              <a:srgbClr val="D50032"/>
            </a:fgClr>
            <a:bgClr>
              <a:schemeClr val="bg1"/>
            </a:bgClr>
          </a:pattFill>
        </p:spPr>
        <p:txBody>
          <a:bodyPr/>
          <a:lstStyle/>
          <a:p>
            <a:r>
              <a:rPr lang="en-US"/>
              <a:t>Click icon to add picture</a:t>
            </a:r>
          </a:p>
        </p:txBody>
      </p:sp>
      <p:sp>
        <p:nvSpPr>
          <p:cNvPr id="10" name="Title Placeholder 1">
            <a:extLst>
              <a:ext uri="{FF2B5EF4-FFF2-40B4-BE49-F238E27FC236}">
                <a16:creationId xmlns:a16="http://schemas.microsoft.com/office/drawing/2014/main" id="{2CF2F6AE-C3BD-8C44-BCE8-28FA6E40252B}"/>
              </a:ext>
            </a:extLst>
          </p:cNvPr>
          <p:cNvSpPr>
            <a:spLocks noGrp="1"/>
          </p:cNvSpPr>
          <p:nvPr>
            <p:ph type="title"/>
          </p:nvPr>
        </p:nvSpPr>
        <p:spPr>
          <a:xfrm>
            <a:off x="571499" y="427475"/>
            <a:ext cx="11048999" cy="811005"/>
          </a:xfrm>
          <a:prstGeom prst="rect">
            <a:avLst/>
          </a:prstGeom>
        </p:spPr>
        <p:txBody>
          <a:bodyPr vert="horz" lIns="0" tIns="0" rIns="0" bIns="0" rtlCol="0" anchor="t">
            <a:normAutofit/>
          </a:bodyPr>
          <a:lstStyle/>
          <a:p>
            <a:r>
              <a:rPr lang="en-US"/>
              <a:t>Click to edit Master title style</a:t>
            </a:r>
          </a:p>
        </p:txBody>
      </p:sp>
      <p:sp>
        <p:nvSpPr>
          <p:cNvPr id="12" name="Text Placeholder 2">
            <a:extLst>
              <a:ext uri="{FF2B5EF4-FFF2-40B4-BE49-F238E27FC236}">
                <a16:creationId xmlns:a16="http://schemas.microsoft.com/office/drawing/2014/main" id="{DA79375B-0A10-644E-AB71-8BC27B044BBA}"/>
              </a:ext>
            </a:extLst>
          </p:cNvPr>
          <p:cNvSpPr>
            <a:spLocks noGrp="1"/>
          </p:cNvSpPr>
          <p:nvPr>
            <p:ph idx="1"/>
          </p:nvPr>
        </p:nvSpPr>
        <p:spPr>
          <a:xfrm>
            <a:off x="571500" y="1437126"/>
            <a:ext cx="55245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33339FA9-D484-2141-9711-92A12FFDCAA3}"/>
              </a:ext>
            </a:extLst>
          </p:cNvPr>
          <p:cNvSpPr>
            <a:spLocks noGrp="1"/>
          </p:cNvSpPr>
          <p:nvPr>
            <p:ph type="ftr" sz="quarter" idx="11"/>
          </p:nvPr>
        </p:nvSpPr>
        <p:spPr/>
        <p:txBody>
          <a:bodyPr/>
          <a:lstStyle/>
          <a:p>
            <a:r>
              <a:rPr lang="en-US"/>
              <a:t>College/Department/Presentation Name</a:t>
            </a:r>
          </a:p>
        </p:txBody>
      </p:sp>
    </p:spTree>
    <p:extLst>
      <p:ext uri="{BB962C8B-B14F-4D97-AF65-F5344CB8AC3E}">
        <p14:creationId xmlns:p14="http://schemas.microsoft.com/office/powerpoint/2010/main" val="1080514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DD96AAD-EBAE-3C45-9A74-FE321ADD86E9}"/>
              </a:ext>
            </a:extLst>
          </p:cNvPr>
          <p:cNvPicPr>
            <a:picLocks noChangeAspect="1"/>
          </p:cNvPicPr>
          <p:nvPr/>
        </p:nvPicPr>
        <p:blipFill rotWithShape="1">
          <a:blip r:embed="rId2"/>
          <a:srcRect l="14776" t="88158" r="80191" b="1"/>
          <a:stretch/>
        </p:blipFill>
        <p:spPr>
          <a:xfrm rot="5400000">
            <a:off x="11507447" y="2192742"/>
            <a:ext cx="613620" cy="812045"/>
          </a:xfrm>
          <a:prstGeom prst="rect">
            <a:avLst/>
          </a:prstGeom>
        </p:spPr>
      </p:pic>
      <p:pic>
        <p:nvPicPr>
          <p:cNvPr id="7" name="Picture 6">
            <a:extLst>
              <a:ext uri="{FF2B5EF4-FFF2-40B4-BE49-F238E27FC236}">
                <a16:creationId xmlns:a16="http://schemas.microsoft.com/office/drawing/2014/main" id="{811B2469-2EB4-F84E-A129-5FBD41497F05}"/>
              </a:ext>
            </a:extLst>
          </p:cNvPr>
          <p:cNvPicPr>
            <a:picLocks noChangeAspect="1"/>
          </p:cNvPicPr>
          <p:nvPr/>
        </p:nvPicPr>
        <p:blipFill rotWithShape="1">
          <a:blip r:embed="rId2"/>
          <a:srcRect l="14776" t="88158" r="80191" b="1"/>
          <a:stretch/>
        </p:blipFill>
        <p:spPr>
          <a:xfrm rot="5400000">
            <a:off x="117451" y="2192743"/>
            <a:ext cx="613620" cy="812045"/>
          </a:xfrm>
          <a:prstGeom prst="rect">
            <a:avLst/>
          </a:prstGeom>
        </p:spPr>
      </p:pic>
      <p:sp>
        <p:nvSpPr>
          <p:cNvPr id="8" name="Title 1">
            <a:extLst>
              <a:ext uri="{FF2B5EF4-FFF2-40B4-BE49-F238E27FC236}">
                <a16:creationId xmlns:a16="http://schemas.microsoft.com/office/drawing/2014/main" id="{E3063953-EAE8-4743-B6C7-C20C322B3AD4}"/>
              </a:ext>
            </a:extLst>
          </p:cNvPr>
          <p:cNvSpPr>
            <a:spLocks noGrp="1"/>
          </p:cNvSpPr>
          <p:nvPr>
            <p:ph type="title" hasCustomPrompt="1"/>
          </p:nvPr>
        </p:nvSpPr>
        <p:spPr>
          <a:xfrm>
            <a:off x="588579" y="430105"/>
            <a:ext cx="11035861" cy="766989"/>
          </a:xfrm>
          <a:prstGeom prst="rect">
            <a:avLst/>
          </a:prstGeom>
        </p:spPr>
        <p:txBody>
          <a:bodyPr lIns="0" tIns="0" rIns="0" bIns="0" anchor="t"/>
          <a:lstStyle>
            <a:lvl1pPr algn="ctr">
              <a:defRPr/>
            </a:lvl1pPr>
          </a:lstStyle>
          <a:p>
            <a:r>
              <a:rPr lang="en-US"/>
              <a:t>Slide Title</a:t>
            </a:r>
          </a:p>
        </p:txBody>
      </p:sp>
      <p:sp>
        <p:nvSpPr>
          <p:cNvPr id="14" name="Text Placeholder 13">
            <a:extLst>
              <a:ext uri="{FF2B5EF4-FFF2-40B4-BE49-F238E27FC236}">
                <a16:creationId xmlns:a16="http://schemas.microsoft.com/office/drawing/2014/main" id="{4CA3B2DB-E136-9F42-8824-29B39C9C739D}"/>
              </a:ext>
            </a:extLst>
          </p:cNvPr>
          <p:cNvSpPr>
            <a:spLocks noGrp="1"/>
          </p:cNvSpPr>
          <p:nvPr>
            <p:ph type="body" sz="quarter" idx="14" hasCustomPrompt="1"/>
          </p:nvPr>
        </p:nvSpPr>
        <p:spPr>
          <a:xfrm>
            <a:off x="4770106" y="4108974"/>
            <a:ext cx="2608263" cy="438150"/>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Tx/>
              <a:buNone/>
              <a:tabLst/>
              <a:defRPr sz="1800" b="1" i="0" baseline="0">
                <a:solidFill>
                  <a:schemeClr val="accent2"/>
                </a:solidFill>
              </a:defRPr>
            </a:lvl1pPr>
          </a:lstStyle>
          <a:p>
            <a:pPr algn="ctr"/>
            <a:r>
              <a:rPr lang="en-US" b="1">
                <a:solidFill>
                  <a:srgbClr val="001E62"/>
                </a:solidFill>
                <a:latin typeface="Arial" panose="020B0604020202020204" pitchFamily="34" charset="0"/>
                <a:cs typeface="Arial" panose="020B0604020202020204" pitchFamily="34" charset="0"/>
              </a:rPr>
              <a:t>Caption goes here</a:t>
            </a:r>
          </a:p>
        </p:txBody>
      </p:sp>
      <p:sp>
        <p:nvSpPr>
          <p:cNvPr id="17" name="Text Placeholder 13">
            <a:extLst>
              <a:ext uri="{FF2B5EF4-FFF2-40B4-BE49-F238E27FC236}">
                <a16:creationId xmlns:a16="http://schemas.microsoft.com/office/drawing/2014/main" id="{17F8106A-D2FC-2D47-99D6-D88B0EE4E5A6}"/>
              </a:ext>
            </a:extLst>
          </p:cNvPr>
          <p:cNvSpPr>
            <a:spLocks noGrp="1"/>
          </p:cNvSpPr>
          <p:nvPr>
            <p:ph type="body" sz="quarter" idx="16" hasCustomPrompt="1"/>
          </p:nvPr>
        </p:nvSpPr>
        <p:spPr>
          <a:xfrm>
            <a:off x="1121932" y="4108974"/>
            <a:ext cx="2608263" cy="438150"/>
          </a:xfrm>
          <a:prstGeom prst="rect">
            <a:avLst/>
          </a:prstGeom>
        </p:spPr>
        <p:txBody>
          <a:bodyPr>
            <a:normAutofit/>
          </a:bodyPr>
          <a:lstStyle>
            <a:lvl1pPr marL="0" marR="0" indent="0" algn="ctr" defTabSz="914400" rtl="0" eaLnBrk="1" fontAlgn="auto" latinLnBrk="0" hangingPunct="1">
              <a:lnSpc>
                <a:spcPct val="90000"/>
              </a:lnSpc>
              <a:spcBef>
                <a:spcPts val="1000"/>
              </a:spcBef>
              <a:spcAft>
                <a:spcPts val="0"/>
              </a:spcAft>
              <a:buClrTx/>
              <a:buSzTx/>
              <a:buFontTx/>
              <a:buNone/>
              <a:tabLst/>
              <a:defRPr sz="1800" b="1" i="0" baseline="0">
                <a:solidFill>
                  <a:schemeClr val="accent2"/>
                </a:solidFill>
                <a:latin typeface="Arial" panose="020B0604020202020204" pitchFamily="34" charset="0"/>
                <a:cs typeface="Arial" panose="020B0604020202020204" pitchFamily="34" charset="0"/>
              </a:defRPr>
            </a:lvl1pPr>
          </a:lstStyle>
          <a:p>
            <a:pPr algn="ctr"/>
            <a:r>
              <a:rPr lang="en-US" b="1">
                <a:solidFill>
                  <a:srgbClr val="001E62"/>
                </a:solidFill>
                <a:latin typeface="Arial" panose="020B0604020202020204" pitchFamily="34" charset="0"/>
                <a:cs typeface="Arial" panose="020B0604020202020204" pitchFamily="34" charset="0"/>
              </a:rPr>
              <a:t>Caption goes here</a:t>
            </a:r>
          </a:p>
        </p:txBody>
      </p:sp>
      <p:sp>
        <p:nvSpPr>
          <p:cNvPr id="19" name="Text Placeholder 13">
            <a:extLst>
              <a:ext uri="{FF2B5EF4-FFF2-40B4-BE49-F238E27FC236}">
                <a16:creationId xmlns:a16="http://schemas.microsoft.com/office/drawing/2014/main" id="{AB39890F-DEC5-6E46-8FE0-5701F842F9B2}"/>
              </a:ext>
            </a:extLst>
          </p:cNvPr>
          <p:cNvSpPr>
            <a:spLocks noGrp="1"/>
          </p:cNvSpPr>
          <p:nvPr>
            <p:ph type="body" sz="quarter" idx="18" hasCustomPrompt="1"/>
          </p:nvPr>
        </p:nvSpPr>
        <p:spPr>
          <a:xfrm>
            <a:off x="8455986" y="4108974"/>
            <a:ext cx="2608263" cy="438150"/>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Tx/>
              <a:buNone/>
              <a:tabLst/>
              <a:defRPr sz="1800" b="1" i="0" baseline="0">
                <a:solidFill>
                  <a:schemeClr val="accent2"/>
                </a:solidFill>
              </a:defRPr>
            </a:lvl1pPr>
          </a:lstStyle>
          <a:p>
            <a:pPr algn="ctr"/>
            <a:r>
              <a:rPr lang="en-US" b="1">
                <a:solidFill>
                  <a:srgbClr val="001E62"/>
                </a:solidFill>
                <a:latin typeface="Arial" panose="020B0604020202020204" pitchFamily="34" charset="0"/>
                <a:cs typeface="Arial" panose="020B0604020202020204" pitchFamily="34" charset="0"/>
              </a:rPr>
              <a:t>Caption goes here</a:t>
            </a:r>
          </a:p>
        </p:txBody>
      </p:sp>
      <p:sp>
        <p:nvSpPr>
          <p:cNvPr id="20" name="Picture Placeholder 4">
            <a:extLst>
              <a:ext uri="{FF2B5EF4-FFF2-40B4-BE49-F238E27FC236}">
                <a16:creationId xmlns:a16="http://schemas.microsoft.com/office/drawing/2014/main" id="{0DA7729A-D4ED-284D-9571-BE3BCD72FD3E}"/>
              </a:ext>
            </a:extLst>
          </p:cNvPr>
          <p:cNvSpPr>
            <a:spLocks noGrp="1"/>
          </p:cNvSpPr>
          <p:nvPr>
            <p:ph type="pic" sz="quarter" idx="11" hasCustomPrompt="1"/>
          </p:nvPr>
        </p:nvSpPr>
        <p:spPr>
          <a:xfrm>
            <a:off x="1094112" y="1294401"/>
            <a:ext cx="2629795" cy="2608727"/>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chemeClr val="bg1"/>
            </a:bgClr>
          </a:pattFill>
        </p:spPr>
        <p:txBody>
          <a:bodyPr wrap="square" anchor="ctr">
            <a:noAutofit/>
          </a:bodyPr>
          <a:lstStyle>
            <a:lvl1pPr marL="0" indent="0" algn="ctr">
              <a:buNone/>
              <a:defRPr sz="1200"/>
            </a:lvl1pPr>
          </a:lstStyle>
          <a:p>
            <a:r>
              <a:rPr lang="id-ID" err="1"/>
              <a:t>Click</a:t>
            </a:r>
            <a:r>
              <a:rPr lang="id-ID"/>
              <a:t> </a:t>
            </a:r>
            <a:r>
              <a:rPr lang="id-ID" err="1"/>
              <a:t>to</a:t>
            </a:r>
            <a:r>
              <a:rPr lang="id-ID"/>
              <a:t> </a:t>
            </a:r>
            <a:r>
              <a:rPr lang="id-ID" err="1"/>
              <a:t>add</a:t>
            </a:r>
            <a:r>
              <a:rPr lang="id-ID"/>
              <a:t> </a:t>
            </a:r>
            <a:r>
              <a:rPr lang="id-ID" err="1"/>
              <a:t>photo</a:t>
            </a:r>
            <a:endParaRPr lang="id-ID"/>
          </a:p>
        </p:txBody>
      </p:sp>
      <p:sp>
        <p:nvSpPr>
          <p:cNvPr id="21" name="Picture Placeholder 4">
            <a:extLst>
              <a:ext uri="{FF2B5EF4-FFF2-40B4-BE49-F238E27FC236}">
                <a16:creationId xmlns:a16="http://schemas.microsoft.com/office/drawing/2014/main" id="{AC3DB5E5-FC54-CA41-88A0-0AA6CAECA36F}"/>
              </a:ext>
            </a:extLst>
          </p:cNvPr>
          <p:cNvSpPr>
            <a:spLocks noGrp="1"/>
          </p:cNvSpPr>
          <p:nvPr>
            <p:ph type="pic" sz="quarter" idx="19" hasCustomPrompt="1"/>
          </p:nvPr>
        </p:nvSpPr>
        <p:spPr>
          <a:xfrm>
            <a:off x="8468093" y="1294401"/>
            <a:ext cx="2629795" cy="2608727"/>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chemeClr val="bg1"/>
            </a:bgClr>
          </a:pattFill>
        </p:spPr>
        <p:txBody>
          <a:bodyPr wrap="square" anchor="ctr">
            <a:noAutofit/>
          </a:bodyPr>
          <a:lstStyle>
            <a:lvl1pPr marL="0" indent="0" algn="ctr">
              <a:buNone/>
              <a:defRPr sz="1200"/>
            </a:lvl1pPr>
          </a:lstStyle>
          <a:p>
            <a:r>
              <a:rPr lang="id-ID" err="1"/>
              <a:t>Click</a:t>
            </a:r>
            <a:r>
              <a:rPr lang="id-ID"/>
              <a:t> </a:t>
            </a:r>
            <a:r>
              <a:rPr lang="id-ID" err="1"/>
              <a:t>to</a:t>
            </a:r>
            <a:r>
              <a:rPr lang="id-ID"/>
              <a:t> </a:t>
            </a:r>
            <a:r>
              <a:rPr lang="id-ID" err="1"/>
              <a:t>add</a:t>
            </a:r>
            <a:r>
              <a:rPr lang="id-ID"/>
              <a:t> </a:t>
            </a:r>
            <a:r>
              <a:rPr lang="id-ID" err="1"/>
              <a:t>photo</a:t>
            </a:r>
            <a:endParaRPr lang="id-ID"/>
          </a:p>
        </p:txBody>
      </p:sp>
      <p:sp>
        <p:nvSpPr>
          <p:cNvPr id="22" name="Picture Placeholder 4">
            <a:extLst>
              <a:ext uri="{FF2B5EF4-FFF2-40B4-BE49-F238E27FC236}">
                <a16:creationId xmlns:a16="http://schemas.microsoft.com/office/drawing/2014/main" id="{8731F2BB-6641-754F-8594-AC40F886ED3F}"/>
              </a:ext>
            </a:extLst>
          </p:cNvPr>
          <p:cNvSpPr>
            <a:spLocks noGrp="1"/>
          </p:cNvSpPr>
          <p:nvPr>
            <p:ph type="pic" sz="quarter" idx="20" hasCustomPrompt="1"/>
          </p:nvPr>
        </p:nvSpPr>
        <p:spPr>
          <a:xfrm>
            <a:off x="4760678" y="1294401"/>
            <a:ext cx="2629795" cy="2608727"/>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chemeClr val="bg1"/>
            </a:bgClr>
          </a:pattFill>
        </p:spPr>
        <p:txBody>
          <a:bodyPr wrap="square" anchor="ctr">
            <a:noAutofit/>
          </a:bodyPr>
          <a:lstStyle>
            <a:lvl1pPr marL="0" indent="0" algn="ctr">
              <a:buNone/>
              <a:defRPr sz="1200"/>
            </a:lvl1pPr>
          </a:lstStyle>
          <a:p>
            <a:r>
              <a:rPr lang="id-ID" err="1"/>
              <a:t>Click</a:t>
            </a:r>
            <a:r>
              <a:rPr lang="id-ID"/>
              <a:t> </a:t>
            </a:r>
            <a:r>
              <a:rPr lang="id-ID" err="1"/>
              <a:t>to</a:t>
            </a:r>
            <a:r>
              <a:rPr lang="id-ID"/>
              <a:t> </a:t>
            </a:r>
            <a:r>
              <a:rPr lang="id-ID" err="1"/>
              <a:t>add</a:t>
            </a:r>
            <a:r>
              <a:rPr lang="id-ID"/>
              <a:t> </a:t>
            </a:r>
            <a:r>
              <a:rPr lang="id-ID" err="1"/>
              <a:t>photo</a:t>
            </a:r>
            <a:endParaRPr lang="id-ID"/>
          </a:p>
        </p:txBody>
      </p:sp>
      <p:pic>
        <p:nvPicPr>
          <p:cNvPr id="15" name="Picture 14">
            <a:extLst>
              <a:ext uri="{FF2B5EF4-FFF2-40B4-BE49-F238E27FC236}">
                <a16:creationId xmlns:a16="http://schemas.microsoft.com/office/drawing/2014/main" id="{3249B61A-EC0D-074E-9EC9-5BF7523BCE24}"/>
              </a:ext>
            </a:extLst>
          </p:cNvPr>
          <p:cNvPicPr>
            <a:picLocks noChangeAspect="1"/>
          </p:cNvPicPr>
          <p:nvPr userDrawn="1"/>
        </p:nvPicPr>
        <p:blipFill rotWithShape="1">
          <a:blip r:embed="rId2"/>
          <a:srcRect l="14776" t="88158" r="80191" b="1"/>
          <a:stretch/>
        </p:blipFill>
        <p:spPr>
          <a:xfrm rot="5400000">
            <a:off x="11507447" y="2192742"/>
            <a:ext cx="613620" cy="812045"/>
          </a:xfrm>
          <a:prstGeom prst="rect">
            <a:avLst/>
          </a:prstGeom>
        </p:spPr>
      </p:pic>
      <p:pic>
        <p:nvPicPr>
          <p:cNvPr id="23" name="Picture 22">
            <a:extLst>
              <a:ext uri="{FF2B5EF4-FFF2-40B4-BE49-F238E27FC236}">
                <a16:creationId xmlns:a16="http://schemas.microsoft.com/office/drawing/2014/main" id="{8C460373-17B6-0F45-9FB4-204627AF6C4A}"/>
              </a:ext>
            </a:extLst>
          </p:cNvPr>
          <p:cNvPicPr>
            <a:picLocks noChangeAspect="1"/>
          </p:cNvPicPr>
          <p:nvPr userDrawn="1"/>
        </p:nvPicPr>
        <p:blipFill rotWithShape="1">
          <a:blip r:embed="rId2"/>
          <a:srcRect l="14776" t="88158" r="80191" b="1"/>
          <a:stretch/>
        </p:blipFill>
        <p:spPr>
          <a:xfrm rot="5400000">
            <a:off x="117451" y="2192743"/>
            <a:ext cx="613620" cy="812045"/>
          </a:xfrm>
          <a:prstGeom prst="rect">
            <a:avLst/>
          </a:prstGeom>
        </p:spPr>
      </p:pic>
      <p:sp>
        <p:nvSpPr>
          <p:cNvPr id="24" name="Content Placeholder 2">
            <a:extLst>
              <a:ext uri="{FF2B5EF4-FFF2-40B4-BE49-F238E27FC236}">
                <a16:creationId xmlns:a16="http://schemas.microsoft.com/office/drawing/2014/main" id="{75FFE1F8-E876-AF49-AF89-78C4F144D4F7}"/>
              </a:ext>
            </a:extLst>
          </p:cNvPr>
          <p:cNvSpPr>
            <a:spLocks noGrp="1"/>
          </p:cNvSpPr>
          <p:nvPr>
            <p:ph idx="1" hasCustomPrompt="1"/>
          </p:nvPr>
        </p:nvSpPr>
        <p:spPr>
          <a:xfrm>
            <a:off x="1115644" y="4752970"/>
            <a:ext cx="2626658" cy="1714500"/>
          </a:xfrm>
          <a:prstGeom prst="rect">
            <a:avLst/>
          </a:prstGeom>
        </p:spPr>
        <p:txBody>
          <a:bodyPr lIns="0" tIns="0" rIns="0" bIns="0">
            <a:normAutofit/>
          </a:bodyPr>
          <a:lstStyle>
            <a:lvl1pPr algn="ctr">
              <a:lnSpc>
                <a:spcPct val="100000"/>
              </a:lnSpc>
              <a:defRPr lang="en-US" sz="1600" b="0" i="0" smtClean="0">
                <a:effectLst/>
                <a:latin typeface="Arial" panose="020B0604020202020204" pitchFamily="34" charset="0"/>
              </a:defRPr>
            </a:lvl1pPr>
            <a:lvl2pPr>
              <a:lnSpc>
                <a:spcPct val="100000"/>
              </a:lnSpc>
              <a:buClr>
                <a:srgbClr val="001E62"/>
              </a:buClr>
              <a:defRPr/>
            </a:lvl2pPr>
            <a:lvl3pPr marL="1030288" indent="-115888">
              <a:lnSpc>
                <a:spcPct val="100000"/>
              </a:lnSpc>
              <a:buClr>
                <a:srgbClr val="001E62"/>
              </a:buClr>
              <a:tabLst/>
              <a:defRPr/>
            </a:lvl3pPr>
            <a:lvl4pPr marL="1485900" indent="-114300">
              <a:lnSpc>
                <a:spcPct val="100000"/>
              </a:lnSpc>
              <a:buClr>
                <a:srgbClr val="001E62"/>
              </a:buClr>
              <a:tabLst/>
              <a:defRPr sz="1200">
                <a:solidFill>
                  <a:schemeClr val="tx1"/>
                </a:solidFill>
              </a:defRPr>
            </a:lvl4pPr>
            <a:lvl5pPr marL="1952625" indent="-123825">
              <a:lnSpc>
                <a:spcPct val="100000"/>
              </a:lnSpc>
              <a:buClr>
                <a:srgbClr val="001E62"/>
              </a:buClr>
              <a:tabLst/>
              <a:defRPr sz="1200">
                <a:solidFill>
                  <a:schemeClr val="tx1"/>
                </a:solidFill>
              </a:defRPr>
            </a:lvl5pPr>
          </a:lstStyle>
          <a:p>
            <a:pPr lvl="0"/>
            <a:r>
              <a:rPr lang="en-US" b="0" i="0">
                <a:solidFill>
                  <a:srgbClr val="000000"/>
                </a:solidFill>
                <a:effectLst/>
                <a:latin typeface="Open Sans" panose="020B0606030504020204" pitchFamily="34" charset="0"/>
              </a:rPr>
              <a:t>Lorem ipsum dolor sit </a:t>
            </a:r>
            <a:r>
              <a:rPr lang="en-US" b="0" i="0" err="1">
                <a:solidFill>
                  <a:srgbClr val="000000"/>
                </a:solidFill>
                <a:effectLst/>
                <a:latin typeface="Open Sans" panose="020B0606030504020204" pitchFamily="34" charset="0"/>
              </a:rPr>
              <a:t>amet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consectetur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adipiscing</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elit</a:t>
            </a:r>
            <a:r>
              <a:rPr lang="en-US" b="0" i="0">
                <a:solidFill>
                  <a:srgbClr val="000000"/>
                </a:solidFill>
                <a:effectLst/>
                <a:latin typeface="Open Sans" panose="020B0606030504020204" pitchFamily="34" charset="0"/>
              </a:rPr>
              <a:t>, sed do </a:t>
            </a:r>
            <a:r>
              <a:rPr lang="en-US" b="0" i="0" err="1">
                <a:solidFill>
                  <a:srgbClr val="000000"/>
                </a:solidFill>
                <a:effectLst/>
                <a:latin typeface="Open Sans" panose="020B0606030504020204" pitchFamily="34" charset="0"/>
              </a:rPr>
              <a:t>eiusmod</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tempor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incididunt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labore</a:t>
            </a:r>
            <a:r>
              <a:rPr lang="en-US" b="0" i="0">
                <a:solidFill>
                  <a:srgbClr val="000000"/>
                </a:solidFill>
                <a:effectLst/>
                <a:latin typeface="Open Sans" panose="020B0606030504020204" pitchFamily="34" charset="0"/>
              </a:rPr>
              <a:t> et</a:t>
            </a:r>
            <a:endParaRPr lang="en-US"/>
          </a:p>
        </p:txBody>
      </p:sp>
      <p:sp>
        <p:nvSpPr>
          <p:cNvPr id="25" name="Content Placeholder 2">
            <a:extLst>
              <a:ext uri="{FF2B5EF4-FFF2-40B4-BE49-F238E27FC236}">
                <a16:creationId xmlns:a16="http://schemas.microsoft.com/office/drawing/2014/main" id="{5DF30A05-AE50-F741-836C-FF7CA9FE4CD9}"/>
              </a:ext>
            </a:extLst>
          </p:cNvPr>
          <p:cNvSpPr>
            <a:spLocks noGrp="1"/>
          </p:cNvSpPr>
          <p:nvPr>
            <p:ph idx="21" hasCustomPrompt="1"/>
          </p:nvPr>
        </p:nvSpPr>
        <p:spPr>
          <a:xfrm>
            <a:off x="4760544" y="4752970"/>
            <a:ext cx="2626658" cy="1714500"/>
          </a:xfrm>
          <a:prstGeom prst="rect">
            <a:avLst/>
          </a:prstGeom>
        </p:spPr>
        <p:txBody>
          <a:bodyPr lIns="0" tIns="0" rIns="0" bIns="0">
            <a:normAutofit/>
          </a:bodyPr>
          <a:lstStyle>
            <a:lvl1pPr algn="ctr">
              <a:lnSpc>
                <a:spcPct val="100000"/>
              </a:lnSpc>
              <a:defRPr lang="en-US" sz="1600" b="0" i="0" smtClean="0">
                <a:effectLst/>
                <a:latin typeface="Arial" panose="020B0604020202020204" pitchFamily="34" charset="0"/>
              </a:defRPr>
            </a:lvl1pPr>
            <a:lvl2pPr>
              <a:lnSpc>
                <a:spcPct val="100000"/>
              </a:lnSpc>
              <a:buClr>
                <a:srgbClr val="001E62"/>
              </a:buClr>
              <a:defRPr/>
            </a:lvl2pPr>
            <a:lvl3pPr marL="1030288" indent="-115888">
              <a:lnSpc>
                <a:spcPct val="100000"/>
              </a:lnSpc>
              <a:buClr>
                <a:srgbClr val="001E62"/>
              </a:buClr>
              <a:tabLst/>
              <a:defRPr/>
            </a:lvl3pPr>
            <a:lvl4pPr marL="1485900" indent="-114300">
              <a:lnSpc>
                <a:spcPct val="100000"/>
              </a:lnSpc>
              <a:buClr>
                <a:srgbClr val="001E62"/>
              </a:buClr>
              <a:tabLst/>
              <a:defRPr sz="1200">
                <a:solidFill>
                  <a:schemeClr val="tx1"/>
                </a:solidFill>
              </a:defRPr>
            </a:lvl4pPr>
            <a:lvl5pPr marL="1952625" indent="-123825">
              <a:lnSpc>
                <a:spcPct val="100000"/>
              </a:lnSpc>
              <a:buClr>
                <a:srgbClr val="001E62"/>
              </a:buClr>
              <a:tabLst/>
              <a:defRPr sz="1200">
                <a:solidFill>
                  <a:schemeClr val="tx1"/>
                </a:solidFill>
              </a:defRPr>
            </a:lvl5pPr>
          </a:lstStyle>
          <a:p>
            <a:pPr lvl="0"/>
            <a:r>
              <a:rPr lang="en-US" b="0" i="0">
                <a:solidFill>
                  <a:srgbClr val="000000"/>
                </a:solidFill>
                <a:effectLst/>
                <a:latin typeface="Open Sans" panose="020B0606030504020204" pitchFamily="34" charset="0"/>
              </a:rPr>
              <a:t>Lorem ipsum dolor sit </a:t>
            </a:r>
            <a:r>
              <a:rPr lang="en-US" b="0" i="0" err="1">
                <a:solidFill>
                  <a:srgbClr val="000000"/>
                </a:solidFill>
                <a:effectLst/>
                <a:latin typeface="Open Sans" panose="020B0606030504020204" pitchFamily="34" charset="0"/>
              </a:rPr>
              <a:t>amet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consectetur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adipiscing</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elit</a:t>
            </a:r>
            <a:r>
              <a:rPr lang="en-US" b="0" i="0">
                <a:solidFill>
                  <a:srgbClr val="000000"/>
                </a:solidFill>
                <a:effectLst/>
                <a:latin typeface="Open Sans" panose="020B0606030504020204" pitchFamily="34" charset="0"/>
              </a:rPr>
              <a:t>, sed do </a:t>
            </a:r>
            <a:r>
              <a:rPr lang="en-US" b="0" i="0" err="1">
                <a:solidFill>
                  <a:srgbClr val="000000"/>
                </a:solidFill>
                <a:effectLst/>
                <a:latin typeface="Open Sans" panose="020B0606030504020204" pitchFamily="34" charset="0"/>
              </a:rPr>
              <a:t>eiusmod</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tempor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incididunt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labore</a:t>
            </a:r>
            <a:r>
              <a:rPr lang="en-US" b="0" i="0">
                <a:solidFill>
                  <a:srgbClr val="000000"/>
                </a:solidFill>
                <a:effectLst/>
                <a:latin typeface="Open Sans" panose="020B0606030504020204" pitchFamily="34" charset="0"/>
              </a:rPr>
              <a:t> et</a:t>
            </a:r>
            <a:endParaRPr lang="en-US"/>
          </a:p>
        </p:txBody>
      </p:sp>
      <p:sp>
        <p:nvSpPr>
          <p:cNvPr id="26" name="Content Placeholder 2">
            <a:extLst>
              <a:ext uri="{FF2B5EF4-FFF2-40B4-BE49-F238E27FC236}">
                <a16:creationId xmlns:a16="http://schemas.microsoft.com/office/drawing/2014/main" id="{8C8A6EEC-8002-B04B-AFBA-7676415749B9}"/>
              </a:ext>
            </a:extLst>
          </p:cNvPr>
          <p:cNvSpPr>
            <a:spLocks noGrp="1"/>
          </p:cNvSpPr>
          <p:nvPr>
            <p:ph idx="22" hasCustomPrompt="1"/>
          </p:nvPr>
        </p:nvSpPr>
        <p:spPr>
          <a:xfrm>
            <a:off x="8456244" y="4752970"/>
            <a:ext cx="2626658" cy="1714500"/>
          </a:xfrm>
          <a:prstGeom prst="rect">
            <a:avLst/>
          </a:prstGeom>
        </p:spPr>
        <p:txBody>
          <a:bodyPr lIns="0" tIns="0" rIns="0" bIns="0">
            <a:normAutofit/>
          </a:bodyPr>
          <a:lstStyle>
            <a:lvl1pPr algn="ctr">
              <a:lnSpc>
                <a:spcPct val="100000"/>
              </a:lnSpc>
              <a:defRPr lang="en-US" sz="1600" b="0" i="0" smtClean="0">
                <a:effectLst/>
                <a:latin typeface="Arial" panose="020B0604020202020204" pitchFamily="34" charset="0"/>
              </a:defRPr>
            </a:lvl1pPr>
            <a:lvl2pPr>
              <a:lnSpc>
                <a:spcPct val="100000"/>
              </a:lnSpc>
              <a:buClr>
                <a:srgbClr val="001E62"/>
              </a:buClr>
              <a:defRPr/>
            </a:lvl2pPr>
            <a:lvl3pPr marL="1030288" indent="-115888">
              <a:lnSpc>
                <a:spcPct val="100000"/>
              </a:lnSpc>
              <a:buClr>
                <a:srgbClr val="001E62"/>
              </a:buClr>
              <a:tabLst/>
              <a:defRPr/>
            </a:lvl3pPr>
            <a:lvl4pPr marL="1485900" indent="-114300">
              <a:lnSpc>
                <a:spcPct val="100000"/>
              </a:lnSpc>
              <a:buClr>
                <a:srgbClr val="001E62"/>
              </a:buClr>
              <a:tabLst/>
              <a:defRPr sz="1200">
                <a:solidFill>
                  <a:schemeClr val="tx1"/>
                </a:solidFill>
              </a:defRPr>
            </a:lvl4pPr>
            <a:lvl5pPr marL="1952625" indent="-123825">
              <a:lnSpc>
                <a:spcPct val="100000"/>
              </a:lnSpc>
              <a:buClr>
                <a:srgbClr val="001E62"/>
              </a:buClr>
              <a:tabLst/>
              <a:defRPr sz="1200">
                <a:solidFill>
                  <a:schemeClr val="tx1"/>
                </a:solidFill>
              </a:defRPr>
            </a:lvl5pPr>
          </a:lstStyle>
          <a:p>
            <a:pPr lvl="0"/>
            <a:r>
              <a:rPr lang="en-US" b="0" i="0">
                <a:solidFill>
                  <a:srgbClr val="000000"/>
                </a:solidFill>
                <a:effectLst/>
                <a:latin typeface="Open Sans" panose="020B0606030504020204" pitchFamily="34" charset="0"/>
              </a:rPr>
              <a:t>Lorem ipsum dolor sit </a:t>
            </a:r>
            <a:r>
              <a:rPr lang="en-US" b="0" i="0" err="1">
                <a:solidFill>
                  <a:srgbClr val="000000"/>
                </a:solidFill>
                <a:effectLst/>
                <a:latin typeface="Open Sans" panose="020B0606030504020204" pitchFamily="34" charset="0"/>
              </a:rPr>
              <a:t>amet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consectetur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adipiscing</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elit</a:t>
            </a:r>
            <a:r>
              <a:rPr lang="en-US" b="0" i="0">
                <a:solidFill>
                  <a:srgbClr val="000000"/>
                </a:solidFill>
                <a:effectLst/>
                <a:latin typeface="Open Sans" panose="020B0606030504020204" pitchFamily="34" charset="0"/>
              </a:rPr>
              <a:t>, sed do </a:t>
            </a:r>
            <a:r>
              <a:rPr lang="en-US" b="0" i="0" err="1">
                <a:solidFill>
                  <a:srgbClr val="000000"/>
                </a:solidFill>
                <a:effectLst/>
                <a:latin typeface="Open Sans" panose="020B0606030504020204" pitchFamily="34" charset="0"/>
              </a:rPr>
              <a:t>eiusmod</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tempor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incididunt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labore</a:t>
            </a:r>
            <a:r>
              <a:rPr lang="en-US" b="0" i="0">
                <a:solidFill>
                  <a:srgbClr val="000000"/>
                </a:solidFill>
                <a:effectLst/>
                <a:latin typeface="Open Sans" panose="020B0606030504020204" pitchFamily="34" charset="0"/>
              </a:rPr>
              <a:t> et</a:t>
            </a:r>
            <a:endParaRPr lang="en-US"/>
          </a:p>
        </p:txBody>
      </p:sp>
      <p:sp>
        <p:nvSpPr>
          <p:cNvPr id="2" name="Footer Placeholder 1">
            <a:extLst>
              <a:ext uri="{FF2B5EF4-FFF2-40B4-BE49-F238E27FC236}">
                <a16:creationId xmlns:a16="http://schemas.microsoft.com/office/drawing/2014/main" id="{AFE77721-8DDD-CD44-88F4-DABDABC2E014}"/>
              </a:ext>
            </a:extLst>
          </p:cNvPr>
          <p:cNvSpPr>
            <a:spLocks noGrp="1"/>
          </p:cNvSpPr>
          <p:nvPr>
            <p:ph type="ftr" sz="quarter" idx="23"/>
          </p:nvPr>
        </p:nvSpPr>
        <p:spPr/>
        <p:txBody>
          <a:bodyPr/>
          <a:lstStyle/>
          <a:p>
            <a:r>
              <a:rPr lang="en-US"/>
              <a:t>College/Department/Presentation Name</a:t>
            </a:r>
          </a:p>
        </p:txBody>
      </p:sp>
    </p:spTree>
    <p:extLst>
      <p:ext uri="{BB962C8B-B14F-4D97-AF65-F5344CB8AC3E}">
        <p14:creationId xmlns:p14="http://schemas.microsoft.com/office/powerpoint/2010/main" val="2130531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59D45DC-DD11-2B43-BCCA-0080D714F989}"/>
              </a:ext>
            </a:extLst>
          </p:cNvPr>
          <p:cNvSpPr>
            <a:spLocks noGrp="1"/>
          </p:cNvSpPr>
          <p:nvPr>
            <p:ph type="pic" sz="quarter" idx="14" hasCustomPrompt="1"/>
          </p:nvPr>
        </p:nvSpPr>
        <p:spPr>
          <a:xfrm>
            <a:off x="6096000" y="1437126"/>
            <a:ext cx="5524500" cy="4050861"/>
          </a:xfrm>
          <a:prstGeom prst="rect">
            <a:avLst/>
          </a:prstGeom>
          <a:pattFill prst="pct20">
            <a:fgClr>
              <a:schemeClr val="accent1"/>
            </a:fgClr>
            <a:bgClr>
              <a:schemeClr val="bg1"/>
            </a:bgClr>
          </a:pattFill>
        </p:spPr>
        <p:txBody>
          <a:bodyPr/>
          <a:lstStyle/>
          <a:p>
            <a:r>
              <a:rPr lang="en-US"/>
              <a:t>Click to add picture</a:t>
            </a:r>
          </a:p>
        </p:txBody>
      </p:sp>
      <p:sp>
        <p:nvSpPr>
          <p:cNvPr id="13" name="Text Placeholder 2">
            <a:extLst>
              <a:ext uri="{FF2B5EF4-FFF2-40B4-BE49-F238E27FC236}">
                <a16:creationId xmlns:a16="http://schemas.microsoft.com/office/drawing/2014/main" id="{C9E570CE-B5C1-B148-9C81-45F1379592DF}"/>
              </a:ext>
            </a:extLst>
          </p:cNvPr>
          <p:cNvSpPr>
            <a:spLocks noGrp="1"/>
          </p:cNvSpPr>
          <p:nvPr>
            <p:ph idx="1"/>
          </p:nvPr>
        </p:nvSpPr>
        <p:spPr>
          <a:xfrm>
            <a:off x="571500" y="1437126"/>
            <a:ext cx="50546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2481760B-E6B6-E948-9991-95ED7BC8EE1E}"/>
              </a:ext>
            </a:extLst>
          </p:cNvPr>
          <p:cNvSpPr>
            <a:spLocks noGrp="1"/>
          </p:cNvSpPr>
          <p:nvPr>
            <p:ph type="title"/>
          </p:nvPr>
        </p:nvSpPr>
        <p:spPr/>
        <p:txBody>
          <a:bodyPr/>
          <a:lstStyle/>
          <a:p>
            <a:r>
              <a:rPr lang="en-US"/>
              <a:t>Click to edit Master title style</a:t>
            </a:r>
          </a:p>
        </p:txBody>
      </p:sp>
      <p:sp>
        <p:nvSpPr>
          <p:cNvPr id="7" name="Footer Placeholder 1">
            <a:extLst>
              <a:ext uri="{FF2B5EF4-FFF2-40B4-BE49-F238E27FC236}">
                <a16:creationId xmlns:a16="http://schemas.microsoft.com/office/drawing/2014/main" id="{851C9981-623A-2D46-88F7-7E89F2C9A50C}"/>
              </a:ext>
            </a:extLst>
          </p:cNvPr>
          <p:cNvSpPr>
            <a:spLocks noGrp="1"/>
          </p:cNvSpPr>
          <p:nvPr>
            <p:ph type="ftr" sz="quarter" idx="15"/>
          </p:nvPr>
        </p:nvSpPr>
        <p:spPr>
          <a:xfrm>
            <a:off x="571499" y="6419410"/>
            <a:ext cx="4114800" cy="365125"/>
          </a:xfrm>
        </p:spPr>
        <p:txBody>
          <a:bodyPr/>
          <a:lstStyle/>
          <a:p>
            <a:r>
              <a:rPr lang="en-US"/>
              <a:t>College/Department/Presentation Name</a:t>
            </a:r>
          </a:p>
        </p:txBody>
      </p:sp>
    </p:spTree>
    <p:extLst>
      <p:ext uri="{BB962C8B-B14F-4D97-AF65-F5344CB8AC3E}">
        <p14:creationId xmlns:p14="http://schemas.microsoft.com/office/powerpoint/2010/main" val="30016855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8">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A54390B8-F5A6-DC4C-95B7-DC0760C0D9E3}"/>
              </a:ext>
            </a:extLst>
          </p:cNvPr>
          <p:cNvSpPr>
            <a:spLocks noGrp="1"/>
          </p:cNvSpPr>
          <p:nvPr>
            <p:ph type="pic" sz="quarter" idx="13"/>
          </p:nvPr>
        </p:nvSpPr>
        <p:spPr>
          <a:xfrm>
            <a:off x="7727950" y="427475"/>
            <a:ext cx="3892550" cy="2566047"/>
          </a:xfrm>
          <a:prstGeom prst="rect">
            <a:avLst/>
          </a:prstGeom>
          <a:pattFill prst="pct20">
            <a:fgClr>
              <a:srgbClr val="D50032"/>
            </a:fgClr>
            <a:bgClr>
              <a:schemeClr val="bg1"/>
            </a:bgClr>
          </a:pattFill>
        </p:spPr>
        <p:txBody>
          <a:bodyPr/>
          <a:lstStyle/>
          <a:p>
            <a:r>
              <a:rPr lang="en-US"/>
              <a:t>Click icon to add picture</a:t>
            </a:r>
          </a:p>
        </p:txBody>
      </p:sp>
      <p:sp>
        <p:nvSpPr>
          <p:cNvPr id="13" name="Picture Placeholder 11">
            <a:extLst>
              <a:ext uri="{FF2B5EF4-FFF2-40B4-BE49-F238E27FC236}">
                <a16:creationId xmlns:a16="http://schemas.microsoft.com/office/drawing/2014/main" id="{B8FF2F8D-D4EF-6049-A031-899F44F0E30A}"/>
              </a:ext>
            </a:extLst>
          </p:cNvPr>
          <p:cNvSpPr>
            <a:spLocks noGrp="1"/>
          </p:cNvSpPr>
          <p:nvPr>
            <p:ph type="pic" sz="quarter" idx="14"/>
          </p:nvPr>
        </p:nvSpPr>
        <p:spPr>
          <a:xfrm>
            <a:off x="7727950" y="3293224"/>
            <a:ext cx="3892550" cy="2566047"/>
          </a:xfrm>
          <a:prstGeom prst="rect">
            <a:avLst/>
          </a:prstGeom>
          <a:pattFill prst="pct20">
            <a:fgClr>
              <a:srgbClr val="D50032"/>
            </a:fgClr>
            <a:bgClr>
              <a:schemeClr val="bg1"/>
            </a:bgClr>
          </a:pattFill>
        </p:spPr>
        <p:txBody>
          <a:bodyPr/>
          <a:lstStyle/>
          <a:p>
            <a:r>
              <a:rPr lang="en-US"/>
              <a:t>Click icon to add picture</a:t>
            </a:r>
          </a:p>
        </p:txBody>
      </p:sp>
      <p:sp>
        <p:nvSpPr>
          <p:cNvPr id="3" name="Title 2">
            <a:extLst>
              <a:ext uri="{FF2B5EF4-FFF2-40B4-BE49-F238E27FC236}">
                <a16:creationId xmlns:a16="http://schemas.microsoft.com/office/drawing/2014/main" id="{69A2A977-0915-D942-8D9B-557EB78D8118}"/>
              </a:ext>
            </a:extLst>
          </p:cNvPr>
          <p:cNvSpPr>
            <a:spLocks noGrp="1"/>
          </p:cNvSpPr>
          <p:nvPr>
            <p:ph type="title" hasCustomPrompt="1"/>
          </p:nvPr>
        </p:nvSpPr>
        <p:spPr>
          <a:xfrm>
            <a:off x="571499" y="427475"/>
            <a:ext cx="6642100" cy="811005"/>
          </a:xfrm>
          <a:prstGeom prst="rect">
            <a:avLst/>
          </a:prstGeom>
        </p:spPr>
        <p:txBody>
          <a:bodyPr/>
          <a:lstStyle/>
          <a:p>
            <a:r>
              <a:rPr lang="en-US"/>
              <a:t>Slide Title</a:t>
            </a:r>
          </a:p>
        </p:txBody>
      </p:sp>
      <p:sp>
        <p:nvSpPr>
          <p:cNvPr id="16" name="Text Placeholder 2">
            <a:extLst>
              <a:ext uri="{FF2B5EF4-FFF2-40B4-BE49-F238E27FC236}">
                <a16:creationId xmlns:a16="http://schemas.microsoft.com/office/drawing/2014/main" id="{0EF65F6D-A292-1047-808C-B11F4A287E9E}"/>
              </a:ext>
            </a:extLst>
          </p:cNvPr>
          <p:cNvSpPr>
            <a:spLocks noGrp="1"/>
          </p:cNvSpPr>
          <p:nvPr>
            <p:ph idx="1"/>
          </p:nvPr>
        </p:nvSpPr>
        <p:spPr>
          <a:xfrm>
            <a:off x="571500" y="1437126"/>
            <a:ext cx="66421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DCCE80CA-7BF4-554F-846B-768483360BCB}"/>
              </a:ext>
            </a:extLst>
          </p:cNvPr>
          <p:cNvSpPr>
            <a:spLocks noGrp="1"/>
          </p:cNvSpPr>
          <p:nvPr>
            <p:ph type="ftr" sz="quarter" idx="15"/>
          </p:nvPr>
        </p:nvSpPr>
        <p:spPr/>
        <p:txBody>
          <a:bodyPr/>
          <a:lstStyle/>
          <a:p>
            <a:r>
              <a:rPr lang="en-US"/>
              <a:t>College/Department/Presentation Name</a:t>
            </a:r>
          </a:p>
        </p:txBody>
      </p:sp>
    </p:spTree>
    <p:extLst>
      <p:ext uri="{BB962C8B-B14F-4D97-AF65-F5344CB8AC3E}">
        <p14:creationId xmlns:p14="http://schemas.microsoft.com/office/powerpoint/2010/main" val="38475061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5AF2651-3E17-AA4E-9587-82202DB57AD4}"/>
              </a:ext>
            </a:extLst>
          </p:cNvPr>
          <p:cNvSpPr>
            <a:spLocks noGrp="1"/>
          </p:cNvSpPr>
          <p:nvPr>
            <p:ph type="pic" sz="quarter" idx="13"/>
          </p:nvPr>
        </p:nvSpPr>
        <p:spPr>
          <a:xfrm>
            <a:off x="571500" y="1196599"/>
            <a:ext cx="11049000" cy="3157474"/>
          </a:xfrm>
          <a:prstGeom prst="rect">
            <a:avLst/>
          </a:prstGeom>
          <a:pattFill prst="pct20">
            <a:fgClr>
              <a:srgbClr val="D50032"/>
            </a:fgClr>
            <a:bgClr>
              <a:schemeClr val="bg1"/>
            </a:bgClr>
          </a:pattFill>
        </p:spPr>
        <p:txBody>
          <a:bodyPr/>
          <a:lstStyle/>
          <a:p>
            <a:r>
              <a:rPr lang="en-US"/>
              <a:t>Click icon to add picture</a:t>
            </a:r>
          </a:p>
        </p:txBody>
      </p:sp>
      <p:sp>
        <p:nvSpPr>
          <p:cNvPr id="9" name="Title 1">
            <a:extLst>
              <a:ext uri="{FF2B5EF4-FFF2-40B4-BE49-F238E27FC236}">
                <a16:creationId xmlns:a16="http://schemas.microsoft.com/office/drawing/2014/main" id="{2E70F768-77C3-C24C-A38F-BE1E1E8A4EF9}"/>
              </a:ext>
            </a:extLst>
          </p:cNvPr>
          <p:cNvSpPr>
            <a:spLocks noGrp="1"/>
          </p:cNvSpPr>
          <p:nvPr>
            <p:ph type="title" hasCustomPrompt="1"/>
          </p:nvPr>
        </p:nvSpPr>
        <p:spPr>
          <a:xfrm>
            <a:off x="571500" y="429610"/>
            <a:ext cx="5980129" cy="766989"/>
          </a:xfrm>
          <a:prstGeom prst="rect">
            <a:avLst/>
          </a:prstGeom>
        </p:spPr>
        <p:txBody>
          <a:bodyPr lIns="0" tIns="0" rIns="0" bIns="0" anchor="t"/>
          <a:lstStyle/>
          <a:p>
            <a:r>
              <a:rPr lang="en-US"/>
              <a:t>Slide Title</a:t>
            </a:r>
          </a:p>
        </p:txBody>
      </p:sp>
      <p:sp>
        <p:nvSpPr>
          <p:cNvPr id="12" name="Content Placeholder 2">
            <a:extLst>
              <a:ext uri="{FF2B5EF4-FFF2-40B4-BE49-F238E27FC236}">
                <a16:creationId xmlns:a16="http://schemas.microsoft.com/office/drawing/2014/main" id="{43387113-3CA6-3242-ACA0-2304DF785AF1}"/>
              </a:ext>
            </a:extLst>
          </p:cNvPr>
          <p:cNvSpPr>
            <a:spLocks noGrp="1"/>
          </p:cNvSpPr>
          <p:nvPr>
            <p:ph idx="1" hasCustomPrompt="1"/>
          </p:nvPr>
        </p:nvSpPr>
        <p:spPr>
          <a:xfrm>
            <a:off x="571500" y="4654550"/>
            <a:ext cx="6196944" cy="1606550"/>
          </a:xfrm>
          <a:prstGeom prst="rect">
            <a:avLst/>
          </a:prstGeom>
        </p:spPr>
        <p:txBody>
          <a:bodyPr lIns="0" tIns="0" rIns="0" bIns="0"/>
          <a:lstStyle>
            <a:lvl1pPr>
              <a:lnSpc>
                <a:spcPct val="100000"/>
              </a:lnSpc>
              <a:defRPr lang="en-US" b="0" i="0" smtClean="0">
                <a:effectLst/>
                <a:latin typeface="Arial" panose="020B0604020202020204" pitchFamily="34" charset="0"/>
              </a:defRPr>
            </a:lvl1pPr>
            <a:lvl2pPr>
              <a:lnSpc>
                <a:spcPct val="100000"/>
              </a:lnSpc>
              <a:buClr>
                <a:srgbClr val="001E62"/>
              </a:buClr>
              <a:defRPr/>
            </a:lvl2pPr>
            <a:lvl3pPr marL="1030288" indent="-115888">
              <a:lnSpc>
                <a:spcPct val="100000"/>
              </a:lnSpc>
              <a:buClr>
                <a:srgbClr val="001E62"/>
              </a:buClr>
              <a:tabLst/>
              <a:defRPr/>
            </a:lvl3pPr>
            <a:lvl4pPr marL="1485900" indent="-114300">
              <a:lnSpc>
                <a:spcPct val="100000"/>
              </a:lnSpc>
              <a:buClr>
                <a:srgbClr val="001E62"/>
              </a:buClr>
              <a:tabLst/>
              <a:defRPr sz="1200">
                <a:solidFill>
                  <a:schemeClr val="tx1"/>
                </a:solidFill>
              </a:defRPr>
            </a:lvl4pPr>
            <a:lvl5pPr marL="1952625" indent="-123825">
              <a:lnSpc>
                <a:spcPct val="100000"/>
              </a:lnSpc>
              <a:buClr>
                <a:srgbClr val="001E62"/>
              </a:buClr>
              <a:tabLst/>
              <a:defRPr sz="1200">
                <a:solidFill>
                  <a:schemeClr val="tx1"/>
                </a:solidFill>
              </a:defRPr>
            </a:lvl5pPr>
          </a:lstStyle>
          <a:p>
            <a:pPr lvl="0"/>
            <a:r>
              <a:rPr lang="en-US" b="0" i="0">
                <a:solidFill>
                  <a:srgbClr val="000000"/>
                </a:solidFill>
                <a:effectLst/>
                <a:latin typeface="Open Sans" panose="020B0606030504020204" pitchFamily="34" charset="0"/>
              </a:rPr>
              <a:t>Lorem ipsum dolor sit </a:t>
            </a:r>
            <a:r>
              <a:rPr lang="en-US" b="0" i="0" err="1">
                <a:solidFill>
                  <a:srgbClr val="000000"/>
                </a:solidFill>
                <a:effectLst/>
                <a:latin typeface="Open Sans" panose="020B0606030504020204" pitchFamily="34" charset="0"/>
              </a:rPr>
              <a:t>amet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consectetur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adipiscing</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elit</a:t>
            </a:r>
            <a:r>
              <a:rPr lang="en-US" b="0" i="0">
                <a:solidFill>
                  <a:srgbClr val="000000"/>
                </a:solidFill>
                <a:effectLst/>
                <a:latin typeface="Open Sans" panose="020B0606030504020204" pitchFamily="34" charset="0"/>
              </a:rPr>
              <a:t>, sed do </a:t>
            </a:r>
            <a:r>
              <a:rPr lang="en-US" b="0" i="0" err="1">
                <a:solidFill>
                  <a:srgbClr val="000000"/>
                </a:solidFill>
                <a:effectLst/>
                <a:latin typeface="Open Sans" panose="020B0606030504020204" pitchFamily="34" charset="0"/>
              </a:rPr>
              <a:t>eiusmod</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tempor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incididunt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labore</a:t>
            </a:r>
            <a:r>
              <a:rPr lang="en-US" b="0" i="0">
                <a:solidFill>
                  <a:srgbClr val="000000"/>
                </a:solidFill>
                <a:effectLst/>
                <a:latin typeface="Open Sans" panose="020B0606030504020204" pitchFamily="34" charset="0"/>
              </a:rPr>
              <a:t> et dolore magna </a:t>
            </a:r>
            <a:r>
              <a:rPr lang="en-US" b="0" i="0" err="1">
                <a:solidFill>
                  <a:srgbClr val="000000"/>
                </a:solidFill>
                <a:effectLst/>
                <a:latin typeface="Open Sans" panose="020B0606030504020204" pitchFamily="34" charset="0"/>
              </a:rPr>
              <a:t>aliqua</a:t>
            </a:r>
            <a:r>
              <a:rPr lang="en-US" b="0" i="0">
                <a:solidFill>
                  <a:srgbClr val="000000"/>
                </a:solidFill>
                <a:effectLst/>
                <a:latin typeface="Open Sans" panose="020B0606030504020204" pitchFamily="34" charset="0"/>
              </a:rPr>
              <a:t>. Ut </a:t>
            </a:r>
            <a:r>
              <a:rPr lang="en-US" b="0" i="0" err="1">
                <a:solidFill>
                  <a:srgbClr val="000000"/>
                </a:solidFill>
                <a:effectLst/>
                <a:latin typeface="Open Sans" panose="020B0606030504020204" pitchFamily="34" charset="0"/>
              </a:rPr>
              <a:t>enim</a:t>
            </a:r>
            <a:r>
              <a:rPr lang="en-US" b="0" i="0">
                <a:solidFill>
                  <a:srgbClr val="000000"/>
                </a:solidFill>
                <a:effectLst/>
                <a:latin typeface="Open Sans" panose="020B0606030504020204" pitchFamily="34" charset="0"/>
              </a:rPr>
              <a:t> ad minim </a:t>
            </a:r>
            <a:r>
              <a:rPr lang="en-US" b="0" i="0" err="1">
                <a:solidFill>
                  <a:srgbClr val="000000"/>
                </a:solidFill>
                <a:effectLst/>
                <a:latin typeface="Open Sans" panose="020B0606030504020204" pitchFamily="34" charset="0"/>
              </a:rPr>
              <a:t>veniam</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quis</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nostrud</a:t>
            </a:r>
            <a:r>
              <a:rPr lang="en-US" b="0" i="0">
                <a:solidFill>
                  <a:srgbClr val="000000"/>
                </a:solidFill>
                <a:effectLst/>
                <a:latin typeface="Open Sans" panose="020B0606030504020204" pitchFamily="34" charset="0"/>
              </a:rPr>
              <a:t> exercitation </a:t>
            </a:r>
            <a:r>
              <a:rPr lang="en-US" b="0" i="0" err="1">
                <a:solidFill>
                  <a:srgbClr val="000000"/>
                </a:solidFill>
                <a:effectLst/>
                <a:latin typeface="Open Sans" panose="020B0606030504020204" pitchFamily="34" charset="0"/>
              </a:rPr>
              <a:t>ullamco</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laboris</a:t>
            </a:r>
            <a:r>
              <a:rPr lang="en-US" b="0" i="0">
                <a:solidFill>
                  <a:srgbClr val="000000"/>
                </a:solidFill>
                <a:effectLst/>
                <a:latin typeface="Open Sans" panose="020B0606030504020204" pitchFamily="34" charset="0"/>
              </a:rPr>
              <a:t> nisi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aliquip</a:t>
            </a:r>
            <a:r>
              <a:rPr lang="en-US" b="0" i="0">
                <a:solidFill>
                  <a:srgbClr val="000000"/>
                </a:solidFill>
                <a:effectLst/>
                <a:latin typeface="Open Sans" panose="020B0606030504020204" pitchFamily="34" charset="0"/>
              </a:rPr>
              <a:t> ex </a:t>
            </a:r>
            <a:r>
              <a:rPr lang="en-US" b="0" i="0" err="1">
                <a:solidFill>
                  <a:srgbClr val="000000"/>
                </a:solidFill>
                <a:effectLst/>
                <a:latin typeface="Open Sans" panose="020B0606030504020204" pitchFamily="34" charset="0"/>
              </a:rPr>
              <a:t>ea</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commodo</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consequat</a:t>
            </a:r>
            <a:r>
              <a:rPr lang="en-US" b="0" i="0">
                <a:solidFill>
                  <a:srgbClr val="000000"/>
                </a:solidFill>
                <a:effectLst/>
                <a:latin typeface="Open Sans" panose="020B0606030504020204" pitchFamily="34" charset="0"/>
              </a:rPr>
              <a:t>.</a:t>
            </a:r>
            <a:endParaRPr lang="en-US"/>
          </a:p>
        </p:txBody>
      </p:sp>
      <p:sp>
        <p:nvSpPr>
          <p:cNvPr id="2" name="Footer Placeholder 1">
            <a:extLst>
              <a:ext uri="{FF2B5EF4-FFF2-40B4-BE49-F238E27FC236}">
                <a16:creationId xmlns:a16="http://schemas.microsoft.com/office/drawing/2014/main" id="{547F7ABE-10AB-4E4D-AC47-355D922C8F7B}"/>
              </a:ext>
            </a:extLst>
          </p:cNvPr>
          <p:cNvSpPr>
            <a:spLocks noGrp="1"/>
          </p:cNvSpPr>
          <p:nvPr>
            <p:ph type="ftr" sz="quarter" idx="14"/>
          </p:nvPr>
        </p:nvSpPr>
        <p:spPr/>
        <p:txBody>
          <a:bodyPr/>
          <a:lstStyle/>
          <a:p>
            <a:r>
              <a:rPr lang="en-US"/>
              <a:t>College/Department/Presentation Name</a:t>
            </a:r>
          </a:p>
        </p:txBody>
      </p:sp>
    </p:spTree>
    <p:extLst>
      <p:ext uri="{BB962C8B-B14F-4D97-AF65-F5344CB8AC3E}">
        <p14:creationId xmlns:p14="http://schemas.microsoft.com/office/powerpoint/2010/main" val="4931861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1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E585415-ECAB-7749-9438-98667466F0EE}"/>
              </a:ext>
            </a:extLst>
          </p:cNvPr>
          <p:cNvSpPr/>
          <p:nvPr/>
        </p:nvSpPr>
        <p:spPr>
          <a:xfrm>
            <a:off x="-1" y="0"/>
            <a:ext cx="4249271" cy="6858000"/>
          </a:xfrm>
          <a:prstGeom prst="rect">
            <a:avLst/>
          </a:prstGeom>
          <a:solidFill>
            <a:srgbClr val="001E6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rgbClr val="001E62"/>
              </a:solidFill>
              <a:latin typeface="Arial" panose="020B0604020202020204" pitchFamily="34" charset="0"/>
            </a:endParaRPr>
          </a:p>
        </p:txBody>
      </p:sp>
      <p:sp>
        <p:nvSpPr>
          <p:cNvPr id="10" name="Rectangle 9">
            <a:extLst>
              <a:ext uri="{FF2B5EF4-FFF2-40B4-BE49-F238E27FC236}">
                <a16:creationId xmlns:a16="http://schemas.microsoft.com/office/drawing/2014/main" id="{E05B460D-E86D-3A4C-92BA-4EDF763DFAFA}"/>
              </a:ext>
            </a:extLst>
          </p:cNvPr>
          <p:cNvSpPr/>
          <p:nvPr userDrawn="1"/>
        </p:nvSpPr>
        <p:spPr>
          <a:xfrm>
            <a:off x="-1" y="0"/>
            <a:ext cx="4249271" cy="6858000"/>
          </a:xfrm>
          <a:prstGeom prst="rect">
            <a:avLst/>
          </a:prstGeom>
          <a:solidFill>
            <a:srgbClr val="001E6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bg1"/>
              </a:solidFill>
              <a:latin typeface="Arial" panose="020B0604020202020204" pitchFamily="34" charset="0"/>
            </a:endParaRPr>
          </a:p>
        </p:txBody>
      </p:sp>
      <p:pic>
        <p:nvPicPr>
          <p:cNvPr id="9" name="Picture 8">
            <a:extLst>
              <a:ext uri="{FF2B5EF4-FFF2-40B4-BE49-F238E27FC236}">
                <a16:creationId xmlns:a16="http://schemas.microsoft.com/office/drawing/2014/main" id="{753367FE-A03A-0D4B-8464-6EA90E8DA41F}"/>
              </a:ext>
            </a:extLst>
          </p:cNvPr>
          <p:cNvPicPr>
            <a:picLocks noChangeAspect="1"/>
          </p:cNvPicPr>
          <p:nvPr/>
        </p:nvPicPr>
        <p:blipFill rotWithShape="1">
          <a:blip r:embed="rId2"/>
          <a:srcRect l="17162" t="77592" r="78736"/>
          <a:stretch/>
        </p:blipFill>
        <p:spPr>
          <a:xfrm rot="10800000">
            <a:off x="571500" y="-737549"/>
            <a:ext cx="500083" cy="1536790"/>
          </a:xfrm>
          <a:prstGeom prst="rect">
            <a:avLst/>
          </a:prstGeom>
        </p:spPr>
      </p:pic>
      <p:sp>
        <p:nvSpPr>
          <p:cNvPr id="11" name="Text Placeholder 14">
            <a:extLst>
              <a:ext uri="{FF2B5EF4-FFF2-40B4-BE49-F238E27FC236}">
                <a16:creationId xmlns:a16="http://schemas.microsoft.com/office/drawing/2014/main" id="{A239BCF8-7759-3A41-A514-3A4A72C6F9AF}"/>
              </a:ext>
            </a:extLst>
          </p:cNvPr>
          <p:cNvSpPr>
            <a:spLocks noGrp="1"/>
          </p:cNvSpPr>
          <p:nvPr>
            <p:ph type="body" sz="quarter" idx="15" hasCustomPrompt="1"/>
          </p:nvPr>
        </p:nvSpPr>
        <p:spPr>
          <a:xfrm>
            <a:off x="589420" y="3622452"/>
            <a:ext cx="3239719" cy="2706862"/>
          </a:xfrm>
          <a:prstGeom prst="rect">
            <a:avLst/>
          </a:prstGeom>
        </p:spPr>
        <p:txBody>
          <a:bodyPr/>
          <a:lstStyle>
            <a:lvl1pPr>
              <a:lnSpc>
                <a:spcPct val="100000"/>
              </a:lnSpc>
              <a:defRPr b="0" i="0" baseline="0">
                <a:solidFill>
                  <a:schemeClr val="bg1"/>
                </a:solidFill>
              </a:defRPr>
            </a:lvl1pPr>
          </a:lstStyle>
          <a:p>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lorem</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ipsum</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dolor</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sit</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a</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amet</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con</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tetur</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al</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adipiscinge</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l </a:t>
            </a:r>
            <a:r>
              <a:rPr lang="en-US" sz="2000" err="1">
                <a:solidFill>
                  <a:schemeClr val="bg1"/>
                </a:solidFill>
                <a:latin typeface="Arial" panose="020B0604020202020204" pitchFamily="34" charset="0"/>
                <a:ea typeface="Open Sans" panose="020B0606030504020204" pitchFamily="34" charset="0"/>
                <a:cs typeface="Arial" panose="020B0604020202020204" pitchFamily="34" charset="0"/>
              </a:rPr>
              <a:t>sahanis</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nib</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u</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h</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eget</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justo</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ne</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sed</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gravida</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est</a:t>
            </a:r>
            <a:r>
              <a:rPr lang="en-US" sz="2000" err="1">
                <a:solidFill>
                  <a:schemeClr val="bg1"/>
                </a:solidFill>
                <a:latin typeface="Arial" panose="020B0604020202020204" pitchFamily="34" charset="0"/>
                <a:ea typeface="Open Sans" panose="020B0606030504020204" pitchFamily="34" charset="0"/>
                <a:cs typeface="Arial" panose="020B0604020202020204" pitchFamily="34" charset="0"/>
              </a:rPr>
              <a:t>asa</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lorem</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ipsum</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dolor</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sit</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a</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amet</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endParaRPr lang="en-US" sz="2000">
              <a:solidFill>
                <a:schemeClr val="bg1"/>
              </a:solidFill>
              <a:latin typeface="Arial" panose="020B0604020202020204" pitchFamily="34" charset="0"/>
              <a:ea typeface="Open Sans" panose="020B0606030504020204" pitchFamily="34" charset="0"/>
              <a:cs typeface="Arial" panose="020B0604020202020204" pitchFamily="34" charset="0"/>
            </a:endParaRPr>
          </a:p>
        </p:txBody>
      </p:sp>
      <p:sp>
        <p:nvSpPr>
          <p:cNvPr id="13" name="Text Placeholder 12">
            <a:extLst>
              <a:ext uri="{FF2B5EF4-FFF2-40B4-BE49-F238E27FC236}">
                <a16:creationId xmlns:a16="http://schemas.microsoft.com/office/drawing/2014/main" id="{0E3A340C-ED98-6C4F-A999-F28C9BE643E9}"/>
              </a:ext>
            </a:extLst>
          </p:cNvPr>
          <p:cNvSpPr>
            <a:spLocks noGrp="1"/>
          </p:cNvSpPr>
          <p:nvPr>
            <p:ph type="body" sz="quarter" idx="16" hasCustomPrompt="1"/>
          </p:nvPr>
        </p:nvSpPr>
        <p:spPr>
          <a:xfrm>
            <a:off x="571499" y="1222362"/>
            <a:ext cx="3257639" cy="461962"/>
          </a:xfrm>
          <a:prstGeom prst="rect">
            <a:avLst/>
          </a:prstGeom>
        </p:spPr>
        <p:txBody>
          <a:bodyPr>
            <a:normAutofit/>
          </a:bodyPr>
          <a:lstStyle>
            <a:lvl1pPr>
              <a:defRPr sz="1800" b="1" i="0" cap="all" spc="400" baseline="0">
                <a:solidFill>
                  <a:schemeClr val="bg1"/>
                </a:solidFill>
              </a:defRPr>
            </a:lvl1pPr>
          </a:lstStyle>
          <a:p>
            <a:r>
              <a:rPr lang="en-US" sz="2000" b="1" spc="300">
                <a:ln w="19050">
                  <a:noFill/>
                </a:ln>
                <a:solidFill>
                  <a:schemeClr val="bg1"/>
                </a:solidFill>
                <a:latin typeface="Arial" panose="020B0604020202020204" pitchFamily="34" charset="0"/>
                <a:cs typeface="Arial" panose="020B0604020202020204" pitchFamily="34" charset="0"/>
              </a:rPr>
              <a:t>SECTION HERE</a:t>
            </a:r>
          </a:p>
        </p:txBody>
      </p:sp>
      <p:sp>
        <p:nvSpPr>
          <p:cNvPr id="18" name="Text Placeholder 17">
            <a:extLst>
              <a:ext uri="{FF2B5EF4-FFF2-40B4-BE49-F238E27FC236}">
                <a16:creationId xmlns:a16="http://schemas.microsoft.com/office/drawing/2014/main" id="{4607F020-7CB7-FA45-8230-53C05BB43EA1}"/>
              </a:ext>
            </a:extLst>
          </p:cNvPr>
          <p:cNvSpPr>
            <a:spLocks noGrp="1"/>
          </p:cNvSpPr>
          <p:nvPr>
            <p:ph type="body" sz="quarter" idx="17" hasCustomPrompt="1"/>
          </p:nvPr>
        </p:nvSpPr>
        <p:spPr>
          <a:xfrm>
            <a:off x="571500" y="1866900"/>
            <a:ext cx="3225800" cy="1562100"/>
          </a:xfrm>
          <a:prstGeom prst="rect">
            <a:avLst/>
          </a:prstGeom>
        </p:spPr>
        <p:txBody>
          <a:bodyPr>
            <a:noAutofit/>
          </a:bodyPr>
          <a:lstStyle>
            <a:lvl1pPr>
              <a:defRPr sz="3600"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en-US"/>
              <a:t>Headline Goes Here and Here</a:t>
            </a:r>
          </a:p>
        </p:txBody>
      </p:sp>
      <p:pic>
        <p:nvPicPr>
          <p:cNvPr id="12" name="Picture 11">
            <a:extLst>
              <a:ext uri="{FF2B5EF4-FFF2-40B4-BE49-F238E27FC236}">
                <a16:creationId xmlns:a16="http://schemas.microsoft.com/office/drawing/2014/main" id="{A19D2A7B-D949-D84A-B563-9285D56DA79D}"/>
              </a:ext>
            </a:extLst>
          </p:cNvPr>
          <p:cNvPicPr>
            <a:picLocks noChangeAspect="1"/>
          </p:cNvPicPr>
          <p:nvPr userDrawn="1"/>
        </p:nvPicPr>
        <p:blipFill rotWithShape="1">
          <a:blip r:embed="rId2"/>
          <a:srcRect l="17162" t="77592" r="78736"/>
          <a:stretch/>
        </p:blipFill>
        <p:spPr>
          <a:xfrm rot="10800000">
            <a:off x="571500" y="-737549"/>
            <a:ext cx="500083" cy="1536790"/>
          </a:xfrm>
          <a:prstGeom prst="rect">
            <a:avLst/>
          </a:prstGeom>
        </p:spPr>
      </p:pic>
      <p:sp>
        <p:nvSpPr>
          <p:cNvPr id="17" name="Content Placeholder 2">
            <a:extLst>
              <a:ext uri="{FF2B5EF4-FFF2-40B4-BE49-F238E27FC236}">
                <a16:creationId xmlns:a16="http://schemas.microsoft.com/office/drawing/2014/main" id="{A4D5C75C-330E-FF43-B40F-90030894A767}"/>
              </a:ext>
            </a:extLst>
          </p:cNvPr>
          <p:cNvSpPr>
            <a:spLocks noGrp="1"/>
          </p:cNvSpPr>
          <p:nvPr>
            <p:ph idx="18"/>
          </p:nvPr>
        </p:nvSpPr>
        <p:spPr>
          <a:xfrm>
            <a:off x="4805665" y="1222362"/>
            <a:ext cx="6796915" cy="4840508"/>
          </a:xfrm>
          <a:prstGeom prst="rect">
            <a:avLst/>
          </a:prstGeom>
        </p:spPr>
        <p:txBody>
          <a:bodyPr lIns="0" tIns="0" rIns="0" bIns="0"/>
          <a:lstStyle>
            <a:lvl1pPr>
              <a:defRPr sz="1600" b="1" cap="all" spc="300" baseline="0">
                <a:solidFill>
                  <a:schemeClr val="accent1"/>
                </a:solidFill>
              </a:defRPr>
            </a:lvl1pPr>
            <a:lvl2pPr marL="12700" indent="0">
              <a:buClr>
                <a:srgbClr val="001E62"/>
              </a:buClr>
              <a:buFontTx/>
              <a:buNone/>
              <a:tabLst/>
              <a:defRPr/>
            </a:lvl2pPr>
            <a:lvl3pPr marL="641350" indent="-171450">
              <a:buClr>
                <a:srgbClr val="001E62"/>
              </a:buClr>
              <a:buFont typeface="Arial" panose="020B0604020202020204" pitchFamily="34" charset="0"/>
              <a:buChar char="•"/>
              <a:tabLst/>
              <a:defRPr/>
            </a:lvl3pPr>
            <a:lvl4pPr marL="1485900" indent="-114300">
              <a:buClr>
                <a:srgbClr val="001E62"/>
              </a:buClr>
              <a:tabLst/>
              <a:defRPr sz="1200">
                <a:solidFill>
                  <a:schemeClr val="tx1"/>
                </a:solidFill>
              </a:defRPr>
            </a:lvl4pPr>
            <a:lvl5pPr marL="1952625" indent="-123825">
              <a:buClr>
                <a:srgbClr val="001E62"/>
              </a:buClr>
              <a:tabLst/>
              <a:defRPr sz="1200">
                <a:solidFill>
                  <a:schemeClr val="tx1"/>
                </a:solidFill>
              </a:defRPr>
            </a:lvl5pPr>
          </a:lstStyle>
          <a:p>
            <a:pPr lvl="0"/>
            <a:r>
              <a:rPr lang="en-US"/>
              <a:t>Click to edit Master text styles</a:t>
            </a:r>
          </a:p>
          <a:p>
            <a:pPr lvl="1"/>
            <a:r>
              <a:rPr lang="en-US"/>
              <a:t>Second level</a:t>
            </a:r>
          </a:p>
          <a:p>
            <a:pPr lvl="2"/>
            <a:r>
              <a:rPr lang="en-US"/>
              <a:t>Third level</a:t>
            </a:r>
          </a:p>
        </p:txBody>
      </p:sp>
      <p:sp>
        <p:nvSpPr>
          <p:cNvPr id="19" name="TextBox 18">
            <a:extLst>
              <a:ext uri="{FF2B5EF4-FFF2-40B4-BE49-F238E27FC236}">
                <a16:creationId xmlns:a16="http://schemas.microsoft.com/office/drawing/2014/main" id="{52DFFB21-BBD8-584B-AD40-5FF15F1975E2}"/>
              </a:ext>
            </a:extLst>
          </p:cNvPr>
          <p:cNvSpPr txBox="1"/>
          <p:nvPr userDrawn="1"/>
        </p:nvSpPr>
        <p:spPr>
          <a:xfrm>
            <a:off x="125425" y="6439768"/>
            <a:ext cx="601579" cy="307777"/>
          </a:xfrm>
          <a:prstGeom prst="rect">
            <a:avLst/>
          </a:prstGeom>
          <a:noFill/>
        </p:spPr>
        <p:txBody>
          <a:bodyPr wrap="square" rtlCol="0">
            <a:spAutoFit/>
          </a:bodyPr>
          <a:lstStyle/>
          <a:p>
            <a:fld id="{3165C24F-D5A7-7547-9DA1-2768CBD8B2AD}" type="slidenum">
              <a:rPr lang="en-US" sz="1400" b="1" smtClean="0">
                <a:solidFill>
                  <a:schemeClr val="bg1"/>
                </a:solidFill>
                <a:latin typeface="Arial" panose="020B0604020202020204" pitchFamily="34" charset="0"/>
                <a:cs typeface="Arial" panose="020B0604020202020204" pitchFamily="34" charset="0"/>
              </a:rPr>
              <a:t>‹#›</a:t>
            </a:fld>
            <a:endParaRPr lang="en-US" sz="1400" b="1">
              <a:solidFill>
                <a:schemeClr val="bg1"/>
              </a:solidFill>
              <a:latin typeface="Arial" panose="020B0604020202020204" pitchFamily="34" charset="0"/>
              <a:cs typeface="Arial" panose="020B0604020202020204" pitchFamily="34" charset="0"/>
            </a:endParaRPr>
          </a:p>
        </p:txBody>
      </p:sp>
      <p:sp>
        <p:nvSpPr>
          <p:cNvPr id="2" name="Footer Placeholder 1">
            <a:extLst>
              <a:ext uri="{FF2B5EF4-FFF2-40B4-BE49-F238E27FC236}">
                <a16:creationId xmlns:a16="http://schemas.microsoft.com/office/drawing/2014/main" id="{CF9A3847-D44C-1045-9746-270828EEC7AD}"/>
              </a:ext>
            </a:extLst>
          </p:cNvPr>
          <p:cNvSpPr>
            <a:spLocks noGrp="1"/>
          </p:cNvSpPr>
          <p:nvPr>
            <p:ph type="ftr" sz="quarter" idx="19"/>
          </p:nvPr>
        </p:nvSpPr>
        <p:spPr>
          <a:xfrm>
            <a:off x="4805665" y="6419410"/>
            <a:ext cx="4114800" cy="365125"/>
          </a:xfrm>
        </p:spPr>
        <p:txBody>
          <a:bodyPr/>
          <a:lstStyle/>
          <a:p>
            <a:r>
              <a:rPr lang="en-US"/>
              <a:t>College/Department/Presentation Name</a:t>
            </a:r>
          </a:p>
        </p:txBody>
      </p:sp>
    </p:spTree>
    <p:extLst>
      <p:ext uri="{BB962C8B-B14F-4D97-AF65-F5344CB8AC3E}">
        <p14:creationId xmlns:p14="http://schemas.microsoft.com/office/powerpoint/2010/main" val="4056754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3A040F-DDFD-4E49-B911-5258CAF2D3E7}"/>
              </a:ext>
            </a:extLst>
          </p:cNvPr>
          <p:cNvPicPr>
            <a:picLocks noChangeAspect="1"/>
          </p:cNvPicPr>
          <p:nvPr userDrawn="1"/>
        </p:nvPicPr>
        <p:blipFill rotWithShape="1">
          <a:blip r:embed="rId2"/>
          <a:srcRect t="61111" b="7037"/>
          <a:stretch/>
        </p:blipFill>
        <p:spPr>
          <a:xfrm>
            <a:off x="0" y="2331188"/>
            <a:ext cx="12192000" cy="2184400"/>
          </a:xfrm>
          <a:prstGeom prst="rect">
            <a:avLst/>
          </a:prstGeom>
        </p:spPr>
      </p:pic>
      <p:sp>
        <p:nvSpPr>
          <p:cNvPr id="5" name="Rectangle 4">
            <a:extLst>
              <a:ext uri="{FF2B5EF4-FFF2-40B4-BE49-F238E27FC236}">
                <a16:creationId xmlns:a16="http://schemas.microsoft.com/office/drawing/2014/main" id="{048638E0-CDBC-DC4F-8BB3-C27A3270B4E9}"/>
              </a:ext>
            </a:extLst>
          </p:cNvPr>
          <p:cNvSpPr/>
          <p:nvPr userDrawn="1"/>
        </p:nvSpPr>
        <p:spPr>
          <a:xfrm>
            <a:off x="-1" y="2340565"/>
            <a:ext cx="12192000" cy="2184400"/>
          </a:xfrm>
          <a:prstGeom prst="rect">
            <a:avLst/>
          </a:prstGeom>
          <a:solidFill>
            <a:srgbClr val="001E6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0" i="0">
              <a:latin typeface="Arial" panose="020B0604020202020204" pitchFamily="34" charset="0"/>
            </a:endParaRPr>
          </a:p>
        </p:txBody>
      </p:sp>
      <p:sp>
        <p:nvSpPr>
          <p:cNvPr id="3" name="Title 1">
            <a:extLst>
              <a:ext uri="{FF2B5EF4-FFF2-40B4-BE49-F238E27FC236}">
                <a16:creationId xmlns:a16="http://schemas.microsoft.com/office/drawing/2014/main" id="{658EDC3A-B0ED-8A4D-8488-7A4C581CFDA2}"/>
              </a:ext>
            </a:extLst>
          </p:cNvPr>
          <p:cNvSpPr>
            <a:spLocks noGrp="1"/>
          </p:cNvSpPr>
          <p:nvPr>
            <p:ph type="title" hasCustomPrompt="1"/>
          </p:nvPr>
        </p:nvSpPr>
        <p:spPr>
          <a:xfrm>
            <a:off x="578068" y="3156054"/>
            <a:ext cx="11035861" cy="766989"/>
          </a:xfrm>
          <a:prstGeom prst="rect">
            <a:avLst/>
          </a:prstGeom>
        </p:spPr>
        <p:txBody>
          <a:bodyPr lIns="0" tIns="0" rIns="0" bIns="0" anchor="ctr"/>
          <a:lstStyle>
            <a:lvl1pPr algn="ctr">
              <a:defRPr>
                <a:solidFill>
                  <a:schemeClr val="bg1"/>
                </a:solidFill>
              </a:defRPr>
            </a:lvl1pPr>
          </a:lstStyle>
          <a:p>
            <a:r>
              <a:rPr lang="en-US"/>
              <a:t>Divider Slide</a:t>
            </a:r>
          </a:p>
        </p:txBody>
      </p:sp>
      <p:sp>
        <p:nvSpPr>
          <p:cNvPr id="2" name="Footer Placeholder 1">
            <a:extLst>
              <a:ext uri="{FF2B5EF4-FFF2-40B4-BE49-F238E27FC236}">
                <a16:creationId xmlns:a16="http://schemas.microsoft.com/office/drawing/2014/main" id="{D4781056-D049-3547-BEAF-CEE287C4E45D}"/>
              </a:ext>
            </a:extLst>
          </p:cNvPr>
          <p:cNvSpPr>
            <a:spLocks noGrp="1"/>
          </p:cNvSpPr>
          <p:nvPr>
            <p:ph type="ftr" sz="quarter" idx="10"/>
          </p:nvPr>
        </p:nvSpPr>
        <p:spPr/>
        <p:txBody>
          <a:bodyPr/>
          <a:lstStyle/>
          <a:p>
            <a:r>
              <a:rPr lang="en-US"/>
              <a:t>College/Department/Presentation Name</a:t>
            </a:r>
          </a:p>
        </p:txBody>
      </p:sp>
    </p:spTree>
    <p:extLst>
      <p:ext uri="{BB962C8B-B14F-4D97-AF65-F5344CB8AC3E}">
        <p14:creationId xmlns:p14="http://schemas.microsoft.com/office/powerpoint/2010/main" val="21561862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C6736B9-CC46-8040-9B10-88C725D129B4}"/>
              </a:ext>
            </a:extLst>
          </p:cNvPr>
          <p:cNvPicPr>
            <a:picLocks noChangeAspect="1"/>
          </p:cNvPicPr>
          <p:nvPr userDrawn="1"/>
        </p:nvPicPr>
        <p:blipFill rotWithShape="1">
          <a:blip r:embed="rId2"/>
          <a:srcRect l="1" t="85786" r="3" b="1251"/>
          <a:stretch/>
        </p:blipFill>
        <p:spPr>
          <a:xfrm>
            <a:off x="0" y="6007100"/>
            <a:ext cx="12192000" cy="889000"/>
          </a:xfrm>
          <a:prstGeom prst="rect">
            <a:avLst/>
          </a:prstGeom>
        </p:spPr>
      </p:pic>
      <p:sp>
        <p:nvSpPr>
          <p:cNvPr id="5" name="Rectangle 4">
            <a:extLst>
              <a:ext uri="{FF2B5EF4-FFF2-40B4-BE49-F238E27FC236}">
                <a16:creationId xmlns:a16="http://schemas.microsoft.com/office/drawing/2014/main" id="{37BE2AD0-F3DD-C74E-AD44-71463A9CACDB}"/>
              </a:ext>
            </a:extLst>
          </p:cNvPr>
          <p:cNvSpPr/>
          <p:nvPr userDrawn="1"/>
        </p:nvSpPr>
        <p:spPr>
          <a:xfrm>
            <a:off x="196645" y="6409044"/>
            <a:ext cx="304800" cy="3077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3" name="Title 1">
            <a:extLst>
              <a:ext uri="{FF2B5EF4-FFF2-40B4-BE49-F238E27FC236}">
                <a16:creationId xmlns:a16="http://schemas.microsoft.com/office/drawing/2014/main" id="{658EDC3A-B0ED-8A4D-8488-7A4C581CFDA2}"/>
              </a:ext>
            </a:extLst>
          </p:cNvPr>
          <p:cNvSpPr>
            <a:spLocks noGrp="1"/>
          </p:cNvSpPr>
          <p:nvPr>
            <p:ph type="title" hasCustomPrompt="1"/>
          </p:nvPr>
        </p:nvSpPr>
        <p:spPr>
          <a:xfrm>
            <a:off x="578069" y="2793176"/>
            <a:ext cx="11035861" cy="766989"/>
          </a:xfrm>
          <a:prstGeom prst="rect">
            <a:avLst/>
          </a:prstGeom>
        </p:spPr>
        <p:txBody>
          <a:bodyPr lIns="0" tIns="0" rIns="0" bIns="0" anchor="ctr"/>
          <a:lstStyle>
            <a:lvl1pPr algn="ctr">
              <a:defRPr>
                <a:solidFill>
                  <a:schemeClr val="accent2"/>
                </a:solidFill>
              </a:defRPr>
            </a:lvl1pPr>
          </a:lstStyle>
          <a:p>
            <a:r>
              <a:rPr lang="en-US"/>
              <a:t>Divider Slide</a:t>
            </a:r>
          </a:p>
        </p:txBody>
      </p:sp>
      <p:sp>
        <p:nvSpPr>
          <p:cNvPr id="4" name="TextBox 3">
            <a:extLst>
              <a:ext uri="{FF2B5EF4-FFF2-40B4-BE49-F238E27FC236}">
                <a16:creationId xmlns:a16="http://schemas.microsoft.com/office/drawing/2014/main" id="{F6AA68CF-ED20-AF4E-B696-23793AE24597}"/>
              </a:ext>
            </a:extLst>
          </p:cNvPr>
          <p:cNvSpPr txBox="1"/>
          <p:nvPr userDrawn="1"/>
        </p:nvSpPr>
        <p:spPr>
          <a:xfrm>
            <a:off x="157317" y="6369355"/>
            <a:ext cx="601579" cy="307777"/>
          </a:xfrm>
          <a:prstGeom prst="rect">
            <a:avLst/>
          </a:prstGeom>
          <a:noFill/>
        </p:spPr>
        <p:txBody>
          <a:bodyPr wrap="square" rtlCol="0">
            <a:spAutoFit/>
          </a:bodyPr>
          <a:lstStyle/>
          <a:p>
            <a:fld id="{3165C24F-D5A7-7547-9DA1-2768CBD8B2AD}" type="slidenum">
              <a:rPr lang="en-US" sz="1400" b="1" smtClean="0">
                <a:solidFill>
                  <a:schemeClr val="accent2"/>
                </a:solidFill>
                <a:latin typeface="Arial" panose="020B0604020202020204" pitchFamily="34" charset="0"/>
                <a:cs typeface="Arial" panose="020B0604020202020204" pitchFamily="34" charset="0"/>
              </a:rPr>
              <a:t>‹#›</a:t>
            </a:fld>
            <a:endParaRPr lang="en-US" sz="1400" b="1">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10630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4466824-B371-3F4A-BBC7-17B5B0E28245}"/>
              </a:ext>
            </a:extLst>
          </p:cNvPr>
          <p:cNvPicPr>
            <a:picLocks noChangeAspect="1"/>
          </p:cNvPicPr>
          <p:nvPr/>
        </p:nvPicPr>
        <p:blipFill>
          <a:blip r:embed="rId2"/>
          <a:stretch>
            <a:fillRect/>
          </a:stretch>
        </p:blipFill>
        <p:spPr>
          <a:xfrm>
            <a:off x="4932751" y="2295148"/>
            <a:ext cx="2326497" cy="2267704"/>
          </a:xfrm>
          <a:prstGeom prst="rect">
            <a:avLst/>
          </a:prstGeom>
        </p:spPr>
      </p:pic>
      <p:pic>
        <p:nvPicPr>
          <p:cNvPr id="3" name="Picture 2">
            <a:extLst>
              <a:ext uri="{FF2B5EF4-FFF2-40B4-BE49-F238E27FC236}">
                <a16:creationId xmlns:a16="http://schemas.microsoft.com/office/drawing/2014/main" id="{19AE039C-5A95-5E48-B5F3-0DE41F24E20F}"/>
              </a:ext>
            </a:extLst>
          </p:cNvPr>
          <p:cNvPicPr>
            <a:picLocks noChangeAspect="1"/>
          </p:cNvPicPr>
          <p:nvPr userDrawn="1"/>
        </p:nvPicPr>
        <p:blipFill>
          <a:blip r:embed="rId2"/>
          <a:stretch>
            <a:fillRect/>
          </a:stretch>
        </p:blipFill>
        <p:spPr>
          <a:xfrm>
            <a:off x="4932751" y="2295148"/>
            <a:ext cx="2326497" cy="2267704"/>
          </a:xfrm>
          <a:prstGeom prst="rect">
            <a:avLst/>
          </a:prstGeom>
        </p:spPr>
      </p:pic>
    </p:spTree>
    <p:extLst>
      <p:ext uri="{BB962C8B-B14F-4D97-AF65-F5344CB8AC3E}">
        <p14:creationId xmlns:p14="http://schemas.microsoft.com/office/powerpoint/2010/main" val="39287878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2401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218E8F-10A9-6445-A422-50AED2FB7719}"/>
              </a:ext>
            </a:extLst>
          </p:cNvPr>
          <p:cNvSpPr txBox="1"/>
          <p:nvPr userDrawn="1"/>
        </p:nvSpPr>
        <p:spPr>
          <a:xfrm>
            <a:off x="125425" y="6439768"/>
            <a:ext cx="601579" cy="307777"/>
          </a:xfrm>
          <a:prstGeom prst="rect">
            <a:avLst/>
          </a:prstGeom>
          <a:noFill/>
        </p:spPr>
        <p:txBody>
          <a:bodyPr wrap="square" rtlCol="0">
            <a:spAutoFit/>
          </a:bodyPr>
          <a:lstStyle/>
          <a:p>
            <a:fld id="{3165C24F-D5A7-7547-9DA1-2768CBD8B2AD}" type="slidenum">
              <a:rPr lang="en-US" sz="1400" b="1" smtClean="0">
                <a:solidFill>
                  <a:schemeClr val="accent2"/>
                </a:solidFill>
                <a:latin typeface="Arial" panose="020B0604020202020204" pitchFamily="34" charset="0"/>
                <a:cs typeface="Arial" panose="020B0604020202020204" pitchFamily="34" charset="0"/>
              </a:rPr>
              <a:t>‹#›</a:t>
            </a:fld>
            <a:endParaRPr lang="en-US" sz="1400" b="1">
              <a:solidFill>
                <a:schemeClr val="accent2"/>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BDBB5935-E507-3B44-AD51-1D3B1F0405E1}"/>
              </a:ext>
            </a:extLst>
          </p:cNvPr>
          <p:cNvPicPr>
            <a:picLocks noChangeAspect="1"/>
          </p:cNvPicPr>
          <p:nvPr/>
        </p:nvPicPr>
        <p:blipFill>
          <a:blip r:embed="rId21"/>
          <a:stretch>
            <a:fillRect/>
          </a:stretch>
        </p:blipFill>
        <p:spPr>
          <a:xfrm>
            <a:off x="11462017" y="6126480"/>
            <a:ext cx="604558" cy="589280"/>
          </a:xfrm>
          <a:prstGeom prst="rect">
            <a:avLst/>
          </a:prstGeom>
        </p:spPr>
      </p:pic>
      <p:sp>
        <p:nvSpPr>
          <p:cNvPr id="9" name="Title Placeholder 1">
            <a:extLst>
              <a:ext uri="{FF2B5EF4-FFF2-40B4-BE49-F238E27FC236}">
                <a16:creationId xmlns:a16="http://schemas.microsoft.com/office/drawing/2014/main" id="{DBA86899-E688-504E-A570-178B715EA3C8}"/>
              </a:ext>
            </a:extLst>
          </p:cNvPr>
          <p:cNvSpPr>
            <a:spLocks noGrp="1"/>
          </p:cNvSpPr>
          <p:nvPr>
            <p:ph type="title"/>
          </p:nvPr>
        </p:nvSpPr>
        <p:spPr>
          <a:xfrm>
            <a:off x="571499" y="427475"/>
            <a:ext cx="11048999" cy="811005"/>
          </a:xfrm>
          <a:prstGeom prst="rect">
            <a:avLst/>
          </a:prstGeom>
        </p:spPr>
        <p:txBody>
          <a:bodyPr vert="horz" lIns="0" tIns="0" rIns="0" bIns="0" rtlCol="0" anchor="t">
            <a:normAutofit/>
          </a:bodyPr>
          <a:lstStyle/>
          <a:p>
            <a:r>
              <a:rPr lang="en-US"/>
              <a:t>Slide Title</a:t>
            </a:r>
          </a:p>
        </p:txBody>
      </p:sp>
      <p:sp>
        <p:nvSpPr>
          <p:cNvPr id="10" name="Text Placeholder 2">
            <a:extLst>
              <a:ext uri="{FF2B5EF4-FFF2-40B4-BE49-F238E27FC236}">
                <a16:creationId xmlns:a16="http://schemas.microsoft.com/office/drawing/2014/main" id="{005117A9-42CA-BD41-9D8D-547D5CDB2A2B}"/>
              </a:ext>
            </a:extLst>
          </p:cNvPr>
          <p:cNvSpPr>
            <a:spLocks noGrp="1"/>
          </p:cNvSpPr>
          <p:nvPr>
            <p:ph type="body" idx="1"/>
          </p:nvPr>
        </p:nvSpPr>
        <p:spPr>
          <a:xfrm>
            <a:off x="571500" y="1437126"/>
            <a:ext cx="110490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pic>
        <p:nvPicPr>
          <p:cNvPr id="8" name="Picture 7">
            <a:extLst>
              <a:ext uri="{FF2B5EF4-FFF2-40B4-BE49-F238E27FC236}">
                <a16:creationId xmlns:a16="http://schemas.microsoft.com/office/drawing/2014/main" id="{51353ED9-6758-5C4A-B0DC-BD4F58B26932}"/>
              </a:ext>
            </a:extLst>
          </p:cNvPr>
          <p:cNvPicPr>
            <a:picLocks noChangeAspect="1"/>
          </p:cNvPicPr>
          <p:nvPr userDrawn="1"/>
        </p:nvPicPr>
        <p:blipFill>
          <a:blip r:embed="rId21"/>
          <a:stretch>
            <a:fillRect/>
          </a:stretch>
        </p:blipFill>
        <p:spPr>
          <a:xfrm>
            <a:off x="11462017" y="6126480"/>
            <a:ext cx="604558" cy="589280"/>
          </a:xfrm>
          <a:prstGeom prst="rect">
            <a:avLst/>
          </a:prstGeom>
        </p:spPr>
      </p:pic>
      <p:sp>
        <p:nvSpPr>
          <p:cNvPr id="2" name="Footer Placeholder 1">
            <a:extLst>
              <a:ext uri="{FF2B5EF4-FFF2-40B4-BE49-F238E27FC236}">
                <a16:creationId xmlns:a16="http://schemas.microsoft.com/office/drawing/2014/main" id="{C7EA0ADE-DED0-334D-AE1C-0EBE7C7C1CF1}"/>
              </a:ext>
            </a:extLst>
          </p:cNvPr>
          <p:cNvSpPr>
            <a:spLocks noGrp="1"/>
          </p:cNvSpPr>
          <p:nvPr>
            <p:ph type="ftr" sz="quarter" idx="3"/>
          </p:nvPr>
        </p:nvSpPr>
        <p:spPr>
          <a:xfrm>
            <a:off x="571499" y="6419410"/>
            <a:ext cx="4114800" cy="365125"/>
          </a:xfrm>
          <a:prstGeom prst="rect">
            <a:avLst/>
          </a:prstGeom>
        </p:spPr>
        <p:txBody>
          <a:bodyPr vert="horz" lIns="91440" tIns="45720" rIns="91440" bIns="45720" rtlCol="0" anchor="ctr"/>
          <a:lstStyle>
            <a:lvl1pPr algn="l">
              <a:defRPr sz="1200">
                <a:solidFill>
                  <a:schemeClr val="tx1"/>
                </a:solidFill>
                <a:latin typeface="Arial" panose="020B0604020202020204" pitchFamily="34" charset="0"/>
                <a:cs typeface="Arial" panose="020B0604020202020204" pitchFamily="34" charset="0"/>
              </a:defRPr>
            </a:lvl1pPr>
          </a:lstStyle>
          <a:p>
            <a:r>
              <a:rPr lang="en-US"/>
              <a:t>College/Department/Presentation Name</a:t>
            </a:r>
          </a:p>
        </p:txBody>
      </p:sp>
    </p:spTree>
    <p:extLst>
      <p:ext uri="{BB962C8B-B14F-4D97-AF65-F5344CB8AC3E}">
        <p14:creationId xmlns:p14="http://schemas.microsoft.com/office/powerpoint/2010/main" val="2305179192"/>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21" r:id="rId6"/>
    <p:sldLayoutId id="2147483715"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6" r:id="rId16"/>
    <p:sldLayoutId id="2147483718" r:id="rId17"/>
    <p:sldLayoutId id="2147483719" r:id="rId18"/>
    <p:sldLayoutId id="2147483720" r:id="rId19"/>
  </p:sldLayoutIdLst>
  <p:hf sldNum="0" hdr="0" dt="0"/>
  <p:txStyles>
    <p:titleStyle>
      <a:lvl1pPr algn="l" defTabSz="914400" rtl="0" eaLnBrk="1" latinLnBrk="0" hangingPunct="1">
        <a:lnSpc>
          <a:spcPct val="90000"/>
        </a:lnSpc>
        <a:spcBef>
          <a:spcPct val="0"/>
        </a:spcBef>
        <a:buNone/>
        <a:defRPr sz="3600" b="1" i="0" kern="1200">
          <a:solidFill>
            <a:srgbClr val="001E62"/>
          </a:solidFill>
          <a:latin typeface="Arial" panose="020B0604020202020204" pitchFamily="34" charset="0"/>
          <a:ea typeface="+mj-ea"/>
          <a:cs typeface="+mj-cs"/>
        </a:defRPr>
      </a:lvl1pPr>
    </p:titleStyle>
    <p:bodyStyle>
      <a:lvl1pPr marL="0" indent="0" algn="l" defTabSz="914400" rtl="0" eaLnBrk="1" latinLnBrk="0" hangingPunct="1">
        <a:lnSpc>
          <a:spcPct val="100000"/>
        </a:lnSpc>
        <a:spcBef>
          <a:spcPts val="1000"/>
        </a:spcBef>
        <a:buFontTx/>
        <a:buNone/>
        <a:defRPr sz="2000" b="0" i="0" kern="1200">
          <a:solidFill>
            <a:schemeClr val="tx1"/>
          </a:solidFill>
          <a:latin typeface="Arial" panose="020B0604020202020204" pitchFamily="34" charset="0"/>
          <a:ea typeface="+mn-ea"/>
          <a:cs typeface="+mn-cs"/>
        </a:defRPr>
      </a:lvl1pPr>
      <a:lvl2pPr marL="635000" indent="-177800" algn="l" defTabSz="914400" rtl="0" eaLnBrk="1" latinLnBrk="0" hangingPunct="1">
        <a:lnSpc>
          <a:spcPct val="100000"/>
        </a:lnSpc>
        <a:spcBef>
          <a:spcPts val="500"/>
        </a:spcBef>
        <a:buClr>
          <a:srgbClr val="001E62"/>
        </a:buClr>
        <a:buFont typeface="Arial" panose="020B0604020202020204" pitchFamily="34" charset="0"/>
        <a:buChar char="•"/>
        <a:tabLst/>
        <a:defRPr sz="2000" b="0" i="0" kern="1200">
          <a:solidFill>
            <a:schemeClr val="tx1"/>
          </a:solidFill>
          <a:latin typeface="Arial" panose="020B0604020202020204" pitchFamily="34" charset="0"/>
          <a:ea typeface="+mn-ea"/>
          <a:cs typeface="+mn-cs"/>
        </a:defRPr>
      </a:lvl2pPr>
      <a:lvl3pPr marL="1098550" indent="-184150" algn="l" defTabSz="914400" rtl="0" eaLnBrk="1" latinLnBrk="0" hangingPunct="1">
        <a:lnSpc>
          <a:spcPct val="100000"/>
        </a:lnSpc>
        <a:spcBef>
          <a:spcPts val="500"/>
        </a:spcBef>
        <a:buClr>
          <a:srgbClr val="001E62"/>
        </a:buClr>
        <a:buFont typeface="System Font Regular"/>
        <a:buChar char="–"/>
        <a:tabLst/>
        <a:defRPr sz="16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50000"/>
              <a:lumOff val="50000"/>
            </a:schemeClr>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50000"/>
              <a:lumOff val="50000"/>
            </a:schemeClr>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64">
          <p15:clr>
            <a:srgbClr val="F26B43"/>
          </p15:clr>
        </p15:guide>
        <p15:guide id="4" pos="3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microsoft.com/office/2018/10/relationships/comments" Target="../comments/modernComment_17B_4D437748.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pexels.com/photo/raindrops-and-ripples-on-still-water-3394939/" TargetMode="External"/><Relationship Id="rId2" Type="http://schemas.openxmlformats.org/officeDocument/2006/relationships/image" Target="../media/image10.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microsoft.com/office/2018/10/relationships/comments" Target="../comments/modernComment_183_12703F3B.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8/10/relationships/comments" Target="../comments/modernComment_188_A228AFFF.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microsoft.com/office/2018/10/relationships/comments" Target="../comments/modernComment_178_5D91416C.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1.xml"/><Relationship Id="rId13" Type="http://schemas.openxmlformats.org/officeDocument/2006/relationships/image" Target="../media/image16.png"/><Relationship Id="rId3" Type="http://schemas.openxmlformats.org/officeDocument/2006/relationships/customXml" Target="../ink/ink1.xml"/><Relationship Id="rId7" Type="http://schemas.openxmlformats.org/officeDocument/2006/relationships/diagramData" Target="../diagrams/data1.xml"/><Relationship Id="rId12" Type="http://schemas.openxmlformats.org/officeDocument/2006/relationships/image" Target="../media/image14.jpeg"/><Relationship Id="rId2" Type="http://schemas.microsoft.com/office/2018/10/relationships/comments" Target="../comments/modernComment_186_1D93DFAA.xml"/><Relationship Id="rId1" Type="http://schemas.openxmlformats.org/officeDocument/2006/relationships/slideLayout" Target="../slideLayouts/slideLayout5.xml"/><Relationship Id="rId6" Type="http://schemas.openxmlformats.org/officeDocument/2006/relationships/image" Target="../media/image15.png"/><Relationship Id="rId11" Type="http://schemas.microsoft.com/office/2007/relationships/diagramDrawing" Target="../diagrams/drawing1.xml"/><Relationship Id="rId5" Type="http://schemas.openxmlformats.org/officeDocument/2006/relationships/customXml" Target="../ink/ink2.xml"/><Relationship Id="rId10" Type="http://schemas.openxmlformats.org/officeDocument/2006/relationships/diagramColors" Target="../diagrams/colors1.xml"/><Relationship Id="rId4" Type="http://schemas.openxmlformats.org/officeDocument/2006/relationships/image" Target="../media/image14.png"/><Relationship Id="rId9"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89_CB27E8F2.xml"/><Relationship Id="rId2" Type="http://schemas.openxmlformats.org/officeDocument/2006/relationships/notesSlide" Target="../notesSlides/notesSlide1.xml"/><Relationship Id="rId1" Type="http://schemas.openxmlformats.org/officeDocument/2006/relationships/slideLayout" Target="../slideLayouts/slideLayout15.xml"/><Relationship Id="rId5" Type="http://schemas.openxmlformats.org/officeDocument/2006/relationships/image" Target="../media/image18.sv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microsoft.com/office/2018/10/relationships/comments" Target="../comments/modernComment_17A_B6EB3B47.xml"/><Relationship Id="rId1" Type="http://schemas.openxmlformats.org/officeDocument/2006/relationships/slideLayout" Target="../slideLayouts/slideLayout4.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EFCD1B53-1BFE-8B23-1618-F7A76DC0E3E0}"/>
              </a:ext>
            </a:extLst>
          </p:cNvPr>
          <p:cNvSpPr txBox="1">
            <a:spLocks/>
          </p:cNvSpPr>
          <p:nvPr/>
        </p:nvSpPr>
        <p:spPr>
          <a:xfrm>
            <a:off x="6105009" y="2205037"/>
            <a:ext cx="4730632" cy="1022795"/>
          </a:xfrm>
          <a:prstGeom prst="rect">
            <a:avLst/>
          </a:prstGeom>
        </p:spPr>
        <p:txBody>
          <a:bodyPr vert="horz" lIns="0" tIns="0" rIns="0" bIns="0" rtlCol="0" anchor="t">
            <a:normAutofit/>
          </a:bodyPr>
          <a:lstStyle>
            <a:lvl1pPr algn="l" defTabSz="914400" rtl="0" eaLnBrk="1" latinLnBrk="0" hangingPunct="1">
              <a:lnSpc>
                <a:spcPct val="90000"/>
              </a:lnSpc>
              <a:spcBef>
                <a:spcPct val="0"/>
              </a:spcBef>
              <a:buNone/>
              <a:defRPr sz="3600" b="1" i="0" kern="1200">
                <a:solidFill>
                  <a:srgbClr val="001E62"/>
                </a:solidFill>
                <a:latin typeface="Arial" panose="020B0604020202020204" pitchFamily="34" charset="0"/>
                <a:ea typeface="+mj-ea"/>
                <a:cs typeface="Arial" panose="020B0604020202020204" pitchFamily="34" charset="0"/>
              </a:defRPr>
            </a:lvl1pPr>
          </a:lstStyle>
          <a:p>
            <a:pPr>
              <a:spcAft>
                <a:spcPts val="600"/>
              </a:spcAft>
            </a:pPr>
            <a:r>
              <a:rPr lang="en-US" b="0">
                <a:latin typeface="Arial"/>
                <a:cs typeface="Arial"/>
              </a:rPr>
              <a:t>Liquid-Liquid Extraction</a:t>
            </a:r>
            <a:endParaRPr lang="en-US"/>
          </a:p>
        </p:txBody>
      </p:sp>
      <p:sp>
        <p:nvSpPr>
          <p:cNvPr id="7" name="Subtitle 3">
            <a:extLst>
              <a:ext uri="{FF2B5EF4-FFF2-40B4-BE49-F238E27FC236}">
                <a16:creationId xmlns:a16="http://schemas.microsoft.com/office/drawing/2014/main" id="{91043E3E-E824-1721-6D91-9588E9E43ACE}"/>
              </a:ext>
            </a:extLst>
          </p:cNvPr>
          <p:cNvSpPr txBox="1">
            <a:spLocks/>
          </p:cNvSpPr>
          <p:nvPr/>
        </p:nvSpPr>
        <p:spPr>
          <a:xfrm>
            <a:off x="6105008" y="4099548"/>
            <a:ext cx="4920344" cy="607572"/>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Tx/>
              <a:buNone/>
              <a:defRPr sz="2400" b="0" i="0" kern="1200">
                <a:solidFill>
                  <a:schemeClr val="tx1"/>
                </a:solidFill>
                <a:latin typeface="Arial" panose="020B0604020202020204" pitchFamily="34" charset="0"/>
                <a:ea typeface="+mn-ea"/>
                <a:cs typeface="+mn-cs"/>
              </a:defRPr>
            </a:lvl1pPr>
            <a:lvl2pPr marL="457200" indent="0" algn="ctr" defTabSz="914400" rtl="0" eaLnBrk="1" latinLnBrk="0" hangingPunct="1">
              <a:lnSpc>
                <a:spcPct val="100000"/>
              </a:lnSpc>
              <a:spcBef>
                <a:spcPts val="500"/>
              </a:spcBef>
              <a:buClr>
                <a:srgbClr val="001E62"/>
              </a:buClr>
              <a:buFont typeface="Arial" panose="020B0604020202020204" pitchFamily="34" charset="0"/>
              <a:buNone/>
              <a:tabLst/>
              <a:defRPr sz="2000" b="0" i="0" kern="1200">
                <a:solidFill>
                  <a:schemeClr val="tx1"/>
                </a:solidFill>
                <a:latin typeface="Arial" panose="020B0604020202020204" pitchFamily="34" charset="0"/>
                <a:ea typeface="+mn-ea"/>
                <a:cs typeface="+mn-cs"/>
              </a:defRPr>
            </a:lvl2pPr>
            <a:lvl3pPr marL="914400" indent="0" algn="ctr" defTabSz="914400" rtl="0" eaLnBrk="1" latinLnBrk="0" hangingPunct="1">
              <a:lnSpc>
                <a:spcPct val="100000"/>
              </a:lnSpc>
              <a:spcBef>
                <a:spcPts val="500"/>
              </a:spcBef>
              <a:buClr>
                <a:srgbClr val="001E62"/>
              </a:buClr>
              <a:buFont typeface="System Font Regular"/>
              <a:buNone/>
              <a:tabLst/>
              <a:defRPr sz="1800" b="0" i="0" kern="1200">
                <a:solidFill>
                  <a:schemeClr val="tx1"/>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lumMod val="50000"/>
                    <a:lumOff val="50000"/>
                  </a:schemeClr>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lumMod val="50000"/>
                    <a:lumOff val="50000"/>
                  </a:schemeClr>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90000"/>
              </a:lnSpc>
            </a:pPr>
            <a:r>
              <a:rPr lang="en-US" sz="2200" b="0" i="0" kern="1200">
                <a:latin typeface="Arial" panose="020B0604020202020204" pitchFamily="34" charset="0"/>
                <a:ea typeface="+mn-ea"/>
                <a:cs typeface="+mn-cs"/>
              </a:rPr>
              <a:t>Angelica Ramirez, Hiba-Batool Naqvi, Jazmin Aca, </a:t>
            </a:r>
            <a:r>
              <a:rPr lang="en-US" sz="2200"/>
              <a:t>Basil Hashim, Noah Guale</a:t>
            </a:r>
            <a:endParaRPr lang="en-US" sz="2200" b="0" i="0" kern="1200">
              <a:latin typeface="Arial" panose="020B0604020202020204" pitchFamily="34" charset="0"/>
              <a:ea typeface="+mn-ea"/>
              <a:cs typeface="+mn-cs"/>
            </a:endParaRPr>
          </a:p>
        </p:txBody>
      </p:sp>
      <p:sp>
        <p:nvSpPr>
          <p:cNvPr id="8" name="Text Placeholder 4">
            <a:extLst>
              <a:ext uri="{FF2B5EF4-FFF2-40B4-BE49-F238E27FC236}">
                <a16:creationId xmlns:a16="http://schemas.microsoft.com/office/drawing/2014/main" id="{C3EA8842-9C16-1424-F755-F65DF35477E8}"/>
              </a:ext>
            </a:extLst>
          </p:cNvPr>
          <p:cNvSpPr txBox="1">
            <a:spLocks/>
          </p:cNvSpPr>
          <p:nvPr/>
        </p:nvSpPr>
        <p:spPr>
          <a:xfrm>
            <a:off x="6105008" y="1611477"/>
            <a:ext cx="2902358" cy="295275"/>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1000"/>
              </a:spcBef>
              <a:buFontTx/>
              <a:buNone/>
              <a:defRPr sz="1400" b="1" i="0" kern="1200" cap="all" spc="400" baseline="0">
                <a:solidFill>
                  <a:srgbClr val="D50032"/>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100000"/>
              </a:lnSpc>
              <a:spcBef>
                <a:spcPts val="500"/>
              </a:spcBef>
              <a:buClr>
                <a:srgbClr val="001E62"/>
              </a:buClr>
              <a:buFontTx/>
              <a:buNone/>
              <a:tabLst/>
              <a:defRPr sz="1400" b="1" i="0" kern="1200" spc="300">
                <a:solidFill>
                  <a:srgbClr val="D50032"/>
                </a:solidFill>
                <a:latin typeface="Arial" panose="020B0604020202020204" pitchFamily="34" charset="0"/>
                <a:ea typeface="+mn-ea"/>
                <a:cs typeface="Arial" panose="020B0604020202020204" pitchFamily="34" charset="0"/>
              </a:defRPr>
            </a:lvl2pPr>
            <a:lvl3pPr marL="1098550" indent="-184150" algn="l" defTabSz="914400" rtl="0" eaLnBrk="1" latinLnBrk="0" hangingPunct="1">
              <a:lnSpc>
                <a:spcPct val="100000"/>
              </a:lnSpc>
              <a:spcBef>
                <a:spcPts val="500"/>
              </a:spcBef>
              <a:buClr>
                <a:srgbClr val="001E62"/>
              </a:buClr>
              <a:buFont typeface="System Font Regular"/>
              <a:buChar char="–"/>
              <a:tabLst/>
              <a:defRPr sz="16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50000"/>
                    <a:lumOff val="50000"/>
                  </a:schemeClr>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50000"/>
                    <a:lumOff val="50000"/>
                  </a:schemeClr>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Arial"/>
                <a:cs typeface="Arial"/>
              </a:rPr>
              <a:t>02/17/26</a:t>
            </a:r>
            <a:endParaRPr lang="en-US" b="1" i="0" kern="1200" cap="all" spc="400" baseline="0">
              <a:latin typeface="Arial" panose="020B0604020202020204" pitchFamily="34" charset="0"/>
              <a:ea typeface="+mn-ea"/>
              <a:cs typeface="Arial" panose="020B0604020202020204" pitchFamily="34" charset="0"/>
            </a:endParaRPr>
          </a:p>
        </p:txBody>
      </p:sp>
      <p:sp>
        <p:nvSpPr>
          <p:cNvPr id="2" name="TextBox 1">
            <a:extLst>
              <a:ext uri="{FF2B5EF4-FFF2-40B4-BE49-F238E27FC236}">
                <a16:creationId xmlns:a16="http://schemas.microsoft.com/office/drawing/2014/main" id="{E8D29F7B-BBA5-57AB-1977-5D7F63411849}"/>
              </a:ext>
            </a:extLst>
          </p:cNvPr>
          <p:cNvSpPr txBox="1"/>
          <p:nvPr/>
        </p:nvSpPr>
        <p:spPr>
          <a:xfrm>
            <a:off x="6105008" y="3705389"/>
            <a:ext cx="1621672" cy="394159"/>
          </a:xfrm>
          <a:prstGeom prst="rect">
            <a:avLst/>
          </a:prstGeom>
        </p:spPr>
        <p:txBody>
          <a:bodyPr vert="horz" lIns="0" tIns="0" rIns="0" bIns="0" rtlCol="0" anchor="t">
            <a:normAutofit/>
          </a:bodyPr>
          <a:lstStyle>
            <a:defPPr>
              <a:defRPr lang="en-US"/>
            </a:defPPr>
            <a:lvl1pPr>
              <a:lnSpc>
                <a:spcPct val="90000"/>
              </a:lnSpc>
              <a:spcBef>
                <a:spcPct val="0"/>
              </a:spcBef>
              <a:spcAft>
                <a:spcPts val="600"/>
              </a:spcAft>
              <a:buNone/>
              <a:defRPr sz="3600" b="1" i="0">
                <a:solidFill>
                  <a:srgbClr val="001E62"/>
                </a:solidFill>
                <a:latin typeface="Arial" panose="020B0604020202020204" pitchFamily="34" charset="0"/>
                <a:ea typeface="+mj-ea"/>
                <a:cs typeface="Arial" panose="020B0604020202020204" pitchFamily="34" charset="0"/>
              </a:defRPr>
            </a:lvl1pPr>
          </a:lstStyle>
          <a:p>
            <a:r>
              <a:rPr lang="en-US" sz="2400"/>
              <a:t>Group 3</a:t>
            </a:r>
          </a:p>
        </p:txBody>
      </p:sp>
      <p:pic>
        <p:nvPicPr>
          <p:cNvPr id="9" name="Picture 8">
            <a:extLst>
              <a:ext uri="{FF2B5EF4-FFF2-40B4-BE49-F238E27FC236}">
                <a16:creationId xmlns:a16="http://schemas.microsoft.com/office/drawing/2014/main" id="{01EC5855-51FC-3D37-5CDD-8BE42C53B22D}"/>
              </a:ext>
            </a:extLst>
          </p:cNvPr>
          <p:cNvPicPr>
            <a:picLocks noChangeAspect="1"/>
          </p:cNvPicPr>
          <p:nvPr/>
        </p:nvPicPr>
        <p:blipFill>
          <a:blip r:embed="rId3"/>
          <a:srcRect l="24783" r="24783"/>
          <a:stretch/>
        </p:blipFill>
        <p:spPr>
          <a:xfrm>
            <a:off x="-436990" y="-40312"/>
            <a:ext cx="6248908" cy="6938623"/>
          </a:xfrm>
          <a:custGeom>
            <a:avLst/>
            <a:gdLst>
              <a:gd name="connsiteX0" fmla="*/ 0 w 6858000"/>
              <a:gd name="connsiteY0" fmla="*/ 0 h 6858000"/>
              <a:gd name="connsiteX1" fmla="*/ 6858000 w 6858000"/>
              <a:gd name="connsiteY1" fmla="*/ 0 h 6858000"/>
              <a:gd name="connsiteX2" fmla="*/ 6858000 w 6858000"/>
              <a:gd name="connsiteY2" fmla="*/ 6858000 h 6858000"/>
              <a:gd name="connsiteX3" fmla="*/ 0 w 6858000"/>
              <a:gd name="connsiteY3" fmla="*/ 6858000 h 6858000"/>
              <a:gd name="connsiteX4" fmla="*/ 0 w 6858000"/>
              <a:gd name="connsiteY4" fmla="*/ 0 h 6858000"/>
              <a:gd name="connsiteX0" fmla="*/ 0 w 6858000"/>
              <a:gd name="connsiteY0" fmla="*/ 0 h 6858000"/>
              <a:gd name="connsiteX1" fmla="*/ 4862945 w 6858000"/>
              <a:gd name="connsiteY1" fmla="*/ 0 h 6858000"/>
              <a:gd name="connsiteX2" fmla="*/ 6858000 w 6858000"/>
              <a:gd name="connsiteY2" fmla="*/ 6858000 h 6858000"/>
              <a:gd name="connsiteX3" fmla="*/ 0 w 6858000"/>
              <a:gd name="connsiteY3" fmla="*/ 6858000 h 6858000"/>
              <a:gd name="connsiteX4" fmla="*/ 0 w 6858000"/>
              <a:gd name="connsiteY4" fmla="*/ 0 h 6858000"/>
              <a:gd name="connsiteX0" fmla="*/ 0 w 4862945"/>
              <a:gd name="connsiteY0" fmla="*/ 0 h 6874625"/>
              <a:gd name="connsiteX1" fmla="*/ 4862945 w 4862945"/>
              <a:gd name="connsiteY1" fmla="*/ 0 h 6874625"/>
              <a:gd name="connsiteX2" fmla="*/ 4846320 w 4862945"/>
              <a:gd name="connsiteY2" fmla="*/ 6874625 h 6874625"/>
              <a:gd name="connsiteX3" fmla="*/ 0 w 4862945"/>
              <a:gd name="connsiteY3" fmla="*/ 6858000 h 6874625"/>
              <a:gd name="connsiteX4" fmla="*/ 0 w 4862945"/>
              <a:gd name="connsiteY4" fmla="*/ 0 h 6874625"/>
              <a:gd name="connsiteX0" fmla="*/ 0 w 6130182"/>
              <a:gd name="connsiteY0" fmla="*/ 0 h 6874625"/>
              <a:gd name="connsiteX1" fmla="*/ 4862945 w 6130182"/>
              <a:gd name="connsiteY1" fmla="*/ 0 h 6874625"/>
              <a:gd name="connsiteX2" fmla="*/ 4846320 w 6130182"/>
              <a:gd name="connsiteY2" fmla="*/ 6874625 h 6874625"/>
              <a:gd name="connsiteX3" fmla="*/ 0 w 6130182"/>
              <a:gd name="connsiteY3" fmla="*/ 6858000 h 6874625"/>
              <a:gd name="connsiteX4" fmla="*/ 0 w 6130182"/>
              <a:gd name="connsiteY4" fmla="*/ 0 h 6874625"/>
              <a:gd name="connsiteX0" fmla="*/ 0 w 6248908"/>
              <a:gd name="connsiteY0" fmla="*/ 0 h 6874625"/>
              <a:gd name="connsiteX1" fmla="*/ 4862945 w 6248908"/>
              <a:gd name="connsiteY1" fmla="*/ 0 h 6874625"/>
              <a:gd name="connsiteX2" fmla="*/ 4846320 w 6248908"/>
              <a:gd name="connsiteY2" fmla="*/ 6874625 h 6874625"/>
              <a:gd name="connsiteX3" fmla="*/ 0 w 6248908"/>
              <a:gd name="connsiteY3" fmla="*/ 6858000 h 6874625"/>
              <a:gd name="connsiteX4" fmla="*/ 0 w 6248908"/>
              <a:gd name="connsiteY4" fmla="*/ 0 h 6874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8908" h="6874625">
                <a:moveTo>
                  <a:pt x="0" y="0"/>
                </a:moveTo>
                <a:lnTo>
                  <a:pt x="4862945" y="0"/>
                </a:lnTo>
                <a:cubicBezTo>
                  <a:pt x="5356167" y="479368"/>
                  <a:pt x="7728066" y="3552305"/>
                  <a:pt x="4846320" y="6874625"/>
                </a:cubicBezTo>
                <a:lnTo>
                  <a:pt x="0" y="6858000"/>
                </a:lnTo>
                <a:lnTo>
                  <a:pt x="0" y="0"/>
                </a:lnTo>
                <a:close/>
              </a:path>
            </a:pathLst>
          </a:custGeom>
          <a:noFill/>
        </p:spPr>
      </p:pic>
    </p:spTree>
    <p:extLst>
      <p:ext uri="{BB962C8B-B14F-4D97-AF65-F5344CB8AC3E}">
        <p14:creationId xmlns:p14="http://schemas.microsoft.com/office/powerpoint/2010/main" val="1296267080"/>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1D9EB6A-3C22-23A4-65D2-403EC1677973}"/>
              </a:ext>
            </a:extLst>
          </p:cNvPr>
          <p:cNvSpPr>
            <a:spLocks noGrp="1"/>
          </p:cNvSpPr>
          <p:nvPr>
            <p:ph type="body" sz="quarter" idx="12"/>
          </p:nvPr>
        </p:nvSpPr>
        <p:spPr/>
        <p:txBody>
          <a:bodyPr/>
          <a:lstStyle/>
          <a:p>
            <a:r>
              <a:rPr lang="en-US"/>
              <a:t>Table of Contents</a:t>
            </a:r>
            <a:endParaRPr lang="en-NZ"/>
          </a:p>
        </p:txBody>
      </p:sp>
      <p:sp>
        <p:nvSpPr>
          <p:cNvPr id="3" name="Content Placeholder 2">
            <a:extLst>
              <a:ext uri="{FF2B5EF4-FFF2-40B4-BE49-F238E27FC236}">
                <a16:creationId xmlns:a16="http://schemas.microsoft.com/office/drawing/2014/main" id="{515D3B9F-CE63-6374-496A-A142BC985E58}"/>
              </a:ext>
            </a:extLst>
          </p:cNvPr>
          <p:cNvSpPr>
            <a:spLocks noGrp="1"/>
          </p:cNvSpPr>
          <p:nvPr>
            <p:ph sz="quarter" idx="13"/>
          </p:nvPr>
        </p:nvSpPr>
        <p:spPr/>
        <p:txBody>
          <a:bodyPr>
            <a:normAutofit/>
          </a:bodyPr>
          <a:lstStyle/>
          <a:p>
            <a:pPr marL="457200" indent="-457200">
              <a:buAutoNum type="arabicPeriod"/>
            </a:pPr>
            <a:r>
              <a:rPr lang="en-US">
                <a:solidFill>
                  <a:srgbClr val="080808"/>
                </a:solidFill>
              </a:rPr>
              <a:t>Introduction</a:t>
            </a:r>
          </a:p>
          <a:p>
            <a:pPr marL="457200" indent="-457200">
              <a:buAutoNum type="arabicPeriod"/>
            </a:pPr>
            <a:r>
              <a:rPr lang="en-US">
                <a:solidFill>
                  <a:srgbClr val="080808"/>
                </a:solidFill>
              </a:rPr>
              <a:t>Theory</a:t>
            </a:r>
          </a:p>
          <a:p>
            <a:pPr marL="457200" indent="-457200">
              <a:buAutoNum type="arabicPeriod"/>
            </a:pPr>
            <a:r>
              <a:rPr lang="en-US">
                <a:solidFill>
                  <a:srgbClr val="080808"/>
                </a:solidFill>
              </a:rPr>
              <a:t>Apparatus</a:t>
            </a:r>
          </a:p>
          <a:p>
            <a:pPr marL="457200" indent="-457200">
              <a:buAutoNum type="arabicPeriod"/>
            </a:pPr>
            <a:r>
              <a:rPr lang="en-US">
                <a:solidFill>
                  <a:srgbClr val="080808"/>
                </a:solidFill>
              </a:rPr>
              <a:t>Materials and Supplies</a:t>
            </a:r>
          </a:p>
          <a:p>
            <a:pPr marL="457200" indent="-457200">
              <a:buAutoNum type="arabicPeriod"/>
            </a:pPr>
            <a:r>
              <a:rPr lang="en-US">
                <a:solidFill>
                  <a:srgbClr val="080808"/>
                </a:solidFill>
              </a:rPr>
              <a:t>Procedure</a:t>
            </a:r>
          </a:p>
          <a:p>
            <a:pPr marL="457200" indent="-457200">
              <a:buAutoNum type="arabicPeriod"/>
            </a:pPr>
            <a:r>
              <a:rPr lang="en-US">
                <a:solidFill>
                  <a:srgbClr val="080808"/>
                </a:solidFill>
              </a:rPr>
              <a:t>Dangers</a:t>
            </a:r>
          </a:p>
          <a:p>
            <a:pPr marL="457200" indent="-457200">
              <a:buAutoNum type="arabicPeriod"/>
            </a:pPr>
            <a:r>
              <a:rPr lang="en-US">
                <a:solidFill>
                  <a:srgbClr val="080808"/>
                </a:solidFill>
              </a:rPr>
              <a:t>Challenges</a:t>
            </a:r>
          </a:p>
          <a:p>
            <a:endParaRPr lang="en-US"/>
          </a:p>
          <a:p>
            <a:pPr marL="457200" indent="-457200">
              <a:buAutoNum type="arabicPeriod"/>
            </a:pPr>
            <a:endParaRPr lang="en-US"/>
          </a:p>
          <a:p>
            <a:pPr marL="457200" indent="-457200">
              <a:buAutoNum type="arabicPeriod"/>
            </a:pPr>
            <a:endParaRPr lang="en-NZ"/>
          </a:p>
        </p:txBody>
      </p:sp>
      <p:pic>
        <p:nvPicPr>
          <p:cNvPr id="12" name="Picture Placeholder 11" descr="A water droplet falling into a ripple&#10;&#10;AI-generated content may be incorrect.">
            <a:extLst>
              <a:ext uri="{FF2B5EF4-FFF2-40B4-BE49-F238E27FC236}">
                <a16:creationId xmlns:a16="http://schemas.microsoft.com/office/drawing/2014/main" id="{3AEE8A03-0A2E-8AE6-584A-2236789667F0}"/>
              </a:ext>
            </a:extLst>
          </p:cNvPr>
          <p:cNvPicPr>
            <a:picLocks noGrp="1" noChangeAspect="1"/>
          </p:cNvPicPr>
          <p:nvPr>
            <p:ph type="pic" sz="quarter" idx="10"/>
          </p:nvPr>
        </p:nvPicPr>
        <p:blipFill>
          <a:blip r:embed="rId2">
            <a:extLst>
              <a:ext uri="{837473B0-CC2E-450A-ABE3-18F120FF3D39}">
                <a1611:picAttrSrcUrl xmlns:a1611="http://schemas.microsoft.com/office/drawing/2016/11/main" r:id="rId3"/>
              </a:ext>
            </a:extLst>
          </a:blip>
          <a:srcRect l="12696" r="12696"/>
          <a:stretch>
            <a:fillRect/>
          </a:stretch>
        </p:blipFill>
        <p:spPr/>
      </p:pic>
    </p:spTree>
    <p:extLst>
      <p:ext uri="{BB962C8B-B14F-4D97-AF65-F5344CB8AC3E}">
        <p14:creationId xmlns:p14="http://schemas.microsoft.com/office/powerpoint/2010/main" val="2080437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13090-EEB3-25CB-BF0D-6C8F34E44B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9EAEC0-FABC-99EA-70E8-97CEB9C3D70B}"/>
              </a:ext>
            </a:extLst>
          </p:cNvPr>
          <p:cNvSpPr>
            <a:spLocks noGrp="1"/>
          </p:cNvSpPr>
          <p:nvPr>
            <p:ph type="title"/>
          </p:nvPr>
        </p:nvSpPr>
        <p:spPr>
          <a:xfrm>
            <a:off x="571500" y="429610"/>
            <a:ext cx="5980129" cy="766989"/>
          </a:xfrm>
        </p:spPr>
        <p:txBody>
          <a:bodyPr anchor="t">
            <a:normAutofit/>
          </a:bodyPr>
          <a:lstStyle/>
          <a:p>
            <a:r>
              <a:rPr lang="en-US"/>
              <a:t>Introduction</a:t>
            </a:r>
            <a:endParaRPr lang="en-NZ"/>
          </a:p>
        </p:txBody>
      </p:sp>
      <p:sp>
        <p:nvSpPr>
          <p:cNvPr id="4" name="Content Placeholder 3">
            <a:extLst>
              <a:ext uri="{FF2B5EF4-FFF2-40B4-BE49-F238E27FC236}">
                <a16:creationId xmlns:a16="http://schemas.microsoft.com/office/drawing/2014/main" id="{92B9D41B-E737-81AA-539D-DA58B1843994}"/>
              </a:ext>
            </a:extLst>
          </p:cNvPr>
          <p:cNvSpPr>
            <a:spLocks noGrp="1"/>
          </p:cNvSpPr>
          <p:nvPr>
            <p:ph idx="1"/>
          </p:nvPr>
        </p:nvSpPr>
        <p:spPr>
          <a:xfrm>
            <a:off x="571500" y="4654550"/>
            <a:ext cx="11049000" cy="1599946"/>
          </a:xfrm>
        </p:spPr>
        <p:txBody>
          <a:bodyPr vert="horz" lIns="0" tIns="0" rIns="0" bIns="0" rtlCol="0" anchor="t">
            <a:normAutofit fontScale="85000" lnSpcReduction="20000"/>
          </a:bodyPr>
          <a:lstStyle/>
          <a:p>
            <a:r>
              <a:rPr lang="en-US" dirty="0">
                <a:solidFill>
                  <a:srgbClr val="000000"/>
                </a:solidFill>
                <a:highlight>
                  <a:srgbClr val="FFFFFF"/>
                </a:highlight>
                <a:latin typeface="Arial"/>
                <a:cs typeface="Arial"/>
              </a:rPr>
              <a:t>The objective of this lab is to understand the effect of mixing on the efficiency of extraction of the unit and the theoretical number of stages. This lab operates a three-stage mixer settler system to extract acetic acid from white oil using water as the solvent. The time it took for the oil to reach the system will be measured as well as the composition of the resulting streams will be measured by titrating using a NaOH solution using phenolphthalein as the endpoint indicator. With these measurements, plots of acetic acid concentration as a function of agitator speed will be analyzed to find the effect of agitator speed on the efficiency of separation. Furthermore, the McCabe-Thiele and Murphree efficiencies will determine the stages and efficiencies. </a:t>
            </a:r>
            <a:endParaRPr lang="en-US" dirty="0"/>
          </a:p>
        </p:txBody>
      </p:sp>
      <p:pic>
        <p:nvPicPr>
          <p:cNvPr id="6" name="Picture 2">
            <a:extLst>
              <a:ext uri="{FF2B5EF4-FFF2-40B4-BE49-F238E27FC236}">
                <a16:creationId xmlns:a16="http://schemas.microsoft.com/office/drawing/2014/main" id="{408DE509-6F9F-F72E-4724-D98134B1924C}"/>
              </a:ext>
            </a:extLst>
          </p:cNvPr>
          <p:cNvPicPr>
            <a:picLocks noGrp="1" noChangeAspect="1" noChangeArrowheads="1"/>
          </p:cNvPicPr>
          <p:nvPr>
            <p:ph type="pic" sz="quarter" idx="13"/>
          </p:nvPr>
        </p:nvPicPr>
        <p:blipFill>
          <a:blip r:embed="rId3"/>
          <a:srcRect t="28497" b="28497"/>
          <a:stretch/>
        </p:blipFill>
        <p:spPr bwMode="auto">
          <a:xfrm>
            <a:off x="571500" y="1196975"/>
            <a:ext cx="11049000" cy="3157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346107"/>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E2BB5-C380-07A4-BEF4-FC98BE80EDB1}"/>
              </a:ext>
            </a:extLst>
          </p:cNvPr>
          <p:cNvSpPr>
            <a:spLocks noGrp="1"/>
          </p:cNvSpPr>
          <p:nvPr>
            <p:ph type="title"/>
          </p:nvPr>
        </p:nvSpPr>
        <p:spPr>
          <a:xfrm>
            <a:off x="571499" y="216289"/>
            <a:ext cx="11048999" cy="811005"/>
          </a:xfrm>
        </p:spPr>
        <p:txBody>
          <a:bodyPr/>
          <a:lstStyle/>
          <a:p>
            <a:r>
              <a:rPr lang="en-US">
                <a:latin typeface="Arial"/>
                <a:cs typeface="Arial"/>
              </a:rPr>
              <a:t>Theory</a:t>
            </a:r>
            <a:endParaRPr lang="en-US">
              <a:cs typeface="Arial"/>
            </a:endParaRP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AD199397-1638-1201-CB9E-9CD8DDDC1111}"/>
                  </a:ext>
                </a:extLst>
              </p:cNvPr>
              <p:cNvGraphicFramePr>
                <a:graphicFrameLocks noGrp="1"/>
              </p:cNvGraphicFramePr>
              <p:nvPr>
                <p:ph idx="1"/>
                <p:extLst>
                  <p:ext uri="{D42A27DB-BD31-4B8C-83A1-F6EECF244321}">
                    <p14:modId xmlns:p14="http://schemas.microsoft.com/office/powerpoint/2010/main" val="1174966183"/>
                  </p:ext>
                </p:extLst>
              </p:nvPr>
            </p:nvGraphicFramePr>
            <p:xfrm>
              <a:off x="5170812" y="506515"/>
              <a:ext cx="6336063" cy="5497241"/>
            </p:xfrm>
            <a:graphic>
              <a:graphicData uri="http://schemas.openxmlformats.org/drawingml/2006/table">
                <a:tbl>
                  <a:tblPr firstRow="1" firstCol="1">
                    <a:tableStyleId>{5C22544A-7EE6-4342-B048-85BDC9FD1C3A}</a:tableStyleId>
                  </a:tblPr>
                  <a:tblGrid>
                    <a:gridCol w="2112021">
                      <a:extLst>
                        <a:ext uri="{9D8B030D-6E8A-4147-A177-3AD203B41FA5}">
                          <a16:colId xmlns:a16="http://schemas.microsoft.com/office/drawing/2014/main" val="3464080464"/>
                        </a:ext>
                      </a:extLst>
                    </a:gridCol>
                    <a:gridCol w="2112021">
                      <a:extLst>
                        <a:ext uri="{9D8B030D-6E8A-4147-A177-3AD203B41FA5}">
                          <a16:colId xmlns:a16="http://schemas.microsoft.com/office/drawing/2014/main" val="153906072"/>
                        </a:ext>
                      </a:extLst>
                    </a:gridCol>
                    <a:gridCol w="2112021">
                      <a:extLst>
                        <a:ext uri="{9D8B030D-6E8A-4147-A177-3AD203B41FA5}">
                          <a16:colId xmlns:a16="http://schemas.microsoft.com/office/drawing/2014/main" val="2624937931"/>
                        </a:ext>
                      </a:extLst>
                    </a:gridCol>
                  </a:tblGrid>
                  <a:tr h="258541">
                    <a:tc gridSpan="3">
                      <a:txBody>
                        <a:bodyPr/>
                        <a:lstStyle/>
                        <a:p>
                          <a:pPr marL="0" marR="0">
                            <a:buNone/>
                          </a:pPr>
                          <a:r>
                            <a:rPr lang="en-US" sz="1400">
                              <a:effectLst/>
                            </a:rPr>
                            <a:t>Table 1: Equations </a:t>
                          </a:r>
                          <a:endParaRPr lang="en-US" sz="1400">
                            <a:effectLst/>
                            <a:latin typeface="Times New Roman" panose="02020603050405020304" pitchFamily="18" charset="0"/>
                            <a:ea typeface="Times New Roman" panose="02020603050405020304" pitchFamily="18" charset="0"/>
                          </a:endParaRPr>
                        </a:p>
                      </a:txBody>
                      <a:tcPr marL="57702" marR="57702"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64446027"/>
                      </a:ext>
                    </a:extLst>
                  </a:tr>
                  <a:tr h="258541">
                    <a:tc>
                      <a:txBody>
                        <a:bodyPr/>
                        <a:lstStyle/>
                        <a:p>
                          <a:pPr marL="0" marR="0" algn="ctr">
                            <a:buNone/>
                          </a:pPr>
                          <a:r>
                            <a:rPr lang="en-US" sz="1400">
                              <a:effectLst/>
                            </a:rPr>
                            <a:t>Title</a:t>
                          </a:r>
                          <a:endParaRPr lang="en-US" sz="1400">
                            <a:effectLst/>
                            <a:latin typeface="Times New Roman" panose="02020603050405020304" pitchFamily="18" charset="0"/>
                            <a:ea typeface="Times New Roman" panose="02020603050405020304" pitchFamily="18" charset="0"/>
                          </a:endParaRPr>
                        </a:p>
                      </a:txBody>
                      <a:tcPr marL="57702" marR="57702" marT="0" marB="0"/>
                    </a:tc>
                    <a:tc>
                      <a:txBody>
                        <a:bodyPr/>
                        <a:lstStyle/>
                        <a:p>
                          <a:pPr marL="0" marR="0" algn="ctr">
                            <a:buNone/>
                          </a:pPr>
                          <a:r>
                            <a:rPr lang="en-US" sz="1400">
                              <a:effectLst/>
                            </a:rPr>
                            <a:t>Equation</a:t>
                          </a:r>
                          <a:endParaRPr lang="en-US" sz="1400">
                            <a:effectLst/>
                            <a:latin typeface="Times New Roman" panose="02020603050405020304" pitchFamily="18" charset="0"/>
                            <a:ea typeface="Times New Roman" panose="02020603050405020304" pitchFamily="18" charset="0"/>
                          </a:endParaRPr>
                        </a:p>
                      </a:txBody>
                      <a:tcPr marL="57702" marR="57702" marT="0" marB="0"/>
                    </a:tc>
                    <a:tc>
                      <a:txBody>
                        <a:bodyPr/>
                        <a:lstStyle/>
                        <a:p>
                          <a:pPr marL="0" marR="0" algn="ctr">
                            <a:buNone/>
                          </a:pPr>
                          <a:r>
                            <a:rPr lang="en-US" sz="1400">
                              <a:effectLst/>
                            </a:rPr>
                            <a:t>Components</a:t>
                          </a:r>
                          <a:endParaRPr lang="en-US" sz="1400">
                            <a:effectLst/>
                            <a:latin typeface="Times New Roman" panose="02020603050405020304" pitchFamily="18" charset="0"/>
                            <a:ea typeface="Times New Roman" panose="02020603050405020304" pitchFamily="18" charset="0"/>
                          </a:endParaRPr>
                        </a:p>
                      </a:txBody>
                      <a:tcPr marL="57702" marR="57702" marT="0" marB="0"/>
                    </a:tc>
                    <a:extLst>
                      <a:ext uri="{0D108BD9-81ED-4DB2-BD59-A6C34878D82A}">
                        <a16:rowId xmlns:a16="http://schemas.microsoft.com/office/drawing/2014/main" val="1916850072"/>
                      </a:ext>
                    </a:extLst>
                  </a:tr>
                  <a:tr h="1953787">
                    <a:tc>
                      <a:txBody>
                        <a:bodyPr/>
                        <a:lstStyle/>
                        <a:p>
                          <a:pPr marL="0" marR="0" lvl="0" indent="0">
                            <a:lnSpc>
                              <a:spcPct val="116000"/>
                            </a:lnSpc>
                            <a:spcAft>
                              <a:spcPts val="800"/>
                            </a:spcAft>
                            <a:buFont typeface="+mj-lt"/>
                            <a:buNone/>
                          </a:pPr>
                          <a:r>
                            <a:rPr lang="en-US" sz="1400">
                              <a:effectLst/>
                            </a:rPr>
                            <a:t>Multi-stage Separation Composition</a:t>
                          </a:r>
                          <a:endParaRPr lang="en-US" sz="1400">
                            <a:effectLst/>
                            <a:latin typeface="Times New Roman" panose="02020603050405020304" pitchFamily="18" charset="0"/>
                            <a:ea typeface="MS Mincho" panose="02020609040205080304" pitchFamily="49" charset="-128"/>
                            <a:cs typeface="Arial" panose="020B0604020202020204" pitchFamily="34" charset="0"/>
                          </a:endParaRPr>
                        </a:p>
                      </a:txBody>
                      <a:tcPr marL="57702" marR="57702" marT="0" marB="0"/>
                    </a:tc>
                    <a:tc>
                      <a:txBody>
                        <a:bodyPr/>
                        <a:lstStyle/>
                        <a:p>
                          <a:pPr marL="0" marR="0">
                            <a:buNone/>
                          </a:pPr>
                          <a14:m>
                            <m:oMathPara xmlns:m="http://schemas.openxmlformats.org/officeDocument/2006/math">
                              <m:oMathParaPr>
                                <m:jc m:val="centerGroup"/>
                              </m:oMathParaPr>
                              <m:oMath xmlns:m="http://schemas.openxmlformats.org/officeDocument/2006/math">
                                <m:sSub>
                                  <m:sSubPr>
                                    <m:ctrlPr>
                                      <a:rPr lang="en-US" sz="1400" i="1">
                                        <a:effectLst/>
                                        <a:latin typeface="Cambria Math" panose="02040503050406030204" pitchFamily="18" charset="0"/>
                                      </a:rPr>
                                    </m:ctrlPr>
                                  </m:sSubPr>
                                  <m:e>
                                    <m:r>
                                      <a:rPr lang="en-US" sz="1400">
                                        <a:effectLst/>
                                        <a:latin typeface="Cambria Math" panose="02040503050406030204" pitchFamily="18" charset="0"/>
                                      </a:rPr>
                                      <m:t>𝑦</m:t>
                                    </m:r>
                                  </m:e>
                                  <m:sub>
                                    <m:r>
                                      <a:rPr lang="en-US" sz="1400">
                                        <a:effectLst/>
                                        <a:latin typeface="Cambria Math" panose="02040503050406030204" pitchFamily="18" charset="0"/>
                                      </a:rPr>
                                      <m:t>𝑛</m:t>
                                    </m:r>
                                    <m:r>
                                      <a:rPr lang="en-US" sz="1400">
                                        <a:effectLst/>
                                        <a:latin typeface="Cambria Math" panose="02040503050406030204" pitchFamily="18" charset="0"/>
                                      </a:rPr>
                                      <m:t>+1</m:t>
                                    </m:r>
                                  </m:sub>
                                </m:sSub>
                                <m:r>
                                  <a:rPr lang="en-US" sz="1400">
                                    <a:effectLst/>
                                    <a:latin typeface="Cambria Math" panose="02040503050406030204" pitchFamily="18" charset="0"/>
                                  </a:rPr>
                                  <m:t>=</m:t>
                                </m:r>
                                <m:d>
                                  <m:dPr>
                                    <m:ctrlPr>
                                      <a:rPr lang="en-US" sz="1400" i="1">
                                        <a:effectLst/>
                                        <a:latin typeface="Cambria Math" panose="02040503050406030204" pitchFamily="18" charset="0"/>
                                      </a:rPr>
                                    </m:ctrlPr>
                                  </m:dPr>
                                  <m:e>
                                    <m:f>
                                      <m:fPr>
                                        <m:ctrlPr>
                                          <a:rPr lang="en-US" sz="1400" i="1">
                                            <a:effectLst/>
                                            <a:latin typeface="Cambria Math" panose="02040503050406030204" pitchFamily="18" charset="0"/>
                                          </a:rPr>
                                        </m:ctrlPr>
                                      </m:fPr>
                                      <m:num>
                                        <m:sSup>
                                          <m:sSupPr>
                                            <m:ctrlPr>
                                              <a:rPr lang="en-US" sz="1400" i="1">
                                                <a:effectLst/>
                                                <a:latin typeface="Cambria Math" panose="02040503050406030204" pitchFamily="18" charset="0"/>
                                              </a:rPr>
                                            </m:ctrlPr>
                                          </m:sSupPr>
                                          <m:e>
                                            <m:r>
                                              <a:rPr lang="en-US" sz="1400">
                                                <a:effectLst/>
                                                <a:latin typeface="Cambria Math" panose="02040503050406030204" pitchFamily="18" charset="0"/>
                                              </a:rPr>
                                              <m:t>𝐸</m:t>
                                            </m:r>
                                          </m:e>
                                          <m:sup>
                                            <m:r>
                                              <a:rPr lang="en-US" sz="1400">
                                                <a:effectLst/>
                                                <a:latin typeface="Cambria Math" panose="02040503050406030204" pitchFamily="18" charset="0"/>
                                              </a:rPr>
                                              <m:t>𝑛</m:t>
                                            </m:r>
                                            <m:r>
                                              <a:rPr lang="en-US" sz="1400">
                                                <a:effectLst/>
                                                <a:latin typeface="Cambria Math" panose="02040503050406030204" pitchFamily="18" charset="0"/>
                                              </a:rPr>
                                              <m:t>+1</m:t>
                                            </m:r>
                                          </m:sup>
                                        </m:sSup>
                                        <m:r>
                                          <a:rPr lang="en-US" sz="1400">
                                            <a:effectLst/>
                                            <a:latin typeface="Cambria Math" panose="02040503050406030204" pitchFamily="18" charset="0"/>
                                          </a:rPr>
                                          <m:t>−1</m:t>
                                        </m:r>
                                      </m:num>
                                      <m:den>
                                        <m:r>
                                          <a:rPr lang="en-US" sz="1400">
                                            <a:effectLst/>
                                            <a:latin typeface="Cambria Math" panose="02040503050406030204" pitchFamily="18" charset="0"/>
                                          </a:rPr>
                                          <m:t>𝐸</m:t>
                                        </m:r>
                                        <m:r>
                                          <a:rPr lang="en-US" sz="1400">
                                            <a:effectLst/>
                                            <a:latin typeface="Cambria Math" panose="02040503050406030204" pitchFamily="18" charset="0"/>
                                          </a:rPr>
                                          <m:t>−1</m:t>
                                        </m:r>
                                      </m:den>
                                    </m:f>
                                  </m:e>
                                </m:d>
                                <m:r>
                                  <a:rPr lang="en-US" sz="1400">
                                    <a:effectLst/>
                                    <a:latin typeface="Cambria Math" panose="02040503050406030204" pitchFamily="18" charset="0"/>
                                  </a:rPr>
                                  <m:t>⋅</m:t>
                                </m:r>
                                <m:sSub>
                                  <m:sSubPr>
                                    <m:ctrlPr>
                                      <a:rPr lang="en-US" sz="1400" i="1">
                                        <a:effectLst/>
                                        <a:latin typeface="Cambria Math" panose="02040503050406030204" pitchFamily="18" charset="0"/>
                                      </a:rPr>
                                    </m:ctrlPr>
                                  </m:sSubPr>
                                  <m:e>
                                    <m:r>
                                      <a:rPr lang="en-US" sz="1400">
                                        <a:effectLst/>
                                        <a:latin typeface="Cambria Math" panose="02040503050406030204" pitchFamily="18" charset="0"/>
                                      </a:rPr>
                                      <m:t>𝑦</m:t>
                                    </m:r>
                                  </m:e>
                                  <m:sub>
                                    <m:r>
                                      <a:rPr lang="en-US" sz="1400">
                                        <a:effectLst/>
                                        <a:latin typeface="Cambria Math" panose="02040503050406030204" pitchFamily="18" charset="0"/>
                                      </a:rPr>
                                      <m:t>1</m:t>
                                    </m:r>
                                  </m:sub>
                                </m:sSub>
                              </m:oMath>
                            </m:oMathPara>
                          </a14:m>
                          <a:endParaRPr lang="en-US" sz="1400">
                            <a:effectLst/>
                            <a:latin typeface="Times New Roman" panose="02020603050405020304" pitchFamily="18" charset="0"/>
                            <a:ea typeface="Times New Roman" panose="02020603050405020304" pitchFamily="18" charset="0"/>
                          </a:endParaRPr>
                        </a:p>
                      </a:txBody>
                      <a:tcPr marL="57702" marR="57702" marT="0" marB="0" anchor="ctr"/>
                    </a:tc>
                    <a:tc>
                      <a:txBody>
                        <a:bodyPr/>
                        <a:lstStyle/>
                        <a:p>
                          <a:pPr marL="0" marR="0">
                            <a:buNone/>
                          </a:pPr>
                          <a14:m>
                            <m:oMath xmlns:m="http://schemas.openxmlformats.org/officeDocument/2006/math">
                              <m:sSub>
                                <m:sSubPr>
                                  <m:ctrlPr>
                                    <a:rPr lang="en-US" sz="1400" i="1">
                                      <a:effectLst/>
                                      <a:latin typeface="Cambria Math" panose="02040503050406030204" pitchFamily="18" charset="0"/>
                                    </a:rPr>
                                  </m:ctrlPr>
                                </m:sSubPr>
                                <m:e>
                                  <m:r>
                                    <a:rPr lang="en-US" sz="1400">
                                      <a:effectLst/>
                                      <a:latin typeface="Cambria Math" panose="02040503050406030204" pitchFamily="18" charset="0"/>
                                    </a:rPr>
                                    <m:t>𝑦</m:t>
                                  </m:r>
                                </m:e>
                                <m:sub>
                                  <m:r>
                                    <a:rPr lang="en-US" sz="1400">
                                      <a:effectLst/>
                                      <a:latin typeface="Cambria Math" panose="02040503050406030204" pitchFamily="18" charset="0"/>
                                    </a:rPr>
                                    <m:t>𝑛</m:t>
                                  </m:r>
                                  <m:r>
                                    <a:rPr lang="en-US" sz="1400">
                                      <a:effectLst/>
                                      <a:latin typeface="Cambria Math" panose="02040503050406030204" pitchFamily="18" charset="0"/>
                                    </a:rPr>
                                    <m:t>+1</m:t>
                                  </m:r>
                                </m:sub>
                              </m:sSub>
                            </m:oMath>
                          </a14:m>
                          <a:r>
                            <a:rPr lang="en-US" sz="1400">
                              <a:effectLst/>
                            </a:rPr>
                            <a:t> = Solute concentration at stage n+1</a:t>
                          </a:r>
                        </a:p>
                        <a:p>
                          <a:pPr marL="0" marR="0">
                            <a:buNone/>
                          </a:pPr>
                          <a14:m>
                            <m:oMath xmlns:m="http://schemas.openxmlformats.org/officeDocument/2006/math">
                              <m:sSub>
                                <m:sSubPr>
                                  <m:ctrlPr>
                                    <a:rPr lang="en-US" sz="1400" i="1">
                                      <a:effectLst/>
                                      <a:latin typeface="Cambria Math" panose="02040503050406030204" pitchFamily="18" charset="0"/>
                                    </a:rPr>
                                  </m:ctrlPr>
                                </m:sSubPr>
                                <m:e>
                                  <m:r>
                                    <a:rPr lang="en-US" sz="1400">
                                      <a:effectLst/>
                                      <a:latin typeface="Cambria Math" panose="02040503050406030204" pitchFamily="18" charset="0"/>
                                    </a:rPr>
                                    <m:t>𝑦</m:t>
                                  </m:r>
                                </m:e>
                                <m:sub>
                                  <m:r>
                                    <a:rPr lang="en-US" sz="1400">
                                      <a:effectLst/>
                                      <a:latin typeface="Cambria Math" panose="02040503050406030204" pitchFamily="18" charset="0"/>
                                    </a:rPr>
                                    <m:t>1</m:t>
                                  </m:r>
                                </m:sub>
                              </m:sSub>
                            </m:oMath>
                          </a14:m>
                          <a:r>
                            <a:rPr lang="en-US" sz="1400">
                              <a:effectLst/>
                            </a:rPr>
                            <a:t>= Initial concentration</a:t>
                          </a:r>
                        </a:p>
                        <a:p>
                          <a:pPr marL="0" marR="0">
                            <a:buNone/>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𝐸</m:t>
                                </m:r>
                                <m:r>
                                  <a:rPr lang="en-US" sz="1400">
                                    <a:effectLst/>
                                    <a:latin typeface="Cambria Math" panose="02040503050406030204" pitchFamily="18" charset="0"/>
                                  </a:rPr>
                                  <m:t> = </m:t>
                                </m:r>
                                <m:f>
                                  <m:fPr>
                                    <m:ctrlPr>
                                      <a:rPr lang="en-US" sz="1400" i="1">
                                        <a:effectLst/>
                                        <a:latin typeface="Cambria Math" panose="02040503050406030204" pitchFamily="18" charset="0"/>
                                      </a:rPr>
                                    </m:ctrlPr>
                                  </m:fPr>
                                  <m:num>
                                    <m:r>
                                      <a:rPr lang="en-US" sz="1400">
                                        <a:effectLst/>
                                        <a:latin typeface="Cambria Math" panose="02040503050406030204" pitchFamily="18" charset="0"/>
                                      </a:rPr>
                                      <m:t>𝐾𝐿</m:t>
                                    </m:r>
                                  </m:num>
                                  <m:den>
                                    <m:r>
                                      <a:rPr lang="en-US" sz="1400">
                                        <a:effectLst/>
                                        <a:latin typeface="Cambria Math" panose="02040503050406030204" pitchFamily="18" charset="0"/>
                                      </a:rPr>
                                      <m:t>𝑉</m:t>
                                    </m:r>
                                  </m:den>
                                </m:f>
                              </m:oMath>
                            </m:oMathPara>
                          </a14:m>
                          <a:endParaRPr lang="en-US" sz="1400">
                            <a:effectLst/>
                          </a:endParaRPr>
                        </a:p>
                        <a:p>
                          <a:pPr marL="0" marR="0">
                            <a:buNone/>
                          </a:pPr>
                          <a:r>
                            <a:rPr lang="en-US" sz="1400">
                              <a:effectLst/>
                            </a:rPr>
                            <a:t>K = equilibrium constant</a:t>
                          </a:r>
                        </a:p>
                        <a:p>
                          <a:pPr marL="0" marR="0">
                            <a:buNone/>
                          </a:pPr>
                          <a:r>
                            <a:rPr lang="en-US" sz="1400">
                              <a:effectLst/>
                            </a:rPr>
                            <a:t>L = raffinate mass flowrate</a:t>
                          </a:r>
                        </a:p>
                        <a:p>
                          <a:pPr marL="0" marR="0">
                            <a:buNone/>
                          </a:pPr>
                          <a:r>
                            <a:rPr lang="en-US" sz="1400">
                              <a:effectLst/>
                            </a:rPr>
                            <a:t>V = extract mass flowrate</a:t>
                          </a:r>
                          <a:endParaRPr lang="en-US" sz="1400">
                            <a:effectLst/>
                            <a:latin typeface="Times New Roman" panose="02020603050405020304" pitchFamily="18" charset="0"/>
                            <a:ea typeface="Times New Roman" panose="02020603050405020304" pitchFamily="18" charset="0"/>
                          </a:endParaRPr>
                        </a:p>
                      </a:txBody>
                      <a:tcPr marL="57702" marR="57702" marT="0" marB="0"/>
                    </a:tc>
                    <a:extLst>
                      <a:ext uri="{0D108BD9-81ED-4DB2-BD59-A6C34878D82A}">
                        <a16:rowId xmlns:a16="http://schemas.microsoft.com/office/drawing/2014/main" val="2237586970"/>
                      </a:ext>
                    </a:extLst>
                  </a:tr>
                  <a:tr h="2233784">
                    <a:tc>
                      <a:txBody>
                        <a:bodyPr/>
                        <a:lstStyle/>
                        <a:p>
                          <a:pPr marL="0" marR="0" lvl="0" indent="0">
                            <a:lnSpc>
                              <a:spcPct val="116000"/>
                            </a:lnSpc>
                            <a:spcAft>
                              <a:spcPts val="800"/>
                            </a:spcAft>
                            <a:buFont typeface="+mj-lt"/>
                            <a:buNone/>
                          </a:pPr>
                          <a:r>
                            <a:rPr lang="en-US" sz="1400">
                              <a:effectLst/>
                            </a:rPr>
                            <a:t>Murphree Efficiency of Raffinate Phase</a:t>
                          </a:r>
                          <a:endParaRPr lang="en-US" sz="1400">
                            <a:effectLst/>
                            <a:latin typeface="Times New Roman" panose="02020603050405020304" pitchFamily="18" charset="0"/>
                            <a:ea typeface="MS Mincho" panose="02020609040205080304" pitchFamily="49" charset="-128"/>
                            <a:cs typeface="Arial" panose="020B0604020202020204" pitchFamily="34" charset="0"/>
                          </a:endParaRPr>
                        </a:p>
                      </a:txBody>
                      <a:tcPr marL="57702" marR="57702" marT="0" marB="0"/>
                    </a:tc>
                    <a:tc>
                      <a:txBody>
                        <a:bodyPr/>
                        <a:lstStyle/>
                        <a:p>
                          <a:pPr marL="0" marR="0">
                            <a:buNone/>
                          </a:pPr>
                          <a14:m>
                            <m:oMathPara xmlns:m="http://schemas.openxmlformats.org/officeDocument/2006/math">
                              <m:oMathParaPr>
                                <m:jc m:val="centerGroup"/>
                              </m:oMathParaPr>
                              <m:oMath xmlns:m="http://schemas.openxmlformats.org/officeDocument/2006/math">
                                <m:sSub>
                                  <m:sSubPr>
                                    <m:ctrlPr>
                                      <a:rPr lang="en-US" sz="1400" i="1">
                                        <a:effectLst/>
                                        <a:latin typeface="Cambria Math" panose="02040503050406030204" pitchFamily="18" charset="0"/>
                                      </a:rPr>
                                    </m:ctrlPr>
                                  </m:sSubPr>
                                  <m:e>
                                    <m:r>
                                      <a:rPr lang="en-US" sz="1400">
                                        <a:effectLst/>
                                        <a:latin typeface="Cambria Math" panose="02040503050406030204" pitchFamily="18" charset="0"/>
                                      </a:rPr>
                                      <m:t>𝐸</m:t>
                                    </m:r>
                                  </m:e>
                                  <m:sub>
                                    <m:r>
                                      <a:rPr lang="en-US" sz="1400">
                                        <a:effectLst/>
                                        <a:latin typeface="Cambria Math" panose="02040503050406030204" pitchFamily="18" charset="0"/>
                                      </a:rPr>
                                      <m:t>𝑀𝑅</m:t>
                                    </m:r>
                                  </m:sub>
                                </m:sSub>
                                <m:r>
                                  <a:rPr lang="en-US" sz="1400">
                                    <a:effectLst/>
                                    <a:latin typeface="Cambria Math" panose="02040503050406030204" pitchFamily="18" charset="0"/>
                                  </a:rPr>
                                  <m:t>=</m:t>
                                </m:r>
                                <m:f>
                                  <m:fPr>
                                    <m:ctrlPr>
                                      <a:rPr lang="en-US" sz="1400" i="1">
                                        <a:effectLst/>
                                        <a:latin typeface="Cambria Math" panose="02040503050406030204" pitchFamily="18" charset="0"/>
                                      </a:rPr>
                                    </m:ctrlPr>
                                  </m:fPr>
                                  <m:num>
                                    <m:sSub>
                                      <m:sSubPr>
                                        <m:ctrlPr>
                                          <a:rPr lang="en-US" sz="1400" i="1">
                                            <a:effectLst/>
                                            <a:latin typeface="Cambria Math" panose="02040503050406030204" pitchFamily="18" charset="0"/>
                                          </a:rPr>
                                        </m:ctrlPr>
                                      </m:sSubPr>
                                      <m:e>
                                        <m:r>
                                          <a:rPr lang="en-US" sz="1400">
                                            <a:effectLst/>
                                            <a:latin typeface="Cambria Math" panose="02040503050406030204" pitchFamily="18" charset="0"/>
                                          </a:rPr>
                                          <m:t>𝑋</m:t>
                                        </m:r>
                                      </m:e>
                                      <m:sub>
                                        <m:r>
                                          <a:rPr lang="en-US" sz="1400">
                                            <a:effectLst/>
                                            <a:latin typeface="Cambria Math" panose="02040503050406030204" pitchFamily="18" charset="0"/>
                                          </a:rPr>
                                          <m:t>𝑛</m:t>
                                        </m:r>
                                      </m:sub>
                                    </m:sSub>
                                    <m:r>
                                      <a:rPr lang="en-US" sz="1400">
                                        <a:effectLst/>
                                        <a:latin typeface="Cambria Math" panose="02040503050406030204" pitchFamily="18" charset="0"/>
                                      </a:rPr>
                                      <m:t>−</m:t>
                                    </m:r>
                                    <m:sSub>
                                      <m:sSubPr>
                                        <m:ctrlPr>
                                          <a:rPr lang="en-US" sz="1400" i="1">
                                            <a:effectLst/>
                                            <a:latin typeface="Cambria Math" panose="02040503050406030204" pitchFamily="18" charset="0"/>
                                          </a:rPr>
                                        </m:ctrlPr>
                                      </m:sSubPr>
                                      <m:e>
                                        <m:r>
                                          <a:rPr lang="en-US" sz="1400">
                                            <a:effectLst/>
                                            <a:latin typeface="Cambria Math" panose="02040503050406030204" pitchFamily="18" charset="0"/>
                                          </a:rPr>
                                          <m:t>𝑋</m:t>
                                        </m:r>
                                      </m:e>
                                      <m:sub>
                                        <m:r>
                                          <a:rPr lang="en-US" sz="1400">
                                            <a:effectLst/>
                                            <a:latin typeface="Cambria Math" panose="02040503050406030204" pitchFamily="18" charset="0"/>
                                          </a:rPr>
                                          <m:t>𝑛</m:t>
                                        </m:r>
                                        <m:r>
                                          <a:rPr lang="en-US" sz="1400">
                                            <a:effectLst/>
                                            <a:latin typeface="Cambria Math" panose="02040503050406030204" pitchFamily="18" charset="0"/>
                                          </a:rPr>
                                          <m:t>+1</m:t>
                                        </m:r>
                                      </m:sub>
                                    </m:sSub>
                                  </m:num>
                                  <m:den>
                                    <m:sSub>
                                      <m:sSubPr>
                                        <m:ctrlPr>
                                          <a:rPr lang="en-US" sz="1400" i="1">
                                            <a:effectLst/>
                                            <a:latin typeface="Cambria Math" panose="02040503050406030204" pitchFamily="18" charset="0"/>
                                          </a:rPr>
                                        </m:ctrlPr>
                                      </m:sSubPr>
                                      <m:e>
                                        <m:r>
                                          <a:rPr lang="en-US" sz="1400">
                                            <a:effectLst/>
                                            <a:latin typeface="Cambria Math" panose="02040503050406030204" pitchFamily="18" charset="0"/>
                                          </a:rPr>
                                          <m:t>𝑋</m:t>
                                        </m:r>
                                      </m:e>
                                      <m:sub>
                                        <m:r>
                                          <a:rPr lang="en-US" sz="1400">
                                            <a:effectLst/>
                                            <a:latin typeface="Cambria Math" panose="02040503050406030204" pitchFamily="18" charset="0"/>
                                          </a:rPr>
                                          <m:t>𝑛</m:t>
                                        </m:r>
                                      </m:sub>
                                    </m:sSub>
                                    <m:r>
                                      <a:rPr lang="en-US" sz="1400">
                                        <a:effectLst/>
                                        <a:latin typeface="Cambria Math" panose="02040503050406030204" pitchFamily="18" charset="0"/>
                                      </a:rPr>
                                      <m:t>−</m:t>
                                    </m:r>
                                    <m:sSubSup>
                                      <m:sSubSupPr>
                                        <m:ctrlPr>
                                          <a:rPr lang="en-US" sz="1400" i="1">
                                            <a:effectLst/>
                                            <a:latin typeface="Cambria Math" panose="02040503050406030204" pitchFamily="18" charset="0"/>
                                          </a:rPr>
                                        </m:ctrlPr>
                                      </m:sSubSupPr>
                                      <m:e>
                                        <m:r>
                                          <a:rPr lang="en-US" sz="1400">
                                            <a:effectLst/>
                                            <a:latin typeface="Cambria Math" panose="02040503050406030204" pitchFamily="18" charset="0"/>
                                          </a:rPr>
                                          <m:t>𝑋</m:t>
                                        </m:r>
                                      </m:e>
                                      <m:sub>
                                        <m:r>
                                          <a:rPr lang="en-US" sz="1400">
                                            <a:effectLst/>
                                            <a:latin typeface="Cambria Math" panose="02040503050406030204" pitchFamily="18" charset="0"/>
                                          </a:rPr>
                                          <m:t>𝑛</m:t>
                                        </m:r>
                                        <m:r>
                                          <a:rPr lang="en-US" sz="1400">
                                            <a:effectLst/>
                                            <a:latin typeface="Cambria Math" panose="02040503050406030204" pitchFamily="18" charset="0"/>
                                          </a:rPr>
                                          <m:t>+1</m:t>
                                        </m:r>
                                      </m:sub>
                                      <m:sup>
                                        <m:r>
                                          <a:rPr lang="en-US" sz="1400">
                                            <a:effectLst/>
                                            <a:latin typeface="Cambria Math" panose="02040503050406030204" pitchFamily="18" charset="0"/>
                                          </a:rPr>
                                          <m:t>∗</m:t>
                                        </m:r>
                                      </m:sup>
                                    </m:sSubSup>
                                  </m:den>
                                </m:f>
                              </m:oMath>
                            </m:oMathPara>
                          </a14:m>
                          <a:endParaRPr lang="en-US" sz="1400">
                            <a:effectLst/>
                            <a:latin typeface="Times New Roman" panose="02020603050405020304" pitchFamily="18" charset="0"/>
                            <a:ea typeface="Times New Roman" panose="02020603050405020304" pitchFamily="18" charset="0"/>
                          </a:endParaRPr>
                        </a:p>
                      </a:txBody>
                      <a:tcPr marL="57702" marR="57702" marT="0" marB="0" anchor="ctr"/>
                    </a:tc>
                    <a:tc>
                      <a:txBody>
                        <a:bodyPr/>
                        <a:lstStyle/>
                        <a:p>
                          <a:pPr marL="0" marR="0" algn="ctr">
                            <a:buNone/>
                          </a:pPr>
                          <a14:m>
                            <m:oMath xmlns:m="http://schemas.openxmlformats.org/officeDocument/2006/math">
                              <m:sSub>
                                <m:sSubPr>
                                  <m:ctrlPr>
                                    <a:rPr lang="en-US" sz="1400" i="1">
                                      <a:effectLst/>
                                      <a:latin typeface="Cambria Math" panose="02040503050406030204" pitchFamily="18" charset="0"/>
                                    </a:rPr>
                                  </m:ctrlPr>
                                </m:sSubPr>
                                <m:e>
                                  <m:r>
                                    <a:rPr lang="en-US" sz="1400">
                                      <a:effectLst/>
                                      <a:latin typeface="Cambria Math" panose="02040503050406030204" pitchFamily="18" charset="0"/>
                                    </a:rPr>
                                    <m:t>𝐸</m:t>
                                  </m:r>
                                </m:e>
                                <m:sub>
                                  <m:r>
                                    <a:rPr lang="en-US" sz="1400">
                                      <a:effectLst/>
                                      <a:latin typeface="Cambria Math" panose="02040503050406030204" pitchFamily="18" charset="0"/>
                                    </a:rPr>
                                    <m:t>𝑀𝑅</m:t>
                                  </m:r>
                                </m:sub>
                              </m:sSub>
                              <m:r>
                                <a:rPr lang="en-US" sz="1400">
                                  <a:effectLst/>
                                  <a:latin typeface="Cambria Math" panose="02040503050406030204" pitchFamily="18" charset="0"/>
                                </a:rPr>
                                <m:t>=</m:t>
                              </m:r>
                            </m:oMath>
                          </a14:m>
                          <a:r>
                            <a:rPr lang="en-US" sz="1400">
                              <a:effectLst/>
                            </a:rPr>
                            <a:t>Murphree Efficiency</a:t>
                          </a:r>
                        </a:p>
                        <a:p>
                          <a:pPr marL="0" marR="0" algn="ctr">
                            <a:buNone/>
                          </a:pPr>
                          <a14:m>
                            <m:oMath xmlns:m="http://schemas.openxmlformats.org/officeDocument/2006/math">
                              <m:sSubSup>
                                <m:sSubSupPr>
                                  <m:ctrlPr>
                                    <a:rPr lang="en-US" sz="1400" i="1">
                                      <a:effectLst/>
                                      <a:latin typeface="Cambria Math" panose="02040503050406030204" pitchFamily="18" charset="0"/>
                                    </a:rPr>
                                  </m:ctrlPr>
                                </m:sSubSupPr>
                                <m:e>
                                  <m:r>
                                    <a:rPr lang="en-US" sz="1400">
                                      <a:effectLst/>
                                      <a:latin typeface="Cambria Math" panose="02040503050406030204" pitchFamily="18" charset="0"/>
                                    </a:rPr>
                                    <m:t>𝑋</m:t>
                                  </m:r>
                                </m:e>
                                <m:sub>
                                  <m:r>
                                    <a:rPr lang="en-US" sz="1400">
                                      <a:effectLst/>
                                      <a:latin typeface="Cambria Math" panose="02040503050406030204" pitchFamily="18" charset="0"/>
                                    </a:rPr>
                                    <m:t>𝑛</m:t>
                                  </m:r>
                                  <m:r>
                                    <a:rPr lang="en-US" sz="1400">
                                      <a:effectLst/>
                                      <a:latin typeface="Cambria Math" panose="02040503050406030204" pitchFamily="18" charset="0"/>
                                    </a:rPr>
                                    <m:t>+1</m:t>
                                  </m:r>
                                </m:sub>
                                <m:sup>
                                  <m:r>
                                    <a:rPr lang="en-US" sz="1400">
                                      <a:effectLst/>
                                      <a:latin typeface="Cambria Math" panose="02040503050406030204" pitchFamily="18" charset="0"/>
                                    </a:rPr>
                                    <m:t>∗</m:t>
                                  </m:r>
                                </m:sup>
                              </m:sSubSup>
                              <m:r>
                                <a:rPr lang="en-US" sz="1400">
                                  <a:effectLst/>
                                  <a:latin typeface="Cambria Math" panose="02040503050406030204" pitchFamily="18" charset="0"/>
                                </a:rPr>
                                <m:t>=</m:t>
                              </m:r>
                            </m:oMath>
                          </a14:m>
                          <a:r>
                            <a:rPr lang="en-US" sz="1400">
                              <a:effectLst/>
                            </a:rPr>
                            <a:t>Equilibrium composition of extract phase with raffinate leaving (n+1)</a:t>
                          </a:r>
                          <a:r>
                            <a:rPr lang="en-US" sz="1400" err="1">
                              <a:effectLst/>
                            </a:rPr>
                            <a:t>th</a:t>
                          </a:r>
                          <a:r>
                            <a:rPr lang="en-US" sz="1400">
                              <a:effectLst/>
                            </a:rPr>
                            <a:t> stage</a:t>
                          </a:r>
                        </a:p>
                        <a:p>
                          <a:pPr marL="0" marR="0" algn="ctr">
                            <a:buNone/>
                          </a:pPr>
                          <a14:m>
                            <m:oMath xmlns:m="http://schemas.openxmlformats.org/officeDocument/2006/math">
                              <m:sSubSup>
                                <m:sSubSupPr>
                                  <m:ctrlPr>
                                    <a:rPr lang="en-US" sz="1400" i="1">
                                      <a:effectLst/>
                                      <a:latin typeface="Cambria Math" panose="02040503050406030204" pitchFamily="18" charset="0"/>
                                    </a:rPr>
                                  </m:ctrlPr>
                                </m:sSubSupPr>
                                <m:e>
                                  <m:r>
                                    <a:rPr lang="en-US" sz="1400">
                                      <a:effectLst/>
                                      <a:latin typeface="Cambria Math" panose="02040503050406030204" pitchFamily="18" charset="0"/>
                                    </a:rPr>
                                    <m:t>𝑋</m:t>
                                  </m:r>
                                </m:e>
                                <m:sub>
                                  <m:r>
                                    <a:rPr lang="en-US" sz="1400">
                                      <a:effectLst/>
                                      <a:latin typeface="Cambria Math" panose="02040503050406030204" pitchFamily="18" charset="0"/>
                                    </a:rPr>
                                    <m:t>𝑛</m:t>
                                  </m:r>
                                  <m:r>
                                    <a:rPr lang="en-US" sz="1400">
                                      <a:effectLst/>
                                      <a:latin typeface="Cambria Math" panose="02040503050406030204" pitchFamily="18" charset="0"/>
                                    </a:rPr>
                                    <m:t>+1</m:t>
                                  </m:r>
                                </m:sub>
                                <m:sup>
                                  <m:r>
                                    <a:rPr lang="en-US" sz="1400">
                                      <a:effectLst/>
                                      <a:latin typeface="Cambria Math" panose="02040503050406030204" pitchFamily="18" charset="0"/>
                                    </a:rPr>
                                    <m:t> </m:t>
                                  </m:r>
                                </m:sup>
                              </m:sSubSup>
                              <m:r>
                                <a:rPr lang="en-US" sz="1400">
                                  <a:effectLst/>
                                  <a:latin typeface="Cambria Math" panose="02040503050406030204" pitchFamily="18" charset="0"/>
                                </a:rPr>
                                <m:t>=</m:t>
                              </m:r>
                            </m:oMath>
                          </a14:m>
                          <a:r>
                            <a:rPr lang="en-US" sz="1400">
                              <a:effectLst/>
                            </a:rPr>
                            <a:t> Raffinate phase composition at stage n+1</a:t>
                          </a:r>
                        </a:p>
                        <a:p>
                          <a:pPr marL="0" marR="0" algn="ctr">
                            <a:buNone/>
                          </a:pPr>
                          <a14:m>
                            <m:oMath xmlns:m="http://schemas.openxmlformats.org/officeDocument/2006/math">
                              <m:sSubSup>
                                <m:sSubSupPr>
                                  <m:ctrlPr>
                                    <a:rPr lang="en-US" sz="1400" i="1">
                                      <a:effectLst/>
                                      <a:latin typeface="Cambria Math" panose="02040503050406030204" pitchFamily="18" charset="0"/>
                                    </a:rPr>
                                  </m:ctrlPr>
                                </m:sSubSupPr>
                                <m:e>
                                  <m:r>
                                    <a:rPr lang="en-US" sz="1400">
                                      <a:effectLst/>
                                      <a:latin typeface="Cambria Math" panose="02040503050406030204" pitchFamily="18" charset="0"/>
                                    </a:rPr>
                                    <m:t>𝑋</m:t>
                                  </m:r>
                                </m:e>
                                <m:sub>
                                  <m:r>
                                    <a:rPr lang="en-US" sz="1400">
                                      <a:effectLst/>
                                      <a:latin typeface="Cambria Math" panose="02040503050406030204" pitchFamily="18" charset="0"/>
                                    </a:rPr>
                                    <m:t>𝑛</m:t>
                                  </m:r>
                                </m:sub>
                                <m:sup>
                                  <m:r>
                                    <a:rPr lang="en-US" sz="1400">
                                      <a:effectLst/>
                                      <a:latin typeface="Cambria Math" panose="02040503050406030204" pitchFamily="18" charset="0"/>
                                    </a:rPr>
                                    <m:t> </m:t>
                                  </m:r>
                                </m:sup>
                              </m:sSubSup>
                              <m:r>
                                <a:rPr lang="en-US" sz="1400">
                                  <a:effectLst/>
                                  <a:latin typeface="Cambria Math" panose="02040503050406030204" pitchFamily="18" charset="0"/>
                                </a:rPr>
                                <m:t>=</m:t>
                              </m:r>
                            </m:oMath>
                          </a14:m>
                          <a:r>
                            <a:rPr lang="en-US" sz="1400">
                              <a:effectLst/>
                            </a:rPr>
                            <a:t>Raffinate stage n composition</a:t>
                          </a:r>
                          <a:endParaRPr lang="en-US" sz="1400">
                            <a:effectLst/>
                            <a:latin typeface="Times New Roman" panose="02020603050405020304" pitchFamily="18" charset="0"/>
                            <a:ea typeface="Times New Roman" panose="02020603050405020304" pitchFamily="18" charset="0"/>
                          </a:endParaRPr>
                        </a:p>
                      </a:txBody>
                      <a:tcPr marL="57702" marR="57702" marT="0" marB="0"/>
                    </a:tc>
                    <a:extLst>
                      <a:ext uri="{0D108BD9-81ED-4DB2-BD59-A6C34878D82A}">
                        <a16:rowId xmlns:a16="http://schemas.microsoft.com/office/drawing/2014/main" val="753953499"/>
                      </a:ext>
                    </a:extLst>
                  </a:tr>
                  <a:tr h="506393">
                    <a:tc>
                      <a:txBody>
                        <a:bodyPr/>
                        <a:lstStyle/>
                        <a:p>
                          <a:pPr marL="0" marR="0" lvl="0" indent="0">
                            <a:lnSpc>
                              <a:spcPct val="116000"/>
                            </a:lnSpc>
                            <a:spcAft>
                              <a:spcPts val="800"/>
                            </a:spcAft>
                            <a:buFont typeface="+mj-lt"/>
                            <a:buNone/>
                          </a:pPr>
                          <a:r>
                            <a:rPr lang="en-US" sz="1400">
                              <a:effectLst/>
                            </a:rPr>
                            <a:t>Overall Efficiency</a:t>
                          </a:r>
                          <a:endParaRPr lang="en-US" sz="1400">
                            <a:effectLst/>
                            <a:latin typeface="Times New Roman" panose="02020603050405020304" pitchFamily="18" charset="0"/>
                            <a:ea typeface="MS Mincho" panose="02020609040205080304" pitchFamily="49" charset="-128"/>
                            <a:cs typeface="Arial" panose="020B0604020202020204" pitchFamily="34" charset="0"/>
                          </a:endParaRPr>
                        </a:p>
                      </a:txBody>
                      <a:tcPr marL="57702" marR="57702" marT="0" marB="0"/>
                    </a:tc>
                    <a:tc>
                      <a:txBody>
                        <a:bodyPr/>
                        <a:lstStyle/>
                        <a:p>
                          <a:pPr marL="0" marR="0">
                            <a:buNone/>
                          </a:pPr>
                          <a14:m>
                            <m:oMathPara xmlns:m="http://schemas.openxmlformats.org/officeDocument/2006/math">
                              <m:oMathParaPr>
                                <m:jc m:val="centerGroup"/>
                              </m:oMathParaPr>
                              <m:oMath xmlns:m="http://schemas.openxmlformats.org/officeDocument/2006/math">
                                <m:sSub>
                                  <m:sSubPr>
                                    <m:ctrlPr>
                                      <a:rPr lang="en-US" sz="1400" i="1">
                                        <a:effectLst/>
                                        <a:latin typeface="Cambria Math" panose="02040503050406030204" pitchFamily="18" charset="0"/>
                                      </a:rPr>
                                    </m:ctrlPr>
                                  </m:sSubPr>
                                  <m:e>
                                    <m:r>
                                      <a:rPr lang="en-US" sz="1400">
                                        <a:effectLst/>
                                        <a:latin typeface="Cambria Math" panose="02040503050406030204" pitchFamily="18" charset="0"/>
                                      </a:rPr>
                                      <m:t>𝐸</m:t>
                                    </m:r>
                                  </m:e>
                                  <m:sub>
                                    <m:r>
                                      <a:rPr lang="en-US" sz="1400">
                                        <a:effectLst/>
                                        <a:latin typeface="Cambria Math" panose="02040503050406030204" pitchFamily="18" charset="0"/>
                                      </a:rPr>
                                      <m:t>0</m:t>
                                    </m:r>
                                  </m:sub>
                                </m:sSub>
                                <m:r>
                                  <a:rPr lang="en-US" sz="1400">
                                    <a:effectLst/>
                                    <a:latin typeface="Cambria Math" panose="02040503050406030204" pitchFamily="18" charset="0"/>
                                  </a:rPr>
                                  <m:t>=</m:t>
                                </m:r>
                                <m:f>
                                  <m:fPr>
                                    <m:ctrlPr>
                                      <a:rPr lang="en-US" sz="1400" i="1">
                                        <a:effectLst/>
                                        <a:latin typeface="Cambria Math" panose="02040503050406030204" pitchFamily="18" charset="0"/>
                                      </a:rPr>
                                    </m:ctrlPr>
                                  </m:fPr>
                                  <m:num>
                                    <m:sSub>
                                      <m:sSubPr>
                                        <m:ctrlPr>
                                          <a:rPr lang="en-US" sz="1400" i="1">
                                            <a:effectLst/>
                                            <a:latin typeface="Cambria Math" panose="02040503050406030204" pitchFamily="18" charset="0"/>
                                          </a:rPr>
                                        </m:ctrlPr>
                                      </m:sSubPr>
                                      <m:e>
                                        <m:r>
                                          <a:rPr lang="en-US" sz="1400">
                                            <a:effectLst/>
                                            <a:latin typeface="Cambria Math" panose="02040503050406030204" pitchFamily="18" charset="0"/>
                                          </a:rPr>
                                          <m:t>𝜂</m:t>
                                        </m:r>
                                      </m:e>
                                      <m:sub>
                                        <m:r>
                                          <a:rPr lang="en-US" sz="1400">
                                            <a:effectLst/>
                                            <a:latin typeface="Cambria Math" panose="02040503050406030204" pitchFamily="18" charset="0"/>
                                          </a:rPr>
                                          <m:t>𝑇</m:t>
                                        </m:r>
                                      </m:sub>
                                    </m:sSub>
                                  </m:num>
                                  <m:den>
                                    <m:sSubSup>
                                      <m:sSubSupPr>
                                        <m:ctrlPr>
                                          <a:rPr lang="en-US" sz="1400" i="1">
                                            <a:effectLst/>
                                            <a:latin typeface="Cambria Math" panose="02040503050406030204" pitchFamily="18" charset="0"/>
                                          </a:rPr>
                                        </m:ctrlPr>
                                      </m:sSubSupPr>
                                      <m:e>
                                        <m:r>
                                          <a:rPr lang="en-US" sz="1400">
                                            <a:effectLst/>
                                            <a:latin typeface="Cambria Math" panose="02040503050406030204" pitchFamily="18" charset="0"/>
                                          </a:rPr>
                                          <m:t>𝜂</m:t>
                                        </m:r>
                                      </m:e>
                                      <m:sub>
                                        <m:r>
                                          <a:rPr lang="en-US" sz="1400">
                                            <a:effectLst/>
                                            <a:latin typeface="Cambria Math" panose="02040503050406030204" pitchFamily="18" charset="0"/>
                                          </a:rPr>
                                          <m:t>𝑎𝑐𝑡</m:t>
                                        </m:r>
                                      </m:sub>
                                      <m:sup/>
                                    </m:sSubSup>
                                  </m:den>
                                </m:f>
                              </m:oMath>
                            </m:oMathPara>
                          </a14:m>
                          <a:endParaRPr lang="en-US" sz="1400">
                            <a:effectLst/>
                            <a:latin typeface="Times New Roman" panose="02020603050405020304" pitchFamily="18" charset="0"/>
                            <a:ea typeface="Times New Roman" panose="02020603050405020304" pitchFamily="18" charset="0"/>
                          </a:endParaRPr>
                        </a:p>
                      </a:txBody>
                      <a:tcPr marL="57702" marR="57702" marT="0" marB="0" anchor="ctr"/>
                    </a:tc>
                    <a:tc>
                      <a:txBody>
                        <a:bodyPr/>
                        <a:lstStyle/>
                        <a:p>
                          <a:pPr marL="0" marR="0" algn="ctr">
                            <a:buNone/>
                          </a:pPr>
                          <a14:m>
                            <m:oMath xmlns:m="http://schemas.openxmlformats.org/officeDocument/2006/math">
                              <m:sSub>
                                <m:sSubPr>
                                  <m:ctrlPr>
                                    <a:rPr lang="en-US" sz="1400" i="1">
                                      <a:effectLst/>
                                      <a:latin typeface="Cambria Math" panose="02040503050406030204" pitchFamily="18" charset="0"/>
                                    </a:rPr>
                                  </m:ctrlPr>
                                </m:sSubPr>
                                <m:e>
                                  <m:r>
                                    <a:rPr lang="en-US" sz="1400">
                                      <a:effectLst/>
                                      <a:latin typeface="Cambria Math" panose="02040503050406030204" pitchFamily="18" charset="0"/>
                                    </a:rPr>
                                    <m:t>𝜂</m:t>
                                  </m:r>
                                </m:e>
                                <m:sub>
                                  <m:r>
                                    <a:rPr lang="en-US" sz="1400">
                                      <a:effectLst/>
                                      <a:latin typeface="Cambria Math" panose="02040503050406030204" pitchFamily="18" charset="0"/>
                                    </a:rPr>
                                    <m:t>𝑇</m:t>
                                  </m:r>
                                </m:sub>
                              </m:sSub>
                              <m:r>
                                <a:rPr lang="en-US" sz="1400">
                                  <a:effectLst/>
                                  <a:latin typeface="Cambria Math" panose="02040503050406030204" pitchFamily="18" charset="0"/>
                                </a:rPr>
                                <m:t>=</m:t>
                              </m:r>
                            </m:oMath>
                          </a14:m>
                          <a:r>
                            <a:rPr lang="en-US" sz="1400">
                              <a:effectLst/>
                            </a:rPr>
                            <a:t> # of theoretical stages</a:t>
                          </a:r>
                        </a:p>
                        <a:p>
                          <a:pPr marL="0" marR="0" algn="ctr">
                            <a:buNone/>
                          </a:pPr>
                          <a14:m>
                            <m:oMath xmlns:m="http://schemas.openxmlformats.org/officeDocument/2006/math">
                              <m:sSub>
                                <m:sSubPr>
                                  <m:ctrlPr>
                                    <a:rPr lang="en-US" sz="1400" i="1">
                                      <a:effectLst/>
                                      <a:latin typeface="Cambria Math" panose="02040503050406030204" pitchFamily="18" charset="0"/>
                                    </a:rPr>
                                  </m:ctrlPr>
                                </m:sSubPr>
                                <m:e>
                                  <m:r>
                                    <a:rPr lang="en-US" sz="1400">
                                      <a:effectLst/>
                                      <a:latin typeface="Cambria Math" panose="02040503050406030204" pitchFamily="18" charset="0"/>
                                    </a:rPr>
                                    <m:t>𝜂</m:t>
                                  </m:r>
                                </m:e>
                                <m:sub>
                                  <m:r>
                                    <a:rPr lang="en-US" sz="1400">
                                      <a:effectLst/>
                                      <a:latin typeface="Cambria Math" panose="02040503050406030204" pitchFamily="18" charset="0"/>
                                    </a:rPr>
                                    <m:t>𝑎𝑐𝑡</m:t>
                                  </m:r>
                                </m:sub>
                              </m:sSub>
                              <m:r>
                                <a:rPr lang="en-US" sz="1400">
                                  <a:effectLst/>
                                  <a:latin typeface="Cambria Math" panose="02040503050406030204" pitchFamily="18" charset="0"/>
                                </a:rPr>
                                <m:t>=</m:t>
                              </m:r>
                            </m:oMath>
                          </a14:m>
                          <a:r>
                            <a:rPr lang="en-US" sz="1400">
                              <a:effectLst/>
                            </a:rPr>
                            <a:t> # of actual stages</a:t>
                          </a:r>
                          <a:endParaRPr lang="en-US" sz="1400">
                            <a:effectLst/>
                            <a:latin typeface="Times New Roman" panose="02020603050405020304" pitchFamily="18" charset="0"/>
                            <a:ea typeface="Times New Roman" panose="02020603050405020304" pitchFamily="18" charset="0"/>
                          </a:endParaRPr>
                        </a:p>
                      </a:txBody>
                      <a:tcPr marL="57702" marR="57702" marT="0" marB="0"/>
                    </a:tc>
                    <a:extLst>
                      <a:ext uri="{0D108BD9-81ED-4DB2-BD59-A6C34878D82A}">
                        <a16:rowId xmlns:a16="http://schemas.microsoft.com/office/drawing/2014/main" val="2390992151"/>
                      </a:ext>
                    </a:extLst>
                  </a:tr>
                </a:tbl>
              </a:graphicData>
            </a:graphic>
          </p:graphicFrame>
        </mc:Choice>
        <mc:Fallback xmlns="">
          <p:graphicFrame>
            <p:nvGraphicFramePr>
              <p:cNvPr id="4" name="Content Placeholder 3">
                <a:extLst>
                  <a:ext uri="{FF2B5EF4-FFF2-40B4-BE49-F238E27FC236}">
                    <a16:creationId xmlns:a16="http://schemas.microsoft.com/office/drawing/2014/main" id="{AD199397-1638-1201-CB9E-9CD8DDDC1111}"/>
                  </a:ext>
                </a:extLst>
              </p:cNvPr>
              <p:cNvGraphicFramePr>
                <a:graphicFrameLocks noGrp="1"/>
              </p:cNvGraphicFramePr>
              <p:nvPr>
                <p:ph idx="1"/>
                <p:extLst>
                  <p:ext uri="{D42A27DB-BD31-4B8C-83A1-F6EECF244321}">
                    <p14:modId xmlns:p14="http://schemas.microsoft.com/office/powerpoint/2010/main" val="1174966183"/>
                  </p:ext>
                </p:extLst>
              </p:nvPr>
            </p:nvGraphicFramePr>
            <p:xfrm>
              <a:off x="5170812" y="506515"/>
              <a:ext cx="6336063" cy="5497241"/>
            </p:xfrm>
            <a:graphic>
              <a:graphicData uri="http://schemas.openxmlformats.org/drawingml/2006/table">
                <a:tbl>
                  <a:tblPr firstRow="1" firstCol="1">
                    <a:tableStyleId>{5C22544A-7EE6-4342-B048-85BDC9FD1C3A}</a:tableStyleId>
                  </a:tblPr>
                  <a:tblGrid>
                    <a:gridCol w="2112021">
                      <a:extLst>
                        <a:ext uri="{9D8B030D-6E8A-4147-A177-3AD203B41FA5}">
                          <a16:colId xmlns:a16="http://schemas.microsoft.com/office/drawing/2014/main" val="3464080464"/>
                        </a:ext>
                      </a:extLst>
                    </a:gridCol>
                    <a:gridCol w="2112021">
                      <a:extLst>
                        <a:ext uri="{9D8B030D-6E8A-4147-A177-3AD203B41FA5}">
                          <a16:colId xmlns:a16="http://schemas.microsoft.com/office/drawing/2014/main" val="153906072"/>
                        </a:ext>
                      </a:extLst>
                    </a:gridCol>
                    <a:gridCol w="2112021">
                      <a:extLst>
                        <a:ext uri="{9D8B030D-6E8A-4147-A177-3AD203B41FA5}">
                          <a16:colId xmlns:a16="http://schemas.microsoft.com/office/drawing/2014/main" val="2624937931"/>
                        </a:ext>
                      </a:extLst>
                    </a:gridCol>
                  </a:tblGrid>
                  <a:tr h="258541">
                    <a:tc gridSpan="3">
                      <a:txBody>
                        <a:bodyPr/>
                        <a:lstStyle/>
                        <a:p>
                          <a:pPr marL="0" marR="0">
                            <a:buNone/>
                          </a:pPr>
                          <a:r>
                            <a:rPr lang="en-US" sz="1400">
                              <a:effectLst/>
                            </a:rPr>
                            <a:t>Table 1: Equations </a:t>
                          </a:r>
                          <a:endParaRPr lang="en-US" sz="1400">
                            <a:effectLst/>
                            <a:latin typeface="Times New Roman" panose="02020603050405020304" pitchFamily="18" charset="0"/>
                            <a:ea typeface="Times New Roman" panose="02020603050405020304" pitchFamily="18" charset="0"/>
                          </a:endParaRPr>
                        </a:p>
                      </a:txBody>
                      <a:tcPr marL="57702" marR="57702"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64446027"/>
                      </a:ext>
                    </a:extLst>
                  </a:tr>
                  <a:tr h="258541">
                    <a:tc>
                      <a:txBody>
                        <a:bodyPr/>
                        <a:lstStyle/>
                        <a:p>
                          <a:pPr marL="0" marR="0" algn="ctr">
                            <a:buNone/>
                          </a:pPr>
                          <a:r>
                            <a:rPr lang="en-US" sz="1400">
                              <a:effectLst/>
                            </a:rPr>
                            <a:t>Title</a:t>
                          </a:r>
                          <a:endParaRPr lang="en-US" sz="1400">
                            <a:effectLst/>
                            <a:latin typeface="Times New Roman" panose="02020603050405020304" pitchFamily="18" charset="0"/>
                            <a:ea typeface="Times New Roman" panose="02020603050405020304" pitchFamily="18" charset="0"/>
                          </a:endParaRPr>
                        </a:p>
                      </a:txBody>
                      <a:tcPr marL="57702" marR="57702" marT="0" marB="0"/>
                    </a:tc>
                    <a:tc>
                      <a:txBody>
                        <a:bodyPr/>
                        <a:lstStyle/>
                        <a:p>
                          <a:pPr marL="0" marR="0" algn="ctr">
                            <a:buNone/>
                          </a:pPr>
                          <a:r>
                            <a:rPr lang="en-US" sz="1400">
                              <a:effectLst/>
                            </a:rPr>
                            <a:t>Equation</a:t>
                          </a:r>
                          <a:endParaRPr lang="en-US" sz="1400">
                            <a:effectLst/>
                            <a:latin typeface="Times New Roman" panose="02020603050405020304" pitchFamily="18" charset="0"/>
                            <a:ea typeface="Times New Roman" panose="02020603050405020304" pitchFamily="18" charset="0"/>
                          </a:endParaRPr>
                        </a:p>
                      </a:txBody>
                      <a:tcPr marL="57702" marR="57702" marT="0" marB="0"/>
                    </a:tc>
                    <a:tc>
                      <a:txBody>
                        <a:bodyPr/>
                        <a:lstStyle/>
                        <a:p>
                          <a:pPr marL="0" marR="0" algn="ctr">
                            <a:buNone/>
                          </a:pPr>
                          <a:r>
                            <a:rPr lang="en-US" sz="1400">
                              <a:effectLst/>
                            </a:rPr>
                            <a:t>Components</a:t>
                          </a:r>
                          <a:endParaRPr lang="en-US" sz="1400">
                            <a:effectLst/>
                            <a:latin typeface="Times New Roman" panose="02020603050405020304" pitchFamily="18" charset="0"/>
                            <a:ea typeface="Times New Roman" panose="02020603050405020304" pitchFamily="18" charset="0"/>
                          </a:endParaRPr>
                        </a:p>
                      </a:txBody>
                      <a:tcPr marL="57702" marR="57702" marT="0" marB="0"/>
                    </a:tc>
                    <a:extLst>
                      <a:ext uri="{0D108BD9-81ED-4DB2-BD59-A6C34878D82A}">
                        <a16:rowId xmlns:a16="http://schemas.microsoft.com/office/drawing/2014/main" val="1916850072"/>
                      </a:ext>
                    </a:extLst>
                  </a:tr>
                  <a:tr h="2106295">
                    <a:tc>
                      <a:txBody>
                        <a:bodyPr/>
                        <a:lstStyle/>
                        <a:p>
                          <a:pPr marL="0" marR="0" lvl="0" indent="0">
                            <a:lnSpc>
                              <a:spcPct val="116000"/>
                            </a:lnSpc>
                            <a:spcAft>
                              <a:spcPts val="800"/>
                            </a:spcAft>
                            <a:buFont typeface="+mj-lt"/>
                            <a:buNone/>
                          </a:pPr>
                          <a:r>
                            <a:rPr lang="en-US" sz="1400">
                              <a:effectLst/>
                            </a:rPr>
                            <a:t>Multi-stage Separation Composition</a:t>
                          </a:r>
                          <a:endParaRPr lang="en-US" sz="1400">
                            <a:effectLst/>
                            <a:latin typeface="Times New Roman" panose="02020603050405020304" pitchFamily="18" charset="0"/>
                            <a:ea typeface="MS Mincho" panose="02020609040205080304" pitchFamily="49" charset="-128"/>
                            <a:cs typeface="Arial" panose="020B0604020202020204" pitchFamily="34" charset="0"/>
                          </a:endParaRPr>
                        </a:p>
                      </a:txBody>
                      <a:tcPr marL="57702" marR="57702" marT="0" marB="0"/>
                    </a:tc>
                    <a:tc>
                      <a:txBody>
                        <a:bodyPr/>
                        <a:lstStyle/>
                        <a:p>
                          <a:endParaRPr lang="en-US"/>
                        </a:p>
                      </a:txBody>
                      <a:tcPr marL="57702" marR="57702" marT="0" marB="0" anchor="ctr">
                        <a:blipFill>
                          <a:blip r:embed="rId3"/>
                          <a:stretch>
                            <a:fillRect l="-100578" t="-27246" r="-101445" b="-142029"/>
                          </a:stretch>
                        </a:blipFill>
                      </a:tcPr>
                    </a:tc>
                    <a:tc>
                      <a:txBody>
                        <a:bodyPr/>
                        <a:lstStyle/>
                        <a:p>
                          <a:endParaRPr lang="en-US"/>
                        </a:p>
                      </a:txBody>
                      <a:tcPr marL="57702" marR="57702" marT="0" marB="0">
                        <a:blipFill>
                          <a:blip r:embed="rId3"/>
                          <a:stretch>
                            <a:fillRect l="-200000" t="-27246" r="-1153" b="-142029"/>
                          </a:stretch>
                        </a:blipFill>
                      </a:tcPr>
                    </a:tc>
                    <a:extLst>
                      <a:ext uri="{0D108BD9-81ED-4DB2-BD59-A6C34878D82A}">
                        <a16:rowId xmlns:a16="http://schemas.microsoft.com/office/drawing/2014/main" val="2237586970"/>
                      </a:ext>
                    </a:extLst>
                  </a:tr>
                  <a:tr h="2233784">
                    <a:tc>
                      <a:txBody>
                        <a:bodyPr/>
                        <a:lstStyle/>
                        <a:p>
                          <a:pPr marL="0" marR="0" lvl="0" indent="0">
                            <a:lnSpc>
                              <a:spcPct val="116000"/>
                            </a:lnSpc>
                            <a:spcAft>
                              <a:spcPts val="800"/>
                            </a:spcAft>
                            <a:buFont typeface="+mj-lt"/>
                            <a:buNone/>
                          </a:pPr>
                          <a:r>
                            <a:rPr lang="en-US" sz="1400">
                              <a:effectLst/>
                            </a:rPr>
                            <a:t>Murphree Efficiency of Raffinate Phase</a:t>
                          </a:r>
                          <a:endParaRPr lang="en-US" sz="1400">
                            <a:effectLst/>
                            <a:latin typeface="Times New Roman" panose="02020603050405020304" pitchFamily="18" charset="0"/>
                            <a:ea typeface="MS Mincho" panose="02020609040205080304" pitchFamily="49" charset="-128"/>
                            <a:cs typeface="Arial" panose="020B0604020202020204" pitchFamily="34" charset="0"/>
                          </a:endParaRPr>
                        </a:p>
                      </a:txBody>
                      <a:tcPr marL="57702" marR="57702" marT="0" marB="0"/>
                    </a:tc>
                    <a:tc>
                      <a:txBody>
                        <a:bodyPr/>
                        <a:lstStyle/>
                        <a:p>
                          <a:endParaRPr lang="en-US"/>
                        </a:p>
                      </a:txBody>
                      <a:tcPr marL="57702" marR="57702" marT="0" marB="0" anchor="ctr">
                        <a:blipFill>
                          <a:blip r:embed="rId3"/>
                          <a:stretch>
                            <a:fillRect l="-100578" t="-119619" r="-101445" b="-33515"/>
                          </a:stretch>
                        </a:blipFill>
                      </a:tcPr>
                    </a:tc>
                    <a:tc>
                      <a:txBody>
                        <a:bodyPr/>
                        <a:lstStyle/>
                        <a:p>
                          <a:endParaRPr lang="en-US"/>
                        </a:p>
                      </a:txBody>
                      <a:tcPr marL="57702" marR="57702" marT="0" marB="0">
                        <a:blipFill>
                          <a:blip r:embed="rId3"/>
                          <a:stretch>
                            <a:fillRect l="-200000" t="-119619" r="-1153" b="-33515"/>
                          </a:stretch>
                        </a:blipFill>
                      </a:tcPr>
                    </a:tc>
                    <a:extLst>
                      <a:ext uri="{0D108BD9-81ED-4DB2-BD59-A6C34878D82A}">
                        <a16:rowId xmlns:a16="http://schemas.microsoft.com/office/drawing/2014/main" val="753953499"/>
                      </a:ext>
                    </a:extLst>
                  </a:tr>
                  <a:tr h="640080">
                    <a:tc>
                      <a:txBody>
                        <a:bodyPr/>
                        <a:lstStyle/>
                        <a:p>
                          <a:pPr marL="0" marR="0" lvl="0" indent="0">
                            <a:lnSpc>
                              <a:spcPct val="116000"/>
                            </a:lnSpc>
                            <a:spcAft>
                              <a:spcPts val="800"/>
                            </a:spcAft>
                            <a:buFont typeface="+mj-lt"/>
                            <a:buNone/>
                          </a:pPr>
                          <a:r>
                            <a:rPr lang="en-US" sz="1400">
                              <a:effectLst/>
                            </a:rPr>
                            <a:t>Overall Efficiency</a:t>
                          </a:r>
                          <a:endParaRPr lang="en-US" sz="1400">
                            <a:effectLst/>
                            <a:latin typeface="Times New Roman" panose="02020603050405020304" pitchFamily="18" charset="0"/>
                            <a:ea typeface="MS Mincho" panose="02020609040205080304" pitchFamily="49" charset="-128"/>
                            <a:cs typeface="Arial" panose="020B0604020202020204" pitchFamily="34" charset="0"/>
                          </a:endParaRPr>
                        </a:p>
                      </a:txBody>
                      <a:tcPr marL="57702" marR="57702" marT="0" marB="0"/>
                    </a:tc>
                    <a:tc>
                      <a:txBody>
                        <a:bodyPr/>
                        <a:lstStyle/>
                        <a:p>
                          <a:endParaRPr lang="en-US"/>
                        </a:p>
                      </a:txBody>
                      <a:tcPr marL="57702" marR="57702" marT="0" marB="0" anchor="ctr">
                        <a:blipFill>
                          <a:blip r:embed="rId3"/>
                          <a:stretch>
                            <a:fillRect l="-100578" t="-767619" r="-101445" b="-17143"/>
                          </a:stretch>
                        </a:blipFill>
                      </a:tcPr>
                    </a:tc>
                    <a:tc>
                      <a:txBody>
                        <a:bodyPr/>
                        <a:lstStyle/>
                        <a:p>
                          <a:endParaRPr lang="en-US"/>
                        </a:p>
                      </a:txBody>
                      <a:tcPr marL="57702" marR="57702" marT="0" marB="0">
                        <a:blipFill>
                          <a:blip r:embed="rId3"/>
                          <a:stretch>
                            <a:fillRect l="-200000" t="-767619" r="-1153" b="-17143"/>
                          </a:stretch>
                        </a:blipFill>
                      </a:tcPr>
                    </a:tc>
                    <a:extLst>
                      <a:ext uri="{0D108BD9-81ED-4DB2-BD59-A6C34878D82A}">
                        <a16:rowId xmlns:a16="http://schemas.microsoft.com/office/drawing/2014/main" val="2390992151"/>
                      </a:ext>
                    </a:extLst>
                  </a:tr>
                </a:tbl>
              </a:graphicData>
            </a:graphic>
          </p:graphicFrame>
        </mc:Fallback>
      </mc:AlternateContent>
      <p:sp>
        <p:nvSpPr>
          <p:cNvPr id="5" name="TextBox 4">
            <a:extLst>
              <a:ext uri="{FF2B5EF4-FFF2-40B4-BE49-F238E27FC236}">
                <a16:creationId xmlns:a16="http://schemas.microsoft.com/office/drawing/2014/main" id="{A0E84FCD-614B-4CC3-D47D-4044A5075229}"/>
              </a:ext>
            </a:extLst>
          </p:cNvPr>
          <p:cNvSpPr txBox="1"/>
          <p:nvPr/>
        </p:nvSpPr>
        <p:spPr>
          <a:xfrm>
            <a:off x="720191" y="1165253"/>
            <a:ext cx="3746613" cy="4708981"/>
          </a:xfrm>
          <a:prstGeom prst="rect">
            <a:avLst/>
          </a:prstGeom>
          <a:noFill/>
        </p:spPr>
        <p:txBody>
          <a:bodyPr wrap="square" rtlCol="0">
            <a:spAutoFit/>
          </a:bodyPr>
          <a:lstStyle/>
          <a:p>
            <a:pPr marL="342900" indent="-342900">
              <a:buFont typeface="Arial" panose="020B0604020202020204" pitchFamily="34" charset="0"/>
              <a:buChar char="•"/>
            </a:pPr>
            <a:r>
              <a:rPr lang="en-US" sz="2000" dirty="0"/>
              <a:t>Contact between feed and solvent leads to feed separation</a:t>
            </a:r>
          </a:p>
          <a:p>
            <a:pPr marL="742950" lvl="1" indent="-285750">
              <a:buFontTx/>
              <a:buChar char="-"/>
            </a:pPr>
            <a:r>
              <a:rPr lang="en-US" sz="2000" dirty="0"/>
              <a:t>Component being separated + solvent </a:t>
            </a:r>
            <a:r>
              <a:rPr lang="en-US" sz="2000" dirty="0">
                <a:sym typeface="Wingdings" panose="05000000000000000000" pitchFamily="2" charset="2"/>
              </a:rPr>
              <a:t> raffinate phase</a:t>
            </a:r>
          </a:p>
          <a:p>
            <a:pPr marL="742950" lvl="1" indent="-285750">
              <a:buFontTx/>
              <a:buChar char="-"/>
            </a:pPr>
            <a:r>
              <a:rPr lang="en-US" sz="2000" dirty="0">
                <a:sym typeface="Wingdings" panose="05000000000000000000" pitchFamily="2" charset="2"/>
              </a:rPr>
              <a:t>Other phase  extracting phase</a:t>
            </a:r>
          </a:p>
          <a:p>
            <a:pPr marL="285750" indent="-285750">
              <a:buFontTx/>
              <a:buChar char="-"/>
            </a:pPr>
            <a:endParaRPr lang="en-US" sz="2000" dirty="0"/>
          </a:p>
          <a:p>
            <a:pPr marL="342900" indent="-342900">
              <a:buFont typeface="Arial" panose="020B0604020202020204" pitchFamily="34" charset="0"/>
              <a:buChar char="•"/>
            </a:pPr>
            <a:r>
              <a:rPr lang="en-US" sz="2000" dirty="0"/>
              <a:t>Calculations are analogous to those for a distillation system</a:t>
            </a:r>
          </a:p>
          <a:p>
            <a:pPr marL="342900" indent="-342900">
              <a:buFont typeface="Arial" panose="020B0604020202020204" pitchFamily="34" charset="0"/>
              <a:buChar char="•"/>
            </a:pPr>
            <a:r>
              <a:rPr lang="en-US" sz="2000" dirty="0"/>
              <a:t>Multiple stages increase efficiency and separation efficacy</a:t>
            </a:r>
          </a:p>
        </p:txBody>
      </p:sp>
    </p:spTree>
    <p:extLst>
      <p:ext uri="{BB962C8B-B14F-4D97-AF65-F5344CB8AC3E}">
        <p14:creationId xmlns:p14="http://schemas.microsoft.com/office/powerpoint/2010/main" val="2720575487"/>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F501290-3077-717B-5133-AAFAD9B85BBF}"/>
              </a:ext>
            </a:extLst>
          </p:cNvPr>
          <p:cNvSpPr>
            <a:spLocks noGrp="1"/>
          </p:cNvSpPr>
          <p:nvPr>
            <p:ph type="title"/>
          </p:nvPr>
        </p:nvSpPr>
        <p:spPr>
          <a:xfrm>
            <a:off x="571499" y="427475"/>
            <a:ext cx="11048999" cy="811005"/>
          </a:xfrm>
        </p:spPr>
        <p:txBody>
          <a:bodyPr vert="horz" lIns="0" tIns="0" rIns="0" bIns="0" rtlCol="0" anchor="t">
            <a:normAutofit/>
          </a:bodyPr>
          <a:lstStyle/>
          <a:p>
            <a:r>
              <a:rPr lang="en-US" b="1" i="0" kern="1200">
                <a:latin typeface="Arial" panose="020B0604020202020204" pitchFamily="34" charset="0"/>
                <a:ea typeface="+mj-ea"/>
                <a:cs typeface="+mj-cs"/>
              </a:rPr>
              <a:t>Apparatus</a:t>
            </a:r>
          </a:p>
          <a:p>
            <a:endParaRPr lang="en-US" b="1" i="0" kern="1200">
              <a:latin typeface="Arial" panose="020B0604020202020204" pitchFamily="34" charset="0"/>
              <a:ea typeface="+mj-ea"/>
              <a:cs typeface="+mj-cs"/>
            </a:endParaRPr>
          </a:p>
        </p:txBody>
      </p:sp>
      <p:sp>
        <p:nvSpPr>
          <p:cNvPr id="18" name="Footer Placeholder 4">
            <a:extLst>
              <a:ext uri="{FF2B5EF4-FFF2-40B4-BE49-F238E27FC236}">
                <a16:creationId xmlns:a16="http://schemas.microsoft.com/office/drawing/2014/main" id="{F4B89F66-3327-E674-5A7B-EC2392D53F63}"/>
              </a:ext>
            </a:extLst>
          </p:cNvPr>
          <p:cNvSpPr>
            <a:spLocks noGrp="1"/>
          </p:cNvSpPr>
          <p:nvPr>
            <p:ph type="ftr" sz="quarter" idx="11"/>
          </p:nvPr>
        </p:nvSpPr>
        <p:spPr>
          <a:xfrm>
            <a:off x="571499" y="6419410"/>
            <a:ext cx="4114800" cy="365125"/>
          </a:xfrm>
        </p:spPr>
        <p:txBody>
          <a:bodyPr/>
          <a:lstStyle/>
          <a:p>
            <a:pPr>
              <a:spcAft>
                <a:spcPts val="600"/>
              </a:spcAft>
            </a:pPr>
            <a:r>
              <a:rPr lang="en-US"/>
              <a:t>College/Department/Presentation Name</a:t>
            </a:r>
          </a:p>
        </p:txBody>
      </p:sp>
      <p:pic>
        <p:nvPicPr>
          <p:cNvPr id="2" name="Picture 1" descr="A machine with blue squares&#10;&#10;AI-generated content may be incorrect.">
            <a:extLst>
              <a:ext uri="{FF2B5EF4-FFF2-40B4-BE49-F238E27FC236}">
                <a16:creationId xmlns:a16="http://schemas.microsoft.com/office/drawing/2014/main" id="{83628CFC-AC12-C8F6-8FE5-B76C25345814}"/>
              </a:ext>
            </a:extLst>
          </p:cNvPr>
          <p:cNvPicPr>
            <a:picLocks noChangeAspect="1"/>
          </p:cNvPicPr>
          <p:nvPr/>
        </p:nvPicPr>
        <p:blipFill>
          <a:blip r:embed="rId3"/>
          <a:stretch>
            <a:fillRect/>
          </a:stretch>
        </p:blipFill>
        <p:spPr>
          <a:xfrm>
            <a:off x="443043" y="1086633"/>
            <a:ext cx="5397804" cy="5029200"/>
          </a:xfrm>
          <a:prstGeom prst="rect">
            <a:avLst/>
          </a:prstGeom>
        </p:spPr>
      </p:pic>
      <p:graphicFrame>
        <p:nvGraphicFramePr>
          <p:cNvPr id="5" name="Table 4">
            <a:extLst>
              <a:ext uri="{FF2B5EF4-FFF2-40B4-BE49-F238E27FC236}">
                <a16:creationId xmlns:a16="http://schemas.microsoft.com/office/drawing/2014/main" id="{1212C034-6F89-5E53-37CF-B7B3995736A6}"/>
              </a:ext>
            </a:extLst>
          </p:cNvPr>
          <p:cNvGraphicFramePr>
            <a:graphicFrameLocks noGrp="1"/>
          </p:cNvGraphicFramePr>
          <p:nvPr>
            <p:extLst>
              <p:ext uri="{D42A27DB-BD31-4B8C-83A1-F6EECF244321}">
                <p14:modId xmlns:p14="http://schemas.microsoft.com/office/powerpoint/2010/main" val="835624442"/>
              </p:ext>
            </p:extLst>
          </p:nvPr>
        </p:nvGraphicFramePr>
        <p:xfrm>
          <a:off x="6096261" y="137769"/>
          <a:ext cx="5448300" cy="6490334"/>
        </p:xfrm>
        <a:graphic>
          <a:graphicData uri="http://schemas.openxmlformats.org/drawingml/2006/table">
            <a:tbl>
              <a:tblPr bandRow="1">
                <a:tableStyleId>{5C22544A-7EE6-4342-B048-85BDC9FD1C3A}</a:tableStyleId>
              </a:tblPr>
              <a:tblGrid>
                <a:gridCol w="647700">
                  <a:extLst>
                    <a:ext uri="{9D8B030D-6E8A-4147-A177-3AD203B41FA5}">
                      <a16:colId xmlns:a16="http://schemas.microsoft.com/office/drawing/2014/main" val="382136728"/>
                    </a:ext>
                  </a:extLst>
                </a:gridCol>
                <a:gridCol w="1114425">
                  <a:extLst>
                    <a:ext uri="{9D8B030D-6E8A-4147-A177-3AD203B41FA5}">
                      <a16:colId xmlns:a16="http://schemas.microsoft.com/office/drawing/2014/main" val="1328418976"/>
                    </a:ext>
                  </a:extLst>
                </a:gridCol>
                <a:gridCol w="3686175">
                  <a:extLst>
                    <a:ext uri="{9D8B030D-6E8A-4147-A177-3AD203B41FA5}">
                      <a16:colId xmlns:a16="http://schemas.microsoft.com/office/drawing/2014/main" val="1206269531"/>
                    </a:ext>
                  </a:extLst>
                </a:gridCol>
              </a:tblGrid>
              <a:tr h="330261">
                <a:tc gridSpan="3">
                  <a:txBody>
                    <a:bodyPr/>
                    <a:lstStyle/>
                    <a:p>
                      <a:pPr algn="l" rtl="0" fontAlgn="base">
                        <a:lnSpc>
                          <a:spcPts val="1425"/>
                        </a:lnSpc>
                        <a:spcAft>
                          <a:spcPts val="1000"/>
                        </a:spcAft>
                        <a:buNone/>
                      </a:pPr>
                      <a:r>
                        <a:rPr lang="en-US" sz="1200" b="1" i="1">
                          <a:solidFill>
                            <a:srgbClr val="001E62"/>
                          </a:solidFill>
                          <a:effectLst/>
                          <a:latin typeface="Arial"/>
                          <a:cs typeface="Arial"/>
                        </a:rPr>
                        <a:t>Table 1</a:t>
                      </a:r>
                      <a:r>
                        <a:rPr lang="en-US" sz="1200" b="0" i="1">
                          <a:solidFill>
                            <a:srgbClr val="001E62"/>
                          </a:solidFill>
                          <a:effectLst/>
                          <a:latin typeface="Arial"/>
                          <a:cs typeface="Arial"/>
                        </a:rPr>
                        <a:t>: Apparatus for Liquid-Liquid Experiment </a:t>
                      </a:r>
                      <a:endParaRPr lang="en-US" b="0" i="1">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98247355"/>
                  </a:ext>
                </a:extLst>
              </a:tr>
              <a:tr h="374296">
                <a:tc>
                  <a:txBody>
                    <a:bodyPr/>
                    <a:lstStyle/>
                    <a:p>
                      <a:pPr algn="l" rtl="0" fontAlgn="base">
                        <a:lnSpc>
                          <a:spcPts val="1657"/>
                        </a:lnSpc>
                        <a:spcAft>
                          <a:spcPts val="800"/>
                        </a:spcAft>
                        <a:buNone/>
                      </a:pPr>
                      <a:r>
                        <a:rPr lang="en-US" sz="1200" b="1" i="0">
                          <a:solidFill>
                            <a:srgbClr val="001E62"/>
                          </a:solidFill>
                          <a:effectLst/>
                          <a:latin typeface="Arial"/>
                          <a:cs typeface="Arial"/>
                        </a:rPr>
                        <a:t>No. </a:t>
                      </a:r>
                      <a:r>
                        <a:rPr lang="en-US" sz="1200" b="0" i="0">
                          <a:solidFill>
                            <a:srgbClr val="001E62"/>
                          </a:solidFill>
                          <a:effectLst/>
                          <a:latin typeface="Arial"/>
                          <a:cs typeface="Arial"/>
                        </a:rPr>
                        <a:t> </a:t>
                      </a:r>
                      <a:endParaRPr lang="en-US" b="0" i="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657"/>
                        </a:lnSpc>
                        <a:spcAft>
                          <a:spcPts val="800"/>
                        </a:spcAft>
                        <a:buNone/>
                      </a:pPr>
                      <a:r>
                        <a:rPr lang="en-US" sz="1200" b="1" i="0">
                          <a:solidFill>
                            <a:srgbClr val="001E62"/>
                          </a:solidFill>
                          <a:effectLst/>
                          <a:latin typeface="Arial"/>
                          <a:cs typeface="Arial"/>
                        </a:rPr>
                        <a:t>Component </a:t>
                      </a:r>
                      <a:r>
                        <a:rPr lang="en-US" sz="1200" b="0" i="0">
                          <a:solidFill>
                            <a:srgbClr val="001E62"/>
                          </a:solidFill>
                          <a:effectLst/>
                          <a:latin typeface="Arial"/>
                          <a:cs typeface="Arial"/>
                        </a:rPr>
                        <a:t> </a:t>
                      </a:r>
                      <a:endParaRPr lang="en-US" b="0" i="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657"/>
                        </a:lnSpc>
                        <a:spcAft>
                          <a:spcPts val="800"/>
                        </a:spcAft>
                        <a:buNone/>
                      </a:pPr>
                      <a:r>
                        <a:rPr lang="en-US" sz="1200" b="1" i="0">
                          <a:solidFill>
                            <a:srgbClr val="001E62"/>
                          </a:solidFill>
                          <a:effectLst/>
                          <a:latin typeface="Arial"/>
                          <a:cs typeface="Arial"/>
                        </a:rPr>
                        <a:t>Description </a:t>
                      </a:r>
                      <a:r>
                        <a:rPr lang="en-US" sz="1200" b="0" i="0">
                          <a:solidFill>
                            <a:srgbClr val="001E62"/>
                          </a:solidFill>
                          <a:effectLst/>
                          <a:latin typeface="Arial"/>
                          <a:cs typeface="Arial"/>
                        </a:rPr>
                        <a:t> </a:t>
                      </a:r>
                      <a:endParaRPr lang="en-US" b="0" i="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99809677"/>
                  </a:ext>
                </a:extLst>
              </a:tr>
              <a:tr h="627496">
                <a:tc>
                  <a:txBody>
                    <a:bodyPr/>
                    <a:lstStyle/>
                    <a:p>
                      <a:pPr algn="l" rtl="0" fontAlgn="base">
                        <a:lnSpc>
                          <a:spcPts val="1657"/>
                        </a:lnSpc>
                        <a:spcAft>
                          <a:spcPts val="800"/>
                        </a:spcAft>
                        <a:buNone/>
                      </a:pPr>
                      <a:r>
                        <a:rPr lang="en-US" sz="1200" b="1" i="0">
                          <a:solidFill>
                            <a:srgbClr val="001E62"/>
                          </a:solidFill>
                          <a:effectLst/>
                          <a:latin typeface="Arial"/>
                          <a:cs typeface="Arial"/>
                        </a:rPr>
                        <a:t>1</a:t>
                      </a:r>
                      <a:r>
                        <a:rPr lang="en-US" sz="1200" b="0" i="0">
                          <a:solidFill>
                            <a:srgbClr val="001E62"/>
                          </a:solidFill>
                          <a:effectLst/>
                          <a:latin typeface="Arial"/>
                          <a:cs typeface="Arial"/>
                        </a:rPr>
                        <a:t> </a:t>
                      </a:r>
                      <a:endParaRPr lang="en-US" b="0" i="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657"/>
                        </a:lnSpc>
                        <a:spcAft>
                          <a:spcPts val="800"/>
                        </a:spcAft>
                        <a:buNone/>
                      </a:pPr>
                      <a:r>
                        <a:rPr lang="en-US" sz="1200" b="0" i="0">
                          <a:solidFill>
                            <a:srgbClr val="001E62"/>
                          </a:solidFill>
                          <a:effectLst/>
                          <a:latin typeface="Arial"/>
                          <a:cs typeface="Arial"/>
                        </a:rPr>
                        <a:t>Denver mixer-settler unit </a:t>
                      </a:r>
                      <a:endParaRPr lang="en-US" b="0" i="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657"/>
                        </a:lnSpc>
                        <a:spcAft>
                          <a:spcPts val="800"/>
                        </a:spcAft>
                        <a:buNone/>
                      </a:pPr>
                      <a:r>
                        <a:rPr lang="en-US" sz="1200" b="0" i="0">
                          <a:solidFill>
                            <a:srgbClr val="001E62"/>
                          </a:solidFill>
                          <a:effectLst/>
                          <a:latin typeface="Arial"/>
                          <a:cs typeface="Arial"/>
                        </a:rPr>
                        <a:t>Three extraction stages, each containing a mixer/settler section </a:t>
                      </a:r>
                      <a:endParaRPr lang="en-US" b="0" i="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58892560"/>
                  </a:ext>
                </a:extLst>
              </a:tr>
              <a:tr h="627496">
                <a:tc>
                  <a:txBody>
                    <a:bodyPr/>
                    <a:lstStyle/>
                    <a:p>
                      <a:pPr algn="l" rtl="0" fontAlgn="base">
                        <a:lnSpc>
                          <a:spcPts val="1657"/>
                        </a:lnSpc>
                        <a:spcAft>
                          <a:spcPts val="800"/>
                        </a:spcAft>
                        <a:buNone/>
                      </a:pPr>
                      <a:r>
                        <a:rPr lang="en-US" sz="1200" b="1" i="0">
                          <a:solidFill>
                            <a:srgbClr val="001E62"/>
                          </a:solidFill>
                          <a:effectLst/>
                          <a:latin typeface="Arial"/>
                          <a:cs typeface="Arial"/>
                        </a:rPr>
                        <a:t>2 </a:t>
                      </a:r>
                      <a:r>
                        <a:rPr lang="en-US" sz="1200" b="0" i="0">
                          <a:solidFill>
                            <a:srgbClr val="001E62"/>
                          </a:solidFill>
                          <a:effectLst/>
                          <a:latin typeface="Arial"/>
                          <a:cs typeface="Arial"/>
                        </a:rPr>
                        <a:t> </a:t>
                      </a:r>
                      <a:endParaRPr lang="en-US" b="0" i="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657"/>
                        </a:lnSpc>
                        <a:spcAft>
                          <a:spcPts val="800"/>
                        </a:spcAft>
                        <a:buNone/>
                      </a:pPr>
                      <a:r>
                        <a:rPr lang="en-US" sz="1200" b="0" i="0">
                          <a:solidFill>
                            <a:srgbClr val="001E62"/>
                          </a:solidFill>
                          <a:effectLst/>
                          <a:latin typeface="Arial"/>
                          <a:cs typeface="Arial"/>
                        </a:rPr>
                        <a:t>Feed tank </a:t>
                      </a:r>
                      <a:endParaRPr lang="en-US" b="0" i="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657"/>
                        </a:lnSpc>
                        <a:spcAft>
                          <a:spcPts val="800"/>
                        </a:spcAft>
                        <a:buNone/>
                      </a:pPr>
                      <a:r>
                        <a:rPr lang="en-US" sz="1200" b="0" i="0" dirty="0">
                          <a:solidFill>
                            <a:srgbClr val="001E62"/>
                          </a:solidFill>
                          <a:effectLst/>
                          <a:latin typeface="Arial"/>
                          <a:cs typeface="Arial"/>
                        </a:rPr>
                        <a:t>25-gallon tank that holds the mineral oil and acetic acid mixture </a:t>
                      </a:r>
                      <a:endParaRPr lang="en-US" b="0" i="0" dirty="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10336440"/>
                  </a:ext>
                </a:extLst>
              </a:tr>
              <a:tr h="627496">
                <a:tc>
                  <a:txBody>
                    <a:bodyPr/>
                    <a:lstStyle/>
                    <a:p>
                      <a:pPr algn="l" rtl="0" fontAlgn="base">
                        <a:lnSpc>
                          <a:spcPts val="1657"/>
                        </a:lnSpc>
                        <a:spcAft>
                          <a:spcPts val="800"/>
                        </a:spcAft>
                        <a:buNone/>
                      </a:pPr>
                      <a:r>
                        <a:rPr lang="en-US" sz="1200" b="1" i="0">
                          <a:solidFill>
                            <a:srgbClr val="001E62"/>
                          </a:solidFill>
                          <a:effectLst/>
                          <a:latin typeface="Arial"/>
                          <a:cs typeface="Arial"/>
                        </a:rPr>
                        <a:t>3</a:t>
                      </a:r>
                      <a:r>
                        <a:rPr lang="en-US" sz="1200" b="0" i="0">
                          <a:solidFill>
                            <a:srgbClr val="001E62"/>
                          </a:solidFill>
                          <a:effectLst/>
                          <a:latin typeface="Arial"/>
                          <a:cs typeface="Arial"/>
                        </a:rPr>
                        <a:t> </a:t>
                      </a:r>
                      <a:endParaRPr lang="en-US" b="0" i="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657"/>
                        </a:lnSpc>
                        <a:spcAft>
                          <a:spcPts val="800"/>
                        </a:spcAft>
                        <a:buNone/>
                      </a:pPr>
                      <a:r>
                        <a:rPr lang="en-US" sz="1200" b="0" i="0">
                          <a:solidFill>
                            <a:srgbClr val="001E62"/>
                          </a:solidFill>
                          <a:effectLst/>
                          <a:latin typeface="Arial"/>
                          <a:cs typeface="Arial"/>
                        </a:rPr>
                        <a:t>Product tank </a:t>
                      </a:r>
                      <a:endParaRPr lang="en-US" b="0" i="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657"/>
                        </a:lnSpc>
                        <a:spcAft>
                          <a:spcPts val="800"/>
                        </a:spcAft>
                        <a:buNone/>
                      </a:pPr>
                      <a:r>
                        <a:rPr lang="en-US" sz="1200" b="0" i="0" dirty="0">
                          <a:solidFill>
                            <a:srgbClr val="001E62"/>
                          </a:solidFill>
                          <a:effectLst/>
                          <a:latin typeface="Arial"/>
                          <a:cs typeface="Arial"/>
                        </a:rPr>
                        <a:t>Tank that collects the residual mineral oil/acetic acid mixture after the extraction </a:t>
                      </a:r>
                      <a:endParaRPr lang="en-US" b="0" i="0" dirty="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15532361"/>
                  </a:ext>
                </a:extLst>
              </a:tr>
              <a:tr h="891706">
                <a:tc>
                  <a:txBody>
                    <a:bodyPr/>
                    <a:lstStyle/>
                    <a:p>
                      <a:pPr algn="l" rtl="0" fontAlgn="base">
                        <a:lnSpc>
                          <a:spcPts val="1657"/>
                        </a:lnSpc>
                        <a:spcAft>
                          <a:spcPts val="800"/>
                        </a:spcAft>
                        <a:buNone/>
                      </a:pPr>
                      <a:r>
                        <a:rPr lang="en-US" sz="1200" b="1" i="0">
                          <a:solidFill>
                            <a:srgbClr val="001E62"/>
                          </a:solidFill>
                          <a:effectLst/>
                          <a:latin typeface="Arial"/>
                          <a:cs typeface="Arial"/>
                        </a:rPr>
                        <a:t>4</a:t>
                      </a:r>
                      <a:r>
                        <a:rPr lang="en-US" sz="1200" b="0" i="0">
                          <a:solidFill>
                            <a:srgbClr val="001E62"/>
                          </a:solidFill>
                          <a:effectLst/>
                          <a:latin typeface="Arial"/>
                          <a:cs typeface="Arial"/>
                        </a:rPr>
                        <a:t> </a:t>
                      </a:r>
                      <a:endParaRPr lang="en-US" b="0" i="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657"/>
                        </a:lnSpc>
                        <a:spcAft>
                          <a:spcPts val="800"/>
                        </a:spcAft>
                        <a:buNone/>
                      </a:pPr>
                      <a:r>
                        <a:rPr lang="en-US" sz="1200" b="0" i="0">
                          <a:solidFill>
                            <a:srgbClr val="001E62"/>
                          </a:solidFill>
                          <a:effectLst/>
                          <a:latin typeface="Arial"/>
                          <a:cs typeface="Arial"/>
                        </a:rPr>
                        <a:t>Impellers </a:t>
                      </a:r>
                      <a:endParaRPr lang="en-US" b="0" i="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657"/>
                        </a:lnSpc>
                        <a:spcAft>
                          <a:spcPts val="800"/>
                        </a:spcAft>
                        <a:buNone/>
                      </a:pPr>
                      <a:r>
                        <a:rPr lang="en-US" sz="1200" b="0" i="0">
                          <a:solidFill>
                            <a:srgbClr val="001E62"/>
                          </a:solidFill>
                          <a:effectLst/>
                          <a:latin typeface="Arial"/>
                          <a:cs typeface="Arial"/>
                        </a:rPr>
                        <a:t>Three impellers on top of each of the Denver mixer-settler units; controlled with a circuit breaker. Speeds are measured with a tachometer </a:t>
                      </a:r>
                      <a:endParaRPr lang="en-US" b="0" i="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56175009"/>
                  </a:ext>
                </a:extLst>
              </a:tr>
              <a:tr h="627496">
                <a:tc>
                  <a:txBody>
                    <a:bodyPr/>
                    <a:lstStyle/>
                    <a:p>
                      <a:pPr algn="l" rtl="0" fontAlgn="base">
                        <a:lnSpc>
                          <a:spcPts val="1657"/>
                        </a:lnSpc>
                        <a:spcAft>
                          <a:spcPts val="800"/>
                        </a:spcAft>
                        <a:buNone/>
                      </a:pPr>
                      <a:r>
                        <a:rPr lang="en-US" sz="1200" b="1" i="0">
                          <a:solidFill>
                            <a:srgbClr val="001E62"/>
                          </a:solidFill>
                          <a:effectLst/>
                          <a:latin typeface="Arial"/>
                          <a:cs typeface="Arial"/>
                        </a:rPr>
                        <a:t>5 </a:t>
                      </a:r>
                      <a:r>
                        <a:rPr lang="en-US" sz="1200" b="0" i="0">
                          <a:solidFill>
                            <a:srgbClr val="001E62"/>
                          </a:solidFill>
                          <a:effectLst/>
                          <a:latin typeface="Arial"/>
                          <a:cs typeface="Arial"/>
                        </a:rPr>
                        <a:t> </a:t>
                      </a:r>
                      <a:endParaRPr lang="en-US" b="0" i="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657"/>
                        </a:lnSpc>
                        <a:spcAft>
                          <a:spcPts val="800"/>
                        </a:spcAft>
                        <a:buNone/>
                      </a:pPr>
                      <a:r>
                        <a:rPr lang="en-US" sz="1200" b="0" i="0">
                          <a:solidFill>
                            <a:srgbClr val="001E62"/>
                          </a:solidFill>
                          <a:effectLst/>
                          <a:latin typeface="Arial"/>
                          <a:cs typeface="Arial"/>
                        </a:rPr>
                        <a:t>Centrifugal pump </a:t>
                      </a:r>
                      <a:endParaRPr lang="en-US" b="0" i="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657"/>
                        </a:lnSpc>
                        <a:spcAft>
                          <a:spcPts val="800"/>
                        </a:spcAft>
                        <a:buNone/>
                      </a:pPr>
                      <a:r>
                        <a:rPr lang="en-US" sz="1200" b="0" i="0">
                          <a:solidFill>
                            <a:srgbClr val="001E62"/>
                          </a:solidFill>
                          <a:effectLst/>
                          <a:latin typeface="Arial"/>
                          <a:cs typeface="Arial"/>
                        </a:rPr>
                        <a:t>Used for mixing the feed and feeds from the tank to the extraction units </a:t>
                      </a:r>
                      <a:endParaRPr lang="en-US" b="0" i="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30324436"/>
                  </a:ext>
                </a:extLst>
              </a:tr>
              <a:tr h="627496">
                <a:tc>
                  <a:txBody>
                    <a:bodyPr/>
                    <a:lstStyle/>
                    <a:p>
                      <a:pPr algn="l" rtl="0" fontAlgn="base">
                        <a:lnSpc>
                          <a:spcPts val="1657"/>
                        </a:lnSpc>
                        <a:spcAft>
                          <a:spcPts val="800"/>
                        </a:spcAft>
                        <a:buNone/>
                      </a:pPr>
                      <a:r>
                        <a:rPr lang="en-US" sz="1200" b="1" i="0">
                          <a:solidFill>
                            <a:srgbClr val="001E62"/>
                          </a:solidFill>
                          <a:effectLst/>
                          <a:latin typeface="Arial"/>
                          <a:cs typeface="Arial"/>
                        </a:rPr>
                        <a:t>6</a:t>
                      </a:r>
                      <a:r>
                        <a:rPr lang="en-US" sz="1200" b="0" i="0">
                          <a:solidFill>
                            <a:srgbClr val="001E62"/>
                          </a:solidFill>
                          <a:effectLst/>
                          <a:latin typeface="Arial"/>
                          <a:cs typeface="Arial"/>
                        </a:rPr>
                        <a:t> </a:t>
                      </a:r>
                      <a:endParaRPr lang="en-US" b="0" i="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657"/>
                        </a:lnSpc>
                        <a:spcAft>
                          <a:spcPts val="800"/>
                        </a:spcAft>
                        <a:buNone/>
                      </a:pPr>
                      <a:r>
                        <a:rPr lang="en-US" sz="1200" b="0" i="0">
                          <a:solidFill>
                            <a:srgbClr val="001E62"/>
                          </a:solidFill>
                          <a:effectLst/>
                          <a:latin typeface="Arial"/>
                          <a:cs typeface="Arial"/>
                        </a:rPr>
                        <a:t>Rotameters </a:t>
                      </a:r>
                      <a:endParaRPr lang="en-US" b="0" i="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657"/>
                        </a:lnSpc>
                        <a:spcAft>
                          <a:spcPts val="800"/>
                        </a:spcAft>
                        <a:buNone/>
                      </a:pPr>
                      <a:r>
                        <a:rPr lang="en-US" sz="1200" b="0" i="0">
                          <a:solidFill>
                            <a:srgbClr val="001E62"/>
                          </a:solidFill>
                          <a:effectLst/>
                          <a:latin typeface="Arial"/>
                          <a:cs typeface="Arial"/>
                        </a:rPr>
                        <a:t>Two rotameters (flow meters); measures the flow rates for the mineral oil and water </a:t>
                      </a:r>
                      <a:endParaRPr lang="en-US" b="0" i="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54195427"/>
                  </a:ext>
                </a:extLst>
              </a:tr>
              <a:tr h="374296">
                <a:tc>
                  <a:txBody>
                    <a:bodyPr/>
                    <a:lstStyle/>
                    <a:p>
                      <a:pPr algn="l" rtl="0" fontAlgn="base">
                        <a:lnSpc>
                          <a:spcPts val="1657"/>
                        </a:lnSpc>
                        <a:spcAft>
                          <a:spcPts val="800"/>
                        </a:spcAft>
                        <a:buNone/>
                      </a:pPr>
                      <a:r>
                        <a:rPr lang="en-US" sz="1200" b="1" i="0">
                          <a:solidFill>
                            <a:srgbClr val="001E62"/>
                          </a:solidFill>
                          <a:effectLst/>
                          <a:latin typeface="Arial"/>
                          <a:cs typeface="Arial"/>
                        </a:rPr>
                        <a:t>7</a:t>
                      </a:r>
                      <a:r>
                        <a:rPr lang="en-US" sz="1200" b="0" i="0">
                          <a:solidFill>
                            <a:srgbClr val="001E62"/>
                          </a:solidFill>
                          <a:effectLst/>
                          <a:latin typeface="Arial"/>
                          <a:cs typeface="Arial"/>
                        </a:rPr>
                        <a:t> </a:t>
                      </a:r>
                      <a:endParaRPr lang="en-US" b="0" i="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657"/>
                        </a:lnSpc>
                        <a:spcAft>
                          <a:spcPts val="800"/>
                        </a:spcAft>
                        <a:buNone/>
                      </a:pPr>
                      <a:r>
                        <a:rPr lang="en-US" sz="1200" b="0" i="0">
                          <a:solidFill>
                            <a:srgbClr val="001E62"/>
                          </a:solidFill>
                          <a:effectLst/>
                          <a:latin typeface="Arial"/>
                          <a:cs typeface="Arial"/>
                        </a:rPr>
                        <a:t>Solvent circuit </a:t>
                      </a:r>
                      <a:endParaRPr lang="en-US" b="0" i="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657"/>
                        </a:lnSpc>
                        <a:spcAft>
                          <a:spcPts val="800"/>
                        </a:spcAft>
                        <a:buNone/>
                      </a:pPr>
                      <a:r>
                        <a:rPr lang="en-US" sz="1200" b="0" i="0">
                          <a:solidFill>
                            <a:srgbClr val="001E62"/>
                          </a:solidFill>
                          <a:effectLst/>
                          <a:latin typeface="Arial"/>
                          <a:cs typeface="Arial"/>
                        </a:rPr>
                        <a:t>Inlet for the water supplied from the top </a:t>
                      </a:r>
                      <a:endParaRPr lang="en-US" b="0" i="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35738418"/>
                  </a:ext>
                </a:extLst>
              </a:tr>
              <a:tr h="374296">
                <a:tc>
                  <a:txBody>
                    <a:bodyPr/>
                    <a:lstStyle/>
                    <a:p>
                      <a:pPr algn="l" rtl="0" fontAlgn="base">
                        <a:lnSpc>
                          <a:spcPts val="1657"/>
                        </a:lnSpc>
                        <a:spcAft>
                          <a:spcPts val="800"/>
                        </a:spcAft>
                        <a:buNone/>
                      </a:pPr>
                      <a:r>
                        <a:rPr lang="en-US" sz="1200" b="1" i="0">
                          <a:solidFill>
                            <a:srgbClr val="001E62"/>
                          </a:solidFill>
                          <a:effectLst/>
                          <a:latin typeface="Arial"/>
                          <a:cs typeface="Arial"/>
                        </a:rPr>
                        <a:t>8</a:t>
                      </a:r>
                      <a:r>
                        <a:rPr lang="en-US" sz="1200" b="0" i="0">
                          <a:solidFill>
                            <a:srgbClr val="001E62"/>
                          </a:solidFill>
                          <a:effectLst/>
                          <a:latin typeface="Arial"/>
                          <a:cs typeface="Arial"/>
                        </a:rPr>
                        <a:t> </a:t>
                      </a:r>
                      <a:endParaRPr lang="en-US" b="0" i="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657"/>
                        </a:lnSpc>
                        <a:spcAft>
                          <a:spcPts val="800"/>
                        </a:spcAft>
                        <a:buNone/>
                      </a:pPr>
                      <a:r>
                        <a:rPr lang="en-US" sz="1200" b="0" i="0">
                          <a:solidFill>
                            <a:srgbClr val="001E62"/>
                          </a:solidFill>
                          <a:effectLst/>
                          <a:latin typeface="Arial"/>
                          <a:cs typeface="Arial"/>
                        </a:rPr>
                        <a:t>Recycle valve </a:t>
                      </a:r>
                      <a:endParaRPr lang="en-US" b="0" i="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657"/>
                        </a:lnSpc>
                        <a:spcAft>
                          <a:spcPts val="800"/>
                        </a:spcAft>
                        <a:buNone/>
                      </a:pPr>
                      <a:r>
                        <a:rPr lang="en-US" sz="1200" b="0" i="0" dirty="0">
                          <a:solidFill>
                            <a:srgbClr val="001E62"/>
                          </a:solidFill>
                          <a:effectLst/>
                          <a:latin typeface="Arial"/>
                          <a:cs typeface="Arial"/>
                        </a:rPr>
                        <a:t>Yellow below the feed tank </a:t>
                      </a:r>
                      <a:endParaRPr lang="en-US" b="0" i="0" dirty="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6146982"/>
                  </a:ext>
                </a:extLst>
              </a:tr>
              <a:tr h="374296">
                <a:tc>
                  <a:txBody>
                    <a:bodyPr/>
                    <a:lstStyle/>
                    <a:p>
                      <a:pPr algn="l" rtl="0" fontAlgn="base">
                        <a:lnSpc>
                          <a:spcPts val="1657"/>
                        </a:lnSpc>
                        <a:spcAft>
                          <a:spcPts val="800"/>
                        </a:spcAft>
                        <a:buNone/>
                      </a:pPr>
                      <a:r>
                        <a:rPr lang="en-US" sz="1200" b="1" i="0">
                          <a:solidFill>
                            <a:srgbClr val="001E62"/>
                          </a:solidFill>
                          <a:effectLst/>
                          <a:latin typeface="Arial"/>
                          <a:cs typeface="Arial"/>
                        </a:rPr>
                        <a:t>9</a:t>
                      </a:r>
                      <a:r>
                        <a:rPr lang="en-US" sz="1200" b="0" i="0">
                          <a:solidFill>
                            <a:srgbClr val="001E62"/>
                          </a:solidFill>
                          <a:effectLst/>
                          <a:latin typeface="Arial"/>
                          <a:cs typeface="Arial"/>
                        </a:rPr>
                        <a:t> </a:t>
                      </a:r>
                      <a:endParaRPr lang="en-US" b="0" i="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657"/>
                        </a:lnSpc>
                        <a:spcAft>
                          <a:spcPts val="800"/>
                        </a:spcAft>
                        <a:buNone/>
                      </a:pPr>
                      <a:r>
                        <a:rPr lang="en-US" sz="1200" b="0" i="0">
                          <a:solidFill>
                            <a:srgbClr val="001E62"/>
                          </a:solidFill>
                          <a:effectLst/>
                          <a:latin typeface="Arial"/>
                          <a:cs typeface="Arial"/>
                        </a:rPr>
                        <a:t>Reflux valves </a:t>
                      </a:r>
                      <a:endParaRPr lang="en-US" b="0" i="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657"/>
                        </a:lnSpc>
                        <a:spcAft>
                          <a:spcPts val="800"/>
                        </a:spcAft>
                        <a:buNone/>
                      </a:pPr>
                      <a:r>
                        <a:rPr lang="en-US" sz="1200" b="0" i="0" dirty="0">
                          <a:solidFill>
                            <a:srgbClr val="001E62"/>
                          </a:solidFill>
                          <a:effectLst/>
                          <a:latin typeface="Arial"/>
                          <a:cs typeface="Arial"/>
                        </a:rPr>
                        <a:t>Under each stage; kept fully closed  </a:t>
                      </a:r>
                      <a:r>
                        <a:rPr lang="en-US" sz="1200" b="0" i="0" u="none" strike="noStrike" noProof="0" dirty="0">
                          <a:solidFill>
                            <a:srgbClr val="001E62"/>
                          </a:solidFill>
                          <a:effectLst/>
                          <a:latin typeface="Arial"/>
                          <a:cs typeface="Arial"/>
                        </a:rPr>
                        <a:t>reflux valves are on the end of the stage in the middle.</a:t>
                      </a:r>
                      <a:endParaRPr lang="en-US" sz="1200" b="0" i="0" dirty="0">
                        <a:solidFill>
                          <a:srgbClr val="001E62"/>
                        </a:solidFill>
                        <a:effectLst/>
                        <a:latin typeface="Arial"/>
                        <a:cs typeface="Arial"/>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31024366"/>
                  </a:ext>
                </a:extLst>
              </a:tr>
              <a:tr h="374295">
                <a:tc>
                  <a:txBody>
                    <a:bodyPr/>
                    <a:lstStyle/>
                    <a:p>
                      <a:pPr lvl="0" algn="l">
                        <a:lnSpc>
                          <a:spcPts val="1657"/>
                        </a:lnSpc>
                        <a:spcAft>
                          <a:spcPts val="800"/>
                        </a:spcAft>
                        <a:buNone/>
                      </a:pPr>
                      <a:r>
                        <a:rPr lang="en-US" sz="1200" b="0" i="0">
                          <a:solidFill>
                            <a:srgbClr val="001E62"/>
                          </a:solidFill>
                          <a:effectLst/>
                          <a:latin typeface="Arial"/>
                          <a:cs typeface="Arial"/>
                        </a:rPr>
                        <a:t>10 </a:t>
                      </a:r>
                    </a:p>
                  </a:txBody>
                  <a:tcPr marL="66674" marR="66674">
                    <a:lnL w="9524">
                      <a:solidFill>
                        <a:srgbClr val="000000"/>
                      </a:solidFill>
                    </a:lnL>
                    <a:lnR w="9524">
                      <a:solidFill>
                        <a:srgbClr val="000000"/>
                      </a:solidFill>
                    </a:lnR>
                    <a:lnT w="9525" cap="flat" cmpd="sng" algn="ctr">
                      <a:solidFill>
                        <a:srgbClr val="000000"/>
                      </a:solidFill>
                      <a:prstDash val="solid"/>
                      <a:round/>
                      <a:headEnd type="none" w="med" len="med"/>
                      <a:tailEnd type="none" w="med" len="med"/>
                    </a:lnT>
                    <a:lnB w="9524">
                      <a:solidFill>
                        <a:srgbClr val="000000"/>
                      </a:solidFill>
                    </a:lnB>
                    <a:solidFill>
                      <a:srgbClr val="FFFFFF"/>
                    </a:solidFill>
                  </a:tcPr>
                </a:tc>
                <a:tc>
                  <a:txBody>
                    <a:bodyPr/>
                    <a:lstStyle/>
                    <a:p>
                      <a:pPr lvl="0" algn="l">
                        <a:lnSpc>
                          <a:spcPts val="1657"/>
                        </a:lnSpc>
                        <a:spcAft>
                          <a:spcPts val="800"/>
                        </a:spcAft>
                        <a:buNone/>
                      </a:pPr>
                      <a:r>
                        <a:rPr lang="en-US" sz="1200" b="0" i="0">
                          <a:solidFill>
                            <a:srgbClr val="001E62"/>
                          </a:solidFill>
                          <a:effectLst/>
                          <a:latin typeface="Arial"/>
                          <a:cs typeface="Arial"/>
                        </a:rPr>
                        <a:t>Drain valves</a:t>
                      </a:r>
                    </a:p>
                  </a:txBody>
                  <a:tcPr marL="66674" marR="66674">
                    <a:lnL w="9524">
                      <a:solidFill>
                        <a:srgbClr val="000000"/>
                      </a:solidFill>
                    </a:lnL>
                    <a:lnR w="9524">
                      <a:solidFill>
                        <a:srgbClr val="000000"/>
                      </a:solidFill>
                    </a:lnR>
                    <a:lnT w="9525" cap="flat" cmpd="sng" algn="ctr">
                      <a:solidFill>
                        <a:srgbClr val="000000"/>
                      </a:solidFill>
                      <a:prstDash val="solid"/>
                      <a:round/>
                      <a:headEnd type="none" w="med" len="med"/>
                      <a:tailEnd type="none" w="med" len="med"/>
                    </a:lnT>
                    <a:lnB w="9524">
                      <a:solidFill>
                        <a:srgbClr val="000000"/>
                      </a:solidFill>
                    </a:lnB>
                    <a:solidFill>
                      <a:srgbClr val="FFFFFF"/>
                    </a:solidFill>
                  </a:tcPr>
                </a:tc>
                <a:tc>
                  <a:txBody>
                    <a:bodyPr/>
                    <a:lstStyle/>
                    <a:p>
                      <a:pPr lvl="0" algn="l">
                        <a:lnSpc>
                          <a:spcPts val="1657"/>
                        </a:lnSpc>
                        <a:spcAft>
                          <a:spcPts val="800"/>
                        </a:spcAft>
                        <a:buNone/>
                      </a:pPr>
                      <a:r>
                        <a:rPr lang="en-US" sz="1100" b="0" i="0" u="none" strike="noStrike" noProof="0" dirty="0">
                          <a:solidFill>
                            <a:srgbClr val="001E62"/>
                          </a:solidFill>
                          <a:effectLst/>
                          <a:highlight>
                            <a:srgbClr val="FFFFFF"/>
                          </a:highlight>
                          <a:latin typeface="Arial"/>
                          <a:cs typeface="Arial"/>
                        </a:rPr>
                        <a:t>Drain valves are under each stage, two per stage.  </a:t>
                      </a:r>
                      <a:endParaRPr lang="en-US" dirty="0">
                        <a:solidFill>
                          <a:srgbClr val="001E62"/>
                        </a:solidFill>
                        <a:latin typeface="Arial"/>
                        <a:cs typeface="Arial"/>
                      </a:endParaRPr>
                    </a:p>
                  </a:txBody>
                  <a:tcPr marL="66674" marR="66674">
                    <a:lnL w="9524">
                      <a:solidFill>
                        <a:srgbClr val="000000"/>
                      </a:solidFill>
                    </a:lnL>
                    <a:lnR w="9524">
                      <a:solidFill>
                        <a:srgbClr val="000000"/>
                      </a:solidFill>
                    </a:lnR>
                    <a:lnT w="9525" cap="flat" cmpd="sng" algn="ctr">
                      <a:solidFill>
                        <a:srgbClr val="000000"/>
                      </a:solidFill>
                      <a:prstDash val="solid"/>
                      <a:round/>
                      <a:headEnd type="none" w="med" len="med"/>
                      <a:tailEnd type="none" w="med" len="med"/>
                    </a:lnT>
                    <a:lnB w="9524">
                      <a:solidFill>
                        <a:srgbClr val="000000"/>
                      </a:solidFill>
                    </a:lnB>
                    <a:solidFill>
                      <a:srgbClr val="FFFFFF"/>
                    </a:solidFill>
                  </a:tcPr>
                </a:tc>
                <a:extLst>
                  <a:ext uri="{0D108BD9-81ED-4DB2-BD59-A6C34878D82A}">
                    <a16:rowId xmlns:a16="http://schemas.microsoft.com/office/drawing/2014/main" val="3644013696"/>
                  </a:ext>
                </a:extLst>
              </a:tr>
            </a:tbl>
          </a:graphicData>
        </a:graphic>
      </p:graphicFrame>
    </p:spTree>
    <p:extLst>
      <p:ext uri="{BB962C8B-B14F-4D97-AF65-F5344CB8AC3E}">
        <p14:creationId xmlns:p14="http://schemas.microsoft.com/office/powerpoint/2010/main" val="1569800556"/>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032453F-A203-EB11-8362-5B79B0D860AD}"/>
              </a:ext>
            </a:extLst>
          </p:cNvPr>
          <p:cNvSpPr>
            <a:spLocks noGrp="1"/>
          </p:cNvSpPr>
          <p:nvPr>
            <p:ph type="title"/>
          </p:nvPr>
        </p:nvSpPr>
        <p:spPr>
          <a:xfrm>
            <a:off x="571499" y="427475"/>
            <a:ext cx="11048999" cy="811005"/>
          </a:xfrm>
          <a:effectLst>
            <a:outerShdw blurRad="50800" dist="50800" dir="7200000" sx="23000" sy="23000" algn="ctr" rotWithShape="0">
              <a:srgbClr val="000000">
                <a:alpha val="90000"/>
              </a:srgbClr>
            </a:outerShdw>
          </a:effectLst>
        </p:spPr>
        <p:txBody>
          <a:bodyPr>
            <a:normAutofit/>
          </a:bodyPr>
          <a:lstStyle/>
          <a:p>
            <a:r>
              <a:rPr lang="en-US" sz="4000"/>
              <a:t>Materials and Supplies</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8E31C623-36E6-0797-D57F-5D27583F07D2}"/>
                  </a:ext>
                </a:extLst>
              </p14:cNvPr>
              <p14:cNvContentPartPr/>
              <p14:nvPr/>
            </p14:nvContentPartPr>
            <p14:xfrm>
              <a:off x="11663589" y="2184531"/>
              <a:ext cx="1080" cy="11880"/>
            </p14:xfrm>
          </p:contentPart>
        </mc:Choice>
        <mc:Fallback xmlns="">
          <p:pic>
            <p:nvPicPr>
              <p:cNvPr id="3" name="Ink 2">
                <a:extLst>
                  <a:ext uri="{FF2B5EF4-FFF2-40B4-BE49-F238E27FC236}">
                    <a16:creationId xmlns:a16="http://schemas.microsoft.com/office/drawing/2014/main" id="{8E31C623-36E6-0797-D57F-5D27583F07D2}"/>
                  </a:ext>
                </a:extLst>
              </p:cNvPr>
              <p:cNvPicPr/>
              <p:nvPr/>
            </p:nvPicPr>
            <p:blipFill>
              <a:blip r:embed="rId4"/>
              <a:stretch>
                <a:fillRect/>
              </a:stretch>
            </p:blipFill>
            <p:spPr>
              <a:xfrm>
                <a:off x="11659269" y="2180211"/>
                <a:ext cx="972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615F057B-AD98-7005-3227-6D7F99EDC4A3}"/>
                  </a:ext>
                </a:extLst>
              </p14:cNvPr>
              <p14:cNvContentPartPr/>
              <p14:nvPr/>
            </p14:nvContentPartPr>
            <p14:xfrm>
              <a:off x="10383429" y="4556931"/>
              <a:ext cx="360" cy="360"/>
            </p14:xfrm>
          </p:contentPart>
        </mc:Choice>
        <mc:Fallback xmlns="">
          <p:pic>
            <p:nvPicPr>
              <p:cNvPr id="4" name="Ink 3">
                <a:extLst>
                  <a:ext uri="{FF2B5EF4-FFF2-40B4-BE49-F238E27FC236}">
                    <a16:creationId xmlns:a16="http://schemas.microsoft.com/office/drawing/2014/main" id="{615F057B-AD98-7005-3227-6D7F99EDC4A3}"/>
                  </a:ext>
                </a:extLst>
              </p:cNvPr>
              <p:cNvPicPr/>
              <p:nvPr/>
            </p:nvPicPr>
            <p:blipFill>
              <a:blip r:embed="rId6"/>
              <a:stretch>
                <a:fillRect/>
              </a:stretch>
            </p:blipFill>
            <p:spPr>
              <a:xfrm>
                <a:off x="10377309" y="4550811"/>
                <a:ext cx="12600" cy="12600"/>
              </a:xfrm>
              <a:prstGeom prst="rect">
                <a:avLst/>
              </a:prstGeom>
            </p:spPr>
          </p:pic>
        </mc:Fallback>
      </mc:AlternateContent>
      <p:graphicFrame>
        <p:nvGraphicFramePr>
          <p:cNvPr id="10" name="Content Placeholder 2">
            <a:extLst>
              <a:ext uri="{FF2B5EF4-FFF2-40B4-BE49-F238E27FC236}">
                <a16:creationId xmlns:a16="http://schemas.microsoft.com/office/drawing/2014/main" id="{76816691-2192-919F-C606-D51B419CA776}"/>
              </a:ext>
            </a:extLst>
          </p:cNvPr>
          <p:cNvGraphicFramePr>
            <a:graphicFrameLocks noGrp="1"/>
          </p:cNvGraphicFramePr>
          <p:nvPr>
            <p:ph idx="1"/>
            <p:extLst>
              <p:ext uri="{D42A27DB-BD31-4B8C-83A1-F6EECF244321}">
                <p14:modId xmlns:p14="http://schemas.microsoft.com/office/powerpoint/2010/main" val="2996365403"/>
              </p:ext>
            </p:extLst>
          </p:nvPr>
        </p:nvGraphicFramePr>
        <p:xfrm>
          <a:off x="635817" y="1939236"/>
          <a:ext cx="5192345" cy="361508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12" name="Picture 14" descr="Lab Goggles Nitrile Gloves Stock Photo 709923 | Shutterstock">
            <a:extLst>
              <a:ext uri="{FF2B5EF4-FFF2-40B4-BE49-F238E27FC236}">
                <a16:creationId xmlns:a16="http://schemas.microsoft.com/office/drawing/2014/main" id="{A6CAB525-5231-CDFF-E20E-792A5ECDB08E}"/>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3855" b="6945"/>
          <a:stretch>
            <a:fillRect/>
          </a:stretch>
        </p:blipFill>
        <p:spPr bwMode="auto">
          <a:xfrm>
            <a:off x="6428157" y="976122"/>
            <a:ext cx="3116271" cy="1995678"/>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Borosilicate Glass Beaker 2000ml">
            <a:extLst>
              <a:ext uri="{FF2B5EF4-FFF2-40B4-BE49-F238E27FC236}">
                <a16:creationId xmlns:a16="http://schemas.microsoft.com/office/drawing/2014/main" id="{07385C21-FBC8-02DD-C283-0E17217DBCD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960011" y="3128181"/>
            <a:ext cx="26289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6230314"/>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06471-8F94-7E94-99B0-7846EA0EEF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3FF10E-8E2B-B198-C433-AEB49BEF68F3}"/>
              </a:ext>
            </a:extLst>
          </p:cNvPr>
          <p:cNvSpPr>
            <a:spLocks noGrp="1"/>
          </p:cNvSpPr>
          <p:nvPr>
            <p:ph type="body" sz="quarter" idx="17"/>
          </p:nvPr>
        </p:nvSpPr>
        <p:spPr>
          <a:xfrm>
            <a:off x="550479" y="1378169"/>
            <a:ext cx="3225800" cy="1562100"/>
          </a:xfrm>
        </p:spPr>
        <p:txBody>
          <a:bodyPr>
            <a:normAutofit/>
          </a:bodyPr>
          <a:lstStyle/>
          <a:p>
            <a:r>
              <a:rPr lang="en-US"/>
              <a:t>Procedure</a:t>
            </a:r>
          </a:p>
        </p:txBody>
      </p:sp>
      <p:pic>
        <p:nvPicPr>
          <p:cNvPr id="8" name="Graphic 7" descr="List with solid fill">
            <a:extLst>
              <a:ext uri="{FF2B5EF4-FFF2-40B4-BE49-F238E27FC236}">
                <a16:creationId xmlns:a16="http://schemas.microsoft.com/office/drawing/2014/main" id="{21337727-E0F6-0415-54A1-A98A7DF88FD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2151" y="2525111"/>
            <a:ext cx="2667000" cy="2667000"/>
          </a:xfrm>
          <a:prstGeom prst="rect">
            <a:avLst/>
          </a:prstGeom>
        </p:spPr>
      </p:pic>
      <p:sp>
        <p:nvSpPr>
          <p:cNvPr id="3" name="TextBox 2">
            <a:extLst>
              <a:ext uri="{FF2B5EF4-FFF2-40B4-BE49-F238E27FC236}">
                <a16:creationId xmlns:a16="http://schemas.microsoft.com/office/drawing/2014/main" id="{E319AF4C-EBBF-5412-C428-C2D81A1B0584}"/>
              </a:ext>
            </a:extLst>
          </p:cNvPr>
          <p:cNvSpPr txBox="1"/>
          <p:nvPr/>
        </p:nvSpPr>
        <p:spPr>
          <a:xfrm>
            <a:off x="4351706" y="88979"/>
            <a:ext cx="7677383" cy="592470"/>
          </a:xfrm>
          <a:prstGeom prst="rect">
            <a:avLst/>
          </a:prstGeom>
          <a:noFill/>
        </p:spPr>
        <p:txBody>
          <a:bodyPr wrap="square" lIns="91440" tIns="45720" rIns="91440" bIns="45720" rtlCol="0" anchor="t">
            <a:spAutoFit/>
          </a:bodyPr>
          <a:lstStyle/>
          <a:p>
            <a:endParaRPr lang="en-US" sz="1500">
              <a:solidFill>
                <a:srgbClr val="080808"/>
              </a:solidFill>
            </a:endParaRPr>
          </a:p>
          <a:p>
            <a:pPr>
              <a:spcBef>
                <a:spcPts val="300"/>
              </a:spcBef>
              <a:spcAft>
                <a:spcPts val="300"/>
              </a:spcAft>
            </a:pPr>
            <a:endParaRPr lang="en-US" sz="1500">
              <a:solidFill>
                <a:srgbClr val="080808"/>
              </a:solidFill>
              <a:cs typeface="Arial" panose="020B0604020202020204"/>
            </a:endParaRPr>
          </a:p>
        </p:txBody>
      </p:sp>
      <p:sp>
        <p:nvSpPr>
          <p:cNvPr id="4" name="TextBox 3">
            <a:extLst>
              <a:ext uri="{FF2B5EF4-FFF2-40B4-BE49-F238E27FC236}">
                <a16:creationId xmlns:a16="http://schemas.microsoft.com/office/drawing/2014/main" id="{769A3ECA-B9D2-536A-950A-356ED5D392CC}"/>
              </a:ext>
            </a:extLst>
          </p:cNvPr>
          <p:cNvSpPr txBox="1"/>
          <p:nvPr/>
        </p:nvSpPr>
        <p:spPr>
          <a:xfrm>
            <a:off x="4241703" y="-69839"/>
            <a:ext cx="7624871" cy="6838860"/>
          </a:xfrm>
          <a:prstGeom prst="rect">
            <a:avLst/>
          </a:prstGeom>
          <a:noFill/>
        </p:spPr>
        <p:txBody>
          <a:bodyPr wrap="square" rtlCol="0">
            <a:spAutoFit/>
          </a:bodyPr>
          <a:lstStyle/>
          <a:p>
            <a:pPr marL="400050" indent="-400050">
              <a:lnSpc>
                <a:spcPct val="150000"/>
              </a:lnSpc>
              <a:buFont typeface="+mj-lt"/>
              <a:buAutoNum type="arabicPeriod"/>
            </a:pPr>
            <a:r>
              <a:rPr lang="en-US" sz="1400" dirty="0"/>
              <a:t>Take a titration of the oil in the feed tank</a:t>
            </a:r>
          </a:p>
          <a:p>
            <a:pPr marL="857250" lvl="1" indent="-400050">
              <a:lnSpc>
                <a:spcPct val="150000"/>
              </a:lnSpc>
              <a:buFont typeface="+mj-lt"/>
              <a:buAutoNum type="arabicPeriod"/>
            </a:pPr>
            <a:r>
              <a:rPr lang="en-US" sz="1400" dirty="0"/>
              <a:t>Calculate the concentration of acetic acid</a:t>
            </a:r>
          </a:p>
          <a:p>
            <a:pPr marL="400050" indent="-400050">
              <a:lnSpc>
                <a:spcPct val="150000"/>
              </a:lnSpc>
              <a:buFont typeface="+mj-lt"/>
              <a:buAutoNum type="arabicPeriod"/>
            </a:pPr>
            <a:r>
              <a:rPr lang="en-US" sz="1400" dirty="0"/>
              <a:t>Calculate the amount of acetic acid need to have 1wt% acetic acid in oil</a:t>
            </a:r>
          </a:p>
          <a:p>
            <a:pPr marL="400050" indent="-400050">
              <a:lnSpc>
                <a:spcPct val="150000"/>
              </a:lnSpc>
              <a:buFont typeface="+mj-lt"/>
              <a:buAutoNum type="arabicPeriod"/>
            </a:pPr>
            <a:r>
              <a:rPr lang="en-US" sz="1400" dirty="0"/>
              <a:t>Add the acetic acid and turn the pump on</a:t>
            </a:r>
          </a:p>
          <a:p>
            <a:pPr marL="857250" lvl="1" indent="-400050">
              <a:lnSpc>
                <a:spcPct val="150000"/>
              </a:lnSpc>
              <a:buFont typeface="+mj-lt"/>
              <a:buAutoNum type="arabicPeriod"/>
            </a:pPr>
            <a:r>
              <a:rPr lang="en-US" sz="1400" dirty="0"/>
              <a:t>At this point, the pump should be on the recirculation setting</a:t>
            </a:r>
          </a:p>
          <a:p>
            <a:pPr marL="857250" lvl="1" indent="-400050">
              <a:lnSpc>
                <a:spcPct val="150000"/>
              </a:lnSpc>
              <a:buFont typeface="+mj-lt"/>
              <a:buAutoNum type="arabicPeriod"/>
            </a:pPr>
            <a:r>
              <a:rPr lang="en-US" sz="1400" dirty="0"/>
              <a:t> If faster mixing is needed, mix with a spatula</a:t>
            </a:r>
          </a:p>
          <a:p>
            <a:pPr marL="400050" indent="-400050">
              <a:lnSpc>
                <a:spcPct val="150000"/>
              </a:lnSpc>
              <a:buFont typeface="+mj-lt"/>
              <a:buAutoNum type="arabicPeriod"/>
            </a:pPr>
            <a:r>
              <a:rPr lang="en-US" sz="1400" dirty="0"/>
              <a:t>Before starting the water, be sure that the valves are closed.</a:t>
            </a:r>
          </a:p>
          <a:p>
            <a:pPr marL="400050" indent="-400050">
              <a:lnSpc>
                <a:spcPct val="150000"/>
              </a:lnSpc>
              <a:buFont typeface="+mj-lt"/>
              <a:buAutoNum type="arabicPeriod"/>
            </a:pPr>
            <a:r>
              <a:rPr lang="en-US" sz="1400" dirty="0"/>
              <a:t>Start the water, wait for the system to fill entirely with water.</a:t>
            </a:r>
          </a:p>
          <a:p>
            <a:pPr marL="857250" lvl="1" indent="-400050">
              <a:lnSpc>
                <a:spcPct val="150000"/>
              </a:lnSpc>
              <a:buFont typeface="+mj-lt"/>
              <a:buAutoNum type="arabicPeriod"/>
            </a:pPr>
            <a:r>
              <a:rPr lang="en-US" sz="1400" dirty="0"/>
              <a:t>Do not have the agitators on at this point</a:t>
            </a:r>
          </a:p>
          <a:p>
            <a:pPr marL="400050" indent="-400050">
              <a:lnSpc>
                <a:spcPct val="150000"/>
              </a:lnSpc>
              <a:buFont typeface="+mj-lt"/>
              <a:buAutoNum type="arabicPeriod"/>
            </a:pPr>
            <a:r>
              <a:rPr lang="en-US" sz="1400" dirty="0"/>
              <a:t>Measure the first agitator speed with the tachometer (before beginning the oil stream)</a:t>
            </a:r>
          </a:p>
          <a:p>
            <a:pPr marL="400050" indent="-400050">
              <a:lnSpc>
                <a:spcPct val="150000"/>
              </a:lnSpc>
              <a:buFont typeface="+mj-lt"/>
              <a:buAutoNum type="arabicPeriod"/>
            </a:pPr>
            <a:r>
              <a:rPr lang="en-US" sz="1400" dirty="0"/>
              <a:t>Begin the oil stream. Be sure to start timing as soon as the oil hits the first stages water sump </a:t>
            </a:r>
          </a:p>
          <a:p>
            <a:pPr marL="857250" lvl="1" indent="-400050">
              <a:lnSpc>
                <a:spcPct val="150000"/>
              </a:lnSpc>
              <a:buFont typeface="+mj-lt"/>
              <a:buAutoNum type="arabicPeriod"/>
            </a:pPr>
            <a:r>
              <a:rPr lang="en-US" sz="1400" dirty="0"/>
              <a:t>It will look foggy</a:t>
            </a:r>
          </a:p>
          <a:p>
            <a:pPr marL="400050" indent="-400050">
              <a:lnSpc>
                <a:spcPct val="150000"/>
              </a:lnSpc>
              <a:buFont typeface="+mj-lt"/>
              <a:buAutoNum type="arabicPeriod"/>
            </a:pPr>
            <a:r>
              <a:rPr lang="en-US" sz="1400" dirty="0"/>
              <a:t>Stop the timer as soon as the water breaks surface tension in the last stage </a:t>
            </a:r>
          </a:p>
          <a:p>
            <a:pPr marL="857250" lvl="1" indent="-400050">
              <a:lnSpc>
                <a:spcPct val="150000"/>
              </a:lnSpc>
              <a:buFont typeface="+mj-lt"/>
              <a:buAutoNum type="arabicPeriod"/>
            </a:pPr>
            <a:r>
              <a:rPr lang="en-US" sz="1400" dirty="0"/>
              <a:t>Record this time.</a:t>
            </a:r>
          </a:p>
          <a:p>
            <a:pPr marL="400050" indent="-400050">
              <a:lnSpc>
                <a:spcPct val="150000"/>
              </a:lnSpc>
              <a:buFont typeface="+mj-lt"/>
              <a:buAutoNum type="arabicPeriod"/>
            </a:pPr>
            <a:r>
              <a:rPr lang="en-US" sz="1400" dirty="0"/>
              <a:t>Begin taking samples from the oil and water stages </a:t>
            </a:r>
          </a:p>
          <a:p>
            <a:pPr marL="857250" lvl="1" indent="-400050">
              <a:lnSpc>
                <a:spcPct val="150000"/>
              </a:lnSpc>
              <a:buFont typeface="+mj-lt"/>
              <a:buAutoNum type="arabicPeriod"/>
            </a:pPr>
            <a:r>
              <a:rPr lang="en-US" sz="1400" dirty="0"/>
              <a:t>Extract (water) on the inside, raffinate (oil) on the outside</a:t>
            </a:r>
          </a:p>
          <a:p>
            <a:pPr marL="857250" lvl="1" indent="-400050">
              <a:lnSpc>
                <a:spcPct val="150000"/>
              </a:lnSpc>
              <a:buFont typeface="+mj-lt"/>
              <a:buAutoNum type="arabicPeriod"/>
            </a:pPr>
            <a:r>
              <a:rPr lang="en-US" sz="1400" dirty="0"/>
              <a:t>Titrate these. For samples that are oil, dilute them in water for easier titrations. Use the stir bar.</a:t>
            </a:r>
          </a:p>
          <a:p>
            <a:pPr marL="400050" indent="-400050">
              <a:lnSpc>
                <a:spcPct val="150000"/>
              </a:lnSpc>
              <a:buFont typeface="+mj-lt"/>
              <a:buAutoNum type="arabicPeriod"/>
            </a:pPr>
            <a:r>
              <a:rPr lang="en-US" sz="1400" dirty="0"/>
              <a:t>Quickly measure the next agitator speed and allow the system to run for the resonance time noted above. Repeat for a total of 3 speeds. Be fast.</a:t>
            </a:r>
          </a:p>
        </p:txBody>
      </p:sp>
    </p:spTree>
    <p:extLst>
      <p:ext uri="{BB962C8B-B14F-4D97-AF65-F5344CB8AC3E}">
        <p14:creationId xmlns:p14="http://schemas.microsoft.com/office/powerpoint/2010/main" val="3408390386"/>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1FC82-0210-556B-3EB6-8A6B847D6D94}"/>
              </a:ext>
            </a:extLst>
          </p:cNvPr>
          <p:cNvSpPr>
            <a:spLocks noGrp="1"/>
          </p:cNvSpPr>
          <p:nvPr>
            <p:ph type="title"/>
          </p:nvPr>
        </p:nvSpPr>
        <p:spPr>
          <a:xfrm>
            <a:off x="571499" y="427475"/>
            <a:ext cx="11048999" cy="811005"/>
          </a:xfrm>
        </p:spPr>
        <p:txBody>
          <a:bodyPr anchor="t">
            <a:normAutofit/>
          </a:bodyPr>
          <a:lstStyle/>
          <a:p>
            <a:r>
              <a:rPr lang="en-US"/>
              <a:t>Dangers</a:t>
            </a:r>
          </a:p>
        </p:txBody>
      </p:sp>
      <p:graphicFrame>
        <p:nvGraphicFramePr>
          <p:cNvPr id="6" name="Content Placeholder 2">
            <a:extLst>
              <a:ext uri="{FF2B5EF4-FFF2-40B4-BE49-F238E27FC236}">
                <a16:creationId xmlns:a16="http://schemas.microsoft.com/office/drawing/2014/main" id="{48F7BB29-5DF9-DB85-FE37-A1B7372D3861}"/>
              </a:ext>
            </a:extLst>
          </p:cNvPr>
          <p:cNvGraphicFramePr>
            <a:graphicFrameLocks noGrp="1"/>
          </p:cNvGraphicFramePr>
          <p:nvPr>
            <p:ph idx="1"/>
            <p:extLst>
              <p:ext uri="{D42A27DB-BD31-4B8C-83A1-F6EECF244321}">
                <p14:modId xmlns:p14="http://schemas.microsoft.com/office/powerpoint/2010/main" val="2809439781"/>
              </p:ext>
            </p:extLst>
          </p:nvPr>
        </p:nvGraphicFramePr>
        <p:xfrm>
          <a:off x="425824" y="843214"/>
          <a:ext cx="11049000" cy="44907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Content Placeholder 2">
            <a:extLst>
              <a:ext uri="{FF2B5EF4-FFF2-40B4-BE49-F238E27FC236}">
                <a16:creationId xmlns:a16="http://schemas.microsoft.com/office/drawing/2014/main" id="{D1F5A70A-5D11-C6FC-E854-2D06FD58D2A7}"/>
              </a:ext>
            </a:extLst>
          </p:cNvPr>
          <p:cNvGraphicFramePr>
            <a:graphicFrameLocks/>
          </p:cNvGraphicFramePr>
          <p:nvPr>
            <p:extLst>
              <p:ext uri="{D42A27DB-BD31-4B8C-83A1-F6EECF244321}">
                <p14:modId xmlns:p14="http://schemas.microsoft.com/office/powerpoint/2010/main" val="502276738"/>
              </p:ext>
            </p:extLst>
          </p:nvPr>
        </p:nvGraphicFramePr>
        <p:xfrm>
          <a:off x="578224" y="995614"/>
          <a:ext cx="11049000" cy="449070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7" name="TextBox 26">
            <a:extLst>
              <a:ext uri="{FF2B5EF4-FFF2-40B4-BE49-F238E27FC236}">
                <a16:creationId xmlns:a16="http://schemas.microsoft.com/office/drawing/2014/main" id="{FA15EFB9-B325-A737-A9A7-5834C3ACEADE}"/>
              </a:ext>
            </a:extLst>
          </p:cNvPr>
          <p:cNvSpPr txBox="1"/>
          <p:nvPr/>
        </p:nvSpPr>
        <p:spPr>
          <a:xfrm>
            <a:off x="434810" y="3882838"/>
            <a:ext cx="3664429"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a:solidFill>
                  <a:srgbClr val="080808"/>
                </a:solidFill>
                <a:cs typeface="Arial"/>
              </a:rPr>
              <a:t>Don’t run the pump dry</a:t>
            </a:r>
          </a:p>
          <a:p>
            <a:pPr marL="285750" indent="-285750">
              <a:buFont typeface="Arial" panose="020B0604020202020204" pitchFamily="34" charset="0"/>
              <a:buChar char="•"/>
            </a:pPr>
            <a:r>
              <a:rPr lang="en-US">
                <a:solidFill>
                  <a:srgbClr val="080808"/>
                </a:solidFill>
                <a:cs typeface="Arial"/>
              </a:rPr>
              <a:t>Working with a pump can cause over-pressurization if valves are incorrectly closed.</a:t>
            </a:r>
          </a:p>
          <a:p>
            <a:pPr marL="285750" indent="-285750">
              <a:buFont typeface="Arial" panose="020B0604020202020204" pitchFamily="34" charset="0"/>
              <a:buChar char="•"/>
            </a:pPr>
            <a:endParaRPr lang="en-US">
              <a:solidFill>
                <a:srgbClr val="080808"/>
              </a:solidFill>
              <a:cs typeface="Arial"/>
            </a:endParaRPr>
          </a:p>
        </p:txBody>
      </p:sp>
      <p:sp>
        <p:nvSpPr>
          <p:cNvPr id="30" name="TextBox 29">
            <a:extLst>
              <a:ext uri="{FF2B5EF4-FFF2-40B4-BE49-F238E27FC236}">
                <a16:creationId xmlns:a16="http://schemas.microsoft.com/office/drawing/2014/main" id="{328FFAF9-9705-FAD7-FD30-4134E4CD8890}"/>
              </a:ext>
            </a:extLst>
          </p:cNvPr>
          <p:cNvSpPr txBox="1"/>
          <p:nvPr/>
        </p:nvSpPr>
        <p:spPr>
          <a:xfrm>
            <a:off x="4431715" y="3882838"/>
            <a:ext cx="362129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dirty="0">
                <a:solidFill>
                  <a:srgbClr val="080808"/>
                </a:solidFill>
                <a:cs typeface="Arial"/>
              </a:rPr>
              <a:t>Acetic acid is highly corrosive and its vapor highly flammable.</a:t>
            </a:r>
          </a:p>
          <a:p>
            <a:pPr marL="285750" indent="-285750">
              <a:buFont typeface="Arial" panose="020B0604020202020204" pitchFamily="34" charset="0"/>
              <a:buChar char="•"/>
            </a:pPr>
            <a:r>
              <a:rPr lang="en-US" dirty="0">
                <a:solidFill>
                  <a:srgbClr val="080808"/>
                </a:solidFill>
                <a:cs typeface="Arial"/>
              </a:rPr>
              <a:t>Mineral oil is flammable.</a:t>
            </a:r>
          </a:p>
        </p:txBody>
      </p:sp>
      <p:sp>
        <p:nvSpPr>
          <p:cNvPr id="31" name="TextBox 30">
            <a:extLst>
              <a:ext uri="{FF2B5EF4-FFF2-40B4-BE49-F238E27FC236}">
                <a16:creationId xmlns:a16="http://schemas.microsoft.com/office/drawing/2014/main" id="{D6AE512B-8F69-7F77-0176-2E38ED58A3AE}"/>
              </a:ext>
            </a:extLst>
          </p:cNvPr>
          <p:cNvSpPr txBox="1"/>
          <p:nvPr/>
        </p:nvSpPr>
        <p:spPr>
          <a:xfrm>
            <a:off x="8158327" y="3882838"/>
            <a:ext cx="362129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a:solidFill>
                  <a:srgbClr val="080808"/>
                </a:solidFill>
                <a:cs typeface="Arial"/>
              </a:rPr>
              <a:t>Floor can get slippery because of the oil.</a:t>
            </a:r>
          </a:p>
        </p:txBody>
      </p:sp>
    </p:spTree>
    <p:extLst>
      <p:ext uri="{BB962C8B-B14F-4D97-AF65-F5344CB8AC3E}">
        <p14:creationId xmlns:p14="http://schemas.microsoft.com/office/powerpoint/2010/main" val="3068869447"/>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FE3CE-201F-114F-BF9D-EBAFAE1CE59C}"/>
              </a:ext>
            </a:extLst>
          </p:cNvPr>
          <p:cNvSpPr>
            <a:spLocks noGrp="1"/>
          </p:cNvSpPr>
          <p:nvPr>
            <p:ph type="title"/>
          </p:nvPr>
        </p:nvSpPr>
        <p:spPr>
          <a:xfrm>
            <a:off x="571499" y="427475"/>
            <a:ext cx="11048999" cy="811005"/>
          </a:xfrm>
        </p:spPr>
        <p:txBody>
          <a:bodyPr anchor="t">
            <a:normAutofit/>
          </a:bodyPr>
          <a:lstStyle/>
          <a:p>
            <a:r>
              <a:rPr lang="en-US"/>
              <a:t>Challenges</a:t>
            </a:r>
            <a:endParaRPr lang="en-NZ"/>
          </a:p>
        </p:txBody>
      </p:sp>
      <p:graphicFrame>
        <p:nvGraphicFramePr>
          <p:cNvPr id="8" name="Content Placeholder 2">
            <a:extLst>
              <a:ext uri="{FF2B5EF4-FFF2-40B4-BE49-F238E27FC236}">
                <a16:creationId xmlns:a16="http://schemas.microsoft.com/office/drawing/2014/main" id="{50ED684F-5909-2505-646F-E88B6CBF1524}"/>
              </a:ext>
            </a:extLst>
          </p:cNvPr>
          <p:cNvGraphicFramePr>
            <a:graphicFrameLocks noGrp="1"/>
          </p:cNvGraphicFramePr>
          <p:nvPr>
            <p:ph idx="1"/>
            <p:extLst>
              <p:ext uri="{D42A27DB-BD31-4B8C-83A1-F6EECF244321}">
                <p14:modId xmlns:p14="http://schemas.microsoft.com/office/powerpoint/2010/main" val="452581334"/>
              </p:ext>
            </p:extLst>
          </p:nvPr>
        </p:nvGraphicFramePr>
        <p:xfrm>
          <a:off x="481853" y="932861"/>
          <a:ext cx="11049000" cy="44907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Content Placeholder 2">
            <a:extLst>
              <a:ext uri="{FF2B5EF4-FFF2-40B4-BE49-F238E27FC236}">
                <a16:creationId xmlns:a16="http://schemas.microsoft.com/office/drawing/2014/main" id="{03371B54-612F-14ED-8EDE-D63611D373A5}"/>
              </a:ext>
            </a:extLst>
          </p:cNvPr>
          <p:cNvGraphicFramePr>
            <a:graphicFrameLocks/>
          </p:cNvGraphicFramePr>
          <p:nvPr>
            <p:extLst>
              <p:ext uri="{D42A27DB-BD31-4B8C-83A1-F6EECF244321}">
                <p14:modId xmlns:p14="http://schemas.microsoft.com/office/powerpoint/2010/main" val="2518717357"/>
              </p:ext>
            </p:extLst>
          </p:nvPr>
        </p:nvGraphicFramePr>
        <p:xfrm>
          <a:off x="634253" y="1085261"/>
          <a:ext cx="11049000" cy="449070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17" name="TextBox 116">
            <a:extLst>
              <a:ext uri="{FF2B5EF4-FFF2-40B4-BE49-F238E27FC236}">
                <a16:creationId xmlns:a16="http://schemas.microsoft.com/office/drawing/2014/main" id="{0E9BCD08-3745-385E-C48C-5CD6F1C56182}"/>
              </a:ext>
            </a:extLst>
          </p:cNvPr>
          <p:cNvSpPr txBox="1"/>
          <p:nvPr/>
        </p:nvSpPr>
        <p:spPr>
          <a:xfrm>
            <a:off x="4463303" y="3853933"/>
            <a:ext cx="338817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endParaRPr lang="en-US">
              <a:cs typeface="Arial" panose="020B0604020202020204"/>
            </a:endParaRPr>
          </a:p>
          <a:p>
            <a:pPr marL="285750" indent="-285750">
              <a:buFont typeface="Calibri"/>
              <a:buChar char="-"/>
            </a:pPr>
            <a:endParaRPr lang="en-US">
              <a:cs typeface="Arial" panose="020B0604020202020204"/>
            </a:endParaRPr>
          </a:p>
        </p:txBody>
      </p:sp>
      <p:sp>
        <p:nvSpPr>
          <p:cNvPr id="118" name="TextBox 117">
            <a:extLst>
              <a:ext uri="{FF2B5EF4-FFF2-40B4-BE49-F238E27FC236}">
                <a16:creationId xmlns:a16="http://schemas.microsoft.com/office/drawing/2014/main" id="{7BFBFF10-38EA-FE5A-764F-828029545C12}"/>
              </a:ext>
            </a:extLst>
          </p:cNvPr>
          <p:cNvSpPr txBox="1"/>
          <p:nvPr/>
        </p:nvSpPr>
        <p:spPr>
          <a:xfrm>
            <a:off x="8165325" y="3773031"/>
            <a:ext cx="361123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a:solidFill>
                  <a:srgbClr val="080808"/>
                </a:solidFill>
                <a:cs typeface="Arial" panose="020B0604020202020204"/>
              </a:rPr>
              <a:t>Data for titrations should be recorded in an organized way since the experiment requires a total of 18 titrations. </a:t>
            </a:r>
          </a:p>
        </p:txBody>
      </p:sp>
      <p:sp>
        <p:nvSpPr>
          <p:cNvPr id="4" name="TextBox 3">
            <a:extLst>
              <a:ext uri="{FF2B5EF4-FFF2-40B4-BE49-F238E27FC236}">
                <a16:creationId xmlns:a16="http://schemas.microsoft.com/office/drawing/2014/main" id="{4F8C8172-089A-A636-E47D-7C2354AFEA10}"/>
              </a:ext>
            </a:extLst>
          </p:cNvPr>
          <p:cNvSpPr txBox="1"/>
          <p:nvPr/>
        </p:nvSpPr>
        <p:spPr>
          <a:xfrm>
            <a:off x="705568" y="3773031"/>
            <a:ext cx="3664429"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a:solidFill>
                  <a:srgbClr val="080808"/>
                </a:solidFill>
                <a:cs typeface="Arial"/>
              </a:rPr>
              <a:t>Wait for the system to reach steady state before taking samples (around 20-25 min.)</a:t>
            </a:r>
          </a:p>
          <a:p>
            <a:pPr marL="285750" indent="-285750">
              <a:buFont typeface="Arial" panose="020B0604020202020204" pitchFamily="34" charset="0"/>
              <a:buChar char="•"/>
            </a:pPr>
            <a:r>
              <a:rPr lang="en-US">
                <a:solidFill>
                  <a:srgbClr val="080808"/>
                </a:solidFill>
                <a:cs typeface="Arial"/>
              </a:rPr>
              <a:t>Impellers are noisy so ear plugs might be needed.</a:t>
            </a:r>
          </a:p>
          <a:p>
            <a:endParaRPr lang="en-US">
              <a:solidFill>
                <a:srgbClr val="080808"/>
              </a:solidFill>
              <a:cs typeface="Arial"/>
            </a:endParaRPr>
          </a:p>
        </p:txBody>
      </p:sp>
      <p:sp>
        <p:nvSpPr>
          <p:cNvPr id="5" name="TextBox 4">
            <a:extLst>
              <a:ext uri="{FF2B5EF4-FFF2-40B4-BE49-F238E27FC236}">
                <a16:creationId xmlns:a16="http://schemas.microsoft.com/office/drawing/2014/main" id="{B8AAB4F0-5D17-7EAC-39C6-07EE88CB462F}"/>
              </a:ext>
            </a:extLst>
          </p:cNvPr>
          <p:cNvSpPr txBox="1"/>
          <p:nvPr/>
        </p:nvSpPr>
        <p:spPr>
          <a:xfrm>
            <a:off x="4343971" y="3773031"/>
            <a:ext cx="3664429"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a:solidFill>
                  <a:srgbClr val="080808"/>
                </a:solidFill>
                <a:cs typeface="Arial"/>
              </a:rPr>
              <a:t>Oil is highly viscous so mixing the acetic acid manually might be required.</a:t>
            </a:r>
          </a:p>
          <a:p>
            <a:pPr marL="285750" indent="-285750">
              <a:buFont typeface="Arial" panose="020B0604020202020204" pitchFamily="34" charset="0"/>
              <a:buChar char="•"/>
            </a:pPr>
            <a:r>
              <a:rPr lang="en-US">
                <a:solidFill>
                  <a:srgbClr val="080808"/>
                </a:solidFill>
                <a:cs typeface="Arial"/>
              </a:rPr>
              <a:t>Titrations should be done carefully since it is very easy to overshoot them (concentration of NaOH is also important). </a:t>
            </a:r>
          </a:p>
          <a:p>
            <a:pPr marL="285750" indent="-285750">
              <a:buFont typeface="Arial" panose="020B0604020202020204" pitchFamily="34" charset="0"/>
              <a:buChar char="•"/>
            </a:pPr>
            <a:endParaRPr lang="en-US">
              <a:solidFill>
                <a:srgbClr val="080808"/>
              </a:solidFill>
              <a:cs typeface="Arial"/>
            </a:endParaRPr>
          </a:p>
        </p:txBody>
      </p:sp>
    </p:spTree>
    <p:extLst>
      <p:ext uri="{BB962C8B-B14F-4D97-AF65-F5344CB8AC3E}">
        <p14:creationId xmlns:p14="http://schemas.microsoft.com/office/powerpoint/2010/main" val="579787693"/>
      </p:ext>
    </p:extLst>
  </p:cSld>
  <p:clrMapOvr>
    <a:masterClrMapping/>
  </p:clrMapOvr>
</p:sld>
</file>

<file path=ppt/theme/theme1.xml><?xml version="1.0" encoding="utf-8"?>
<a:theme xmlns:a="http://schemas.openxmlformats.org/drawingml/2006/main" name="1_UIC">
  <a:themeElements>
    <a:clrScheme name="UIC">
      <a:dk1>
        <a:srgbClr val="575757"/>
      </a:dk1>
      <a:lt1>
        <a:srgbClr val="FFFFFF"/>
      </a:lt1>
      <a:dk2>
        <a:srgbClr val="001D69"/>
      </a:dk2>
      <a:lt2>
        <a:srgbClr val="F2F7EB"/>
      </a:lt2>
      <a:accent1>
        <a:srgbClr val="D40032"/>
      </a:accent1>
      <a:accent2>
        <a:srgbClr val="001E61"/>
      </a:accent2>
      <a:accent3>
        <a:srgbClr val="41B6E5"/>
      </a:accent3>
      <a:accent4>
        <a:srgbClr val="FFBE3E"/>
      </a:accent4>
      <a:accent5>
        <a:srgbClr val="0085AD"/>
      </a:accent5>
      <a:accent6>
        <a:srgbClr val="D0D2CF"/>
      </a:accent6>
      <a:hlink>
        <a:srgbClr val="41B6E6"/>
      </a:hlink>
      <a:folHlink>
        <a:srgbClr val="001E6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IC" id="{B82EF8CA-CF45-B347-9F86-BDCB680E2AB6}" vid="{5E8F787F-D014-A040-8B66-4854019F9F3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a50406bf-ab9f-483b-b303-db1ece28540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B7536DA56B45E49B4127A42CE0BFF03" ma:contentTypeVersion="9" ma:contentTypeDescription="Create a new document." ma:contentTypeScope="" ma:versionID="5286989152088d366424bfb8338881db">
  <xsd:schema xmlns:xsd="http://www.w3.org/2001/XMLSchema" xmlns:xs="http://www.w3.org/2001/XMLSchema" xmlns:p="http://schemas.microsoft.com/office/2006/metadata/properties" xmlns:ns3="a50406bf-ab9f-483b-b303-db1ece28540e" xmlns:ns4="0b9bbc26-84a1-4caf-bda8-7ce090730006" targetNamespace="http://schemas.microsoft.com/office/2006/metadata/properties" ma:root="true" ma:fieldsID="26dadc44a8c39e1be30a9258c456d69e" ns3:_="" ns4:_="">
    <xsd:import namespace="a50406bf-ab9f-483b-b303-db1ece28540e"/>
    <xsd:import namespace="0b9bbc26-84a1-4caf-bda8-7ce090730006"/>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4:SharedWithUsers" minOccurs="0"/>
                <xsd:element ref="ns4:SharedWithDetails" minOccurs="0"/>
                <xsd:element ref="ns4:SharingHintHash" minOccurs="0"/>
                <xsd:element ref="ns3:_activity"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0406bf-ab9f-483b-b303-db1ece2854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5" nillable="true" ma:displayName="_activity" ma:hidden="true" ma:internalName="_activity">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b9bbc26-84a1-4caf-bda8-7ce09073000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24C9C6-16F2-47FF-8924-8CBC1FE8248A}">
  <ds:schemaRefs>
    <ds:schemaRef ds:uri="http://schemas.microsoft.com/sharepoint/v3/contenttype/forms"/>
  </ds:schemaRefs>
</ds:datastoreItem>
</file>

<file path=customXml/itemProps2.xml><?xml version="1.0" encoding="utf-8"?>
<ds:datastoreItem xmlns:ds="http://schemas.openxmlformats.org/officeDocument/2006/customXml" ds:itemID="{B735ED35-8BE3-4CCC-B416-5402A05E8B83}">
  <ds:schemaRefs>
    <ds:schemaRef ds:uri="0b9bbc26-84a1-4caf-bda8-7ce090730006"/>
    <ds:schemaRef ds:uri="a50406bf-ab9f-483b-b303-db1ece28540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865B39C2-E85E-4983-BF8C-946723CED5EE}">
  <ds:schemaRefs>
    <ds:schemaRef ds:uri="0b9bbc26-84a1-4caf-bda8-7ce090730006"/>
    <ds:schemaRef ds:uri="a50406bf-ab9f-483b-b303-db1ece28540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202cd47-7a56-4baa-99e3-e3b71a7c77dd}" enabled="0" method="" siteId="{e202cd47-7a56-4baa-99e3-e3b71a7c77dd}" removed="1"/>
</clbl:labelList>
</file>

<file path=docProps/app.xml><?xml version="1.0" encoding="utf-8"?>
<Properties xmlns="http://schemas.openxmlformats.org/officeDocument/2006/extended-properties" xmlns:vt="http://schemas.openxmlformats.org/officeDocument/2006/docPropsVTypes">
  <Template>UIC template slides</Template>
  <TotalTime>19</TotalTime>
  <Words>883</Words>
  <Application>Microsoft Office PowerPoint</Application>
  <PresentationFormat>Widescreen</PresentationFormat>
  <Paragraphs>127</Paragraphs>
  <Slides>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Calibri</vt:lpstr>
      <vt:lpstr>Cambria Math</vt:lpstr>
      <vt:lpstr>Open Sans</vt:lpstr>
      <vt:lpstr>System Font Regular</vt:lpstr>
      <vt:lpstr>Times New Roman</vt:lpstr>
      <vt:lpstr>Wingdings</vt:lpstr>
      <vt:lpstr>1_UIC</vt:lpstr>
      <vt:lpstr>PowerPoint Presentation</vt:lpstr>
      <vt:lpstr>PowerPoint Presentation</vt:lpstr>
      <vt:lpstr>Introduction</vt:lpstr>
      <vt:lpstr>Theory</vt:lpstr>
      <vt:lpstr>Apparatus </vt:lpstr>
      <vt:lpstr>Materials and Supplies</vt:lpstr>
      <vt:lpstr>PowerPoint Presentation</vt:lpstr>
      <vt:lpstr>Dangers</vt:lpstr>
      <vt:lpstr>Challenges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Aca, Jazmin</dc:creator>
  <cp:lastModifiedBy>Zdunek, Alan</cp:lastModifiedBy>
  <cp:revision>7</cp:revision>
  <dcterms:created xsi:type="dcterms:W3CDTF">2025-09-13T20:30:28Z</dcterms:created>
  <dcterms:modified xsi:type="dcterms:W3CDTF">2026-03-19T16:36:11Z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0x0101007B7536DA56B45E49B4127A42CE0BFF03</vt:lpwstr>
  </property>
</Properties>
</file>