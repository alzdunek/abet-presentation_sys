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6" Type="http://schemas.openxmlformats.org/officedocument/2006/relationships/metadata/core-properties" Target="docProps/core0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70" r:id="rId8"/>
    <p:sldId id="264" r:id="rId9"/>
    <p:sldId id="266" r:id="rId10"/>
    <p:sldId id="267" r:id="rId11"/>
    <p:sldId id="268" r:id="rId12"/>
    <p:sldId id="269" r:id="rId13"/>
    <p:sldId id="262" r:id="rId14"/>
    <p:sldId id="263" r:id="rId15"/>
    <p:sldId id="271" r:id="rId16"/>
  </p:sldIdLst>
  <p:sldSz cx="9144000" cy="6858000" type="screen4x3"/>
  <p:notesSz cx="6858000" cy="90789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474E7C-0813-43C4-9531-192AB56C5895}" v="1768" dt="2026-04-21T04:51:42.331"/>
    <p1510:client id="{72BF7E2C-E691-48FA-A06C-9A8CD1325477}" v="214" dt="2026-04-21T04:06:38.694"/>
    <p1510:client id="{AD30BBE2-DFD6-4572-BC47-8CE614D6A28B}" v="364" dt="2026-04-21T17:56:04.4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2" d="100"/>
          <a:sy n="102" d="100"/>
        </p:scale>
        <p:origin x="898" y="-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kosky, Kyle Joseph" userId="929b7cf7-8f50-4ba4-bd3e-e883a7dd85b8" providerId="ADAL" clId="{DD718904-38E4-486C-94A0-1EF585514EB3}"/>
    <pc:docChg chg="undo custSel addSld modSld">
      <pc:chgData name="Hankosky, Kyle Joseph" userId="929b7cf7-8f50-4ba4-bd3e-e883a7dd85b8" providerId="ADAL" clId="{DD718904-38E4-486C-94A0-1EF585514EB3}" dt="2026-04-21T04:06:38.694" v="210" actId="14100"/>
      <pc:docMkLst>
        <pc:docMk/>
      </pc:docMkLst>
      <pc:sldChg chg="addSp delSp modSp mod">
        <pc:chgData name="Hankosky, Kyle Joseph" userId="929b7cf7-8f50-4ba4-bd3e-e883a7dd85b8" providerId="ADAL" clId="{DD718904-38E4-486C-94A0-1EF585514EB3}" dt="2026-04-21T03:32:17.451" v="202" actId="404"/>
        <pc:sldMkLst>
          <pc:docMk/>
          <pc:sldMk cId="1256753686" sldId="268"/>
        </pc:sldMkLst>
        <pc:spChg chg="add mod">
          <ac:chgData name="Hankosky, Kyle Joseph" userId="929b7cf7-8f50-4ba4-bd3e-e883a7dd85b8" providerId="ADAL" clId="{DD718904-38E4-486C-94A0-1EF585514EB3}" dt="2026-04-21T03:28:34.613" v="192" actId="20577"/>
          <ac:spMkLst>
            <pc:docMk/>
            <pc:sldMk cId="1256753686" sldId="268"/>
            <ac:spMk id="8" creationId="{23E8AE4D-1A8B-7E49-EE3F-6A7220260CA7}"/>
          </ac:spMkLst>
        </pc:spChg>
        <pc:spChg chg="add mod">
          <ac:chgData name="Hankosky, Kyle Joseph" userId="929b7cf7-8f50-4ba4-bd3e-e883a7dd85b8" providerId="ADAL" clId="{DD718904-38E4-486C-94A0-1EF585514EB3}" dt="2026-04-21T03:32:17.451" v="202" actId="404"/>
          <ac:spMkLst>
            <pc:docMk/>
            <pc:sldMk cId="1256753686" sldId="268"/>
            <ac:spMk id="9" creationId="{963569B1-CC6A-88B0-BC6F-065D7C142E60}"/>
          </ac:spMkLst>
        </pc:spChg>
        <pc:spChg chg="add">
          <ac:chgData name="Hankosky, Kyle Joseph" userId="929b7cf7-8f50-4ba4-bd3e-e883a7dd85b8" providerId="ADAL" clId="{DD718904-38E4-486C-94A0-1EF585514EB3}" dt="2026-04-21T03:31:57.689" v="196"/>
          <ac:spMkLst>
            <pc:docMk/>
            <pc:sldMk cId="1256753686" sldId="268"/>
            <ac:spMk id="10" creationId="{D6636494-D1BF-093F-8833-FE2832C54729}"/>
          </ac:spMkLst>
        </pc:spChg>
        <pc:graphicFrameChg chg="add mod">
          <ac:chgData name="Hankosky, Kyle Joseph" userId="929b7cf7-8f50-4ba4-bd3e-e883a7dd85b8" providerId="ADAL" clId="{DD718904-38E4-486C-94A0-1EF585514EB3}" dt="2026-04-21T03:16:09.667" v="17" actId="14100"/>
          <ac:graphicFrameMkLst>
            <pc:docMk/>
            <pc:sldMk cId="1256753686" sldId="268"/>
            <ac:graphicFrameMk id="6" creationId="{3180219B-A293-6243-B608-88F4A7A60EEA}"/>
          </ac:graphicFrameMkLst>
        </pc:graphicFrameChg>
        <pc:graphicFrameChg chg="add mod">
          <ac:chgData name="Hankosky, Kyle Joseph" userId="929b7cf7-8f50-4ba4-bd3e-e883a7dd85b8" providerId="ADAL" clId="{DD718904-38E4-486C-94A0-1EF585514EB3}" dt="2026-04-21T03:16:36.381" v="62" actId="20577"/>
          <ac:graphicFrameMkLst>
            <pc:docMk/>
            <pc:sldMk cId="1256753686" sldId="268"/>
            <ac:graphicFrameMk id="7" creationId="{ECFC9FB5-3751-AFC2-170D-BD13E713A6C3}"/>
          </ac:graphicFrameMkLst>
        </pc:graphicFrameChg>
        <pc:picChg chg="add del mod">
          <ac:chgData name="Hankosky, Kyle Joseph" userId="929b7cf7-8f50-4ba4-bd3e-e883a7dd85b8" providerId="ADAL" clId="{DD718904-38E4-486C-94A0-1EF585514EB3}" dt="2026-04-21T03:15:53.505" v="12" actId="478"/>
          <ac:picMkLst>
            <pc:docMk/>
            <pc:sldMk cId="1256753686" sldId="268"/>
            <ac:picMk id="5" creationId="{BD067C8D-AC89-0B6A-9D13-168D0BD970CE}"/>
          </ac:picMkLst>
        </pc:picChg>
      </pc:sldChg>
      <pc:sldChg chg="addSp delSp modSp add mod">
        <pc:chgData name="Hankosky, Kyle Joseph" userId="929b7cf7-8f50-4ba4-bd3e-e883a7dd85b8" providerId="ADAL" clId="{DD718904-38E4-486C-94A0-1EF585514EB3}" dt="2026-04-21T03:11:19.145" v="3" actId="478"/>
        <pc:sldMkLst>
          <pc:docMk/>
          <pc:sldMk cId="959401883" sldId="269"/>
        </pc:sldMkLst>
        <pc:picChg chg="add del mod">
          <ac:chgData name="Hankosky, Kyle Joseph" userId="929b7cf7-8f50-4ba4-bd3e-e883a7dd85b8" providerId="ADAL" clId="{DD718904-38E4-486C-94A0-1EF585514EB3}" dt="2026-04-21T03:11:19.145" v="3" actId="478"/>
          <ac:picMkLst>
            <pc:docMk/>
            <pc:sldMk cId="959401883" sldId="269"/>
            <ac:picMk id="5" creationId="{04F3D6C0-AAD6-0060-8458-313FD07C967D}"/>
          </ac:picMkLst>
        </pc:picChg>
      </pc:sldChg>
      <pc:sldChg chg="addSp modSp mod">
        <pc:chgData name="Hankosky, Kyle Joseph" userId="929b7cf7-8f50-4ba4-bd3e-e883a7dd85b8" providerId="ADAL" clId="{DD718904-38E4-486C-94A0-1EF585514EB3}" dt="2026-04-21T04:06:38.694" v="210" actId="14100"/>
        <pc:sldMkLst>
          <pc:docMk/>
          <pc:sldMk cId="2684428785" sldId="271"/>
        </pc:sldMkLst>
        <pc:picChg chg="add mod">
          <ac:chgData name="Hankosky, Kyle Joseph" userId="929b7cf7-8f50-4ba4-bd3e-e883a7dd85b8" providerId="ADAL" clId="{DD718904-38E4-486C-94A0-1EF585514EB3}" dt="2026-04-21T04:05:50.971" v="208" actId="29295"/>
          <ac:picMkLst>
            <pc:docMk/>
            <pc:sldMk cId="2684428785" sldId="271"/>
            <ac:picMk id="5" creationId="{6A483456-994B-690D-ED0A-7A16BEBFD783}"/>
          </ac:picMkLst>
        </pc:picChg>
        <pc:picChg chg="add mod">
          <ac:chgData name="Hankosky, Kyle Joseph" userId="929b7cf7-8f50-4ba4-bd3e-e883a7dd85b8" providerId="ADAL" clId="{DD718904-38E4-486C-94A0-1EF585514EB3}" dt="2026-04-21T04:06:38.694" v="210" actId="14100"/>
          <ac:picMkLst>
            <pc:docMk/>
            <pc:sldMk cId="2684428785" sldId="271"/>
            <ac:picMk id="7" creationId="{749C143B-8C27-AF9F-3349-7FE77D1219F5}"/>
          </ac:picMkLst>
        </pc:picChg>
      </pc:sldChg>
    </pc:docChg>
  </pc:docChgLst>
  <pc:docChgLst>
    <pc:chgData name="Patel, Rishabh" userId="2528114f-cf9e-478a-8039-95327eb373ca" providerId="ADAL" clId="{E1930CCF-039D-48D4-B99B-D125A424CAB8}"/>
    <pc:docChg chg="undo custSel addSld modSld">
      <pc:chgData name="Patel, Rishabh" userId="2528114f-cf9e-478a-8039-95327eb373ca" providerId="ADAL" clId="{E1930CCF-039D-48D4-B99B-D125A424CAB8}" dt="2026-04-21T17:56:04.498" v="762"/>
      <pc:docMkLst>
        <pc:docMk/>
      </pc:docMkLst>
      <pc:sldChg chg="modSp mod modTransition">
        <pc:chgData name="Patel, Rishabh" userId="2528114f-cf9e-478a-8039-95327eb373ca" providerId="ADAL" clId="{E1930CCF-039D-48D4-B99B-D125A424CAB8}" dt="2026-04-21T17:13:48.591" v="699"/>
        <pc:sldMkLst>
          <pc:docMk/>
          <pc:sldMk cId="0" sldId="256"/>
        </pc:sldMkLst>
        <pc:spChg chg="mod">
          <ac:chgData name="Patel, Rishabh" userId="2528114f-cf9e-478a-8039-95327eb373ca" providerId="ADAL" clId="{E1930CCF-039D-48D4-B99B-D125A424CAB8}" dt="2026-04-19T22:05:23.362" v="196" actId="20577"/>
          <ac:spMkLst>
            <pc:docMk/>
            <pc:sldMk cId="0" sldId="256"/>
            <ac:spMk id="8" creationId="{00000000-0000-0000-0000-000000000000}"/>
          </ac:spMkLst>
        </pc:spChg>
      </pc:sldChg>
      <pc:sldChg chg="addSp delSp modSp mod modTransition">
        <pc:chgData name="Patel, Rishabh" userId="2528114f-cf9e-478a-8039-95327eb373ca" providerId="ADAL" clId="{E1930CCF-039D-48D4-B99B-D125A424CAB8}" dt="2026-04-21T17:11:37.077" v="694" actId="20577"/>
        <pc:sldMkLst>
          <pc:docMk/>
          <pc:sldMk cId="0" sldId="257"/>
        </pc:sldMkLst>
        <pc:spChg chg="add del mod">
          <ac:chgData name="Patel, Rishabh" userId="2528114f-cf9e-478a-8039-95327eb373ca" providerId="ADAL" clId="{E1930CCF-039D-48D4-B99B-D125A424CAB8}" dt="2026-04-21T04:34:36.642" v="445" actId="478"/>
          <ac:spMkLst>
            <pc:docMk/>
            <pc:sldMk cId="0" sldId="257"/>
            <ac:spMk id="2" creationId="{624EE785-D274-9386-A851-02A6395CAD8F}"/>
          </ac:spMkLst>
        </pc:spChg>
        <pc:spChg chg="add del mod">
          <ac:chgData name="Patel, Rishabh" userId="2528114f-cf9e-478a-8039-95327eb373ca" providerId="ADAL" clId="{E1930CCF-039D-48D4-B99B-D125A424CAB8}" dt="2026-04-21T03:44:17.029" v="342" actId="478"/>
          <ac:spMkLst>
            <pc:docMk/>
            <pc:sldMk cId="0" sldId="257"/>
            <ac:spMk id="3" creationId="{388966CF-A5EC-7F92-9485-882E7F15278C}"/>
          </ac:spMkLst>
        </pc:spChg>
        <pc:spChg chg="add del mod">
          <ac:chgData name="Patel, Rishabh" userId="2528114f-cf9e-478a-8039-95327eb373ca" providerId="ADAL" clId="{E1930CCF-039D-48D4-B99B-D125A424CAB8}" dt="2026-04-21T03:44:14.159" v="341" actId="478"/>
          <ac:spMkLst>
            <pc:docMk/>
            <pc:sldMk cId="0" sldId="257"/>
            <ac:spMk id="5" creationId="{F2899085-4690-C2FA-AB5C-AAF739D3F4D6}"/>
          </ac:spMkLst>
        </pc:spChg>
        <pc:spChg chg="add del mod">
          <ac:chgData name="Patel, Rishabh" userId="2528114f-cf9e-478a-8039-95327eb373ca" providerId="ADAL" clId="{E1930CCF-039D-48D4-B99B-D125A424CAB8}" dt="2026-04-21T03:44:09.585" v="339" actId="478"/>
          <ac:spMkLst>
            <pc:docMk/>
            <pc:sldMk cId="0" sldId="257"/>
            <ac:spMk id="7" creationId="{5A2BE2E8-F500-1598-B6A3-5123281943BF}"/>
          </ac:spMkLst>
        </pc:spChg>
        <pc:spChg chg="add mod">
          <ac:chgData name="Patel, Rishabh" userId="2528114f-cf9e-478a-8039-95327eb373ca" providerId="ADAL" clId="{E1930CCF-039D-48D4-B99B-D125A424CAB8}" dt="2026-04-21T17:11:37.077" v="694" actId="20577"/>
          <ac:spMkLst>
            <pc:docMk/>
            <pc:sldMk cId="0" sldId="257"/>
            <ac:spMk id="9" creationId="{A271EA38-1315-C75C-8789-0F463ECCC172}"/>
          </ac:spMkLst>
        </pc:spChg>
        <pc:spChg chg="add mod">
          <ac:chgData name="Patel, Rishabh" userId="2528114f-cf9e-478a-8039-95327eb373ca" providerId="ADAL" clId="{E1930CCF-039D-48D4-B99B-D125A424CAB8}" dt="2026-04-21T17:11:34.588" v="692" actId="20577"/>
          <ac:spMkLst>
            <pc:docMk/>
            <pc:sldMk cId="0" sldId="257"/>
            <ac:spMk id="10" creationId="{BAAD3972-7F74-15F8-C634-686DEC98A804}"/>
          </ac:spMkLst>
        </pc:spChg>
        <pc:spChg chg="mod">
          <ac:chgData name="Patel, Rishabh" userId="2528114f-cf9e-478a-8039-95327eb373ca" providerId="ADAL" clId="{E1930CCF-039D-48D4-B99B-D125A424CAB8}" dt="2026-04-21T03:46:05.024" v="368" actId="12"/>
          <ac:spMkLst>
            <pc:docMk/>
            <pc:sldMk cId="0" sldId="257"/>
            <ac:spMk id="13" creationId="{00000000-0000-0000-0000-000000000000}"/>
          </ac:spMkLst>
        </pc:spChg>
        <pc:spChg chg="mod">
          <ac:chgData name="Patel, Rishabh" userId="2528114f-cf9e-478a-8039-95327eb373ca" providerId="ADAL" clId="{E1930CCF-039D-48D4-B99B-D125A424CAB8}" dt="2026-04-21T04:34:45.011" v="447" actId="1076"/>
          <ac:spMkLst>
            <pc:docMk/>
            <pc:sldMk cId="0" sldId="257"/>
            <ac:spMk id="14" creationId="{00000000-0000-0000-0000-000000000000}"/>
          </ac:spMkLst>
        </pc:spChg>
        <pc:picChg chg="add del mod">
          <ac:chgData name="Patel, Rishabh" userId="2528114f-cf9e-478a-8039-95327eb373ca" providerId="ADAL" clId="{E1930CCF-039D-48D4-B99B-D125A424CAB8}" dt="2026-04-21T03:44:20.109" v="345" actId="478"/>
          <ac:picMkLst>
            <pc:docMk/>
            <pc:sldMk cId="0" sldId="257"/>
            <ac:picMk id="4" creationId="{82C678A5-B763-7118-58AC-8E7C20D361C6}"/>
          </ac:picMkLst>
        </pc:picChg>
        <pc:picChg chg="add del mod">
          <ac:chgData name="Patel, Rishabh" userId="2528114f-cf9e-478a-8039-95327eb373ca" providerId="ADAL" clId="{E1930CCF-039D-48D4-B99B-D125A424CAB8}" dt="2026-04-21T03:44:19.426" v="344" actId="478"/>
          <ac:picMkLst>
            <pc:docMk/>
            <pc:sldMk cId="0" sldId="257"/>
            <ac:picMk id="6" creationId="{9AD7CBA5-4012-F714-BF5B-377C1DF8F701}"/>
          </ac:picMkLst>
        </pc:picChg>
        <pc:picChg chg="add del mod">
          <ac:chgData name="Patel, Rishabh" userId="2528114f-cf9e-478a-8039-95327eb373ca" providerId="ADAL" clId="{E1930CCF-039D-48D4-B99B-D125A424CAB8}" dt="2026-04-21T03:44:18.688" v="343" actId="478"/>
          <ac:picMkLst>
            <pc:docMk/>
            <pc:sldMk cId="0" sldId="257"/>
            <ac:picMk id="8" creationId="{593C9BBD-587B-8E64-9F09-F1A897A26B4A}"/>
          </ac:picMkLst>
        </pc:picChg>
        <pc:picChg chg="add del mod">
          <ac:chgData name="Patel, Rishabh" userId="2528114f-cf9e-478a-8039-95327eb373ca" providerId="ADAL" clId="{E1930CCF-039D-48D4-B99B-D125A424CAB8}" dt="2026-04-21T04:34:38.247" v="446" actId="478"/>
          <ac:picMkLst>
            <pc:docMk/>
            <pc:sldMk cId="0" sldId="257"/>
            <ac:picMk id="1026" creationId="{F8BD4146-7404-3A98-376F-178F9ADE0868}"/>
          </ac:picMkLst>
        </pc:picChg>
        <pc:picChg chg="add mod">
          <ac:chgData name="Patel, Rishabh" userId="2528114f-cf9e-478a-8039-95327eb373ca" providerId="ADAL" clId="{E1930CCF-039D-48D4-B99B-D125A424CAB8}" dt="2026-04-21T17:09:27.465" v="676" actId="1036"/>
          <ac:picMkLst>
            <pc:docMk/>
            <pc:sldMk cId="0" sldId="257"/>
            <ac:picMk id="1028" creationId="{A94483D4-AA7C-FEED-9B0D-1616F937A6AC}"/>
          </ac:picMkLst>
        </pc:picChg>
        <pc:picChg chg="add mod">
          <ac:chgData name="Patel, Rishabh" userId="2528114f-cf9e-478a-8039-95327eb373ca" providerId="ADAL" clId="{E1930CCF-039D-48D4-B99B-D125A424CAB8}" dt="2026-04-21T17:08:37.329" v="673" actId="1076"/>
          <ac:picMkLst>
            <pc:docMk/>
            <pc:sldMk cId="0" sldId="257"/>
            <ac:picMk id="1030" creationId="{10119F69-3365-B3E5-9F50-BD0838ED5274}"/>
          </ac:picMkLst>
        </pc:picChg>
      </pc:sldChg>
      <pc:sldChg chg="delSp modSp mod modTransition modAnim">
        <pc:chgData name="Patel, Rishabh" userId="2528114f-cf9e-478a-8039-95327eb373ca" providerId="ADAL" clId="{E1930CCF-039D-48D4-B99B-D125A424CAB8}" dt="2026-04-21T16:10:22.030" v="661" actId="12"/>
        <pc:sldMkLst>
          <pc:docMk/>
          <pc:sldMk cId="0" sldId="258"/>
        </pc:sldMkLst>
        <pc:spChg chg="mod">
          <ac:chgData name="Patel, Rishabh" userId="2528114f-cf9e-478a-8039-95327eb373ca" providerId="ADAL" clId="{E1930CCF-039D-48D4-B99B-D125A424CAB8}" dt="2026-04-19T22:00:35.412" v="142" actId="113"/>
          <ac:spMkLst>
            <pc:docMk/>
            <pc:sldMk cId="0" sldId="258"/>
            <ac:spMk id="13" creationId="{00000000-0000-0000-0000-000000000000}"/>
          </ac:spMkLst>
        </pc:spChg>
        <pc:spChg chg="mod">
          <ac:chgData name="Patel, Rishabh" userId="2528114f-cf9e-478a-8039-95327eb373ca" providerId="ADAL" clId="{E1930CCF-039D-48D4-B99B-D125A424CAB8}" dt="2026-04-21T16:10:15.875" v="660" actId="12"/>
          <ac:spMkLst>
            <pc:docMk/>
            <pc:sldMk cId="0" sldId="258"/>
            <ac:spMk id="15" creationId="{00000000-0000-0000-0000-000000000000}"/>
          </ac:spMkLst>
        </pc:spChg>
        <pc:spChg chg="mod">
          <ac:chgData name="Patel, Rishabh" userId="2528114f-cf9e-478a-8039-95327eb373ca" providerId="ADAL" clId="{E1930CCF-039D-48D4-B99B-D125A424CAB8}" dt="2026-04-21T16:10:01.911" v="653" actId="2057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Patel, Rishabh" userId="2528114f-cf9e-478a-8039-95327eb373ca" providerId="ADAL" clId="{E1930CCF-039D-48D4-B99B-D125A424CAB8}" dt="2026-04-21T16:10:22.030" v="661" actId="12"/>
          <ac:spMkLst>
            <pc:docMk/>
            <pc:sldMk cId="0" sldId="258"/>
            <ac:spMk id="17" creationId="{00000000-0000-0000-0000-000000000000}"/>
          </ac:spMkLst>
        </pc:spChg>
      </pc:sldChg>
      <pc:sldChg chg="delSp modSp mod modTransition">
        <pc:chgData name="Patel, Rishabh" userId="2528114f-cf9e-478a-8039-95327eb373ca" providerId="ADAL" clId="{E1930CCF-039D-48D4-B99B-D125A424CAB8}" dt="2026-04-21T16:09:41.163" v="645" actId="12"/>
        <pc:sldMkLst>
          <pc:docMk/>
          <pc:sldMk cId="0" sldId="262"/>
        </pc:sldMkLst>
        <pc:spChg chg="mod">
          <ac:chgData name="Patel, Rishabh" userId="2528114f-cf9e-478a-8039-95327eb373ca" providerId="ADAL" clId="{E1930CCF-039D-48D4-B99B-D125A424CAB8}" dt="2026-04-19T22:00:57.887" v="146" actId="113"/>
          <ac:spMkLst>
            <pc:docMk/>
            <pc:sldMk cId="0" sldId="262"/>
            <ac:spMk id="21" creationId="{00000000-0000-0000-0000-000000000000}"/>
          </ac:spMkLst>
        </pc:spChg>
        <pc:spChg chg="mod">
          <ac:chgData name="Patel, Rishabh" userId="2528114f-cf9e-478a-8039-95327eb373ca" providerId="ADAL" clId="{E1930CCF-039D-48D4-B99B-D125A424CAB8}" dt="2026-04-21T16:09:36.665" v="644" actId="12"/>
          <ac:spMkLst>
            <pc:docMk/>
            <pc:sldMk cId="0" sldId="262"/>
            <ac:spMk id="23" creationId="{00000000-0000-0000-0000-000000000000}"/>
          </ac:spMkLst>
        </pc:spChg>
        <pc:spChg chg="mod">
          <ac:chgData name="Patel, Rishabh" userId="2528114f-cf9e-478a-8039-95327eb373ca" providerId="ADAL" clId="{E1930CCF-039D-48D4-B99B-D125A424CAB8}" dt="2026-04-21T16:09:41.163" v="645" actId="12"/>
          <ac:spMkLst>
            <pc:docMk/>
            <pc:sldMk cId="0" sldId="262"/>
            <ac:spMk id="24" creationId="{00000000-0000-0000-0000-000000000000}"/>
          </ac:spMkLst>
        </pc:spChg>
      </pc:sldChg>
      <pc:sldChg chg="delSp modSp mod modTransition">
        <pc:chgData name="Patel, Rishabh" userId="2528114f-cf9e-478a-8039-95327eb373ca" providerId="ADAL" clId="{E1930CCF-039D-48D4-B99B-D125A424CAB8}" dt="2026-04-21T17:23:39.532" v="752" actId="1076"/>
        <pc:sldMkLst>
          <pc:docMk/>
          <pc:sldMk cId="0" sldId="263"/>
        </pc:sldMkLst>
        <pc:spChg chg="mod">
          <ac:chgData name="Patel, Rishabh" userId="2528114f-cf9e-478a-8039-95327eb373ca" providerId="ADAL" clId="{E1930CCF-039D-48D4-B99B-D125A424CAB8}" dt="2026-04-19T22:01:04.861" v="147" actId="113"/>
          <ac:spMkLst>
            <pc:docMk/>
            <pc:sldMk cId="0" sldId="263"/>
            <ac:spMk id="23" creationId="{00000000-0000-0000-0000-000000000000}"/>
          </ac:spMkLst>
        </pc:spChg>
        <pc:spChg chg="mod">
          <ac:chgData name="Patel, Rishabh" userId="2528114f-cf9e-478a-8039-95327eb373ca" providerId="ADAL" clId="{E1930CCF-039D-48D4-B99B-D125A424CAB8}" dt="2026-04-21T17:22:37.128" v="750" actId="20577"/>
          <ac:spMkLst>
            <pc:docMk/>
            <pc:sldMk cId="0" sldId="263"/>
            <ac:spMk id="25" creationId="{00000000-0000-0000-0000-000000000000}"/>
          </ac:spMkLst>
        </pc:spChg>
        <pc:spChg chg="mod">
          <ac:chgData name="Patel, Rishabh" userId="2528114f-cf9e-478a-8039-95327eb373ca" providerId="ADAL" clId="{E1930CCF-039D-48D4-B99B-D125A424CAB8}" dt="2026-04-21T17:23:39.532" v="752" actId="1076"/>
          <ac:spMkLst>
            <pc:docMk/>
            <pc:sldMk cId="0" sldId="263"/>
            <ac:spMk id="26" creationId="{00000000-0000-0000-0000-000000000000}"/>
          </ac:spMkLst>
        </pc:spChg>
        <pc:spChg chg="mod">
          <ac:chgData name="Patel, Rishabh" userId="2528114f-cf9e-478a-8039-95327eb373ca" providerId="ADAL" clId="{E1930CCF-039D-48D4-B99B-D125A424CAB8}" dt="2026-04-21T17:23:20.045" v="751" actId="1076"/>
          <ac:spMkLst>
            <pc:docMk/>
            <pc:sldMk cId="0" sldId="263"/>
            <ac:spMk id="27" creationId="{00000000-0000-0000-0000-000000000000}"/>
          </ac:spMkLst>
        </pc:spChg>
      </pc:sldChg>
      <pc:sldChg chg="addSp delSp modSp mod modTransition">
        <pc:chgData name="Patel, Rishabh" userId="2528114f-cf9e-478a-8039-95327eb373ca" providerId="ADAL" clId="{E1930CCF-039D-48D4-B99B-D125A424CAB8}" dt="2026-04-21T14:02:28.484" v="513" actId="12385"/>
        <pc:sldMkLst>
          <pc:docMk/>
          <pc:sldMk cId="2587136825" sldId="264"/>
        </pc:sldMkLst>
        <pc:spChg chg="mod">
          <ac:chgData name="Patel, Rishabh" userId="2528114f-cf9e-478a-8039-95327eb373ca" providerId="ADAL" clId="{E1930CCF-039D-48D4-B99B-D125A424CAB8}" dt="2026-04-19T22:00:42.362" v="143" actId="113"/>
          <ac:spMkLst>
            <pc:docMk/>
            <pc:sldMk cId="2587136825" sldId="264"/>
            <ac:spMk id="2" creationId="{4B954DAF-C203-250E-7CF7-0466FCCB9AF3}"/>
          </ac:spMkLst>
        </pc:spChg>
        <pc:spChg chg="del mod">
          <ac:chgData name="Patel, Rishabh" userId="2528114f-cf9e-478a-8039-95327eb373ca" providerId="ADAL" clId="{E1930CCF-039D-48D4-B99B-D125A424CAB8}" dt="2026-04-21T13:58:45.166" v="459" actId="478"/>
          <ac:spMkLst>
            <pc:docMk/>
            <pc:sldMk cId="2587136825" sldId="264"/>
            <ac:spMk id="3" creationId="{7BBEEFAD-AF50-9FCA-4033-19C70053CEC5}"/>
          </ac:spMkLst>
        </pc:spChg>
        <pc:spChg chg="add del mod">
          <ac:chgData name="Patel, Rishabh" userId="2528114f-cf9e-478a-8039-95327eb373ca" providerId="ADAL" clId="{E1930CCF-039D-48D4-B99B-D125A424CAB8}" dt="2026-04-21T13:59:13.562" v="476" actId="478"/>
          <ac:spMkLst>
            <pc:docMk/>
            <pc:sldMk cId="2587136825" sldId="264"/>
            <ac:spMk id="7" creationId="{A13D584F-9C59-7382-38CC-67BDAEC31A8B}"/>
          </ac:spMkLst>
        </pc:spChg>
        <pc:spChg chg="add del mod">
          <ac:chgData name="Patel, Rishabh" userId="2528114f-cf9e-478a-8039-95327eb373ca" providerId="ADAL" clId="{E1930CCF-039D-48D4-B99B-D125A424CAB8}" dt="2026-04-21T13:59:19.284" v="477" actId="478"/>
          <ac:spMkLst>
            <pc:docMk/>
            <pc:sldMk cId="2587136825" sldId="264"/>
            <ac:spMk id="9" creationId="{744A3015-AF7C-7D93-ADF3-AD7D19361982}"/>
          </ac:spMkLst>
        </pc:spChg>
        <pc:graphicFrameChg chg="add mod modGraphic">
          <ac:chgData name="Patel, Rishabh" userId="2528114f-cf9e-478a-8039-95327eb373ca" providerId="ADAL" clId="{E1930CCF-039D-48D4-B99B-D125A424CAB8}" dt="2026-04-21T14:02:28.484" v="513" actId="12385"/>
          <ac:graphicFrameMkLst>
            <pc:docMk/>
            <pc:sldMk cId="2587136825" sldId="264"/>
            <ac:graphicFrameMk id="4" creationId="{A931476B-D35E-C82C-A432-8A83A7443383}"/>
          </ac:graphicFrameMkLst>
        </pc:graphicFrameChg>
        <pc:picChg chg="add mod">
          <ac:chgData name="Patel, Rishabh" userId="2528114f-cf9e-478a-8039-95327eb373ca" providerId="ADAL" clId="{E1930CCF-039D-48D4-B99B-D125A424CAB8}" dt="2026-04-21T13:59:23.237" v="478" actId="1076"/>
          <ac:picMkLst>
            <pc:docMk/>
            <pc:sldMk cId="2587136825" sldId="264"/>
            <ac:picMk id="5" creationId="{E51689E4-B23A-3030-B241-8C57062409CD}"/>
          </ac:picMkLst>
        </pc:picChg>
        <pc:picChg chg="add mod">
          <ac:chgData name="Patel, Rishabh" userId="2528114f-cf9e-478a-8039-95327eb373ca" providerId="ADAL" clId="{E1930CCF-039D-48D4-B99B-D125A424CAB8}" dt="2026-04-21T13:59:59.411" v="482" actId="1076"/>
          <ac:picMkLst>
            <pc:docMk/>
            <pc:sldMk cId="2587136825" sldId="264"/>
            <ac:picMk id="11" creationId="{9E3D964C-B9B1-18B7-811A-2BE4EFE05504}"/>
          </ac:picMkLst>
        </pc:picChg>
        <pc:picChg chg="add mod">
          <ac:chgData name="Patel, Rishabh" userId="2528114f-cf9e-478a-8039-95327eb373ca" providerId="ADAL" clId="{E1930CCF-039D-48D4-B99B-D125A424CAB8}" dt="2026-04-21T14:00:23.114" v="486" actId="1076"/>
          <ac:picMkLst>
            <pc:docMk/>
            <pc:sldMk cId="2587136825" sldId="264"/>
            <ac:picMk id="12" creationId="{C7A526DA-22F8-CDD6-400E-73F7B3699CEE}"/>
          </ac:picMkLst>
        </pc:picChg>
        <pc:picChg chg="add mod">
          <ac:chgData name="Patel, Rishabh" userId="2528114f-cf9e-478a-8039-95327eb373ca" providerId="ADAL" clId="{E1930CCF-039D-48D4-B99B-D125A424CAB8}" dt="2026-04-21T14:00:49.171" v="489" actId="1076"/>
          <ac:picMkLst>
            <pc:docMk/>
            <pc:sldMk cId="2587136825" sldId="264"/>
            <ac:picMk id="13" creationId="{CAC64F1A-3319-0051-33F6-4718859985F5}"/>
          </ac:picMkLst>
        </pc:picChg>
        <pc:picChg chg="add mod">
          <ac:chgData name="Patel, Rishabh" userId="2528114f-cf9e-478a-8039-95327eb373ca" providerId="ADAL" clId="{E1930CCF-039D-48D4-B99B-D125A424CAB8}" dt="2026-04-21T14:01:13.927" v="494" actId="1076"/>
          <ac:picMkLst>
            <pc:docMk/>
            <pc:sldMk cId="2587136825" sldId="264"/>
            <ac:picMk id="14" creationId="{1D47A027-B180-0563-CF9B-95FD99B330B7}"/>
          </ac:picMkLst>
        </pc:picChg>
        <pc:picChg chg="add mod">
          <ac:chgData name="Patel, Rishabh" userId="2528114f-cf9e-478a-8039-95327eb373ca" providerId="ADAL" clId="{E1930CCF-039D-48D4-B99B-D125A424CAB8}" dt="2026-04-21T14:01:26.797" v="497" actId="1076"/>
          <ac:picMkLst>
            <pc:docMk/>
            <pc:sldMk cId="2587136825" sldId="264"/>
            <ac:picMk id="15" creationId="{2A0E7091-FAA2-34A4-DE29-E1ECED230E0D}"/>
          </ac:picMkLst>
        </pc:picChg>
        <pc:picChg chg="add mod">
          <ac:chgData name="Patel, Rishabh" userId="2528114f-cf9e-478a-8039-95327eb373ca" providerId="ADAL" clId="{E1930CCF-039D-48D4-B99B-D125A424CAB8}" dt="2026-04-21T14:01:59.698" v="501" actId="1076"/>
          <ac:picMkLst>
            <pc:docMk/>
            <pc:sldMk cId="2587136825" sldId="264"/>
            <ac:picMk id="16" creationId="{498F11AA-3F94-6573-0D22-F262B08198EF}"/>
          </ac:picMkLst>
        </pc:picChg>
      </pc:sldChg>
      <pc:sldChg chg="addSp modSp mod modTransition">
        <pc:chgData name="Patel, Rishabh" userId="2528114f-cf9e-478a-8039-95327eb373ca" providerId="ADAL" clId="{E1930CCF-039D-48D4-B99B-D125A424CAB8}" dt="2026-04-21T17:21:46.672" v="734" actId="20577"/>
        <pc:sldMkLst>
          <pc:docMk/>
          <pc:sldMk cId="746281467" sldId="266"/>
        </pc:sldMkLst>
        <pc:spChg chg="mod">
          <ac:chgData name="Patel, Rishabh" userId="2528114f-cf9e-478a-8039-95327eb373ca" providerId="ADAL" clId="{E1930CCF-039D-48D4-B99B-D125A424CAB8}" dt="2026-04-19T22:00:47.746" v="144" actId="113"/>
          <ac:spMkLst>
            <pc:docMk/>
            <pc:sldMk cId="746281467" sldId="266"/>
            <ac:spMk id="2" creationId="{8B456FA5-F623-C098-997D-EC5066DA65DE}"/>
          </ac:spMkLst>
        </pc:spChg>
        <pc:spChg chg="mod">
          <ac:chgData name="Patel, Rishabh" userId="2528114f-cf9e-478a-8039-95327eb373ca" providerId="ADAL" clId="{E1930CCF-039D-48D4-B99B-D125A424CAB8}" dt="2026-04-21T03:08:51.666" v="261" actId="20577"/>
          <ac:spMkLst>
            <pc:docMk/>
            <pc:sldMk cId="746281467" sldId="266"/>
            <ac:spMk id="3" creationId="{E67D3A14-9D0C-93B5-2070-D5763F2E4E93}"/>
          </ac:spMkLst>
        </pc:spChg>
        <pc:graphicFrameChg chg="add mod modGraphic">
          <ac:chgData name="Patel, Rishabh" userId="2528114f-cf9e-478a-8039-95327eb373ca" providerId="ADAL" clId="{E1930CCF-039D-48D4-B99B-D125A424CAB8}" dt="2026-04-21T17:21:46.672" v="734" actId="20577"/>
          <ac:graphicFrameMkLst>
            <pc:docMk/>
            <pc:sldMk cId="746281467" sldId="266"/>
            <ac:graphicFrameMk id="4" creationId="{3CDDA780-666E-EA69-4773-23783EB268CF}"/>
          </ac:graphicFrameMkLst>
        </pc:graphicFrameChg>
        <pc:picChg chg="add mod">
          <ac:chgData name="Patel, Rishabh" userId="2528114f-cf9e-478a-8039-95327eb373ca" providerId="ADAL" clId="{E1930CCF-039D-48D4-B99B-D125A424CAB8}" dt="2026-04-21T14:04:00.229" v="523" actId="1076"/>
          <ac:picMkLst>
            <pc:docMk/>
            <pc:sldMk cId="746281467" sldId="266"/>
            <ac:picMk id="5" creationId="{643C77C5-FDF0-82F7-23E4-91CA908E7A9D}"/>
          </ac:picMkLst>
        </pc:picChg>
        <pc:picChg chg="add mod">
          <ac:chgData name="Patel, Rishabh" userId="2528114f-cf9e-478a-8039-95327eb373ca" providerId="ADAL" clId="{E1930CCF-039D-48D4-B99B-D125A424CAB8}" dt="2026-04-21T14:04:16.536" v="526" actId="1076"/>
          <ac:picMkLst>
            <pc:docMk/>
            <pc:sldMk cId="746281467" sldId="266"/>
            <ac:picMk id="6" creationId="{FCE93C11-CB0A-FE15-A449-BA692683E7D1}"/>
          </ac:picMkLst>
        </pc:picChg>
        <pc:picChg chg="add mod">
          <ac:chgData name="Patel, Rishabh" userId="2528114f-cf9e-478a-8039-95327eb373ca" providerId="ADAL" clId="{E1930CCF-039D-48D4-B99B-D125A424CAB8}" dt="2026-04-21T14:06:18.582" v="530" actId="1076"/>
          <ac:picMkLst>
            <pc:docMk/>
            <pc:sldMk cId="746281467" sldId="266"/>
            <ac:picMk id="7" creationId="{6EC24E8A-AAAD-C766-5E37-7C7E7A97B3D3}"/>
          </ac:picMkLst>
        </pc:picChg>
        <pc:picChg chg="add mod">
          <ac:chgData name="Patel, Rishabh" userId="2528114f-cf9e-478a-8039-95327eb373ca" providerId="ADAL" clId="{E1930CCF-039D-48D4-B99B-D125A424CAB8}" dt="2026-04-21T14:06:49.654" v="535" actId="1076"/>
          <ac:picMkLst>
            <pc:docMk/>
            <pc:sldMk cId="746281467" sldId="266"/>
            <ac:picMk id="8" creationId="{00425676-2F1C-66FB-52AE-3F1977D22AEF}"/>
          </ac:picMkLst>
        </pc:picChg>
        <pc:picChg chg="add mod">
          <ac:chgData name="Patel, Rishabh" userId="2528114f-cf9e-478a-8039-95327eb373ca" providerId="ADAL" clId="{E1930CCF-039D-48D4-B99B-D125A424CAB8}" dt="2026-04-21T14:07:13.614" v="540" actId="1076"/>
          <ac:picMkLst>
            <pc:docMk/>
            <pc:sldMk cId="746281467" sldId="266"/>
            <ac:picMk id="9" creationId="{9949EAD3-12DC-BC45-A40B-189806898AB7}"/>
          </ac:picMkLst>
        </pc:picChg>
        <pc:picChg chg="add mod">
          <ac:chgData name="Patel, Rishabh" userId="2528114f-cf9e-478a-8039-95327eb373ca" providerId="ADAL" clId="{E1930CCF-039D-48D4-B99B-D125A424CAB8}" dt="2026-04-21T14:07:39.447" v="557" actId="1076"/>
          <ac:picMkLst>
            <pc:docMk/>
            <pc:sldMk cId="746281467" sldId="266"/>
            <ac:picMk id="10" creationId="{E0F2CE6E-AC2A-D4A5-B610-5E32F5E5557E}"/>
          </ac:picMkLst>
        </pc:picChg>
        <pc:picChg chg="add mod">
          <ac:chgData name="Patel, Rishabh" userId="2528114f-cf9e-478a-8039-95327eb373ca" providerId="ADAL" clId="{E1930CCF-039D-48D4-B99B-D125A424CAB8}" dt="2026-04-21T14:22:22.316" v="580" actId="1076"/>
          <ac:picMkLst>
            <pc:docMk/>
            <pc:sldMk cId="746281467" sldId="266"/>
            <ac:picMk id="12" creationId="{2B0D3BF4-5A0E-B18E-DD88-3B62A09B7ABA}"/>
          </ac:picMkLst>
        </pc:picChg>
        <pc:picChg chg="add mod">
          <ac:chgData name="Patel, Rishabh" userId="2528114f-cf9e-478a-8039-95327eb373ca" providerId="ADAL" clId="{E1930CCF-039D-48D4-B99B-D125A424CAB8}" dt="2026-04-21T17:21:31.494" v="713" actId="1076"/>
          <ac:picMkLst>
            <pc:docMk/>
            <pc:sldMk cId="746281467" sldId="266"/>
            <ac:picMk id="14" creationId="{8D07A8FC-A6FC-E352-A58B-5CE74A673D15}"/>
          </ac:picMkLst>
        </pc:picChg>
      </pc:sldChg>
      <pc:sldChg chg="modSp mod modTransition">
        <pc:chgData name="Patel, Rishabh" userId="2528114f-cf9e-478a-8039-95327eb373ca" providerId="ADAL" clId="{E1930CCF-039D-48D4-B99B-D125A424CAB8}" dt="2026-04-21T17:12:18.444" v="698" actId="207"/>
        <pc:sldMkLst>
          <pc:docMk/>
          <pc:sldMk cId="2613053637" sldId="267"/>
        </pc:sldMkLst>
        <pc:spChg chg="mod">
          <ac:chgData name="Patel, Rishabh" userId="2528114f-cf9e-478a-8039-95327eb373ca" providerId="ADAL" clId="{E1930CCF-039D-48D4-B99B-D125A424CAB8}" dt="2026-04-19T22:00:52.899" v="145" actId="113"/>
          <ac:spMkLst>
            <pc:docMk/>
            <pc:sldMk cId="2613053637" sldId="267"/>
            <ac:spMk id="2" creationId="{EE3CB28D-082C-A003-AE53-0C550B984578}"/>
          </ac:spMkLst>
        </pc:spChg>
        <pc:spChg chg="mod">
          <ac:chgData name="Patel, Rishabh" userId="2528114f-cf9e-478a-8039-95327eb373ca" providerId="ADAL" clId="{E1930CCF-039D-48D4-B99B-D125A424CAB8}" dt="2026-04-21T03:08:59.016" v="272" actId="20577"/>
          <ac:spMkLst>
            <pc:docMk/>
            <pc:sldMk cId="2613053637" sldId="267"/>
            <ac:spMk id="3" creationId="{6FD56095-99A7-3F70-4E65-C4D17589B52E}"/>
          </ac:spMkLst>
        </pc:spChg>
        <pc:spChg chg="mod">
          <ac:chgData name="Patel, Rishabh" userId="2528114f-cf9e-478a-8039-95327eb373ca" providerId="ADAL" clId="{E1930CCF-039D-48D4-B99B-D125A424CAB8}" dt="2026-04-21T17:12:06.755" v="695" actId="207"/>
          <ac:spMkLst>
            <pc:docMk/>
            <pc:sldMk cId="2613053637" sldId="267"/>
            <ac:spMk id="4" creationId="{E858EF01-CB2E-D3B3-21B4-0D9FC79986A0}"/>
          </ac:spMkLst>
        </pc:spChg>
        <pc:spChg chg="mod">
          <ac:chgData name="Patel, Rishabh" userId="2528114f-cf9e-478a-8039-95327eb373ca" providerId="ADAL" clId="{E1930CCF-039D-48D4-B99B-D125A424CAB8}" dt="2026-04-21T17:12:11.868" v="696" actId="207"/>
          <ac:spMkLst>
            <pc:docMk/>
            <pc:sldMk cId="2613053637" sldId="267"/>
            <ac:spMk id="5" creationId="{FA15516C-C444-7146-0FE3-4F59A2AF90B5}"/>
          </ac:spMkLst>
        </pc:spChg>
        <pc:spChg chg="mod">
          <ac:chgData name="Patel, Rishabh" userId="2528114f-cf9e-478a-8039-95327eb373ca" providerId="ADAL" clId="{E1930CCF-039D-48D4-B99B-D125A424CAB8}" dt="2026-04-21T17:12:15.281" v="697" actId="207"/>
          <ac:spMkLst>
            <pc:docMk/>
            <pc:sldMk cId="2613053637" sldId="267"/>
            <ac:spMk id="7" creationId="{868BCABD-C00C-44C0-76E7-BADEDD8B687A}"/>
          </ac:spMkLst>
        </pc:spChg>
        <pc:spChg chg="mod">
          <ac:chgData name="Patel, Rishabh" userId="2528114f-cf9e-478a-8039-95327eb373ca" providerId="ADAL" clId="{E1930CCF-039D-48D4-B99B-D125A424CAB8}" dt="2026-04-21T17:12:18.444" v="698" actId="207"/>
          <ac:spMkLst>
            <pc:docMk/>
            <pc:sldMk cId="2613053637" sldId="267"/>
            <ac:spMk id="8" creationId="{A03D3293-6A4E-080A-E81A-3949B5F6CAE0}"/>
          </ac:spMkLst>
        </pc:spChg>
      </pc:sldChg>
      <pc:sldChg chg="modSp new mod modTransition">
        <pc:chgData name="Patel, Rishabh" userId="2528114f-cf9e-478a-8039-95327eb373ca" providerId="ADAL" clId="{E1930CCF-039D-48D4-B99B-D125A424CAB8}" dt="2026-04-21T17:56:04.498" v="762"/>
        <pc:sldMkLst>
          <pc:docMk/>
          <pc:sldMk cId="1256753686" sldId="268"/>
        </pc:sldMkLst>
        <pc:spChg chg="mod">
          <ac:chgData name="Patel, Rishabh" userId="2528114f-cf9e-478a-8039-95327eb373ca" providerId="ADAL" clId="{E1930CCF-039D-48D4-B99B-D125A424CAB8}" dt="2026-04-21T02:17:31.713" v="232" actId="113"/>
          <ac:spMkLst>
            <pc:docMk/>
            <pc:sldMk cId="1256753686" sldId="268"/>
            <ac:spMk id="2" creationId="{83423B42-4167-3590-1960-6838982091AC}"/>
          </ac:spMkLst>
        </pc:spChg>
        <pc:spChg chg="mod">
          <ac:chgData name="Patel, Rishabh" userId="2528114f-cf9e-478a-8039-95327eb373ca" providerId="ADAL" clId="{E1930CCF-039D-48D4-B99B-D125A424CAB8}" dt="2026-04-21T03:09:07.090" v="278" actId="20577"/>
          <ac:spMkLst>
            <pc:docMk/>
            <pc:sldMk cId="1256753686" sldId="268"/>
            <ac:spMk id="3" creationId="{FFF647C9-6028-2DFD-7A97-A2A259426BF9}"/>
          </ac:spMkLst>
        </pc:spChg>
        <pc:graphicFrameChg chg="mod">
          <ac:chgData name="Patel, Rishabh" userId="2528114f-cf9e-478a-8039-95327eb373ca" providerId="ADAL" clId="{E1930CCF-039D-48D4-B99B-D125A424CAB8}" dt="2026-04-21T17:26:19.188" v="754" actId="1038"/>
          <ac:graphicFrameMkLst>
            <pc:docMk/>
            <pc:sldMk cId="1256753686" sldId="268"/>
            <ac:graphicFrameMk id="7" creationId="{ECFC9FB5-3751-AFC2-170D-BD13E713A6C3}"/>
          </ac:graphicFrameMkLst>
        </pc:graphicFrameChg>
      </pc:sldChg>
      <pc:sldChg chg="addSp modSp mod">
        <pc:chgData name="Patel, Rishabh" userId="2528114f-cf9e-478a-8039-95327eb373ca" providerId="ADAL" clId="{E1930CCF-039D-48D4-B99B-D125A424CAB8}" dt="2026-04-21T17:54:37.095" v="760" actId="12385"/>
        <pc:sldMkLst>
          <pc:docMk/>
          <pc:sldMk cId="959401883" sldId="269"/>
        </pc:sldMkLst>
        <pc:spChg chg="mod">
          <ac:chgData name="Patel, Rishabh" userId="2528114f-cf9e-478a-8039-95327eb373ca" providerId="ADAL" clId="{E1930CCF-039D-48D4-B99B-D125A424CAB8}" dt="2026-04-21T17:54:19.587" v="755" actId="1076"/>
          <ac:spMkLst>
            <pc:docMk/>
            <pc:sldMk cId="959401883" sldId="269"/>
            <ac:spMk id="13" creationId="{7A49E98E-E7EF-3105-EB24-1CCDBBC76B95}"/>
          </ac:spMkLst>
        </pc:spChg>
        <pc:graphicFrameChg chg="add mod modGraphic">
          <ac:chgData name="Patel, Rishabh" userId="2528114f-cf9e-478a-8039-95327eb373ca" providerId="ADAL" clId="{E1930CCF-039D-48D4-B99B-D125A424CAB8}" dt="2026-04-21T17:54:37.095" v="760" actId="12385"/>
          <ac:graphicFrameMkLst>
            <pc:docMk/>
            <pc:sldMk cId="959401883" sldId="269"/>
            <ac:graphicFrameMk id="4" creationId="{95093F2C-0C65-ED16-37C9-C21D16DDA6E0}"/>
          </ac:graphicFrameMkLst>
        </pc:graphicFrameChg>
        <pc:picChg chg="mod">
          <ac:chgData name="Patel, Rishabh" userId="2528114f-cf9e-478a-8039-95327eb373ca" providerId="ADAL" clId="{E1930CCF-039D-48D4-B99B-D125A424CAB8}" dt="2026-04-21T17:54:25.134" v="756" actId="1076"/>
          <ac:picMkLst>
            <pc:docMk/>
            <pc:sldMk cId="959401883" sldId="269"/>
            <ac:picMk id="12" creationId="{A283AF20-1687-487F-E5C0-194980013D6F}"/>
          </ac:picMkLst>
        </pc:picChg>
      </pc:sldChg>
      <pc:sldChg chg="modSp mod modTransition">
        <pc:chgData name="Patel, Rishabh" userId="2528114f-cf9e-478a-8039-95327eb373ca" providerId="ADAL" clId="{E1930CCF-039D-48D4-B99B-D125A424CAB8}" dt="2026-04-21T04:21:11.777" v="422" actId="1076"/>
        <pc:sldMkLst>
          <pc:docMk/>
          <pc:sldMk cId="166186614" sldId="270"/>
        </pc:sldMkLst>
        <pc:spChg chg="mod">
          <ac:chgData name="Patel, Rishabh" userId="2528114f-cf9e-478a-8039-95327eb373ca" providerId="ADAL" clId="{E1930CCF-039D-48D4-B99B-D125A424CAB8}" dt="2026-04-21T04:21:06.414" v="421" actId="1076"/>
          <ac:spMkLst>
            <pc:docMk/>
            <pc:sldMk cId="166186614" sldId="270"/>
            <ac:spMk id="4" creationId="{DAD256CA-11F8-8CF8-2613-2F81DDCF03DE}"/>
          </ac:spMkLst>
        </pc:spChg>
        <pc:spChg chg="mod">
          <ac:chgData name="Patel, Rishabh" userId="2528114f-cf9e-478a-8039-95327eb373ca" providerId="ADAL" clId="{E1930CCF-039D-48D4-B99B-D125A424CAB8}" dt="2026-04-21T04:21:02.707" v="420" actId="1076"/>
          <ac:spMkLst>
            <pc:docMk/>
            <pc:sldMk cId="166186614" sldId="270"/>
            <ac:spMk id="9" creationId="{4682E2CB-A923-E9B0-1E5D-FB7EC8312FDE}"/>
          </ac:spMkLst>
        </pc:spChg>
        <pc:spChg chg="mod">
          <ac:chgData name="Patel, Rishabh" userId="2528114f-cf9e-478a-8039-95327eb373ca" providerId="ADAL" clId="{E1930CCF-039D-48D4-B99B-D125A424CAB8}" dt="2026-04-21T04:21:11.777" v="422" actId="1076"/>
          <ac:spMkLst>
            <pc:docMk/>
            <pc:sldMk cId="166186614" sldId="270"/>
            <ac:spMk id="10" creationId="{6E03A818-9D92-C5B2-0FEC-FDF9075EDD87}"/>
          </ac:spMkLst>
        </pc:spChg>
        <pc:picChg chg="mod">
          <ac:chgData name="Patel, Rishabh" userId="2528114f-cf9e-478a-8039-95327eb373ca" providerId="ADAL" clId="{E1930CCF-039D-48D4-B99B-D125A424CAB8}" dt="2026-04-21T04:21:02.707" v="420" actId="1076"/>
          <ac:picMkLst>
            <pc:docMk/>
            <pc:sldMk cId="166186614" sldId="270"/>
            <ac:picMk id="8" creationId="{D651BFB9-7EC1-973E-B09B-C67564AE57B4}"/>
          </ac:picMkLst>
        </pc:picChg>
      </pc:sldChg>
      <pc:sldChg chg="delSp modSp new mod modTransition">
        <pc:chgData name="Patel, Rishabh" userId="2528114f-cf9e-478a-8039-95327eb373ca" providerId="ADAL" clId="{E1930CCF-039D-48D4-B99B-D125A424CAB8}" dt="2026-04-21T14:33:12.863" v="609" actId="478"/>
        <pc:sldMkLst>
          <pc:docMk/>
          <pc:sldMk cId="2684428785" sldId="271"/>
        </pc:sldMkLst>
        <pc:spChg chg="mod">
          <ac:chgData name="Patel, Rishabh" userId="2528114f-cf9e-478a-8039-95327eb373ca" providerId="ADAL" clId="{E1930CCF-039D-48D4-B99B-D125A424CAB8}" dt="2026-04-21T03:59:33.668" v="399" actId="20577"/>
          <ac:spMkLst>
            <pc:docMk/>
            <pc:sldMk cId="2684428785" sldId="271"/>
            <ac:spMk id="2" creationId="{F83A690E-9C3C-6465-7C97-F18506BF2010}"/>
          </ac:spMkLst>
        </pc:spChg>
        <pc:spChg chg="mod">
          <ac:chgData name="Patel, Rishabh" userId="2528114f-cf9e-478a-8039-95327eb373ca" providerId="ADAL" clId="{E1930CCF-039D-48D4-B99B-D125A424CAB8}" dt="2026-04-21T04:00:01.497" v="412" actId="1076"/>
          <ac:spMkLst>
            <pc:docMk/>
            <pc:sldMk cId="2684428785" sldId="271"/>
            <ac:spMk id="3" creationId="{133FC2EE-EAA2-8F57-C45E-863FAFE58E25}"/>
          </ac:spMkLst>
        </pc:spChg>
        <pc:picChg chg="del">
          <ac:chgData name="Patel, Rishabh" userId="2528114f-cf9e-478a-8039-95327eb373ca" providerId="ADAL" clId="{E1930CCF-039D-48D4-B99B-D125A424CAB8}" dt="2026-04-21T14:33:12.863" v="609" actId="478"/>
          <ac:picMkLst>
            <pc:docMk/>
            <pc:sldMk cId="2684428785" sldId="271"/>
            <ac:picMk id="7" creationId="{749C143B-8C27-AF9F-3349-7FE77D1219F5}"/>
          </ac:picMkLst>
        </pc:picChg>
      </pc:sldChg>
    </pc:docChg>
  </pc:docChgLst>
  <pc:docChgLst>
    <pc:chgData name="Piza, Miguel" userId="7e129742-a01f-4e76-bb08-fe7e5893bac4" providerId="ADAL" clId="{B6E11E93-F836-4CD1-895F-C34B50FE3E16}"/>
    <pc:docChg chg="custSel addSld delSld modSld">
      <pc:chgData name="Piza, Miguel" userId="7e129742-a01f-4e76-bb08-fe7e5893bac4" providerId="ADAL" clId="{B6E11E93-F836-4CD1-895F-C34B50FE3E16}" dt="2026-04-21T04:51:42.331" v="1768" actId="113"/>
      <pc:docMkLst>
        <pc:docMk/>
      </pc:docMkLst>
      <pc:sldChg chg="modSp mod">
        <pc:chgData name="Piza, Miguel" userId="7e129742-a01f-4e76-bb08-fe7e5893bac4" providerId="ADAL" clId="{B6E11E93-F836-4CD1-895F-C34B50FE3E16}" dt="2026-04-21T03:26:49.956" v="0" actId="115"/>
        <pc:sldMkLst>
          <pc:docMk/>
          <pc:sldMk cId="0" sldId="258"/>
        </pc:sldMkLst>
        <pc:spChg chg="mod">
          <ac:chgData name="Piza, Miguel" userId="7e129742-a01f-4e76-bb08-fe7e5893bac4" providerId="ADAL" clId="{B6E11E93-F836-4CD1-895F-C34B50FE3E16}" dt="2026-04-21T03:26:49.956" v="0" actId="115"/>
          <ac:spMkLst>
            <pc:docMk/>
            <pc:sldMk cId="0" sldId="258"/>
            <ac:spMk id="15" creationId="{00000000-0000-0000-0000-000000000000}"/>
          </ac:spMkLst>
        </pc:spChg>
      </pc:sldChg>
      <pc:sldChg chg="addSp delSp modSp mod">
        <pc:chgData name="Piza, Miguel" userId="7e129742-a01f-4e76-bb08-fe7e5893bac4" providerId="ADAL" clId="{B6E11E93-F836-4CD1-895F-C34B50FE3E16}" dt="2026-04-21T04:38:48.628" v="1706" actId="1076"/>
        <pc:sldMkLst>
          <pc:docMk/>
          <pc:sldMk cId="2613053637" sldId="267"/>
        </pc:sldMkLst>
        <pc:spChg chg="add mod">
          <ac:chgData name="Piza, Miguel" userId="7e129742-a01f-4e76-bb08-fe7e5893bac4" providerId="ADAL" clId="{B6E11E93-F836-4CD1-895F-C34B50FE3E16}" dt="2026-04-21T04:22:51.093" v="923" actId="115"/>
          <ac:spMkLst>
            <pc:docMk/>
            <pc:sldMk cId="2613053637" sldId="267"/>
            <ac:spMk id="4" creationId="{E858EF01-CB2E-D3B3-21B4-0D9FC79986A0}"/>
          </ac:spMkLst>
        </pc:spChg>
        <pc:spChg chg="add mod">
          <ac:chgData name="Piza, Miguel" userId="7e129742-a01f-4e76-bb08-fe7e5893bac4" providerId="ADAL" clId="{B6E11E93-F836-4CD1-895F-C34B50FE3E16}" dt="2026-04-21T04:33:00.457" v="1272" actId="313"/>
          <ac:spMkLst>
            <pc:docMk/>
            <pc:sldMk cId="2613053637" sldId="267"/>
            <ac:spMk id="5" creationId="{FA15516C-C444-7146-0FE3-4F59A2AF90B5}"/>
          </ac:spMkLst>
        </pc:spChg>
        <pc:spChg chg="add del mod">
          <ac:chgData name="Piza, Miguel" userId="7e129742-a01f-4e76-bb08-fe7e5893bac4" providerId="ADAL" clId="{B6E11E93-F836-4CD1-895F-C34B50FE3E16}" dt="2026-04-21T04:28:24.022" v="1004" actId="478"/>
          <ac:spMkLst>
            <pc:docMk/>
            <pc:sldMk cId="2613053637" sldId="267"/>
            <ac:spMk id="6" creationId="{11C1CF27-B345-40DF-F1A5-790EAC8AAB54}"/>
          </ac:spMkLst>
        </pc:spChg>
        <pc:spChg chg="add mod">
          <ac:chgData name="Piza, Miguel" userId="7e129742-a01f-4e76-bb08-fe7e5893bac4" providerId="ADAL" clId="{B6E11E93-F836-4CD1-895F-C34B50FE3E16}" dt="2026-04-21T04:37:17.999" v="1576" actId="20577"/>
          <ac:spMkLst>
            <pc:docMk/>
            <pc:sldMk cId="2613053637" sldId="267"/>
            <ac:spMk id="7" creationId="{868BCABD-C00C-44C0-76E7-BADEDD8B687A}"/>
          </ac:spMkLst>
        </pc:spChg>
        <pc:spChg chg="add mod">
          <ac:chgData name="Piza, Miguel" userId="7e129742-a01f-4e76-bb08-fe7e5893bac4" providerId="ADAL" clId="{B6E11E93-F836-4CD1-895F-C34B50FE3E16}" dt="2026-04-21T04:38:48.628" v="1706" actId="1076"/>
          <ac:spMkLst>
            <pc:docMk/>
            <pc:sldMk cId="2613053637" sldId="267"/>
            <ac:spMk id="8" creationId="{A03D3293-6A4E-080A-E81A-3949B5F6CAE0}"/>
          </ac:spMkLst>
        </pc:spChg>
      </pc:sldChg>
      <pc:sldChg chg="addSp delSp modSp mod">
        <pc:chgData name="Piza, Miguel" userId="7e129742-a01f-4e76-bb08-fe7e5893bac4" providerId="ADAL" clId="{B6E11E93-F836-4CD1-895F-C34B50FE3E16}" dt="2026-04-21T04:51:42.331" v="1768" actId="113"/>
        <pc:sldMkLst>
          <pc:docMk/>
          <pc:sldMk cId="959401883" sldId="269"/>
        </pc:sldMkLst>
        <pc:spChg chg="add mod">
          <ac:chgData name="Piza, Miguel" userId="7e129742-a01f-4e76-bb08-fe7e5893bac4" providerId="ADAL" clId="{B6E11E93-F836-4CD1-895F-C34B50FE3E16}" dt="2026-04-21T04:51:40.190" v="1767" actId="113"/>
          <ac:spMkLst>
            <pc:docMk/>
            <pc:sldMk cId="959401883" sldId="269"/>
            <ac:spMk id="8" creationId="{91213C61-C63E-6214-8D5A-3625EE95389C}"/>
          </ac:spMkLst>
        </pc:spChg>
        <pc:spChg chg="add del mod">
          <ac:chgData name="Piza, Miguel" userId="7e129742-a01f-4e76-bb08-fe7e5893bac4" providerId="ADAL" clId="{B6E11E93-F836-4CD1-895F-C34B50FE3E16}" dt="2026-04-21T04:50:06.011" v="1733" actId="478"/>
          <ac:spMkLst>
            <pc:docMk/>
            <pc:sldMk cId="959401883" sldId="269"/>
            <ac:spMk id="9" creationId="{14242525-D440-9E04-2CCF-6E4A41963CB7}"/>
          </ac:spMkLst>
        </pc:spChg>
        <pc:spChg chg="add mod">
          <ac:chgData name="Piza, Miguel" userId="7e129742-a01f-4e76-bb08-fe7e5893bac4" providerId="ADAL" clId="{B6E11E93-F836-4CD1-895F-C34B50FE3E16}" dt="2026-04-21T04:51:42.331" v="1768" actId="113"/>
          <ac:spMkLst>
            <pc:docMk/>
            <pc:sldMk cId="959401883" sldId="269"/>
            <ac:spMk id="10" creationId="{050550F9-C4CE-78A5-379A-24EF8181B236}"/>
          </ac:spMkLst>
        </pc:spChg>
        <pc:spChg chg="add mod">
          <ac:chgData name="Piza, Miguel" userId="7e129742-a01f-4e76-bb08-fe7e5893bac4" providerId="ADAL" clId="{B6E11E93-F836-4CD1-895F-C34B50FE3E16}" dt="2026-04-21T04:51:37.482" v="1766" actId="113"/>
          <ac:spMkLst>
            <pc:docMk/>
            <pc:sldMk cId="959401883" sldId="269"/>
            <ac:spMk id="13" creationId="{7A49E98E-E7EF-3105-EB24-1CCDBBC76B95}"/>
          </ac:spMkLst>
        </pc:spChg>
        <pc:picChg chg="add mod">
          <ac:chgData name="Piza, Miguel" userId="7e129742-a01f-4e76-bb08-fe7e5893bac4" providerId="ADAL" clId="{B6E11E93-F836-4CD1-895F-C34B50FE3E16}" dt="2026-04-21T04:49:19.528" v="1710" actId="1076"/>
          <ac:picMkLst>
            <pc:docMk/>
            <pc:sldMk cId="959401883" sldId="269"/>
            <ac:picMk id="5" creationId="{74DEDFF2-AE08-A4D8-2830-CDDE10F90D96}"/>
          </ac:picMkLst>
        </pc:picChg>
        <pc:picChg chg="add mod">
          <ac:chgData name="Piza, Miguel" userId="7e129742-a01f-4e76-bb08-fe7e5893bac4" providerId="ADAL" clId="{B6E11E93-F836-4CD1-895F-C34B50FE3E16}" dt="2026-04-21T04:50:24.901" v="1743" actId="14100"/>
          <ac:picMkLst>
            <pc:docMk/>
            <pc:sldMk cId="959401883" sldId="269"/>
            <ac:picMk id="7" creationId="{814AA182-BD9F-9FD9-DEB5-FC81895CF978}"/>
          </ac:picMkLst>
        </pc:picChg>
        <pc:picChg chg="add mod">
          <ac:chgData name="Piza, Miguel" userId="7e129742-a01f-4e76-bb08-fe7e5893bac4" providerId="ADAL" clId="{B6E11E93-F836-4CD1-895F-C34B50FE3E16}" dt="2026-04-21T04:51:35.425" v="1765" actId="1076"/>
          <ac:picMkLst>
            <pc:docMk/>
            <pc:sldMk cId="959401883" sldId="269"/>
            <ac:picMk id="12" creationId="{A283AF20-1687-487F-E5C0-194980013D6F}"/>
          </ac:picMkLst>
        </pc:picChg>
      </pc:sldChg>
      <pc:sldChg chg="addSp delSp modSp add mod">
        <pc:chgData name="Piza, Miguel" userId="7e129742-a01f-4e76-bb08-fe7e5893bac4" providerId="ADAL" clId="{B6E11E93-F836-4CD1-895F-C34B50FE3E16}" dt="2026-04-21T04:14:22.268" v="710" actId="1076"/>
        <pc:sldMkLst>
          <pc:docMk/>
          <pc:sldMk cId="166186614" sldId="270"/>
        </pc:sldMkLst>
        <pc:spChg chg="mod">
          <ac:chgData name="Piza, Miguel" userId="7e129742-a01f-4e76-bb08-fe7e5893bac4" providerId="ADAL" clId="{B6E11E93-F836-4CD1-895F-C34B50FE3E16}" dt="2026-04-21T03:34:52.057" v="45" actId="20577"/>
          <ac:spMkLst>
            <pc:docMk/>
            <pc:sldMk cId="166186614" sldId="270"/>
            <ac:spMk id="3" creationId="{4F42811C-F87B-CC78-0E04-ECF61B24C157}"/>
          </ac:spMkLst>
        </pc:spChg>
        <pc:spChg chg="add mod">
          <ac:chgData name="Piza, Miguel" userId="7e129742-a01f-4e76-bb08-fe7e5893bac4" providerId="ADAL" clId="{B6E11E93-F836-4CD1-895F-C34B50FE3E16}" dt="2026-04-21T04:09:05.804" v="664" actId="115"/>
          <ac:spMkLst>
            <pc:docMk/>
            <pc:sldMk cId="166186614" sldId="270"/>
            <ac:spMk id="4" creationId="{DAD256CA-11F8-8CF8-2613-2F81DDCF03DE}"/>
          </ac:spMkLst>
        </pc:spChg>
        <pc:spChg chg="add del mod">
          <ac:chgData name="Piza, Miguel" userId="7e129742-a01f-4e76-bb08-fe7e5893bac4" providerId="ADAL" clId="{B6E11E93-F836-4CD1-895F-C34B50FE3E16}" dt="2026-04-21T03:51:31.010" v="348" actId="478"/>
          <ac:spMkLst>
            <pc:docMk/>
            <pc:sldMk cId="166186614" sldId="270"/>
            <ac:spMk id="5" creationId="{6CDCA4C0-6493-C172-E48B-7259A81B9CA4}"/>
          </ac:spMkLst>
        </pc:spChg>
        <pc:spChg chg="add del">
          <ac:chgData name="Piza, Miguel" userId="7e129742-a01f-4e76-bb08-fe7e5893bac4" providerId="ADAL" clId="{B6E11E93-F836-4CD1-895F-C34B50FE3E16}" dt="2026-04-21T03:44:02.659" v="235" actId="478"/>
          <ac:spMkLst>
            <pc:docMk/>
            <pc:sldMk cId="166186614" sldId="270"/>
            <ac:spMk id="6" creationId="{16C9E516-4342-979A-3282-E63629DCB2A1}"/>
          </ac:spMkLst>
        </pc:spChg>
        <pc:spChg chg="add mod">
          <ac:chgData name="Piza, Miguel" userId="7e129742-a01f-4e76-bb08-fe7e5893bac4" providerId="ADAL" clId="{B6E11E93-F836-4CD1-895F-C34B50FE3E16}" dt="2026-04-21T04:12:14.907" v="679" actId="404"/>
          <ac:spMkLst>
            <pc:docMk/>
            <pc:sldMk cId="166186614" sldId="270"/>
            <ac:spMk id="9" creationId="{4682E2CB-A923-E9B0-1E5D-FB7EC8312FDE}"/>
          </ac:spMkLst>
        </pc:spChg>
        <pc:spChg chg="add mod">
          <ac:chgData name="Piza, Miguel" userId="7e129742-a01f-4e76-bb08-fe7e5893bac4" providerId="ADAL" clId="{B6E11E93-F836-4CD1-895F-C34B50FE3E16}" dt="2026-04-21T04:08:54.054" v="663" actId="14100"/>
          <ac:spMkLst>
            <pc:docMk/>
            <pc:sldMk cId="166186614" sldId="270"/>
            <ac:spMk id="10" creationId="{6E03A818-9D92-C5B2-0FEC-FDF9075EDD87}"/>
          </ac:spMkLst>
        </pc:spChg>
        <pc:spChg chg="add del mod">
          <ac:chgData name="Piza, Miguel" userId="7e129742-a01f-4e76-bb08-fe7e5893bac4" providerId="ADAL" clId="{B6E11E93-F836-4CD1-895F-C34B50FE3E16}" dt="2026-04-21T04:12:15.747" v="681"/>
          <ac:spMkLst>
            <pc:docMk/>
            <pc:sldMk cId="166186614" sldId="270"/>
            <ac:spMk id="15" creationId="{8894C5BF-D62B-5D70-264D-078B25D971C2}"/>
          </ac:spMkLst>
        </pc:spChg>
        <pc:spChg chg="add mod">
          <ac:chgData name="Piza, Miguel" userId="7e129742-a01f-4e76-bb08-fe7e5893bac4" providerId="ADAL" clId="{B6E11E93-F836-4CD1-895F-C34B50FE3E16}" dt="2026-04-21T04:14:22.268" v="710" actId="1076"/>
          <ac:spMkLst>
            <pc:docMk/>
            <pc:sldMk cId="166186614" sldId="270"/>
            <ac:spMk id="16" creationId="{624ABFB5-38EF-E5CD-F3C5-E16B97C933C4}"/>
          </ac:spMkLst>
        </pc:spChg>
        <pc:picChg chg="add mod">
          <ac:chgData name="Piza, Miguel" userId="7e129742-a01f-4e76-bb08-fe7e5893bac4" providerId="ADAL" clId="{B6E11E93-F836-4CD1-895F-C34B50FE3E16}" dt="2026-04-21T03:47:35.190" v="267" actId="1076"/>
          <ac:picMkLst>
            <pc:docMk/>
            <pc:sldMk cId="166186614" sldId="270"/>
            <ac:picMk id="8" creationId="{D651BFB9-7EC1-973E-B09B-C67564AE57B4}"/>
          </ac:picMkLst>
        </pc:picChg>
        <pc:picChg chg="add del mod">
          <ac:chgData name="Piza, Miguel" userId="7e129742-a01f-4e76-bb08-fe7e5893bac4" providerId="ADAL" clId="{B6E11E93-F836-4CD1-895F-C34B50FE3E16}" dt="2026-04-21T04:10:33.266" v="668" actId="478"/>
          <ac:picMkLst>
            <pc:docMk/>
            <pc:sldMk cId="166186614" sldId="270"/>
            <ac:picMk id="12" creationId="{E02C0B8A-34E0-9581-0A89-8573AE97419E}"/>
          </ac:picMkLst>
        </pc:picChg>
        <pc:picChg chg="add mod">
          <ac:chgData name="Piza, Miguel" userId="7e129742-a01f-4e76-bb08-fe7e5893bac4" providerId="ADAL" clId="{B6E11E93-F836-4CD1-895F-C34B50FE3E16}" dt="2026-04-21T04:13:27.349" v="682" actId="1076"/>
          <ac:picMkLst>
            <pc:docMk/>
            <pc:sldMk cId="166186614" sldId="270"/>
            <ac:picMk id="14" creationId="{7EB724FE-36A5-1971-2480-6F1C7AD1963F}"/>
          </ac:picMkLst>
        </pc:picChg>
      </pc:sldChg>
      <pc:sldChg chg="delSp modSp new del mod">
        <pc:chgData name="Piza, Miguel" userId="7e129742-a01f-4e76-bb08-fe7e5893bac4" providerId="ADAL" clId="{B6E11E93-F836-4CD1-895F-C34B50FE3E16}" dt="2026-04-21T03:34:16.136" v="7" actId="47"/>
        <pc:sldMkLst>
          <pc:docMk/>
          <pc:sldMk cId="218764658" sldId="270"/>
        </pc:sldMkLst>
        <pc:spChg chg="del mod">
          <ac:chgData name="Piza, Miguel" userId="7e129742-a01f-4e76-bb08-fe7e5893bac4" providerId="ADAL" clId="{B6E11E93-F836-4CD1-895F-C34B50FE3E16}" dt="2026-04-21T03:34:13.908" v="6" actId="478"/>
          <ac:spMkLst>
            <pc:docMk/>
            <pc:sldMk cId="218764658" sldId="270"/>
            <ac:spMk id="2" creationId="{303BA1FD-F5F3-2E61-155C-5BBF2D5A6B33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ic365-my.sharepoint.com/personal/rpate501_uic_edu/Documents/CHE%20LAB%20WORK/Senior%20Lab%20CHE%20382/Gas%20Absorption/gas%20absorp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uic365-my.sharepoint.com/personal/rpate501_uic_edu/Documents/CHE%20LAB%20WORK/Senior%20Lab%20CHE%20382/Gas%20Absorption/gas%20absorp%20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'Exp1 data'!$C$8</c:f>
              <c:strCache>
                <c:ptCount val="1"/>
                <c:pt idx="0">
                  <c:v>Pressure drop, cm</c:v>
                </c:pt>
              </c:strCache>
            </c:strRef>
          </c:tx>
          <c:spPr>
            <a:ln w="952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1"/>
                </a:solidFill>
                <a:round/>
              </a:ln>
              <a:effectLst/>
            </c:spPr>
          </c:marker>
          <c:xVal>
            <c:numRef>
              <c:f>'Exp1 data'!$A$9:$A$17</c:f>
              <c:numCache>
                <c:formatCode>General</c:formatCode>
                <c:ptCount val="9"/>
                <c:pt idx="0">
                  <c:v>20</c:v>
                </c:pt>
                <c:pt idx="1">
                  <c:v>30</c:v>
                </c:pt>
                <c:pt idx="2">
                  <c:v>40</c:v>
                </c:pt>
                <c:pt idx="3">
                  <c:v>50</c:v>
                </c:pt>
                <c:pt idx="4">
                  <c:v>60</c:v>
                </c:pt>
                <c:pt idx="5">
                  <c:v>70</c:v>
                </c:pt>
                <c:pt idx="6">
                  <c:v>80</c:v>
                </c:pt>
                <c:pt idx="7">
                  <c:v>90</c:v>
                </c:pt>
                <c:pt idx="8">
                  <c:v>100</c:v>
                </c:pt>
              </c:numCache>
            </c:numRef>
          </c:xVal>
          <c:yVal>
            <c:numRef>
              <c:f>'Exp1 data'!$C$9:$C$17</c:f>
              <c:numCache>
                <c:formatCode>General</c:formatCode>
                <c:ptCount val="9"/>
                <c:pt idx="0">
                  <c:v>0.4</c:v>
                </c:pt>
                <c:pt idx="1">
                  <c:v>1</c:v>
                </c:pt>
                <c:pt idx="2">
                  <c:v>1.5</c:v>
                </c:pt>
                <c:pt idx="3">
                  <c:v>1.6</c:v>
                </c:pt>
                <c:pt idx="4">
                  <c:v>1.9</c:v>
                </c:pt>
                <c:pt idx="5">
                  <c:v>2.2000000000000002</c:v>
                </c:pt>
                <c:pt idx="6">
                  <c:v>2.2999999999999998</c:v>
                </c:pt>
                <c:pt idx="7">
                  <c:v>2.5</c:v>
                </c:pt>
                <c:pt idx="8">
                  <c:v>3.2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AF9-45F0-8D80-33BC5FFBC8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49178296"/>
        <c:axId val="1049178656"/>
      </c:scatterChart>
      <c:valAx>
        <c:axId val="10491782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Gas Flowrate( L/min)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2">
                <a:lumMod val="40000"/>
                <a:lumOff val="6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9178656"/>
        <c:crosses val="autoZero"/>
        <c:crossBetween val="midCat"/>
      </c:valAx>
      <c:valAx>
        <c:axId val="1049178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Pressure drop (cm)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2">
                <a:lumMod val="40000"/>
                <a:lumOff val="6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917829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Pressure Drop</a:t>
            </a:r>
            <a:r>
              <a:rPr lang="en-US" baseline="0" dirty="0"/>
              <a:t> </a:t>
            </a:r>
            <a:r>
              <a:rPr lang="en-US" baseline="0"/>
              <a:t>Until Flooding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1.5L/min</c:v>
          </c:tx>
          <c:spPr>
            <a:ln w="19050" cap="rnd">
              <a:solidFill>
                <a:srgbClr val="00206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2060"/>
                </a:solidFill>
              </a:ln>
              <a:effectLst/>
            </c:spPr>
          </c:marker>
          <c:dPt>
            <c:idx val="11"/>
            <c:marker>
              <c:symbol val="circle"/>
              <c:size val="5"/>
              <c:spPr>
                <a:solidFill>
                  <a:schemeClr val="tx1"/>
                </a:solidFill>
                <a:ln w="9525">
                  <a:solidFill>
                    <a:srgbClr val="00206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892D-4E4C-8115-94108EC28F23}"/>
              </c:ext>
            </c:extLst>
          </c:dPt>
          <c:xVal>
            <c:numRef>
              <c:f>'Exp1 data'!$A$22:$A$33</c:f>
              <c:numCache>
                <c:formatCode>General</c:formatCode>
                <c:ptCount val="12"/>
                <c:pt idx="0">
                  <c:v>20</c:v>
                </c:pt>
                <c:pt idx="1">
                  <c:v>30</c:v>
                </c:pt>
                <c:pt idx="2">
                  <c:v>40</c:v>
                </c:pt>
                <c:pt idx="3">
                  <c:v>50</c:v>
                </c:pt>
                <c:pt idx="4">
                  <c:v>60</c:v>
                </c:pt>
                <c:pt idx="5">
                  <c:v>70</c:v>
                </c:pt>
                <c:pt idx="6">
                  <c:v>80</c:v>
                </c:pt>
                <c:pt idx="7">
                  <c:v>90</c:v>
                </c:pt>
                <c:pt idx="8">
                  <c:v>100</c:v>
                </c:pt>
                <c:pt idx="9">
                  <c:v>110</c:v>
                </c:pt>
                <c:pt idx="10">
                  <c:v>120</c:v>
                </c:pt>
                <c:pt idx="11">
                  <c:v>130</c:v>
                </c:pt>
              </c:numCache>
            </c:numRef>
          </c:xVal>
          <c:yVal>
            <c:numRef>
              <c:f>'Exp1 data'!$B$22:$B$33</c:f>
              <c:numCache>
                <c:formatCode>General</c:formatCode>
                <c:ptCount val="12"/>
                <c:pt idx="0">
                  <c:v>1.8</c:v>
                </c:pt>
                <c:pt idx="1">
                  <c:v>1.6</c:v>
                </c:pt>
                <c:pt idx="2">
                  <c:v>2.4</c:v>
                </c:pt>
                <c:pt idx="3">
                  <c:v>5.2</c:v>
                </c:pt>
                <c:pt idx="4">
                  <c:v>7.6</c:v>
                </c:pt>
                <c:pt idx="5">
                  <c:v>10</c:v>
                </c:pt>
                <c:pt idx="6">
                  <c:v>15.7</c:v>
                </c:pt>
                <c:pt idx="7">
                  <c:v>19.7</c:v>
                </c:pt>
                <c:pt idx="8">
                  <c:v>24</c:v>
                </c:pt>
                <c:pt idx="9">
                  <c:v>24.2</c:v>
                </c:pt>
                <c:pt idx="10">
                  <c:v>54.3</c:v>
                </c:pt>
                <c:pt idx="11">
                  <c:v>70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92D-4E4C-8115-94108EC28F23}"/>
            </c:ext>
          </c:extLst>
        </c:ser>
        <c:ser>
          <c:idx val="1"/>
          <c:order val="1"/>
          <c:tx>
            <c:v>3 L/min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Pt>
            <c:idx val="5"/>
            <c:marker>
              <c:symbol val="circle"/>
              <c:size val="5"/>
              <c:spPr>
                <a:solidFill>
                  <a:schemeClr val="tx1"/>
                </a:solidFill>
                <a:ln w="9525">
                  <a:solidFill>
                    <a:schemeClr val="accent2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892D-4E4C-8115-94108EC28F23}"/>
              </c:ext>
            </c:extLst>
          </c:dPt>
          <c:xVal>
            <c:numRef>
              <c:f>'Exp1 data'!$E$22:$E$27</c:f>
              <c:numCache>
                <c:formatCode>General</c:formatCode>
                <c:ptCount val="6"/>
                <c:pt idx="0">
                  <c:v>20</c:v>
                </c:pt>
                <c:pt idx="1">
                  <c:v>30</c:v>
                </c:pt>
                <c:pt idx="2">
                  <c:v>40</c:v>
                </c:pt>
                <c:pt idx="3">
                  <c:v>50</c:v>
                </c:pt>
                <c:pt idx="4">
                  <c:v>60</c:v>
                </c:pt>
                <c:pt idx="5">
                  <c:v>70</c:v>
                </c:pt>
              </c:numCache>
            </c:numRef>
          </c:xVal>
          <c:yVal>
            <c:numRef>
              <c:f>'Exp1 data'!$F$22:$F$27</c:f>
              <c:numCache>
                <c:formatCode>General</c:formatCode>
                <c:ptCount val="6"/>
                <c:pt idx="0">
                  <c:v>3.9</c:v>
                </c:pt>
                <c:pt idx="1">
                  <c:v>11.100000000000001</c:v>
                </c:pt>
                <c:pt idx="2">
                  <c:v>12.2</c:v>
                </c:pt>
                <c:pt idx="3">
                  <c:v>30</c:v>
                </c:pt>
                <c:pt idx="4">
                  <c:v>49.7</c:v>
                </c:pt>
                <c:pt idx="5">
                  <c:v>89.6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892D-4E4C-8115-94108EC28F23}"/>
            </c:ext>
          </c:extLst>
        </c:ser>
        <c:ser>
          <c:idx val="2"/>
          <c:order val="2"/>
          <c:tx>
            <c:v>6 L/min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Pt>
            <c:idx val="1"/>
            <c:marker>
              <c:symbol val="circle"/>
              <c:size val="5"/>
              <c:spPr>
                <a:solidFill>
                  <a:schemeClr val="tx1"/>
                </a:solidFill>
                <a:ln w="9525">
                  <a:solidFill>
                    <a:schemeClr val="accent3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892D-4E4C-8115-94108EC28F23}"/>
              </c:ext>
            </c:extLst>
          </c:dPt>
          <c:xVal>
            <c:numRef>
              <c:f>'Exp1 data'!$J$22:$J$23</c:f>
              <c:numCache>
                <c:formatCode>General</c:formatCode>
                <c:ptCount val="2"/>
                <c:pt idx="0">
                  <c:v>20</c:v>
                </c:pt>
                <c:pt idx="1">
                  <c:v>30</c:v>
                </c:pt>
              </c:numCache>
            </c:numRef>
          </c:xVal>
          <c:yVal>
            <c:numRef>
              <c:f>'Exp1 data'!$K$22:$K$23</c:f>
              <c:numCache>
                <c:formatCode>General</c:formatCode>
                <c:ptCount val="2"/>
                <c:pt idx="0">
                  <c:v>33.299999999999997</c:v>
                </c:pt>
                <c:pt idx="1">
                  <c:v>58.8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892D-4E4C-8115-94108EC28F23}"/>
            </c:ext>
          </c:extLst>
        </c:ser>
        <c:ser>
          <c:idx val="3"/>
          <c:order val="3"/>
          <c:tx>
            <c:v>8 L/min</c:v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'Exp1 data'!$O$22</c:f>
              <c:numCache>
                <c:formatCode>General</c:formatCode>
                <c:ptCount val="1"/>
                <c:pt idx="0">
                  <c:v>10</c:v>
                </c:pt>
              </c:numCache>
            </c:numRef>
          </c:xVal>
          <c:yVal>
            <c:numRef>
              <c:f>'Exp1 data'!$P$22</c:f>
              <c:numCache>
                <c:formatCode>General</c:formatCode>
                <c:ptCount val="1"/>
                <c:pt idx="0">
                  <c:v>60.400000000000006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892D-4E4C-8115-94108EC28F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42471448"/>
        <c:axId val="1542468208"/>
      </c:scatterChart>
      <c:valAx>
        <c:axId val="15424714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Gas Flow Rate (L/min)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2468208"/>
        <c:crosses val="autoZero"/>
        <c:crossBetween val="midCat"/>
      </c:valAx>
      <c:valAx>
        <c:axId val="15424682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Pressure</a:t>
                </a:r>
                <a:r>
                  <a:rPr lang="en-US" baseline="0"/>
                  <a:t> Drop(cm)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247144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2"/>
    <cs:fontRef idx="minor">
      <a:schemeClr val="tx2"/>
    </cs:fontRef>
    <cs:spPr>
      <a:ln w="9525">
        <a:solidFill>
          <a:schemeClr val="phClr"/>
        </a:solidFill>
        <a:round/>
      </a:ln>
    </cs:spPr>
  </cs:dataPointMarker>
  <cs:dataPointMarkerLayout symbol="circle" size="5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spPr>
      <a:ln>
        <a:solidFill>
          <a:schemeClr val="tx2">
            <a:lumMod val="40000"/>
            <a:lumOff val="60000"/>
          </a:schemeClr>
        </a:solidFill>
      </a:ln>
    </cs:spPr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80"/>
          </a:xfrm>
          <a:prstGeom prst="rect">
            <a:avLst/>
          </a:prstGeom>
          <a:solidFill>
            <a:srgbClr val="00234C"/>
          </a:solidFill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343080" indent="-343080">
              <a:spcBef>
                <a:spcPts val="799"/>
              </a:spcBef>
              <a:buClr>
                <a:srgbClr val="8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234C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799"/>
              </a:spcBef>
              <a:buClr>
                <a:srgbClr val="8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234C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799"/>
              </a:spcBef>
              <a:buClr>
                <a:srgbClr val="8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234C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799"/>
              </a:spcBef>
              <a:buClr>
                <a:srgbClr val="8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234C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799"/>
              </a:spcBef>
              <a:buClr>
                <a:srgbClr val="8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234C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234C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234C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" name="Straight Connector 1"/>
          <p:cNvSpPr/>
          <p:nvPr/>
        </p:nvSpPr>
        <p:spPr>
          <a:xfrm>
            <a:off x="0" y="1447920"/>
            <a:ext cx="9144000" cy="0"/>
          </a:xfrm>
          <a:prstGeom prst="line">
            <a:avLst/>
          </a:prstGeom>
          <a:ln w="127080">
            <a:solidFill>
              <a:srgbClr val="8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/>
        </p:blipFill>
        <p:spPr>
          <a:xfrm>
            <a:off x="76320" y="6400800"/>
            <a:ext cx="2361960" cy="325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3600360"/>
          </a:xfrm>
          <a:prstGeom prst="rect">
            <a:avLst/>
          </a:prstGeom>
          <a:solidFill>
            <a:srgbClr val="00234C"/>
          </a:solidFill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marL="216000"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tretch/>
        </p:blipFill>
        <p:spPr>
          <a:xfrm>
            <a:off x="6553080" y="6400800"/>
            <a:ext cx="237816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234C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457200" lvl="1" indent="0" algn="ctr">
              <a:spcBef>
                <a:spcPts val="7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234C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914400" lvl="2" algn="ctr">
              <a:spcBef>
                <a:spcPts val="601"/>
              </a:spcBef>
              <a:buClr>
                <a:srgbClr val="800000"/>
              </a:buClr>
              <a:buFont typeface="Arial"/>
              <a:buChar char="•"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234C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371600" lvl="3" algn="ctr">
              <a:spcBef>
                <a:spcPts val="499"/>
              </a:spcBef>
              <a:buClr>
                <a:srgbClr val="800000"/>
              </a:buClr>
              <a:buFont typeface="Arial"/>
              <a:buChar char="•"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234C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1828800" lvl="4" algn="ctr">
              <a:spcBef>
                <a:spcPts val="499"/>
              </a:spcBef>
              <a:buClr>
                <a:srgbClr val="800000"/>
              </a:buClr>
              <a:buFont typeface="Arial"/>
              <a:buChar char="•"/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234C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1828800" lvl="5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234C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1828800" lvl="6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234C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2.wav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40.wav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audio" Target="../media/audio50.wav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7.wav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audio" Target="../media/audio8.wav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audio" Target="../media/audio9.wav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9.wav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60.wav"/><Relationship Id="rId2" Type="http://schemas.openxmlformats.org/officeDocument/2006/relationships/audio" Target="../media/audio10.wav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70.wav"/><Relationship Id="rId2" Type="http://schemas.openxmlformats.org/officeDocument/2006/relationships/audio" Target="../media/audio11.wav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audio" Target="../media/audio12.wav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80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ubTitle"/>
          </p:nvPr>
        </p:nvSpPr>
        <p:spPr>
          <a:xfrm>
            <a:off x="685800" y="4114800"/>
            <a:ext cx="7696080" cy="1828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algn="ctr">
              <a:lnSpc>
                <a:spcPct val="80000"/>
              </a:lnSpc>
              <a:spcBef>
                <a:spcPts val="7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dirty="0">
                <a:solidFill>
                  <a:srgbClr val="00234C"/>
                </a:solidFill>
                <a:latin typeface="Arial"/>
              </a:rPr>
              <a:t>Group #</a:t>
            </a:r>
            <a:r>
              <a:rPr lang="en-US" sz="2000" b="0" dirty="0">
                <a:solidFill>
                  <a:srgbClr val="00234C"/>
                </a:solidFill>
                <a:latin typeface="Arial"/>
              </a:rPr>
              <a:t>3</a:t>
            </a:r>
            <a:endParaRPr lang="en-US" sz="2800" b="0" u="none" strike="noStrike" dirty="0">
              <a:solidFill>
                <a:srgbClr val="00234C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2000" b="0" dirty="0">
                <a:solidFill>
                  <a:srgbClr val="00234C"/>
                </a:solidFill>
                <a:latin typeface="Arial"/>
              </a:rPr>
              <a:t>Rishabh S. Patel, Miguel Piza, Kyle </a:t>
            </a:r>
            <a:r>
              <a:rPr lang="en-US" sz="2000" b="0" dirty="0" err="1">
                <a:solidFill>
                  <a:srgbClr val="00234C"/>
                </a:solidFill>
                <a:latin typeface="Arial"/>
              </a:rPr>
              <a:t>Hankosky</a:t>
            </a:r>
            <a:r>
              <a:rPr lang="en-US" sz="2000" b="0" dirty="0">
                <a:solidFill>
                  <a:srgbClr val="00234C"/>
                </a:solidFill>
                <a:latin typeface="Arial"/>
              </a:rPr>
              <a:t>, Khoa Nguyen, Alexis Guillen</a:t>
            </a:r>
            <a:endParaRPr sz="2000" b="0" dirty="0">
              <a:solidFill>
                <a:srgbClr val="00234C"/>
              </a:solidFill>
              <a:latin typeface="Arial"/>
            </a:endParaRPr>
          </a:p>
          <a:p>
            <a:pPr algn="ctr"/>
            <a:r>
              <a:rPr lang="en-US" sz="2000" b="0" dirty="0">
                <a:solidFill>
                  <a:srgbClr val="00234C"/>
                </a:solidFill>
                <a:latin typeface="Arial"/>
              </a:rPr>
              <a:t>Final Lab</a:t>
            </a:r>
            <a:endParaRPr sz="2000" b="0" dirty="0">
              <a:solidFill>
                <a:srgbClr val="00234C"/>
              </a:solidFill>
              <a:latin typeface="Arial"/>
            </a:endParaRPr>
          </a:p>
          <a:p>
            <a:pPr algn="ctr"/>
            <a:r>
              <a:rPr lang="en-US" sz="2000" b="0" dirty="0">
                <a:solidFill>
                  <a:srgbClr val="00234C"/>
                </a:solidFill>
                <a:latin typeface="Arial"/>
              </a:rPr>
              <a:t>04/21/26</a:t>
            </a:r>
            <a:endParaRPr sz="2000" b="0" dirty="0">
              <a:solidFill>
                <a:srgbClr val="00234C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581280"/>
          </a:xfrm>
          <a:prstGeom prst="rect">
            <a:avLst/>
          </a:prstGeom>
          <a:solidFill>
            <a:srgbClr val="00234C"/>
          </a:solidFill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000" b="1" dirty="0">
                <a:solidFill>
                  <a:srgbClr val="FFFFFF"/>
                </a:solidFill>
                <a:latin typeface="Arial"/>
              </a:rPr>
              <a:t>Gas Absorption in a Packed Bed</a:t>
            </a:r>
            <a:endParaRPr lang="en-US" sz="4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traight Connector 9"/>
          <p:cNvSpPr/>
          <p:nvPr/>
        </p:nvSpPr>
        <p:spPr>
          <a:xfrm>
            <a:off x="0" y="3581280"/>
            <a:ext cx="9144000" cy="0"/>
          </a:xfrm>
          <a:prstGeom prst="line">
            <a:avLst/>
          </a:prstGeom>
          <a:ln w="127080">
            <a:solidFill>
              <a:srgbClr val="8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14:prism/>
        <p:sndAc>
          <p:stSnd>
            <p:snd r:embed="rId2" name="Concrete scrape loop(1).wav"/>
          </p:stSnd>
        </p:sndAc>
      </p:transition>
    </mc:Choice>
    <mc:Fallback>
      <p:transition spd="slow">
        <p:fade/>
        <p:sndAc>
          <p:stSnd>
            <p:snd r:embed="rId2" name="Concrete scrape loop(1)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80"/>
          </a:xfrm>
          <a:prstGeom prst="rect">
            <a:avLst/>
          </a:prstGeom>
          <a:solidFill>
            <a:srgbClr val="00234C"/>
          </a:solidFill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Introduction</a:t>
            </a:r>
            <a:endParaRPr lang="en-US" sz="4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928" y="1591056"/>
            <a:ext cx="3767328" cy="19299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00234C"/>
                </a:solidFill>
                <a:latin typeface="Arial"/>
              </a:defRPr>
            </a:pPr>
            <a:r>
              <a:rPr dirty="0"/>
              <a:t>Purpose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550" b="0">
                <a:solidFill>
                  <a:srgbClr val="00234C"/>
                </a:solidFill>
                <a:latin typeface="Arial"/>
              </a:defRPr>
            </a:pPr>
            <a:r>
              <a:rPr dirty="0"/>
              <a:t>Measure gas and liquid flow behavior in a packed-bed absorber.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550" b="0">
                <a:solidFill>
                  <a:srgbClr val="00234C"/>
                </a:solidFill>
                <a:latin typeface="Arial"/>
              </a:defRPr>
            </a:pPr>
            <a:r>
              <a:rPr dirty="0"/>
              <a:t>Determine pressure-drop trends and identify the flooding point.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550" b="0">
                <a:solidFill>
                  <a:srgbClr val="00234C"/>
                </a:solidFill>
                <a:latin typeface="Arial"/>
              </a:defRPr>
            </a:pPr>
            <a:r>
              <a:rPr dirty="0"/>
              <a:t>Observe how flow rates influence phase contact inside the bed.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7122" y="3696693"/>
            <a:ext cx="3675887" cy="246420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00234C"/>
                </a:solidFill>
                <a:latin typeface="Arial"/>
              </a:defRPr>
            </a:pPr>
            <a:r>
              <a:rPr dirty="0"/>
              <a:t>Technical Focus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550" b="0">
                <a:solidFill>
                  <a:srgbClr val="00234C"/>
                </a:solidFill>
                <a:latin typeface="Arial"/>
              </a:defRPr>
            </a:pPr>
            <a:r>
              <a:rPr dirty="0"/>
              <a:t>Remove CO2 from an air stream using water in a countercurrent packed bed.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550" b="0">
                <a:solidFill>
                  <a:srgbClr val="00234C"/>
                </a:solidFill>
                <a:latin typeface="Arial"/>
              </a:defRPr>
            </a:pPr>
            <a:r>
              <a:rPr dirty="0"/>
              <a:t>Estimate the overall mass-transfer coefficient for CO2 absorption and desorption.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550" b="0">
                <a:solidFill>
                  <a:srgbClr val="00234C"/>
                </a:solidFill>
                <a:latin typeface="Arial"/>
              </a:defRPr>
            </a:pPr>
            <a:r>
              <a:rPr dirty="0"/>
              <a:t>Connect operating conditions to absorber performance and design.</a:t>
            </a:r>
          </a:p>
        </p:txBody>
      </p:sp>
      <p:pic>
        <p:nvPicPr>
          <p:cNvPr id="1028" name="Picture 4" descr="Gas-Liquid Absorption - an overview | ScienceDirect Topics">
            <a:extLst>
              <a:ext uri="{FF2B5EF4-FFF2-40B4-BE49-F238E27FC236}">
                <a16:creationId xmlns:a16="http://schemas.microsoft.com/office/drawing/2014/main" id="{A94483D4-AA7C-FEED-9B0D-1616F937A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5785" y="1542775"/>
            <a:ext cx="3160293" cy="198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as absorption column. | Download Scientific Diagram">
            <a:extLst>
              <a:ext uri="{FF2B5EF4-FFF2-40B4-BE49-F238E27FC236}">
                <a16:creationId xmlns:a16="http://schemas.microsoft.com/office/drawing/2014/main" id="{10119F69-3365-B3E5-9F50-BD0838ED5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010" y="3563334"/>
            <a:ext cx="1964648" cy="2618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71EA38-1315-C75C-8789-0F463ECCC172}"/>
              </a:ext>
            </a:extLst>
          </p:cNvPr>
          <p:cNvSpPr txBox="1"/>
          <p:nvPr/>
        </p:nvSpPr>
        <p:spPr>
          <a:xfrm>
            <a:off x="2450592" y="6182057"/>
            <a:ext cx="3282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Figure 2. Gas absorption column used as the laboratory-scale simulator column for gas–liquid absorption experiments, equipped for gas and liquid flow as well as pressure measurement.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AD3972-7F74-15F8-C634-686DEC98A804}"/>
              </a:ext>
            </a:extLst>
          </p:cNvPr>
          <p:cNvSpPr txBox="1"/>
          <p:nvPr/>
        </p:nvSpPr>
        <p:spPr>
          <a:xfrm>
            <a:off x="4745860" y="3526822"/>
            <a:ext cx="390014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Figure 1. General process layout for gas–liquid absorption showing absorber and solvent regeneration steps.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ythrough/>
        <p:sndAc>
          <p:stSnd>
            <p:snd r:embed="rId2" name="breeze.wav"/>
          </p:stSnd>
        </p:sndAc>
      </p:transition>
    </mc:Choice>
    <mc:Fallback xmlns="">
      <p:transition spd="slow">
        <p:fade/>
        <p:sndAc>
          <p:stSnd>
            <p:snd r:embed="rId5" name="breeze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80"/>
          </a:xfrm>
          <a:prstGeom prst="rect">
            <a:avLst/>
          </a:prstGeom>
          <a:solidFill>
            <a:srgbClr val="00234C"/>
          </a:solidFill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1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Theory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872" y="1572768"/>
            <a:ext cx="3611880" cy="209307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750" b="1">
                <a:solidFill>
                  <a:srgbClr val="00234C"/>
                </a:solidFill>
                <a:latin typeface="Arial"/>
              </a:defRPr>
            </a:pPr>
            <a:r>
              <a:rPr lang="en-US" u="sng" dirty="0"/>
              <a:t>Governing Ideas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470" b="0">
                <a:solidFill>
                  <a:srgbClr val="00234C"/>
                </a:solidFill>
                <a:latin typeface="Arial"/>
              </a:defRPr>
            </a:pPr>
            <a:r>
              <a:rPr dirty="0"/>
              <a:t>CO2 moves from the gas phase to the liquid across the gas-liquid interface.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470" b="0">
                <a:solidFill>
                  <a:srgbClr val="00234C"/>
                </a:solidFill>
                <a:latin typeface="Arial"/>
              </a:defRPr>
            </a:pPr>
            <a:r>
              <a:rPr dirty="0"/>
              <a:t>Countercurrent flow helps maintain a driving force through the column.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470" b="0">
                <a:solidFill>
                  <a:srgbClr val="00234C"/>
                </a:solidFill>
                <a:latin typeface="Arial"/>
              </a:defRPr>
            </a:pPr>
            <a:r>
              <a:rPr dirty="0"/>
              <a:t>Flooding is indicated by a sharp increase in pressure drop as gas rate rises.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0689" y="1572768"/>
            <a:ext cx="3749039" cy="148983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750" b="1">
                <a:solidFill>
                  <a:srgbClr val="00234C"/>
                </a:solidFill>
                <a:latin typeface="Arial"/>
              </a:defRPr>
            </a:pPr>
            <a:r>
              <a:rPr u="sng" dirty="0"/>
              <a:t>Key Relations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  <a:defRPr sz="1800" b="1">
                <a:solidFill>
                  <a:srgbClr val="00234C"/>
                </a:solidFill>
                <a:latin typeface="Arial"/>
              </a:defRPr>
            </a:pPr>
            <a:r>
              <a:rPr dirty="0"/>
              <a:t>N = </a:t>
            </a:r>
            <a:r>
              <a:rPr dirty="0" err="1"/>
              <a:t>kaΔC</a:t>
            </a:r>
            <a:endParaRPr dirty="0"/>
          </a:p>
          <a:p>
            <a:pPr algn="ctr">
              <a:lnSpc>
                <a:spcPct val="112000"/>
              </a:lnSpc>
              <a:spcAft>
                <a:spcPts val="0"/>
              </a:spcAft>
              <a:defRPr sz="1800" b="1">
                <a:solidFill>
                  <a:srgbClr val="00234C"/>
                </a:solidFill>
                <a:latin typeface="Arial"/>
              </a:defRPr>
            </a:pPr>
            <a:r>
              <a:rPr dirty="0"/>
              <a:t>ε = </a:t>
            </a:r>
            <a:r>
              <a:rPr dirty="0" err="1"/>
              <a:t>Vvoid</a:t>
            </a:r>
            <a:r>
              <a:rPr dirty="0"/>
              <a:t> / </a:t>
            </a:r>
            <a:r>
              <a:rPr dirty="0" err="1"/>
              <a:t>Vtotal</a:t>
            </a:r>
            <a:endParaRPr dirty="0"/>
          </a:p>
          <a:p>
            <a:pPr algn="l">
              <a:lnSpc>
                <a:spcPct val="112000"/>
              </a:lnSpc>
              <a:spcAft>
                <a:spcPts val="0"/>
              </a:spcAft>
              <a:defRPr sz="1600" b="0">
                <a:solidFill>
                  <a:srgbClr val="00234C"/>
                </a:solidFill>
                <a:latin typeface="Arial"/>
              </a:defRPr>
            </a:pPr>
            <a:r>
              <a:rPr dirty="0"/>
              <a:t>Overall transport can be viewed as gas-side and liquid-side resistances in series.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977639"/>
            <a:ext cx="7589520" cy="17802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700" b="1">
                <a:solidFill>
                  <a:srgbClr val="00234C"/>
                </a:solidFill>
                <a:latin typeface="Arial"/>
              </a:defRPr>
            </a:pPr>
            <a:r>
              <a:rPr u="sng" dirty="0"/>
              <a:t>Assumptions / Limitations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420" b="0">
                <a:solidFill>
                  <a:srgbClr val="00234C"/>
                </a:solidFill>
                <a:latin typeface="Arial"/>
              </a:defRPr>
            </a:pPr>
            <a:r>
              <a:rPr dirty="0"/>
              <a:t>Mass-transfer behavior is interpreted from measured pressure drop, gas composition, and liquid CO2 concentration.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420" b="0">
                <a:solidFill>
                  <a:srgbClr val="00234C"/>
                </a:solidFill>
                <a:latin typeface="Arial"/>
              </a:defRPr>
            </a:pPr>
            <a:r>
              <a:rPr dirty="0"/>
              <a:t>CO2 solubility depends strongly on temperature and pH, so operating conditions affect the calculated coefficients.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420" b="0">
                <a:solidFill>
                  <a:srgbClr val="00234C"/>
                </a:solidFill>
                <a:latin typeface="Arial"/>
              </a:defRPr>
            </a:pPr>
            <a:r>
              <a:rPr dirty="0"/>
              <a:t>Packed-bed operation is typically selected below flooding; around 50% of flooding is often preferred for stable contact.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:circle/>
        <p:sndAc>
          <p:stSnd>
            <p:snd r:embed="rId2" name="R2D2 Scream (Star Wars) - Sound Effect for editing - Sound Library (128k).wav"/>
          </p:stSnd>
        </p:sndAc>
      </p:transition>
    </mc:Choice>
    <mc:Fallback xmlns="">
      <p:transition spd="slow">
        <p:circle/>
        <p:sndAc>
          <p:stSnd>
            <p:snd r:embed="rId3" name="R2D2 Scream (Star Wars) - Sound Effect for editing - Sound Library (128k)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DBA15-F883-A15A-52F3-90445C575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58CFE-CCE5-5AE1-3710-2250A520D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Apparatus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2811C-F87B-CC78-0E04-ECF61B24C157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Industrial Applications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D256CA-11F8-8CF8-2613-2F81DDCF03DE}"/>
              </a:ext>
            </a:extLst>
          </p:cNvPr>
          <p:cNvSpPr txBox="1"/>
          <p:nvPr/>
        </p:nvSpPr>
        <p:spPr>
          <a:xfrm>
            <a:off x="0" y="1509959"/>
            <a:ext cx="238327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Packed Bed Characterization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Packed bed reactors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Gas absorbers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Packed bed scrubbers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Distillation columns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51BFB9-7EC1-973E-B09B-C67564AE5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87561"/>
            <a:ext cx="2875935" cy="18938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82E2CB-A923-E9B0-1E5D-FB7EC8312FDE}"/>
              </a:ext>
            </a:extLst>
          </p:cNvPr>
          <p:cNvSpPr txBox="1"/>
          <p:nvPr/>
        </p:nvSpPr>
        <p:spPr>
          <a:xfrm>
            <a:off x="0" y="6081384"/>
            <a:ext cx="33970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Kindle Tech, “Is a packed bed reactor the same as a fixed bed reactor?”, accessed April 2026.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03A818-9D92-C5B2-0FEC-FDF9075EDD87}"/>
              </a:ext>
            </a:extLst>
          </p:cNvPr>
          <p:cNvSpPr txBox="1"/>
          <p:nvPr/>
        </p:nvSpPr>
        <p:spPr>
          <a:xfrm>
            <a:off x="2875935" y="1533594"/>
            <a:ext cx="325504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Gas Absorption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Carbon capture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Natural gas cleaning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Removes CO2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Removes H2SO4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Pollution control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Removes contaminants from waste streams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Recovery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Recover valuable material from gas stream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u="sng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EB724FE-36A5-1971-2480-6F1C7AD19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999" y="1605536"/>
            <a:ext cx="2432475" cy="423039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24ABFB5-38EF-E5CD-F3C5-E16B97C933C4}"/>
              </a:ext>
            </a:extLst>
          </p:cNvPr>
          <p:cNvSpPr txBox="1"/>
          <p:nvPr/>
        </p:nvSpPr>
        <p:spPr>
          <a:xfrm>
            <a:off x="4694401" y="5896826"/>
            <a:ext cx="4550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University of Michigan, “Absorbers,” Chemical Engineering Equipment Encyclopedia, 2022.</a:t>
            </a:r>
          </a:p>
        </p:txBody>
      </p:sp>
    </p:spTree>
    <p:extLst>
      <p:ext uri="{BB962C8B-B14F-4D97-AF65-F5344CB8AC3E}">
        <p14:creationId xmlns:p14="http://schemas.microsoft.com/office/powerpoint/2010/main" val="1661866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  <p:sndAc>
          <p:stSnd>
            <p:snd r:embed="rId2" name="Guy Jumps Through Window, Crashes, Woman Screams and Bodyfall SFX - Myles Moss (128k).wav"/>
          </p:stSnd>
        </p:sndAc>
      </p:transition>
    </mc:Choice>
    <mc:Fallback xmlns="">
      <p:transition spd="slow">
        <p:fade/>
        <p:sndAc>
          <p:stSnd>
            <p:snd r:embed="rId5" name="Guy Jumps Through Window, Crashes, Woman Screams and Bodyfall SFX - Myles Moss (128k)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54DAF-C203-250E-7CF7-0466FCCB9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Apparatus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931476B-D35E-C82C-A432-8A83A74433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2517994"/>
                  </p:ext>
                </p:extLst>
              </p:nvPr>
            </p:nvGraphicFramePr>
            <p:xfrm>
              <a:off x="0" y="1506511"/>
              <a:ext cx="9144000" cy="486430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713820603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4206350295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565437007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488805606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672740431"/>
                        </a:ext>
                      </a:extLst>
                    </a:gridCol>
                  </a:tblGrid>
                  <a:tr h="1216077">
                    <a:tc>
                      <a:txBody>
                        <a:bodyPr/>
                        <a:lstStyle/>
                        <a:p>
                          <a:endParaRPr lang="en-US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2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8848556"/>
                      </a:ext>
                    </a:extLst>
                  </a:tr>
                  <a:tr h="121607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6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 dirty="0">
                              <a:effectLst/>
                            </a:rPr>
                            <a:t>Armfield Gas Absorption column (UOP7)</a:t>
                          </a:r>
                          <a:endParaRPr lang="en-US" sz="1200" b="1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[1] Air flow meter</a:t>
                          </a:r>
                        </a:p>
                        <a:p>
                          <a:r>
                            <a:rPr lang="en-US" sz="1200" b="1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[2]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1" kern="1200">
                                      <a:solidFill>
                                        <a:schemeClr val="tx1"/>
                                      </a:solidFill>
                                      <a:effectLst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</a:rPr>
                                    <m:t>𝑪𝑶</m:t>
                                  </m:r>
                                </m:e>
                                <m:sub>
                                  <m:r>
                                    <a:rPr lang="en-US" sz="1200" b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1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 flow meter</a:t>
                          </a:r>
                        </a:p>
                        <a:p>
                          <a:r>
                            <a:rPr lang="en-US" sz="1200" b="1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[3] Water flow meter</a:t>
                          </a:r>
                          <a:endParaRPr lang="en-US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DI Water tank</a:t>
                          </a:r>
                          <a:endParaRPr lang="en-US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Pump</a:t>
                          </a:r>
                          <a:endParaRPr lang="en-US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Drain Valves</a:t>
                          </a:r>
                        </a:p>
                        <a:p>
                          <a:r>
                            <a:rPr lang="en-US" sz="1200" b="1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[2] Tank</a:t>
                          </a:r>
                        </a:p>
                        <a:p>
                          <a:r>
                            <a:rPr lang="en-US" sz="1200" b="1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[1] Column</a:t>
                          </a:r>
                          <a:endParaRPr lang="en-US" sz="12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2499956"/>
                      </a:ext>
                    </a:extLst>
                  </a:tr>
                  <a:tr h="1216077">
                    <a:tc>
                      <a:txBody>
                        <a:bodyPr/>
                        <a:lstStyle/>
                        <a:p>
                          <a:endParaRPr lang="en-US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200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200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200" b="1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598919"/>
                      </a:ext>
                    </a:extLst>
                  </a:tr>
                  <a:tr h="1216077">
                    <a:tc>
                      <a:txBody>
                        <a:bodyPr/>
                        <a:lstStyle/>
                        <a:p>
                          <a:endParaRPr lang="en-US" sz="1200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 dirty="0"/>
                            <a:t>Manometer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200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200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2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532581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931476B-D35E-C82C-A432-8A83A74433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2517994"/>
                  </p:ext>
                </p:extLst>
              </p:nvPr>
            </p:nvGraphicFramePr>
            <p:xfrm>
              <a:off x="0" y="1506511"/>
              <a:ext cx="9144000" cy="486430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713820603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4206350295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565437007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488805606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672740431"/>
                        </a:ext>
                      </a:extLst>
                    </a:gridCol>
                  </a:tblGrid>
                  <a:tr h="1216077">
                    <a:tc>
                      <a:txBody>
                        <a:bodyPr/>
                        <a:lstStyle/>
                        <a:p>
                          <a:endParaRPr lang="en-US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2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8848556"/>
                      </a:ext>
                    </a:extLst>
                  </a:tr>
                  <a:tr h="121607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6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200" b="1" dirty="0">
                              <a:effectLst/>
                            </a:rPr>
                            <a:t>Armfield Gas Absorption column (UOP7)</a:t>
                          </a:r>
                          <a:endParaRPr lang="en-US" sz="1200" b="1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00000" r="-300000" b="-199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DI Water tank</a:t>
                          </a:r>
                          <a:endParaRPr lang="en-US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Pump</a:t>
                          </a:r>
                          <a:endParaRPr lang="en-US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Drain Valves</a:t>
                          </a:r>
                        </a:p>
                        <a:p>
                          <a:r>
                            <a:rPr lang="en-US" sz="1200" b="1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[2] Tank</a:t>
                          </a:r>
                        </a:p>
                        <a:p>
                          <a:r>
                            <a:rPr lang="en-US" sz="1200" b="1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[1] Column</a:t>
                          </a:r>
                          <a:endParaRPr lang="en-US" sz="12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2499956"/>
                      </a:ext>
                    </a:extLst>
                  </a:tr>
                  <a:tr h="1216077">
                    <a:tc>
                      <a:txBody>
                        <a:bodyPr/>
                        <a:lstStyle/>
                        <a:p>
                          <a:endParaRPr lang="en-US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200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200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200" b="1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598919"/>
                      </a:ext>
                    </a:extLst>
                  </a:tr>
                  <a:tr h="1216077">
                    <a:tc>
                      <a:txBody>
                        <a:bodyPr/>
                        <a:lstStyle/>
                        <a:p>
                          <a:endParaRPr lang="en-US" sz="1200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b="1" dirty="0"/>
                            <a:t>Manometer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200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200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2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532581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51689E4-B23A-3030-B241-8C5706240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613" y="626394"/>
            <a:ext cx="411886" cy="20639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3D964C-B9B1-18B7-811A-2BE4EFE055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1920" y="945191"/>
            <a:ext cx="1023334" cy="17451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A526DA-22F8-CDD6-400E-73F7B3699C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8092" y="1295014"/>
            <a:ext cx="1567815" cy="14065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AC64F1A-3319-0051-33F6-4718859985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5710" y="1166682"/>
            <a:ext cx="1600200" cy="15386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D47A027-B180-0563-CF9B-95FD99B330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9642" y="1542678"/>
            <a:ext cx="1804357" cy="5501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A0E7091-FAA2-34A4-DE29-E1ECED230E0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9641" y="1998276"/>
            <a:ext cx="852613" cy="6694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98F11AA-3F94-6573-0D22-F262B08198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4499" y="4064604"/>
            <a:ext cx="762244" cy="218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13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:wipe/>
        <p:sndAc>
          <p:stSnd>
            <p:snd r:embed="rId2" name="Wiping Glass Squeaks Cleaning Sound Effect - Free Audio Zone (128k).wav"/>
          </p:stSnd>
        </p:sndAc>
      </p:transition>
    </mc:Choice>
    <mc:Fallback xmlns="">
      <p:transition spd="slow">
        <p:wipe/>
        <p:sndAc>
          <p:stSnd>
            <p:snd r:embed="rId11" name="Wiping Glass Squeaks Cleaning Sound Effect - Free Audio Zone (128k)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56FA5-F623-C098-997D-EC5066DA6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Materials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D3A14-9D0C-93B5-2070-D5763F2E4E93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Materials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CDDA780-666E-EA69-4773-23783EB268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3419306"/>
                  </p:ext>
                </p:extLst>
              </p:nvPr>
            </p:nvGraphicFramePr>
            <p:xfrm>
              <a:off x="0" y="1506511"/>
              <a:ext cx="9144000" cy="48718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286000">
                      <a:extLst>
                        <a:ext uri="{9D8B030D-6E8A-4147-A177-3AD203B41FA5}">
                          <a16:colId xmlns:a16="http://schemas.microsoft.com/office/drawing/2014/main" val="3632182171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3516570556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2636258841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3396634965"/>
                        </a:ext>
                      </a:extLst>
                    </a:gridCol>
                  </a:tblGrid>
                  <a:tr h="1217950">
                    <a:tc>
                      <a:txBody>
                        <a:bodyPr/>
                        <a:lstStyle/>
                        <a:p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80652457"/>
                      </a:ext>
                    </a:extLst>
                  </a:tr>
                  <a:tr h="1217950">
                    <a:tc>
                      <a:txBody>
                        <a:bodyPr/>
                        <a:lstStyle/>
                        <a:p>
                          <a:r>
                            <a:rPr lang="en-US" sz="1600" b="1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Compressed Air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</a:rPr>
                                      <m:t>𝑪𝑶</m:t>
                                    </m:r>
                                  </m:e>
                                  <m:sub>
                                    <m:r>
                                      <a:rPr lang="en-US" sz="1600" b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Bucket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Graduated Cylinder</a:t>
                          </a:r>
                          <a:endParaRPr lang="en-US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3495410"/>
                      </a:ext>
                    </a:extLst>
                  </a:tr>
                  <a:tr h="1217950">
                    <a:tc>
                      <a:txBody>
                        <a:bodyPr/>
                        <a:lstStyle/>
                        <a:p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9113554"/>
                      </a:ext>
                    </a:extLst>
                  </a:tr>
                  <a:tr h="1217950"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Titration Setup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Raschig Rings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dirty="0" err="1"/>
                            <a:t>Phenolpthalein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NaOH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60343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CDDA780-666E-EA69-4773-23783EB268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3419306"/>
                  </p:ext>
                </p:extLst>
              </p:nvPr>
            </p:nvGraphicFramePr>
            <p:xfrm>
              <a:off x="0" y="1506511"/>
              <a:ext cx="9144000" cy="48718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286000">
                      <a:extLst>
                        <a:ext uri="{9D8B030D-6E8A-4147-A177-3AD203B41FA5}">
                          <a16:colId xmlns:a16="http://schemas.microsoft.com/office/drawing/2014/main" val="3632182171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3516570556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2636258841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3396634965"/>
                        </a:ext>
                      </a:extLst>
                    </a:gridCol>
                  </a:tblGrid>
                  <a:tr h="1217950">
                    <a:tc>
                      <a:txBody>
                        <a:bodyPr/>
                        <a:lstStyle/>
                        <a:p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80652457"/>
                      </a:ext>
                    </a:extLst>
                  </a:tr>
                  <a:tr h="1217950">
                    <a:tc>
                      <a:txBody>
                        <a:bodyPr/>
                        <a:lstStyle/>
                        <a:p>
                          <a:r>
                            <a:rPr lang="en-US" sz="1600" b="1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Compressed Air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00000" r="-2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Bucket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Graduated Cylinder</a:t>
                          </a:r>
                          <a:endParaRPr lang="en-US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3495410"/>
                      </a:ext>
                    </a:extLst>
                  </a:tr>
                  <a:tr h="1217950">
                    <a:tc>
                      <a:txBody>
                        <a:bodyPr/>
                        <a:lstStyle/>
                        <a:p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9113554"/>
                      </a:ext>
                    </a:extLst>
                  </a:tr>
                  <a:tr h="1217950"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Titration Setup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kern="1200" dirty="0">
                              <a:solidFill>
                                <a:schemeClr val="tx1"/>
                              </a:solidFill>
                              <a:effectLst/>
                            </a:rPr>
                            <a:t>Raschig Rings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dirty="0" err="1"/>
                            <a:t>Phenolpthalein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 dirty="0"/>
                            <a:t>NaOH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603439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43C77C5-FDF0-82F7-23E4-91CA908E7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93" y="1000588"/>
            <a:ext cx="694822" cy="16601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E93C11-CB0A-FE15-A449-BA692683E7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2093" y="708840"/>
            <a:ext cx="516890" cy="20269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C24E8A-AAAD-C766-5E37-7C7E7A97B3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9116" y="1577262"/>
            <a:ext cx="1127375" cy="1083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425676-2F1C-66FB-52AE-3F1977D22A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3175" y="516707"/>
            <a:ext cx="373449" cy="21211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49EAD3-12DC-BC45-A40B-189806898A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50" y="3275379"/>
            <a:ext cx="867565" cy="18437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F2CE6E-AC2A-D4A5-B610-5E32F5E555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67995" y="3552044"/>
            <a:ext cx="561975" cy="1447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0D3BF4-5A0E-B18E-DD88-3B62A09B7AB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3837481"/>
            <a:ext cx="1071797" cy="107179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D07A8FC-A6FC-E352-A58B-5CE74A673D1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34036" y="3349089"/>
            <a:ext cx="1391726" cy="185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28146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5000">
        <p15:prstTrans prst="wind"/>
        <p:sndAc>
          <p:stSnd>
            <p:snd r:embed="rId2" name="Wind Sound FX - Ryan Lloyd (128k).wav"/>
          </p:stSnd>
        </p:sndAc>
      </p:transition>
    </mc:Choice>
    <mc:Fallback>
      <p:transition spd="slow">
        <p:fade/>
        <p:sndAc>
          <p:stSnd>
            <p:snd r:embed="rId2" name="Wind Sound FX - Ryan Lloyd (128k)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CB28D-082C-A003-AE53-0C550B984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Procedure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56095-99A7-3F70-4E65-C4D17589B52E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Procedure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58EF01-CB2E-D3B3-21B4-0D9FC79986A0}"/>
              </a:ext>
            </a:extLst>
          </p:cNvPr>
          <p:cNvSpPr txBox="1"/>
          <p:nvPr/>
        </p:nvSpPr>
        <p:spPr>
          <a:xfrm>
            <a:off x="-1" y="1552353"/>
            <a:ext cx="233916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02060"/>
                </a:solidFill>
              </a:rPr>
              <a:t>Packed bed </a:t>
            </a:r>
            <a:r>
              <a:rPr lang="en-US" b="1" u="sng" dirty="0" err="1">
                <a:solidFill>
                  <a:srgbClr val="002060"/>
                </a:solidFill>
              </a:rPr>
              <a:t>charactericzation</a:t>
            </a:r>
            <a:r>
              <a:rPr lang="en-US" b="1" u="sng" dirty="0">
                <a:solidFill>
                  <a:srgbClr val="0020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Measure void fraction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Vary air and water flowrate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Record pressure drop vs gas flowrate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Identify the flooding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u="sng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15516C-C444-7146-0FE3-4F59A2AF90B5}"/>
              </a:ext>
            </a:extLst>
          </p:cNvPr>
          <p:cNvSpPr txBox="1"/>
          <p:nvPr/>
        </p:nvSpPr>
        <p:spPr>
          <a:xfrm>
            <a:off x="2945219" y="1552353"/>
            <a:ext cx="279636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02060"/>
                </a:solidFill>
              </a:rPr>
              <a:t>Closed Loop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Run system with continuous water in/out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Start CO2 and air flow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Measure  CO2 in water(titration)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Measure CO2 in gas(</a:t>
            </a:r>
            <a:r>
              <a:rPr lang="en-US" dirty="0" err="1">
                <a:solidFill>
                  <a:srgbClr val="002060"/>
                </a:solidFill>
              </a:rPr>
              <a:t>Hempl</a:t>
            </a:r>
            <a:r>
              <a:rPr lang="en-US" dirty="0">
                <a:solidFill>
                  <a:srgbClr val="002060"/>
                </a:solidFill>
              </a:rPr>
              <a:t> apparatus)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Continue until equilibrium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Stop CO2 flow(desorption)</a:t>
            </a:r>
          </a:p>
          <a:p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8BCABD-C00C-44C0-76E7-BADEDD8B687A}"/>
              </a:ext>
            </a:extLst>
          </p:cNvPr>
          <p:cNvSpPr txBox="1"/>
          <p:nvPr/>
        </p:nvSpPr>
        <p:spPr>
          <a:xfrm>
            <a:off x="5869174" y="1531087"/>
            <a:ext cx="294521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02060"/>
                </a:solidFill>
              </a:rPr>
              <a:t>Open Loop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Operate with continuous water feed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Maintain water flow constant with draining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Introduce air and CO2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Collect water at set time intervals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Measure CO2 concentrations(Titration)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Continue until steady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u="sng" dirty="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3D3293-6A4E-080A-E81A-3949B5F6CAE0}"/>
              </a:ext>
            </a:extLst>
          </p:cNvPr>
          <p:cNvSpPr txBox="1"/>
          <p:nvPr/>
        </p:nvSpPr>
        <p:spPr>
          <a:xfrm>
            <a:off x="5631500" y="5195679"/>
            <a:ext cx="351250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002060"/>
                </a:solidFill>
              </a:rPr>
              <a:t>Titration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Collect 50mL samples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Use phenolphthalein indicator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Titrate using NAOH</a:t>
            </a:r>
          </a:p>
          <a:p>
            <a:endParaRPr lang="en-US" u="sng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05363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000">
        <p15:prstTrans prst="airplane"/>
        <p:sndAc>
          <p:stSnd>
            <p:snd r:embed="rId2" name="Airplane Take Off Sound Effect Free download No copyright - PXL PLAYS (128k).wav"/>
          </p:stSnd>
        </p:sndAc>
      </p:transition>
    </mc:Choice>
    <mc:Fallback>
      <p:transition spd="slow">
        <p:fade/>
        <p:sndAc>
          <p:stSnd>
            <p:snd r:embed="rId2" name="Airplane Take Off Sound Effect Free download No copyright - PXL PLAYS (128k)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23B42-4167-3590-1960-683898209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647C9-6028-2DFD-7A97-A2A259426BF9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Data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180219B-A293-6243-B608-88F4A7A60E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7816605"/>
              </p:ext>
            </p:extLst>
          </p:nvPr>
        </p:nvGraphicFramePr>
        <p:xfrm>
          <a:off x="4733290" y="1616844"/>
          <a:ext cx="4410710" cy="31106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CFC9FB5-3751-AFC2-170D-BD13E713A6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9879462"/>
              </p:ext>
            </p:extLst>
          </p:nvPr>
        </p:nvGraphicFramePr>
        <p:xfrm>
          <a:off x="42420" y="3070736"/>
          <a:ext cx="4537075" cy="3334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3E8AE4D-1A8B-7E49-EE3F-6A7220260CA7}"/>
              </a:ext>
            </a:extLst>
          </p:cNvPr>
          <p:cNvSpPr txBox="1"/>
          <p:nvPr/>
        </p:nvSpPr>
        <p:spPr>
          <a:xfrm>
            <a:off x="34925" y="1616844"/>
            <a:ext cx="4375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Flooding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Slow increase for low water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</a:t>
            </a:r>
            <a:r>
              <a:rPr lang="en-US"/>
              <a:t>flooding for </a:t>
            </a:r>
            <a:r>
              <a:rPr lang="en-US" dirty="0"/>
              <a:t>higher flow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3569B1-CC6A-88B0-BC6F-065D7C142E60}"/>
              </a:ext>
            </a:extLst>
          </p:cNvPr>
          <p:cNvSpPr txBox="1"/>
          <p:nvPr/>
        </p:nvSpPr>
        <p:spPr>
          <a:xfrm>
            <a:off x="4946904" y="4727448"/>
            <a:ext cx="401421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Pressure drop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Pressure drop increased as gas flowrate increased.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increase was gradual across the range tested.</a:t>
            </a:r>
          </a:p>
        </p:txBody>
      </p:sp>
    </p:spTree>
    <p:extLst>
      <p:ext uri="{BB962C8B-B14F-4D97-AF65-F5344CB8AC3E}">
        <p14:creationId xmlns:p14="http://schemas.microsoft.com/office/powerpoint/2010/main" val="12567536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  <p:sndAc>
          <p:stSnd>
            <p:snd r:embed="rId2" name="whoosh.wav"/>
          </p:stSnd>
        </p:sndAc>
      </p:transition>
    </mc:Choice>
    <mc:Fallback>
      <p:transition spd="slow">
        <p:fade/>
        <p:sndAc>
          <p:stSnd>
            <p:snd r:embed="rId2" name="whoosh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9E779-FA2D-AA41-C5EA-A7F57D59D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2437-F047-A539-DB03-0149CC411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56AC2-36AA-D650-FD0B-A0907246E08C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EDFF2-AE08-A4D8-2830-CDDE10F90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23910"/>
            <a:ext cx="4093238" cy="22446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4AA182-BD9F-9FD9-DEB5-FC81895CF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9426" y="1923910"/>
            <a:ext cx="4201235" cy="22446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213C61-C63E-6214-8D5A-3625EE95389C}"/>
              </a:ext>
            </a:extLst>
          </p:cNvPr>
          <p:cNvSpPr txBox="1"/>
          <p:nvPr/>
        </p:nvSpPr>
        <p:spPr>
          <a:xfrm>
            <a:off x="268941" y="1581473"/>
            <a:ext cx="1001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 2A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0550F9-C4CE-78A5-379A-24EF8181B236}"/>
              </a:ext>
            </a:extLst>
          </p:cNvPr>
          <p:cNvSpPr txBox="1"/>
          <p:nvPr/>
        </p:nvSpPr>
        <p:spPr>
          <a:xfrm>
            <a:off x="4572000" y="1554578"/>
            <a:ext cx="1001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 2B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83AF20-1687-487F-E5C0-194980013D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524" y="4228784"/>
            <a:ext cx="3587996" cy="20954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49E98E-E7EF-3105-EB24-1CCDBBC76B95}"/>
              </a:ext>
            </a:extLst>
          </p:cNvPr>
          <p:cNvSpPr txBox="1"/>
          <p:nvPr/>
        </p:nvSpPr>
        <p:spPr>
          <a:xfrm>
            <a:off x="0" y="4168589"/>
            <a:ext cx="834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 3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093F2C-0C65-ED16-37C9-C21D16DDA6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811170"/>
              </p:ext>
            </p:extLst>
          </p:nvPr>
        </p:nvGraphicFramePr>
        <p:xfrm>
          <a:off x="4572000" y="4674819"/>
          <a:ext cx="4572000" cy="798576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2284940">
                  <a:extLst>
                    <a:ext uri="{9D8B030D-6E8A-4147-A177-3AD203B41FA5}">
                      <a16:colId xmlns:a16="http://schemas.microsoft.com/office/drawing/2014/main" val="1543726076"/>
                    </a:ext>
                  </a:extLst>
                </a:gridCol>
                <a:gridCol w="2287060">
                  <a:extLst>
                    <a:ext uri="{9D8B030D-6E8A-4147-A177-3AD203B41FA5}">
                      <a16:colId xmlns:a16="http://schemas.microsoft.com/office/drawing/2014/main" val="10402672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Operating Condition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Mass Transfer Coefficient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8345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Closed-loop Absorption (2a)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0.3674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027150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Desorption (2b)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0.861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229192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Open-Loop Absorption (3)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0.00535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968294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9401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14:flip dir="r"/>
        <p:sndAc>
          <p:stSnd>
            <p:snd r:embed="rId2" name="Batman Transition - Sound Effect (HD) - Gaming Sound FX (128k).wav"/>
          </p:stSnd>
        </p:sndAc>
      </p:transition>
    </mc:Choice>
    <mc:Fallback xmlns="">
      <p:transition spd="slow">
        <p:fade/>
        <p:sndAc>
          <p:stSnd>
            <p:snd r:embed="rId6" name="Batman Transition - Sound Effect (HD) - Gaming Sound FX (128k)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80"/>
          </a:xfrm>
          <a:prstGeom prst="rect">
            <a:avLst/>
          </a:prstGeom>
          <a:solidFill>
            <a:srgbClr val="00234C"/>
          </a:solidFill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1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Experimental Challenges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572768"/>
            <a:ext cx="3749039" cy="2105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750" b="1">
                <a:solidFill>
                  <a:srgbClr val="00234C"/>
                </a:solidFill>
                <a:latin typeface="Arial"/>
              </a:defRPr>
            </a:pPr>
            <a:r>
              <a:rPr dirty="0"/>
              <a:t>Operating Issues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480" b="0">
                <a:solidFill>
                  <a:srgbClr val="00234C"/>
                </a:solidFill>
                <a:latin typeface="Arial"/>
              </a:defRPr>
            </a:pPr>
            <a:r>
              <a:rPr dirty="0"/>
              <a:t>Air flow tends to drift, so flowmeters and pressure readings must be checked often.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480" b="0">
                <a:solidFill>
                  <a:srgbClr val="00234C"/>
                </a:solidFill>
                <a:latin typeface="Arial"/>
              </a:defRPr>
            </a:pPr>
            <a:r>
              <a:rPr dirty="0"/>
              <a:t>The liquid level has to remain above S4 but below the air inlet tube.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480" b="0">
                <a:solidFill>
                  <a:srgbClr val="00234C"/>
                </a:solidFill>
                <a:latin typeface="Arial"/>
              </a:defRPr>
            </a:pPr>
            <a:r>
              <a:rPr dirty="0"/>
              <a:t>Near flooding, pressure rises rapidly and can push manometer oil into the tubing.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1572768"/>
            <a:ext cx="3675887" cy="2105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750" b="1">
                <a:solidFill>
                  <a:srgbClr val="00234C"/>
                </a:solidFill>
                <a:latin typeface="Arial"/>
              </a:defRPr>
            </a:pPr>
            <a:r>
              <a:rPr dirty="0"/>
              <a:t>Measurement Issues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480" b="0">
                <a:solidFill>
                  <a:srgbClr val="00234C"/>
                </a:solidFill>
                <a:latin typeface="Arial"/>
              </a:defRPr>
            </a:pPr>
            <a:r>
              <a:rPr dirty="0"/>
              <a:t>Sample lines for S2 and S4 should be purged before collecting data.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480" b="0">
                <a:solidFill>
                  <a:srgbClr val="00234C"/>
                </a:solidFill>
                <a:latin typeface="Arial"/>
              </a:defRPr>
            </a:pPr>
            <a:r>
              <a:rPr dirty="0"/>
              <a:t>The </a:t>
            </a:r>
            <a:r>
              <a:rPr dirty="0" err="1"/>
              <a:t>Hempl</a:t>
            </a:r>
            <a:r>
              <a:rPr dirty="0"/>
              <a:t> analysis must be done slowly to avoid drawing liquid into the syringe.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480" b="0">
                <a:solidFill>
                  <a:srgbClr val="00234C"/>
                </a:solidFill>
                <a:latin typeface="Arial"/>
              </a:defRPr>
            </a:pPr>
            <a:r>
              <a:rPr dirty="0"/>
              <a:t>Titration timing and endpoint judgment affect dissolved CO2 measurements.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498848"/>
            <a:ext cx="7607808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700" b="1">
                <a:solidFill>
                  <a:srgbClr val="00234C"/>
                </a:solidFill>
                <a:latin typeface="Arial"/>
              </a:defRPr>
            </a:pPr>
            <a:r>
              <a:t>Lessons Learned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defRPr sz="1480" b="0">
                <a:solidFill>
                  <a:srgbClr val="00234C"/>
                </a:solidFill>
                <a:latin typeface="Arial"/>
              </a:defRPr>
            </a:pPr>
            <a:r>
              <a:t>• Stable valve settings, careful level control, and fast but consistent sampling improve data quality.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  <p:sndAc>
          <p:stSnd>
            <p:snd r:embed="rId2" name="Wilhelm Scream - Sound Effect - evildie.x (128k).wav"/>
          </p:stSnd>
        </p:sndAc>
      </p:transition>
    </mc:Choice>
    <mc:Fallback xmlns="">
      <p:transition spd="slow">
        <p:fade/>
        <p:sndAc>
          <p:stSnd>
            <p:snd r:embed="rId3" name="Wilhelm Scream - Sound Effect - evildie.x (128k)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80"/>
          </a:xfrm>
          <a:prstGeom prst="rect">
            <a:avLst/>
          </a:prstGeom>
          <a:solidFill>
            <a:srgbClr val="00234C"/>
          </a:solidFill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1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7695" y="1639880"/>
            <a:ext cx="2606040" cy="25419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680" b="1">
                <a:solidFill>
                  <a:srgbClr val="00234C"/>
                </a:solidFill>
                <a:latin typeface="Arial"/>
              </a:defRPr>
            </a:pPr>
            <a:r>
              <a:rPr dirty="0"/>
              <a:t>Chemical Safety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440" b="0">
                <a:solidFill>
                  <a:srgbClr val="00234C"/>
                </a:solidFill>
                <a:latin typeface="Arial"/>
              </a:defRPr>
            </a:pPr>
            <a:r>
              <a:rPr dirty="0"/>
              <a:t>Review the MSDS for NaOH and phenolphthalein before starting.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440" b="0">
                <a:solidFill>
                  <a:srgbClr val="00234C"/>
                </a:solidFill>
                <a:latin typeface="Arial"/>
              </a:defRPr>
            </a:pPr>
            <a:r>
              <a:rPr dirty="0"/>
              <a:t> Wear nitrile gloves when handling NaOH solutions.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440" b="0">
                <a:solidFill>
                  <a:srgbClr val="00234C"/>
                </a:solidFill>
                <a:latin typeface="Arial"/>
              </a:defRPr>
            </a:pPr>
            <a:r>
              <a:rPr dirty="0"/>
              <a:t> NaOH on wet glassware can make surfaces very slippery.</a:t>
            </a:r>
            <a:endParaRPr lang="en-US" dirty="0"/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440" b="0">
                <a:solidFill>
                  <a:srgbClr val="00234C"/>
                </a:solidFill>
                <a:latin typeface="Arial"/>
              </a:defRPr>
            </a:pPr>
            <a:r>
              <a:rPr lang="en-US" dirty="0"/>
              <a:t>Clean glassware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3246120" y="2786732"/>
            <a:ext cx="2651760" cy="279012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680" b="1">
                <a:solidFill>
                  <a:srgbClr val="00234C"/>
                </a:solidFill>
                <a:latin typeface="Arial"/>
              </a:defRPr>
            </a:pPr>
            <a:r>
              <a:rPr dirty="0"/>
              <a:t>Gas &amp; Equipment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440" b="0">
                <a:solidFill>
                  <a:srgbClr val="00234C"/>
                </a:solidFill>
                <a:latin typeface="Arial"/>
              </a:defRPr>
            </a:pPr>
            <a:r>
              <a:rPr dirty="0"/>
              <a:t>Follow high-pressure cylinder safety requirements for compressed air and CO2.</a:t>
            </a:r>
            <a:endParaRPr lang="en-US" dirty="0"/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440" b="0">
                <a:solidFill>
                  <a:srgbClr val="00234C"/>
                </a:solidFill>
                <a:latin typeface="Arial"/>
              </a:defRPr>
            </a:pPr>
            <a:r>
              <a:rPr dirty="0"/>
              <a:t>Open regulators and valves slowly and verify line pressure.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440" b="0">
                <a:solidFill>
                  <a:srgbClr val="00234C"/>
                </a:solidFill>
                <a:latin typeface="Arial"/>
              </a:defRPr>
            </a:pPr>
            <a:r>
              <a:rPr dirty="0"/>
              <a:t>Watch the manometer near flooding to avoid expelling red oil into the tubing.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0265" y="3788764"/>
            <a:ext cx="2606040" cy="229370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680" b="1">
                <a:solidFill>
                  <a:srgbClr val="00234C"/>
                </a:solidFill>
                <a:latin typeface="Arial"/>
              </a:defRPr>
            </a:pPr>
            <a:r>
              <a:rPr dirty="0"/>
              <a:t>Good Practice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440" b="0">
                <a:solidFill>
                  <a:srgbClr val="00234C"/>
                </a:solidFill>
                <a:latin typeface="Arial"/>
              </a:defRPr>
            </a:pPr>
            <a:r>
              <a:rPr dirty="0"/>
              <a:t>Use gloves and goggles when </a:t>
            </a:r>
            <a:r>
              <a:rPr lang="en-US" dirty="0"/>
              <a:t>handling </a:t>
            </a:r>
            <a:r>
              <a:rPr dirty="0"/>
              <a:t>1.0 N NaOH.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440" b="0">
                <a:solidFill>
                  <a:srgbClr val="00234C"/>
                </a:solidFill>
                <a:latin typeface="Arial"/>
              </a:defRPr>
            </a:pPr>
            <a:r>
              <a:rPr dirty="0"/>
              <a:t>Keep sample handling controlled and clean to reduce exposure and spills.</a:t>
            </a:r>
          </a:p>
          <a:p>
            <a:pPr marL="285750" indent="-285750" algn="l">
              <a:lnSpc>
                <a:spcPct val="112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440" b="0">
                <a:solidFill>
                  <a:srgbClr val="00234C"/>
                </a:solidFill>
                <a:latin typeface="Arial"/>
              </a:defRPr>
            </a:pPr>
            <a:r>
              <a:rPr dirty="0"/>
              <a:t>Place titration waste in the designated waste bottles.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shred/>
        <p:sndAc>
          <p:stSnd>
            <p:snd r:embed="rId2" name="Paper Shredder Sound Effect - Aurora Sound Effects (128k).wav"/>
          </p:stSnd>
        </p:sndAc>
      </p:transition>
    </mc:Choice>
    <mc:Fallback xmlns="">
      <p:transition spd="slow">
        <p:fade/>
        <p:sndAc>
          <p:stSnd>
            <p:snd r:embed="rId3" name="Paper Shredder Sound Effect - Aurora Sound Effects (128k).wav"/>
          </p:stSnd>
        </p:sndAc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A690E-9C3C-6465-7C97-F18506BF2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Thank you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FC2EE-EAA2-8F57-C45E-863FAFE58E2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353499" y="3429000"/>
            <a:ext cx="2437002" cy="51382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483456-994B-690D-ED0A-7A16BEBFD78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2666238" y="1417680"/>
            <a:ext cx="5545074" cy="533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428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0">
        <p14:vortex dir="r"/>
        <p:sndAc>
          <p:stSnd>
            <p:snd r:embed="rId2" name="Smurf Cat meme - Meme Machine (128k).wav"/>
          </p:stSnd>
        </p:sndAc>
      </p:transition>
    </mc:Choice>
    <mc:Fallback xmlns="">
      <p:transition spd="slow">
        <p:fade/>
        <p:sndAc>
          <p:stSnd>
            <p:snd r:embed="rId5" name="Smurf Cat meme - Meme Machine (128k)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bcb4ba3-7a78-4871-8884-8c62c0d2007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4C1CC3E32C5B4788553A114EA95C1F" ma:contentTypeVersion="13" ma:contentTypeDescription="Create a new document." ma:contentTypeScope="" ma:versionID="7981fcdc2c7d6d75d4b91cc087b8d66f">
  <xsd:schema xmlns:xsd="http://www.w3.org/2001/XMLSchema" xmlns:xs="http://www.w3.org/2001/XMLSchema" xmlns:p="http://schemas.microsoft.com/office/2006/metadata/properties" xmlns:ns3="4bcb4ba3-7a78-4871-8884-8c62c0d20077" xmlns:ns4="67299442-5f7c-49a5-a40f-85e76bdcdf04" targetNamespace="http://schemas.microsoft.com/office/2006/metadata/properties" ma:root="true" ma:fieldsID="1cf41dad6937c775b3062185468aa1b5" ns3:_="" ns4:_="">
    <xsd:import namespace="4bcb4ba3-7a78-4871-8884-8c62c0d20077"/>
    <xsd:import namespace="67299442-5f7c-49a5-a40f-85e76bdcdf0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cb4ba3-7a78-4871-8884-8c62c0d200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299442-5f7c-49a5-a40f-85e76bdcdf0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AE61147-A0C3-477B-A7E1-5A33E3A70F10}">
  <ds:schemaRefs>
    <ds:schemaRef ds:uri="http://schemas.openxmlformats.org/package/2006/metadata/core-properties"/>
    <ds:schemaRef ds:uri="http://purl.org/dc/dcmitype/"/>
    <ds:schemaRef ds:uri="4bcb4ba3-7a78-4871-8884-8c62c0d20077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67299442-5f7c-49a5-a40f-85e76bdcdf04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F99F11B-6A8E-4955-B5A4-979FF6E9E3D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C12384-2AFF-4657-B6D9-D4D0984557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cb4ba3-7a78-4871-8884-8c62c0d20077"/>
    <ds:schemaRef ds:uri="67299442-5f7c-49a5-a40f-85e76bdcdf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202cd47-7a56-4baa-99e3-e3b71a7c77dd}" enabled="0" method="" siteId="{e202cd47-7a56-4baa-99e3-e3b71a7c77d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4310</TotalTime>
  <Words>825</Words>
  <Application>Microsoft Office PowerPoint</Application>
  <PresentationFormat>On-screen Show (4:3)</PresentationFormat>
  <Paragraphs>147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Times New Roman</vt:lpstr>
      <vt:lpstr>Office</vt:lpstr>
      <vt:lpstr>Gas Absorption in a Packed Bed</vt:lpstr>
      <vt:lpstr>Introduction</vt:lpstr>
      <vt:lpstr>Theory</vt:lpstr>
      <vt:lpstr>Apparatus</vt:lpstr>
      <vt:lpstr>Apparatus</vt:lpstr>
      <vt:lpstr>Materials</vt:lpstr>
      <vt:lpstr>Procedure</vt:lpstr>
      <vt:lpstr>Data</vt:lpstr>
      <vt:lpstr>Data</vt:lpstr>
      <vt:lpstr>Experimental Challenges</vt:lpstr>
      <vt:lpstr>Safety</vt:lpstr>
      <vt:lpstr>Thank you slide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Patel, Rishabh</cp:lastModifiedBy>
  <cp:revision>1</cp:revision>
  <dcterms:modified xsi:type="dcterms:W3CDTF">2026-04-21T17:56:10Z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2008-04-09T18:55:55Z</dcterms:created>
  <dc:creator>Elizabeth Zweigle Yee</dc:creator>
  <dc:description/>
  <dc:language>en-US</dc:language>
  <cp:lastModifiedBy>Alan Zdunek</cp:lastModifiedBy>
  <dcterms:modified xsi:type="dcterms:W3CDTF">2010-09-10T18:41:52Z</dcterms:modified>
  <cp:revision>229</cp:revision>
  <dc:subject/>
  <dc:title>BUILDING THE UIC BRAND 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0x010100444C1CC3E32C5B4788553A114EA95C1F</vt:lpwstr>
  </property>
</Properties>
</file>