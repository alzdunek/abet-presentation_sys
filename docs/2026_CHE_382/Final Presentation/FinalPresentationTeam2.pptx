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4.xml" ContentType="application/vnd.openxmlformats-officedocument.themeOverride+xml"/>
  <Override PartName="/ppt/drawings/drawing3.xml" ContentType="application/vnd.openxmlformats-officedocument.drawingml.chartshap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18"/>
  </p:notesMasterIdLst>
  <p:sldIdLst>
    <p:sldId id="374" r:id="rId5"/>
    <p:sldId id="379" r:id="rId6"/>
    <p:sldId id="390" r:id="rId7"/>
    <p:sldId id="380" r:id="rId8"/>
    <p:sldId id="382" r:id="rId9"/>
    <p:sldId id="383" r:id="rId10"/>
    <p:sldId id="386" r:id="rId11"/>
    <p:sldId id="387" r:id="rId12"/>
    <p:sldId id="389" r:id="rId13"/>
    <p:sldId id="388" r:id="rId14"/>
    <p:sldId id="385" r:id="rId15"/>
    <p:sldId id="391" r:id="rId16"/>
    <p:sldId id="39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a:srgbClr val="323232"/>
    <a:srgbClr val="001E62"/>
    <a:srgbClr val="D50032"/>
    <a:srgbClr val="F4F3E8"/>
    <a:srgbClr val="0080A9"/>
    <a:srgbClr val="FEBB37"/>
    <a:srgbClr val="51BF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D0B91-083F-9654-3DE8-E08046C89206}" v="507" dt="2026-04-21T04:39:37.361"/>
    <p1510:client id="{3EAD33E6-791A-4B00-9CC9-FD9AB675F18F}" v="140" dt="2026-04-21T12:28:44.937"/>
    <p1510:client id="{DD9D7487-7A0B-45BC-809A-72F56FC4634B}" v="1710" dt="2026-04-21T04:06:34.494"/>
    <p1510:client id="{FE6E8DBB-1810-42A9-9E78-D5BE8C192418}" v="706" dt="2026-04-21T13:18:05.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386"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5" Type="http://schemas.openxmlformats.org/officeDocument/2006/relationships/chartUserShapes" Target="../drawings/drawing1.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5" Type="http://schemas.openxmlformats.org/officeDocument/2006/relationships/chartUserShapes" Target="../drawings/drawing2.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7.xml"/><Relationship Id="rId1" Type="http://schemas.microsoft.com/office/2011/relationships/chartStyle" Target="style7.xml"/><Relationship Id="rId5" Type="http://schemas.openxmlformats.org/officeDocument/2006/relationships/chartUserShapes" Target="../drawings/drawing3.xml"/><Relationship Id="rId4"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r>
              <a:rPr lang="en-US" b="1"/>
              <a:t>Experiment B Temperature vs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endParaRPr lang="en-US"/>
        </a:p>
      </c:txPr>
    </c:title>
    <c:autoTitleDeleted val="0"/>
    <c:plotArea>
      <c:layout/>
      <c:scatterChart>
        <c:scatterStyle val="smoothMarker"/>
        <c:varyColors val="0"/>
        <c:ser>
          <c:idx val="0"/>
          <c:order val="0"/>
          <c:tx>
            <c:v>T1</c:v>
          </c:tx>
          <c:spPr>
            <a:ln w="19050" cap="rnd">
              <a:solidFill>
                <a:schemeClr val="accent1"/>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data'!$F$2:$F$80</c:f>
              <c:numCache>
                <c:formatCode>0.0</c:formatCode>
                <c:ptCount val="79"/>
                <c:pt idx="0">
                  <c:v>21.240234375</c:v>
                </c:pt>
                <c:pt idx="1">
                  <c:v>21.240234375</c:v>
                </c:pt>
                <c:pt idx="2">
                  <c:v>21.240234375</c:v>
                </c:pt>
                <c:pt idx="3">
                  <c:v>21.240234375</c:v>
                </c:pt>
                <c:pt idx="4">
                  <c:v>21.3134765625</c:v>
                </c:pt>
                <c:pt idx="5">
                  <c:v>21.38671875</c:v>
                </c:pt>
                <c:pt idx="6">
                  <c:v>21.38671875</c:v>
                </c:pt>
                <c:pt idx="7">
                  <c:v>21.4599609375</c:v>
                </c:pt>
                <c:pt idx="8">
                  <c:v>21.533203125</c:v>
                </c:pt>
                <c:pt idx="9">
                  <c:v>21.4599609375</c:v>
                </c:pt>
                <c:pt idx="10">
                  <c:v>21.533203125</c:v>
                </c:pt>
                <c:pt idx="11">
                  <c:v>21.533203125</c:v>
                </c:pt>
                <c:pt idx="12">
                  <c:v>21.533203125</c:v>
                </c:pt>
                <c:pt idx="13">
                  <c:v>21.533203125</c:v>
                </c:pt>
                <c:pt idx="14">
                  <c:v>21.533203125</c:v>
                </c:pt>
                <c:pt idx="15">
                  <c:v>21.6064453125</c:v>
                </c:pt>
                <c:pt idx="16">
                  <c:v>21.533203125</c:v>
                </c:pt>
                <c:pt idx="17">
                  <c:v>21.6064453125</c:v>
                </c:pt>
                <c:pt idx="18">
                  <c:v>21.6064453125</c:v>
                </c:pt>
                <c:pt idx="19">
                  <c:v>21.6796875</c:v>
                </c:pt>
                <c:pt idx="20">
                  <c:v>21.7529296875</c:v>
                </c:pt>
                <c:pt idx="21">
                  <c:v>21.6064453125</c:v>
                </c:pt>
                <c:pt idx="22">
                  <c:v>21.6064453125</c:v>
                </c:pt>
                <c:pt idx="23">
                  <c:v>21.6064453125</c:v>
                </c:pt>
                <c:pt idx="24">
                  <c:v>21.826171875</c:v>
                </c:pt>
                <c:pt idx="25">
                  <c:v>21.6796875</c:v>
                </c:pt>
                <c:pt idx="26">
                  <c:v>21.6796875</c:v>
                </c:pt>
                <c:pt idx="27">
                  <c:v>21.6064453125</c:v>
                </c:pt>
                <c:pt idx="28">
                  <c:v>21.6796875</c:v>
                </c:pt>
                <c:pt idx="29">
                  <c:v>21.7529296875</c:v>
                </c:pt>
                <c:pt idx="30">
                  <c:v>58.0810546875</c:v>
                </c:pt>
                <c:pt idx="31">
                  <c:v>79.1015625</c:v>
                </c:pt>
                <c:pt idx="32">
                  <c:v>78.8818359375</c:v>
                </c:pt>
                <c:pt idx="33">
                  <c:v>78.8818359375</c:v>
                </c:pt>
                <c:pt idx="34">
                  <c:v>78.955078125</c:v>
                </c:pt>
                <c:pt idx="35">
                  <c:v>78.80859375</c:v>
                </c:pt>
                <c:pt idx="36">
                  <c:v>78.662109375</c:v>
                </c:pt>
                <c:pt idx="37">
                  <c:v>78.7353515625</c:v>
                </c:pt>
                <c:pt idx="38">
                  <c:v>78.662109375</c:v>
                </c:pt>
                <c:pt idx="39">
                  <c:v>78.662109375</c:v>
                </c:pt>
                <c:pt idx="40">
                  <c:v>78.662109375</c:v>
                </c:pt>
                <c:pt idx="41">
                  <c:v>78.5888671875</c:v>
                </c:pt>
                <c:pt idx="42">
                  <c:v>78.515625</c:v>
                </c:pt>
                <c:pt idx="43">
                  <c:v>78.515625</c:v>
                </c:pt>
                <c:pt idx="44">
                  <c:v>78.515625</c:v>
                </c:pt>
                <c:pt idx="45">
                  <c:v>78.515625</c:v>
                </c:pt>
                <c:pt idx="46">
                  <c:v>78.515625</c:v>
                </c:pt>
                <c:pt idx="47">
                  <c:v>78.515625</c:v>
                </c:pt>
                <c:pt idx="48">
                  <c:v>78.515625</c:v>
                </c:pt>
                <c:pt idx="49">
                  <c:v>78.7353515625</c:v>
                </c:pt>
                <c:pt idx="50">
                  <c:v>78.4423828125</c:v>
                </c:pt>
                <c:pt idx="51">
                  <c:v>78.5888671875</c:v>
                </c:pt>
                <c:pt idx="52">
                  <c:v>78.515625</c:v>
                </c:pt>
                <c:pt idx="53">
                  <c:v>78.5888671875</c:v>
                </c:pt>
                <c:pt idx="54">
                  <c:v>78.5888671875</c:v>
                </c:pt>
                <c:pt idx="55">
                  <c:v>78.662109375</c:v>
                </c:pt>
                <c:pt idx="56">
                  <c:v>78.2958984375</c:v>
                </c:pt>
                <c:pt idx="57">
                  <c:v>78.662109375</c:v>
                </c:pt>
                <c:pt idx="58">
                  <c:v>78.7353515625</c:v>
                </c:pt>
                <c:pt idx="59">
                  <c:v>78.7353515625</c:v>
                </c:pt>
                <c:pt idx="60">
                  <c:v>78.955078125</c:v>
                </c:pt>
                <c:pt idx="61">
                  <c:v>78.955078125</c:v>
                </c:pt>
                <c:pt idx="62">
                  <c:v>78.955078125</c:v>
                </c:pt>
                <c:pt idx="63">
                  <c:v>78.8818359375</c:v>
                </c:pt>
                <c:pt idx="64">
                  <c:v>78.80859375</c:v>
                </c:pt>
                <c:pt idx="65">
                  <c:v>79.1015625</c:v>
                </c:pt>
                <c:pt idx="66">
                  <c:v>78.955078125</c:v>
                </c:pt>
                <c:pt idx="67">
                  <c:v>78.80859375</c:v>
                </c:pt>
                <c:pt idx="68">
                  <c:v>78.8818359375</c:v>
                </c:pt>
                <c:pt idx="69">
                  <c:v>78.8818359375</c:v>
                </c:pt>
                <c:pt idx="70">
                  <c:v>79.0283203125</c:v>
                </c:pt>
                <c:pt idx="71">
                  <c:v>78.80859375</c:v>
                </c:pt>
                <c:pt idx="72">
                  <c:v>78.8818359375</c:v>
                </c:pt>
                <c:pt idx="73">
                  <c:v>78.8818359375</c:v>
                </c:pt>
                <c:pt idx="74">
                  <c:v>76.7578125</c:v>
                </c:pt>
                <c:pt idx="75">
                  <c:v>74.560546875</c:v>
                </c:pt>
                <c:pt idx="76">
                  <c:v>72.8759765625</c:v>
                </c:pt>
                <c:pt idx="77">
                  <c:v>71.5576171875</c:v>
                </c:pt>
                <c:pt idx="78">
                  <c:v>69.9462890625</c:v>
                </c:pt>
              </c:numCache>
            </c:numRef>
          </c:yVal>
          <c:smooth val="1"/>
          <c:extLst>
            <c:ext xmlns:c16="http://schemas.microsoft.com/office/drawing/2014/chart" uri="{C3380CC4-5D6E-409C-BE32-E72D297353CC}">
              <c16:uniqueId val="{00000000-C245-479D-A101-D6D4D9D614B8}"/>
            </c:ext>
          </c:extLst>
        </c:ser>
        <c:ser>
          <c:idx val="1"/>
          <c:order val="1"/>
          <c:tx>
            <c:v>T2</c:v>
          </c:tx>
          <c:spPr>
            <a:ln w="19050" cap="rnd">
              <a:solidFill>
                <a:schemeClr val="accent2"/>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data'!$G$2:$G$80</c:f>
              <c:numCache>
                <c:formatCode>0.0</c:formatCode>
                <c:ptCount val="79"/>
                <c:pt idx="0">
                  <c:v>21.826171875</c:v>
                </c:pt>
                <c:pt idx="1">
                  <c:v>21.826171875</c:v>
                </c:pt>
                <c:pt idx="2">
                  <c:v>21.8994140625</c:v>
                </c:pt>
                <c:pt idx="3">
                  <c:v>21.97265625</c:v>
                </c:pt>
                <c:pt idx="4">
                  <c:v>21.8994140625</c:v>
                </c:pt>
                <c:pt idx="5">
                  <c:v>21.97265625</c:v>
                </c:pt>
                <c:pt idx="6">
                  <c:v>22.0458984375</c:v>
                </c:pt>
                <c:pt idx="7">
                  <c:v>22.0458984375</c:v>
                </c:pt>
                <c:pt idx="8">
                  <c:v>22.119140625</c:v>
                </c:pt>
                <c:pt idx="9">
                  <c:v>22.119140625</c:v>
                </c:pt>
                <c:pt idx="10">
                  <c:v>22.119140625</c:v>
                </c:pt>
                <c:pt idx="11">
                  <c:v>22.1923828125</c:v>
                </c:pt>
                <c:pt idx="12">
                  <c:v>22.119140625</c:v>
                </c:pt>
                <c:pt idx="13">
                  <c:v>22.1923828125</c:v>
                </c:pt>
                <c:pt idx="14">
                  <c:v>22.265625</c:v>
                </c:pt>
                <c:pt idx="15">
                  <c:v>22.1923828125</c:v>
                </c:pt>
                <c:pt idx="16">
                  <c:v>22.1923828125</c:v>
                </c:pt>
                <c:pt idx="17">
                  <c:v>22.1923828125</c:v>
                </c:pt>
                <c:pt idx="18">
                  <c:v>22.265625</c:v>
                </c:pt>
                <c:pt idx="19">
                  <c:v>22.265625</c:v>
                </c:pt>
                <c:pt idx="20">
                  <c:v>22.3388671875</c:v>
                </c:pt>
                <c:pt idx="21">
                  <c:v>22.265625</c:v>
                </c:pt>
                <c:pt idx="22">
                  <c:v>22.3388671875</c:v>
                </c:pt>
                <c:pt idx="23">
                  <c:v>22.3388671875</c:v>
                </c:pt>
                <c:pt idx="24">
                  <c:v>22.3388671875</c:v>
                </c:pt>
                <c:pt idx="25">
                  <c:v>22.412109375</c:v>
                </c:pt>
                <c:pt idx="26">
                  <c:v>22.3388671875</c:v>
                </c:pt>
                <c:pt idx="27">
                  <c:v>22.3388671875</c:v>
                </c:pt>
                <c:pt idx="28">
                  <c:v>22.4853515625</c:v>
                </c:pt>
                <c:pt idx="29">
                  <c:v>22.55859375</c:v>
                </c:pt>
                <c:pt idx="30">
                  <c:v>79.833984375</c:v>
                </c:pt>
                <c:pt idx="31">
                  <c:v>79.7607421875</c:v>
                </c:pt>
                <c:pt idx="32">
                  <c:v>79.7607421875</c:v>
                </c:pt>
                <c:pt idx="33">
                  <c:v>79.541015625</c:v>
                </c:pt>
                <c:pt idx="34">
                  <c:v>79.4677734375</c:v>
                </c:pt>
                <c:pt idx="35">
                  <c:v>79.39453125</c:v>
                </c:pt>
                <c:pt idx="36">
                  <c:v>79.248046875</c:v>
                </c:pt>
                <c:pt idx="37">
                  <c:v>79.3212890625</c:v>
                </c:pt>
                <c:pt idx="38">
                  <c:v>79.248046875</c:v>
                </c:pt>
                <c:pt idx="39">
                  <c:v>79.1748046875</c:v>
                </c:pt>
                <c:pt idx="40">
                  <c:v>79.1748046875</c:v>
                </c:pt>
                <c:pt idx="41">
                  <c:v>79.1015625</c:v>
                </c:pt>
                <c:pt idx="42">
                  <c:v>79.1015625</c:v>
                </c:pt>
                <c:pt idx="43">
                  <c:v>79.1748046875</c:v>
                </c:pt>
                <c:pt idx="44">
                  <c:v>79.1015625</c:v>
                </c:pt>
                <c:pt idx="45">
                  <c:v>79.0283203125</c:v>
                </c:pt>
                <c:pt idx="46">
                  <c:v>79.0283203125</c:v>
                </c:pt>
                <c:pt idx="47">
                  <c:v>79.0283203125</c:v>
                </c:pt>
                <c:pt idx="48">
                  <c:v>79.1748046875</c:v>
                </c:pt>
                <c:pt idx="49">
                  <c:v>79.1015625</c:v>
                </c:pt>
                <c:pt idx="50">
                  <c:v>79.0283203125</c:v>
                </c:pt>
                <c:pt idx="51">
                  <c:v>79.248046875</c:v>
                </c:pt>
                <c:pt idx="52">
                  <c:v>79.1748046875</c:v>
                </c:pt>
                <c:pt idx="53">
                  <c:v>79.248046875</c:v>
                </c:pt>
                <c:pt idx="54">
                  <c:v>79.1748046875</c:v>
                </c:pt>
                <c:pt idx="55">
                  <c:v>79.1748046875</c:v>
                </c:pt>
                <c:pt idx="56">
                  <c:v>79.248046875</c:v>
                </c:pt>
                <c:pt idx="57">
                  <c:v>79.248046875</c:v>
                </c:pt>
                <c:pt idx="58">
                  <c:v>79.3212890625</c:v>
                </c:pt>
                <c:pt idx="59">
                  <c:v>79.39453125</c:v>
                </c:pt>
                <c:pt idx="60">
                  <c:v>79.6142578125</c:v>
                </c:pt>
                <c:pt idx="61">
                  <c:v>79.4677734375</c:v>
                </c:pt>
                <c:pt idx="62">
                  <c:v>79.4677734375</c:v>
                </c:pt>
                <c:pt idx="63">
                  <c:v>79.541015625</c:v>
                </c:pt>
                <c:pt idx="64">
                  <c:v>79.7607421875</c:v>
                </c:pt>
                <c:pt idx="65">
                  <c:v>79.6142578125</c:v>
                </c:pt>
                <c:pt idx="66">
                  <c:v>79.4677734375</c:v>
                </c:pt>
                <c:pt idx="67">
                  <c:v>79.4677734375</c:v>
                </c:pt>
                <c:pt idx="68">
                  <c:v>79.39453125</c:v>
                </c:pt>
                <c:pt idx="69">
                  <c:v>79.4677734375</c:v>
                </c:pt>
                <c:pt idx="70">
                  <c:v>79.541015625</c:v>
                </c:pt>
                <c:pt idx="71">
                  <c:v>79.541015625</c:v>
                </c:pt>
                <c:pt idx="72">
                  <c:v>79.4677734375</c:v>
                </c:pt>
                <c:pt idx="73">
                  <c:v>79.39453125</c:v>
                </c:pt>
                <c:pt idx="74">
                  <c:v>78.8818359375</c:v>
                </c:pt>
                <c:pt idx="75">
                  <c:v>77.783203125</c:v>
                </c:pt>
                <c:pt idx="76">
                  <c:v>74.4873046875</c:v>
                </c:pt>
                <c:pt idx="77">
                  <c:v>70.751953125</c:v>
                </c:pt>
                <c:pt idx="78">
                  <c:v>67.96875</c:v>
                </c:pt>
              </c:numCache>
            </c:numRef>
          </c:yVal>
          <c:smooth val="1"/>
          <c:extLst>
            <c:ext xmlns:c16="http://schemas.microsoft.com/office/drawing/2014/chart" uri="{C3380CC4-5D6E-409C-BE32-E72D297353CC}">
              <c16:uniqueId val="{00000001-C245-479D-A101-D6D4D9D614B8}"/>
            </c:ext>
          </c:extLst>
        </c:ser>
        <c:ser>
          <c:idx val="2"/>
          <c:order val="2"/>
          <c:tx>
            <c:v>T3</c:v>
          </c:tx>
          <c:spPr>
            <a:ln w="19050" cap="rnd">
              <a:solidFill>
                <a:schemeClr val="accent3"/>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data'!$H$2:$H$80</c:f>
              <c:numCache>
                <c:formatCode>0.0</c:formatCode>
                <c:ptCount val="79"/>
                <c:pt idx="0">
                  <c:v>21.533203125</c:v>
                </c:pt>
                <c:pt idx="1">
                  <c:v>21.533203125</c:v>
                </c:pt>
                <c:pt idx="2">
                  <c:v>21.533203125</c:v>
                </c:pt>
                <c:pt idx="3">
                  <c:v>21.6064453125</c:v>
                </c:pt>
                <c:pt idx="4">
                  <c:v>21.6064453125</c:v>
                </c:pt>
                <c:pt idx="5">
                  <c:v>21.6064453125</c:v>
                </c:pt>
                <c:pt idx="6">
                  <c:v>21.6796875</c:v>
                </c:pt>
                <c:pt idx="7">
                  <c:v>21.7529296875</c:v>
                </c:pt>
                <c:pt idx="8">
                  <c:v>21.7529296875</c:v>
                </c:pt>
                <c:pt idx="9">
                  <c:v>21.826171875</c:v>
                </c:pt>
                <c:pt idx="10">
                  <c:v>21.7529296875</c:v>
                </c:pt>
                <c:pt idx="11">
                  <c:v>21.826171875</c:v>
                </c:pt>
                <c:pt idx="12">
                  <c:v>21.8994140625</c:v>
                </c:pt>
                <c:pt idx="13">
                  <c:v>21.8994140625</c:v>
                </c:pt>
                <c:pt idx="14">
                  <c:v>21.826171875</c:v>
                </c:pt>
                <c:pt idx="15">
                  <c:v>21.8994140625</c:v>
                </c:pt>
                <c:pt idx="16">
                  <c:v>21.8994140625</c:v>
                </c:pt>
                <c:pt idx="17">
                  <c:v>21.97265625</c:v>
                </c:pt>
                <c:pt idx="18">
                  <c:v>21.8994140625</c:v>
                </c:pt>
                <c:pt idx="19">
                  <c:v>21.826171875</c:v>
                </c:pt>
                <c:pt idx="20">
                  <c:v>21.97265625</c:v>
                </c:pt>
                <c:pt idx="21">
                  <c:v>21.8994140625</c:v>
                </c:pt>
                <c:pt idx="22">
                  <c:v>21.97265625</c:v>
                </c:pt>
                <c:pt idx="23">
                  <c:v>21.97265625</c:v>
                </c:pt>
                <c:pt idx="24">
                  <c:v>21.97265625</c:v>
                </c:pt>
                <c:pt idx="25">
                  <c:v>21.97265625</c:v>
                </c:pt>
                <c:pt idx="26">
                  <c:v>22.0458984375</c:v>
                </c:pt>
                <c:pt idx="27">
                  <c:v>22.0458984375</c:v>
                </c:pt>
                <c:pt idx="28">
                  <c:v>22.0458984375</c:v>
                </c:pt>
                <c:pt idx="29">
                  <c:v>22.6318359375</c:v>
                </c:pt>
                <c:pt idx="30">
                  <c:v>79.833984375</c:v>
                </c:pt>
                <c:pt idx="31">
                  <c:v>79.833984375</c:v>
                </c:pt>
                <c:pt idx="32">
                  <c:v>79.6875</c:v>
                </c:pt>
                <c:pt idx="33">
                  <c:v>79.4677734375</c:v>
                </c:pt>
                <c:pt idx="34">
                  <c:v>79.3212890625</c:v>
                </c:pt>
                <c:pt idx="35">
                  <c:v>79.1748046875</c:v>
                </c:pt>
                <c:pt idx="36">
                  <c:v>79.1015625</c:v>
                </c:pt>
                <c:pt idx="37">
                  <c:v>78.955078125</c:v>
                </c:pt>
                <c:pt idx="38">
                  <c:v>78.8818359375</c:v>
                </c:pt>
                <c:pt idx="39">
                  <c:v>78.955078125</c:v>
                </c:pt>
                <c:pt idx="40">
                  <c:v>78.8818359375</c:v>
                </c:pt>
                <c:pt idx="41">
                  <c:v>78.8818359375</c:v>
                </c:pt>
                <c:pt idx="42">
                  <c:v>78.8818359375</c:v>
                </c:pt>
                <c:pt idx="43">
                  <c:v>78.80859375</c:v>
                </c:pt>
                <c:pt idx="44">
                  <c:v>78.8818359375</c:v>
                </c:pt>
                <c:pt idx="45">
                  <c:v>78.7353515625</c:v>
                </c:pt>
                <c:pt idx="46">
                  <c:v>78.80859375</c:v>
                </c:pt>
                <c:pt idx="47">
                  <c:v>78.80859375</c:v>
                </c:pt>
                <c:pt idx="48">
                  <c:v>78.80859375</c:v>
                </c:pt>
                <c:pt idx="49">
                  <c:v>78.8818359375</c:v>
                </c:pt>
                <c:pt idx="50">
                  <c:v>78.8818359375</c:v>
                </c:pt>
                <c:pt idx="51">
                  <c:v>78.955078125</c:v>
                </c:pt>
                <c:pt idx="52">
                  <c:v>78.955078125</c:v>
                </c:pt>
                <c:pt idx="53">
                  <c:v>79.0283203125</c:v>
                </c:pt>
                <c:pt idx="54">
                  <c:v>79.1015625</c:v>
                </c:pt>
                <c:pt idx="55">
                  <c:v>79.248046875</c:v>
                </c:pt>
                <c:pt idx="56">
                  <c:v>79.1748046875</c:v>
                </c:pt>
                <c:pt idx="57">
                  <c:v>79.248046875</c:v>
                </c:pt>
                <c:pt idx="58">
                  <c:v>79.39453125</c:v>
                </c:pt>
                <c:pt idx="59">
                  <c:v>79.3212890625</c:v>
                </c:pt>
                <c:pt idx="60">
                  <c:v>79.6875</c:v>
                </c:pt>
                <c:pt idx="61">
                  <c:v>79.4677734375</c:v>
                </c:pt>
                <c:pt idx="62">
                  <c:v>79.39453125</c:v>
                </c:pt>
                <c:pt idx="63">
                  <c:v>79.3212890625</c:v>
                </c:pt>
                <c:pt idx="64">
                  <c:v>79.3212890625</c:v>
                </c:pt>
                <c:pt idx="65">
                  <c:v>79.541015625</c:v>
                </c:pt>
                <c:pt idx="66">
                  <c:v>79.39453125</c:v>
                </c:pt>
                <c:pt idx="67">
                  <c:v>79.39453125</c:v>
                </c:pt>
                <c:pt idx="68">
                  <c:v>79.3212890625</c:v>
                </c:pt>
                <c:pt idx="69">
                  <c:v>79.39453125</c:v>
                </c:pt>
                <c:pt idx="70">
                  <c:v>79.541015625</c:v>
                </c:pt>
                <c:pt idx="71">
                  <c:v>79.1748046875</c:v>
                </c:pt>
                <c:pt idx="72">
                  <c:v>79.3212890625</c:v>
                </c:pt>
                <c:pt idx="73">
                  <c:v>79.248046875</c:v>
                </c:pt>
                <c:pt idx="74">
                  <c:v>78.662109375</c:v>
                </c:pt>
                <c:pt idx="75">
                  <c:v>78.22265625</c:v>
                </c:pt>
                <c:pt idx="76">
                  <c:v>75.2197265625</c:v>
                </c:pt>
                <c:pt idx="77">
                  <c:v>71.923828125</c:v>
                </c:pt>
                <c:pt idx="78">
                  <c:v>69.7265625</c:v>
                </c:pt>
              </c:numCache>
            </c:numRef>
          </c:yVal>
          <c:smooth val="1"/>
          <c:extLst>
            <c:ext xmlns:c16="http://schemas.microsoft.com/office/drawing/2014/chart" uri="{C3380CC4-5D6E-409C-BE32-E72D297353CC}">
              <c16:uniqueId val="{00000002-C245-479D-A101-D6D4D9D614B8}"/>
            </c:ext>
          </c:extLst>
        </c:ser>
        <c:ser>
          <c:idx val="3"/>
          <c:order val="3"/>
          <c:tx>
            <c:v>T4</c:v>
          </c:tx>
          <c:spPr>
            <a:ln w="19050" cap="rnd">
              <a:solidFill>
                <a:schemeClr val="accent4"/>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data'!$I$2:$I$80</c:f>
              <c:numCache>
                <c:formatCode>0.0</c:formatCode>
                <c:ptCount val="79"/>
                <c:pt idx="0">
                  <c:v>20.947265625</c:v>
                </c:pt>
                <c:pt idx="1">
                  <c:v>21.0205078125</c:v>
                </c:pt>
                <c:pt idx="2">
                  <c:v>21.0205078125</c:v>
                </c:pt>
                <c:pt idx="3">
                  <c:v>21.09375</c:v>
                </c:pt>
                <c:pt idx="4">
                  <c:v>21.09375</c:v>
                </c:pt>
                <c:pt idx="5">
                  <c:v>21.1669921875</c:v>
                </c:pt>
                <c:pt idx="6">
                  <c:v>21.09375</c:v>
                </c:pt>
                <c:pt idx="7">
                  <c:v>21.1669921875</c:v>
                </c:pt>
                <c:pt idx="8">
                  <c:v>21.1669921875</c:v>
                </c:pt>
                <c:pt idx="9">
                  <c:v>21.240234375</c:v>
                </c:pt>
                <c:pt idx="10">
                  <c:v>21.3134765625</c:v>
                </c:pt>
                <c:pt idx="11">
                  <c:v>21.240234375</c:v>
                </c:pt>
                <c:pt idx="12">
                  <c:v>21.3134765625</c:v>
                </c:pt>
                <c:pt idx="13">
                  <c:v>21.38671875</c:v>
                </c:pt>
                <c:pt idx="14">
                  <c:v>21.38671875</c:v>
                </c:pt>
                <c:pt idx="15">
                  <c:v>21.3134765625</c:v>
                </c:pt>
                <c:pt idx="16">
                  <c:v>21.38671875</c:v>
                </c:pt>
                <c:pt idx="17">
                  <c:v>21.38671875</c:v>
                </c:pt>
                <c:pt idx="18">
                  <c:v>21.4599609375</c:v>
                </c:pt>
                <c:pt idx="19">
                  <c:v>21.38671875</c:v>
                </c:pt>
                <c:pt idx="20">
                  <c:v>21.38671875</c:v>
                </c:pt>
                <c:pt idx="21">
                  <c:v>21.533203125</c:v>
                </c:pt>
                <c:pt idx="22">
                  <c:v>21.533203125</c:v>
                </c:pt>
                <c:pt idx="23">
                  <c:v>21.6064453125</c:v>
                </c:pt>
                <c:pt idx="24">
                  <c:v>21.4599609375</c:v>
                </c:pt>
                <c:pt idx="25">
                  <c:v>21.6064453125</c:v>
                </c:pt>
                <c:pt idx="26">
                  <c:v>21.6796875</c:v>
                </c:pt>
                <c:pt idx="27">
                  <c:v>21.7529296875</c:v>
                </c:pt>
                <c:pt idx="28">
                  <c:v>21.8994140625</c:v>
                </c:pt>
                <c:pt idx="29">
                  <c:v>26.220703125</c:v>
                </c:pt>
                <c:pt idx="30">
                  <c:v>79.3212890625</c:v>
                </c:pt>
                <c:pt idx="31">
                  <c:v>79.833984375</c:v>
                </c:pt>
                <c:pt idx="32">
                  <c:v>79.7607421875</c:v>
                </c:pt>
                <c:pt idx="33">
                  <c:v>79.248046875</c:v>
                </c:pt>
                <c:pt idx="34">
                  <c:v>79.1015625</c:v>
                </c:pt>
                <c:pt idx="35">
                  <c:v>78.955078125</c:v>
                </c:pt>
                <c:pt idx="36">
                  <c:v>78.8818359375</c:v>
                </c:pt>
                <c:pt idx="37">
                  <c:v>78.7353515625</c:v>
                </c:pt>
                <c:pt idx="38">
                  <c:v>78.7353515625</c:v>
                </c:pt>
                <c:pt idx="39">
                  <c:v>78.662109375</c:v>
                </c:pt>
                <c:pt idx="40">
                  <c:v>78.662109375</c:v>
                </c:pt>
                <c:pt idx="41">
                  <c:v>78.5888671875</c:v>
                </c:pt>
                <c:pt idx="42">
                  <c:v>78.662109375</c:v>
                </c:pt>
                <c:pt idx="43">
                  <c:v>78.662109375</c:v>
                </c:pt>
                <c:pt idx="44">
                  <c:v>78.662109375</c:v>
                </c:pt>
                <c:pt idx="45">
                  <c:v>78.5888671875</c:v>
                </c:pt>
                <c:pt idx="46">
                  <c:v>78.5888671875</c:v>
                </c:pt>
                <c:pt idx="47">
                  <c:v>78.80859375</c:v>
                </c:pt>
                <c:pt idx="48">
                  <c:v>78.662109375</c:v>
                </c:pt>
                <c:pt idx="49">
                  <c:v>78.7353515625</c:v>
                </c:pt>
                <c:pt idx="50">
                  <c:v>78.955078125</c:v>
                </c:pt>
                <c:pt idx="51">
                  <c:v>79.1015625</c:v>
                </c:pt>
                <c:pt idx="52">
                  <c:v>79.248046875</c:v>
                </c:pt>
                <c:pt idx="53">
                  <c:v>79.248046875</c:v>
                </c:pt>
                <c:pt idx="54">
                  <c:v>79.3212890625</c:v>
                </c:pt>
                <c:pt idx="55">
                  <c:v>79.39453125</c:v>
                </c:pt>
                <c:pt idx="56">
                  <c:v>79.4677734375</c:v>
                </c:pt>
                <c:pt idx="57">
                  <c:v>79.541015625</c:v>
                </c:pt>
                <c:pt idx="58">
                  <c:v>79.4677734375</c:v>
                </c:pt>
                <c:pt idx="59">
                  <c:v>79.4677734375</c:v>
                </c:pt>
                <c:pt idx="60">
                  <c:v>79.98046875</c:v>
                </c:pt>
                <c:pt idx="61">
                  <c:v>79.833984375</c:v>
                </c:pt>
                <c:pt idx="62">
                  <c:v>79.7607421875</c:v>
                </c:pt>
                <c:pt idx="63">
                  <c:v>79.6142578125</c:v>
                </c:pt>
                <c:pt idx="64">
                  <c:v>79.541015625</c:v>
                </c:pt>
                <c:pt idx="65">
                  <c:v>79.98046875</c:v>
                </c:pt>
                <c:pt idx="66">
                  <c:v>79.833984375</c:v>
                </c:pt>
                <c:pt idx="67">
                  <c:v>79.6875</c:v>
                </c:pt>
                <c:pt idx="68">
                  <c:v>79.6142578125</c:v>
                </c:pt>
                <c:pt idx="69">
                  <c:v>79.6875</c:v>
                </c:pt>
                <c:pt idx="70">
                  <c:v>79.7607421875</c:v>
                </c:pt>
                <c:pt idx="71">
                  <c:v>79.833984375</c:v>
                </c:pt>
                <c:pt idx="72">
                  <c:v>79.6142578125</c:v>
                </c:pt>
                <c:pt idx="73">
                  <c:v>79.6142578125</c:v>
                </c:pt>
                <c:pt idx="74">
                  <c:v>78.80859375</c:v>
                </c:pt>
                <c:pt idx="75">
                  <c:v>78.4423828125</c:v>
                </c:pt>
                <c:pt idx="76">
                  <c:v>76.7578125</c:v>
                </c:pt>
                <c:pt idx="77">
                  <c:v>73.3154296875</c:v>
                </c:pt>
                <c:pt idx="78">
                  <c:v>69.287109375</c:v>
                </c:pt>
              </c:numCache>
            </c:numRef>
          </c:yVal>
          <c:smooth val="1"/>
          <c:extLst>
            <c:ext xmlns:c16="http://schemas.microsoft.com/office/drawing/2014/chart" uri="{C3380CC4-5D6E-409C-BE32-E72D297353CC}">
              <c16:uniqueId val="{00000003-C245-479D-A101-D6D4D9D614B8}"/>
            </c:ext>
          </c:extLst>
        </c:ser>
        <c:ser>
          <c:idx val="4"/>
          <c:order val="4"/>
          <c:tx>
            <c:v>T5</c:v>
          </c:tx>
          <c:spPr>
            <a:ln w="19050" cap="rnd">
              <a:solidFill>
                <a:schemeClr val="accent5"/>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data'!$J$2:$J$80</c:f>
              <c:numCache>
                <c:formatCode>0.0</c:formatCode>
                <c:ptCount val="79"/>
                <c:pt idx="0">
                  <c:v>21.240234375</c:v>
                </c:pt>
                <c:pt idx="1">
                  <c:v>21.3134765625</c:v>
                </c:pt>
                <c:pt idx="2">
                  <c:v>21.38671875</c:v>
                </c:pt>
                <c:pt idx="3">
                  <c:v>21.3134765625</c:v>
                </c:pt>
                <c:pt idx="4">
                  <c:v>21.3134765625</c:v>
                </c:pt>
                <c:pt idx="5">
                  <c:v>21.38671875</c:v>
                </c:pt>
                <c:pt idx="6">
                  <c:v>21.533203125</c:v>
                </c:pt>
                <c:pt idx="7">
                  <c:v>21.533203125</c:v>
                </c:pt>
                <c:pt idx="8">
                  <c:v>21.4599609375</c:v>
                </c:pt>
                <c:pt idx="9">
                  <c:v>21.4599609375</c:v>
                </c:pt>
                <c:pt idx="10">
                  <c:v>21.4599609375</c:v>
                </c:pt>
                <c:pt idx="11">
                  <c:v>21.533203125</c:v>
                </c:pt>
                <c:pt idx="12">
                  <c:v>21.533203125</c:v>
                </c:pt>
                <c:pt idx="13">
                  <c:v>21.6796875</c:v>
                </c:pt>
                <c:pt idx="14">
                  <c:v>21.533203125</c:v>
                </c:pt>
                <c:pt idx="15">
                  <c:v>21.6796875</c:v>
                </c:pt>
                <c:pt idx="16">
                  <c:v>21.6796875</c:v>
                </c:pt>
                <c:pt idx="17">
                  <c:v>21.7529296875</c:v>
                </c:pt>
                <c:pt idx="18">
                  <c:v>21.7529296875</c:v>
                </c:pt>
                <c:pt idx="19">
                  <c:v>21.8994140625</c:v>
                </c:pt>
                <c:pt idx="20">
                  <c:v>22.0458984375</c:v>
                </c:pt>
                <c:pt idx="21">
                  <c:v>21.8994140625</c:v>
                </c:pt>
                <c:pt idx="22">
                  <c:v>22.0458984375</c:v>
                </c:pt>
                <c:pt idx="23">
                  <c:v>22.119140625</c:v>
                </c:pt>
                <c:pt idx="24">
                  <c:v>22.412109375</c:v>
                </c:pt>
                <c:pt idx="25">
                  <c:v>22.4853515625</c:v>
                </c:pt>
                <c:pt idx="26">
                  <c:v>22.8515625</c:v>
                </c:pt>
                <c:pt idx="27">
                  <c:v>22.998046875</c:v>
                </c:pt>
                <c:pt idx="28">
                  <c:v>23.9501953125</c:v>
                </c:pt>
                <c:pt idx="29">
                  <c:v>70.60546875</c:v>
                </c:pt>
                <c:pt idx="30">
                  <c:v>80.4931640625</c:v>
                </c:pt>
                <c:pt idx="31">
                  <c:v>80.9326171875</c:v>
                </c:pt>
                <c:pt idx="32">
                  <c:v>80.7861328125</c:v>
                </c:pt>
                <c:pt idx="33">
                  <c:v>79.98046875</c:v>
                </c:pt>
                <c:pt idx="34">
                  <c:v>79.7607421875</c:v>
                </c:pt>
                <c:pt idx="35">
                  <c:v>79.541015625</c:v>
                </c:pt>
                <c:pt idx="36">
                  <c:v>79.39453125</c:v>
                </c:pt>
                <c:pt idx="37">
                  <c:v>79.6142578125</c:v>
                </c:pt>
                <c:pt idx="38">
                  <c:v>79.248046875</c:v>
                </c:pt>
                <c:pt idx="39">
                  <c:v>79.3212890625</c:v>
                </c:pt>
                <c:pt idx="40">
                  <c:v>79.248046875</c:v>
                </c:pt>
                <c:pt idx="41">
                  <c:v>79.248046875</c:v>
                </c:pt>
                <c:pt idx="42">
                  <c:v>79.1748046875</c:v>
                </c:pt>
                <c:pt idx="43">
                  <c:v>79.1015625</c:v>
                </c:pt>
                <c:pt idx="44">
                  <c:v>79.1748046875</c:v>
                </c:pt>
                <c:pt idx="45">
                  <c:v>79.1015625</c:v>
                </c:pt>
                <c:pt idx="46">
                  <c:v>79.1748046875</c:v>
                </c:pt>
                <c:pt idx="47">
                  <c:v>79.248046875</c:v>
                </c:pt>
                <c:pt idx="48">
                  <c:v>79.98046875</c:v>
                </c:pt>
                <c:pt idx="49">
                  <c:v>79.6142578125</c:v>
                </c:pt>
                <c:pt idx="50">
                  <c:v>81.298828125</c:v>
                </c:pt>
                <c:pt idx="51">
                  <c:v>82.177734375</c:v>
                </c:pt>
                <c:pt idx="52">
                  <c:v>82.177734375</c:v>
                </c:pt>
                <c:pt idx="53">
                  <c:v>82.32421875</c:v>
                </c:pt>
                <c:pt idx="54">
                  <c:v>82.3974609375</c:v>
                </c:pt>
                <c:pt idx="55">
                  <c:v>82.470703125</c:v>
                </c:pt>
                <c:pt idx="56">
                  <c:v>82.2509765625</c:v>
                </c:pt>
                <c:pt idx="57">
                  <c:v>82.32421875</c:v>
                </c:pt>
                <c:pt idx="58">
                  <c:v>82.3974609375</c:v>
                </c:pt>
                <c:pt idx="59">
                  <c:v>82.3974609375</c:v>
                </c:pt>
                <c:pt idx="60">
                  <c:v>83.203125</c:v>
                </c:pt>
                <c:pt idx="61">
                  <c:v>82.470703125</c:v>
                </c:pt>
                <c:pt idx="62">
                  <c:v>82.2509765625</c:v>
                </c:pt>
                <c:pt idx="63">
                  <c:v>82.5439453125</c:v>
                </c:pt>
                <c:pt idx="64">
                  <c:v>82.3974609375</c:v>
                </c:pt>
                <c:pt idx="65">
                  <c:v>83.2763671875</c:v>
                </c:pt>
                <c:pt idx="66">
                  <c:v>82.6904296875</c:v>
                </c:pt>
                <c:pt idx="67">
                  <c:v>82.5439453125</c:v>
                </c:pt>
                <c:pt idx="68">
                  <c:v>82.2509765625</c:v>
                </c:pt>
                <c:pt idx="69">
                  <c:v>82.3974609375</c:v>
                </c:pt>
                <c:pt idx="70">
                  <c:v>82.9833984375</c:v>
                </c:pt>
                <c:pt idx="71">
                  <c:v>82.91015625</c:v>
                </c:pt>
                <c:pt idx="72">
                  <c:v>82.3974609375</c:v>
                </c:pt>
                <c:pt idx="73">
                  <c:v>83.4228515625</c:v>
                </c:pt>
                <c:pt idx="74">
                  <c:v>79.7607421875</c:v>
                </c:pt>
                <c:pt idx="75">
                  <c:v>78.955078125</c:v>
                </c:pt>
                <c:pt idx="76">
                  <c:v>78.5888671875</c:v>
                </c:pt>
                <c:pt idx="77">
                  <c:v>76.171875</c:v>
                </c:pt>
                <c:pt idx="78">
                  <c:v>71.630859375</c:v>
                </c:pt>
              </c:numCache>
            </c:numRef>
          </c:yVal>
          <c:smooth val="1"/>
          <c:extLst>
            <c:ext xmlns:c16="http://schemas.microsoft.com/office/drawing/2014/chart" uri="{C3380CC4-5D6E-409C-BE32-E72D297353CC}">
              <c16:uniqueId val="{00000004-C245-479D-A101-D6D4D9D614B8}"/>
            </c:ext>
          </c:extLst>
        </c:ser>
        <c:ser>
          <c:idx val="5"/>
          <c:order val="5"/>
          <c:tx>
            <c:v>T6</c:v>
          </c:tx>
          <c:spPr>
            <a:ln w="19050" cap="rnd">
              <a:solidFill>
                <a:schemeClr val="accent6"/>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data'!$K$2:$K$80</c:f>
              <c:numCache>
                <c:formatCode>0.0</c:formatCode>
                <c:ptCount val="79"/>
                <c:pt idx="0">
                  <c:v>20.947265625</c:v>
                </c:pt>
                <c:pt idx="1">
                  <c:v>21.0205078125</c:v>
                </c:pt>
                <c:pt idx="2">
                  <c:v>21.0205078125</c:v>
                </c:pt>
                <c:pt idx="3">
                  <c:v>21.0205078125</c:v>
                </c:pt>
                <c:pt idx="4">
                  <c:v>21.0205078125</c:v>
                </c:pt>
                <c:pt idx="5">
                  <c:v>21.0205078125</c:v>
                </c:pt>
                <c:pt idx="6">
                  <c:v>21.09375</c:v>
                </c:pt>
                <c:pt idx="7">
                  <c:v>21.0205078125</c:v>
                </c:pt>
                <c:pt idx="8">
                  <c:v>21.1669921875</c:v>
                </c:pt>
                <c:pt idx="9">
                  <c:v>21.09375</c:v>
                </c:pt>
                <c:pt idx="10">
                  <c:v>21.1669921875</c:v>
                </c:pt>
                <c:pt idx="11">
                  <c:v>21.3134765625</c:v>
                </c:pt>
                <c:pt idx="12">
                  <c:v>21.3134765625</c:v>
                </c:pt>
                <c:pt idx="13">
                  <c:v>21.38671875</c:v>
                </c:pt>
                <c:pt idx="14">
                  <c:v>21.6064453125</c:v>
                </c:pt>
                <c:pt idx="15">
                  <c:v>21.6064453125</c:v>
                </c:pt>
                <c:pt idx="16">
                  <c:v>21.6796875</c:v>
                </c:pt>
                <c:pt idx="17">
                  <c:v>21.8994140625</c:v>
                </c:pt>
                <c:pt idx="18">
                  <c:v>22.119140625</c:v>
                </c:pt>
                <c:pt idx="19">
                  <c:v>22.3388671875</c:v>
                </c:pt>
                <c:pt idx="20">
                  <c:v>22.55859375</c:v>
                </c:pt>
                <c:pt idx="21">
                  <c:v>22.8515625</c:v>
                </c:pt>
                <c:pt idx="22">
                  <c:v>23.291015625</c:v>
                </c:pt>
                <c:pt idx="23">
                  <c:v>23.73046875</c:v>
                </c:pt>
                <c:pt idx="24">
                  <c:v>24.31640625</c:v>
                </c:pt>
                <c:pt idx="25">
                  <c:v>25.048828125</c:v>
                </c:pt>
                <c:pt idx="26">
                  <c:v>26.2939453125</c:v>
                </c:pt>
                <c:pt idx="27">
                  <c:v>28.564453125</c:v>
                </c:pt>
                <c:pt idx="28">
                  <c:v>36.4013671875</c:v>
                </c:pt>
                <c:pt idx="29">
                  <c:v>80.419921875</c:v>
                </c:pt>
                <c:pt idx="30">
                  <c:v>80.56640625</c:v>
                </c:pt>
                <c:pt idx="31">
                  <c:v>81.4453125</c:v>
                </c:pt>
                <c:pt idx="32">
                  <c:v>81.5185546875</c:v>
                </c:pt>
                <c:pt idx="33">
                  <c:v>80.2734375</c:v>
                </c:pt>
                <c:pt idx="34">
                  <c:v>79.833984375</c:v>
                </c:pt>
                <c:pt idx="35">
                  <c:v>79.6875</c:v>
                </c:pt>
                <c:pt idx="36">
                  <c:v>79.541015625</c:v>
                </c:pt>
                <c:pt idx="37">
                  <c:v>79.4677734375</c:v>
                </c:pt>
                <c:pt idx="38">
                  <c:v>79.4677734375</c:v>
                </c:pt>
                <c:pt idx="39">
                  <c:v>79.39453125</c:v>
                </c:pt>
                <c:pt idx="40">
                  <c:v>79.3212890625</c:v>
                </c:pt>
                <c:pt idx="41">
                  <c:v>79.39453125</c:v>
                </c:pt>
                <c:pt idx="42">
                  <c:v>79.3212890625</c:v>
                </c:pt>
                <c:pt idx="43">
                  <c:v>79.3212890625</c:v>
                </c:pt>
                <c:pt idx="44">
                  <c:v>79.1748046875</c:v>
                </c:pt>
                <c:pt idx="45">
                  <c:v>79.248046875</c:v>
                </c:pt>
                <c:pt idx="46">
                  <c:v>79.39453125</c:v>
                </c:pt>
                <c:pt idx="47">
                  <c:v>79.39453125</c:v>
                </c:pt>
                <c:pt idx="48">
                  <c:v>79.6875</c:v>
                </c:pt>
                <c:pt idx="49">
                  <c:v>79.833984375</c:v>
                </c:pt>
                <c:pt idx="50">
                  <c:v>81.3720703125</c:v>
                </c:pt>
                <c:pt idx="51">
                  <c:v>82.32421875</c:v>
                </c:pt>
                <c:pt idx="52">
                  <c:v>82.5439453125</c:v>
                </c:pt>
                <c:pt idx="53">
                  <c:v>82.763671875</c:v>
                </c:pt>
                <c:pt idx="54">
                  <c:v>82.763671875</c:v>
                </c:pt>
                <c:pt idx="55">
                  <c:v>82.9833984375</c:v>
                </c:pt>
                <c:pt idx="56">
                  <c:v>82.8369140625</c:v>
                </c:pt>
                <c:pt idx="57">
                  <c:v>82.91015625</c:v>
                </c:pt>
                <c:pt idx="58">
                  <c:v>82.91015625</c:v>
                </c:pt>
                <c:pt idx="59">
                  <c:v>82.91015625</c:v>
                </c:pt>
                <c:pt idx="60">
                  <c:v>83.7890625</c:v>
                </c:pt>
                <c:pt idx="61">
                  <c:v>83.4228515625</c:v>
                </c:pt>
                <c:pt idx="62">
                  <c:v>83.2763671875</c:v>
                </c:pt>
                <c:pt idx="63">
                  <c:v>83.1298828125</c:v>
                </c:pt>
                <c:pt idx="64">
                  <c:v>83.056640625</c:v>
                </c:pt>
                <c:pt idx="65">
                  <c:v>83.49609375</c:v>
                </c:pt>
                <c:pt idx="66">
                  <c:v>83.5693359375</c:v>
                </c:pt>
                <c:pt idx="67">
                  <c:v>83.056640625</c:v>
                </c:pt>
                <c:pt idx="68">
                  <c:v>82.9833984375</c:v>
                </c:pt>
                <c:pt idx="69">
                  <c:v>82.91015625</c:v>
                </c:pt>
                <c:pt idx="70">
                  <c:v>83.056640625</c:v>
                </c:pt>
                <c:pt idx="71">
                  <c:v>83.4228515625</c:v>
                </c:pt>
                <c:pt idx="72">
                  <c:v>82.9833984375</c:v>
                </c:pt>
                <c:pt idx="73">
                  <c:v>82.6904296875</c:v>
                </c:pt>
                <c:pt idx="74">
                  <c:v>81.005859375</c:v>
                </c:pt>
                <c:pt idx="75">
                  <c:v>79.1748046875</c:v>
                </c:pt>
                <c:pt idx="76">
                  <c:v>78.8818359375</c:v>
                </c:pt>
                <c:pt idx="77">
                  <c:v>77.783203125</c:v>
                </c:pt>
                <c:pt idx="78">
                  <c:v>73.2421875</c:v>
                </c:pt>
              </c:numCache>
            </c:numRef>
          </c:yVal>
          <c:smooth val="1"/>
          <c:extLst>
            <c:ext xmlns:c16="http://schemas.microsoft.com/office/drawing/2014/chart" uri="{C3380CC4-5D6E-409C-BE32-E72D297353CC}">
              <c16:uniqueId val="{00000005-C245-479D-A101-D6D4D9D614B8}"/>
            </c:ext>
          </c:extLst>
        </c:ser>
        <c:ser>
          <c:idx val="6"/>
          <c:order val="6"/>
          <c:tx>
            <c:v>T7</c:v>
          </c:tx>
          <c:spPr>
            <a:ln w="19050" cap="rnd">
              <a:solidFill>
                <a:schemeClr val="accent1">
                  <a:lumMod val="60000"/>
                </a:schemeClr>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data'!$L$2:$L$80</c:f>
              <c:numCache>
                <c:formatCode>0.0</c:formatCode>
                <c:ptCount val="79"/>
                <c:pt idx="0">
                  <c:v>20.8740234375</c:v>
                </c:pt>
                <c:pt idx="1">
                  <c:v>20.8740234375</c:v>
                </c:pt>
                <c:pt idx="2">
                  <c:v>20.8740234375</c:v>
                </c:pt>
                <c:pt idx="3">
                  <c:v>20.947265625</c:v>
                </c:pt>
                <c:pt idx="4">
                  <c:v>20.947265625</c:v>
                </c:pt>
                <c:pt idx="5">
                  <c:v>20.947265625</c:v>
                </c:pt>
                <c:pt idx="6">
                  <c:v>21.1669921875</c:v>
                </c:pt>
                <c:pt idx="7">
                  <c:v>21.3134765625</c:v>
                </c:pt>
                <c:pt idx="8">
                  <c:v>21.38671875</c:v>
                </c:pt>
                <c:pt idx="9">
                  <c:v>21.533203125</c:v>
                </c:pt>
                <c:pt idx="10">
                  <c:v>21.6796875</c:v>
                </c:pt>
                <c:pt idx="11">
                  <c:v>21.8994140625</c:v>
                </c:pt>
                <c:pt idx="12">
                  <c:v>22.1923828125</c:v>
                </c:pt>
                <c:pt idx="13">
                  <c:v>22.7783203125</c:v>
                </c:pt>
                <c:pt idx="14">
                  <c:v>23.0712890625</c:v>
                </c:pt>
                <c:pt idx="15">
                  <c:v>23.4375</c:v>
                </c:pt>
                <c:pt idx="16">
                  <c:v>23.6572265625</c:v>
                </c:pt>
                <c:pt idx="17">
                  <c:v>24.0966796875</c:v>
                </c:pt>
                <c:pt idx="18">
                  <c:v>24.90234375</c:v>
                </c:pt>
                <c:pt idx="19">
                  <c:v>25.4150390625</c:v>
                </c:pt>
                <c:pt idx="20">
                  <c:v>25.927734375</c:v>
                </c:pt>
                <c:pt idx="21">
                  <c:v>26.8798828125</c:v>
                </c:pt>
                <c:pt idx="22">
                  <c:v>28.125</c:v>
                </c:pt>
                <c:pt idx="23">
                  <c:v>29.443359375</c:v>
                </c:pt>
                <c:pt idx="24">
                  <c:v>31.201171875</c:v>
                </c:pt>
                <c:pt idx="25">
                  <c:v>34.716796875</c:v>
                </c:pt>
                <c:pt idx="26">
                  <c:v>40.283203125</c:v>
                </c:pt>
                <c:pt idx="27">
                  <c:v>48.1201171875</c:v>
                </c:pt>
                <c:pt idx="28">
                  <c:v>62.109375</c:v>
                </c:pt>
                <c:pt idx="29">
                  <c:v>80.2734375</c:v>
                </c:pt>
                <c:pt idx="30">
                  <c:v>81.73828125</c:v>
                </c:pt>
                <c:pt idx="31">
                  <c:v>83.056640625</c:v>
                </c:pt>
                <c:pt idx="32">
                  <c:v>83.056640625</c:v>
                </c:pt>
                <c:pt idx="33">
                  <c:v>81.005859375</c:v>
                </c:pt>
                <c:pt idx="34">
                  <c:v>80.2734375</c:v>
                </c:pt>
                <c:pt idx="35">
                  <c:v>80.2001953125</c:v>
                </c:pt>
                <c:pt idx="36">
                  <c:v>79.9072265625</c:v>
                </c:pt>
                <c:pt idx="37">
                  <c:v>79.833984375</c:v>
                </c:pt>
                <c:pt idx="38">
                  <c:v>79.833984375</c:v>
                </c:pt>
                <c:pt idx="39">
                  <c:v>79.6875</c:v>
                </c:pt>
                <c:pt idx="40">
                  <c:v>79.7607421875</c:v>
                </c:pt>
                <c:pt idx="41">
                  <c:v>79.833984375</c:v>
                </c:pt>
                <c:pt idx="42">
                  <c:v>79.833984375</c:v>
                </c:pt>
                <c:pt idx="43">
                  <c:v>79.6875</c:v>
                </c:pt>
                <c:pt idx="44">
                  <c:v>79.6142578125</c:v>
                </c:pt>
                <c:pt idx="45">
                  <c:v>79.6142578125</c:v>
                </c:pt>
                <c:pt idx="46">
                  <c:v>79.7607421875</c:v>
                </c:pt>
                <c:pt idx="47">
                  <c:v>80.0537109375</c:v>
                </c:pt>
                <c:pt idx="48">
                  <c:v>79.9072265625</c:v>
                </c:pt>
                <c:pt idx="49">
                  <c:v>80.3466796875</c:v>
                </c:pt>
                <c:pt idx="50">
                  <c:v>80.6396484375</c:v>
                </c:pt>
                <c:pt idx="51">
                  <c:v>82.177734375</c:v>
                </c:pt>
                <c:pt idx="52">
                  <c:v>82.470703125</c:v>
                </c:pt>
                <c:pt idx="53">
                  <c:v>82.6904296875</c:v>
                </c:pt>
                <c:pt idx="54">
                  <c:v>82.6904296875</c:v>
                </c:pt>
                <c:pt idx="55">
                  <c:v>82.9833984375</c:v>
                </c:pt>
                <c:pt idx="56">
                  <c:v>82.763671875</c:v>
                </c:pt>
                <c:pt idx="57">
                  <c:v>82.9833984375</c:v>
                </c:pt>
                <c:pt idx="58">
                  <c:v>83.349609375</c:v>
                </c:pt>
                <c:pt idx="59">
                  <c:v>82.91015625</c:v>
                </c:pt>
                <c:pt idx="60">
                  <c:v>83.7890625</c:v>
                </c:pt>
                <c:pt idx="61">
                  <c:v>83.8623046875</c:v>
                </c:pt>
                <c:pt idx="62">
                  <c:v>83.4228515625</c:v>
                </c:pt>
                <c:pt idx="63">
                  <c:v>83.203125</c:v>
                </c:pt>
                <c:pt idx="64">
                  <c:v>83.1298828125</c:v>
                </c:pt>
                <c:pt idx="65">
                  <c:v>83.5693359375</c:v>
                </c:pt>
                <c:pt idx="66">
                  <c:v>83.8623046875</c:v>
                </c:pt>
                <c:pt idx="67">
                  <c:v>83.1298828125</c:v>
                </c:pt>
                <c:pt idx="68">
                  <c:v>83.1298828125</c:v>
                </c:pt>
                <c:pt idx="69">
                  <c:v>83.056640625</c:v>
                </c:pt>
                <c:pt idx="70">
                  <c:v>82.9833984375</c:v>
                </c:pt>
                <c:pt idx="71">
                  <c:v>83.7158203125</c:v>
                </c:pt>
                <c:pt idx="72">
                  <c:v>83.203125</c:v>
                </c:pt>
                <c:pt idx="73">
                  <c:v>82.91015625</c:v>
                </c:pt>
                <c:pt idx="74">
                  <c:v>81.2255859375</c:v>
                </c:pt>
                <c:pt idx="75">
                  <c:v>79.3212890625</c:v>
                </c:pt>
                <c:pt idx="76">
                  <c:v>78.80859375</c:v>
                </c:pt>
                <c:pt idx="77">
                  <c:v>78.2958984375</c:v>
                </c:pt>
                <c:pt idx="78">
                  <c:v>73.681640625</c:v>
                </c:pt>
              </c:numCache>
            </c:numRef>
          </c:yVal>
          <c:smooth val="1"/>
          <c:extLst>
            <c:ext xmlns:c16="http://schemas.microsoft.com/office/drawing/2014/chart" uri="{C3380CC4-5D6E-409C-BE32-E72D297353CC}">
              <c16:uniqueId val="{00000006-C245-479D-A101-D6D4D9D614B8}"/>
            </c:ext>
          </c:extLst>
        </c:ser>
        <c:ser>
          <c:idx val="7"/>
          <c:order val="7"/>
          <c:tx>
            <c:v>T8</c:v>
          </c:tx>
          <c:spPr>
            <a:ln w="19050" cap="rnd">
              <a:solidFill>
                <a:schemeClr val="accent2">
                  <a:lumMod val="60000"/>
                </a:schemeClr>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data'!$N$2:$N$80</c:f>
              <c:numCache>
                <c:formatCode>0.0</c:formatCode>
                <c:ptCount val="79"/>
                <c:pt idx="0">
                  <c:v>48.33984375</c:v>
                </c:pt>
                <c:pt idx="1">
                  <c:v>49.8779296875</c:v>
                </c:pt>
                <c:pt idx="2">
                  <c:v>51.9287109375</c:v>
                </c:pt>
                <c:pt idx="3">
                  <c:v>53.61328125</c:v>
                </c:pt>
                <c:pt idx="4">
                  <c:v>55.2978515625</c:v>
                </c:pt>
                <c:pt idx="5">
                  <c:v>56.9091796875</c:v>
                </c:pt>
                <c:pt idx="6">
                  <c:v>58.740234375</c:v>
                </c:pt>
                <c:pt idx="7">
                  <c:v>60.791015625</c:v>
                </c:pt>
                <c:pt idx="8">
                  <c:v>62.0361328125</c:v>
                </c:pt>
                <c:pt idx="9">
                  <c:v>63.6474609375</c:v>
                </c:pt>
                <c:pt idx="10">
                  <c:v>65.1123046875</c:v>
                </c:pt>
                <c:pt idx="11">
                  <c:v>66.064453125</c:v>
                </c:pt>
                <c:pt idx="12">
                  <c:v>68.1884765625</c:v>
                </c:pt>
                <c:pt idx="13">
                  <c:v>69.43359375</c:v>
                </c:pt>
                <c:pt idx="14">
                  <c:v>70.60546875</c:v>
                </c:pt>
                <c:pt idx="15">
                  <c:v>72.2900390625</c:v>
                </c:pt>
                <c:pt idx="16">
                  <c:v>74.3408203125</c:v>
                </c:pt>
                <c:pt idx="17">
                  <c:v>75.6591796875</c:v>
                </c:pt>
                <c:pt idx="18">
                  <c:v>77.05078125</c:v>
                </c:pt>
                <c:pt idx="19">
                  <c:v>78.955078125</c:v>
                </c:pt>
                <c:pt idx="20">
                  <c:v>80.126953125</c:v>
                </c:pt>
                <c:pt idx="21">
                  <c:v>81.8115234375</c:v>
                </c:pt>
                <c:pt idx="22">
                  <c:v>82.8369140625</c:v>
                </c:pt>
                <c:pt idx="23">
                  <c:v>84.228515625</c:v>
                </c:pt>
                <c:pt idx="24">
                  <c:v>86.0595703125</c:v>
                </c:pt>
                <c:pt idx="25">
                  <c:v>87.2314453125</c:v>
                </c:pt>
                <c:pt idx="26">
                  <c:v>88.916015625</c:v>
                </c:pt>
                <c:pt idx="27">
                  <c:v>90.234375</c:v>
                </c:pt>
                <c:pt idx="28">
                  <c:v>91.4794921875</c:v>
                </c:pt>
                <c:pt idx="29">
                  <c:v>92.138671875</c:v>
                </c:pt>
                <c:pt idx="30">
                  <c:v>92.431640625</c:v>
                </c:pt>
                <c:pt idx="31">
                  <c:v>92.431640625</c:v>
                </c:pt>
                <c:pt idx="32">
                  <c:v>92.5048828125</c:v>
                </c:pt>
                <c:pt idx="33">
                  <c:v>92.5048828125</c:v>
                </c:pt>
                <c:pt idx="34">
                  <c:v>92.578125</c:v>
                </c:pt>
                <c:pt idx="35">
                  <c:v>92.578125</c:v>
                </c:pt>
                <c:pt idx="36">
                  <c:v>92.6513671875</c:v>
                </c:pt>
                <c:pt idx="37">
                  <c:v>92.5048828125</c:v>
                </c:pt>
                <c:pt idx="38">
                  <c:v>92.5048828125</c:v>
                </c:pt>
                <c:pt idx="39">
                  <c:v>92.431640625</c:v>
                </c:pt>
                <c:pt idx="40">
                  <c:v>92.431640625</c:v>
                </c:pt>
                <c:pt idx="41">
                  <c:v>92.431640625</c:v>
                </c:pt>
                <c:pt idx="42">
                  <c:v>92.431640625</c:v>
                </c:pt>
                <c:pt idx="43">
                  <c:v>92.3583984375</c:v>
                </c:pt>
                <c:pt idx="44">
                  <c:v>92.3583984375</c:v>
                </c:pt>
                <c:pt idx="45">
                  <c:v>92.2119140625</c:v>
                </c:pt>
                <c:pt idx="46">
                  <c:v>92.28515625</c:v>
                </c:pt>
                <c:pt idx="47">
                  <c:v>92.7978515625</c:v>
                </c:pt>
                <c:pt idx="48">
                  <c:v>92.3583984375</c:v>
                </c:pt>
                <c:pt idx="49">
                  <c:v>92.28515625</c:v>
                </c:pt>
                <c:pt idx="50">
                  <c:v>92.3583984375</c:v>
                </c:pt>
                <c:pt idx="51">
                  <c:v>92.2119140625</c:v>
                </c:pt>
                <c:pt idx="52">
                  <c:v>92.138671875</c:v>
                </c:pt>
                <c:pt idx="53">
                  <c:v>92.2119140625</c:v>
                </c:pt>
                <c:pt idx="54">
                  <c:v>92.28515625</c:v>
                </c:pt>
                <c:pt idx="55">
                  <c:v>92.2119140625</c:v>
                </c:pt>
                <c:pt idx="56">
                  <c:v>92.431640625</c:v>
                </c:pt>
                <c:pt idx="57">
                  <c:v>92.28515625</c:v>
                </c:pt>
                <c:pt idx="58">
                  <c:v>92.28515625</c:v>
                </c:pt>
                <c:pt idx="59">
                  <c:v>92.28515625</c:v>
                </c:pt>
                <c:pt idx="60">
                  <c:v>92.2119140625</c:v>
                </c:pt>
                <c:pt idx="61">
                  <c:v>92.431640625</c:v>
                </c:pt>
                <c:pt idx="62">
                  <c:v>92.3583984375</c:v>
                </c:pt>
                <c:pt idx="63">
                  <c:v>92.3583984375</c:v>
                </c:pt>
                <c:pt idx="64">
                  <c:v>92.431640625</c:v>
                </c:pt>
                <c:pt idx="65">
                  <c:v>93.310546875</c:v>
                </c:pt>
                <c:pt idx="66">
                  <c:v>92.5048828125</c:v>
                </c:pt>
                <c:pt idx="67">
                  <c:v>92.5048828125</c:v>
                </c:pt>
                <c:pt idx="68">
                  <c:v>92.3583984375</c:v>
                </c:pt>
                <c:pt idx="69">
                  <c:v>92.3583984375</c:v>
                </c:pt>
                <c:pt idx="70">
                  <c:v>92.431640625</c:v>
                </c:pt>
                <c:pt idx="71">
                  <c:v>92.2119140625</c:v>
                </c:pt>
                <c:pt idx="72">
                  <c:v>92.431640625</c:v>
                </c:pt>
                <c:pt idx="73">
                  <c:v>92.28515625</c:v>
                </c:pt>
                <c:pt idx="74">
                  <c:v>92.28515625</c:v>
                </c:pt>
                <c:pt idx="75">
                  <c:v>92.0654296875</c:v>
                </c:pt>
                <c:pt idx="76">
                  <c:v>92.138671875</c:v>
                </c:pt>
                <c:pt idx="77">
                  <c:v>92.0654296875</c:v>
                </c:pt>
                <c:pt idx="78">
                  <c:v>91.7724609375</c:v>
                </c:pt>
              </c:numCache>
            </c:numRef>
          </c:yVal>
          <c:smooth val="1"/>
          <c:extLst>
            <c:ext xmlns:c16="http://schemas.microsoft.com/office/drawing/2014/chart" uri="{C3380CC4-5D6E-409C-BE32-E72D297353CC}">
              <c16:uniqueId val="{00000007-C245-479D-A101-D6D4D9D614B8}"/>
            </c:ext>
          </c:extLst>
        </c:ser>
        <c:ser>
          <c:idx val="8"/>
          <c:order val="8"/>
          <c:tx>
            <c:v>T9</c:v>
          </c:tx>
          <c:spPr>
            <a:ln w="19050" cap="rnd">
              <a:solidFill>
                <a:schemeClr val="accent3">
                  <a:lumMod val="60000"/>
                </a:schemeClr>
              </a:solidFill>
              <a:round/>
            </a:ln>
            <a:effectLst/>
          </c:spPr>
          <c:marker>
            <c:symbol val="none"/>
          </c:marker>
          <c:xVal>
            <c:strRef>
              <c:f>'raw data'!$B$2:$B$80</c:f>
              <c:strCache>
                <c:ptCount val="7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strCache>
            </c:strRef>
          </c:xVal>
          <c:yVal>
            <c:numRef>
              <c:f>'raw data'!$N$2:$N$80</c:f>
              <c:numCache>
                <c:formatCode>0.0</c:formatCode>
                <c:ptCount val="79"/>
                <c:pt idx="0">
                  <c:v>48.33984375</c:v>
                </c:pt>
                <c:pt idx="1">
                  <c:v>49.8779296875</c:v>
                </c:pt>
                <c:pt idx="2">
                  <c:v>51.9287109375</c:v>
                </c:pt>
                <c:pt idx="3">
                  <c:v>53.61328125</c:v>
                </c:pt>
                <c:pt idx="4">
                  <c:v>55.2978515625</c:v>
                </c:pt>
                <c:pt idx="5">
                  <c:v>56.9091796875</c:v>
                </c:pt>
                <c:pt idx="6">
                  <c:v>58.740234375</c:v>
                </c:pt>
                <c:pt idx="7">
                  <c:v>60.791015625</c:v>
                </c:pt>
                <c:pt idx="8">
                  <c:v>62.0361328125</c:v>
                </c:pt>
                <c:pt idx="9">
                  <c:v>63.6474609375</c:v>
                </c:pt>
                <c:pt idx="10">
                  <c:v>65.1123046875</c:v>
                </c:pt>
                <c:pt idx="11">
                  <c:v>66.064453125</c:v>
                </c:pt>
                <c:pt idx="12">
                  <c:v>68.1884765625</c:v>
                </c:pt>
                <c:pt idx="13">
                  <c:v>69.43359375</c:v>
                </c:pt>
                <c:pt idx="14">
                  <c:v>70.60546875</c:v>
                </c:pt>
                <c:pt idx="15">
                  <c:v>72.2900390625</c:v>
                </c:pt>
                <c:pt idx="16">
                  <c:v>74.3408203125</c:v>
                </c:pt>
                <c:pt idx="17">
                  <c:v>75.6591796875</c:v>
                </c:pt>
                <c:pt idx="18">
                  <c:v>77.05078125</c:v>
                </c:pt>
                <c:pt idx="19">
                  <c:v>78.955078125</c:v>
                </c:pt>
                <c:pt idx="20">
                  <c:v>80.126953125</c:v>
                </c:pt>
                <c:pt idx="21">
                  <c:v>81.8115234375</c:v>
                </c:pt>
                <c:pt idx="22">
                  <c:v>82.8369140625</c:v>
                </c:pt>
                <c:pt idx="23">
                  <c:v>84.228515625</c:v>
                </c:pt>
                <c:pt idx="24">
                  <c:v>86.0595703125</c:v>
                </c:pt>
                <c:pt idx="25">
                  <c:v>87.2314453125</c:v>
                </c:pt>
                <c:pt idx="26">
                  <c:v>88.916015625</c:v>
                </c:pt>
                <c:pt idx="27">
                  <c:v>90.234375</c:v>
                </c:pt>
                <c:pt idx="28">
                  <c:v>91.4794921875</c:v>
                </c:pt>
                <c:pt idx="29">
                  <c:v>92.138671875</c:v>
                </c:pt>
                <c:pt idx="30">
                  <c:v>92.431640625</c:v>
                </c:pt>
                <c:pt idx="31">
                  <c:v>92.431640625</c:v>
                </c:pt>
                <c:pt idx="32">
                  <c:v>92.5048828125</c:v>
                </c:pt>
                <c:pt idx="33">
                  <c:v>92.5048828125</c:v>
                </c:pt>
                <c:pt idx="34">
                  <c:v>92.578125</c:v>
                </c:pt>
                <c:pt idx="35">
                  <c:v>92.578125</c:v>
                </c:pt>
                <c:pt idx="36">
                  <c:v>92.6513671875</c:v>
                </c:pt>
                <c:pt idx="37">
                  <c:v>92.5048828125</c:v>
                </c:pt>
                <c:pt idx="38">
                  <c:v>92.5048828125</c:v>
                </c:pt>
                <c:pt idx="39">
                  <c:v>92.431640625</c:v>
                </c:pt>
                <c:pt idx="40">
                  <c:v>92.431640625</c:v>
                </c:pt>
                <c:pt idx="41">
                  <c:v>92.431640625</c:v>
                </c:pt>
                <c:pt idx="42">
                  <c:v>92.431640625</c:v>
                </c:pt>
                <c:pt idx="43">
                  <c:v>92.3583984375</c:v>
                </c:pt>
                <c:pt idx="44">
                  <c:v>92.3583984375</c:v>
                </c:pt>
                <c:pt idx="45">
                  <c:v>92.2119140625</c:v>
                </c:pt>
                <c:pt idx="46">
                  <c:v>92.28515625</c:v>
                </c:pt>
                <c:pt idx="47">
                  <c:v>92.7978515625</c:v>
                </c:pt>
                <c:pt idx="48">
                  <c:v>92.3583984375</c:v>
                </c:pt>
                <c:pt idx="49">
                  <c:v>92.28515625</c:v>
                </c:pt>
                <c:pt idx="50">
                  <c:v>92.3583984375</c:v>
                </c:pt>
                <c:pt idx="51">
                  <c:v>92.2119140625</c:v>
                </c:pt>
                <c:pt idx="52">
                  <c:v>92.138671875</c:v>
                </c:pt>
                <c:pt idx="53">
                  <c:v>92.2119140625</c:v>
                </c:pt>
                <c:pt idx="54">
                  <c:v>92.28515625</c:v>
                </c:pt>
                <c:pt idx="55">
                  <c:v>92.2119140625</c:v>
                </c:pt>
                <c:pt idx="56">
                  <c:v>92.431640625</c:v>
                </c:pt>
                <c:pt idx="57">
                  <c:v>92.28515625</c:v>
                </c:pt>
                <c:pt idx="58">
                  <c:v>92.28515625</c:v>
                </c:pt>
                <c:pt idx="59">
                  <c:v>92.28515625</c:v>
                </c:pt>
                <c:pt idx="60">
                  <c:v>92.2119140625</c:v>
                </c:pt>
                <c:pt idx="61">
                  <c:v>92.431640625</c:v>
                </c:pt>
                <c:pt idx="62">
                  <c:v>92.3583984375</c:v>
                </c:pt>
                <c:pt idx="63">
                  <c:v>92.3583984375</c:v>
                </c:pt>
                <c:pt idx="64">
                  <c:v>92.431640625</c:v>
                </c:pt>
                <c:pt idx="65">
                  <c:v>93.310546875</c:v>
                </c:pt>
                <c:pt idx="66">
                  <c:v>92.5048828125</c:v>
                </c:pt>
                <c:pt idx="67">
                  <c:v>92.5048828125</c:v>
                </c:pt>
                <c:pt idx="68">
                  <c:v>92.3583984375</c:v>
                </c:pt>
                <c:pt idx="69">
                  <c:v>92.3583984375</c:v>
                </c:pt>
                <c:pt idx="70">
                  <c:v>92.431640625</c:v>
                </c:pt>
                <c:pt idx="71">
                  <c:v>92.2119140625</c:v>
                </c:pt>
                <c:pt idx="72">
                  <c:v>92.431640625</c:v>
                </c:pt>
                <c:pt idx="73">
                  <c:v>92.28515625</c:v>
                </c:pt>
                <c:pt idx="74">
                  <c:v>92.28515625</c:v>
                </c:pt>
                <c:pt idx="75">
                  <c:v>92.0654296875</c:v>
                </c:pt>
                <c:pt idx="76">
                  <c:v>92.138671875</c:v>
                </c:pt>
                <c:pt idx="77">
                  <c:v>92.0654296875</c:v>
                </c:pt>
                <c:pt idx="78">
                  <c:v>91.7724609375</c:v>
                </c:pt>
              </c:numCache>
            </c:numRef>
          </c:yVal>
          <c:smooth val="1"/>
          <c:extLst>
            <c:ext xmlns:c16="http://schemas.microsoft.com/office/drawing/2014/chart" uri="{C3380CC4-5D6E-409C-BE32-E72D297353CC}">
              <c16:uniqueId val="{00000008-C245-479D-A101-D6D4D9D614B8}"/>
            </c:ext>
          </c:extLst>
        </c:ser>
        <c:dLbls>
          <c:showLegendKey val="0"/>
          <c:showVal val="0"/>
          <c:showCatName val="0"/>
          <c:showSerName val="0"/>
          <c:showPercent val="0"/>
          <c:showBubbleSize val="0"/>
        </c:dLbls>
        <c:axId val="2034327352"/>
        <c:axId val="2034328072"/>
      </c:scatterChart>
      <c:valAx>
        <c:axId val="2034327352"/>
        <c:scaling>
          <c:orientation val="minMax"/>
          <c:max val="8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28072"/>
        <c:crosses val="autoZero"/>
        <c:crossBetween val="midCat"/>
      </c:valAx>
      <c:valAx>
        <c:axId val="2034328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Temperature (C)</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2735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solidFill>
            <a:srgbClr val="333333"/>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r>
              <a:rPr lang="en-US" b="1"/>
              <a:t>Experiment C Temperature vs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endParaRPr lang="en-US"/>
        </a:p>
      </c:txPr>
    </c:title>
    <c:autoTitleDeleted val="0"/>
    <c:plotArea>
      <c:layout/>
      <c:scatterChart>
        <c:scatterStyle val="smoothMarker"/>
        <c:varyColors val="0"/>
        <c:ser>
          <c:idx val="0"/>
          <c:order val="0"/>
          <c:tx>
            <c:v>T1</c:v>
          </c:tx>
          <c:spPr>
            <a:ln w="19050" cap="rnd">
              <a:solidFill>
                <a:schemeClr val="accent1"/>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data'!$F$81:$F$129</c:f>
              <c:numCache>
                <c:formatCode>0.0</c:formatCode>
                <c:ptCount val="49"/>
                <c:pt idx="0">
                  <c:v>68.26171875</c:v>
                </c:pt>
                <c:pt idx="1">
                  <c:v>66.2841796875</c:v>
                </c:pt>
                <c:pt idx="2">
                  <c:v>64.6728515625</c:v>
                </c:pt>
                <c:pt idx="3">
                  <c:v>78.7353515625</c:v>
                </c:pt>
                <c:pt idx="4">
                  <c:v>78.662109375</c:v>
                </c:pt>
                <c:pt idx="5">
                  <c:v>78.662109375</c:v>
                </c:pt>
                <c:pt idx="6">
                  <c:v>78.515625</c:v>
                </c:pt>
                <c:pt idx="7">
                  <c:v>78.5888671875</c:v>
                </c:pt>
                <c:pt idx="8">
                  <c:v>78.369140625</c:v>
                </c:pt>
                <c:pt idx="9">
                  <c:v>78.369140625</c:v>
                </c:pt>
                <c:pt idx="10">
                  <c:v>78.369140625</c:v>
                </c:pt>
                <c:pt idx="11">
                  <c:v>78.369140625</c:v>
                </c:pt>
                <c:pt idx="12">
                  <c:v>78.2958984375</c:v>
                </c:pt>
                <c:pt idx="13">
                  <c:v>78.2958984375</c:v>
                </c:pt>
                <c:pt idx="14">
                  <c:v>81.15234375</c:v>
                </c:pt>
                <c:pt idx="15">
                  <c:v>80.56640625</c:v>
                </c:pt>
                <c:pt idx="16">
                  <c:v>80.2734375</c:v>
                </c:pt>
                <c:pt idx="17">
                  <c:v>80.56640625</c:v>
                </c:pt>
                <c:pt idx="18">
                  <c:v>80.7861328125</c:v>
                </c:pt>
                <c:pt idx="19">
                  <c:v>80.712890625</c:v>
                </c:pt>
                <c:pt idx="20">
                  <c:v>80.6396484375</c:v>
                </c:pt>
                <c:pt idx="21">
                  <c:v>80.712890625</c:v>
                </c:pt>
                <c:pt idx="22">
                  <c:v>80.859375</c:v>
                </c:pt>
                <c:pt idx="23">
                  <c:v>80.7861328125</c:v>
                </c:pt>
                <c:pt idx="24">
                  <c:v>80.7861328125</c:v>
                </c:pt>
                <c:pt idx="25">
                  <c:v>80.712890625</c:v>
                </c:pt>
                <c:pt idx="26">
                  <c:v>81.0791015625</c:v>
                </c:pt>
                <c:pt idx="27">
                  <c:v>80.712890625</c:v>
                </c:pt>
                <c:pt idx="28">
                  <c:v>80.9326171875</c:v>
                </c:pt>
                <c:pt idx="29">
                  <c:v>80.6396484375</c:v>
                </c:pt>
                <c:pt idx="30">
                  <c:v>81.8115234375</c:v>
                </c:pt>
                <c:pt idx="31">
                  <c:v>81.0791015625</c:v>
                </c:pt>
                <c:pt idx="32">
                  <c:v>80.7861328125</c:v>
                </c:pt>
                <c:pt idx="33">
                  <c:v>80.859375</c:v>
                </c:pt>
                <c:pt idx="34">
                  <c:v>80.7861328125</c:v>
                </c:pt>
                <c:pt idx="35">
                  <c:v>80.859375</c:v>
                </c:pt>
                <c:pt idx="36">
                  <c:v>82.177734375</c:v>
                </c:pt>
                <c:pt idx="37">
                  <c:v>81.005859375</c:v>
                </c:pt>
                <c:pt idx="38">
                  <c:v>80.859375</c:v>
                </c:pt>
                <c:pt idx="39">
                  <c:v>77.8564453125</c:v>
                </c:pt>
                <c:pt idx="40">
                  <c:v>78.1494140625</c:v>
                </c:pt>
                <c:pt idx="41">
                  <c:v>76.171875</c:v>
                </c:pt>
                <c:pt idx="42">
                  <c:v>74.4873046875</c:v>
                </c:pt>
                <c:pt idx="43">
                  <c:v>72.802734375</c:v>
                </c:pt>
                <c:pt idx="44">
                  <c:v>70.9716796875</c:v>
                </c:pt>
                <c:pt idx="45">
                  <c:v>69.43359375</c:v>
                </c:pt>
                <c:pt idx="46">
                  <c:v>67.822265625</c:v>
                </c:pt>
                <c:pt idx="47">
                  <c:v>66.064453125</c:v>
                </c:pt>
                <c:pt idx="48">
                  <c:v>64.306640625</c:v>
                </c:pt>
              </c:numCache>
            </c:numRef>
          </c:yVal>
          <c:smooth val="1"/>
          <c:extLst>
            <c:ext xmlns:c16="http://schemas.microsoft.com/office/drawing/2014/chart" uri="{C3380CC4-5D6E-409C-BE32-E72D297353CC}">
              <c16:uniqueId val="{00000000-B313-4A0A-B05D-841DACF30AC7}"/>
            </c:ext>
          </c:extLst>
        </c:ser>
        <c:ser>
          <c:idx val="1"/>
          <c:order val="1"/>
          <c:tx>
            <c:v>T2</c:v>
          </c:tx>
          <c:spPr>
            <a:ln w="19050" cap="rnd">
              <a:solidFill>
                <a:schemeClr val="accent2"/>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data'!$G$81:$G$129</c:f>
              <c:numCache>
                <c:formatCode>0.0</c:formatCode>
                <c:ptCount val="49"/>
                <c:pt idx="0">
                  <c:v>64.74609375</c:v>
                </c:pt>
                <c:pt idx="1">
                  <c:v>62.841796875</c:v>
                </c:pt>
                <c:pt idx="2">
                  <c:v>75.2197265625</c:v>
                </c:pt>
                <c:pt idx="3">
                  <c:v>79.248046875</c:v>
                </c:pt>
                <c:pt idx="4">
                  <c:v>79.3212890625</c:v>
                </c:pt>
                <c:pt idx="5">
                  <c:v>79.248046875</c:v>
                </c:pt>
                <c:pt idx="6">
                  <c:v>79.1748046875</c:v>
                </c:pt>
                <c:pt idx="7">
                  <c:v>79.1015625</c:v>
                </c:pt>
                <c:pt idx="8">
                  <c:v>79.1015625</c:v>
                </c:pt>
                <c:pt idx="9">
                  <c:v>79.0283203125</c:v>
                </c:pt>
                <c:pt idx="10">
                  <c:v>79.0283203125</c:v>
                </c:pt>
                <c:pt idx="11">
                  <c:v>78.955078125</c:v>
                </c:pt>
                <c:pt idx="12">
                  <c:v>78.8818359375</c:v>
                </c:pt>
                <c:pt idx="13">
                  <c:v>78.955078125</c:v>
                </c:pt>
                <c:pt idx="14">
                  <c:v>83.056640625</c:v>
                </c:pt>
                <c:pt idx="15">
                  <c:v>82.6904296875</c:v>
                </c:pt>
                <c:pt idx="16">
                  <c:v>82.470703125</c:v>
                </c:pt>
                <c:pt idx="17">
                  <c:v>82.91015625</c:v>
                </c:pt>
                <c:pt idx="18">
                  <c:v>83.1298828125</c:v>
                </c:pt>
                <c:pt idx="19">
                  <c:v>82.9833984375</c:v>
                </c:pt>
                <c:pt idx="20">
                  <c:v>83.056640625</c:v>
                </c:pt>
                <c:pt idx="21">
                  <c:v>83.056640625</c:v>
                </c:pt>
                <c:pt idx="22">
                  <c:v>83.056640625</c:v>
                </c:pt>
                <c:pt idx="23">
                  <c:v>83.056640625</c:v>
                </c:pt>
                <c:pt idx="24">
                  <c:v>83.056640625</c:v>
                </c:pt>
                <c:pt idx="25">
                  <c:v>82.9833984375</c:v>
                </c:pt>
                <c:pt idx="26">
                  <c:v>83.7158203125</c:v>
                </c:pt>
                <c:pt idx="27">
                  <c:v>83.203125</c:v>
                </c:pt>
                <c:pt idx="28">
                  <c:v>83.1298828125</c:v>
                </c:pt>
                <c:pt idx="29">
                  <c:v>82.9833984375</c:v>
                </c:pt>
                <c:pt idx="30">
                  <c:v>84.228515625</c:v>
                </c:pt>
                <c:pt idx="31">
                  <c:v>83.203125</c:v>
                </c:pt>
                <c:pt idx="32">
                  <c:v>82.91015625</c:v>
                </c:pt>
                <c:pt idx="33">
                  <c:v>83.1298828125</c:v>
                </c:pt>
                <c:pt idx="34">
                  <c:v>83.056640625</c:v>
                </c:pt>
                <c:pt idx="35">
                  <c:v>83.4228515625</c:v>
                </c:pt>
                <c:pt idx="36">
                  <c:v>83.7890625</c:v>
                </c:pt>
                <c:pt idx="37">
                  <c:v>83.056640625</c:v>
                </c:pt>
                <c:pt idx="38">
                  <c:v>83.203125</c:v>
                </c:pt>
                <c:pt idx="39">
                  <c:v>79.9072265625</c:v>
                </c:pt>
                <c:pt idx="40">
                  <c:v>78.8818359375</c:v>
                </c:pt>
                <c:pt idx="41">
                  <c:v>76.318359375</c:v>
                </c:pt>
                <c:pt idx="42">
                  <c:v>73.828125</c:v>
                </c:pt>
                <c:pt idx="43">
                  <c:v>71.337890625</c:v>
                </c:pt>
                <c:pt idx="44">
                  <c:v>68.701171875</c:v>
                </c:pt>
                <c:pt idx="45">
                  <c:v>66.8701171875</c:v>
                </c:pt>
                <c:pt idx="46">
                  <c:v>64.453125</c:v>
                </c:pt>
                <c:pt idx="47">
                  <c:v>61.8896484375</c:v>
                </c:pt>
                <c:pt idx="48">
                  <c:v>59.2529296875</c:v>
                </c:pt>
              </c:numCache>
            </c:numRef>
          </c:yVal>
          <c:smooth val="1"/>
          <c:extLst>
            <c:ext xmlns:c16="http://schemas.microsoft.com/office/drawing/2014/chart" uri="{C3380CC4-5D6E-409C-BE32-E72D297353CC}">
              <c16:uniqueId val="{00000001-B313-4A0A-B05D-841DACF30AC7}"/>
            </c:ext>
          </c:extLst>
        </c:ser>
        <c:ser>
          <c:idx val="2"/>
          <c:order val="2"/>
          <c:tx>
            <c:v>T3</c:v>
          </c:tx>
          <c:spPr>
            <a:ln w="19050" cap="rnd">
              <a:solidFill>
                <a:schemeClr val="accent3"/>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data'!$H$81:$H$129</c:f>
              <c:numCache>
                <c:formatCode>0.0</c:formatCode>
                <c:ptCount val="49"/>
                <c:pt idx="0">
                  <c:v>68.115234375</c:v>
                </c:pt>
                <c:pt idx="1">
                  <c:v>67.529296875</c:v>
                </c:pt>
                <c:pt idx="2">
                  <c:v>78.662109375</c:v>
                </c:pt>
                <c:pt idx="3">
                  <c:v>79.541015625</c:v>
                </c:pt>
                <c:pt idx="4">
                  <c:v>79.3212890625</c:v>
                </c:pt>
                <c:pt idx="5">
                  <c:v>79.1748046875</c:v>
                </c:pt>
                <c:pt idx="6">
                  <c:v>79.1748046875</c:v>
                </c:pt>
                <c:pt idx="7">
                  <c:v>78.8818359375</c:v>
                </c:pt>
                <c:pt idx="8">
                  <c:v>78.8818359375</c:v>
                </c:pt>
                <c:pt idx="9">
                  <c:v>78.80859375</c:v>
                </c:pt>
                <c:pt idx="10">
                  <c:v>78.7353515625</c:v>
                </c:pt>
                <c:pt idx="11">
                  <c:v>78.80859375</c:v>
                </c:pt>
                <c:pt idx="12">
                  <c:v>78.7353515625</c:v>
                </c:pt>
                <c:pt idx="13">
                  <c:v>78.662109375</c:v>
                </c:pt>
                <c:pt idx="14">
                  <c:v>82.6171875</c:v>
                </c:pt>
                <c:pt idx="15">
                  <c:v>82.32421875</c:v>
                </c:pt>
                <c:pt idx="16">
                  <c:v>82.1044921875</c:v>
                </c:pt>
                <c:pt idx="17">
                  <c:v>82.6171875</c:v>
                </c:pt>
                <c:pt idx="18">
                  <c:v>82.763671875</c:v>
                </c:pt>
                <c:pt idx="19">
                  <c:v>82.763671875</c:v>
                </c:pt>
                <c:pt idx="20">
                  <c:v>82.763671875</c:v>
                </c:pt>
                <c:pt idx="21">
                  <c:v>82.8369140625</c:v>
                </c:pt>
                <c:pt idx="22">
                  <c:v>82.6904296875</c:v>
                </c:pt>
                <c:pt idx="23">
                  <c:v>82.763671875</c:v>
                </c:pt>
                <c:pt idx="24">
                  <c:v>82.763671875</c:v>
                </c:pt>
                <c:pt idx="25">
                  <c:v>82.763671875</c:v>
                </c:pt>
                <c:pt idx="26">
                  <c:v>83.49609375</c:v>
                </c:pt>
                <c:pt idx="27">
                  <c:v>82.9833984375</c:v>
                </c:pt>
                <c:pt idx="28">
                  <c:v>82.91015625</c:v>
                </c:pt>
                <c:pt idx="29">
                  <c:v>82.6904296875</c:v>
                </c:pt>
                <c:pt idx="30">
                  <c:v>83.5693359375</c:v>
                </c:pt>
                <c:pt idx="31">
                  <c:v>83.1298828125</c:v>
                </c:pt>
                <c:pt idx="32">
                  <c:v>82.8369140625</c:v>
                </c:pt>
                <c:pt idx="33">
                  <c:v>82.763671875</c:v>
                </c:pt>
                <c:pt idx="34">
                  <c:v>82.8369140625</c:v>
                </c:pt>
                <c:pt idx="35">
                  <c:v>82.8369140625</c:v>
                </c:pt>
                <c:pt idx="36">
                  <c:v>83.7890625</c:v>
                </c:pt>
                <c:pt idx="37">
                  <c:v>82.9833984375</c:v>
                </c:pt>
                <c:pt idx="38">
                  <c:v>82.8369140625</c:v>
                </c:pt>
                <c:pt idx="39">
                  <c:v>80.126953125</c:v>
                </c:pt>
                <c:pt idx="40">
                  <c:v>78.8818359375</c:v>
                </c:pt>
                <c:pt idx="41">
                  <c:v>76.2451171875</c:v>
                </c:pt>
                <c:pt idx="42">
                  <c:v>73.681640625</c:v>
                </c:pt>
                <c:pt idx="43">
                  <c:v>71.2646484375</c:v>
                </c:pt>
                <c:pt idx="44">
                  <c:v>68.701171875</c:v>
                </c:pt>
                <c:pt idx="45">
                  <c:v>67.3095703125</c:v>
                </c:pt>
                <c:pt idx="46">
                  <c:v>64.892578125</c:v>
                </c:pt>
                <c:pt idx="47">
                  <c:v>62.7685546875</c:v>
                </c:pt>
                <c:pt idx="48">
                  <c:v>60.498046875</c:v>
                </c:pt>
              </c:numCache>
            </c:numRef>
          </c:yVal>
          <c:smooth val="1"/>
          <c:extLst>
            <c:ext xmlns:c16="http://schemas.microsoft.com/office/drawing/2014/chart" uri="{C3380CC4-5D6E-409C-BE32-E72D297353CC}">
              <c16:uniqueId val="{00000002-B313-4A0A-B05D-841DACF30AC7}"/>
            </c:ext>
          </c:extLst>
        </c:ser>
        <c:ser>
          <c:idx val="3"/>
          <c:order val="3"/>
          <c:tx>
            <c:v>T4</c:v>
          </c:tx>
          <c:spPr>
            <a:ln w="19050" cap="rnd">
              <a:solidFill>
                <a:schemeClr val="accent4"/>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data'!$I$81:$I$129</c:f>
              <c:numCache>
                <c:formatCode>0.0</c:formatCode>
                <c:ptCount val="49"/>
                <c:pt idx="0">
                  <c:v>66.1376953125</c:v>
                </c:pt>
                <c:pt idx="1">
                  <c:v>65.8447265625</c:v>
                </c:pt>
                <c:pt idx="2">
                  <c:v>78.662109375</c:v>
                </c:pt>
                <c:pt idx="3">
                  <c:v>79.3212890625</c:v>
                </c:pt>
                <c:pt idx="4">
                  <c:v>79.7607421875</c:v>
                </c:pt>
                <c:pt idx="5">
                  <c:v>79.39453125</c:v>
                </c:pt>
                <c:pt idx="6">
                  <c:v>79.1015625</c:v>
                </c:pt>
                <c:pt idx="7">
                  <c:v>78.8818359375</c:v>
                </c:pt>
                <c:pt idx="8">
                  <c:v>78.7353515625</c:v>
                </c:pt>
                <c:pt idx="9">
                  <c:v>78.7353515625</c:v>
                </c:pt>
                <c:pt idx="10">
                  <c:v>78.5888671875</c:v>
                </c:pt>
                <c:pt idx="11">
                  <c:v>78.5888671875</c:v>
                </c:pt>
                <c:pt idx="12">
                  <c:v>78.5888671875</c:v>
                </c:pt>
                <c:pt idx="13">
                  <c:v>78.5888671875</c:v>
                </c:pt>
                <c:pt idx="14">
                  <c:v>81.9580078125</c:v>
                </c:pt>
                <c:pt idx="15">
                  <c:v>82.1044921875</c:v>
                </c:pt>
                <c:pt idx="16">
                  <c:v>81.73828125</c:v>
                </c:pt>
                <c:pt idx="17">
                  <c:v>82.1044921875</c:v>
                </c:pt>
                <c:pt idx="18">
                  <c:v>82.32421875</c:v>
                </c:pt>
                <c:pt idx="19">
                  <c:v>82.3974609375</c:v>
                </c:pt>
                <c:pt idx="20">
                  <c:v>82.3974609375</c:v>
                </c:pt>
                <c:pt idx="21">
                  <c:v>82.5439453125</c:v>
                </c:pt>
                <c:pt idx="22">
                  <c:v>82.3974609375</c:v>
                </c:pt>
                <c:pt idx="23">
                  <c:v>82.3974609375</c:v>
                </c:pt>
                <c:pt idx="24">
                  <c:v>82.470703125</c:v>
                </c:pt>
                <c:pt idx="25">
                  <c:v>82.470703125</c:v>
                </c:pt>
                <c:pt idx="26">
                  <c:v>83.203125</c:v>
                </c:pt>
                <c:pt idx="27">
                  <c:v>82.6904296875</c:v>
                </c:pt>
                <c:pt idx="28">
                  <c:v>82.5439453125</c:v>
                </c:pt>
                <c:pt idx="29">
                  <c:v>82.32421875</c:v>
                </c:pt>
                <c:pt idx="30">
                  <c:v>82.763671875</c:v>
                </c:pt>
                <c:pt idx="31">
                  <c:v>82.8369140625</c:v>
                </c:pt>
                <c:pt idx="32">
                  <c:v>82.6171875</c:v>
                </c:pt>
                <c:pt idx="33">
                  <c:v>82.5439453125</c:v>
                </c:pt>
                <c:pt idx="34">
                  <c:v>82.3974609375</c:v>
                </c:pt>
                <c:pt idx="35">
                  <c:v>82.3974609375</c:v>
                </c:pt>
                <c:pt idx="36">
                  <c:v>83.4228515625</c:v>
                </c:pt>
                <c:pt idx="37">
                  <c:v>82.763671875</c:v>
                </c:pt>
                <c:pt idx="38">
                  <c:v>82.6171875</c:v>
                </c:pt>
                <c:pt idx="39">
                  <c:v>80.2001953125</c:v>
                </c:pt>
                <c:pt idx="40">
                  <c:v>78.662109375</c:v>
                </c:pt>
                <c:pt idx="41">
                  <c:v>76.3916015625</c:v>
                </c:pt>
                <c:pt idx="42">
                  <c:v>74.12109375</c:v>
                </c:pt>
                <c:pt idx="43">
                  <c:v>71.9970703125</c:v>
                </c:pt>
                <c:pt idx="44">
                  <c:v>69.7265625</c:v>
                </c:pt>
                <c:pt idx="45">
                  <c:v>67.67578125</c:v>
                </c:pt>
                <c:pt idx="46">
                  <c:v>65.4052734375</c:v>
                </c:pt>
                <c:pt idx="47">
                  <c:v>63.3544921875</c:v>
                </c:pt>
                <c:pt idx="48">
                  <c:v>61.3037109375</c:v>
                </c:pt>
              </c:numCache>
            </c:numRef>
          </c:yVal>
          <c:smooth val="1"/>
          <c:extLst>
            <c:ext xmlns:c16="http://schemas.microsoft.com/office/drawing/2014/chart" uri="{C3380CC4-5D6E-409C-BE32-E72D297353CC}">
              <c16:uniqueId val="{00000003-B313-4A0A-B05D-841DACF30AC7}"/>
            </c:ext>
          </c:extLst>
        </c:ser>
        <c:ser>
          <c:idx val="4"/>
          <c:order val="4"/>
          <c:tx>
            <c:v>T5</c:v>
          </c:tx>
          <c:spPr>
            <a:ln w="19050" cap="rnd">
              <a:solidFill>
                <a:schemeClr val="accent5"/>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data'!$J$81:$J$129</c:f>
              <c:numCache>
                <c:formatCode>0.0</c:formatCode>
                <c:ptCount val="49"/>
                <c:pt idx="0">
                  <c:v>69.140625</c:v>
                </c:pt>
                <c:pt idx="1">
                  <c:v>70.3125</c:v>
                </c:pt>
                <c:pt idx="2">
                  <c:v>79.39453125</c:v>
                </c:pt>
                <c:pt idx="3">
                  <c:v>80.859375</c:v>
                </c:pt>
                <c:pt idx="4">
                  <c:v>81.5185546875</c:v>
                </c:pt>
                <c:pt idx="5">
                  <c:v>80.7861328125</c:v>
                </c:pt>
                <c:pt idx="6">
                  <c:v>80.0537109375</c:v>
                </c:pt>
                <c:pt idx="7">
                  <c:v>79.6875</c:v>
                </c:pt>
                <c:pt idx="8">
                  <c:v>79.4677734375</c:v>
                </c:pt>
                <c:pt idx="9">
                  <c:v>79.3212890625</c:v>
                </c:pt>
                <c:pt idx="10">
                  <c:v>79.248046875</c:v>
                </c:pt>
                <c:pt idx="11">
                  <c:v>79.1015625</c:v>
                </c:pt>
                <c:pt idx="12">
                  <c:v>79.1748046875</c:v>
                </c:pt>
                <c:pt idx="13">
                  <c:v>79.1748046875</c:v>
                </c:pt>
                <c:pt idx="14">
                  <c:v>81.5185546875</c:v>
                </c:pt>
                <c:pt idx="15">
                  <c:v>82.2509765625</c:v>
                </c:pt>
                <c:pt idx="16">
                  <c:v>82.2509765625</c:v>
                </c:pt>
                <c:pt idx="17">
                  <c:v>82.3974609375</c:v>
                </c:pt>
                <c:pt idx="18">
                  <c:v>82.5439453125</c:v>
                </c:pt>
                <c:pt idx="19">
                  <c:v>82.763671875</c:v>
                </c:pt>
                <c:pt idx="20">
                  <c:v>82.6904296875</c:v>
                </c:pt>
                <c:pt idx="21">
                  <c:v>82.8369140625</c:v>
                </c:pt>
                <c:pt idx="22">
                  <c:v>82.763671875</c:v>
                </c:pt>
                <c:pt idx="23">
                  <c:v>82.8369140625</c:v>
                </c:pt>
                <c:pt idx="24">
                  <c:v>82.6904296875</c:v>
                </c:pt>
                <c:pt idx="25">
                  <c:v>82.763671875</c:v>
                </c:pt>
                <c:pt idx="26">
                  <c:v>83.056640625</c:v>
                </c:pt>
                <c:pt idx="27">
                  <c:v>82.9833984375</c:v>
                </c:pt>
                <c:pt idx="28">
                  <c:v>82.8369140625</c:v>
                </c:pt>
                <c:pt idx="29">
                  <c:v>82.6904296875</c:v>
                </c:pt>
                <c:pt idx="30">
                  <c:v>82.6904296875</c:v>
                </c:pt>
                <c:pt idx="31">
                  <c:v>83.4228515625</c:v>
                </c:pt>
                <c:pt idx="32">
                  <c:v>82.91015625</c:v>
                </c:pt>
                <c:pt idx="33">
                  <c:v>82.8369140625</c:v>
                </c:pt>
                <c:pt idx="34">
                  <c:v>82.6904296875</c:v>
                </c:pt>
                <c:pt idx="35">
                  <c:v>82.6904296875</c:v>
                </c:pt>
                <c:pt idx="36">
                  <c:v>83.203125</c:v>
                </c:pt>
                <c:pt idx="37">
                  <c:v>83.1298828125</c:v>
                </c:pt>
                <c:pt idx="38">
                  <c:v>82.763671875</c:v>
                </c:pt>
                <c:pt idx="39">
                  <c:v>81.2255859375</c:v>
                </c:pt>
                <c:pt idx="40">
                  <c:v>79.9072265625</c:v>
                </c:pt>
                <c:pt idx="41">
                  <c:v>77.05078125</c:v>
                </c:pt>
                <c:pt idx="42">
                  <c:v>74.7802734375</c:v>
                </c:pt>
                <c:pt idx="43">
                  <c:v>72.8759765625</c:v>
                </c:pt>
                <c:pt idx="44">
                  <c:v>70.8984375</c:v>
                </c:pt>
                <c:pt idx="45">
                  <c:v>68.994140625</c:v>
                </c:pt>
                <c:pt idx="46">
                  <c:v>67.4560546875</c:v>
                </c:pt>
                <c:pt idx="47">
                  <c:v>65.625</c:v>
                </c:pt>
                <c:pt idx="48">
                  <c:v>63.720703125</c:v>
                </c:pt>
              </c:numCache>
            </c:numRef>
          </c:yVal>
          <c:smooth val="1"/>
          <c:extLst>
            <c:ext xmlns:c16="http://schemas.microsoft.com/office/drawing/2014/chart" uri="{C3380CC4-5D6E-409C-BE32-E72D297353CC}">
              <c16:uniqueId val="{00000004-B313-4A0A-B05D-841DACF30AC7}"/>
            </c:ext>
          </c:extLst>
        </c:ser>
        <c:ser>
          <c:idx val="5"/>
          <c:order val="5"/>
          <c:tx>
            <c:v>T6</c:v>
          </c:tx>
          <c:spPr>
            <a:ln w="19050" cap="rnd">
              <a:solidFill>
                <a:schemeClr val="accent6"/>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data'!$K$81:$K$129</c:f>
              <c:numCache>
                <c:formatCode>0.0</c:formatCode>
                <c:ptCount val="49"/>
                <c:pt idx="0">
                  <c:v>69.873046875</c:v>
                </c:pt>
                <c:pt idx="1">
                  <c:v>75.87890625</c:v>
                </c:pt>
                <c:pt idx="2">
                  <c:v>80.126953125</c:v>
                </c:pt>
                <c:pt idx="3">
                  <c:v>81.3720703125</c:v>
                </c:pt>
                <c:pt idx="4">
                  <c:v>82.91015625</c:v>
                </c:pt>
                <c:pt idx="5">
                  <c:v>82.03125</c:v>
                </c:pt>
                <c:pt idx="6">
                  <c:v>80.859375</c:v>
                </c:pt>
                <c:pt idx="7">
                  <c:v>80.126953125</c:v>
                </c:pt>
                <c:pt idx="8">
                  <c:v>79.7607421875</c:v>
                </c:pt>
                <c:pt idx="9">
                  <c:v>79.541015625</c:v>
                </c:pt>
                <c:pt idx="10">
                  <c:v>79.4677734375</c:v>
                </c:pt>
                <c:pt idx="11">
                  <c:v>79.4677734375</c:v>
                </c:pt>
                <c:pt idx="12">
                  <c:v>79.4677734375</c:v>
                </c:pt>
                <c:pt idx="13">
                  <c:v>79.39453125</c:v>
                </c:pt>
                <c:pt idx="14">
                  <c:v>81.15234375</c:v>
                </c:pt>
                <c:pt idx="15">
                  <c:v>82.32421875</c:v>
                </c:pt>
                <c:pt idx="16">
                  <c:v>82.2509765625</c:v>
                </c:pt>
                <c:pt idx="17">
                  <c:v>82.2509765625</c:v>
                </c:pt>
                <c:pt idx="18">
                  <c:v>82.6171875</c:v>
                </c:pt>
                <c:pt idx="19">
                  <c:v>82.763671875</c:v>
                </c:pt>
                <c:pt idx="20">
                  <c:v>82.6904296875</c:v>
                </c:pt>
                <c:pt idx="21">
                  <c:v>82.763671875</c:v>
                </c:pt>
                <c:pt idx="22">
                  <c:v>82.6904296875</c:v>
                </c:pt>
                <c:pt idx="23">
                  <c:v>82.6904296875</c:v>
                </c:pt>
                <c:pt idx="24">
                  <c:v>82.6904296875</c:v>
                </c:pt>
                <c:pt idx="25">
                  <c:v>82.763671875</c:v>
                </c:pt>
                <c:pt idx="26">
                  <c:v>82.9833984375</c:v>
                </c:pt>
                <c:pt idx="27">
                  <c:v>83.203125</c:v>
                </c:pt>
                <c:pt idx="28">
                  <c:v>82.91015625</c:v>
                </c:pt>
                <c:pt idx="29">
                  <c:v>82.8369140625</c:v>
                </c:pt>
                <c:pt idx="30">
                  <c:v>82.8369140625</c:v>
                </c:pt>
                <c:pt idx="31">
                  <c:v>83.349609375</c:v>
                </c:pt>
                <c:pt idx="32">
                  <c:v>82.91015625</c:v>
                </c:pt>
                <c:pt idx="33">
                  <c:v>82.8369140625</c:v>
                </c:pt>
                <c:pt idx="34">
                  <c:v>82.763671875</c:v>
                </c:pt>
                <c:pt idx="35">
                  <c:v>82.6904296875</c:v>
                </c:pt>
                <c:pt idx="36">
                  <c:v>83.056640625</c:v>
                </c:pt>
                <c:pt idx="37">
                  <c:v>83.2763671875</c:v>
                </c:pt>
                <c:pt idx="38">
                  <c:v>82.9833984375</c:v>
                </c:pt>
                <c:pt idx="39">
                  <c:v>81.591796875</c:v>
                </c:pt>
                <c:pt idx="40">
                  <c:v>80.419921875</c:v>
                </c:pt>
                <c:pt idx="41">
                  <c:v>78.076171875</c:v>
                </c:pt>
                <c:pt idx="42">
                  <c:v>75.9521484375</c:v>
                </c:pt>
                <c:pt idx="43">
                  <c:v>74.3408203125</c:v>
                </c:pt>
                <c:pt idx="44">
                  <c:v>72.4365234375</c:v>
                </c:pt>
                <c:pt idx="45">
                  <c:v>70.751953125</c:v>
                </c:pt>
                <c:pt idx="46">
                  <c:v>69.0673828125</c:v>
                </c:pt>
                <c:pt idx="47">
                  <c:v>66.943359375</c:v>
                </c:pt>
                <c:pt idx="48">
                  <c:v>64.453125</c:v>
                </c:pt>
              </c:numCache>
            </c:numRef>
          </c:yVal>
          <c:smooth val="1"/>
          <c:extLst>
            <c:ext xmlns:c16="http://schemas.microsoft.com/office/drawing/2014/chart" uri="{C3380CC4-5D6E-409C-BE32-E72D297353CC}">
              <c16:uniqueId val="{00000005-B313-4A0A-B05D-841DACF30AC7}"/>
            </c:ext>
          </c:extLst>
        </c:ser>
        <c:ser>
          <c:idx val="6"/>
          <c:order val="6"/>
          <c:tx>
            <c:v>T7</c:v>
          </c:tx>
          <c:spPr>
            <a:ln w="19050" cap="rnd">
              <a:solidFill>
                <a:schemeClr val="accent1">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data'!$L$81:$L$129</c:f>
              <c:numCache>
                <c:formatCode>0.0</c:formatCode>
                <c:ptCount val="49"/>
                <c:pt idx="0">
                  <c:v>70.166015625</c:v>
                </c:pt>
                <c:pt idx="1">
                  <c:v>78.7353515625</c:v>
                </c:pt>
                <c:pt idx="2">
                  <c:v>81.6650390625</c:v>
                </c:pt>
                <c:pt idx="3">
                  <c:v>84.521484375</c:v>
                </c:pt>
                <c:pt idx="4">
                  <c:v>88.330078125</c:v>
                </c:pt>
                <c:pt idx="5">
                  <c:v>85.107421875</c:v>
                </c:pt>
                <c:pt idx="6">
                  <c:v>82.03125</c:v>
                </c:pt>
                <c:pt idx="7">
                  <c:v>80.7861328125</c:v>
                </c:pt>
                <c:pt idx="8">
                  <c:v>80.3466796875</c:v>
                </c:pt>
                <c:pt idx="9">
                  <c:v>80.126953125</c:v>
                </c:pt>
                <c:pt idx="10">
                  <c:v>79.98046875</c:v>
                </c:pt>
                <c:pt idx="11">
                  <c:v>79.9072265625</c:v>
                </c:pt>
                <c:pt idx="12">
                  <c:v>79.9072265625</c:v>
                </c:pt>
                <c:pt idx="13">
                  <c:v>79.98046875</c:v>
                </c:pt>
                <c:pt idx="14">
                  <c:v>80.712890625</c:v>
                </c:pt>
                <c:pt idx="15">
                  <c:v>82.177734375</c:v>
                </c:pt>
                <c:pt idx="16">
                  <c:v>82.2509765625</c:v>
                </c:pt>
                <c:pt idx="17">
                  <c:v>82.177734375</c:v>
                </c:pt>
                <c:pt idx="18">
                  <c:v>82.6171875</c:v>
                </c:pt>
                <c:pt idx="19">
                  <c:v>82.763671875</c:v>
                </c:pt>
                <c:pt idx="20">
                  <c:v>82.6904296875</c:v>
                </c:pt>
                <c:pt idx="21">
                  <c:v>82.6904296875</c:v>
                </c:pt>
                <c:pt idx="22">
                  <c:v>82.6904296875</c:v>
                </c:pt>
                <c:pt idx="23">
                  <c:v>82.470703125</c:v>
                </c:pt>
                <c:pt idx="24">
                  <c:v>82.763671875</c:v>
                </c:pt>
                <c:pt idx="25">
                  <c:v>82.6904296875</c:v>
                </c:pt>
                <c:pt idx="26">
                  <c:v>82.91015625</c:v>
                </c:pt>
                <c:pt idx="27">
                  <c:v>83.203125</c:v>
                </c:pt>
                <c:pt idx="28">
                  <c:v>82.91015625</c:v>
                </c:pt>
                <c:pt idx="29">
                  <c:v>82.91015625</c:v>
                </c:pt>
                <c:pt idx="30">
                  <c:v>82.6171875</c:v>
                </c:pt>
                <c:pt idx="31">
                  <c:v>83.4228515625</c:v>
                </c:pt>
                <c:pt idx="32">
                  <c:v>83.056640625</c:v>
                </c:pt>
                <c:pt idx="33">
                  <c:v>82.91015625</c:v>
                </c:pt>
                <c:pt idx="34">
                  <c:v>82.763671875</c:v>
                </c:pt>
                <c:pt idx="35">
                  <c:v>82.6904296875</c:v>
                </c:pt>
                <c:pt idx="36">
                  <c:v>83.056640625</c:v>
                </c:pt>
                <c:pt idx="37">
                  <c:v>83.49609375</c:v>
                </c:pt>
                <c:pt idx="38">
                  <c:v>83.056640625</c:v>
                </c:pt>
                <c:pt idx="39">
                  <c:v>81.4453125</c:v>
                </c:pt>
                <c:pt idx="40">
                  <c:v>80.7861328125</c:v>
                </c:pt>
                <c:pt idx="41">
                  <c:v>78.2958984375</c:v>
                </c:pt>
                <c:pt idx="42">
                  <c:v>76.3916015625</c:v>
                </c:pt>
                <c:pt idx="43">
                  <c:v>74.6337890625</c:v>
                </c:pt>
                <c:pt idx="44">
                  <c:v>73.0224609375</c:v>
                </c:pt>
                <c:pt idx="45">
                  <c:v>71.337890625</c:v>
                </c:pt>
                <c:pt idx="46">
                  <c:v>69.873046875</c:v>
                </c:pt>
                <c:pt idx="47">
                  <c:v>67.3828125</c:v>
                </c:pt>
                <c:pt idx="48">
                  <c:v>64.892578125</c:v>
                </c:pt>
              </c:numCache>
            </c:numRef>
          </c:yVal>
          <c:smooth val="1"/>
          <c:extLst>
            <c:ext xmlns:c16="http://schemas.microsoft.com/office/drawing/2014/chart" uri="{C3380CC4-5D6E-409C-BE32-E72D297353CC}">
              <c16:uniqueId val="{00000006-B313-4A0A-B05D-841DACF30AC7}"/>
            </c:ext>
          </c:extLst>
        </c:ser>
        <c:ser>
          <c:idx val="7"/>
          <c:order val="7"/>
          <c:tx>
            <c:v>T8</c:v>
          </c:tx>
          <c:spPr>
            <a:ln w="19050" cap="rnd">
              <a:solidFill>
                <a:schemeClr val="accent2">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data'!$M$81:$M$129</c:f>
              <c:numCache>
                <c:formatCode>0.0</c:formatCode>
                <c:ptCount val="49"/>
                <c:pt idx="0">
                  <c:v>71.8505859375</c:v>
                </c:pt>
                <c:pt idx="1">
                  <c:v>78.5888671875</c:v>
                </c:pt>
                <c:pt idx="2">
                  <c:v>82.6171875</c:v>
                </c:pt>
                <c:pt idx="3">
                  <c:v>88.4033203125</c:v>
                </c:pt>
                <c:pt idx="4">
                  <c:v>89.501953125</c:v>
                </c:pt>
                <c:pt idx="5">
                  <c:v>88.4033203125</c:v>
                </c:pt>
                <c:pt idx="6">
                  <c:v>85.0341796875</c:v>
                </c:pt>
                <c:pt idx="7">
                  <c:v>82.470703125</c:v>
                </c:pt>
                <c:pt idx="8">
                  <c:v>81.6650390625</c:v>
                </c:pt>
                <c:pt idx="9">
                  <c:v>81.2255859375</c:v>
                </c:pt>
                <c:pt idx="10">
                  <c:v>81.15234375</c:v>
                </c:pt>
                <c:pt idx="11">
                  <c:v>81.0791015625</c:v>
                </c:pt>
                <c:pt idx="12">
                  <c:v>81.15234375</c:v>
                </c:pt>
                <c:pt idx="13">
                  <c:v>81.005859375</c:v>
                </c:pt>
                <c:pt idx="14">
                  <c:v>80.3466796875</c:v>
                </c:pt>
                <c:pt idx="15">
                  <c:v>82.6904296875</c:v>
                </c:pt>
                <c:pt idx="16">
                  <c:v>83.056640625</c:v>
                </c:pt>
                <c:pt idx="17">
                  <c:v>82.6904296875</c:v>
                </c:pt>
                <c:pt idx="18">
                  <c:v>83.203125</c:v>
                </c:pt>
                <c:pt idx="19">
                  <c:v>83.4228515625</c:v>
                </c:pt>
                <c:pt idx="20">
                  <c:v>83.349609375</c:v>
                </c:pt>
                <c:pt idx="21">
                  <c:v>83.349609375</c:v>
                </c:pt>
                <c:pt idx="22">
                  <c:v>83.203125</c:v>
                </c:pt>
                <c:pt idx="23">
                  <c:v>83.2763671875</c:v>
                </c:pt>
                <c:pt idx="24">
                  <c:v>83.4228515625</c:v>
                </c:pt>
                <c:pt idx="25">
                  <c:v>83.2763671875</c:v>
                </c:pt>
                <c:pt idx="26">
                  <c:v>83.7158203125</c:v>
                </c:pt>
                <c:pt idx="27">
                  <c:v>83.935546875</c:v>
                </c:pt>
                <c:pt idx="28">
                  <c:v>83.642578125</c:v>
                </c:pt>
                <c:pt idx="29">
                  <c:v>83.642578125</c:v>
                </c:pt>
                <c:pt idx="30">
                  <c:v>83.7158203125</c:v>
                </c:pt>
                <c:pt idx="31">
                  <c:v>83.7890625</c:v>
                </c:pt>
                <c:pt idx="32">
                  <c:v>83.7890625</c:v>
                </c:pt>
                <c:pt idx="33">
                  <c:v>83.5693359375</c:v>
                </c:pt>
                <c:pt idx="34">
                  <c:v>83.4228515625</c:v>
                </c:pt>
                <c:pt idx="35">
                  <c:v>83.203125</c:v>
                </c:pt>
                <c:pt idx="36">
                  <c:v>83.8623046875</c:v>
                </c:pt>
                <c:pt idx="37">
                  <c:v>84.0087890625</c:v>
                </c:pt>
                <c:pt idx="38">
                  <c:v>83.7158203125</c:v>
                </c:pt>
                <c:pt idx="39">
                  <c:v>81.73828125</c:v>
                </c:pt>
                <c:pt idx="40">
                  <c:v>81.3720703125</c:v>
                </c:pt>
                <c:pt idx="41">
                  <c:v>79.98046875</c:v>
                </c:pt>
                <c:pt idx="42">
                  <c:v>77.5634765625</c:v>
                </c:pt>
                <c:pt idx="43">
                  <c:v>76.0986328125</c:v>
                </c:pt>
                <c:pt idx="44">
                  <c:v>74.4873046875</c:v>
                </c:pt>
                <c:pt idx="45">
                  <c:v>72.8759765625</c:v>
                </c:pt>
                <c:pt idx="46">
                  <c:v>71.7041015625</c:v>
                </c:pt>
                <c:pt idx="47">
                  <c:v>70.3857421875</c:v>
                </c:pt>
                <c:pt idx="48">
                  <c:v>68.9208984375</c:v>
                </c:pt>
              </c:numCache>
            </c:numRef>
          </c:yVal>
          <c:smooth val="1"/>
          <c:extLst>
            <c:ext xmlns:c16="http://schemas.microsoft.com/office/drawing/2014/chart" uri="{C3380CC4-5D6E-409C-BE32-E72D297353CC}">
              <c16:uniqueId val="{00000007-B313-4A0A-B05D-841DACF30AC7}"/>
            </c:ext>
          </c:extLst>
        </c:ser>
        <c:ser>
          <c:idx val="8"/>
          <c:order val="8"/>
          <c:tx>
            <c:v>T9</c:v>
          </c:tx>
          <c:spPr>
            <a:ln w="19050" cap="rnd">
              <a:solidFill>
                <a:schemeClr val="accent3">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data'!$N$81:$N$129</c:f>
              <c:numCache>
                <c:formatCode>0.0</c:formatCode>
                <c:ptCount val="49"/>
                <c:pt idx="0">
                  <c:v>91.69921875</c:v>
                </c:pt>
                <c:pt idx="1">
                  <c:v>91.552734375</c:v>
                </c:pt>
                <c:pt idx="2">
                  <c:v>91.9189453125</c:v>
                </c:pt>
                <c:pt idx="3">
                  <c:v>91.9921875</c:v>
                </c:pt>
                <c:pt idx="4">
                  <c:v>92.2119140625</c:v>
                </c:pt>
                <c:pt idx="5">
                  <c:v>92.3583984375</c:v>
                </c:pt>
                <c:pt idx="6">
                  <c:v>92.3583984375</c:v>
                </c:pt>
                <c:pt idx="7">
                  <c:v>92.5048828125</c:v>
                </c:pt>
                <c:pt idx="8">
                  <c:v>92.5048828125</c:v>
                </c:pt>
                <c:pt idx="9">
                  <c:v>92.5048828125</c:v>
                </c:pt>
                <c:pt idx="10">
                  <c:v>92.578125</c:v>
                </c:pt>
                <c:pt idx="11">
                  <c:v>92.431640625</c:v>
                </c:pt>
                <c:pt idx="12">
                  <c:v>92.5048828125</c:v>
                </c:pt>
                <c:pt idx="13">
                  <c:v>92.5048828125</c:v>
                </c:pt>
                <c:pt idx="14">
                  <c:v>92.578125</c:v>
                </c:pt>
                <c:pt idx="15">
                  <c:v>92.3583984375</c:v>
                </c:pt>
                <c:pt idx="16">
                  <c:v>92.5048828125</c:v>
                </c:pt>
                <c:pt idx="17">
                  <c:v>92.431640625</c:v>
                </c:pt>
                <c:pt idx="18">
                  <c:v>92.431640625</c:v>
                </c:pt>
                <c:pt idx="19">
                  <c:v>92.5048828125</c:v>
                </c:pt>
                <c:pt idx="20">
                  <c:v>92.28515625</c:v>
                </c:pt>
                <c:pt idx="21">
                  <c:v>92.431640625</c:v>
                </c:pt>
                <c:pt idx="22">
                  <c:v>92.431640625</c:v>
                </c:pt>
                <c:pt idx="23">
                  <c:v>92.3583984375</c:v>
                </c:pt>
                <c:pt idx="24">
                  <c:v>92.3583984375</c:v>
                </c:pt>
                <c:pt idx="25">
                  <c:v>92.3583984375</c:v>
                </c:pt>
                <c:pt idx="26">
                  <c:v>92.3583984375</c:v>
                </c:pt>
                <c:pt idx="27">
                  <c:v>92.3583984375</c:v>
                </c:pt>
                <c:pt idx="28">
                  <c:v>92.28515625</c:v>
                </c:pt>
                <c:pt idx="29">
                  <c:v>92.5048828125</c:v>
                </c:pt>
                <c:pt idx="30">
                  <c:v>92.28515625</c:v>
                </c:pt>
                <c:pt idx="31">
                  <c:v>92.431640625</c:v>
                </c:pt>
                <c:pt idx="32">
                  <c:v>92.3583984375</c:v>
                </c:pt>
                <c:pt idx="33">
                  <c:v>92.3583984375</c:v>
                </c:pt>
                <c:pt idx="34">
                  <c:v>92.3583984375</c:v>
                </c:pt>
                <c:pt idx="35">
                  <c:v>92.2119140625</c:v>
                </c:pt>
                <c:pt idx="36">
                  <c:v>92.28515625</c:v>
                </c:pt>
                <c:pt idx="37">
                  <c:v>92.28515625</c:v>
                </c:pt>
                <c:pt idx="38">
                  <c:v>92.431640625</c:v>
                </c:pt>
                <c:pt idx="39">
                  <c:v>91.9189453125</c:v>
                </c:pt>
                <c:pt idx="40">
                  <c:v>87.8173828125</c:v>
                </c:pt>
                <c:pt idx="41">
                  <c:v>84.3017578125</c:v>
                </c:pt>
                <c:pt idx="42">
                  <c:v>83.2763671875</c:v>
                </c:pt>
                <c:pt idx="43">
                  <c:v>82.1044921875</c:v>
                </c:pt>
                <c:pt idx="44">
                  <c:v>81.5185546875</c:v>
                </c:pt>
                <c:pt idx="45">
                  <c:v>80.126953125</c:v>
                </c:pt>
                <c:pt idx="46">
                  <c:v>79.1748046875</c:v>
                </c:pt>
                <c:pt idx="47">
                  <c:v>78.22265625</c:v>
                </c:pt>
                <c:pt idx="48">
                  <c:v>77.9296875</c:v>
                </c:pt>
              </c:numCache>
            </c:numRef>
          </c:yVal>
          <c:smooth val="1"/>
          <c:extLst>
            <c:ext xmlns:c16="http://schemas.microsoft.com/office/drawing/2014/chart" uri="{C3380CC4-5D6E-409C-BE32-E72D297353CC}">
              <c16:uniqueId val="{00000008-B313-4A0A-B05D-841DACF30AC7}"/>
            </c:ext>
          </c:extLst>
        </c:ser>
        <c:dLbls>
          <c:showLegendKey val="0"/>
          <c:showVal val="0"/>
          <c:showCatName val="0"/>
          <c:showSerName val="0"/>
          <c:showPercent val="0"/>
          <c:showBubbleSize val="0"/>
        </c:dLbls>
        <c:axId val="2034328432"/>
        <c:axId val="2034319432"/>
      </c:scatterChart>
      <c:valAx>
        <c:axId val="203432843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19432"/>
        <c:crosses val="autoZero"/>
        <c:crossBetween val="midCat"/>
      </c:valAx>
      <c:valAx>
        <c:axId val="2034319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Temperature (C)</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2843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solidFill>
            <a:srgbClr val="333333"/>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baseline="0">
                <a:latin typeface="Arial" panose="020B0604020202020204" pitchFamily="34" charset="0"/>
                <a:cs typeface="Arial" panose="020B0604020202020204" pitchFamily="34" charset="0"/>
              </a:rPr>
              <a:t>McCabe–Thiele Diagram for Middle Feed</a:t>
            </a:r>
            <a:endParaRPr lang="en-US" sz="1400" b="1">
              <a:latin typeface="Arial" panose="020B0604020202020204" pitchFamily="34" charset="0"/>
              <a:cs typeface="Arial" panose="020B0604020202020204" pitchFamily="34" charset="0"/>
            </a:endParaRPr>
          </a:p>
        </c:rich>
      </c:tx>
      <c:layout>
        <c:manualLayout>
          <c:xMode val="edge"/>
          <c:yMode val="edge"/>
          <c:x val="0.12094707620820716"/>
          <c:y val="2.4536139507842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497702316694565"/>
          <c:y val="0.10235216458336849"/>
          <c:w val="0.6256236922877042"/>
          <c:h val="0.80867462512965171"/>
        </c:manualLayout>
      </c:layout>
      <c:scatterChart>
        <c:scatterStyle val="smoothMarker"/>
        <c:varyColors val="0"/>
        <c:ser>
          <c:idx val="0"/>
          <c:order val="0"/>
          <c:tx>
            <c:v>EtOH-Water Equilibrium</c:v>
          </c:tx>
          <c:spPr>
            <a:ln w="19050" cap="rnd">
              <a:solidFill>
                <a:schemeClr val="accent1"/>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Lab!$Y$5:$Y$21</c:f>
              <c:numCache>
                <c:formatCode>0.00</c:formatCode>
                <c:ptCount val="17"/>
                <c:pt idx="0">
                  <c:v>0</c:v>
                </c:pt>
                <c:pt idx="1">
                  <c:v>0.17</c:v>
                </c:pt>
                <c:pt idx="2">
                  <c:v>0.3891</c:v>
                </c:pt>
                <c:pt idx="3">
                  <c:v>0.4375</c:v>
                </c:pt>
                <c:pt idx="4">
                  <c:v>0.47039999999999998</c:v>
                </c:pt>
                <c:pt idx="5">
                  <c:v>0.50890000000000002</c:v>
                </c:pt>
                <c:pt idx="6">
                  <c:v>0.54449999999999998</c:v>
                </c:pt>
                <c:pt idx="7">
                  <c:v>0.55800000000000005</c:v>
                </c:pt>
                <c:pt idx="8">
                  <c:v>0.58260000000000001</c:v>
                </c:pt>
                <c:pt idx="9">
                  <c:v>0.61219999999999997</c:v>
                </c:pt>
                <c:pt idx="10">
                  <c:v>0.65639999999999998</c:v>
                </c:pt>
                <c:pt idx="11">
                  <c:v>0.65990000000000004</c:v>
                </c:pt>
                <c:pt idx="12">
                  <c:v>0.68410000000000004</c:v>
                </c:pt>
                <c:pt idx="13">
                  <c:v>0.73850000000000005</c:v>
                </c:pt>
                <c:pt idx="14">
                  <c:v>0.78149999999999997</c:v>
                </c:pt>
                <c:pt idx="15">
                  <c:v>0.89429999999999998</c:v>
                </c:pt>
                <c:pt idx="16">
                  <c:v>1</c:v>
                </c:pt>
              </c:numCache>
            </c:numRef>
          </c:yVal>
          <c:smooth val="1"/>
          <c:extLst>
            <c:ext xmlns:c16="http://schemas.microsoft.com/office/drawing/2014/chart" uri="{C3380CC4-5D6E-409C-BE32-E72D297353CC}">
              <c16:uniqueId val="{00000000-0E16-4360-A120-023D61C7B430}"/>
            </c:ext>
          </c:extLst>
        </c:ser>
        <c:ser>
          <c:idx val="1"/>
          <c:order val="1"/>
          <c:tx>
            <c:v>Rectifying Operating Line</c:v>
          </c:tx>
          <c:spPr>
            <a:ln w="19050" cap="rnd">
              <a:solidFill>
                <a:schemeClr val="accent2"/>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Lab!$Z$5:$Z$21</c:f>
              <c:numCache>
                <c:formatCode>0.00</c:formatCode>
                <c:ptCount val="17"/>
                <c:pt idx="0">
                  <c:v>0.12714451983901456</c:v>
                </c:pt>
                <c:pt idx="1">
                  <c:v>0.1429778531723479</c:v>
                </c:pt>
                <c:pt idx="2">
                  <c:v>0.18722785317234791</c:v>
                </c:pt>
                <c:pt idx="3">
                  <c:v>0.20764451983901455</c:v>
                </c:pt>
                <c:pt idx="4">
                  <c:v>0.23031118650568122</c:v>
                </c:pt>
                <c:pt idx="5">
                  <c:v>0.26556118650568122</c:v>
                </c:pt>
                <c:pt idx="6">
                  <c:v>0.32189451983901457</c:v>
                </c:pt>
                <c:pt idx="7">
                  <c:v>0.34447785317234791</c:v>
                </c:pt>
                <c:pt idx="8">
                  <c:v>0.39989451983901458</c:v>
                </c:pt>
                <c:pt idx="9">
                  <c:v>0.45756118650568123</c:v>
                </c:pt>
                <c:pt idx="10">
                  <c:v>0.55039451983901455</c:v>
                </c:pt>
                <c:pt idx="11">
                  <c:v>0.56031118650568124</c:v>
                </c:pt>
                <c:pt idx="12">
                  <c:v>0.60481118650568133</c:v>
                </c:pt>
                <c:pt idx="13">
                  <c:v>0.69072785317234786</c:v>
                </c:pt>
                <c:pt idx="14">
                  <c:v>0.74981118650568124</c:v>
                </c:pt>
                <c:pt idx="15">
                  <c:v>0.8723945198390145</c:v>
                </c:pt>
                <c:pt idx="16">
                  <c:v>0.96047785317234791</c:v>
                </c:pt>
              </c:numCache>
            </c:numRef>
          </c:yVal>
          <c:smooth val="1"/>
          <c:extLst>
            <c:ext xmlns:c16="http://schemas.microsoft.com/office/drawing/2014/chart" uri="{C3380CC4-5D6E-409C-BE32-E72D297353CC}">
              <c16:uniqueId val="{00000001-0E16-4360-A120-023D61C7B430}"/>
            </c:ext>
          </c:extLst>
        </c:ser>
        <c:ser>
          <c:idx val="2"/>
          <c:order val="2"/>
          <c:tx>
            <c:v>Feed Operating Line</c:v>
          </c:tx>
          <c:spPr>
            <a:ln w="19050" cap="rnd">
              <a:solidFill>
                <a:schemeClr val="accent3"/>
              </a:solidFill>
              <a:round/>
            </a:ln>
            <a:effectLst/>
          </c:spPr>
          <c:marker>
            <c:symbol val="none"/>
          </c:marker>
          <c:xVal>
            <c:numRef>
              <c:f>(Lab!$AA$5,Lab!$AA$5)</c:f>
              <c:numCache>
                <c:formatCode>0.00</c:formatCode>
                <c:ptCount val="2"/>
                <c:pt idx="0">
                  <c:v>8.9099999999999999E-2</c:v>
                </c:pt>
                <c:pt idx="1">
                  <c:v>8.9099999999999999E-2</c:v>
                </c:pt>
              </c:numCache>
            </c:numRef>
          </c:xVal>
          <c:yVal>
            <c:numRef>
              <c:f>(Lab!$X$5,Lab!$X$21)</c:f>
              <c:numCache>
                <c:formatCode>0.00</c:formatCode>
                <c:ptCount val="2"/>
                <c:pt idx="0">
                  <c:v>0</c:v>
                </c:pt>
                <c:pt idx="1">
                  <c:v>1</c:v>
                </c:pt>
              </c:numCache>
            </c:numRef>
          </c:yVal>
          <c:smooth val="1"/>
          <c:extLst>
            <c:ext xmlns:c16="http://schemas.microsoft.com/office/drawing/2014/chart" uri="{C3380CC4-5D6E-409C-BE32-E72D297353CC}">
              <c16:uniqueId val="{00000002-0E16-4360-A120-023D61C7B430}"/>
            </c:ext>
          </c:extLst>
        </c:ser>
        <c:ser>
          <c:idx val="3"/>
          <c:order val="3"/>
          <c:tx>
            <c:v>Stripping Operating Line</c:v>
          </c:tx>
          <c:spPr>
            <a:ln w="19050" cap="rnd">
              <a:solidFill>
                <a:schemeClr val="accent4"/>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Lab!$AB$5:$AB$14</c:f>
              <c:numCache>
                <c:formatCode>0.00</c:formatCode>
                <c:ptCount val="10"/>
                <c:pt idx="0">
                  <c:v>-8.1840627902898616E-2</c:v>
                </c:pt>
                <c:pt idx="1">
                  <c:v>-2.1430368244615694E-2</c:v>
                </c:pt>
                <c:pt idx="2">
                  <c:v>0.14740041006353288</c:v>
                </c:pt>
                <c:pt idx="3">
                  <c:v>0.22529785014921352</c:v>
                </c:pt>
                <c:pt idx="4">
                  <c:v>0.3117799060810712</c:v>
                </c:pt>
                <c:pt idx="5">
                  <c:v>0.44627222100451158</c:v>
                </c:pt>
                <c:pt idx="6">
                  <c:v>0.66120556589398138</c:v>
                </c:pt>
                <c:pt idx="7">
                  <c:v>0.74736967309079538</c:v>
                </c:pt>
                <c:pt idx="8">
                  <c:v>0.95880558189478571</c:v>
                </c:pt>
                <c:pt idx="9">
                  <c:v>1.1788261065449528</c:v>
                </c:pt>
              </c:numCache>
            </c:numRef>
          </c:yVal>
          <c:smooth val="1"/>
          <c:extLst>
            <c:ext xmlns:c16="http://schemas.microsoft.com/office/drawing/2014/chart" uri="{C3380CC4-5D6E-409C-BE32-E72D297353CC}">
              <c16:uniqueId val="{00000003-0E16-4360-A120-023D61C7B430}"/>
            </c:ext>
          </c:extLst>
        </c:ser>
        <c:ser>
          <c:idx val="4"/>
          <c:order val="4"/>
          <c:tx>
            <c:v>y=x</c:v>
          </c:tx>
          <c:spPr>
            <a:ln w="19050" cap="rnd">
              <a:solidFill>
                <a:schemeClr val="accent5"/>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yVal>
          <c:smooth val="1"/>
          <c:extLst>
            <c:ext xmlns:c16="http://schemas.microsoft.com/office/drawing/2014/chart" uri="{C3380CC4-5D6E-409C-BE32-E72D297353CC}">
              <c16:uniqueId val="{00000004-0E16-4360-A120-023D61C7B430}"/>
            </c:ext>
          </c:extLst>
        </c:ser>
        <c:ser>
          <c:idx val="5"/>
          <c:order val="5"/>
          <c:tx>
            <c:v>(xD, xD)</c:v>
          </c:tx>
          <c:spPr>
            <a:ln w="19050" cap="rnd">
              <a:solidFill>
                <a:schemeClr val="accent6"/>
              </a:solidFill>
              <a:round/>
            </a:ln>
            <a:effectLst/>
          </c:spPr>
          <c:marker>
            <c:symbol val="none"/>
          </c:marker>
          <c:xVal>
            <c:numRef>
              <c:f>Lab!$T$6</c:f>
              <c:numCache>
                <c:formatCode>0.00</c:formatCode>
                <c:ptCount val="1"/>
                <c:pt idx="0">
                  <c:v>0.76286711903408733</c:v>
                </c:pt>
              </c:numCache>
            </c:numRef>
          </c:xVal>
          <c:yVal>
            <c:numRef>
              <c:f>Lab!$T$6</c:f>
              <c:numCache>
                <c:formatCode>0.00</c:formatCode>
                <c:ptCount val="1"/>
                <c:pt idx="0">
                  <c:v>0.76286711903408733</c:v>
                </c:pt>
              </c:numCache>
            </c:numRef>
          </c:yVal>
          <c:smooth val="1"/>
          <c:extLst>
            <c:ext xmlns:c16="http://schemas.microsoft.com/office/drawing/2014/chart" uri="{C3380CC4-5D6E-409C-BE32-E72D297353CC}">
              <c16:uniqueId val="{00000005-0E16-4360-A120-023D61C7B430}"/>
            </c:ext>
          </c:extLst>
        </c:ser>
        <c:ser>
          <c:idx val="6"/>
          <c:order val="6"/>
          <c:tx>
            <c:v>(xB, xB)</c:v>
          </c:tx>
          <c:spPr>
            <a:ln w="19050" cap="rnd">
              <a:solidFill>
                <a:schemeClr val="accent1">
                  <a:lumMod val="60000"/>
                </a:schemeClr>
              </a:solidFill>
              <a:round/>
            </a:ln>
            <a:effectLst/>
          </c:spPr>
          <c:marker>
            <c:symbol val="none"/>
          </c:marker>
          <c:xVal>
            <c:numRef>
              <c:f>Lab!$T$8</c:f>
              <c:numCache>
                <c:formatCode>0.00</c:formatCode>
                <c:ptCount val="1"/>
                <c:pt idx="0">
                  <c:v>3.7550402798405214E-2</c:v>
                </c:pt>
              </c:numCache>
            </c:numRef>
          </c:xVal>
          <c:yVal>
            <c:numRef>
              <c:f>Lab!$T$8</c:f>
              <c:numCache>
                <c:formatCode>0.00</c:formatCode>
                <c:ptCount val="1"/>
                <c:pt idx="0">
                  <c:v>3.7550402798405214E-2</c:v>
                </c:pt>
              </c:numCache>
            </c:numRef>
          </c:yVal>
          <c:smooth val="1"/>
          <c:extLst>
            <c:ext xmlns:c16="http://schemas.microsoft.com/office/drawing/2014/chart" uri="{C3380CC4-5D6E-409C-BE32-E72D297353CC}">
              <c16:uniqueId val="{00000006-0E16-4360-A120-023D61C7B430}"/>
            </c:ext>
          </c:extLst>
        </c:ser>
        <c:dLbls>
          <c:showLegendKey val="0"/>
          <c:showVal val="0"/>
          <c:showCatName val="0"/>
          <c:showSerName val="0"/>
          <c:showPercent val="0"/>
          <c:showBubbleSize val="0"/>
        </c:dLbls>
        <c:axId val="991894984"/>
        <c:axId val="991891744"/>
      </c:scatterChart>
      <c:valAx>
        <c:axId val="99189498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xEtOH</a:t>
                </a:r>
              </a:p>
            </c:rich>
          </c:tx>
          <c:layout>
            <c:manualLayout>
              <c:xMode val="edge"/>
              <c:yMode val="edge"/>
              <c:x val="0.37026337935795522"/>
              <c:y val="0.9316347605516054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1891744"/>
        <c:crosses val="autoZero"/>
        <c:crossBetween val="midCat"/>
      </c:valAx>
      <c:valAx>
        <c:axId val="99189174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yEtOH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1894984"/>
        <c:crosses val="autoZero"/>
        <c:crossBetween val="midCat"/>
      </c:valAx>
      <c:spPr>
        <a:noFill/>
        <a:ln>
          <a:noFill/>
        </a:ln>
        <a:effectLst/>
      </c:spPr>
    </c:plotArea>
    <c:legend>
      <c:legendPos val="r"/>
      <c:layout>
        <c:manualLayout>
          <c:xMode val="edge"/>
          <c:yMode val="edge"/>
          <c:x val="0.72037833889419811"/>
          <c:y val="0.24605989487518765"/>
          <c:w val="0.27059977501021593"/>
          <c:h val="0.47925177587266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pPr>
      <a:endParaRPr lang="en-US"/>
    </a:p>
  </c:txPr>
  <c:externalData r:id="rId4">
    <c:autoUpdate val="0"/>
  </c:externalData>
  <c:userShapes r:id="rId5"/>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a:solidFill>
                  <a:sysClr val="windowText" lastClr="000000">
                    <a:lumMod val="65000"/>
                    <a:lumOff val="35000"/>
                  </a:sysClr>
                </a:solidFill>
                <a:latin typeface="Arial" panose="020B0604020202020204" pitchFamily="34" charset="0"/>
                <a:cs typeface="Arial" panose="020B0604020202020204" pitchFamily="34" charset="0"/>
              </a:rPr>
              <a:t>McCabe–Thiele Diagram for Top Feed</a:t>
            </a:r>
          </a:p>
        </c:rich>
      </c:tx>
      <c:layout>
        <c:manualLayout>
          <c:xMode val="edge"/>
          <c:yMode val="edge"/>
          <c:x val="0.12852086411684474"/>
          <c:y val="3.237498161843185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601663186787449"/>
          <c:y val="0.11367697678668051"/>
          <c:w val="0.62191647135111416"/>
          <c:h val="0.78027434677896823"/>
        </c:manualLayout>
      </c:layout>
      <c:scatterChart>
        <c:scatterStyle val="smoothMarker"/>
        <c:varyColors val="0"/>
        <c:ser>
          <c:idx val="0"/>
          <c:order val="0"/>
          <c:tx>
            <c:v>EtOH-Water Equilibrium</c:v>
          </c:tx>
          <c:spPr>
            <a:ln w="19050" cap="rnd">
              <a:solidFill>
                <a:schemeClr val="accent1"/>
              </a:solidFill>
              <a:round/>
            </a:ln>
            <a:effectLst/>
          </c:spPr>
          <c:marker>
            <c:symbol val="none"/>
          </c:marker>
          <c:xVal>
            <c:numRef>
              <c:f>Lab!$X$31:$X$47</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Lab!$Y$31:$Y$47</c:f>
              <c:numCache>
                <c:formatCode>0.00</c:formatCode>
                <c:ptCount val="17"/>
                <c:pt idx="0">
                  <c:v>0</c:v>
                </c:pt>
                <c:pt idx="1">
                  <c:v>0.17</c:v>
                </c:pt>
                <c:pt idx="2">
                  <c:v>0.3891</c:v>
                </c:pt>
                <c:pt idx="3">
                  <c:v>0.4375</c:v>
                </c:pt>
                <c:pt idx="4">
                  <c:v>0.47039999999999998</c:v>
                </c:pt>
                <c:pt idx="5">
                  <c:v>0.50890000000000002</c:v>
                </c:pt>
                <c:pt idx="6">
                  <c:v>0.54449999999999998</c:v>
                </c:pt>
                <c:pt idx="7">
                  <c:v>0.55800000000000005</c:v>
                </c:pt>
                <c:pt idx="8">
                  <c:v>0.58260000000000001</c:v>
                </c:pt>
                <c:pt idx="9">
                  <c:v>0.61219999999999997</c:v>
                </c:pt>
                <c:pt idx="10">
                  <c:v>0.65639999999999998</c:v>
                </c:pt>
                <c:pt idx="11">
                  <c:v>0.65990000000000004</c:v>
                </c:pt>
                <c:pt idx="12">
                  <c:v>0.68410000000000004</c:v>
                </c:pt>
                <c:pt idx="13">
                  <c:v>0.73850000000000005</c:v>
                </c:pt>
                <c:pt idx="14">
                  <c:v>0.78149999999999997</c:v>
                </c:pt>
                <c:pt idx="15">
                  <c:v>0.89429999999999998</c:v>
                </c:pt>
                <c:pt idx="16">
                  <c:v>1</c:v>
                </c:pt>
              </c:numCache>
            </c:numRef>
          </c:yVal>
          <c:smooth val="1"/>
          <c:extLst>
            <c:ext xmlns:c16="http://schemas.microsoft.com/office/drawing/2014/chart" uri="{C3380CC4-5D6E-409C-BE32-E72D297353CC}">
              <c16:uniqueId val="{00000000-6EFF-430F-B91E-6300A7B775DE}"/>
            </c:ext>
          </c:extLst>
        </c:ser>
        <c:ser>
          <c:idx val="1"/>
          <c:order val="1"/>
          <c:tx>
            <c:v>Rectifying Operating Line</c:v>
          </c:tx>
          <c:spPr>
            <a:ln w="19050" cap="rnd">
              <a:solidFill>
                <a:schemeClr val="accent2"/>
              </a:solidFill>
              <a:round/>
            </a:ln>
            <a:effectLst/>
          </c:spPr>
          <c:marker>
            <c:symbol val="none"/>
          </c:marker>
          <c:xVal>
            <c:numRef>
              <c:f>Lab!$X$31:$X$47</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Lab!$Z$31:$Z$47</c:f>
              <c:numCache>
                <c:formatCode>0.00</c:formatCode>
                <c:ptCount val="17"/>
                <c:pt idx="0">
                  <c:v>0.10825986941432371</c:v>
                </c:pt>
                <c:pt idx="1">
                  <c:v>0.12409320274765705</c:v>
                </c:pt>
                <c:pt idx="2">
                  <c:v>0.16834320274765704</c:v>
                </c:pt>
                <c:pt idx="3">
                  <c:v>0.18875986941432371</c:v>
                </c:pt>
                <c:pt idx="4">
                  <c:v>0.21142653608099038</c:v>
                </c:pt>
                <c:pt idx="5">
                  <c:v>0.24667653608099038</c:v>
                </c:pt>
                <c:pt idx="6">
                  <c:v>0.30300986941432373</c:v>
                </c:pt>
                <c:pt idx="7">
                  <c:v>0.32559320274765702</c:v>
                </c:pt>
                <c:pt idx="8">
                  <c:v>0.38100986941432369</c:v>
                </c:pt>
                <c:pt idx="9">
                  <c:v>0.43867653608099039</c:v>
                </c:pt>
                <c:pt idx="10">
                  <c:v>0.53150986941432377</c:v>
                </c:pt>
                <c:pt idx="11">
                  <c:v>0.54142653608099045</c:v>
                </c:pt>
                <c:pt idx="12">
                  <c:v>0.58592653608099043</c:v>
                </c:pt>
                <c:pt idx="13">
                  <c:v>0.67184320274765708</c:v>
                </c:pt>
                <c:pt idx="14">
                  <c:v>0.73092653608099045</c:v>
                </c:pt>
                <c:pt idx="15">
                  <c:v>0.85350986941432372</c:v>
                </c:pt>
                <c:pt idx="16">
                  <c:v>0.94159320274765712</c:v>
                </c:pt>
              </c:numCache>
            </c:numRef>
          </c:yVal>
          <c:smooth val="1"/>
          <c:extLst>
            <c:ext xmlns:c16="http://schemas.microsoft.com/office/drawing/2014/chart" uri="{C3380CC4-5D6E-409C-BE32-E72D297353CC}">
              <c16:uniqueId val="{00000001-6EFF-430F-B91E-6300A7B775DE}"/>
            </c:ext>
          </c:extLst>
        </c:ser>
        <c:ser>
          <c:idx val="2"/>
          <c:order val="2"/>
          <c:tx>
            <c:v>Feed Operating Line</c:v>
          </c:tx>
          <c:spPr>
            <a:ln w="19050" cap="rnd">
              <a:solidFill>
                <a:schemeClr val="accent3"/>
              </a:solidFill>
              <a:round/>
            </a:ln>
            <a:effectLst/>
          </c:spPr>
          <c:marker>
            <c:symbol val="none"/>
          </c:marker>
          <c:xVal>
            <c:numRef>
              <c:f>(Lab!$AA$31,Lab!$AA$31)</c:f>
              <c:numCache>
                <c:formatCode>0.00</c:formatCode>
                <c:ptCount val="2"/>
                <c:pt idx="0">
                  <c:v>8.9099999999999999E-2</c:v>
                </c:pt>
                <c:pt idx="1">
                  <c:v>8.9099999999999999E-2</c:v>
                </c:pt>
              </c:numCache>
            </c:numRef>
          </c:xVal>
          <c:yVal>
            <c:numRef>
              <c:f>(Lab!$Y$31,Lab!$Y$47)</c:f>
              <c:numCache>
                <c:formatCode>0.00</c:formatCode>
                <c:ptCount val="2"/>
                <c:pt idx="0">
                  <c:v>0</c:v>
                </c:pt>
                <c:pt idx="1">
                  <c:v>1</c:v>
                </c:pt>
              </c:numCache>
            </c:numRef>
          </c:yVal>
          <c:smooth val="1"/>
          <c:extLst>
            <c:ext xmlns:c16="http://schemas.microsoft.com/office/drawing/2014/chart" uri="{C3380CC4-5D6E-409C-BE32-E72D297353CC}">
              <c16:uniqueId val="{00000002-6EFF-430F-B91E-6300A7B775DE}"/>
            </c:ext>
          </c:extLst>
        </c:ser>
        <c:ser>
          <c:idx val="3"/>
          <c:order val="3"/>
          <c:tx>
            <c:v>Stripping Operating Line</c:v>
          </c:tx>
          <c:spPr>
            <a:ln w="19050" cap="rnd">
              <a:solidFill>
                <a:schemeClr val="accent4"/>
              </a:solidFill>
              <a:round/>
            </a:ln>
            <a:effectLst/>
          </c:spPr>
          <c:marker>
            <c:symbol val="none"/>
          </c:marker>
          <c:xVal>
            <c:numRef>
              <c:f>Lab!$X$31:$X$47</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Lab!$AB$31:$AB$40</c:f>
              <c:numCache>
                <c:formatCode>0.00</c:formatCode>
                <c:ptCount val="10"/>
                <c:pt idx="0">
                  <c:v>-7.8600318845424372E-2</c:v>
                </c:pt>
                <c:pt idx="1">
                  <c:v>-2.2909354789893838E-2</c:v>
                </c:pt>
                <c:pt idx="2">
                  <c:v>0.13273223422845729</c:v>
                </c:pt>
                <c:pt idx="3">
                  <c:v>0.20454426682637825</c:v>
                </c:pt>
                <c:pt idx="4">
                  <c:v>0.28427027852692721</c:v>
                </c:pt>
                <c:pt idx="5">
                  <c:v>0.40825595113476632</c:v>
                </c:pt>
                <c:pt idx="6">
                  <c:v>0.60639853903760121</c:v>
                </c:pt>
                <c:pt idx="7">
                  <c:v>0.68583144040101574</c:v>
                </c:pt>
                <c:pt idx="8">
                  <c:v>0.8807498145953726</c:v>
                </c:pt>
                <c:pt idx="9">
                  <c:v>1.0835821678923578</c:v>
                </c:pt>
              </c:numCache>
            </c:numRef>
          </c:yVal>
          <c:smooth val="1"/>
          <c:extLst>
            <c:ext xmlns:c16="http://schemas.microsoft.com/office/drawing/2014/chart" uri="{C3380CC4-5D6E-409C-BE32-E72D297353CC}">
              <c16:uniqueId val="{00000003-6EFF-430F-B91E-6300A7B775DE}"/>
            </c:ext>
          </c:extLst>
        </c:ser>
        <c:ser>
          <c:idx val="4"/>
          <c:order val="4"/>
          <c:tx>
            <c:v>y=x</c:v>
          </c:tx>
          <c:spPr>
            <a:ln w="19050" cap="rnd">
              <a:solidFill>
                <a:schemeClr val="accent5"/>
              </a:solidFill>
              <a:round/>
            </a:ln>
            <a:effectLst/>
          </c:spPr>
          <c:marker>
            <c:symbol val="none"/>
          </c:marker>
          <c:xVal>
            <c:numRef>
              <c:f>Lab!$X$31:$X$47</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Lab!$X$31:$X$47</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yVal>
          <c:smooth val="1"/>
          <c:extLst>
            <c:ext xmlns:c16="http://schemas.microsoft.com/office/drawing/2014/chart" uri="{C3380CC4-5D6E-409C-BE32-E72D297353CC}">
              <c16:uniqueId val="{00000004-6EFF-430F-B91E-6300A7B775DE}"/>
            </c:ext>
          </c:extLst>
        </c:ser>
        <c:ser>
          <c:idx val="5"/>
          <c:order val="5"/>
          <c:tx>
            <c:v>(xD, xD)</c:v>
          </c:tx>
          <c:spPr>
            <a:ln w="19050" cap="rnd">
              <a:solidFill>
                <a:schemeClr val="accent6"/>
              </a:solidFill>
              <a:round/>
            </a:ln>
            <a:effectLst/>
          </c:spPr>
          <c:marker>
            <c:symbol val="none"/>
          </c:marker>
          <c:xVal>
            <c:numRef>
              <c:f>Lab!$T$15</c:f>
              <c:numCache>
                <c:formatCode>0.00</c:formatCode>
                <c:ptCount val="1"/>
                <c:pt idx="0">
                  <c:v>0.64955921648594228</c:v>
                </c:pt>
              </c:numCache>
            </c:numRef>
          </c:xVal>
          <c:yVal>
            <c:numRef>
              <c:f>Lab!$T$15</c:f>
              <c:numCache>
                <c:formatCode>0.00</c:formatCode>
                <c:ptCount val="1"/>
                <c:pt idx="0">
                  <c:v>0.64955921648594228</c:v>
                </c:pt>
              </c:numCache>
            </c:numRef>
          </c:yVal>
          <c:smooth val="1"/>
          <c:extLst>
            <c:ext xmlns:c16="http://schemas.microsoft.com/office/drawing/2014/chart" uri="{C3380CC4-5D6E-409C-BE32-E72D297353CC}">
              <c16:uniqueId val="{00000005-6EFF-430F-B91E-6300A7B775DE}"/>
            </c:ext>
          </c:extLst>
        </c:ser>
        <c:ser>
          <c:idx val="6"/>
          <c:order val="6"/>
          <c:tx>
            <c:v>(xB, xB)</c:v>
          </c:tx>
          <c:spPr>
            <a:ln w="19050" cap="rnd">
              <a:solidFill>
                <a:schemeClr val="accent1">
                  <a:lumMod val="60000"/>
                </a:schemeClr>
              </a:solidFill>
              <a:round/>
            </a:ln>
            <a:effectLst/>
          </c:spPr>
          <c:marker>
            <c:symbol val="none"/>
          </c:marker>
          <c:xVal>
            <c:numRef>
              <c:f>Lab!$T$17</c:f>
              <c:numCache>
                <c:formatCode>0.00</c:formatCode>
                <c:ptCount val="1"/>
                <c:pt idx="0">
                  <c:v>4.0702284513507013E-2</c:v>
                </c:pt>
              </c:numCache>
            </c:numRef>
          </c:xVal>
          <c:yVal>
            <c:numRef>
              <c:f>Lab!$T$17</c:f>
              <c:numCache>
                <c:formatCode>0.00</c:formatCode>
                <c:ptCount val="1"/>
                <c:pt idx="0">
                  <c:v>4.0702284513507013E-2</c:v>
                </c:pt>
              </c:numCache>
            </c:numRef>
          </c:yVal>
          <c:smooth val="1"/>
          <c:extLst>
            <c:ext xmlns:c16="http://schemas.microsoft.com/office/drawing/2014/chart" uri="{C3380CC4-5D6E-409C-BE32-E72D297353CC}">
              <c16:uniqueId val="{00000006-6EFF-430F-B91E-6300A7B775DE}"/>
            </c:ext>
          </c:extLst>
        </c:ser>
        <c:dLbls>
          <c:showLegendKey val="0"/>
          <c:showVal val="0"/>
          <c:showCatName val="0"/>
          <c:showSerName val="0"/>
          <c:showPercent val="0"/>
          <c:showBubbleSize val="0"/>
        </c:dLbls>
        <c:axId val="942943704"/>
        <c:axId val="942951984"/>
      </c:scatterChart>
      <c:valAx>
        <c:axId val="94294370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xEtOH</a:t>
                </a:r>
              </a:p>
            </c:rich>
          </c:tx>
          <c:layout>
            <c:manualLayout>
              <c:xMode val="edge"/>
              <c:yMode val="edge"/>
              <c:x val="0.36184751988011793"/>
              <c:y val="0.9182325765768980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2951984"/>
        <c:crosses val="autoZero"/>
        <c:crossBetween val="midCat"/>
      </c:valAx>
      <c:valAx>
        <c:axId val="94295198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yEtOH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42943704"/>
        <c:crosses val="autoZero"/>
        <c:crossBetween val="midCat"/>
      </c:valAx>
      <c:spPr>
        <a:noFill/>
        <a:ln>
          <a:noFill/>
        </a:ln>
        <a:effectLst/>
      </c:spPr>
    </c:plotArea>
    <c:legend>
      <c:legendPos val="r"/>
      <c:layout>
        <c:manualLayout>
          <c:xMode val="edge"/>
          <c:yMode val="edge"/>
          <c:x val="0.71289373295067049"/>
          <c:y val="0.26457747297316531"/>
          <c:w val="0.27193679344344285"/>
          <c:h val="0.4973071059452510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pPr>
      <a:endParaRPr lang="en-US"/>
    </a:p>
  </c:txPr>
  <c:externalData r:id="rId4">
    <c:autoUpdate val="0"/>
  </c:externalData>
  <c:userShapes r:id="rId5"/>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r>
              <a:rPr lang="en-US" sz="1600" b="1"/>
              <a:t>Pump</a:t>
            </a:r>
            <a:r>
              <a:rPr lang="en-US" sz="1600" b="1" baseline="0"/>
              <a:t> Calibration</a:t>
            </a:r>
            <a:endParaRPr lang="en-US" sz="1600" b="1"/>
          </a:p>
        </c:rich>
      </c:tx>
      <c:layout>
        <c:manualLayout>
          <c:xMode val="edge"/>
          <c:yMode val="edge"/>
          <c:x val="0.33642309536453202"/>
          <c:y val="5.0248665953366448E-3"/>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920603674540682"/>
          <c:y val="0.10989042026586687"/>
          <c:w val="0.81493300833637361"/>
          <c:h val="0.69055699871779097"/>
        </c:manualLayout>
      </c:layout>
      <c:scatterChart>
        <c:scatterStyle val="smoothMarker"/>
        <c:varyColors val="0"/>
        <c:ser>
          <c:idx val="0"/>
          <c:order val="0"/>
          <c:tx>
            <c:strRef>
              <c:f>'pump calibration'!$D$5</c:f>
              <c:strCache>
                <c:ptCount val="1"/>
                <c:pt idx="0">
                  <c:v>time (s)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1"/>
            <c:dispEq val="1"/>
            <c:trendlineLbl>
              <c:layout>
                <c:manualLayout>
                  <c:x val="-0.10683683289588801"/>
                  <c:y val="-3.4718212306794984E-2"/>
                </c:manualLayout>
              </c:layout>
              <c:numFmt formatCode="General" sourceLinked="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rendlineLbl>
          </c:trendline>
          <c:xVal>
            <c:numRef>
              <c:f>'pump calibration'!$E$6:$E$20</c:f>
              <c:numCache>
                <c:formatCode>0.00</c:formatCode>
                <c:ptCount val="15"/>
                <c:pt idx="0">
                  <c:v>0.60096153846153844</c:v>
                </c:pt>
                <c:pt idx="1">
                  <c:v>1.0816125860373649</c:v>
                </c:pt>
                <c:pt idx="2">
                  <c:v>1.5404364569961488</c:v>
                </c:pt>
                <c:pt idx="3">
                  <c:v>2.0689655172413794</c:v>
                </c:pt>
                <c:pt idx="4">
                  <c:v>2.4937655860349128</c:v>
                </c:pt>
                <c:pt idx="5">
                  <c:v>3.0024509803921569</c:v>
                </c:pt>
                <c:pt idx="6">
                  <c:v>3.3810143042912872</c:v>
                </c:pt>
                <c:pt idx="7">
                  <c:v>3.9011703511053315</c:v>
                </c:pt>
                <c:pt idx="8">
                  <c:v>4.5757864632983791</c:v>
                </c:pt>
                <c:pt idx="9">
                  <c:v>4.6772068511198945</c:v>
                </c:pt>
              </c:numCache>
            </c:numRef>
          </c:xVal>
          <c:yVal>
            <c:numRef>
              <c:f>'pump calibration'!$B$6:$B$20</c:f>
              <c:numCache>
                <c:formatCode>General</c:formatCode>
                <c:ptCount val="15"/>
                <c:pt idx="0">
                  <c:v>1</c:v>
                </c:pt>
                <c:pt idx="1">
                  <c:v>2</c:v>
                </c:pt>
                <c:pt idx="2">
                  <c:v>3</c:v>
                </c:pt>
                <c:pt idx="3">
                  <c:v>4</c:v>
                </c:pt>
                <c:pt idx="4">
                  <c:v>5</c:v>
                </c:pt>
                <c:pt idx="5">
                  <c:v>6</c:v>
                </c:pt>
                <c:pt idx="6">
                  <c:v>7</c:v>
                </c:pt>
                <c:pt idx="7">
                  <c:v>8</c:v>
                </c:pt>
                <c:pt idx="8">
                  <c:v>9</c:v>
                </c:pt>
                <c:pt idx="9">
                  <c:v>10</c:v>
                </c:pt>
                <c:pt idx="11">
                  <c:v>0</c:v>
                </c:pt>
              </c:numCache>
            </c:numRef>
          </c:yVal>
          <c:smooth val="1"/>
          <c:extLst>
            <c:ext xmlns:c16="http://schemas.microsoft.com/office/drawing/2014/chart" uri="{C3380CC4-5D6E-409C-BE32-E72D297353CC}">
              <c16:uniqueId val="{00000002-0852-4EF5-A66C-B7296DACE936}"/>
            </c:ext>
          </c:extLst>
        </c:ser>
        <c:dLbls>
          <c:showLegendKey val="0"/>
          <c:showVal val="0"/>
          <c:showCatName val="0"/>
          <c:showSerName val="0"/>
          <c:showPercent val="0"/>
          <c:showBubbleSize val="0"/>
        </c:dLbls>
        <c:axId val="1110000528"/>
        <c:axId val="1110000168"/>
      </c:scatterChart>
      <c:valAx>
        <c:axId val="11100005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Pump</a:t>
                </a:r>
                <a:r>
                  <a:rPr lang="en-US" baseline="0"/>
                  <a:t> Speed</a:t>
                </a:r>
                <a:endParaRPr lang="en-US"/>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0000168"/>
        <c:crosses val="autoZero"/>
        <c:crossBetween val="midCat"/>
      </c:valAx>
      <c:valAx>
        <c:axId val="11100001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Flow Rate (mL/s)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0000528"/>
        <c:crosses val="autoZero"/>
        <c:crossBetween val="midCat"/>
      </c:valAx>
      <c:spPr>
        <a:noFill/>
        <a:ln>
          <a:noFill/>
        </a:ln>
        <a:effectLst/>
      </c:spPr>
    </c:plotArea>
    <c:plotVisOnly val="1"/>
    <c:dispBlanksAs val="gap"/>
    <c:showDLblsOverMax val="0"/>
  </c:chart>
  <c:spPr>
    <a:noFill/>
    <a:ln>
      <a:solidFill>
        <a:srgbClr val="001D69"/>
      </a:solid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r>
              <a:rPr lang="en-US" b="1"/>
              <a:t>Experiment C Temperature vs Time</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333333"/>
              </a:solidFill>
              <a:latin typeface="+mn-lt"/>
              <a:ea typeface="+mn-ea"/>
              <a:cs typeface="+mn-cs"/>
            </a:defRPr>
          </a:pPr>
          <a:endParaRPr lang="en-US"/>
        </a:p>
      </c:txPr>
    </c:title>
    <c:autoTitleDeleted val="0"/>
    <c:plotArea>
      <c:layout/>
      <c:scatterChart>
        <c:scatterStyle val="smoothMarker"/>
        <c:varyColors val="0"/>
        <c:ser>
          <c:idx val="0"/>
          <c:order val="0"/>
          <c:tx>
            <c:v>T1</c:v>
          </c:tx>
          <c:spPr>
            <a:ln w="19050" cap="rnd">
              <a:solidFill>
                <a:schemeClr val="accent1"/>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data'!$F$81:$F$129</c:f>
              <c:numCache>
                <c:formatCode>0.0</c:formatCode>
                <c:ptCount val="49"/>
                <c:pt idx="0">
                  <c:v>68.26171875</c:v>
                </c:pt>
                <c:pt idx="1">
                  <c:v>66.2841796875</c:v>
                </c:pt>
                <c:pt idx="2">
                  <c:v>64.6728515625</c:v>
                </c:pt>
                <c:pt idx="3">
                  <c:v>78.7353515625</c:v>
                </c:pt>
                <c:pt idx="4">
                  <c:v>78.662109375</c:v>
                </c:pt>
                <c:pt idx="5">
                  <c:v>78.662109375</c:v>
                </c:pt>
                <c:pt idx="6">
                  <c:v>78.515625</c:v>
                </c:pt>
                <c:pt idx="7">
                  <c:v>78.5888671875</c:v>
                </c:pt>
                <c:pt idx="8">
                  <c:v>78.369140625</c:v>
                </c:pt>
                <c:pt idx="9">
                  <c:v>78.369140625</c:v>
                </c:pt>
                <c:pt idx="10">
                  <c:v>78.369140625</c:v>
                </c:pt>
                <c:pt idx="11">
                  <c:v>78.369140625</c:v>
                </c:pt>
                <c:pt idx="12">
                  <c:v>78.2958984375</c:v>
                </c:pt>
                <c:pt idx="13">
                  <c:v>78.2958984375</c:v>
                </c:pt>
                <c:pt idx="14">
                  <c:v>81.15234375</c:v>
                </c:pt>
                <c:pt idx="15">
                  <c:v>80.56640625</c:v>
                </c:pt>
                <c:pt idx="16">
                  <c:v>80.2734375</c:v>
                </c:pt>
                <c:pt idx="17">
                  <c:v>80.56640625</c:v>
                </c:pt>
                <c:pt idx="18">
                  <c:v>80.7861328125</c:v>
                </c:pt>
                <c:pt idx="19">
                  <c:v>80.712890625</c:v>
                </c:pt>
                <c:pt idx="20">
                  <c:v>80.6396484375</c:v>
                </c:pt>
                <c:pt idx="21">
                  <c:v>80.712890625</c:v>
                </c:pt>
                <c:pt idx="22">
                  <c:v>80.859375</c:v>
                </c:pt>
                <c:pt idx="23">
                  <c:v>80.7861328125</c:v>
                </c:pt>
                <c:pt idx="24">
                  <c:v>80.7861328125</c:v>
                </c:pt>
                <c:pt idx="25">
                  <c:v>80.712890625</c:v>
                </c:pt>
                <c:pt idx="26">
                  <c:v>81.0791015625</c:v>
                </c:pt>
                <c:pt idx="27">
                  <c:v>80.712890625</c:v>
                </c:pt>
                <c:pt idx="28">
                  <c:v>80.9326171875</c:v>
                </c:pt>
                <c:pt idx="29">
                  <c:v>80.6396484375</c:v>
                </c:pt>
                <c:pt idx="30">
                  <c:v>81.8115234375</c:v>
                </c:pt>
                <c:pt idx="31">
                  <c:v>81.0791015625</c:v>
                </c:pt>
                <c:pt idx="32">
                  <c:v>80.7861328125</c:v>
                </c:pt>
                <c:pt idx="33">
                  <c:v>80.859375</c:v>
                </c:pt>
                <c:pt idx="34">
                  <c:v>80.7861328125</c:v>
                </c:pt>
                <c:pt idx="35">
                  <c:v>80.859375</c:v>
                </c:pt>
                <c:pt idx="36">
                  <c:v>82.177734375</c:v>
                </c:pt>
                <c:pt idx="37">
                  <c:v>81.005859375</c:v>
                </c:pt>
                <c:pt idx="38">
                  <c:v>80.859375</c:v>
                </c:pt>
                <c:pt idx="39">
                  <c:v>77.8564453125</c:v>
                </c:pt>
                <c:pt idx="40">
                  <c:v>78.1494140625</c:v>
                </c:pt>
                <c:pt idx="41">
                  <c:v>76.171875</c:v>
                </c:pt>
                <c:pt idx="42">
                  <c:v>74.4873046875</c:v>
                </c:pt>
                <c:pt idx="43">
                  <c:v>72.802734375</c:v>
                </c:pt>
                <c:pt idx="44">
                  <c:v>70.9716796875</c:v>
                </c:pt>
                <c:pt idx="45">
                  <c:v>69.43359375</c:v>
                </c:pt>
                <c:pt idx="46">
                  <c:v>67.822265625</c:v>
                </c:pt>
                <c:pt idx="47">
                  <c:v>66.064453125</c:v>
                </c:pt>
                <c:pt idx="48">
                  <c:v>64.306640625</c:v>
                </c:pt>
              </c:numCache>
            </c:numRef>
          </c:yVal>
          <c:smooth val="1"/>
          <c:extLst>
            <c:ext xmlns:c16="http://schemas.microsoft.com/office/drawing/2014/chart" uri="{C3380CC4-5D6E-409C-BE32-E72D297353CC}">
              <c16:uniqueId val="{00000000-AA05-4E7B-B7A1-43FE7F69383A}"/>
            </c:ext>
          </c:extLst>
        </c:ser>
        <c:ser>
          <c:idx val="1"/>
          <c:order val="1"/>
          <c:tx>
            <c:v>T2</c:v>
          </c:tx>
          <c:spPr>
            <a:ln w="19050" cap="rnd">
              <a:solidFill>
                <a:schemeClr val="accent2"/>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data'!$G$81:$G$129</c:f>
              <c:numCache>
                <c:formatCode>0.0</c:formatCode>
                <c:ptCount val="49"/>
                <c:pt idx="0">
                  <c:v>64.74609375</c:v>
                </c:pt>
                <c:pt idx="1">
                  <c:v>62.841796875</c:v>
                </c:pt>
                <c:pt idx="2">
                  <c:v>75.2197265625</c:v>
                </c:pt>
                <c:pt idx="3">
                  <c:v>79.248046875</c:v>
                </c:pt>
                <c:pt idx="4">
                  <c:v>79.3212890625</c:v>
                </c:pt>
                <c:pt idx="5">
                  <c:v>79.248046875</c:v>
                </c:pt>
                <c:pt idx="6">
                  <c:v>79.1748046875</c:v>
                </c:pt>
                <c:pt idx="7">
                  <c:v>79.1015625</c:v>
                </c:pt>
                <c:pt idx="8">
                  <c:v>79.1015625</c:v>
                </c:pt>
                <c:pt idx="9">
                  <c:v>79.0283203125</c:v>
                </c:pt>
                <c:pt idx="10">
                  <c:v>79.0283203125</c:v>
                </c:pt>
                <c:pt idx="11">
                  <c:v>78.955078125</c:v>
                </c:pt>
                <c:pt idx="12">
                  <c:v>78.8818359375</c:v>
                </c:pt>
                <c:pt idx="13">
                  <c:v>78.955078125</c:v>
                </c:pt>
                <c:pt idx="14">
                  <c:v>83.056640625</c:v>
                </c:pt>
                <c:pt idx="15">
                  <c:v>82.6904296875</c:v>
                </c:pt>
                <c:pt idx="16">
                  <c:v>82.470703125</c:v>
                </c:pt>
                <c:pt idx="17">
                  <c:v>82.91015625</c:v>
                </c:pt>
                <c:pt idx="18">
                  <c:v>83.1298828125</c:v>
                </c:pt>
                <c:pt idx="19">
                  <c:v>82.9833984375</c:v>
                </c:pt>
                <c:pt idx="20">
                  <c:v>83.056640625</c:v>
                </c:pt>
                <c:pt idx="21">
                  <c:v>83.056640625</c:v>
                </c:pt>
                <c:pt idx="22">
                  <c:v>83.056640625</c:v>
                </c:pt>
                <c:pt idx="23">
                  <c:v>83.056640625</c:v>
                </c:pt>
                <c:pt idx="24">
                  <c:v>83.056640625</c:v>
                </c:pt>
                <c:pt idx="25">
                  <c:v>82.9833984375</c:v>
                </c:pt>
                <c:pt idx="26">
                  <c:v>83.7158203125</c:v>
                </c:pt>
                <c:pt idx="27">
                  <c:v>83.203125</c:v>
                </c:pt>
                <c:pt idx="28">
                  <c:v>83.1298828125</c:v>
                </c:pt>
                <c:pt idx="29">
                  <c:v>82.9833984375</c:v>
                </c:pt>
                <c:pt idx="30">
                  <c:v>84.228515625</c:v>
                </c:pt>
                <c:pt idx="31">
                  <c:v>83.203125</c:v>
                </c:pt>
                <c:pt idx="32">
                  <c:v>82.91015625</c:v>
                </c:pt>
                <c:pt idx="33">
                  <c:v>83.1298828125</c:v>
                </c:pt>
                <c:pt idx="34">
                  <c:v>83.056640625</c:v>
                </c:pt>
                <c:pt idx="35">
                  <c:v>83.4228515625</c:v>
                </c:pt>
                <c:pt idx="36">
                  <c:v>83.7890625</c:v>
                </c:pt>
                <c:pt idx="37">
                  <c:v>83.056640625</c:v>
                </c:pt>
                <c:pt idx="38">
                  <c:v>83.203125</c:v>
                </c:pt>
                <c:pt idx="39">
                  <c:v>79.9072265625</c:v>
                </c:pt>
                <c:pt idx="40">
                  <c:v>78.8818359375</c:v>
                </c:pt>
                <c:pt idx="41">
                  <c:v>76.318359375</c:v>
                </c:pt>
                <c:pt idx="42">
                  <c:v>73.828125</c:v>
                </c:pt>
                <c:pt idx="43">
                  <c:v>71.337890625</c:v>
                </c:pt>
                <c:pt idx="44">
                  <c:v>68.701171875</c:v>
                </c:pt>
                <c:pt idx="45">
                  <c:v>66.8701171875</c:v>
                </c:pt>
                <c:pt idx="46">
                  <c:v>64.453125</c:v>
                </c:pt>
                <c:pt idx="47">
                  <c:v>61.8896484375</c:v>
                </c:pt>
                <c:pt idx="48">
                  <c:v>59.2529296875</c:v>
                </c:pt>
              </c:numCache>
            </c:numRef>
          </c:yVal>
          <c:smooth val="1"/>
          <c:extLst>
            <c:ext xmlns:c16="http://schemas.microsoft.com/office/drawing/2014/chart" uri="{C3380CC4-5D6E-409C-BE32-E72D297353CC}">
              <c16:uniqueId val="{00000001-AA05-4E7B-B7A1-43FE7F69383A}"/>
            </c:ext>
          </c:extLst>
        </c:ser>
        <c:ser>
          <c:idx val="2"/>
          <c:order val="2"/>
          <c:tx>
            <c:v>T3</c:v>
          </c:tx>
          <c:spPr>
            <a:ln w="19050" cap="rnd">
              <a:solidFill>
                <a:schemeClr val="accent3"/>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data'!$H$81:$H$129</c:f>
              <c:numCache>
                <c:formatCode>0.0</c:formatCode>
                <c:ptCount val="49"/>
                <c:pt idx="0">
                  <c:v>68.115234375</c:v>
                </c:pt>
                <c:pt idx="1">
                  <c:v>67.529296875</c:v>
                </c:pt>
                <c:pt idx="2">
                  <c:v>78.662109375</c:v>
                </c:pt>
                <c:pt idx="3">
                  <c:v>79.541015625</c:v>
                </c:pt>
                <c:pt idx="4">
                  <c:v>79.3212890625</c:v>
                </c:pt>
                <c:pt idx="5">
                  <c:v>79.1748046875</c:v>
                </c:pt>
                <c:pt idx="6">
                  <c:v>79.1748046875</c:v>
                </c:pt>
                <c:pt idx="7">
                  <c:v>78.8818359375</c:v>
                </c:pt>
                <c:pt idx="8">
                  <c:v>78.8818359375</c:v>
                </c:pt>
                <c:pt idx="9">
                  <c:v>78.80859375</c:v>
                </c:pt>
                <c:pt idx="10">
                  <c:v>78.7353515625</c:v>
                </c:pt>
                <c:pt idx="11">
                  <c:v>78.80859375</c:v>
                </c:pt>
                <c:pt idx="12">
                  <c:v>78.7353515625</c:v>
                </c:pt>
                <c:pt idx="13">
                  <c:v>78.662109375</c:v>
                </c:pt>
                <c:pt idx="14">
                  <c:v>82.6171875</c:v>
                </c:pt>
                <c:pt idx="15">
                  <c:v>82.32421875</c:v>
                </c:pt>
                <c:pt idx="16">
                  <c:v>82.1044921875</c:v>
                </c:pt>
                <c:pt idx="17">
                  <c:v>82.6171875</c:v>
                </c:pt>
                <c:pt idx="18">
                  <c:v>82.763671875</c:v>
                </c:pt>
                <c:pt idx="19">
                  <c:v>82.763671875</c:v>
                </c:pt>
                <c:pt idx="20">
                  <c:v>82.763671875</c:v>
                </c:pt>
                <c:pt idx="21">
                  <c:v>82.8369140625</c:v>
                </c:pt>
                <c:pt idx="22">
                  <c:v>82.6904296875</c:v>
                </c:pt>
                <c:pt idx="23">
                  <c:v>82.763671875</c:v>
                </c:pt>
                <c:pt idx="24">
                  <c:v>82.763671875</c:v>
                </c:pt>
                <c:pt idx="25">
                  <c:v>82.763671875</c:v>
                </c:pt>
                <c:pt idx="26">
                  <c:v>83.49609375</c:v>
                </c:pt>
                <c:pt idx="27">
                  <c:v>82.9833984375</c:v>
                </c:pt>
                <c:pt idx="28">
                  <c:v>82.91015625</c:v>
                </c:pt>
                <c:pt idx="29">
                  <c:v>82.6904296875</c:v>
                </c:pt>
                <c:pt idx="30">
                  <c:v>83.5693359375</c:v>
                </c:pt>
                <c:pt idx="31">
                  <c:v>83.1298828125</c:v>
                </c:pt>
                <c:pt idx="32">
                  <c:v>82.8369140625</c:v>
                </c:pt>
                <c:pt idx="33">
                  <c:v>82.763671875</c:v>
                </c:pt>
                <c:pt idx="34">
                  <c:v>82.8369140625</c:v>
                </c:pt>
                <c:pt idx="35">
                  <c:v>82.8369140625</c:v>
                </c:pt>
                <c:pt idx="36">
                  <c:v>83.7890625</c:v>
                </c:pt>
                <c:pt idx="37">
                  <c:v>82.9833984375</c:v>
                </c:pt>
                <c:pt idx="38">
                  <c:v>82.8369140625</c:v>
                </c:pt>
                <c:pt idx="39">
                  <c:v>80.126953125</c:v>
                </c:pt>
                <c:pt idx="40">
                  <c:v>78.8818359375</c:v>
                </c:pt>
                <c:pt idx="41">
                  <c:v>76.2451171875</c:v>
                </c:pt>
                <c:pt idx="42">
                  <c:v>73.681640625</c:v>
                </c:pt>
                <c:pt idx="43">
                  <c:v>71.2646484375</c:v>
                </c:pt>
                <c:pt idx="44">
                  <c:v>68.701171875</c:v>
                </c:pt>
                <c:pt idx="45">
                  <c:v>67.3095703125</c:v>
                </c:pt>
                <c:pt idx="46">
                  <c:v>64.892578125</c:v>
                </c:pt>
                <c:pt idx="47">
                  <c:v>62.7685546875</c:v>
                </c:pt>
                <c:pt idx="48">
                  <c:v>60.498046875</c:v>
                </c:pt>
              </c:numCache>
            </c:numRef>
          </c:yVal>
          <c:smooth val="1"/>
          <c:extLst>
            <c:ext xmlns:c16="http://schemas.microsoft.com/office/drawing/2014/chart" uri="{C3380CC4-5D6E-409C-BE32-E72D297353CC}">
              <c16:uniqueId val="{00000002-AA05-4E7B-B7A1-43FE7F69383A}"/>
            </c:ext>
          </c:extLst>
        </c:ser>
        <c:ser>
          <c:idx val="3"/>
          <c:order val="3"/>
          <c:tx>
            <c:v>T4</c:v>
          </c:tx>
          <c:spPr>
            <a:ln w="19050" cap="rnd">
              <a:solidFill>
                <a:schemeClr val="accent4"/>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data'!$I$81:$I$129</c:f>
              <c:numCache>
                <c:formatCode>0.0</c:formatCode>
                <c:ptCount val="49"/>
                <c:pt idx="0">
                  <c:v>66.1376953125</c:v>
                </c:pt>
                <c:pt idx="1">
                  <c:v>65.8447265625</c:v>
                </c:pt>
                <c:pt idx="2">
                  <c:v>78.662109375</c:v>
                </c:pt>
                <c:pt idx="3">
                  <c:v>79.3212890625</c:v>
                </c:pt>
                <c:pt idx="4">
                  <c:v>79.7607421875</c:v>
                </c:pt>
                <c:pt idx="5">
                  <c:v>79.39453125</c:v>
                </c:pt>
                <c:pt idx="6">
                  <c:v>79.1015625</c:v>
                </c:pt>
                <c:pt idx="7">
                  <c:v>78.8818359375</c:v>
                </c:pt>
                <c:pt idx="8">
                  <c:v>78.7353515625</c:v>
                </c:pt>
                <c:pt idx="9">
                  <c:v>78.7353515625</c:v>
                </c:pt>
                <c:pt idx="10">
                  <c:v>78.5888671875</c:v>
                </c:pt>
                <c:pt idx="11">
                  <c:v>78.5888671875</c:v>
                </c:pt>
                <c:pt idx="12">
                  <c:v>78.5888671875</c:v>
                </c:pt>
                <c:pt idx="13">
                  <c:v>78.5888671875</c:v>
                </c:pt>
                <c:pt idx="14">
                  <c:v>81.9580078125</c:v>
                </c:pt>
                <c:pt idx="15">
                  <c:v>82.1044921875</c:v>
                </c:pt>
                <c:pt idx="16">
                  <c:v>81.73828125</c:v>
                </c:pt>
                <c:pt idx="17">
                  <c:v>82.1044921875</c:v>
                </c:pt>
                <c:pt idx="18">
                  <c:v>82.32421875</c:v>
                </c:pt>
                <c:pt idx="19">
                  <c:v>82.3974609375</c:v>
                </c:pt>
                <c:pt idx="20">
                  <c:v>82.3974609375</c:v>
                </c:pt>
                <c:pt idx="21">
                  <c:v>82.5439453125</c:v>
                </c:pt>
                <c:pt idx="22">
                  <c:v>82.3974609375</c:v>
                </c:pt>
                <c:pt idx="23">
                  <c:v>82.3974609375</c:v>
                </c:pt>
                <c:pt idx="24">
                  <c:v>82.470703125</c:v>
                </c:pt>
                <c:pt idx="25">
                  <c:v>82.470703125</c:v>
                </c:pt>
                <c:pt idx="26">
                  <c:v>83.203125</c:v>
                </c:pt>
                <c:pt idx="27">
                  <c:v>82.6904296875</c:v>
                </c:pt>
                <c:pt idx="28">
                  <c:v>82.5439453125</c:v>
                </c:pt>
                <c:pt idx="29">
                  <c:v>82.32421875</c:v>
                </c:pt>
                <c:pt idx="30">
                  <c:v>82.763671875</c:v>
                </c:pt>
                <c:pt idx="31">
                  <c:v>82.8369140625</c:v>
                </c:pt>
                <c:pt idx="32">
                  <c:v>82.6171875</c:v>
                </c:pt>
                <c:pt idx="33">
                  <c:v>82.5439453125</c:v>
                </c:pt>
                <c:pt idx="34">
                  <c:v>82.3974609375</c:v>
                </c:pt>
                <c:pt idx="35">
                  <c:v>82.3974609375</c:v>
                </c:pt>
                <c:pt idx="36">
                  <c:v>83.4228515625</c:v>
                </c:pt>
                <c:pt idx="37">
                  <c:v>82.763671875</c:v>
                </c:pt>
                <c:pt idx="38">
                  <c:v>82.6171875</c:v>
                </c:pt>
                <c:pt idx="39">
                  <c:v>80.2001953125</c:v>
                </c:pt>
                <c:pt idx="40">
                  <c:v>78.662109375</c:v>
                </c:pt>
                <c:pt idx="41">
                  <c:v>76.3916015625</c:v>
                </c:pt>
                <c:pt idx="42">
                  <c:v>74.12109375</c:v>
                </c:pt>
                <c:pt idx="43">
                  <c:v>71.9970703125</c:v>
                </c:pt>
                <c:pt idx="44">
                  <c:v>69.7265625</c:v>
                </c:pt>
                <c:pt idx="45">
                  <c:v>67.67578125</c:v>
                </c:pt>
                <c:pt idx="46">
                  <c:v>65.4052734375</c:v>
                </c:pt>
                <c:pt idx="47">
                  <c:v>63.3544921875</c:v>
                </c:pt>
                <c:pt idx="48">
                  <c:v>61.3037109375</c:v>
                </c:pt>
              </c:numCache>
            </c:numRef>
          </c:yVal>
          <c:smooth val="1"/>
          <c:extLst>
            <c:ext xmlns:c16="http://schemas.microsoft.com/office/drawing/2014/chart" uri="{C3380CC4-5D6E-409C-BE32-E72D297353CC}">
              <c16:uniqueId val="{00000003-AA05-4E7B-B7A1-43FE7F69383A}"/>
            </c:ext>
          </c:extLst>
        </c:ser>
        <c:ser>
          <c:idx val="4"/>
          <c:order val="4"/>
          <c:tx>
            <c:v>T5</c:v>
          </c:tx>
          <c:spPr>
            <a:ln w="19050" cap="rnd">
              <a:solidFill>
                <a:schemeClr val="accent5"/>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data'!$J$81:$J$129</c:f>
              <c:numCache>
                <c:formatCode>0.0</c:formatCode>
                <c:ptCount val="49"/>
                <c:pt idx="0">
                  <c:v>69.140625</c:v>
                </c:pt>
                <c:pt idx="1">
                  <c:v>70.3125</c:v>
                </c:pt>
                <c:pt idx="2">
                  <c:v>79.39453125</c:v>
                </c:pt>
                <c:pt idx="3">
                  <c:v>80.859375</c:v>
                </c:pt>
                <c:pt idx="4">
                  <c:v>81.5185546875</c:v>
                </c:pt>
                <c:pt idx="5">
                  <c:v>80.7861328125</c:v>
                </c:pt>
                <c:pt idx="6">
                  <c:v>80.0537109375</c:v>
                </c:pt>
                <c:pt idx="7">
                  <c:v>79.6875</c:v>
                </c:pt>
                <c:pt idx="8">
                  <c:v>79.4677734375</c:v>
                </c:pt>
                <c:pt idx="9">
                  <c:v>79.3212890625</c:v>
                </c:pt>
                <c:pt idx="10">
                  <c:v>79.248046875</c:v>
                </c:pt>
                <c:pt idx="11">
                  <c:v>79.1015625</c:v>
                </c:pt>
                <c:pt idx="12">
                  <c:v>79.1748046875</c:v>
                </c:pt>
                <c:pt idx="13">
                  <c:v>79.1748046875</c:v>
                </c:pt>
                <c:pt idx="14">
                  <c:v>81.5185546875</c:v>
                </c:pt>
                <c:pt idx="15">
                  <c:v>82.2509765625</c:v>
                </c:pt>
                <c:pt idx="16">
                  <c:v>82.2509765625</c:v>
                </c:pt>
                <c:pt idx="17">
                  <c:v>82.3974609375</c:v>
                </c:pt>
                <c:pt idx="18">
                  <c:v>82.5439453125</c:v>
                </c:pt>
                <c:pt idx="19">
                  <c:v>82.763671875</c:v>
                </c:pt>
                <c:pt idx="20">
                  <c:v>82.6904296875</c:v>
                </c:pt>
                <c:pt idx="21">
                  <c:v>82.8369140625</c:v>
                </c:pt>
                <c:pt idx="22">
                  <c:v>82.763671875</c:v>
                </c:pt>
                <c:pt idx="23">
                  <c:v>82.8369140625</c:v>
                </c:pt>
                <c:pt idx="24">
                  <c:v>82.6904296875</c:v>
                </c:pt>
                <c:pt idx="25">
                  <c:v>82.763671875</c:v>
                </c:pt>
                <c:pt idx="26">
                  <c:v>83.056640625</c:v>
                </c:pt>
                <c:pt idx="27">
                  <c:v>82.9833984375</c:v>
                </c:pt>
                <c:pt idx="28">
                  <c:v>82.8369140625</c:v>
                </c:pt>
                <c:pt idx="29">
                  <c:v>82.6904296875</c:v>
                </c:pt>
                <c:pt idx="30">
                  <c:v>82.6904296875</c:v>
                </c:pt>
                <c:pt idx="31">
                  <c:v>83.4228515625</c:v>
                </c:pt>
                <c:pt idx="32">
                  <c:v>82.91015625</c:v>
                </c:pt>
                <c:pt idx="33">
                  <c:v>82.8369140625</c:v>
                </c:pt>
                <c:pt idx="34">
                  <c:v>82.6904296875</c:v>
                </c:pt>
                <c:pt idx="35">
                  <c:v>82.6904296875</c:v>
                </c:pt>
                <c:pt idx="36">
                  <c:v>83.203125</c:v>
                </c:pt>
                <c:pt idx="37">
                  <c:v>83.1298828125</c:v>
                </c:pt>
                <c:pt idx="38">
                  <c:v>82.763671875</c:v>
                </c:pt>
                <c:pt idx="39">
                  <c:v>81.2255859375</c:v>
                </c:pt>
                <c:pt idx="40">
                  <c:v>79.9072265625</c:v>
                </c:pt>
                <c:pt idx="41">
                  <c:v>77.05078125</c:v>
                </c:pt>
                <c:pt idx="42">
                  <c:v>74.7802734375</c:v>
                </c:pt>
                <c:pt idx="43">
                  <c:v>72.8759765625</c:v>
                </c:pt>
                <c:pt idx="44">
                  <c:v>70.8984375</c:v>
                </c:pt>
                <c:pt idx="45">
                  <c:v>68.994140625</c:v>
                </c:pt>
                <c:pt idx="46">
                  <c:v>67.4560546875</c:v>
                </c:pt>
                <c:pt idx="47">
                  <c:v>65.625</c:v>
                </c:pt>
                <c:pt idx="48">
                  <c:v>63.720703125</c:v>
                </c:pt>
              </c:numCache>
            </c:numRef>
          </c:yVal>
          <c:smooth val="1"/>
          <c:extLst>
            <c:ext xmlns:c16="http://schemas.microsoft.com/office/drawing/2014/chart" uri="{C3380CC4-5D6E-409C-BE32-E72D297353CC}">
              <c16:uniqueId val="{00000004-AA05-4E7B-B7A1-43FE7F69383A}"/>
            </c:ext>
          </c:extLst>
        </c:ser>
        <c:ser>
          <c:idx val="5"/>
          <c:order val="5"/>
          <c:tx>
            <c:v>T6</c:v>
          </c:tx>
          <c:spPr>
            <a:ln w="19050" cap="rnd">
              <a:solidFill>
                <a:schemeClr val="accent6"/>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data'!$K$81:$K$129</c:f>
              <c:numCache>
                <c:formatCode>0.0</c:formatCode>
                <c:ptCount val="49"/>
                <c:pt idx="0">
                  <c:v>69.873046875</c:v>
                </c:pt>
                <c:pt idx="1">
                  <c:v>75.87890625</c:v>
                </c:pt>
                <c:pt idx="2">
                  <c:v>80.126953125</c:v>
                </c:pt>
                <c:pt idx="3">
                  <c:v>81.3720703125</c:v>
                </c:pt>
                <c:pt idx="4">
                  <c:v>82.91015625</c:v>
                </c:pt>
                <c:pt idx="5">
                  <c:v>82.03125</c:v>
                </c:pt>
                <c:pt idx="6">
                  <c:v>80.859375</c:v>
                </c:pt>
                <c:pt idx="7">
                  <c:v>80.126953125</c:v>
                </c:pt>
                <c:pt idx="8">
                  <c:v>79.7607421875</c:v>
                </c:pt>
                <c:pt idx="9">
                  <c:v>79.541015625</c:v>
                </c:pt>
                <c:pt idx="10">
                  <c:v>79.4677734375</c:v>
                </c:pt>
                <c:pt idx="11">
                  <c:v>79.4677734375</c:v>
                </c:pt>
                <c:pt idx="12">
                  <c:v>79.4677734375</c:v>
                </c:pt>
                <c:pt idx="13">
                  <c:v>79.39453125</c:v>
                </c:pt>
                <c:pt idx="14">
                  <c:v>81.15234375</c:v>
                </c:pt>
                <c:pt idx="15">
                  <c:v>82.32421875</c:v>
                </c:pt>
                <c:pt idx="16">
                  <c:v>82.2509765625</c:v>
                </c:pt>
                <c:pt idx="17">
                  <c:v>82.2509765625</c:v>
                </c:pt>
                <c:pt idx="18">
                  <c:v>82.6171875</c:v>
                </c:pt>
                <c:pt idx="19">
                  <c:v>82.763671875</c:v>
                </c:pt>
                <c:pt idx="20">
                  <c:v>82.6904296875</c:v>
                </c:pt>
                <c:pt idx="21">
                  <c:v>82.763671875</c:v>
                </c:pt>
                <c:pt idx="22">
                  <c:v>82.6904296875</c:v>
                </c:pt>
                <c:pt idx="23">
                  <c:v>82.6904296875</c:v>
                </c:pt>
                <c:pt idx="24">
                  <c:v>82.6904296875</c:v>
                </c:pt>
                <c:pt idx="25">
                  <c:v>82.763671875</c:v>
                </c:pt>
                <c:pt idx="26">
                  <c:v>82.9833984375</c:v>
                </c:pt>
                <c:pt idx="27">
                  <c:v>83.203125</c:v>
                </c:pt>
                <c:pt idx="28">
                  <c:v>82.91015625</c:v>
                </c:pt>
                <c:pt idx="29">
                  <c:v>82.8369140625</c:v>
                </c:pt>
                <c:pt idx="30">
                  <c:v>82.8369140625</c:v>
                </c:pt>
                <c:pt idx="31">
                  <c:v>83.349609375</c:v>
                </c:pt>
                <c:pt idx="32">
                  <c:v>82.91015625</c:v>
                </c:pt>
                <c:pt idx="33">
                  <c:v>82.8369140625</c:v>
                </c:pt>
                <c:pt idx="34">
                  <c:v>82.763671875</c:v>
                </c:pt>
                <c:pt idx="35">
                  <c:v>82.6904296875</c:v>
                </c:pt>
                <c:pt idx="36">
                  <c:v>83.056640625</c:v>
                </c:pt>
                <c:pt idx="37">
                  <c:v>83.2763671875</c:v>
                </c:pt>
                <c:pt idx="38">
                  <c:v>82.9833984375</c:v>
                </c:pt>
                <c:pt idx="39">
                  <c:v>81.591796875</c:v>
                </c:pt>
                <c:pt idx="40">
                  <c:v>80.419921875</c:v>
                </c:pt>
                <c:pt idx="41">
                  <c:v>78.076171875</c:v>
                </c:pt>
                <c:pt idx="42">
                  <c:v>75.9521484375</c:v>
                </c:pt>
                <c:pt idx="43">
                  <c:v>74.3408203125</c:v>
                </c:pt>
                <c:pt idx="44">
                  <c:v>72.4365234375</c:v>
                </c:pt>
                <c:pt idx="45">
                  <c:v>70.751953125</c:v>
                </c:pt>
                <c:pt idx="46">
                  <c:v>69.0673828125</c:v>
                </c:pt>
                <c:pt idx="47">
                  <c:v>66.943359375</c:v>
                </c:pt>
                <c:pt idx="48">
                  <c:v>64.453125</c:v>
                </c:pt>
              </c:numCache>
            </c:numRef>
          </c:yVal>
          <c:smooth val="1"/>
          <c:extLst>
            <c:ext xmlns:c16="http://schemas.microsoft.com/office/drawing/2014/chart" uri="{C3380CC4-5D6E-409C-BE32-E72D297353CC}">
              <c16:uniqueId val="{00000005-AA05-4E7B-B7A1-43FE7F69383A}"/>
            </c:ext>
          </c:extLst>
        </c:ser>
        <c:ser>
          <c:idx val="6"/>
          <c:order val="6"/>
          <c:tx>
            <c:v>T7</c:v>
          </c:tx>
          <c:spPr>
            <a:ln w="19050" cap="rnd">
              <a:solidFill>
                <a:schemeClr val="accent1">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data'!$L$81:$L$129</c:f>
              <c:numCache>
                <c:formatCode>0.0</c:formatCode>
                <c:ptCount val="49"/>
                <c:pt idx="0">
                  <c:v>70.166015625</c:v>
                </c:pt>
                <c:pt idx="1">
                  <c:v>78.7353515625</c:v>
                </c:pt>
                <c:pt idx="2">
                  <c:v>81.6650390625</c:v>
                </c:pt>
                <c:pt idx="3">
                  <c:v>84.521484375</c:v>
                </c:pt>
                <c:pt idx="4">
                  <c:v>88.330078125</c:v>
                </c:pt>
                <c:pt idx="5">
                  <c:v>85.107421875</c:v>
                </c:pt>
                <c:pt idx="6">
                  <c:v>82.03125</c:v>
                </c:pt>
                <c:pt idx="7">
                  <c:v>80.7861328125</c:v>
                </c:pt>
                <c:pt idx="8">
                  <c:v>80.3466796875</c:v>
                </c:pt>
                <c:pt idx="9">
                  <c:v>80.126953125</c:v>
                </c:pt>
                <c:pt idx="10">
                  <c:v>79.98046875</c:v>
                </c:pt>
                <c:pt idx="11">
                  <c:v>79.9072265625</c:v>
                </c:pt>
                <c:pt idx="12">
                  <c:v>79.9072265625</c:v>
                </c:pt>
                <c:pt idx="13">
                  <c:v>79.98046875</c:v>
                </c:pt>
                <c:pt idx="14">
                  <c:v>80.712890625</c:v>
                </c:pt>
                <c:pt idx="15">
                  <c:v>82.177734375</c:v>
                </c:pt>
                <c:pt idx="16">
                  <c:v>82.2509765625</c:v>
                </c:pt>
                <c:pt idx="17">
                  <c:v>82.177734375</c:v>
                </c:pt>
                <c:pt idx="18">
                  <c:v>82.6171875</c:v>
                </c:pt>
                <c:pt idx="19">
                  <c:v>82.763671875</c:v>
                </c:pt>
                <c:pt idx="20">
                  <c:v>82.6904296875</c:v>
                </c:pt>
                <c:pt idx="21">
                  <c:v>82.6904296875</c:v>
                </c:pt>
                <c:pt idx="22">
                  <c:v>82.6904296875</c:v>
                </c:pt>
                <c:pt idx="23">
                  <c:v>82.470703125</c:v>
                </c:pt>
                <c:pt idx="24">
                  <c:v>82.763671875</c:v>
                </c:pt>
                <c:pt idx="25">
                  <c:v>82.6904296875</c:v>
                </c:pt>
                <c:pt idx="26">
                  <c:v>82.91015625</c:v>
                </c:pt>
                <c:pt idx="27">
                  <c:v>83.203125</c:v>
                </c:pt>
                <c:pt idx="28">
                  <c:v>82.91015625</c:v>
                </c:pt>
                <c:pt idx="29">
                  <c:v>82.91015625</c:v>
                </c:pt>
                <c:pt idx="30">
                  <c:v>82.6171875</c:v>
                </c:pt>
                <c:pt idx="31">
                  <c:v>83.4228515625</c:v>
                </c:pt>
                <c:pt idx="32">
                  <c:v>83.056640625</c:v>
                </c:pt>
                <c:pt idx="33">
                  <c:v>82.91015625</c:v>
                </c:pt>
                <c:pt idx="34">
                  <c:v>82.763671875</c:v>
                </c:pt>
                <c:pt idx="35">
                  <c:v>82.6904296875</c:v>
                </c:pt>
                <c:pt idx="36">
                  <c:v>83.056640625</c:v>
                </c:pt>
                <c:pt idx="37">
                  <c:v>83.49609375</c:v>
                </c:pt>
                <c:pt idx="38">
                  <c:v>83.056640625</c:v>
                </c:pt>
                <c:pt idx="39">
                  <c:v>81.4453125</c:v>
                </c:pt>
                <c:pt idx="40">
                  <c:v>80.7861328125</c:v>
                </c:pt>
                <c:pt idx="41">
                  <c:v>78.2958984375</c:v>
                </c:pt>
                <c:pt idx="42">
                  <c:v>76.3916015625</c:v>
                </c:pt>
                <c:pt idx="43">
                  <c:v>74.6337890625</c:v>
                </c:pt>
                <c:pt idx="44">
                  <c:v>73.0224609375</c:v>
                </c:pt>
                <c:pt idx="45">
                  <c:v>71.337890625</c:v>
                </c:pt>
                <c:pt idx="46">
                  <c:v>69.873046875</c:v>
                </c:pt>
                <c:pt idx="47">
                  <c:v>67.3828125</c:v>
                </c:pt>
                <c:pt idx="48">
                  <c:v>64.892578125</c:v>
                </c:pt>
              </c:numCache>
            </c:numRef>
          </c:yVal>
          <c:smooth val="1"/>
          <c:extLst>
            <c:ext xmlns:c16="http://schemas.microsoft.com/office/drawing/2014/chart" uri="{C3380CC4-5D6E-409C-BE32-E72D297353CC}">
              <c16:uniqueId val="{00000006-AA05-4E7B-B7A1-43FE7F69383A}"/>
            </c:ext>
          </c:extLst>
        </c:ser>
        <c:ser>
          <c:idx val="7"/>
          <c:order val="7"/>
          <c:tx>
            <c:v>T8</c:v>
          </c:tx>
          <c:spPr>
            <a:ln w="19050" cap="rnd">
              <a:solidFill>
                <a:schemeClr val="accent2">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data'!$M$81:$M$129</c:f>
              <c:numCache>
                <c:formatCode>0.0</c:formatCode>
                <c:ptCount val="49"/>
                <c:pt idx="0">
                  <c:v>71.8505859375</c:v>
                </c:pt>
                <c:pt idx="1">
                  <c:v>78.5888671875</c:v>
                </c:pt>
                <c:pt idx="2">
                  <c:v>82.6171875</c:v>
                </c:pt>
                <c:pt idx="3">
                  <c:v>88.4033203125</c:v>
                </c:pt>
                <c:pt idx="4">
                  <c:v>89.501953125</c:v>
                </c:pt>
                <c:pt idx="5">
                  <c:v>88.4033203125</c:v>
                </c:pt>
                <c:pt idx="6">
                  <c:v>85.0341796875</c:v>
                </c:pt>
                <c:pt idx="7">
                  <c:v>82.470703125</c:v>
                </c:pt>
                <c:pt idx="8">
                  <c:v>81.6650390625</c:v>
                </c:pt>
                <c:pt idx="9">
                  <c:v>81.2255859375</c:v>
                </c:pt>
                <c:pt idx="10">
                  <c:v>81.15234375</c:v>
                </c:pt>
                <c:pt idx="11">
                  <c:v>81.0791015625</c:v>
                </c:pt>
                <c:pt idx="12">
                  <c:v>81.15234375</c:v>
                </c:pt>
                <c:pt idx="13">
                  <c:v>81.005859375</c:v>
                </c:pt>
                <c:pt idx="14">
                  <c:v>80.3466796875</c:v>
                </c:pt>
                <c:pt idx="15">
                  <c:v>82.6904296875</c:v>
                </c:pt>
                <c:pt idx="16">
                  <c:v>83.056640625</c:v>
                </c:pt>
                <c:pt idx="17">
                  <c:v>82.6904296875</c:v>
                </c:pt>
                <c:pt idx="18">
                  <c:v>83.203125</c:v>
                </c:pt>
                <c:pt idx="19">
                  <c:v>83.4228515625</c:v>
                </c:pt>
                <c:pt idx="20">
                  <c:v>83.349609375</c:v>
                </c:pt>
                <c:pt idx="21">
                  <c:v>83.349609375</c:v>
                </c:pt>
                <c:pt idx="22">
                  <c:v>83.203125</c:v>
                </c:pt>
                <c:pt idx="23">
                  <c:v>83.2763671875</c:v>
                </c:pt>
                <c:pt idx="24">
                  <c:v>83.4228515625</c:v>
                </c:pt>
                <c:pt idx="25">
                  <c:v>83.2763671875</c:v>
                </c:pt>
                <c:pt idx="26">
                  <c:v>83.7158203125</c:v>
                </c:pt>
                <c:pt idx="27">
                  <c:v>83.935546875</c:v>
                </c:pt>
                <c:pt idx="28">
                  <c:v>83.642578125</c:v>
                </c:pt>
                <c:pt idx="29">
                  <c:v>83.642578125</c:v>
                </c:pt>
                <c:pt idx="30">
                  <c:v>83.7158203125</c:v>
                </c:pt>
                <c:pt idx="31">
                  <c:v>83.7890625</c:v>
                </c:pt>
                <c:pt idx="32">
                  <c:v>83.7890625</c:v>
                </c:pt>
                <c:pt idx="33">
                  <c:v>83.5693359375</c:v>
                </c:pt>
                <c:pt idx="34">
                  <c:v>83.4228515625</c:v>
                </c:pt>
                <c:pt idx="35">
                  <c:v>83.203125</c:v>
                </c:pt>
                <c:pt idx="36">
                  <c:v>83.8623046875</c:v>
                </c:pt>
                <c:pt idx="37">
                  <c:v>84.0087890625</c:v>
                </c:pt>
                <c:pt idx="38">
                  <c:v>83.7158203125</c:v>
                </c:pt>
                <c:pt idx="39">
                  <c:v>81.73828125</c:v>
                </c:pt>
                <c:pt idx="40">
                  <c:v>81.3720703125</c:v>
                </c:pt>
                <c:pt idx="41">
                  <c:v>79.98046875</c:v>
                </c:pt>
                <c:pt idx="42">
                  <c:v>77.5634765625</c:v>
                </c:pt>
                <c:pt idx="43">
                  <c:v>76.0986328125</c:v>
                </c:pt>
                <c:pt idx="44">
                  <c:v>74.4873046875</c:v>
                </c:pt>
                <c:pt idx="45">
                  <c:v>72.8759765625</c:v>
                </c:pt>
                <c:pt idx="46">
                  <c:v>71.7041015625</c:v>
                </c:pt>
                <c:pt idx="47">
                  <c:v>70.3857421875</c:v>
                </c:pt>
                <c:pt idx="48">
                  <c:v>68.9208984375</c:v>
                </c:pt>
              </c:numCache>
            </c:numRef>
          </c:yVal>
          <c:smooth val="1"/>
          <c:extLst>
            <c:ext xmlns:c16="http://schemas.microsoft.com/office/drawing/2014/chart" uri="{C3380CC4-5D6E-409C-BE32-E72D297353CC}">
              <c16:uniqueId val="{00000007-AA05-4E7B-B7A1-43FE7F69383A}"/>
            </c:ext>
          </c:extLst>
        </c:ser>
        <c:ser>
          <c:idx val="8"/>
          <c:order val="8"/>
          <c:tx>
            <c:v>T9</c:v>
          </c:tx>
          <c:spPr>
            <a:ln w="19050" cap="rnd">
              <a:solidFill>
                <a:schemeClr val="accent3">
                  <a:lumMod val="60000"/>
                </a:schemeClr>
              </a:solidFill>
              <a:round/>
            </a:ln>
            <a:effectLst/>
          </c:spPr>
          <c:marker>
            <c:symbol val="none"/>
          </c:marker>
          <c:xVal>
            <c:numRef>
              <c:f>'raw data'!$A$81:$A$129</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'raw data'!$N$81:$N$129</c:f>
              <c:numCache>
                <c:formatCode>0.0</c:formatCode>
                <c:ptCount val="49"/>
                <c:pt idx="0">
                  <c:v>91.69921875</c:v>
                </c:pt>
                <c:pt idx="1">
                  <c:v>91.552734375</c:v>
                </c:pt>
                <c:pt idx="2">
                  <c:v>91.9189453125</c:v>
                </c:pt>
                <c:pt idx="3">
                  <c:v>91.9921875</c:v>
                </c:pt>
                <c:pt idx="4">
                  <c:v>92.2119140625</c:v>
                </c:pt>
                <c:pt idx="5">
                  <c:v>92.3583984375</c:v>
                </c:pt>
                <c:pt idx="6">
                  <c:v>92.3583984375</c:v>
                </c:pt>
                <c:pt idx="7">
                  <c:v>92.5048828125</c:v>
                </c:pt>
                <c:pt idx="8">
                  <c:v>92.5048828125</c:v>
                </c:pt>
                <c:pt idx="9">
                  <c:v>92.5048828125</c:v>
                </c:pt>
                <c:pt idx="10">
                  <c:v>92.578125</c:v>
                </c:pt>
                <c:pt idx="11">
                  <c:v>92.431640625</c:v>
                </c:pt>
                <c:pt idx="12">
                  <c:v>92.5048828125</c:v>
                </c:pt>
                <c:pt idx="13">
                  <c:v>92.5048828125</c:v>
                </c:pt>
                <c:pt idx="14">
                  <c:v>92.578125</c:v>
                </c:pt>
                <c:pt idx="15">
                  <c:v>92.3583984375</c:v>
                </c:pt>
                <c:pt idx="16">
                  <c:v>92.5048828125</c:v>
                </c:pt>
                <c:pt idx="17">
                  <c:v>92.431640625</c:v>
                </c:pt>
                <c:pt idx="18">
                  <c:v>92.431640625</c:v>
                </c:pt>
                <c:pt idx="19">
                  <c:v>92.5048828125</c:v>
                </c:pt>
                <c:pt idx="20">
                  <c:v>92.28515625</c:v>
                </c:pt>
                <c:pt idx="21">
                  <c:v>92.431640625</c:v>
                </c:pt>
                <c:pt idx="22">
                  <c:v>92.431640625</c:v>
                </c:pt>
                <c:pt idx="23">
                  <c:v>92.3583984375</c:v>
                </c:pt>
                <c:pt idx="24">
                  <c:v>92.3583984375</c:v>
                </c:pt>
                <c:pt idx="25">
                  <c:v>92.3583984375</c:v>
                </c:pt>
                <c:pt idx="26">
                  <c:v>92.3583984375</c:v>
                </c:pt>
                <c:pt idx="27">
                  <c:v>92.3583984375</c:v>
                </c:pt>
                <c:pt idx="28">
                  <c:v>92.28515625</c:v>
                </c:pt>
                <c:pt idx="29">
                  <c:v>92.5048828125</c:v>
                </c:pt>
                <c:pt idx="30">
                  <c:v>92.28515625</c:v>
                </c:pt>
                <c:pt idx="31">
                  <c:v>92.431640625</c:v>
                </c:pt>
                <c:pt idx="32">
                  <c:v>92.3583984375</c:v>
                </c:pt>
                <c:pt idx="33">
                  <c:v>92.3583984375</c:v>
                </c:pt>
                <c:pt idx="34">
                  <c:v>92.3583984375</c:v>
                </c:pt>
                <c:pt idx="35">
                  <c:v>92.2119140625</c:v>
                </c:pt>
                <c:pt idx="36">
                  <c:v>92.28515625</c:v>
                </c:pt>
                <c:pt idx="37">
                  <c:v>92.28515625</c:v>
                </c:pt>
                <c:pt idx="38">
                  <c:v>92.431640625</c:v>
                </c:pt>
                <c:pt idx="39">
                  <c:v>91.9189453125</c:v>
                </c:pt>
                <c:pt idx="40">
                  <c:v>87.8173828125</c:v>
                </c:pt>
                <c:pt idx="41">
                  <c:v>84.3017578125</c:v>
                </c:pt>
                <c:pt idx="42">
                  <c:v>83.2763671875</c:v>
                </c:pt>
                <c:pt idx="43">
                  <c:v>82.1044921875</c:v>
                </c:pt>
                <c:pt idx="44">
                  <c:v>81.5185546875</c:v>
                </c:pt>
                <c:pt idx="45">
                  <c:v>80.126953125</c:v>
                </c:pt>
                <c:pt idx="46">
                  <c:v>79.1748046875</c:v>
                </c:pt>
                <c:pt idx="47">
                  <c:v>78.22265625</c:v>
                </c:pt>
                <c:pt idx="48">
                  <c:v>77.9296875</c:v>
                </c:pt>
              </c:numCache>
            </c:numRef>
          </c:yVal>
          <c:smooth val="1"/>
          <c:extLst>
            <c:ext xmlns:c16="http://schemas.microsoft.com/office/drawing/2014/chart" uri="{C3380CC4-5D6E-409C-BE32-E72D297353CC}">
              <c16:uniqueId val="{00000008-AA05-4E7B-B7A1-43FE7F69383A}"/>
            </c:ext>
          </c:extLst>
        </c:ser>
        <c:dLbls>
          <c:showLegendKey val="0"/>
          <c:showVal val="0"/>
          <c:showCatName val="0"/>
          <c:showSerName val="0"/>
          <c:showPercent val="0"/>
          <c:showBubbleSize val="0"/>
        </c:dLbls>
        <c:axId val="2034328432"/>
        <c:axId val="2034319432"/>
      </c:scatterChart>
      <c:valAx>
        <c:axId val="203432843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19432"/>
        <c:crosses val="autoZero"/>
        <c:crossBetween val="midCat"/>
      </c:valAx>
      <c:valAx>
        <c:axId val="203431943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r>
                  <a:rPr lang="en-US"/>
                  <a:t>Temperature (C)</a:t>
                </a:r>
              </a:p>
            </c:rich>
          </c:tx>
          <c:overlay val="0"/>
          <c:spPr>
            <a:noFill/>
            <a:ln>
              <a:noFill/>
            </a:ln>
            <a:effectLst/>
          </c:spPr>
          <c:txPr>
            <a:bodyPr rot="-5400000" spcFirstLastPara="1" vertOverflow="ellipsis" vert="horz" wrap="square" anchor="ctr" anchorCtr="1"/>
            <a:lstStyle/>
            <a:p>
              <a:pPr>
                <a:defRPr sz="1000" b="0" i="0" u="none" strike="noStrike" kern="1200" baseline="0">
                  <a:solidFill>
                    <a:srgbClr val="333333"/>
                  </a:solidFill>
                  <a:latin typeface="+mn-lt"/>
                  <a:ea typeface="+mn-ea"/>
                  <a:cs typeface="+mn-cs"/>
                </a:defRPr>
              </a:pPr>
              <a:endParaRPr lang="en-US"/>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crossAx val="2034328432"/>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333333"/>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solidFill>
            <a:srgbClr val="333333"/>
          </a:solidFill>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baseline="0">
                <a:latin typeface="Arial" panose="020B0604020202020204" pitchFamily="34" charset="0"/>
                <a:cs typeface="Arial" panose="020B0604020202020204" pitchFamily="34" charset="0"/>
              </a:rPr>
              <a:t>McCabe–Thiele Diagram for Middle Feed</a:t>
            </a:r>
            <a:endParaRPr lang="en-US" sz="1400" b="1">
              <a:latin typeface="Arial" panose="020B0604020202020204" pitchFamily="34" charset="0"/>
              <a:cs typeface="Arial" panose="020B0604020202020204" pitchFamily="34" charset="0"/>
            </a:endParaRPr>
          </a:p>
        </c:rich>
      </c:tx>
      <c:layout>
        <c:manualLayout>
          <c:xMode val="edge"/>
          <c:yMode val="edge"/>
          <c:x val="0.12094707620820716"/>
          <c:y val="2.45361395078422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0497702316694565"/>
          <c:y val="0.10235216458336849"/>
          <c:w val="0.6256236922877042"/>
          <c:h val="0.80867462512965171"/>
        </c:manualLayout>
      </c:layout>
      <c:scatterChart>
        <c:scatterStyle val="smoothMarker"/>
        <c:varyColors val="0"/>
        <c:ser>
          <c:idx val="0"/>
          <c:order val="0"/>
          <c:tx>
            <c:v>EtOH-Water Equilibrium</c:v>
          </c:tx>
          <c:spPr>
            <a:ln w="19050" cap="rnd">
              <a:solidFill>
                <a:schemeClr val="accent1"/>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Lab!$Y$5:$Y$21</c:f>
              <c:numCache>
                <c:formatCode>0.00</c:formatCode>
                <c:ptCount val="17"/>
                <c:pt idx="0">
                  <c:v>0</c:v>
                </c:pt>
                <c:pt idx="1">
                  <c:v>0.17</c:v>
                </c:pt>
                <c:pt idx="2">
                  <c:v>0.3891</c:v>
                </c:pt>
                <c:pt idx="3">
                  <c:v>0.4375</c:v>
                </c:pt>
                <c:pt idx="4">
                  <c:v>0.47039999999999998</c:v>
                </c:pt>
                <c:pt idx="5">
                  <c:v>0.50890000000000002</c:v>
                </c:pt>
                <c:pt idx="6">
                  <c:v>0.54449999999999998</c:v>
                </c:pt>
                <c:pt idx="7">
                  <c:v>0.55800000000000005</c:v>
                </c:pt>
                <c:pt idx="8">
                  <c:v>0.58260000000000001</c:v>
                </c:pt>
                <c:pt idx="9">
                  <c:v>0.61219999999999997</c:v>
                </c:pt>
                <c:pt idx="10">
                  <c:v>0.65639999999999998</c:v>
                </c:pt>
                <c:pt idx="11">
                  <c:v>0.65990000000000004</c:v>
                </c:pt>
                <c:pt idx="12">
                  <c:v>0.68410000000000004</c:v>
                </c:pt>
                <c:pt idx="13">
                  <c:v>0.73850000000000005</c:v>
                </c:pt>
                <c:pt idx="14">
                  <c:v>0.78149999999999997</c:v>
                </c:pt>
                <c:pt idx="15">
                  <c:v>0.89429999999999998</c:v>
                </c:pt>
                <c:pt idx="16">
                  <c:v>1</c:v>
                </c:pt>
              </c:numCache>
            </c:numRef>
          </c:yVal>
          <c:smooth val="1"/>
          <c:extLst>
            <c:ext xmlns:c16="http://schemas.microsoft.com/office/drawing/2014/chart" uri="{C3380CC4-5D6E-409C-BE32-E72D297353CC}">
              <c16:uniqueId val="{00000000-0336-4F98-B9E3-EE6DD58C87A8}"/>
            </c:ext>
          </c:extLst>
        </c:ser>
        <c:ser>
          <c:idx val="1"/>
          <c:order val="1"/>
          <c:tx>
            <c:v>Rectifying Operating Line</c:v>
          </c:tx>
          <c:spPr>
            <a:ln w="19050" cap="rnd">
              <a:solidFill>
                <a:schemeClr val="accent2"/>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Lab!$Z$5:$Z$21</c:f>
              <c:numCache>
                <c:formatCode>0.00</c:formatCode>
                <c:ptCount val="17"/>
                <c:pt idx="0">
                  <c:v>0.12714451983901456</c:v>
                </c:pt>
                <c:pt idx="1">
                  <c:v>0.1429778531723479</c:v>
                </c:pt>
                <c:pt idx="2">
                  <c:v>0.18722785317234791</c:v>
                </c:pt>
                <c:pt idx="3">
                  <c:v>0.20764451983901455</c:v>
                </c:pt>
                <c:pt idx="4">
                  <c:v>0.23031118650568122</c:v>
                </c:pt>
                <c:pt idx="5">
                  <c:v>0.26556118650568122</c:v>
                </c:pt>
                <c:pt idx="6">
                  <c:v>0.32189451983901457</c:v>
                </c:pt>
                <c:pt idx="7">
                  <c:v>0.34447785317234791</c:v>
                </c:pt>
                <c:pt idx="8">
                  <c:v>0.39989451983901458</c:v>
                </c:pt>
                <c:pt idx="9">
                  <c:v>0.45756118650568123</c:v>
                </c:pt>
                <c:pt idx="10">
                  <c:v>0.55039451983901455</c:v>
                </c:pt>
                <c:pt idx="11">
                  <c:v>0.56031118650568124</c:v>
                </c:pt>
                <c:pt idx="12">
                  <c:v>0.60481118650568133</c:v>
                </c:pt>
                <c:pt idx="13">
                  <c:v>0.69072785317234786</c:v>
                </c:pt>
                <c:pt idx="14">
                  <c:v>0.74981118650568124</c:v>
                </c:pt>
                <c:pt idx="15">
                  <c:v>0.8723945198390145</c:v>
                </c:pt>
                <c:pt idx="16">
                  <c:v>0.96047785317234791</c:v>
                </c:pt>
              </c:numCache>
            </c:numRef>
          </c:yVal>
          <c:smooth val="1"/>
          <c:extLst>
            <c:ext xmlns:c16="http://schemas.microsoft.com/office/drawing/2014/chart" uri="{C3380CC4-5D6E-409C-BE32-E72D297353CC}">
              <c16:uniqueId val="{00000001-0336-4F98-B9E3-EE6DD58C87A8}"/>
            </c:ext>
          </c:extLst>
        </c:ser>
        <c:ser>
          <c:idx val="2"/>
          <c:order val="2"/>
          <c:tx>
            <c:v>Feed Operating Line</c:v>
          </c:tx>
          <c:spPr>
            <a:ln w="19050" cap="rnd">
              <a:solidFill>
                <a:schemeClr val="accent3"/>
              </a:solidFill>
              <a:round/>
            </a:ln>
            <a:effectLst/>
          </c:spPr>
          <c:marker>
            <c:symbol val="none"/>
          </c:marker>
          <c:xVal>
            <c:numRef>
              <c:f>(Lab!$AA$5,Lab!$AA$5)</c:f>
              <c:numCache>
                <c:formatCode>0.00</c:formatCode>
                <c:ptCount val="2"/>
                <c:pt idx="0">
                  <c:v>8.9099999999999999E-2</c:v>
                </c:pt>
                <c:pt idx="1">
                  <c:v>8.9099999999999999E-2</c:v>
                </c:pt>
              </c:numCache>
            </c:numRef>
          </c:xVal>
          <c:yVal>
            <c:numRef>
              <c:f>(Lab!$X$5,Lab!$X$21)</c:f>
              <c:numCache>
                <c:formatCode>0.00</c:formatCode>
                <c:ptCount val="2"/>
                <c:pt idx="0">
                  <c:v>0</c:v>
                </c:pt>
                <c:pt idx="1">
                  <c:v>1</c:v>
                </c:pt>
              </c:numCache>
            </c:numRef>
          </c:yVal>
          <c:smooth val="1"/>
          <c:extLst>
            <c:ext xmlns:c16="http://schemas.microsoft.com/office/drawing/2014/chart" uri="{C3380CC4-5D6E-409C-BE32-E72D297353CC}">
              <c16:uniqueId val="{00000002-0336-4F98-B9E3-EE6DD58C87A8}"/>
            </c:ext>
          </c:extLst>
        </c:ser>
        <c:ser>
          <c:idx val="3"/>
          <c:order val="3"/>
          <c:tx>
            <c:v>Stripping Operating Line</c:v>
          </c:tx>
          <c:spPr>
            <a:ln w="19050" cap="rnd">
              <a:solidFill>
                <a:schemeClr val="accent4"/>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Lab!$AB$5:$AB$14</c:f>
              <c:numCache>
                <c:formatCode>0.00</c:formatCode>
                <c:ptCount val="10"/>
                <c:pt idx="0">
                  <c:v>-8.1840627902898616E-2</c:v>
                </c:pt>
                <c:pt idx="1">
                  <c:v>-2.1430368244615694E-2</c:v>
                </c:pt>
                <c:pt idx="2">
                  <c:v>0.14740041006353288</c:v>
                </c:pt>
                <c:pt idx="3">
                  <c:v>0.22529785014921352</c:v>
                </c:pt>
                <c:pt idx="4">
                  <c:v>0.3117799060810712</c:v>
                </c:pt>
                <c:pt idx="5">
                  <c:v>0.44627222100451158</c:v>
                </c:pt>
                <c:pt idx="6">
                  <c:v>0.66120556589398138</c:v>
                </c:pt>
                <c:pt idx="7">
                  <c:v>0.74736967309079538</c:v>
                </c:pt>
                <c:pt idx="8">
                  <c:v>0.95880558189478571</c:v>
                </c:pt>
                <c:pt idx="9">
                  <c:v>1.1788261065449528</c:v>
                </c:pt>
              </c:numCache>
            </c:numRef>
          </c:yVal>
          <c:smooth val="1"/>
          <c:extLst>
            <c:ext xmlns:c16="http://schemas.microsoft.com/office/drawing/2014/chart" uri="{C3380CC4-5D6E-409C-BE32-E72D297353CC}">
              <c16:uniqueId val="{00000003-0336-4F98-B9E3-EE6DD58C87A8}"/>
            </c:ext>
          </c:extLst>
        </c:ser>
        <c:ser>
          <c:idx val="4"/>
          <c:order val="4"/>
          <c:tx>
            <c:v>y=x</c:v>
          </c:tx>
          <c:spPr>
            <a:ln w="19050" cap="rnd">
              <a:solidFill>
                <a:schemeClr val="accent5"/>
              </a:solidFill>
              <a:round/>
            </a:ln>
            <a:effectLst/>
          </c:spPr>
          <c:marker>
            <c:symbol val="none"/>
          </c:marker>
          <c:x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xVal>
          <c:yVal>
            <c:numRef>
              <c:f>Lab!$X$5:$X$21</c:f>
              <c:numCache>
                <c:formatCode>0.00</c:formatCode>
                <c:ptCount val="17"/>
                <c:pt idx="0">
                  <c:v>0</c:v>
                </c:pt>
                <c:pt idx="1">
                  <c:v>1.9E-2</c:v>
                </c:pt>
                <c:pt idx="2">
                  <c:v>7.2099999999999997E-2</c:v>
                </c:pt>
                <c:pt idx="3">
                  <c:v>9.6600000000000005E-2</c:v>
                </c:pt>
                <c:pt idx="4">
                  <c:v>0.12379999999999999</c:v>
                </c:pt>
                <c:pt idx="5">
                  <c:v>0.1661</c:v>
                </c:pt>
                <c:pt idx="6">
                  <c:v>0.23369999999999999</c:v>
                </c:pt>
                <c:pt idx="7">
                  <c:v>0.26079999999999998</c:v>
                </c:pt>
                <c:pt idx="8">
                  <c:v>0.32729999999999998</c:v>
                </c:pt>
                <c:pt idx="9">
                  <c:v>0.39650000000000002</c:v>
                </c:pt>
                <c:pt idx="10">
                  <c:v>0.50790000000000002</c:v>
                </c:pt>
                <c:pt idx="11">
                  <c:v>0.51980000000000004</c:v>
                </c:pt>
                <c:pt idx="12">
                  <c:v>0.57320000000000004</c:v>
                </c:pt>
                <c:pt idx="13">
                  <c:v>0.67630000000000001</c:v>
                </c:pt>
                <c:pt idx="14">
                  <c:v>0.74719999999999998</c:v>
                </c:pt>
                <c:pt idx="15">
                  <c:v>0.89429999999999998</c:v>
                </c:pt>
                <c:pt idx="16">
                  <c:v>1</c:v>
                </c:pt>
              </c:numCache>
            </c:numRef>
          </c:yVal>
          <c:smooth val="1"/>
          <c:extLst>
            <c:ext xmlns:c16="http://schemas.microsoft.com/office/drawing/2014/chart" uri="{C3380CC4-5D6E-409C-BE32-E72D297353CC}">
              <c16:uniqueId val="{00000004-0336-4F98-B9E3-EE6DD58C87A8}"/>
            </c:ext>
          </c:extLst>
        </c:ser>
        <c:ser>
          <c:idx val="5"/>
          <c:order val="5"/>
          <c:tx>
            <c:v>(xD, xD)</c:v>
          </c:tx>
          <c:spPr>
            <a:ln w="19050" cap="rnd">
              <a:solidFill>
                <a:schemeClr val="accent6"/>
              </a:solidFill>
              <a:round/>
            </a:ln>
            <a:effectLst/>
          </c:spPr>
          <c:marker>
            <c:symbol val="none"/>
          </c:marker>
          <c:xVal>
            <c:numRef>
              <c:f>Lab!$T$6</c:f>
              <c:numCache>
                <c:formatCode>0.00</c:formatCode>
                <c:ptCount val="1"/>
                <c:pt idx="0">
                  <c:v>0.76286711903408733</c:v>
                </c:pt>
              </c:numCache>
            </c:numRef>
          </c:xVal>
          <c:yVal>
            <c:numRef>
              <c:f>Lab!$T$6</c:f>
              <c:numCache>
                <c:formatCode>0.00</c:formatCode>
                <c:ptCount val="1"/>
                <c:pt idx="0">
                  <c:v>0.76286711903408733</c:v>
                </c:pt>
              </c:numCache>
            </c:numRef>
          </c:yVal>
          <c:smooth val="1"/>
          <c:extLst>
            <c:ext xmlns:c16="http://schemas.microsoft.com/office/drawing/2014/chart" uri="{C3380CC4-5D6E-409C-BE32-E72D297353CC}">
              <c16:uniqueId val="{00000005-0336-4F98-B9E3-EE6DD58C87A8}"/>
            </c:ext>
          </c:extLst>
        </c:ser>
        <c:ser>
          <c:idx val="6"/>
          <c:order val="6"/>
          <c:tx>
            <c:v>(xB, xB)</c:v>
          </c:tx>
          <c:spPr>
            <a:ln w="19050" cap="rnd">
              <a:solidFill>
                <a:schemeClr val="accent1">
                  <a:lumMod val="60000"/>
                </a:schemeClr>
              </a:solidFill>
              <a:round/>
            </a:ln>
            <a:effectLst/>
          </c:spPr>
          <c:marker>
            <c:symbol val="none"/>
          </c:marker>
          <c:xVal>
            <c:numRef>
              <c:f>Lab!$T$8</c:f>
              <c:numCache>
                <c:formatCode>0.00</c:formatCode>
                <c:ptCount val="1"/>
                <c:pt idx="0">
                  <c:v>3.7550402798405214E-2</c:v>
                </c:pt>
              </c:numCache>
            </c:numRef>
          </c:xVal>
          <c:yVal>
            <c:numRef>
              <c:f>Lab!$T$8</c:f>
              <c:numCache>
                <c:formatCode>0.00</c:formatCode>
                <c:ptCount val="1"/>
                <c:pt idx="0">
                  <c:v>3.7550402798405214E-2</c:v>
                </c:pt>
              </c:numCache>
            </c:numRef>
          </c:yVal>
          <c:smooth val="1"/>
          <c:extLst>
            <c:ext xmlns:c16="http://schemas.microsoft.com/office/drawing/2014/chart" uri="{C3380CC4-5D6E-409C-BE32-E72D297353CC}">
              <c16:uniqueId val="{00000006-0336-4F98-B9E3-EE6DD58C87A8}"/>
            </c:ext>
          </c:extLst>
        </c:ser>
        <c:dLbls>
          <c:showLegendKey val="0"/>
          <c:showVal val="0"/>
          <c:showCatName val="0"/>
          <c:showSerName val="0"/>
          <c:showPercent val="0"/>
          <c:showBubbleSize val="0"/>
        </c:dLbls>
        <c:axId val="991894984"/>
        <c:axId val="991891744"/>
      </c:scatterChart>
      <c:valAx>
        <c:axId val="991894984"/>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xEtOH</a:t>
                </a:r>
              </a:p>
            </c:rich>
          </c:tx>
          <c:layout>
            <c:manualLayout>
              <c:xMode val="edge"/>
              <c:yMode val="edge"/>
              <c:x val="0.37026337935795522"/>
              <c:y val="0.9316347605516054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1891744"/>
        <c:crosses val="autoZero"/>
        <c:crossBetween val="midCat"/>
      </c:valAx>
      <c:valAx>
        <c:axId val="99189174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yEtOH</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1894984"/>
        <c:crosses val="autoZero"/>
        <c:crossBetween val="midCat"/>
      </c:valAx>
      <c:spPr>
        <a:noFill/>
        <a:ln>
          <a:noFill/>
        </a:ln>
        <a:effectLst/>
      </c:spPr>
    </c:plotArea>
    <c:legend>
      <c:legendPos val="r"/>
      <c:layout>
        <c:manualLayout>
          <c:xMode val="edge"/>
          <c:yMode val="edge"/>
          <c:x val="0.72037833889419811"/>
          <c:y val="0.24605989487518765"/>
          <c:w val="0.27059977501021593"/>
          <c:h val="0.47925177587266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rgbClr val="333333"/>
      </a:solidFill>
    </a:ln>
    <a:effectLst/>
  </c:spPr>
  <c:txPr>
    <a:bodyPr/>
    <a:lstStyle/>
    <a:p>
      <a:pPr>
        <a:defRPr/>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0.56014</cdr:x>
      <cdr:y>0.25804</cdr:y>
    </cdr:from>
    <cdr:to>
      <cdr:x>0.58486</cdr:x>
      <cdr:y>0.25804</cdr:y>
    </cdr:to>
    <cdr:cxnSp macro="">
      <cdr:nvCxnSpPr>
        <cdr:cNvPr id="17" name="Straight Connector 16">
          <a:extLst xmlns:a="http://schemas.openxmlformats.org/drawingml/2006/main">
            <a:ext uri="{FF2B5EF4-FFF2-40B4-BE49-F238E27FC236}">
              <a16:creationId xmlns:a16="http://schemas.microsoft.com/office/drawing/2014/main" id="{68B0616A-AD73-FA4A-0022-659B237365B5}"/>
            </a:ext>
          </a:extLst>
        </cdr:cNvPr>
        <cdr:cNvCxnSpPr/>
      </cdr:nvCxnSpPr>
      <cdr:spPr>
        <a:xfrm xmlns:a="http://schemas.openxmlformats.org/drawingml/2006/main" flipH="1">
          <a:off x="3040305" y="807750"/>
          <a:ext cx="13419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0.56154</cdr:x>
      <cdr:y>0.25637</cdr:y>
    </cdr:from>
    <cdr:to>
      <cdr:x>0.56154</cdr:x>
      <cdr:y>0.28314</cdr:y>
    </cdr:to>
    <cdr:cxnSp macro="">
      <cdr:nvCxnSpPr>
        <cdr:cNvPr id="19" name="Straight Connector 18">
          <a:extLst xmlns:a="http://schemas.openxmlformats.org/drawingml/2006/main">
            <a:ext uri="{FF2B5EF4-FFF2-40B4-BE49-F238E27FC236}">
              <a16:creationId xmlns:a16="http://schemas.microsoft.com/office/drawing/2014/main" id="{E7A72250-384B-52B9-451F-ADD3EAF54A69}"/>
            </a:ext>
          </a:extLst>
        </cdr:cNvPr>
        <cdr:cNvCxnSpPr/>
      </cdr:nvCxnSpPr>
      <cdr:spPr>
        <a:xfrm xmlns:a="http://schemas.openxmlformats.org/drawingml/2006/main">
          <a:off x="3047925" y="802500"/>
          <a:ext cx="0" cy="8382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0.52363</cdr:x>
      <cdr:y>0.28056</cdr:y>
    </cdr:from>
    <cdr:to>
      <cdr:x>0.55994</cdr:x>
      <cdr:y>0.28056</cdr:y>
    </cdr:to>
    <cdr:cxnSp macro="">
      <cdr:nvCxnSpPr>
        <cdr:cNvPr id="29" name="Straight Connector 28">
          <a:extLst xmlns:a="http://schemas.openxmlformats.org/drawingml/2006/main">
            <a:ext uri="{FF2B5EF4-FFF2-40B4-BE49-F238E27FC236}">
              <a16:creationId xmlns:a16="http://schemas.microsoft.com/office/drawing/2014/main" id="{71A17F29-C7C1-D231-D726-C30F608FF55D}"/>
            </a:ext>
          </a:extLst>
        </cdr:cNvPr>
        <cdr:cNvCxnSpPr/>
      </cdr:nvCxnSpPr>
      <cdr:spPr>
        <a:xfrm xmlns:a="http://schemas.openxmlformats.org/drawingml/2006/main" flipH="1">
          <a:off x="2840290" y="878619"/>
          <a:ext cx="196932"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0.52504</cdr:x>
      <cdr:y>0.27827</cdr:y>
    </cdr:from>
    <cdr:to>
      <cdr:x>0.52504</cdr:x>
      <cdr:y>0.31783</cdr:y>
    </cdr:to>
    <cdr:cxnSp macro="">
      <cdr:nvCxnSpPr>
        <cdr:cNvPr id="33" name="Straight Connector 32">
          <a:extLst xmlns:a="http://schemas.openxmlformats.org/drawingml/2006/main">
            <a:ext uri="{FF2B5EF4-FFF2-40B4-BE49-F238E27FC236}">
              <a16:creationId xmlns:a16="http://schemas.microsoft.com/office/drawing/2014/main" id="{ADEC77F7-B7A1-1171-1DF2-0353872681A0}"/>
            </a:ext>
          </a:extLst>
        </cdr:cNvPr>
        <cdr:cNvCxnSpPr/>
      </cdr:nvCxnSpPr>
      <cdr:spPr>
        <a:xfrm xmlns:a="http://schemas.openxmlformats.org/drawingml/2006/main">
          <a:off x="2849805" y="871080"/>
          <a:ext cx="0" cy="123825"/>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0.46327</cdr:x>
      <cdr:y>0.31525</cdr:y>
    </cdr:from>
    <cdr:to>
      <cdr:x>0.5266</cdr:x>
      <cdr:y>0.31525</cdr:y>
    </cdr:to>
    <cdr:cxnSp macro="">
      <cdr:nvCxnSpPr>
        <cdr:cNvPr id="35" name="Straight Connector 34">
          <a:extLst xmlns:a="http://schemas.openxmlformats.org/drawingml/2006/main">
            <a:ext uri="{FF2B5EF4-FFF2-40B4-BE49-F238E27FC236}">
              <a16:creationId xmlns:a16="http://schemas.microsoft.com/office/drawing/2014/main" id="{55BC99C2-364D-74B2-0631-300285F3C3C0}"/>
            </a:ext>
          </a:extLst>
        </cdr:cNvPr>
        <cdr:cNvCxnSpPr/>
      </cdr:nvCxnSpPr>
      <cdr:spPr>
        <a:xfrm xmlns:a="http://schemas.openxmlformats.org/drawingml/2006/main" flipH="1">
          <a:off x="2514525" y="986820"/>
          <a:ext cx="34374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0.46502</cdr:x>
      <cdr:y>0.31235</cdr:y>
    </cdr:from>
    <cdr:to>
      <cdr:x>0.46502</cdr:x>
      <cdr:y>0.37139</cdr:y>
    </cdr:to>
    <cdr:cxnSp macro="">
      <cdr:nvCxnSpPr>
        <cdr:cNvPr id="38" name="Straight Connector 37">
          <a:extLst xmlns:a="http://schemas.openxmlformats.org/drawingml/2006/main">
            <a:ext uri="{FF2B5EF4-FFF2-40B4-BE49-F238E27FC236}">
              <a16:creationId xmlns:a16="http://schemas.microsoft.com/office/drawing/2014/main" id="{2108659C-D871-FD20-BCAE-09AABB6712CB}"/>
            </a:ext>
          </a:extLst>
        </cdr:cNvPr>
        <cdr:cNvCxnSpPr/>
      </cdr:nvCxnSpPr>
      <cdr:spPr>
        <a:xfrm xmlns:a="http://schemas.openxmlformats.org/drawingml/2006/main">
          <a:off x="2524050" y="977760"/>
          <a:ext cx="0" cy="184785"/>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0.34081</cdr:x>
      <cdr:y>0.36875</cdr:y>
    </cdr:from>
    <cdr:to>
      <cdr:x>0.46354</cdr:x>
      <cdr:y>0.36875</cdr:y>
    </cdr:to>
    <cdr:cxnSp macro="">
      <cdr:nvCxnSpPr>
        <cdr:cNvPr id="44" name="Straight Connector 43">
          <a:extLst xmlns:a="http://schemas.openxmlformats.org/drawingml/2006/main">
            <a:ext uri="{FF2B5EF4-FFF2-40B4-BE49-F238E27FC236}">
              <a16:creationId xmlns:a16="http://schemas.microsoft.com/office/drawing/2014/main" id="{7B5E293D-41BD-2269-6B58-538EAB4D568C}"/>
            </a:ext>
          </a:extLst>
        </cdr:cNvPr>
        <cdr:cNvCxnSpPr/>
      </cdr:nvCxnSpPr>
      <cdr:spPr>
        <a:xfrm xmlns:a="http://schemas.openxmlformats.org/drawingml/2006/main" flipH="1">
          <a:off x="1851027" y="1153817"/>
          <a:ext cx="666555"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0.34244</cdr:x>
      <cdr:y>0.36586</cdr:y>
    </cdr:from>
    <cdr:to>
      <cdr:x>0.34244</cdr:x>
      <cdr:y>0.47848</cdr:y>
    </cdr:to>
    <cdr:cxnSp macro="">
      <cdr:nvCxnSpPr>
        <cdr:cNvPr id="46" name="Straight Connector 45">
          <a:extLst xmlns:a="http://schemas.openxmlformats.org/drawingml/2006/main">
            <a:ext uri="{FF2B5EF4-FFF2-40B4-BE49-F238E27FC236}">
              <a16:creationId xmlns:a16="http://schemas.microsoft.com/office/drawing/2014/main" id="{3AF96BC8-5E02-D461-6D95-F3908C5AD388}"/>
            </a:ext>
          </a:extLst>
        </cdr:cNvPr>
        <cdr:cNvCxnSpPr/>
      </cdr:nvCxnSpPr>
      <cdr:spPr>
        <a:xfrm xmlns:a="http://schemas.openxmlformats.org/drawingml/2006/main">
          <a:off x="1859874" y="1144760"/>
          <a:ext cx="0" cy="352392"/>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0.16737</cdr:x>
      <cdr:y>0.47689</cdr:y>
    </cdr:from>
    <cdr:to>
      <cdr:x>0.34371</cdr:x>
      <cdr:y>0.47689</cdr:y>
    </cdr:to>
    <cdr:cxnSp macro="">
      <cdr:nvCxnSpPr>
        <cdr:cNvPr id="49" name="Straight Connector 48">
          <a:extLst xmlns:a="http://schemas.openxmlformats.org/drawingml/2006/main">
            <a:ext uri="{FF2B5EF4-FFF2-40B4-BE49-F238E27FC236}">
              <a16:creationId xmlns:a16="http://schemas.microsoft.com/office/drawing/2014/main" id="{6E79FD65-A5AC-0B94-EBA7-AD6C40A2DDD6}"/>
            </a:ext>
          </a:extLst>
        </cdr:cNvPr>
        <cdr:cNvCxnSpPr/>
      </cdr:nvCxnSpPr>
      <cdr:spPr>
        <a:xfrm xmlns:a="http://schemas.openxmlformats.org/drawingml/2006/main" flipH="1">
          <a:off x="907844" y="1493472"/>
          <a:ext cx="95652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0.16916</cdr:x>
      <cdr:y>0.47853</cdr:y>
    </cdr:from>
    <cdr:to>
      <cdr:x>0.16916</cdr:x>
      <cdr:y>0.63368</cdr:y>
    </cdr:to>
    <cdr:cxnSp macro="">
      <cdr:nvCxnSpPr>
        <cdr:cNvPr id="51" name="Straight Connector 50">
          <a:extLst xmlns:a="http://schemas.openxmlformats.org/drawingml/2006/main">
            <a:ext uri="{FF2B5EF4-FFF2-40B4-BE49-F238E27FC236}">
              <a16:creationId xmlns:a16="http://schemas.microsoft.com/office/drawing/2014/main" id="{B71CA418-6294-5CCA-543C-B61D2B7765FE}"/>
            </a:ext>
          </a:extLst>
        </cdr:cNvPr>
        <cdr:cNvCxnSpPr/>
      </cdr:nvCxnSpPr>
      <cdr:spPr>
        <a:xfrm xmlns:a="http://schemas.openxmlformats.org/drawingml/2006/main">
          <a:off x="918162" y="1497936"/>
          <a:ext cx="0" cy="485664"/>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0.12283</cdr:x>
      <cdr:y>0.63063</cdr:y>
    </cdr:from>
    <cdr:to>
      <cdr:x>0.16866</cdr:x>
      <cdr:y>0.63063</cdr:y>
    </cdr:to>
    <cdr:cxnSp macro="">
      <cdr:nvCxnSpPr>
        <cdr:cNvPr id="57" name="Straight Connector 56">
          <a:extLst xmlns:a="http://schemas.openxmlformats.org/drawingml/2006/main">
            <a:ext uri="{FF2B5EF4-FFF2-40B4-BE49-F238E27FC236}">
              <a16:creationId xmlns:a16="http://schemas.microsoft.com/office/drawing/2014/main" id="{767D1B12-8ADE-1D9F-93D4-28C47BC69D13}"/>
            </a:ext>
          </a:extLst>
        </cdr:cNvPr>
        <cdr:cNvCxnSpPr/>
      </cdr:nvCxnSpPr>
      <cdr:spPr>
        <a:xfrm xmlns:a="http://schemas.openxmlformats.org/drawingml/2006/main" flipH="1">
          <a:off x="666675" y="1974041"/>
          <a:ext cx="24878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0.12487</cdr:x>
      <cdr:y>0.62674</cdr:y>
    </cdr:from>
    <cdr:to>
      <cdr:x>0.12487</cdr:x>
      <cdr:y>0.76014</cdr:y>
    </cdr:to>
    <cdr:cxnSp macro="">
      <cdr:nvCxnSpPr>
        <cdr:cNvPr id="59" name="Straight Connector 58">
          <a:extLst xmlns:a="http://schemas.openxmlformats.org/drawingml/2006/main">
            <a:ext uri="{FF2B5EF4-FFF2-40B4-BE49-F238E27FC236}">
              <a16:creationId xmlns:a16="http://schemas.microsoft.com/office/drawing/2014/main" id="{5970DD48-D518-52C3-4B2A-50F07DB0F3ED}"/>
            </a:ext>
          </a:extLst>
        </cdr:cNvPr>
        <cdr:cNvCxnSpPr/>
      </cdr:nvCxnSpPr>
      <cdr:spPr>
        <a:xfrm xmlns:a="http://schemas.openxmlformats.org/drawingml/2006/main">
          <a:off x="678217" y="1961052"/>
          <a:ext cx="0" cy="417403"/>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0.11826</cdr:x>
      <cdr:y>0.7573</cdr:y>
    </cdr:from>
    <cdr:to>
      <cdr:x>0.12335</cdr:x>
      <cdr:y>0.75783</cdr:y>
    </cdr:to>
    <cdr:cxnSp macro="">
      <cdr:nvCxnSpPr>
        <cdr:cNvPr id="61" name="Straight Connector 60">
          <a:extLst xmlns:a="http://schemas.openxmlformats.org/drawingml/2006/main">
            <a:ext uri="{FF2B5EF4-FFF2-40B4-BE49-F238E27FC236}">
              <a16:creationId xmlns:a16="http://schemas.microsoft.com/office/drawing/2014/main" id="{80FC2458-EE90-611C-1A93-D16BAC7CE2DE}"/>
            </a:ext>
          </a:extLst>
        </cdr:cNvPr>
        <cdr:cNvCxnSpPr/>
      </cdr:nvCxnSpPr>
      <cdr:spPr>
        <a:xfrm xmlns:a="http://schemas.openxmlformats.org/drawingml/2006/main" flipH="1">
          <a:off x="641910" y="2370581"/>
          <a:ext cx="27605" cy="1639"/>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2.xml><?xml version="1.0" encoding="utf-8"?>
<c:userShapes xmlns:c="http://schemas.openxmlformats.org/drawingml/2006/chart">
  <cdr:relSizeAnchor xmlns:cdr="http://schemas.openxmlformats.org/drawingml/2006/chartDrawing">
    <cdr:from>
      <cdr:x>0.40706</cdr:x>
      <cdr:y>0.34258</cdr:y>
    </cdr:from>
    <cdr:to>
      <cdr:x>0.50968</cdr:x>
      <cdr:y>0.34258</cdr:y>
    </cdr:to>
    <cdr:cxnSp macro="">
      <cdr:nvCxnSpPr>
        <cdr:cNvPr id="3" name="Straight Connector 2">
          <a:extLst xmlns:a="http://schemas.openxmlformats.org/drawingml/2006/main">
            <a:ext uri="{FF2B5EF4-FFF2-40B4-BE49-F238E27FC236}">
              <a16:creationId xmlns:a16="http://schemas.microsoft.com/office/drawing/2014/main" id="{E3EBB3C8-F09E-7868-AC35-DEBA5DDFA9F0}"/>
            </a:ext>
          </a:extLst>
        </cdr:cNvPr>
        <cdr:cNvCxnSpPr/>
      </cdr:nvCxnSpPr>
      <cdr:spPr>
        <a:xfrm xmlns:a="http://schemas.openxmlformats.org/drawingml/2006/main" flipH="1">
          <a:off x="2205587" y="1069161"/>
          <a:ext cx="556040"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0.40858</cdr:x>
      <cdr:y>0.34091</cdr:y>
    </cdr:from>
    <cdr:to>
      <cdr:x>0.40858</cdr:x>
      <cdr:y>0.43491</cdr:y>
    </cdr:to>
    <cdr:cxnSp macro="">
      <cdr:nvCxnSpPr>
        <cdr:cNvPr id="4" name="Straight Connector 3">
          <a:extLst xmlns:a="http://schemas.openxmlformats.org/drawingml/2006/main">
            <a:ext uri="{FF2B5EF4-FFF2-40B4-BE49-F238E27FC236}">
              <a16:creationId xmlns:a16="http://schemas.microsoft.com/office/drawing/2014/main" id="{D12BF291-13DB-89BF-E36A-183FB10CB722}"/>
            </a:ext>
          </a:extLst>
        </cdr:cNvPr>
        <cdr:cNvCxnSpPr/>
      </cdr:nvCxnSpPr>
      <cdr:spPr>
        <a:xfrm xmlns:a="http://schemas.openxmlformats.org/drawingml/2006/main">
          <a:off x="2215551" y="1057857"/>
          <a:ext cx="0" cy="291666"/>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0.20941</cdr:x>
      <cdr:y>0.43222</cdr:y>
    </cdr:from>
    <cdr:to>
      <cdr:x>0.40991</cdr:x>
      <cdr:y>0.43222</cdr:y>
    </cdr:to>
    <cdr:cxnSp macro="">
      <cdr:nvCxnSpPr>
        <cdr:cNvPr id="14" name="Straight Connector 13">
          <a:extLst xmlns:a="http://schemas.openxmlformats.org/drawingml/2006/main">
            <a:ext uri="{FF2B5EF4-FFF2-40B4-BE49-F238E27FC236}">
              <a16:creationId xmlns:a16="http://schemas.microsoft.com/office/drawing/2014/main" id="{C5EBD27F-5709-F3A1-C083-0E5185C73A7F}"/>
            </a:ext>
          </a:extLst>
        </cdr:cNvPr>
        <cdr:cNvCxnSpPr/>
      </cdr:nvCxnSpPr>
      <cdr:spPr>
        <a:xfrm xmlns:a="http://schemas.openxmlformats.org/drawingml/2006/main" flipH="1">
          <a:off x="1135539" y="1341169"/>
          <a:ext cx="1087259"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0.21079</cdr:x>
      <cdr:y>0.42993</cdr:y>
    </cdr:from>
    <cdr:to>
      <cdr:x>0.21079</cdr:x>
      <cdr:y>0.60435</cdr:y>
    </cdr:to>
    <cdr:cxnSp macro="">
      <cdr:nvCxnSpPr>
        <cdr:cNvPr id="16" name="Straight Connector 15">
          <a:extLst xmlns:a="http://schemas.openxmlformats.org/drawingml/2006/main">
            <a:ext uri="{FF2B5EF4-FFF2-40B4-BE49-F238E27FC236}">
              <a16:creationId xmlns:a16="http://schemas.microsoft.com/office/drawing/2014/main" id="{1ECA672F-3C78-441B-E8AD-D50AD5430534}"/>
            </a:ext>
          </a:extLst>
        </cdr:cNvPr>
        <cdr:cNvCxnSpPr/>
      </cdr:nvCxnSpPr>
      <cdr:spPr>
        <a:xfrm xmlns:a="http://schemas.openxmlformats.org/drawingml/2006/main">
          <a:off x="1143036" y="1334082"/>
          <a:ext cx="0" cy="541221"/>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0.12685</cdr:x>
      <cdr:y>0.60222</cdr:y>
    </cdr:from>
    <cdr:to>
      <cdr:x>0.21236</cdr:x>
      <cdr:y>0.60222</cdr:y>
    </cdr:to>
    <cdr:cxnSp macro="">
      <cdr:nvCxnSpPr>
        <cdr:cNvPr id="25" name="Straight Connector 24">
          <a:extLst xmlns:a="http://schemas.openxmlformats.org/drawingml/2006/main">
            <a:ext uri="{FF2B5EF4-FFF2-40B4-BE49-F238E27FC236}">
              <a16:creationId xmlns:a16="http://schemas.microsoft.com/office/drawing/2014/main" id="{FFA199EB-1895-C470-EA63-CDA188813241}"/>
            </a:ext>
          </a:extLst>
        </cdr:cNvPr>
        <cdr:cNvCxnSpPr/>
      </cdr:nvCxnSpPr>
      <cdr:spPr>
        <a:xfrm xmlns:a="http://schemas.openxmlformats.org/drawingml/2006/main" flipH="1">
          <a:off x="687864" y="1868697"/>
          <a:ext cx="463674"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0.12859</cdr:x>
      <cdr:y>0.59937</cdr:y>
    </cdr:from>
    <cdr:to>
      <cdr:x>0.12859</cdr:x>
      <cdr:y>0.74371</cdr:y>
    </cdr:to>
    <cdr:cxnSp macro="">
      <cdr:nvCxnSpPr>
        <cdr:cNvPr id="28" name="Straight Connector 27">
          <a:extLst xmlns:a="http://schemas.openxmlformats.org/drawingml/2006/main">
            <a:ext uri="{FF2B5EF4-FFF2-40B4-BE49-F238E27FC236}">
              <a16:creationId xmlns:a16="http://schemas.microsoft.com/office/drawing/2014/main" id="{AB6E6E10-0857-814E-9F9C-2610E955ABC2}"/>
            </a:ext>
          </a:extLst>
        </cdr:cNvPr>
        <cdr:cNvCxnSpPr/>
      </cdr:nvCxnSpPr>
      <cdr:spPr>
        <a:xfrm xmlns:a="http://schemas.openxmlformats.org/drawingml/2006/main">
          <a:off x="697266" y="1859862"/>
          <a:ext cx="0" cy="447876"/>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drawings/drawing3.xml><?xml version="1.0" encoding="utf-8"?>
<c:userShapes xmlns:c="http://schemas.openxmlformats.org/drawingml/2006/chart">
  <cdr:relSizeAnchor xmlns:cdr="http://schemas.openxmlformats.org/drawingml/2006/chartDrawing">
    <cdr:from>
      <cdr:x>0.56014</cdr:x>
      <cdr:y>0.25804</cdr:y>
    </cdr:from>
    <cdr:to>
      <cdr:x>0.58486</cdr:x>
      <cdr:y>0.25804</cdr:y>
    </cdr:to>
    <cdr:cxnSp macro="">
      <cdr:nvCxnSpPr>
        <cdr:cNvPr id="17" name="Straight Connector 16">
          <a:extLst xmlns:a="http://schemas.openxmlformats.org/drawingml/2006/main">
            <a:ext uri="{FF2B5EF4-FFF2-40B4-BE49-F238E27FC236}">
              <a16:creationId xmlns:a16="http://schemas.microsoft.com/office/drawing/2014/main" id="{68B0616A-AD73-FA4A-0022-659B237365B5}"/>
            </a:ext>
          </a:extLst>
        </cdr:cNvPr>
        <cdr:cNvCxnSpPr/>
      </cdr:nvCxnSpPr>
      <cdr:spPr>
        <a:xfrm xmlns:a="http://schemas.openxmlformats.org/drawingml/2006/main" flipH="1">
          <a:off x="3040305" y="807750"/>
          <a:ext cx="13419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0.56154</cdr:x>
      <cdr:y>0.25637</cdr:y>
    </cdr:from>
    <cdr:to>
      <cdr:x>0.56154</cdr:x>
      <cdr:y>0.28314</cdr:y>
    </cdr:to>
    <cdr:cxnSp macro="">
      <cdr:nvCxnSpPr>
        <cdr:cNvPr id="19" name="Straight Connector 18">
          <a:extLst xmlns:a="http://schemas.openxmlformats.org/drawingml/2006/main">
            <a:ext uri="{FF2B5EF4-FFF2-40B4-BE49-F238E27FC236}">
              <a16:creationId xmlns:a16="http://schemas.microsoft.com/office/drawing/2014/main" id="{E7A72250-384B-52B9-451F-ADD3EAF54A69}"/>
            </a:ext>
          </a:extLst>
        </cdr:cNvPr>
        <cdr:cNvCxnSpPr/>
      </cdr:nvCxnSpPr>
      <cdr:spPr>
        <a:xfrm xmlns:a="http://schemas.openxmlformats.org/drawingml/2006/main">
          <a:off x="3047925" y="802500"/>
          <a:ext cx="0" cy="8382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0.52363</cdr:x>
      <cdr:y>0.28056</cdr:y>
    </cdr:from>
    <cdr:to>
      <cdr:x>0.55994</cdr:x>
      <cdr:y>0.28056</cdr:y>
    </cdr:to>
    <cdr:cxnSp macro="">
      <cdr:nvCxnSpPr>
        <cdr:cNvPr id="29" name="Straight Connector 28">
          <a:extLst xmlns:a="http://schemas.openxmlformats.org/drawingml/2006/main">
            <a:ext uri="{FF2B5EF4-FFF2-40B4-BE49-F238E27FC236}">
              <a16:creationId xmlns:a16="http://schemas.microsoft.com/office/drawing/2014/main" id="{71A17F29-C7C1-D231-D726-C30F608FF55D}"/>
            </a:ext>
          </a:extLst>
        </cdr:cNvPr>
        <cdr:cNvCxnSpPr/>
      </cdr:nvCxnSpPr>
      <cdr:spPr>
        <a:xfrm xmlns:a="http://schemas.openxmlformats.org/drawingml/2006/main" flipH="1">
          <a:off x="2840290" y="878619"/>
          <a:ext cx="196932"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0.52504</cdr:x>
      <cdr:y>0.27827</cdr:y>
    </cdr:from>
    <cdr:to>
      <cdr:x>0.52504</cdr:x>
      <cdr:y>0.31783</cdr:y>
    </cdr:to>
    <cdr:cxnSp macro="">
      <cdr:nvCxnSpPr>
        <cdr:cNvPr id="33" name="Straight Connector 32">
          <a:extLst xmlns:a="http://schemas.openxmlformats.org/drawingml/2006/main">
            <a:ext uri="{FF2B5EF4-FFF2-40B4-BE49-F238E27FC236}">
              <a16:creationId xmlns:a16="http://schemas.microsoft.com/office/drawing/2014/main" id="{ADEC77F7-B7A1-1171-1DF2-0353872681A0}"/>
            </a:ext>
          </a:extLst>
        </cdr:cNvPr>
        <cdr:cNvCxnSpPr/>
      </cdr:nvCxnSpPr>
      <cdr:spPr>
        <a:xfrm xmlns:a="http://schemas.openxmlformats.org/drawingml/2006/main">
          <a:off x="2849805" y="871080"/>
          <a:ext cx="0" cy="123825"/>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0.46327</cdr:x>
      <cdr:y>0.31525</cdr:y>
    </cdr:from>
    <cdr:to>
      <cdr:x>0.5266</cdr:x>
      <cdr:y>0.31525</cdr:y>
    </cdr:to>
    <cdr:cxnSp macro="">
      <cdr:nvCxnSpPr>
        <cdr:cNvPr id="35" name="Straight Connector 34">
          <a:extLst xmlns:a="http://schemas.openxmlformats.org/drawingml/2006/main">
            <a:ext uri="{FF2B5EF4-FFF2-40B4-BE49-F238E27FC236}">
              <a16:creationId xmlns:a16="http://schemas.microsoft.com/office/drawing/2014/main" id="{55BC99C2-364D-74B2-0631-300285F3C3C0}"/>
            </a:ext>
          </a:extLst>
        </cdr:cNvPr>
        <cdr:cNvCxnSpPr/>
      </cdr:nvCxnSpPr>
      <cdr:spPr>
        <a:xfrm xmlns:a="http://schemas.openxmlformats.org/drawingml/2006/main" flipH="1">
          <a:off x="2514525" y="986820"/>
          <a:ext cx="34374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0.46502</cdr:x>
      <cdr:y>0.31235</cdr:y>
    </cdr:from>
    <cdr:to>
      <cdr:x>0.46502</cdr:x>
      <cdr:y>0.37139</cdr:y>
    </cdr:to>
    <cdr:cxnSp macro="">
      <cdr:nvCxnSpPr>
        <cdr:cNvPr id="38" name="Straight Connector 37">
          <a:extLst xmlns:a="http://schemas.openxmlformats.org/drawingml/2006/main">
            <a:ext uri="{FF2B5EF4-FFF2-40B4-BE49-F238E27FC236}">
              <a16:creationId xmlns:a16="http://schemas.microsoft.com/office/drawing/2014/main" id="{2108659C-D871-FD20-BCAE-09AABB6712CB}"/>
            </a:ext>
          </a:extLst>
        </cdr:cNvPr>
        <cdr:cNvCxnSpPr/>
      </cdr:nvCxnSpPr>
      <cdr:spPr>
        <a:xfrm xmlns:a="http://schemas.openxmlformats.org/drawingml/2006/main">
          <a:off x="2524050" y="977760"/>
          <a:ext cx="0" cy="184785"/>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0.34081</cdr:x>
      <cdr:y>0.36875</cdr:y>
    </cdr:from>
    <cdr:to>
      <cdr:x>0.46354</cdr:x>
      <cdr:y>0.36875</cdr:y>
    </cdr:to>
    <cdr:cxnSp macro="">
      <cdr:nvCxnSpPr>
        <cdr:cNvPr id="44" name="Straight Connector 43">
          <a:extLst xmlns:a="http://schemas.openxmlformats.org/drawingml/2006/main">
            <a:ext uri="{FF2B5EF4-FFF2-40B4-BE49-F238E27FC236}">
              <a16:creationId xmlns:a16="http://schemas.microsoft.com/office/drawing/2014/main" id="{7B5E293D-41BD-2269-6B58-538EAB4D568C}"/>
            </a:ext>
          </a:extLst>
        </cdr:cNvPr>
        <cdr:cNvCxnSpPr/>
      </cdr:nvCxnSpPr>
      <cdr:spPr>
        <a:xfrm xmlns:a="http://schemas.openxmlformats.org/drawingml/2006/main" flipH="1">
          <a:off x="1851027" y="1153817"/>
          <a:ext cx="666555"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0.34244</cdr:x>
      <cdr:y>0.36586</cdr:y>
    </cdr:from>
    <cdr:to>
      <cdr:x>0.34244</cdr:x>
      <cdr:y>0.47848</cdr:y>
    </cdr:to>
    <cdr:cxnSp macro="">
      <cdr:nvCxnSpPr>
        <cdr:cNvPr id="46" name="Straight Connector 45">
          <a:extLst xmlns:a="http://schemas.openxmlformats.org/drawingml/2006/main">
            <a:ext uri="{FF2B5EF4-FFF2-40B4-BE49-F238E27FC236}">
              <a16:creationId xmlns:a16="http://schemas.microsoft.com/office/drawing/2014/main" id="{3AF96BC8-5E02-D461-6D95-F3908C5AD388}"/>
            </a:ext>
          </a:extLst>
        </cdr:cNvPr>
        <cdr:cNvCxnSpPr/>
      </cdr:nvCxnSpPr>
      <cdr:spPr>
        <a:xfrm xmlns:a="http://schemas.openxmlformats.org/drawingml/2006/main">
          <a:off x="1859874" y="1144760"/>
          <a:ext cx="0" cy="352392"/>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0.16737</cdr:x>
      <cdr:y>0.47689</cdr:y>
    </cdr:from>
    <cdr:to>
      <cdr:x>0.34371</cdr:x>
      <cdr:y>0.47689</cdr:y>
    </cdr:to>
    <cdr:cxnSp macro="">
      <cdr:nvCxnSpPr>
        <cdr:cNvPr id="49" name="Straight Connector 48">
          <a:extLst xmlns:a="http://schemas.openxmlformats.org/drawingml/2006/main">
            <a:ext uri="{FF2B5EF4-FFF2-40B4-BE49-F238E27FC236}">
              <a16:creationId xmlns:a16="http://schemas.microsoft.com/office/drawing/2014/main" id="{6E79FD65-A5AC-0B94-EBA7-AD6C40A2DDD6}"/>
            </a:ext>
          </a:extLst>
        </cdr:cNvPr>
        <cdr:cNvCxnSpPr/>
      </cdr:nvCxnSpPr>
      <cdr:spPr>
        <a:xfrm xmlns:a="http://schemas.openxmlformats.org/drawingml/2006/main" flipH="1">
          <a:off x="907844" y="1493472"/>
          <a:ext cx="95652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0.16916</cdr:x>
      <cdr:y>0.47853</cdr:y>
    </cdr:from>
    <cdr:to>
      <cdr:x>0.16916</cdr:x>
      <cdr:y>0.63368</cdr:y>
    </cdr:to>
    <cdr:cxnSp macro="">
      <cdr:nvCxnSpPr>
        <cdr:cNvPr id="51" name="Straight Connector 50">
          <a:extLst xmlns:a="http://schemas.openxmlformats.org/drawingml/2006/main">
            <a:ext uri="{FF2B5EF4-FFF2-40B4-BE49-F238E27FC236}">
              <a16:creationId xmlns:a16="http://schemas.microsoft.com/office/drawing/2014/main" id="{B71CA418-6294-5CCA-543C-B61D2B7765FE}"/>
            </a:ext>
          </a:extLst>
        </cdr:cNvPr>
        <cdr:cNvCxnSpPr/>
      </cdr:nvCxnSpPr>
      <cdr:spPr>
        <a:xfrm xmlns:a="http://schemas.openxmlformats.org/drawingml/2006/main">
          <a:off x="918162" y="1497936"/>
          <a:ext cx="0" cy="485664"/>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0.12283</cdr:x>
      <cdr:y>0.63063</cdr:y>
    </cdr:from>
    <cdr:to>
      <cdr:x>0.16866</cdr:x>
      <cdr:y>0.63063</cdr:y>
    </cdr:to>
    <cdr:cxnSp macro="">
      <cdr:nvCxnSpPr>
        <cdr:cNvPr id="57" name="Straight Connector 56">
          <a:extLst xmlns:a="http://schemas.openxmlformats.org/drawingml/2006/main">
            <a:ext uri="{FF2B5EF4-FFF2-40B4-BE49-F238E27FC236}">
              <a16:creationId xmlns:a16="http://schemas.microsoft.com/office/drawing/2014/main" id="{767D1B12-8ADE-1D9F-93D4-28C47BC69D13}"/>
            </a:ext>
          </a:extLst>
        </cdr:cNvPr>
        <cdr:cNvCxnSpPr/>
      </cdr:nvCxnSpPr>
      <cdr:spPr>
        <a:xfrm xmlns:a="http://schemas.openxmlformats.org/drawingml/2006/main" flipH="1">
          <a:off x="666675" y="1974041"/>
          <a:ext cx="248788" cy="0"/>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0.12487</cdr:x>
      <cdr:y>0.62674</cdr:y>
    </cdr:from>
    <cdr:to>
      <cdr:x>0.12487</cdr:x>
      <cdr:y>0.76014</cdr:y>
    </cdr:to>
    <cdr:cxnSp macro="">
      <cdr:nvCxnSpPr>
        <cdr:cNvPr id="59" name="Straight Connector 58">
          <a:extLst xmlns:a="http://schemas.openxmlformats.org/drawingml/2006/main">
            <a:ext uri="{FF2B5EF4-FFF2-40B4-BE49-F238E27FC236}">
              <a16:creationId xmlns:a16="http://schemas.microsoft.com/office/drawing/2014/main" id="{5970DD48-D518-52C3-4B2A-50F07DB0F3ED}"/>
            </a:ext>
          </a:extLst>
        </cdr:cNvPr>
        <cdr:cNvCxnSpPr/>
      </cdr:nvCxnSpPr>
      <cdr:spPr>
        <a:xfrm xmlns:a="http://schemas.openxmlformats.org/drawingml/2006/main">
          <a:off x="678217" y="1961052"/>
          <a:ext cx="0" cy="417403"/>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dr:relSizeAnchor xmlns:cdr="http://schemas.openxmlformats.org/drawingml/2006/chartDrawing">
    <cdr:from>
      <cdr:x>0.11826</cdr:x>
      <cdr:y>0.7573</cdr:y>
    </cdr:from>
    <cdr:to>
      <cdr:x>0.12335</cdr:x>
      <cdr:y>0.75783</cdr:y>
    </cdr:to>
    <cdr:cxnSp macro="">
      <cdr:nvCxnSpPr>
        <cdr:cNvPr id="61" name="Straight Connector 60">
          <a:extLst xmlns:a="http://schemas.openxmlformats.org/drawingml/2006/main">
            <a:ext uri="{FF2B5EF4-FFF2-40B4-BE49-F238E27FC236}">
              <a16:creationId xmlns:a16="http://schemas.microsoft.com/office/drawing/2014/main" id="{80FC2458-EE90-611C-1A93-D16BAC7CE2DE}"/>
            </a:ext>
          </a:extLst>
        </cdr:cNvPr>
        <cdr:cNvCxnSpPr/>
      </cdr:nvCxnSpPr>
      <cdr:spPr>
        <a:xfrm xmlns:a="http://schemas.openxmlformats.org/drawingml/2006/main" flipH="1">
          <a:off x="641910" y="2370581"/>
          <a:ext cx="27605" cy="1639"/>
        </a:xfrm>
        <a:prstGeom xmlns:a="http://schemas.openxmlformats.org/drawingml/2006/main" prst="line">
          <a:avLst/>
        </a:prstGeom>
        <a:ln xmlns:a="http://schemas.openxmlformats.org/drawingml/2006/main">
          <a:solidFill>
            <a:sysClr val="windowText" lastClr="000000"/>
          </a:solidFill>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4A3ED06A-E3B9-0047-8050-B794EA99C6AE}" type="datetimeFigureOut">
              <a:rPr lang="en-US" smtClean="0"/>
              <a:pPr/>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FCFDF244-9769-4A4F-8A52-7801F8D12EA0}" type="slidenum">
              <a:rPr lang="en-US" smtClean="0"/>
              <a:pPr/>
              <a:t>‹#›</a:t>
            </a:fld>
            <a:endParaRPr lang="en-US"/>
          </a:p>
        </p:txBody>
      </p:sp>
    </p:spTree>
    <p:extLst>
      <p:ext uri="{BB962C8B-B14F-4D97-AF65-F5344CB8AC3E}">
        <p14:creationId xmlns:p14="http://schemas.microsoft.com/office/powerpoint/2010/main" val="2287365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FDF244-9769-4A4F-8A52-7801F8D12EA0}" type="slidenum">
              <a:rPr lang="en-US" smtClean="0"/>
              <a:pPr/>
              <a:t>1</a:t>
            </a:fld>
            <a:endParaRPr lang="en-US"/>
          </a:p>
        </p:txBody>
      </p:sp>
    </p:spTree>
    <p:extLst>
      <p:ext uri="{BB962C8B-B14F-4D97-AF65-F5344CB8AC3E}">
        <p14:creationId xmlns:p14="http://schemas.microsoft.com/office/powerpoint/2010/main" val="3345364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feed operating line is constant (vertical line) at feed composition</a:t>
            </a:r>
          </a:p>
        </p:txBody>
      </p:sp>
      <p:sp>
        <p:nvSpPr>
          <p:cNvPr id="4" name="Slide Number Placeholder 3"/>
          <p:cNvSpPr>
            <a:spLocks noGrp="1"/>
          </p:cNvSpPr>
          <p:nvPr>
            <p:ph type="sldNum" sz="quarter" idx="5"/>
          </p:nvPr>
        </p:nvSpPr>
        <p:spPr/>
        <p:txBody>
          <a:bodyPr/>
          <a:lstStyle/>
          <a:p>
            <a:fld id="{FCFDF244-9769-4A4F-8A52-7801F8D12EA0}" type="slidenum">
              <a:rPr lang="en-US" smtClean="0"/>
              <a:pPr/>
              <a:t>3</a:t>
            </a:fld>
            <a:endParaRPr lang="en-US"/>
          </a:p>
        </p:txBody>
      </p:sp>
    </p:spTree>
    <p:extLst>
      <p:ext uri="{BB962C8B-B14F-4D97-AF65-F5344CB8AC3E}">
        <p14:creationId xmlns:p14="http://schemas.microsoft.com/office/powerpoint/2010/main" val="2002773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CFDF244-9769-4A4F-8A52-7801F8D12EA0}" type="slidenum">
              <a:rPr lang="en-US" smtClean="0"/>
              <a:pPr/>
              <a:t>7</a:t>
            </a:fld>
            <a:endParaRPr lang="en-US"/>
          </a:p>
        </p:txBody>
      </p:sp>
    </p:spTree>
    <p:extLst>
      <p:ext uri="{BB962C8B-B14F-4D97-AF65-F5344CB8AC3E}">
        <p14:creationId xmlns:p14="http://schemas.microsoft.com/office/powerpoint/2010/main" val="25547799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FE3EE1A-FE2A-D841-84E7-BEC666CBB2FF}"/>
              </a:ext>
            </a:extLst>
          </p:cNvPr>
          <p:cNvSpPr>
            <a:spLocks noGrp="1"/>
          </p:cNvSpPr>
          <p:nvPr>
            <p:ph type="pic" sz="quarter" idx="12"/>
          </p:nvPr>
        </p:nvSpPr>
        <p:spPr>
          <a:xfrm>
            <a:off x="-803275" y="0"/>
            <a:ext cx="6248908" cy="6874625"/>
          </a:xfrm>
          <a:custGeom>
            <a:avLst/>
            <a:gdLst>
              <a:gd name="connsiteX0" fmla="*/ 0 w 6858000"/>
              <a:gd name="connsiteY0" fmla="*/ 0 h 6858000"/>
              <a:gd name="connsiteX1" fmla="*/ 6858000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6858000"/>
              <a:gd name="connsiteY0" fmla="*/ 0 h 6858000"/>
              <a:gd name="connsiteX1" fmla="*/ 4862945 w 6858000"/>
              <a:gd name="connsiteY1" fmla="*/ 0 h 6858000"/>
              <a:gd name="connsiteX2" fmla="*/ 6858000 w 6858000"/>
              <a:gd name="connsiteY2" fmla="*/ 6858000 h 6858000"/>
              <a:gd name="connsiteX3" fmla="*/ 0 w 6858000"/>
              <a:gd name="connsiteY3" fmla="*/ 6858000 h 6858000"/>
              <a:gd name="connsiteX4" fmla="*/ 0 w 6858000"/>
              <a:gd name="connsiteY4" fmla="*/ 0 h 6858000"/>
              <a:gd name="connsiteX0" fmla="*/ 0 w 4862945"/>
              <a:gd name="connsiteY0" fmla="*/ 0 h 6874625"/>
              <a:gd name="connsiteX1" fmla="*/ 4862945 w 4862945"/>
              <a:gd name="connsiteY1" fmla="*/ 0 h 6874625"/>
              <a:gd name="connsiteX2" fmla="*/ 4846320 w 4862945"/>
              <a:gd name="connsiteY2" fmla="*/ 6874625 h 6874625"/>
              <a:gd name="connsiteX3" fmla="*/ 0 w 4862945"/>
              <a:gd name="connsiteY3" fmla="*/ 6858000 h 6874625"/>
              <a:gd name="connsiteX4" fmla="*/ 0 w 4862945"/>
              <a:gd name="connsiteY4" fmla="*/ 0 h 6874625"/>
              <a:gd name="connsiteX0" fmla="*/ 0 w 6130182"/>
              <a:gd name="connsiteY0" fmla="*/ 0 h 6874625"/>
              <a:gd name="connsiteX1" fmla="*/ 4862945 w 6130182"/>
              <a:gd name="connsiteY1" fmla="*/ 0 h 6874625"/>
              <a:gd name="connsiteX2" fmla="*/ 4846320 w 6130182"/>
              <a:gd name="connsiteY2" fmla="*/ 6874625 h 6874625"/>
              <a:gd name="connsiteX3" fmla="*/ 0 w 6130182"/>
              <a:gd name="connsiteY3" fmla="*/ 6858000 h 6874625"/>
              <a:gd name="connsiteX4" fmla="*/ 0 w 6130182"/>
              <a:gd name="connsiteY4" fmla="*/ 0 h 6874625"/>
              <a:gd name="connsiteX0" fmla="*/ 0 w 6248908"/>
              <a:gd name="connsiteY0" fmla="*/ 0 h 6874625"/>
              <a:gd name="connsiteX1" fmla="*/ 4862945 w 6248908"/>
              <a:gd name="connsiteY1" fmla="*/ 0 h 6874625"/>
              <a:gd name="connsiteX2" fmla="*/ 4846320 w 6248908"/>
              <a:gd name="connsiteY2" fmla="*/ 6874625 h 6874625"/>
              <a:gd name="connsiteX3" fmla="*/ 0 w 6248908"/>
              <a:gd name="connsiteY3" fmla="*/ 6858000 h 6874625"/>
              <a:gd name="connsiteX4" fmla="*/ 0 w 6248908"/>
              <a:gd name="connsiteY4" fmla="*/ 0 h 6874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48908" h="6874625">
                <a:moveTo>
                  <a:pt x="0" y="0"/>
                </a:moveTo>
                <a:lnTo>
                  <a:pt x="4862945" y="0"/>
                </a:lnTo>
                <a:cubicBezTo>
                  <a:pt x="5356167" y="479368"/>
                  <a:pt x="7728066" y="3552305"/>
                  <a:pt x="4846320" y="6874625"/>
                </a:cubicBezTo>
                <a:lnTo>
                  <a:pt x="0" y="6858000"/>
                </a:lnTo>
                <a:lnTo>
                  <a:pt x="0" y="0"/>
                </a:lnTo>
                <a:close/>
              </a:path>
            </a:pathLst>
          </a:custGeom>
          <a:pattFill prst="pct20">
            <a:fgClr>
              <a:schemeClr val="accent1"/>
            </a:fgClr>
            <a:bgClr>
              <a:schemeClr val="bg1"/>
            </a:bgClr>
          </a:pattFill>
        </p:spPr>
        <p:txBody>
          <a:bodyPr/>
          <a:lstStyle/>
          <a:p>
            <a:r>
              <a:rPr lang="en-US"/>
              <a:t>Click icon to add picture</a:t>
            </a:r>
          </a:p>
        </p:txBody>
      </p:sp>
      <p:sp>
        <p:nvSpPr>
          <p:cNvPr id="5" name="Title 1">
            <a:extLst>
              <a:ext uri="{FF2B5EF4-FFF2-40B4-BE49-F238E27FC236}">
                <a16:creationId xmlns:a16="http://schemas.microsoft.com/office/drawing/2014/main" id="{BC3BE6E7-8A11-8F4B-B8D2-E622A7A18957}"/>
              </a:ext>
            </a:extLst>
          </p:cNvPr>
          <p:cNvSpPr>
            <a:spLocks noGrp="1"/>
          </p:cNvSpPr>
          <p:nvPr>
            <p:ph type="ctrTitle" hasCustomPrompt="1"/>
          </p:nvPr>
        </p:nvSpPr>
        <p:spPr>
          <a:xfrm>
            <a:off x="6105008" y="2205037"/>
            <a:ext cx="4920343" cy="1655763"/>
          </a:xfrm>
          <a:prstGeom prst="rect">
            <a:avLst/>
          </a:prstGeom>
        </p:spPr>
        <p:txBody>
          <a:bodyPr lIns="0" tIns="0" rIns="0" bIns="0" anchor="t">
            <a:normAutofit/>
          </a:bodyPr>
          <a:lstStyle>
            <a:lvl1pPr algn="l">
              <a:defRPr sz="3600" b="1">
                <a:solidFill>
                  <a:srgbClr val="001E62"/>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6" name="Subtitle 2">
            <a:extLst>
              <a:ext uri="{FF2B5EF4-FFF2-40B4-BE49-F238E27FC236}">
                <a16:creationId xmlns:a16="http://schemas.microsoft.com/office/drawing/2014/main" id="{07644AD0-57F7-094F-A3A4-D5E46E4E56D5}"/>
              </a:ext>
            </a:extLst>
          </p:cNvPr>
          <p:cNvSpPr>
            <a:spLocks noGrp="1"/>
          </p:cNvSpPr>
          <p:nvPr>
            <p:ph type="subTitle" idx="1" hasCustomPrompt="1"/>
          </p:nvPr>
        </p:nvSpPr>
        <p:spPr>
          <a:xfrm>
            <a:off x="6105008" y="4099548"/>
            <a:ext cx="4920344" cy="607572"/>
          </a:xfrm>
          <a:prstGeom prst="rect">
            <a:avLst/>
          </a:prstGeom>
        </p:spPr>
        <p:txBody>
          <a:bodyPr lIns="0" tIns="0" rIns="0" bIns="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D9F05423-983C-0F42-AD62-09CC5937E61B}"/>
              </a:ext>
            </a:extLst>
          </p:cNvPr>
          <p:cNvPicPr>
            <a:picLocks noChangeAspect="1"/>
          </p:cNvPicPr>
          <p:nvPr/>
        </p:nvPicPr>
        <p:blipFill>
          <a:blip r:embed="rId2"/>
          <a:stretch>
            <a:fillRect/>
          </a:stretch>
        </p:blipFill>
        <p:spPr>
          <a:xfrm>
            <a:off x="6096000" y="5300680"/>
            <a:ext cx="3152330" cy="607572"/>
          </a:xfrm>
          <a:prstGeom prst="rect">
            <a:avLst/>
          </a:prstGeom>
        </p:spPr>
      </p:pic>
      <p:sp>
        <p:nvSpPr>
          <p:cNvPr id="8" name="Text Placeholder 9">
            <a:extLst>
              <a:ext uri="{FF2B5EF4-FFF2-40B4-BE49-F238E27FC236}">
                <a16:creationId xmlns:a16="http://schemas.microsoft.com/office/drawing/2014/main" id="{1B81A75D-6185-754B-94A9-530861CEF5ED}"/>
              </a:ext>
            </a:extLst>
          </p:cNvPr>
          <p:cNvSpPr>
            <a:spLocks noGrp="1"/>
          </p:cNvSpPr>
          <p:nvPr>
            <p:ph type="body" sz="quarter" idx="11" hasCustomPrompt="1"/>
          </p:nvPr>
        </p:nvSpPr>
        <p:spPr>
          <a:xfrm>
            <a:off x="6105008" y="1611477"/>
            <a:ext cx="2902358" cy="295275"/>
          </a:xfrm>
          <a:prstGeom prst="rect">
            <a:avLst/>
          </a:prstGeom>
        </p:spPr>
        <p:txBody>
          <a:bodyPr lIns="0" tIns="0" rIns="0" bIns="0"/>
          <a:lstStyle>
            <a:lvl1pPr marL="0" indent="0">
              <a:buFontTx/>
              <a:buNone/>
              <a:defRPr sz="1400" b="1" cap="all" spc="400" baseline="0">
                <a:solidFill>
                  <a:srgbClr val="D50032"/>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9" name="Picture 8">
            <a:extLst>
              <a:ext uri="{FF2B5EF4-FFF2-40B4-BE49-F238E27FC236}">
                <a16:creationId xmlns:a16="http://schemas.microsoft.com/office/drawing/2014/main" id="{CFA93E4F-6F26-3F4A-B98C-D14E3F97D593}"/>
              </a:ext>
            </a:extLst>
          </p:cNvPr>
          <p:cNvPicPr>
            <a:picLocks noChangeAspect="1"/>
          </p:cNvPicPr>
          <p:nvPr userDrawn="1"/>
        </p:nvPicPr>
        <p:blipFill>
          <a:blip r:embed="rId2"/>
          <a:stretch>
            <a:fillRect/>
          </a:stretch>
        </p:blipFill>
        <p:spPr>
          <a:xfrm>
            <a:off x="6096000" y="5300680"/>
            <a:ext cx="3152330" cy="607572"/>
          </a:xfrm>
          <a:prstGeom prst="rect">
            <a:avLst/>
          </a:prstGeom>
        </p:spPr>
      </p:pic>
      <p:sp>
        <p:nvSpPr>
          <p:cNvPr id="20" name="TextBox 19">
            <a:extLst>
              <a:ext uri="{FF2B5EF4-FFF2-40B4-BE49-F238E27FC236}">
                <a16:creationId xmlns:a16="http://schemas.microsoft.com/office/drawing/2014/main" id="{A766D111-EABD-934E-9606-C1FAEE903FAC}"/>
              </a:ext>
            </a:extLst>
          </p:cNvPr>
          <p:cNvSpPr txBox="1"/>
          <p:nvPr userDrawn="1"/>
        </p:nvSpPr>
        <p:spPr>
          <a:xfrm>
            <a:off x="2514600" y="-444500"/>
            <a:ext cx="184731" cy="369332"/>
          </a:xfrm>
          <a:prstGeom prst="rect">
            <a:avLst/>
          </a:prstGeom>
          <a:noFill/>
        </p:spPr>
        <p:txBody>
          <a:bodyPr wrap="none" rtlCol="0">
            <a:spAutoFit/>
          </a:bodyPr>
          <a:lstStyle/>
          <a:p>
            <a:endParaRPr lang="en-US" b="0" i="0">
              <a:latin typeface="Arial" panose="020B0604020202020204" pitchFamily="34" charset="0"/>
            </a:endParaRPr>
          </a:p>
        </p:txBody>
      </p:sp>
    </p:spTree>
    <p:extLst>
      <p:ext uri="{BB962C8B-B14F-4D97-AF65-F5344CB8AC3E}">
        <p14:creationId xmlns:p14="http://schemas.microsoft.com/office/powerpoint/2010/main" val="2484111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84B8C-FA91-C54A-BD6B-A1BC753E5B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D67D8984-ADB0-3045-B90A-B42AE6A3D17A}"/>
              </a:ext>
            </a:extLst>
          </p:cNvPr>
          <p:cNvSpPr/>
          <p:nvPr userDrawn="1"/>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pic>
        <p:nvPicPr>
          <p:cNvPr id="10" name="Picture 9">
            <a:extLst>
              <a:ext uri="{FF2B5EF4-FFF2-40B4-BE49-F238E27FC236}">
                <a16:creationId xmlns:a16="http://schemas.microsoft.com/office/drawing/2014/main" id="{94D5E7C4-AA3A-714B-AB65-881F761FB1FA}"/>
              </a:ext>
            </a:extLst>
          </p:cNvPr>
          <p:cNvPicPr>
            <a:picLocks noChangeAspect="1"/>
          </p:cNvPicPr>
          <p:nvPr/>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3D1C8BA7-EEFD-584D-BDC5-F7B7AAD50252}"/>
              </a:ext>
            </a:extLst>
          </p:cNvPr>
          <p:cNvSpPr/>
          <p:nvPr/>
        </p:nvSpPr>
        <p:spPr>
          <a:xfrm>
            <a:off x="0" y="0"/>
            <a:ext cx="12192000" cy="68580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4" name="Title 1">
            <a:extLst>
              <a:ext uri="{FF2B5EF4-FFF2-40B4-BE49-F238E27FC236}">
                <a16:creationId xmlns:a16="http://schemas.microsoft.com/office/drawing/2014/main" id="{881D9BB0-FDB4-1643-A5BC-76B17B0E9E7A}"/>
              </a:ext>
            </a:extLst>
          </p:cNvPr>
          <p:cNvSpPr>
            <a:spLocks noGrp="1"/>
          </p:cNvSpPr>
          <p:nvPr>
            <p:ph type="ctrTitle" hasCustomPrompt="1"/>
          </p:nvPr>
        </p:nvSpPr>
        <p:spPr>
          <a:xfrm>
            <a:off x="2815271" y="2289120"/>
            <a:ext cx="6402301" cy="1655763"/>
          </a:xfrm>
          <a:prstGeom prst="rect">
            <a:avLst/>
          </a:prstGeom>
        </p:spPr>
        <p:txBody>
          <a:bodyPr lIns="0" tIns="0" rIns="0" bIns="0" anchor="t">
            <a:normAutofit/>
          </a:bodyPr>
          <a:lstStyle>
            <a:lvl1pPr algn="ctr">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5" name="Text Placeholder 9">
            <a:extLst>
              <a:ext uri="{FF2B5EF4-FFF2-40B4-BE49-F238E27FC236}">
                <a16:creationId xmlns:a16="http://schemas.microsoft.com/office/drawing/2014/main" id="{145D1793-C324-2F44-822B-E01A274F1641}"/>
              </a:ext>
            </a:extLst>
          </p:cNvPr>
          <p:cNvSpPr>
            <a:spLocks noGrp="1"/>
          </p:cNvSpPr>
          <p:nvPr>
            <p:ph type="body" sz="quarter" idx="11" hasCustomPrompt="1"/>
          </p:nvPr>
        </p:nvSpPr>
        <p:spPr>
          <a:xfrm>
            <a:off x="4565242" y="1611477"/>
            <a:ext cx="2902358" cy="295275"/>
          </a:xfrm>
          <a:prstGeom prst="rect">
            <a:avLst/>
          </a:prstGeom>
        </p:spPr>
        <p:txBody>
          <a:bodyPr lIns="0" tIns="0" rIns="0" bIns="0">
            <a:normAutofit/>
          </a:bodyPr>
          <a:lstStyle>
            <a:lvl1pPr marL="0" indent="0" algn="ctr">
              <a:buFontTx/>
              <a:buNone/>
              <a:defRPr sz="18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sp>
        <p:nvSpPr>
          <p:cNvPr id="6" name="Subtitle 2">
            <a:extLst>
              <a:ext uri="{FF2B5EF4-FFF2-40B4-BE49-F238E27FC236}">
                <a16:creationId xmlns:a16="http://schemas.microsoft.com/office/drawing/2014/main" id="{12BC1185-857F-BF4F-A097-153EFBDA80F6}"/>
              </a:ext>
            </a:extLst>
          </p:cNvPr>
          <p:cNvSpPr>
            <a:spLocks noGrp="1"/>
          </p:cNvSpPr>
          <p:nvPr>
            <p:ph type="subTitle" idx="1" hasCustomPrompt="1"/>
          </p:nvPr>
        </p:nvSpPr>
        <p:spPr>
          <a:xfrm>
            <a:off x="3635828" y="4195872"/>
            <a:ext cx="4920344" cy="607572"/>
          </a:xfrm>
          <a:prstGeom prst="rect">
            <a:avLst/>
          </a:prstGeom>
        </p:spPr>
        <p:txBody>
          <a:bodyPr lIns="0" tIns="0" rIns="0" bIns="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pic>
        <p:nvPicPr>
          <p:cNvPr id="7" name="Picture 6">
            <a:extLst>
              <a:ext uri="{FF2B5EF4-FFF2-40B4-BE49-F238E27FC236}">
                <a16:creationId xmlns:a16="http://schemas.microsoft.com/office/drawing/2014/main" id="{A5D443CC-0BC6-3D4A-A896-85EAC5F854CA}"/>
              </a:ext>
            </a:extLst>
          </p:cNvPr>
          <p:cNvPicPr>
            <a:picLocks noChangeAspect="1"/>
          </p:cNvPicPr>
          <p:nvPr/>
        </p:nvPicPr>
        <p:blipFill>
          <a:blip r:embed="rId3"/>
          <a:stretch>
            <a:fillRect/>
          </a:stretch>
        </p:blipFill>
        <p:spPr>
          <a:xfrm>
            <a:off x="5657850" y="5246523"/>
            <a:ext cx="876300" cy="876300"/>
          </a:xfrm>
          <a:prstGeom prst="rect">
            <a:avLst/>
          </a:prstGeom>
        </p:spPr>
      </p:pic>
      <p:pic>
        <p:nvPicPr>
          <p:cNvPr id="12" name="Picture 11">
            <a:extLst>
              <a:ext uri="{FF2B5EF4-FFF2-40B4-BE49-F238E27FC236}">
                <a16:creationId xmlns:a16="http://schemas.microsoft.com/office/drawing/2014/main" id="{F19FAC25-A7F3-C24E-B4E9-8EC49C30E529}"/>
              </a:ext>
            </a:extLst>
          </p:cNvPr>
          <p:cNvPicPr>
            <a:picLocks noChangeAspect="1"/>
          </p:cNvPicPr>
          <p:nvPr userDrawn="1"/>
        </p:nvPicPr>
        <p:blipFill>
          <a:blip r:embed="rId3"/>
          <a:stretch>
            <a:fillRect/>
          </a:stretch>
        </p:blipFill>
        <p:spPr>
          <a:xfrm>
            <a:off x="5657850" y="5246523"/>
            <a:ext cx="876300" cy="876300"/>
          </a:xfrm>
          <a:prstGeom prst="rect">
            <a:avLst/>
          </a:prstGeom>
        </p:spPr>
      </p:pic>
    </p:spTree>
    <p:extLst>
      <p:ext uri="{BB962C8B-B14F-4D97-AF65-F5344CB8AC3E}">
        <p14:creationId xmlns:p14="http://schemas.microsoft.com/office/powerpoint/2010/main" val="45790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3">
    <p:bg>
      <p:bgPr>
        <a:solidFill>
          <a:srgbClr val="D5003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5D4C-E2BA-FC41-B781-35F9710CC052}"/>
              </a:ext>
            </a:extLst>
          </p:cNvPr>
          <p:cNvSpPr>
            <a:spLocks noGrp="1"/>
          </p:cNvSpPr>
          <p:nvPr>
            <p:ph type="ctrTitle" hasCustomPrompt="1"/>
          </p:nvPr>
        </p:nvSpPr>
        <p:spPr>
          <a:xfrm>
            <a:off x="1732705" y="2205037"/>
            <a:ext cx="5876785" cy="1655763"/>
          </a:xfrm>
          <a:prstGeom prst="rect">
            <a:avLst/>
          </a:prstGeom>
        </p:spPr>
        <p:txBody>
          <a:bodyPr lIns="0" tIns="0" rIns="0" bIns="0" anchor="t">
            <a:normAutofit/>
          </a:bodyPr>
          <a:lstStyle>
            <a:lvl1pPr algn="l">
              <a:defRPr sz="5400" b="1">
                <a:solidFill>
                  <a:schemeClr val="bg1"/>
                </a:solidFill>
                <a:latin typeface="Arial" panose="020B0604020202020204" pitchFamily="34" charset="0"/>
                <a:cs typeface="Arial" panose="020B0604020202020204" pitchFamily="34" charset="0"/>
              </a:defRPr>
            </a:lvl1pPr>
          </a:lstStyle>
          <a:p>
            <a:r>
              <a:rPr lang="en-US"/>
              <a:t>Your presentation title goes here</a:t>
            </a:r>
            <a:br>
              <a:rPr lang="en-US"/>
            </a:br>
            <a:br>
              <a:rPr lang="en-US"/>
            </a:br>
            <a:endParaRPr lang="en-US"/>
          </a:p>
        </p:txBody>
      </p:sp>
      <p:sp>
        <p:nvSpPr>
          <p:cNvPr id="3" name="Subtitle 2">
            <a:extLst>
              <a:ext uri="{FF2B5EF4-FFF2-40B4-BE49-F238E27FC236}">
                <a16:creationId xmlns:a16="http://schemas.microsoft.com/office/drawing/2014/main" id="{CF14086E-82B4-ED47-AD55-AB40607C0484}"/>
              </a:ext>
            </a:extLst>
          </p:cNvPr>
          <p:cNvSpPr>
            <a:spLocks noGrp="1"/>
          </p:cNvSpPr>
          <p:nvPr>
            <p:ph type="subTitle" idx="1" hasCustomPrompt="1"/>
          </p:nvPr>
        </p:nvSpPr>
        <p:spPr>
          <a:xfrm>
            <a:off x="1732705" y="4099548"/>
            <a:ext cx="5876784" cy="607572"/>
          </a:xfrm>
          <a:prstGeom prst="rect">
            <a:avLst/>
          </a:prstGeom>
        </p:spPr>
        <p:txBody>
          <a:bodyPr lIns="0" tIns="0" rIns="0" b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name(s) here</a:t>
            </a:r>
          </a:p>
        </p:txBody>
      </p:sp>
      <p:sp>
        <p:nvSpPr>
          <p:cNvPr id="4" name="Text Placeholder 9">
            <a:extLst>
              <a:ext uri="{FF2B5EF4-FFF2-40B4-BE49-F238E27FC236}">
                <a16:creationId xmlns:a16="http://schemas.microsoft.com/office/drawing/2014/main" id="{20A15A9D-096D-4642-BCED-084CA3DB7794}"/>
              </a:ext>
            </a:extLst>
          </p:cNvPr>
          <p:cNvSpPr>
            <a:spLocks noGrp="1"/>
          </p:cNvSpPr>
          <p:nvPr>
            <p:ph type="body" sz="quarter" idx="11" hasCustomPrompt="1"/>
          </p:nvPr>
        </p:nvSpPr>
        <p:spPr>
          <a:xfrm>
            <a:off x="1732705" y="4945868"/>
            <a:ext cx="2902358" cy="295275"/>
          </a:xfrm>
          <a:prstGeom prst="rect">
            <a:avLst/>
          </a:prstGeom>
        </p:spPr>
        <p:txBody>
          <a:bodyPr lIns="0" tIns="0" rIns="0" bIns="0"/>
          <a:lstStyle>
            <a:lvl1pPr marL="0" indent="0">
              <a:buFontTx/>
              <a:buNone/>
              <a:defRPr sz="1400" b="1" cap="all" spc="400" baseline="0">
                <a:solidFill>
                  <a:schemeClr val="bg1"/>
                </a:solidFill>
                <a:latin typeface="Arial" panose="020B0604020202020204" pitchFamily="34" charset="0"/>
                <a:cs typeface="Arial" panose="020B0604020202020204" pitchFamily="34" charset="0"/>
              </a:defRPr>
            </a:lvl1pPr>
            <a:lvl2pPr marL="457200" indent="0">
              <a:buFontTx/>
              <a:buNone/>
              <a:defRPr sz="1400" b="1" spc="300">
                <a:solidFill>
                  <a:srgbClr val="D50032"/>
                </a:solidFill>
                <a:latin typeface="Arial" panose="020B0604020202020204" pitchFamily="34" charset="0"/>
                <a:cs typeface="Arial" panose="020B0604020202020204" pitchFamily="34" charset="0"/>
              </a:defRPr>
            </a:lvl2pPr>
          </a:lstStyle>
          <a:p>
            <a:pPr lvl="0"/>
            <a:r>
              <a:rPr lang="en-US"/>
              <a:t>DATE</a:t>
            </a:r>
          </a:p>
        </p:txBody>
      </p:sp>
      <p:pic>
        <p:nvPicPr>
          <p:cNvPr id="5" name="Picture 4">
            <a:extLst>
              <a:ext uri="{FF2B5EF4-FFF2-40B4-BE49-F238E27FC236}">
                <a16:creationId xmlns:a16="http://schemas.microsoft.com/office/drawing/2014/main" id="{BF33A904-EC83-5743-9E0B-7E8D3EF4724E}"/>
              </a:ext>
            </a:extLst>
          </p:cNvPr>
          <p:cNvPicPr>
            <a:picLocks noChangeAspect="1"/>
          </p:cNvPicPr>
          <p:nvPr/>
        </p:nvPicPr>
        <p:blipFill rotWithShape="1">
          <a:blip r:embed="rId2"/>
          <a:srcRect l="13534" t="1686" r="76195" b="71329"/>
          <a:stretch/>
        </p:blipFill>
        <p:spPr>
          <a:xfrm>
            <a:off x="1650124" y="115614"/>
            <a:ext cx="1252234" cy="1850675"/>
          </a:xfrm>
          <a:prstGeom prst="rect">
            <a:avLst/>
          </a:prstGeom>
        </p:spPr>
      </p:pic>
      <p:pic>
        <p:nvPicPr>
          <p:cNvPr id="7" name="Picture 6">
            <a:extLst>
              <a:ext uri="{FF2B5EF4-FFF2-40B4-BE49-F238E27FC236}">
                <a16:creationId xmlns:a16="http://schemas.microsoft.com/office/drawing/2014/main" id="{67278586-14BC-D246-91E3-D3363FB09E18}"/>
              </a:ext>
            </a:extLst>
          </p:cNvPr>
          <p:cNvPicPr>
            <a:picLocks noChangeAspect="1"/>
          </p:cNvPicPr>
          <p:nvPr/>
        </p:nvPicPr>
        <p:blipFill>
          <a:blip r:embed="rId3"/>
          <a:stretch>
            <a:fillRect/>
          </a:stretch>
        </p:blipFill>
        <p:spPr>
          <a:xfrm>
            <a:off x="8577469" y="5865392"/>
            <a:ext cx="3091621" cy="595871"/>
          </a:xfrm>
          <a:prstGeom prst="rect">
            <a:avLst/>
          </a:prstGeom>
        </p:spPr>
      </p:pic>
      <p:pic>
        <p:nvPicPr>
          <p:cNvPr id="8" name="Picture 7">
            <a:extLst>
              <a:ext uri="{FF2B5EF4-FFF2-40B4-BE49-F238E27FC236}">
                <a16:creationId xmlns:a16="http://schemas.microsoft.com/office/drawing/2014/main" id="{E828457E-57CF-E648-BAF2-42E9BED8C4C8}"/>
              </a:ext>
            </a:extLst>
          </p:cNvPr>
          <p:cNvPicPr>
            <a:picLocks noChangeAspect="1"/>
          </p:cNvPicPr>
          <p:nvPr userDrawn="1"/>
        </p:nvPicPr>
        <p:blipFill rotWithShape="1">
          <a:blip r:embed="rId2"/>
          <a:srcRect l="13534" t="1686" r="76195" b="71329"/>
          <a:stretch/>
        </p:blipFill>
        <p:spPr>
          <a:xfrm>
            <a:off x="1650124" y="115614"/>
            <a:ext cx="1252234" cy="1850675"/>
          </a:xfrm>
          <a:prstGeom prst="rect">
            <a:avLst/>
          </a:prstGeom>
        </p:spPr>
      </p:pic>
      <p:pic>
        <p:nvPicPr>
          <p:cNvPr id="9" name="Picture 8">
            <a:extLst>
              <a:ext uri="{FF2B5EF4-FFF2-40B4-BE49-F238E27FC236}">
                <a16:creationId xmlns:a16="http://schemas.microsoft.com/office/drawing/2014/main" id="{46EDB8EA-EADE-B64F-8B29-2877668CCB48}"/>
              </a:ext>
            </a:extLst>
          </p:cNvPr>
          <p:cNvPicPr>
            <a:picLocks noChangeAspect="1"/>
          </p:cNvPicPr>
          <p:nvPr userDrawn="1"/>
        </p:nvPicPr>
        <p:blipFill>
          <a:blip r:embed="rId3"/>
          <a:stretch>
            <a:fillRect/>
          </a:stretch>
        </p:blipFill>
        <p:spPr>
          <a:xfrm>
            <a:off x="8577469" y="5865392"/>
            <a:ext cx="3091621" cy="595871"/>
          </a:xfrm>
          <a:prstGeom prst="rect">
            <a:avLst/>
          </a:prstGeom>
        </p:spPr>
      </p:pic>
    </p:spTree>
    <p:extLst>
      <p:ext uri="{BB962C8B-B14F-4D97-AF65-F5344CB8AC3E}">
        <p14:creationId xmlns:p14="http://schemas.microsoft.com/office/powerpoint/2010/main" val="2204057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AE95BB1C-7367-174E-86AC-B5EAD9C7E3E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13923FF0-91A2-FC4E-B343-37CB42E6761F}"/>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Footer Placeholder 2">
            <a:extLst>
              <a:ext uri="{FF2B5EF4-FFF2-40B4-BE49-F238E27FC236}">
                <a16:creationId xmlns:a16="http://schemas.microsoft.com/office/drawing/2014/main" id="{B3F16DF5-01AC-754C-98B2-5EA64B833BB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1960948324"/>
      </p:ext>
    </p:extLst>
  </p:cSld>
  <p:clrMapOvr>
    <a:masterClrMapping/>
  </p:clrMapOvr>
  <p:extLst>
    <p:ext uri="{DCECCB84-F9BA-43D5-87BE-67443E8EF086}">
      <p15:sldGuideLst xmlns:p15="http://schemas.microsoft.com/office/powerpoint/2012/main">
        <p15:guide id="3" orient="horz" pos="264">
          <p15:clr>
            <a:srgbClr val="FBAE40"/>
          </p15:clr>
        </p15:guide>
        <p15:guide id="4" pos="3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F257AB-AF45-934E-BFF1-AE4DC3D9D764}"/>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5" name="Text Placeholder 2">
            <a:extLst>
              <a:ext uri="{FF2B5EF4-FFF2-40B4-BE49-F238E27FC236}">
                <a16:creationId xmlns:a16="http://schemas.microsoft.com/office/drawing/2014/main" id="{4F372C3B-4935-CC40-AD8B-F5A0EA68A95A}"/>
              </a:ext>
            </a:extLst>
          </p:cNvPr>
          <p:cNvSpPr>
            <a:spLocks noGrp="1"/>
          </p:cNvSpPr>
          <p:nvPr>
            <p:ph idx="1"/>
          </p:nvPr>
        </p:nvSpPr>
        <p:spPr>
          <a:xfrm>
            <a:off x="5715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9959763C-470E-8D47-8354-F06F0B2376C3}"/>
              </a:ext>
            </a:extLst>
          </p:cNvPr>
          <p:cNvSpPr>
            <a:spLocks noGrp="1"/>
          </p:cNvSpPr>
          <p:nvPr>
            <p:ph idx="10"/>
          </p:nvPr>
        </p:nvSpPr>
        <p:spPr>
          <a:xfrm>
            <a:off x="6388100" y="1437126"/>
            <a:ext cx="52578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C5E7EF66-5690-E042-9372-0EEDCB01E7C0}"/>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7000779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2F6C8-2EBB-C945-9D96-59D1AC7D5F51}"/>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CBEFCDC9-0012-9940-B483-68070FCFA483}"/>
              </a:ext>
            </a:extLst>
          </p:cNvPr>
          <p:cNvSpPr>
            <a:spLocks noGrp="1"/>
          </p:cNvSpPr>
          <p:nvPr>
            <p:ph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Footer Placeholder 3">
            <a:extLst>
              <a:ext uri="{FF2B5EF4-FFF2-40B4-BE49-F238E27FC236}">
                <a16:creationId xmlns:a16="http://schemas.microsoft.com/office/drawing/2014/main" id="{57A52CA9-3359-964B-B846-8B297BC676A2}"/>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303539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FD562A-841F-164A-BD9C-341DA56A807C}"/>
              </a:ext>
            </a:extLst>
          </p:cNvPr>
          <p:cNvSpPr>
            <a:spLocks noGrp="1"/>
          </p:cNvSpPr>
          <p:nvPr>
            <p:ph type="title"/>
          </p:nvPr>
        </p:nvSpPr>
        <p:spPr/>
        <p:txBody>
          <a:bodyPr/>
          <a:lstStyle/>
          <a:p>
            <a:r>
              <a:rPr lang="en-US"/>
              <a:t>Click to edit Master title style</a:t>
            </a:r>
          </a:p>
        </p:txBody>
      </p:sp>
      <p:sp>
        <p:nvSpPr>
          <p:cNvPr id="2" name="Footer Placeholder 1">
            <a:extLst>
              <a:ext uri="{FF2B5EF4-FFF2-40B4-BE49-F238E27FC236}">
                <a16:creationId xmlns:a16="http://schemas.microsoft.com/office/drawing/2014/main" id="{5A3D1445-9D6D-964A-AC7A-DE437353B560}"/>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4270935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670E8F9-5D9E-104F-82AD-62803F277A1F}"/>
              </a:ext>
            </a:extLst>
          </p:cNvPr>
          <p:cNvCxnSpPr/>
          <p:nvPr/>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7" name="Text Placeholder 9">
            <a:extLst>
              <a:ext uri="{FF2B5EF4-FFF2-40B4-BE49-F238E27FC236}">
                <a16:creationId xmlns:a16="http://schemas.microsoft.com/office/drawing/2014/main" id="{4152CFAA-0912-6041-857E-9E2DB17FF3E5}"/>
              </a:ext>
            </a:extLst>
          </p:cNvPr>
          <p:cNvSpPr>
            <a:spLocks noGrp="1"/>
          </p:cNvSpPr>
          <p:nvPr>
            <p:ph type="body" sz="quarter" idx="12" hasCustomPrompt="1"/>
          </p:nvPr>
        </p:nvSpPr>
        <p:spPr>
          <a:xfrm>
            <a:off x="6926811" y="1439648"/>
            <a:ext cx="435077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8" name="Content Placeholder 11">
            <a:extLst>
              <a:ext uri="{FF2B5EF4-FFF2-40B4-BE49-F238E27FC236}">
                <a16:creationId xmlns:a16="http://schemas.microsoft.com/office/drawing/2014/main" id="{4534FDD0-98EB-0E4B-BA13-8EFEC697F5A6}"/>
              </a:ext>
            </a:extLst>
          </p:cNvPr>
          <p:cNvSpPr>
            <a:spLocks noGrp="1"/>
          </p:cNvSpPr>
          <p:nvPr>
            <p:ph sz="quarter" idx="13"/>
          </p:nvPr>
        </p:nvSpPr>
        <p:spPr>
          <a:xfrm>
            <a:off x="6926262" y="2759720"/>
            <a:ext cx="4351333" cy="291147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p:txBody>
      </p:sp>
      <p:sp>
        <p:nvSpPr>
          <p:cNvPr id="11" name="Picture Placeholder 4">
            <a:extLst>
              <a:ext uri="{FF2B5EF4-FFF2-40B4-BE49-F238E27FC236}">
                <a16:creationId xmlns:a16="http://schemas.microsoft.com/office/drawing/2014/main" id="{2AE6B37B-7A9E-AC4A-8603-521DF936A0CE}"/>
              </a:ext>
            </a:extLst>
          </p:cNvPr>
          <p:cNvSpPr>
            <a:spLocks noGrp="1"/>
          </p:cNvSpPr>
          <p:nvPr>
            <p:ph type="pic" sz="quarter" idx="10"/>
          </p:nvPr>
        </p:nvSpPr>
        <p:spPr>
          <a:xfrm>
            <a:off x="571500" y="996585"/>
            <a:ext cx="4838700" cy="4864830"/>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cxnSp>
        <p:nvCxnSpPr>
          <p:cNvPr id="9" name="Straight Connector 8">
            <a:extLst>
              <a:ext uri="{FF2B5EF4-FFF2-40B4-BE49-F238E27FC236}">
                <a16:creationId xmlns:a16="http://schemas.microsoft.com/office/drawing/2014/main" id="{E503B19A-E5F1-7849-87E8-BC837A98B735}"/>
              </a:ext>
            </a:extLst>
          </p:cNvPr>
          <p:cNvCxnSpPr/>
          <p:nvPr userDrawn="1"/>
        </p:nvCxnSpPr>
        <p:spPr>
          <a:xfrm>
            <a:off x="6096000" y="1030014"/>
            <a:ext cx="0" cy="4750676"/>
          </a:xfrm>
          <a:prstGeom prst="line">
            <a:avLst/>
          </a:prstGeom>
          <a:ln>
            <a:solidFill>
              <a:srgbClr val="D50032"/>
            </a:solidFill>
          </a:ln>
        </p:spPr>
        <p:style>
          <a:lnRef idx="1">
            <a:schemeClr val="dk1"/>
          </a:lnRef>
          <a:fillRef idx="0">
            <a:schemeClr val="dk1"/>
          </a:fillRef>
          <a:effectRef idx="0">
            <a:schemeClr val="dk1"/>
          </a:effectRef>
          <a:fontRef idx="minor">
            <a:schemeClr val="tx1"/>
          </a:fontRef>
        </p:style>
      </p:cxnSp>
      <p:sp>
        <p:nvSpPr>
          <p:cNvPr id="2" name="Footer Placeholder 1">
            <a:extLst>
              <a:ext uri="{FF2B5EF4-FFF2-40B4-BE49-F238E27FC236}">
                <a16:creationId xmlns:a16="http://schemas.microsoft.com/office/drawing/2014/main" id="{FCAA305B-15BF-6C42-8F96-6626A688DEAD}"/>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2207483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68475C8-B220-2F40-8250-A8DABF108741}"/>
              </a:ext>
            </a:extLst>
          </p:cNvPr>
          <p:cNvPicPr>
            <a:picLocks noChangeAspect="1"/>
          </p:cNvPicPr>
          <p:nvPr/>
        </p:nvPicPr>
        <p:blipFill rotWithShape="1">
          <a:blip r:embed="rId2"/>
          <a:srcRect t="-2" r="80192" b="1"/>
          <a:stretch/>
        </p:blipFill>
        <p:spPr>
          <a:xfrm>
            <a:off x="0" y="1"/>
            <a:ext cx="2414954" cy="6857999"/>
          </a:xfrm>
          <a:prstGeom prst="rect">
            <a:avLst/>
          </a:prstGeom>
        </p:spPr>
      </p:pic>
      <p:sp>
        <p:nvSpPr>
          <p:cNvPr id="3" name="Rectangle 2">
            <a:extLst>
              <a:ext uri="{FF2B5EF4-FFF2-40B4-BE49-F238E27FC236}">
                <a16:creationId xmlns:a16="http://schemas.microsoft.com/office/drawing/2014/main" id="{DCE3E459-9CC3-0140-8DAD-816081458959}"/>
              </a:ext>
            </a:extLst>
          </p:cNvPr>
          <p:cNvSpPr/>
          <p:nvPr userDrawn="1"/>
        </p:nvSpPr>
        <p:spPr>
          <a:xfrm>
            <a:off x="196645" y="6439768"/>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7" name="TextBox 6">
            <a:extLst>
              <a:ext uri="{FF2B5EF4-FFF2-40B4-BE49-F238E27FC236}">
                <a16:creationId xmlns:a16="http://schemas.microsoft.com/office/drawing/2014/main" id="{E0F14035-00BE-DA4B-8DEA-5CF7088969E9}"/>
              </a:ext>
            </a:extLst>
          </p:cNvPr>
          <p:cNvSpPr txBox="1"/>
          <p:nvPr userDrawn="1"/>
        </p:nvSpPr>
        <p:spPr>
          <a:xfrm>
            <a:off x="157317" y="6409911"/>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EDD3743E-57E4-804E-B8B7-FE965FD0802B}"/>
              </a:ext>
            </a:extLst>
          </p:cNvPr>
          <p:cNvSpPr>
            <a:spLocks noGrp="1"/>
          </p:cNvSpPr>
          <p:nvPr>
            <p:ph type="body" sz="quarter" idx="12" hasCustomPrompt="1"/>
          </p:nvPr>
        </p:nvSpPr>
        <p:spPr>
          <a:xfrm>
            <a:off x="5637229" y="1439648"/>
            <a:ext cx="5948313" cy="1228725"/>
          </a:xfrm>
          <a:prstGeom prst="rect">
            <a:avLst/>
          </a:prstGeom>
        </p:spPr>
        <p:txBody>
          <a:bodyPr>
            <a:normAutofit/>
          </a:bodyPr>
          <a:lstStyle>
            <a:lvl1pPr>
              <a:defRPr sz="3600" b="1">
                <a:solidFill>
                  <a:srgbClr val="001E62"/>
                </a:solidFill>
              </a:defRPr>
            </a:lvl1pPr>
          </a:lstStyle>
          <a:p>
            <a:pPr lvl="0"/>
            <a:r>
              <a:rPr lang="en-US"/>
              <a:t>Headline goes here and here</a:t>
            </a:r>
          </a:p>
        </p:txBody>
      </p:sp>
      <p:sp>
        <p:nvSpPr>
          <p:cNvPr id="11" name="Content Placeholder 11">
            <a:extLst>
              <a:ext uri="{FF2B5EF4-FFF2-40B4-BE49-F238E27FC236}">
                <a16:creationId xmlns:a16="http://schemas.microsoft.com/office/drawing/2014/main" id="{8CD0619C-95A7-664C-8775-F34BF89EE6A4}"/>
              </a:ext>
            </a:extLst>
          </p:cNvPr>
          <p:cNvSpPr>
            <a:spLocks noGrp="1"/>
          </p:cNvSpPr>
          <p:nvPr>
            <p:ph sz="quarter" idx="13"/>
          </p:nvPr>
        </p:nvSpPr>
        <p:spPr>
          <a:xfrm>
            <a:off x="5637230" y="2759720"/>
            <a:ext cx="5948312" cy="3169740"/>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8" name="Picture Placeholder 9">
            <a:extLst>
              <a:ext uri="{FF2B5EF4-FFF2-40B4-BE49-F238E27FC236}">
                <a16:creationId xmlns:a16="http://schemas.microsoft.com/office/drawing/2014/main" id="{F74CC7FA-159A-A245-AC24-50F9BEA24315}"/>
              </a:ext>
            </a:extLst>
          </p:cNvPr>
          <p:cNvSpPr>
            <a:spLocks noGrp="1"/>
          </p:cNvSpPr>
          <p:nvPr>
            <p:ph type="pic" sz="quarter" idx="11"/>
          </p:nvPr>
        </p:nvSpPr>
        <p:spPr>
          <a:xfrm>
            <a:off x="839435" y="1439648"/>
            <a:ext cx="3859565" cy="3970552"/>
          </a:xfrm>
          <a:custGeom>
            <a:avLst/>
            <a:gdLst>
              <a:gd name="connsiteX0" fmla="*/ 0 w 3181350"/>
              <a:gd name="connsiteY0" fmla="*/ 0 h 3181350"/>
              <a:gd name="connsiteX1" fmla="*/ 3181350 w 3181350"/>
              <a:gd name="connsiteY1" fmla="*/ 0 h 3181350"/>
              <a:gd name="connsiteX2" fmla="*/ 3181350 w 3181350"/>
              <a:gd name="connsiteY2" fmla="*/ 3181350 h 3181350"/>
              <a:gd name="connsiteX3" fmla="*/ 0 w 3181350"/>
              <a:gd name="connsiteY3" fmla="*/ 3181350 h 3181350"/>
            </a:gdLst>
            <a:ahLst/>
            <a:cxnLst>
              <a:cxn ang="0">
                <a:pos x="connsiteX0" y="connsiteY0"/>
              </a:cxn>
              <a:cxn ang="0">
                <a:pos x="connsiteX1" y="connsiteY1"/>
              </a:cxn>
              <a:cxn ang="0">
                <a:pos x="connsiteX2" y="connsiteY2"/>
              </a:cxn>
              <a:cxn ang="0">
                <a:pos x="connsiteX3" y="connsiteY3"/>
              </a:cxn>
            </a:cxnLst>
            <a:rect l="l" t="t" r="r" b="b"/>
            <a:pathLst>
              <a:path w="3181350" h="3181350">
                <a:moveTo>
                  <a:pt x="0" y="0"/>
                </a:moveTo>
                <a:lnTo>
                  <a:pt x="3181350" y="0"/>
                </a:lnTo>
                <a:lnTo>
                  <a:pt x="3181350" y="3181350"/>
                </a:lnTo>
                <a:lnTo>
                  <a:pt x="0" y="3181350"/>
                </a:lnTo>
                <a:close/>
              </a:path>
            </a:pathLst>
          </a:custGeom>
          <a:pattFill prst="pct20">
            <a:fgClr>
              <a:schemeClr val="accent1"/>
            </a:fgClr>
            <a:bgClr>
              <a:schemeClr val="bg1"/>
            </a:bgClr>
          </a:pattFill>
        </p:spPr>
        <p:txBody>
          <a:bodyPr wrap="square" anchor="ctr">
            <a:noAutofit/>
          </a:bodyPr>
          <a:lstStyle>
            <a:lvl1pPr marL="0" indent="0" algn="ctr">
              <a:buNone/>
              <a:defRPr sz="1200"/>
            </a:lvl1pPr>
          </a:lstStyle>
          <a:p>
            <a:r>
              <a:rPr lang="en-US"/>
              <a:t>Click icon to add picture</a:t>
            </a:r>
            <a:endParaRPr lang="id-ID"/>
          </a:p>
        </p:txBody>
      </p:sp>
      <p:sp>
        <p:nvSpPr>
          <p:cNvPr id="2" name="Footer Placeholder 1">
            <a:extLst>
              <a:ext uri="{FF2B5EF4-FFF2-40B4-BE49-F238E27FC236}">
                <a16:creationId xmlns:a16="http://schemas.microsoft.com/office/drawing/2014/main" id="{9F20A646-7949-4A45-83F2-C982BA44660D}"/>
              </a:ext>
            </a:extLst>
          </p:cNvPr>
          <p:cNvSpPr>
            <a:spLocks noGrp="1"/>
          </p:cNvSpPr>
          <p:nvPr>
            <p:ph type="ftr" sz="quarter" idx="14"/>
          </p:nvPr>
        </p:nvSpPr>
        <p:spPr>
          <a:xfrm>
            <a:off x="563722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154234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709CDF7-6D7C-E843-B704-0D26734AE631}"/>
              </a:ext>
            </a:extLst>
          </p:cNvPr>
          <p:cNvPicPr>
            <a:picLocks noChangeAspect="1"/>
          </p:cNvPicPr>
          <p:nvPr userDrawn="1"/>
        </p:nvPicPr>
        <p:blipFill rotWithShape="1">
          <a:blip r:embed="rId2"/>
          <a:srcRect t="65897" r="80192"/>
          <a:stretch/>
        </p:blipFill>
        <p:spPr>
          <a:xfrm>
            <a:off x="9097108" y="3791960"/>
            <a:ext cx="2414954" cy="2338753"/>
          </a:xfrm>
          <a:prstGeom prst="rect">
            <a:avLst/>
          </a:prstGeom>
        </p:spPr>
      </p:pic>
      <p:sp>
        <p:nvSpPr>
          <p:cNvPr id="9" name="Picture Placeholder 8">
            <a:extLst>
              <a:ext uri="{FF2B5EF4-FFF2-40B4-BE49-F238E27FC236}">
                <a16:creationId xmlns:a16="http://schemas.microsoft.com/office/drawing/2014/main" id="{821B9663-D2FB-0A47-B820-68385720A808}"/>
              </a:ext>
            </a:extLst>
          </p:cNvPr>
          <p:cNvSpPr>
            <a:spLocks noGrp="1"/>
          </p:cNvSpPr>
          <p:nvPr>
            <p:ph type="pic" sz="quarter" idx="10"/>
          </p:nvPr>
        </p:nvSpPr>
        <p:spPr>
          <a:xfrm>
            <a:off x="6362702" y="1437125"/>
            <a:ext cx="4679887" cy="4218683"/>
          </a:xfrm>
          <a:prstGeom prst="rect">
            <a:avLst/>
          </a:prstGeom>
          <a:pattFill prst="pct20">
            <a:fgClr>
              <a:srgbClr val="D50032"/>
            </a:fgClr>
            <a:bgClr>
              <a:schemeClr val="bg1"/>
            </a:bgClr>
          </a:pattFill>
        </p:spPr>
        <p:txBody>
          <a:bodyPr/>
          <a:lstStyle/>
          <a:p>
            <a:r>
              <a:rPr lang="en-US"/>
              <a:t>Click icon to add picture</a:t>
            </a:r>
          </a:p>
        </p:txBody>
      </p:sp>
      <p:sp>
        <p:nvSpPr>
          <p:cNvPr id="10" name="Title Placeholder 1">
            <a:extLst>
              <a:ext uri="{FF2B5EF4-FFF2-40B4-BE49-F238E27FC236}">
                <a16:creationId xmlns:a16="http://schemas.microsoft.com/office/drawing/2014/main" id="{2CF2F6AE-C3BD-8C44-BCE8-28FA6E40252B}"/>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Click to edit Master title style</a:t>
            </a:r>
          </a:p>
        </p:txBody>
      </p:sp>
      <p:sp>
        <p:nvSpPr>
          <p:cNvPr id="12" name="Text Placeholder 2">
            <a:extLst>
              <a:ext uri="{FF2B5EF4-FFF2-40B4-BE49-F238E27FC236}">
                <a16:creationId xmlns:a16="http://schemas.microsoft.com/office/drawing/2014/main" id="{DA79375B-0A10-644E-AB71-8BC27B044BBA}"/>
              </a:ext>
            </a:extLst>
          </p:cNvPr>
          <p:cNvSpPr>
            <a:spLocks noGrp="1"/>
          </p:cNvSpPr>
          <p:nvPr>
            <p:ph idx="1"/>
          </p:nvPr>
        </p:nvSpPr>
        <p:spPr>
          <a:xfrm>
            <a:off x="571500" y="1437126"/>
            <a:ext cx="55245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33339FA9-D484-2141-9711-92A12FFDCAA3}"/>
              </a:ext>
            </a:extLst>
          </p:cNvPr>
          <p:cNvSpPr>
            <a:spLocks noGrp="1"/>
          </p:cNvSpPr>
          <p:nvPr>
            <p:ph type="ftr" sz="quarter" idx="11"/>
          </p:nvPr>
        </p:nvSpPr>
        <p:spPr/>
        <p:txBody>
          <a:bodyPr/>
          <a:lstStyle/>
          <a:p>
            <a:r>
              <a:rPr lang="en-US"/>
              <a:t>College/Department/Presentation Name</a:t>
            </a:r>
          </a:p>
        </p:txBody>
      </p:sp>
    </p:spTree>
    <p:extLst>
      <p:ext uri="{BB962C8B-B14F-4D97-AF65-F5344CB8AC3E}">
        <p14:creationId xmlns:p14="http://schemas.microsoft.com/office/powerpoint/2010/main" val="1080514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DD96AAD-EBAE-3C45-9A74-FE321ADD86E9}"/>
              </a:ext>
            </a:extLst>
          </p:cNvPr>
          <p:cNvPicPr>
            <a:picLocks noChangeAspect="1"/>
          </p:cNvPicPr>
          <p:nvPr/>
        </p:nvPicPr>
        <p:blipFill rotWithShape="1">
          <a:blip r:embed="rId2"/>
          <a:srcRect l="14776" t="88158" r="80191" b="1"/>
          <a:stretch/>
        </p:blipFill>
        <p:spPr>
          <a:xfrm rot="5400000">
            <a:off x="11507447" y="2192742"/>
            <a:ext cx="613620" cy="812045"/>
          </a:xfrm>
          <a:prstGeom prst="rect">
            <a:avLst/>
          </a:prstGeom>
        </p:spPr>
      </p:pic>
      <p:pic>
        <p:nvPicPr>
          <p:cNvPr id="7" name="Picture 6">
            <a:extLst>
              <a:ext uri="{FF2B5EF4-FFF2-40B4-BE49-F238E27FC236}">
                <a16:creationId xmlns:a16="http://schemas.microsoft.com/office/drawing/2014/main" id="{811B2469-2EB4-F84E-A129-5FBD41497F05}"/>
              </a:ext>
            </a:extLst>
          </p:cNvPr>
          <p:cNvPicPr>
            <a:picLocks noChangeAspect="1"/>
          </p:cNvPicPr>
          <p:nvPr/>
        </p:nvPicPr>
        <p:blipFill rotWithShape="1">
          <a:blip r:embed="rId2"/>
          <a:srcRect l="14776" t="88158" r="80191" b="1"/>
          <a:stretch/>
        </p:blipFill>
        <p:spPr>
          <a:xfrm rot="5400000">
            <a:off x="117451" y="2192743"/>
            <a:ext cx="613620" cy="812045"/>
          </a:xfrm>
          <a:prstGeom prst="rect">
            <a:avLst/>
          </a:prstGeom>
        </p:spPr>
      </p:pic>
      <p:sp>
        <p:nvSpPr>
          <p:cNvPr id="8" name="Title 1">
            <a:extLst>
              <a:ext uri="{FF2B5EF4-FFF2-40B4-BE49-F238E27FC236}">
                <a16:creationId xmlns:a16="http://schemas.microsoft.com/office/drawing/2014/main" id="{E3063953-EAE8-4743-B6C7-C20C322B3AD4}"/>
              </a:ext>
            </a:extLst>
          </p:cNvPr>
          <p:cNvSpPr>
            <a:spLocks noGrp="1"/>
          </p:cNvSpPr>
          <p:nvPr>
            <p:ph type="title" hasCustomPrompt="1"/>
          </p:nvPr>
        </p:nvSpPr>
        <p:spPr>
          <a:xfrm>
            <a:off x="588579" y="430105"/>
            <a:ext cx="11035861" cy="766989"/>
          </a:xfrm>
          <a:prstGeom prst="rect">
            <a:avLst/>
          </a:prstGeom>
        </p:spPr>
        <p:txBody>
          <a:bodyPr lIns="0" tIns="0" rIns="0" bIns="0" anchor="t"/>
          <a:lstStyle>
            <a:lvl1pPr algn="ctr">
              <a:defRPr/>
            </a:lvl1pPr>
          </a:lstStyle>
          <a:p>
            <a:r>
              <a:rPr lang="en-US"/>
              <a:t>Slide Title</a:t>
            </a:r>
          </a:p>
        </p:txBody>
      </p:sp>
      <p:sp>
        <p:nvSpPr>
          <p:cNvPr id="14" name="Text Placeholder 13">
            <a:extLst>
              <a:ext uri="{FF2B5EF4-FFF2-40B4-BE49-F238E27FC236}">
                <a16:creationId xmlns:a16="http://schemas.microsoft.com/office/drawing/2014/main" id="{4CA3B2DB-E136-9F42-8824-29B39C9C739D}"/>
              </a:ext>
            </a:extLst>
          </p:cNvPr>
          <p:cNvSpPr>
            <a:spLocks noGrp="1"/>
          </p:cNvSpPr>
          <p:nvPr>
            <p:ph type="body" sz="quarter" idx="14" hasCustomPrompt="1"/>
          </p:nvPr>
        </p:nvSpPr>
        <p:spPr>
          <a:xfrm>
            <a:off x="477010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7" name="Text Placeholder 13">
            <a:extLst>
              <a:ext uri="{FF2B5EF4-FFF2-40B4-BE49-F238E27FC236}">
                <a16:creationId xmlns:a16="http://schemas.microsoft.com/office/drawing/2014/main" id="{17F8106A-D2FC-2D47-99D6-D88B0EE4E5A6}"/>
              </a:ext>
            </a:extLst>
          </p:cNvPr>
          <p:cNvSpPr>
            <a:spLocks noGrp="1"/>
          </p:cNvSpPr>
          <p:nvPr>
            <p:ph type="body" sz="quarter" idx="16" hasCustomPrompt="1"/>
          </p:nvPr>
        </p:nvSpPr>
        <p:spPr>
          <a:xfrm>
            <a:off x="1121932" y="4108974"/>
            <a:ext cx="2608263" cy="438150"/>
          </a:xfrm>
          <a:prstGeom prst="rect">
            <a:avLst/>
          </a:prstGeom>
        </p:spPr>
        <p:txBody>
          <a:bodyPr>
            <a:normAutofit/>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latin typeface="Arial" panose="020B0604020202020204" pitchFamily="34" charset="0"/>
                <a:cs typeface="Arial" panose="020B0604020202020204" pitchFamily="34" charset="0"/>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19" name="Text Placeholder 13">
            <a:extLst>
              <a:ext uri="{FF2B5EF4-FFF2-40B4-BE49-F238E27FC236}">
                <a16:creationId xmlns:a16="http://schemas.microsoft.com/office/drawing/2014/main" id="{AB39890F-DEC5-6E46-8FE0-5701F842F9B2}"/>
              </a:ext>
            </a:extLst>
          </p:cNvPr>
          <p:cNvSpPr>
            <a:spLocks noGrp="1"/>
          </p:cNvSpPr>
          <p:nvPr>
            <p:ph type="body" sz="quarter" idx="18" hasCustomPrompt="1"/>
          </p:nvPr>
        </p:nvSpPr>
        <p:spPr>
          <a:xfrm>
            <a:off x="8455986" y="4108974"/>
            <a:ext cx="2608263" cy="438150"/>
          </a:xfrm>
          <a:prstGeom prst="rect">
            <a:avLst/>
          </a:prstGeom>
        </p:spPr>
        <p:txBody>
          <a:bodyPr/>
          <a:lstStyle>
            <a:lvl1pPr marL="0" marR="0" indent="0" algn="ctr" defTabSz="914400" rtl="0" eaLnBrk="1" fontAlgn="auto" latinLnBrk="0" hangingPunct="1">
              <a:lnSpc>
                <a:spcPct val="90000"/>
              </a:lnSpc>
              <a:spcBef>
                <a:spcPts val="1000"/>
              </a:spcBef>
              <a:spcAft>
                <a:spcPts val="0"/>
              </a:spcAft>
              <a:buClrTx/>
              <a:buSzTx/>
              <a:buFontTx/>
              <a:buNone/>
              <a:tabLst/>
              <a:defRPr sz="1800" b="1" i="0" baseline="0">
                <a:solidFill>
                  <a:schemeClr val="accent2"/>
                </a:solidFill>
              </a:defRPr>
            </a:lvl1pPr>
          </a:lstStyle>
          <a:p>
            <a:pPr algn="ctr"/>
            <a:r>
              <a:rPr lang="en-US" b="1">
                <a:solidFill>
                  <a:srgbClr val="001E62"/>
                </a:solidFill>
                <a:latin typeface="Arial" panose="020B0604020202020204" pitchFamily="34" charset="0"/>
                <a:cs typeface="Arial" panose="020B0604020202020204" pitchFamily="34" charset="0"/>
              </a:rPr>
              <a:t>Caption goes here</a:t>
            </a:r>
          </a:p>
        </p:txBody>
      </p:sp>
      <p:sp>
        <p:nvSpPr>
          <p:cNvPr id="20" name="Picture Placeholder 4">
            <a:extLst>
              <a:ext uri="{FF2B5EF4-FFF2-40B4-BE49-F238E27FC236}">
                <a16:creationId xmlns:a16="http://schemas.microsoft.com/office/drawing/2014/main" id="{0DA7729A-D4ED-284D-9571-BE3BCD72FD3E}"/>
              </a:ext>
            </a:extLst>
          </p:cNvPr>
          <p:cNvSpPr>
            <a:spLocks noGrp="1"/>
          </p:cNvSpPr>
          <p:nvPr>
            <p:ph type="pic" sz="quarter" idx="11" hasCustomPrompt="1"/>
          </p:nvPr>
        </p:nvSpPr>
        <p:spPr>
          <a:xfrm>
            <a:off x="1094112"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1" name="Picture Placeholder 4">
            <a:extLst>
              <a:ext uri="{FF2B5EF4-FFF2-40B4-BE49-F238E27FC236}">
                <a16:creationId xmlns:a16="http://schemas.microsoft.com/office/drawing/2014/main" id="{AC3DB5E5-FC54-CA41-88A0-0AA6CAECA36F}"/>
              </a:ext>
            </a:extLst>
          </p:cNvPr>
          <p:cNvSpPr>
            <a:spLocks noGrp="1"/>
          </p:cNvSpPr>
          <p:nvPr>
            <p:ph type="pic" sz="quarter" idx="19" hasCustomPrompt="1"/>
          </p:nvPr>
        </p:nvSpPr>
        <p:spPr>
          <a:xfrm>
            <a:off x="8468093"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sp>
        <p:nvSpPr>
          <p:cNvPr id="22" name="Picture Placeholder 4">
            <a:extLst>
              <a:ext uri="{FF2B5EF4-FFF2-40B4-BE49-F238E27FC236}">
                <a16:creationId xmlns:a16="http://schemas.microsoft.com/office/drawing/2014/main" id="{8731F2BB-6641-754F-8594-AC40F886ED3F}"/>
              </a:ext>
            </a:extLst>
          </p:cNvPr>
          <p:cNvSpPr>
            <a:spLocks noGrp="1"/>
          </p:cNvSpPr>
          <p:nvPr>
            <p:ph type="pic" sz="quarter" idx="20" hasCustomPrompt="1"/>
          </p:nvPr>
        </p:nvSpPr>
        <p:spPr>
          <a:xfrm>
            <a:off x="4760678" y="1294401"/>
            <a:ext cx="2629795" cy="2608727"/>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chemeClr val="bg1"/>
            </a:bgClr>
          </a:pattFill>
        </p:spPr>
        <p:txBody>
          <a:bodyPr wrap="square" anchor="ctr">
            <a:noAutofit/>
          </a:bodyPr>
          <a:lstStyle>
            <a:lvl1pPr marL="0" indent="0" algn="ctr">
              <a:buNone/>
              <a:defRPr sz="1200"/>
            </a:lvl1pPr>
          </a:lstStyle>
          <a:p>
            <a:r>
              <a:rPr lang="id-ID" err="1"/>
              <a:t>Click</a:t>
            </a:r>
            <a:r>
              <a:rPr lang="id-ID"/>
              <a:t> </a:t>
            </a:r>
            <a:r>
              <a:rPr lang="id-ID" err="1"/>
              <a:t>to</a:t>
            </a:r>
            <a:r>
              <a:rPr lang="id-ID"/>
              <a:t> </a:t>
            </a:r>
            <a:r>
              <a:rPr lang="id-ID" err="1"/>
              <a:t>add</a:t>
            </a:r>
            <a:r>
              <a:rPr lang="id-ID"/>
              <a:t> </a:t>
            </a:r>
            <a:r>
              <a:rPr lang="id-ID" err="1"/>
              <a:t>photo</a:t>
            </a:r>
            <a:endParaRPr lang="id-ID"/>
          </a:p>
        </p:txBody>
      </p:sp>
      <p:pic>
        <p:nvPicPr>
          <p:cNvPr id="15" name="Picture 14">
            <a:extLst>
              <a:ext uri="{FF2B5EF4-FFF2-40B4-BE49-F238E27FC236}">
                <a16:creationId xmlns:a16="http://schemas.microsoft.com/office/drawing/2014/main" id="{3249B61A-EC0D-074E-9EC9-5BF7523BCE24}"/>
              </a:ext>
            </a:extLst>
          </p:cNvPr>
          <p:cNvPicPr>
            <a:picLocks noChangeAspect="1"/>
          </p:cNvPicPr>
          <p:nvPr userDrawn="1"/>
        </p:nvPicPr>
        <p:blipFill rotWithShape="1">
          <a:blip r:embed="rId2"/>
          <a:srcRect l="14776" t="88158" r="80191" b="1"/>
          <a:stretch/>
        </p:blipFill>
        <p:spPr>
          <a:xfrm rot="5400000">
            <a:off x="11507447" y="2192742"/>
            <a:ext cx="613620" cy="812045"/>
          </a:xfrm>
          <a:prstGeom prst="rect">
            <a:avLst/>
          </a:prstGeom>
        </p:spPr>
      </p:pic>
      <p:pic>
        <p:nvPicPr>
          <p:cNvPr id="23" name="Picture 22">
            <a:extLst>
              <a:ext uri="{FF2B5EF4-FFF2-40B4-BE49-F238E27FC236}">
                <a16:creationId xmlns:a16="http://schemas.microsoft.com/office/drawing/2014/main" id="{8C460373-17B6-0F45-9FB4-204627AF6C4A}"/>
              </a:ext>
            </a:extLst>
          </p:cNvPr>
          <p:cNvPicPr>
            <a:picLocks noChangeAspect="1"/>
          </p:cNvPicPr>
          <p:nvPr userDrawn="1"/>
        </p:nvPicPr>
        <p:blipFill rotWithShape="1">
          <a:blip r:embed="rId2"/>
          <a:srcRect l="14776" t="88158" r="80191" b="1"/>
          <a:stretch/>
        </p:blipFill>
        <p:spPr>
          <a:xfrm rot="5400000">
            <a:off x="117451" y="2192743"/>
            <a:ext cx="613620" cy="812045"/>
          </a:xfrm>
          <a:prstGeom prst="rect">
            <a:avLst/>
          </a:prstGeom>
        </p:spPr>
      </p:pic>
      <p:sp>
        <p:nvSpPr>
          <p:cNvPr id="24" name="Content Placeholder 2">
            <a:extLst>
              <a:ext uri="{FF2B5EF4-FFF2-40B4-BE49-F238E27FC236}">
                <a16:creationId xmlns:a16="http://schemas.microsoft.com/office/drawing/2014/main" id="{75FFE1F8-E876-AF49-AF89-78C4F144D4F7}"/>
              </a:ext>
            </a:extLst>
          </p:cNvPr>
          <p:cNvSpPr>
            <a:spLocks noGrp="1"/>
          </p:cNvSpPr>
          <p:nvPr>
            <p:ph idx="1" hasCustomPrompt="1"/>
          </p:nvPr>
        </p:nvSpPr>
        <p:spPr>
          <a:xfrm>
            <a:off x="11156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5" name="Content Placeholder 2">
            <a:extLst>
              <a:ext uri="{FF2B5EF4-FFF2-40B4-BE49-F238E27FC236}">
                <a16:creationId xmlns:a16="http://schemas.microsoft.com/office/drawing/2014/main" id="{5DF30A05-AE50-F741-836C-FF7CA9FE4CD9}"/>
              </a:ext>
            </a:extLst>
          </p:cNvPr>
          <p:cNvSpPr>
            <a:spLocks noGrp="1"/>
          </p:cNvSpPr>
          <p:nvPr>
            <p:ph idx="21" hasCustomPrompt="1"/>
          </p:nvPr>
        </p:nvSpPr>
        <p:spPr>
          <a:xfrm>
            <a:off x="47605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6" name="Content Placeholder 2">
            <a:extLst>
              <a:ext uri="{FF2B5EF4-FFF2-40B4-BE49-F238E27FC236}">
                <a16:creationId xmlns:a16="http://schemas.microsoft.com/office/drawing/2014/main" id="{8C8A6EEC-8002-B04B-AFBA-7676415749B9}"/>
              </a:ext>
            </a:extLst>
          </p:cNvPr>
          <p:cNvSpPr>
            <a:spLocks noGrp="1"/>
          </p:cNvSpPr>
          <p:nvPr>
            <p:ph idx="22" hasCustomPrompt="1"/>
          </p:nvPr>
        </p:nvSpPr>
        <p:spPr>
          <a:xfrm>
            <a:off x="8456244" y="4752970"/>
            <a:ext cx="2626658" cy="1714500"/>
          </a:xfrm>
          <a:prstGeom prst="rect">
            <a:avLst/>
          </a:prstGeom>
        </p:spPr>
        <p:txBody>
          <a:bodyPr lIns="0" tIns="0" rIns="0" bIns="0">
            <a:normAutofit/>
          </a:bodyPr>
          <a:lstStyle>
            <a:lvl1pPr algn="ctr">
              <a:lnSpc>
                <a:spcPct val="100000"/>
              </a:lnSpc>
              <a:defRPr lang="en-US" sz="1600"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a:t>
            </a:r>
            <a:endParaRPr lang="en-US"/>
          </a:p>
        </p:txBody>
      </p:sp>
      <p:sp>
        <p:nvSpPr>
          <p:cNvPr id="2" name="Footer Placeholder 1">
            <a:extLst>
              <a:ext uri="{FF2B5EF4-FFF2-40B4-BE49-F238E27FC236}">
                <a16:creationId xmlns:a16="http://schemas.microsoft.com/office/drawing/2014/main" id="{AFE77721-8DDD-CD44-88F4-DABDABC2E014}"/>
              </a:ext>
            </a:extLst>
          </p:cNvPr>
          <p:cNvSpPr>
            <a:spLocks noGrp="1"/>
          </p:cNvSpPr>
          <p:nvPr>
            <p:ph type="ftr" sz="quarter" idx="23"/>
          </p:nvPr>
        </p:nvSpPr>
        <p:spPr/>
        <p:txBody>
          <a:bodyPr/>
          <a:lstStyle/>
          <a:p>
            <a:r>
              <a:rPr lang="en-US"/>
              <a:t>College/Department/Presentation Name</a:t>
            </a:r>
          </a:p>
        </p:txBody>
      </p:sp>
    </p:spTree>
    <p:extLst>
      <p:ext uri="{BB962C8B-B14F-4D97-AF65-F5344CB8AC3E}">
        <p14:creationId xmlns:p14="http://schemas.microsoft.com/office/powerpoint/2010/main" val="21305318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59D45DC-DD11-2B43-BCCA-0080D714F989}"/>
              </a:ext>
            </a:extLst>
          </p:cNvPr>
          <p:cNvSpPr>
            <a:spLocks noGrp="1"/>
          </p:cNvSpPr>
          <p:nvPr>
            <p:ph type="pic" sz="quarter" idx="14" hasCustomPrompt="1"/>
          </p:nvPr>
        </p:nvSpPr>
        <p:spPr>
          <a:xfrm>
            <a:off x="6096000" y="1437126"/>
            <a:ext cx="5524500" cy="4050861"/>
          </a:xfrm>
          <a:prstGeom prst="rect">
            <a:avLst/>
          </a:prstGeom>
          <a:pattFill prst="pct20">
            <a:fgClr>
              <a:schemeClr val="accent1"/>
            </a:fgClr>
            <a:bgClr>
              <a:schemeClr val="bg1"/>
            </a:bgClr>
          </a:pattFill>
        </p:spPr>
        <p:txBody>
          <a:bodyPr/>
          <a:lstStyle/>
          <a:p>
            <a:r>
              <a:rPr lang="en-US"/>
              <a:t>Click to add picture</a:t>
            </a:r>
          </a:p>
        </p:txBody>
      </p:sp>
      <p:sp>
        <p:nvSpPr>
          <p:cNvPr id="13" name="Text Placeholder 2">
            <a:extLst>
              <a:ext uri="{FF2B5EF4-FFF2-40B4-BE49-F238E27FC236}">
                <a16:creationId xmlns:a16="http://schemas.microsoft.com/office/drawing/2014/main" id="{C9E570CE-B5C1-B148-9C81-45F1379592DF}"/>
              </a:ext>
            </a:extLst>
          </p:cNvPr>
          <p:cNvSpPr>
            <a:spLocks noGrp="1"/>
          </p:cNvSpPr>
          <p:nvPr>
            <p:ph idx="1"/>
          </p:nvPr>
        </p:nvSpPr>
        <p:spPr>
          <a:xfrm>
            <a:off x="571500" y="1437126"/>
            <a:ext cx="50546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3" name="Title 2">
            <a:extLst>
              <a:ext uri="{FF2B5EF4-FFF2-40B4-BE49-F238E27FC236}">
                <a16:creationId xmlns:a16="http://schemas.microsoft.com/office/drawing/2014/main" id="{2481760B-E6B6-E948-9991-95ED7BC8EE1E}"/>
              </a:ext>
            </a:extLst>
          </p:cNvPr>
          <p:cNvSpPr>
            <a:spLocks noGrp="1"/>
          </p:cNvSpPr>
          <p:nvPr>
            <p:ph type="title"/>
          </p:nvPr>
        </p:nvSpPr>
        <p:spPr/>
        <p:txBody>
          <a:bodyPr/>
          <a:lstStyle/>
          <a:p>
            <a:r>
              <a:rPr lang="en-US"/>
              <a:t>Click to edit Master title style</a:t>
            </a:r>
          </a:p>
        </p:txBody>
      </p:sp>
      <p:sp>
        <p:nvSpPr>
          <p:cNvPr id="7" name="Footer Placeholder 1">
            <a:extLst>
              <a:ext uri="{FF2B5EF4-FFF2-40B4-BE49-F238E27FC236}">
                <a16:creationId xmlns:a16="http://schemas.microsoft.com/office/drawing/2014/main" id="{851C9981-623A-2D46-88F7-7E89F2C9A50C}"/>
              </a:ext>
            </a:extLst>
          </p:cNvPr>
          <p:cNvSpPr>
            <a:spLocks noGrp="1"/>
          </p:cNvSpPr>
          <p:nvPr>
            <p:ph type="ftr" sz="quarter" idx="15"/>
          </p:nvPr>
        </p:nvSpPr>
        <p:spPr>
          <a:xfrm>
            <a:off x="571499" y="6419410"/>
            <a:ext cx="4114800" cy="365125"/>
          </a:xfrm>
        </p:spPr>
        <p:txBody>
          <a:bodyPr/>
          <a:lstStyle/>
          <a:p>
            <a:r>
              <a:rPr lang="en-US"/>
              <a:t>College/Department/Presentation Name</a:t>
            </a:r>
          </a:p>
        </p:txBody>
      </p:sp>
    </p:spTree>
    <p:extLst>
      <p:ext uri="{BB962C8B-B14F-4D97-AF65-F5344CB8AC3E}">
        <p14:creationId xmlns:p14="http://schemas.microsoft.com/office/powerpoint/2010/main" val="3001685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8">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4390B8-F5A6-DC4C-95B7-DC0760C0D9E3}"/>
              </a:ext>
            </a:extLst>
          </p:cNvPr>
          <p:cNvSpPr>
            <a:spLocks noGrp="1"/>
          </p:cNvSpPr>
          <p:nvPr>
            <p:ph type="pic" sz="quarter" idx="13"/>
          </p:nvPr>
        </p:nvSpPr>
        <p:spPr>
          <a:xfrm>
            <a:off x="7727950" y="427475"/>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13" name="Picture Placeholder 11">
            <a:extLst>
              <a:ext uri="{FF2B5EF4-FFF2-40B4-BE49-F238E27FC236}">
                <a16:creationId xmlns:a16="http://schemas.microsoft.com/office/drawing/2014/main" id="{B8FF2F8D-D4EF-6049-A031-899F44F0E30A}"/>
              </a:ext>
            </a:extLst>
          </p:cNvPr>
          <p:cNvSpPr>
            <a:spLocks noGrp="1"/>
          </p:cNvSpPr>
          <p:nvPr>
            <p:ph type="pic" sz="quarter" idx="14"/>
          </p:nvPr>
        </p:nvSpPr>
        <p:spPr>
          <a:xfrm>
            <a:off x="7727950" y="3293224"/>
            <a:ext cx="3892550" cy="2566047"/>
          </a:xfrm>
          <a:prstGeom prst="rect">
            <a:avLst/>
          </a:prstGeom>
          <a:pattFill prst="pct20">
            <a:fgClr>
              <a:srgbClr val="D50032"/>
            </a:fgClr>
            <a:bgClr>
              <a:schemeClr val="bg1"/>
            </a:bgClr>
          </a:pattFill>
        </p:spPr>
        <p:txBody>
          <a:bodyPr/>
          <a:lstStyle/>
          <a:p>
            <a:r>
              <a:rPr lang="en-US"/>
              <a:t>Click icon to add picture</a:t>
            </a:r>
          </a:p>
        </p:txBody>
      </p:sp>
      <p:sp>
        <p:nvSpPr>
          <p:cNvPr id="3" name="Title 2">
            <a:extLst>
              <a:ext uri="{FF2B5EF4-FFF2-40B4-BE49-F238E27FC236}">
                <a16:creationId xmlns:a16="http://schemas.microsoft.com/office/drawing/2014/main" id="{69A2A977-0915-D942-8D9B-557EB78D8118}"/>
              </a:ext>
            </a:extLst>
          </p:cNvPr>
          <p:cNvSpPr>
            <a:spLocks noGrp="1"/>
          </p:cNvSpPr>
          <p:nvPr>
            <p:ph type="title" hasCustomPrompt="1"/>
          </p:nvPr>
        </p:nvSpPr>
        <p:spPr>
          <a:xfrm>
            <a:off x="571499" y="427475"/>
            <a:ext cx="6642100" cy="811005"/>
          </a:xfrm>
          <a:prstGeom prst="rect">
            <a:avLst/>
          </a:prstGeom>
        </p:spPr>
        <p:txBody>
          <a:bodyPr/>
          <a:lstStyle/>
          <a:p>
            <a:r>
              <a:rPr lang="en-US"/>
              <a:t>Slide Title</a:t>
            </a:r>
          </a:p>
        </p:txBody>
      </p:sp>
      <p:sp>
        <p:nvSpPr>
          <p:cNvPr id="16" name="Text Placeholder 2">
            <a:extLst>
              <a:ext uri="{FF2B5EF4-FFF2-40B4-BE49-F238E27FC236}">
                <a16:creationId xmlns:a16="http://schemas.microsoft.com/office/drawing/2014/main" id="{0EF65F6D-A292-1047-808C-B11F4A287E9E}"/>
              </a:ext>
            </a:extLst>
          </p:cNvPr>
          <p:cNvSpPr>
            <a:spLocks noGrp="1"/>
          </p:cNvSpPr>
          <p:nvPr>
            <p:ph idx="1"/>
          </p:nvPr>
        </p:nvSpPr>
        <p:spPr>
          <a:xfrm>
            <a:off x="571500" y="1437126"/>
            <a:ext cx="66421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DCCE80CA-7BF4-554F-846B-768483360BCB}"/>
              </a:ext>
            </a:extLst>
          </p:cNvPr>
          <p:cNvSpPr>
            <a:spLocks noGrp="1"/>
          </p:cNvSpPr>
          <p:nvPr>
            <p:ph type="ftr" sz="quarter" idx="15"/>
          </p:nvPr>
        </p:nvSpPr>
        <p:spPr/>
        <p:txBody>
          <a:bodyPr/>
          <a:lstStyle/>
          <a:p>
            <a:r>
              <a:rPr lang="en-US"/>
              <a:t>College/Department/Presentation Name</a:t>
            </a:r>
          </a:p>
        </p:txBody>
      </p:sp>
    </p:spTree>
    <p:extLst>
      <p:ext uri="{BB962C8B-B14F-4D97-AF65-F5344CB8AC3E}">
        <p14:creationId xmlns:p14="http://schemas.microsoft.com/office/powerpoint/2010/main" val="3847506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45AF2651-3E17-AA4E-9587-82202DB57AD4}"/>
              </a:ext>
            </a:extLst>
          </p:cNvPr>
          <p:cNvSpPr>
            <a:spLocks noGrp="1"/>
          </p:cNvSpPr>
          <p:nvPr>
            <p:ph type="pic" sz="quarter" idx="13"/>
          </p:nvPr>
        </p:nvSpPr>
        <p:spPr>
          <a:xfrm>
            <a:off x="571500" y="1196599"/>
            <a:ext cx="11049000" cy="3157474"/>
          </a:xfrm>
          <a:prstGeom prst="rect">
            <a:avLst/>
          </a:prstGeom>
          <a:pattFill prst="pct20">
            <a:fgClr>
              <a:srgbClr val="D50032"/>
            </a:fgClr>
            <a:bgClr>
              <a:schemeClr val="bg1"/>
            </a:bgClr>
          </a:pattFill>
        </p:spPr>
        <p:txBody>
          <a:bodyPr/>
          <a:lstStyle/>
          <a:p>
            <a:r>
              <a:rPr lang="en-US"/>
              <a:t>Click icon to add picture</a:t>
            </a:r>
          </a:p>
        </p:txBody>
      </p:sp>
      <p:sp>
        <p:nvSpPr>
          <p:cNvPr id="9" name="Title 1">
            <a:extLst>
              <a:ext uri="{FF2B5EF4-FFF2-40B4-BE49-F238E27FC236}">
                <a16:creationId xmlns:a16="http://schemas.microsoft.com/office/drawing/2014/main" id="{2E70F768-77C3-C24C-A38F-BE1E1E8A4EF9}"/>
              </a:ext>
            </a:extLst>
          </p:cNvPr>
          <p:cNvSpPr>
            <a:spLocks noGrp="1"/>
          </p:cNvSpPr>
          <p:nvPr>
            <p:ph type="title" hasCustomPrompt="1"/>
          </p:nvPr>
        </p:nvSpPr>
        <p:spPr>
          <a:xfrm>
            <a:off x="571500" y="429610"/>
            <a:ext cx="5980129" cy="766989"/>
          </a:xfrm>
          <a:prstGeom prst="rect">
            <a:avLst/>
          </a:prstGeom>
        </p:spPr>
        <p:txBody>
          <a:bodyPr lIns="0" tIns="0" rIns="0" bIns="0" anchor="t"/>
          <a:lstStyle/>
          <a:p>
            <a:r>
              <a:rPr lang="en-US"/>
              <a:t>Slide Title</a:t>
            </a:r>
          </a:p>
        </p:txBody>
      </p:sp>
      <p:sp>
        <p:nvSpPr>
          <p:cNvPr id="12" name="Content Placeholder 2">
            <a:extLst>
              <a:ext uri="{FF2B5EF4-FFF2-40B4-BE49-F238E27FC236}">
                <a16:creationId xmlns:a16="http://schemas.microsoft.com/office/drawing/2014/main" id="{43387113-3CA6-3242-ACA0-2304DF785AF1}"/>
              </a:ext>
            </a:extLst>
          </p:cNvPr>
          <p:cNvSpPr>
            <a:spLocks noGrp="1"/>
          </p:cNvSpPr>
          <p:nvPr>
            <p:ph idx="1" hasCustomPrompt="1"/>
          </p:nvPr>
        </p:nvSpPr>
        <p:spPr>
          <a:xfrm>
            <a:off x="571500" y="4654550"/>
            <a:ext cx="6196944" cy="1606550"/>
          </a:xfrm>
          <a:prstGeom prst="rect">
            <a:avLst/>
          </a:prstGeom>
        </p:spPr>
        <p:txBody>
          <a:bodyPr lIns="0" tIns="0" rIns="0" bIns="0"/>
          <a:lstStyle>
            <a:lvl1pPr>
              <a:lnSpc>
                <a:spcPct val="100000"/>
              </a:lnSpc>
              <a:defRPr lang="en-US" b="0" i="0" smtClean="0">
                <a:effectLst/>
                <a:latin typeface="Arial" panose="020B0604020202020204" pitchFamily="34" charset="0"/>
              </a:defRPr>
            </a:lvl1pPr>
            <a:lvl2pPr>
              <a:lnSpc>
                <a:spcPct val="100000"/>
              </a:lnSpc>
              <a:buClr>
                <a:srgbClr val="001E62"/>
              </a:buClr>
              <a:defRPr/>
            </a:lvl2pPr>
            <a:lvl3pPr marL="1030288" indent="-115888">
              <a:lnSpc>
                <a:spcPct val="100000"/>
              </a:lnSpc>
              <a:buClr>
                <a:srgbClr val="001E62"/>
              </a:buClr>
              <a:tabLst/>
              <a:defRPr/>
            </a:lvl3pPr>
            <a:lvl4pPr marL="1485900" indent="-114300">
              <a:lnSpc>
                <a:spcPct val="100000"/>
              </a:lnSpc>
              <a:buClr>
                <a:srgbClr val="001E62"/>
              </a:buClr>
              <a:tabLst/>
              <a:defRPr sz="1200">
                <a:solidFill>
                  <a:schemeClr val="tx1"/>
                </a:solidFill>
              </a:defRPr>
            </a:lvl4pPr>
            <a:lvl5pPr marL="1952625" indent="-123825">
              <a:lnSpc>
                <a:spcPct val="100000"/>
              </a:lnSpc>
              <a:buClr>
                <a:srgbClr val="001E62"/>
              </a:buClr>
              <a:tabLst/>
              <a:defRPr sz="1200">
                <a:solidFill>
                  <a:schemeClr val="tx1"/>
                </a:solidFill>
              </a:defRPr>
            </a:lvl5pPr>
          </a:lstStyle>
          <a:p>
            <a:pPr lvl="0"/>
            <a:r>
              <a:rPr lang="en-US" b="0" i="0">
                <a:solidFill>
                  <a:srgbClr val="000000"/>
                </a:solidFill>
                <a:effectLst/>
                <a:latin typeface="Open Sans" panose="020B0606030504020204" pitchFamily="34" charset="0"/>
              </a:rPr>
              <a:t>Lorem ipsum dolor sit </a:t>
            </a:r>
            <a:r>
              <a:rPr lang="en-US" b="0" i="0" err="1">
                <a:solidFill>
                  <a:srgbClr val="000000"/>
                </a:solidFill>
                <a:effectLst/>
                <a:latin typeface="Open Sans" panose="020B0606030504020204" pitchFamily="34" charset="0"/>
              </a:rPr>
              <a:t>amet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consectetur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adipiscing</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elit</a:t>
            </a:r>
            <a:r>
              <a:rPr lang="en-US" b="0" i="0">
                <a:solidFill>
                  <a:srgbClr val="000000"/>
                </a:solidFill>
                <a:effectLst/>
                <a:latin typeface="Open Sans" panose="020B0606030504020204" pitchFamily="34" charset="0"/>
              </a:rPr>
              <a:t>, sed do </a:t>
            </a:r>
            <a:r>
              <a:rPr lang="en-US" b="0" i="0" err="1">
                <a:solidFill>
                  <a:srgbClr val="000000"/>
                </a:solidFill>
                <a:effectLst/>
                <a:latin typeface="Open Sans" panose="020B0606030504020204" pitchFamily="34" charset="0"/>
              </a:rPr>
              <a:t>eiusmod</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tempor</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incididunt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labore</a:t>
            </a:r>
            <a:r>
              <a:rPr lang="en-US" b="0" i="0">
                <a:solidFill>
                  <a:srgbClr val="000000"/>
                </a:solidFill>
                <a:effectLst/>
                <a:latin typeface="Open Sans" panose="020B0606030504020204" pitchFamily="34" charset="0"/>
              </a:rPr>
              <a:t> et dolore magna </a:t>
            </a:r>
            <a:r>
              <a:rPr lang="en-US" b="0" i="0" err="1">
                <a:solidFill>
                  <a:srgbClr val="000000"/>
                </a:solidFill>
                <a:effectLst/>
                <a:latin typeface="Open Sans" panose="020B0606030504020204" pitchFamily="34" charset="0"/>
              </a:rPr>
              <a:t>aliqua</a:t>
            </a:r>
            <a:r>
              <a:rPr lang="en-US" b="0" i="0">
                <a:solidFill>
                  <a:srgbClr val="000000"/>
                </a:solidFill>
                <a:effectLst/>
                <a:latin typeface="Open Sans" panose="020B0606030504020204" pitchFamily="34" charset="0"/>
              </a:rPr>
              <a:t>. Ut </a:t>
            </a:r>
            <a:r>
              <a:rPr lang="en-US" b="0" i="0" err="1">
                <a:solidFill>
                  <a:srgbClr val="000000"/>
                </a:solidFill>
                <a:effectLst/>
                <a:latin typeface="Open Sans" panose="020B0606030504020204" pitchFamily="34" charset="0"/>
              </a:rPr>
              <a:t>enim</a:t>
            </a:r>
            <a:r>
              <a:rPr lang="en-US" b="0" i="0">
                <a:solidFill>
                  <a:srgbClr val="000000"/>
                </a:solidFill>
                <a:effectLst/>
                <a:latin typeface="Open Sans" panose="020B0606030504020204" pitchFamily="34" charset="0"/>
              </a:rPr>
              <a:t> ad minim </a:t>
            </a:r>
            <a:r>
              <a:rPr lang="en-US" b="0" i="0" err="1">
                <a:solidFill>
                  <a:srgbClr val="000000"/>
                </a:solidFill>
                <a:effectLst/>
                <a:latin typeface="Open Sans" panose="020B0606030504020204" pitchFamily="34" charset="0"/>
              </a:rPr>
              <a:t>veniam</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quis</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nostrud</a:t>
            </a:r>
            <a:r>
              <a:rPr lang="en-US" b="0" i="0">
                <a:solidFill>
                  <a:srgbClr val="000000"/>
                </a:solidFill>
                <a:effectLst/>
                <a:latin typeface="Open Sans" panose="020B0606030504020204" pitchFamily="34" charset="0"/>
              </a:rPr>
              <a:t> exercitation </a:t>
            </a:r>
            <a:r>
              <a:rPr lang="en-US" b="0" i="0" err="1">
                <a:solidFill>
                  <a:srgbClr val="000000"/>
                </a:solidFill>
                <a:effectLst/>
                <a:latin typeface="Open Sans" panose="020B0606030504020204" pitchFamily="34" charset="0"/>
              </a:rPr>
              <a:t>ullamco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laboris</a:t>
            </a:r>
            <a:r>
              <a:rPr lang="en-US" b="0" i="0">
                <a:solidFill>
                  <a:srgbClr val="000000"/>
                </a:solidFill>
                <a:effectLst/>
                <a:latin typeface="Open Sans" panose="020B0606030504020204" pitchFamily="34" charset="0"/>
              </a:rPr>
              <a:t> nisi </a:t>
            </a:r>
            <a:r>
              <a:rPr lang="en-US" b="0" i="0" err="1">
                <a:solidFill>
                  <a:srgbClr val="000000"/>
                </a:solidFill>
                <a:effectLst/>
                <a:latin typeface="Open Sans" panose="020B0606030504020204" pitchFamily="34" charset="0"/>
              </a:rPr>
              <a:t>ut</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aliquip</a:t>
            </a:r>
            <a:r>
              <a:rPr lang="en-US" b="0" i="0">
                <a:solidFill>
                  <a:srgbClr val="000000"/>
                </a:solidFill>
                <a:effectLst/>
                <a:latin typeface="Open Sans" panose="020B0606030504020204" pitchFamily="34" charset="0"/>
              </a:rPr>
              <a:t> ex </a:t>
            </a:r>
            <a:r>
              <a:rPr lang="en-US" b="0" i="0" err="1">
                <a:solidFill>
                  <a:srgbClr val="000000"/>
                </a:solidFill>
                <a:effectLst/>
                <a:latin typeface="Open Sans" panose="020B0606030504020204" pitchFamily="34" charset="0"/>
              </a:rPr>
              <a:t>ea</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commodo</a:t>
            </a:r>
            <a:r>
              <a:rPr lang="en-US" b="0" i="0">
                <a:solidFill>
                  <a:srgbClr val="000000"/>
                </a:solidFill>
                <a:effectLst/>
                <a:latin typeface="Open Sans" panose="020B0606030504020204" pitchFamily="34" charset="0"/>
              </a:rPr>
              <a:t> </a:t>
            </a:r>
            <a:r>
              <a:rPr lang="en-US" b="0" i="0" err="1">
                <a:solidFill>
                  <a:srgbClr val="000000"/>
                </a:solidFill>
                <a:effectLst/>
                <a:latin typeface="Open Sans" panose="020B0606030504020204" pitchFamily="34" charset="0"/>
              </a:rPr>
              <a:t>consequat</a:t>
            </a:r>
            <a:r>
              <a:rPr lang="en-US" b="0" i="0">
                <a:solidFill>
                  <a:srgbClr val="000000"/>
                </a:solidFill>
                <a:effectLst/>
                <a:latin typeface="Open Sans" panose="020B0606030504020204" pitchFamily="34" charset="0"/>
              </a:rPr>
              <a:t>.</a:t>
            </a:r>
            <a:endParaRPr lang="en-US"/>
          </a:p>
        </p:txBody>
      </p:sp>
      <p:sp>
        <p:nvSpPr>
          <p:cNvPr id="2" name="Footer Placeholder 1">
            <a:extLst>
              <a:ext uri="{FF2B5EF4-FFF2-40B4-BE49-F238E27FC236}">
                <a16:creationId xmlns:a16="http://schemas.microsoft.com/office/drawing/2014/main" id="{547F7ABE-10AB-4E4D-AC47-355D922C8F7B}"/>
              </a:ext>
            </a:extLst>
          </p:cNvPr>
          <p:cNvSpPr>
            <a:spLocks noGrp="1"/>
          </p:cNvSpPr>
          <p:nvPr>
            <p:ph type="ftr" sz="quarter" idx="14"/>
          </p:nvPr>
        </p:nvSpPr>
        <p:spPr/>
        <p:txBody>
          <a:bodyPr/>
          <a:lstStyle/>
          <a:p>
            <a:r>
              <a:rPr lang="en-US"/>
              <a:t>College/Department/Presentation Name</a:t>
            </a:r>
          </a:p>
        </p:txBody>
      </p:sp>
    </p:spTree>
    <p:extLst>
      <p:ext uri="{BB962C8B-B14F-4D97-AF65-F5344CB8AC3E}">
        <p14:creationId xmlns:p14="http://schemas.microsoft.com/office/powerpoint/2010/main" val="4931861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1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E585415-ECAB-7749-9438-98667466F0EE}"/>
              </a:ext>
            </a:extLst>
          </p:cNvPr>
          <p:cNvSpPr/>
          <p:nvPr/>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rgbClr val="001E62"/>
              </a:solidFill>
              <a:latin typeface="Arial" panose="020B0604020202020204" pitchFamily="34" charset="0"/>
            </a:endParaRPr>
          </a:p>
        </p:txBody>
      </p:sp>
      <p:sp>
        <p:nvSpPr>
          <p:cNvPr id="10" name="Rectangle 9">
            <a:extLst>
              <a:ext uri="{FF2B5EF4-FFF2-40B4-BE49-F238E27FC236}">
                <a16:creationId xmlns:a16="http://schemas.microsoft.com/office/drawing/2014/main" id="{E05B460D-E86D-3A4C-92BA-4EDF763DFAFA}"/>
              </a:ext>
            </a:extLst>
          </p:cNvPr>
          <p:cNvSpPr/>
          <p:nvPr userDrawn="1"/>
        </p:nvSpPr>
        <p:spPr>
          <a:xfrm>
            <a:off x="-1" y="0"/>
            <a:ext cx="4249271" cy="6858000"/>
          </a:xfrm>
          <a:prstGeom prst="rect">
            <a:avLst/>
          </a:prstGeom>
          <a:solidFill>
            <a:srgbClr val="001E6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Arial" panose="020B0604020202020204" pitchFamily="34" charset="0"/>
            </a:endParaRPr>
          </a:p>
        </p:txBody>
      </p:sp>
      <p:pic>
        <p:nvPicPr>
          <p:cNvPr id="9" name="Picture 8">
            <a:extLst>
              <a:ext uri="{FF2B5EF4-FFF2-40B4-BE49-F238E27FC236}">
                <a16:creationId xmlns:a16="http://schemas.microsoft.com/office/drawing/2014/main" id="{753367FE-A03A-0D4B-8464-6EA90E8DA41F}"/>
              </a:ext>
            </a:extLst>
          </p:cNvPr>
          <p:cNvPicPr>
            <a:picLocks noChangeAspect="1"/>
          </p:cNvPicPr>
          <p:nvPr/>
        </p:nvPicPr>
        <p:blipFill rotWithShape="1">
          <a:blip r:embed="rId2"/>
          <a:srcRect l="17162" t="77592" r="78736"/>
          <a:stretch/>
        </p:blipFill>
        <p:spPr>
          <a:xfrm rot="10800000">
            <a:off x="571500" y="-737549"/>
            <a:ext cx="500083" cy="1536790"/>
          </a:xfrm>
          <a:prstGeom prst="rect">
            <a:avLst/>
          </a:prstGeom>
        </p:spPr>
      </p:pic>
      <p:sp>
        <p:nvSpPr>
          <p:cNvPr id="11" name="Text Placeholder 14">
            <a:extLst>
              <a:ext uri="{FF2B5EF4-FFF2-40B4-BE49-F238E27FC236}">
                <a16:creationId xmlns:a16="http://schemas.microsoft.com/office/drawing/2014/main" id="{A239BCF8-7759-3A41-A514-3A4A72C6F9AF}"/>
              </a:ext>
            </a:extLst>
          </p:cNvPr>
          <p:cNvSpPr>
            <a:spLocks noGrp="1"/>
          </p:cNvSpPr>
          <p:nvPr>
            <p:ph type="body" sz="quarter" idx="15" hasCustomPrompt="1"/>
          </p:nvPr>
        </p:nvSpPr>
        <p:spPr>
          <a:xfrm>
            <a:off x="589420" y="3622452"/>
            <a:ext cx="3239719" cy="2706862"/>
          </a:xfrm>
          <a:prstGeom prst="rect">
            <a:avLst/>
          </a:prstGeom>
        </p:spPr>
        <p:txBody>
          <a:bodyPr/>
          <a:lstStyle>
            <a:lvl1pPr>
              <a:lnSpc>
                <a:spcPct val="100000"/>
              </a:lnSpc>
              <a:defRPr b="0" i="0" baseline="0">
                <a:solidFill>
                  <a:schemeClr val="bg1"/>
                </a:solidFill>
              </a:defRPr>
            </a:lvl1pPr>
          </a:lstStyle>
          <a:p>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con</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tetur</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al</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adipiscinge</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l </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sahanis</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nib</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u</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h</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eget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justo</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ne</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sed</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gravida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est</a:t>
            </a:r>
            <a:r>
              <a:rPr lang="en-US" sz="2000" err="1">
                <a:solidFill>
                  <a:schemeClr val="bg1"/>
                </a:solidFill>
                <a:latin typeface="Arial" panose="020B0604020202020204" pitchFamily="34" charset="0"/>
                <a:ea typeface="Open Sans" panose="020B0606030504020204" pitchFamily="34" charset="0"/>
                <a:cs typeface="Arial" panose="020B0604020202020204" pitchFamily="34" charset="0"/>
              </a:rPr>
              <a:t>asa</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lorem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ipsum</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dolor</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sit</a:t>
            </a:r>
            <a:r>
              <a:rPr lang="en-US" sz="2000">
                <a:solidFill>
                  <a:schemeClr val="bg1"/>
                </a:solidFill>
                <a:latin typeface="Arial" panose="020B0604020202020204" pitchFamily="34" charset="0"/>
                <a:ea typeface="Open Sans" panose="020B0606030504020204" pitchFamily="34" charset="0"/>
                <a:cs typeface="Arial" panose="020B0604020202020204" pitchFamily="34" charset="0"/>
              </a:rPr>
              <a:t>a</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r>
              <a:rPr lang="id-ID" sz="2000" err="1">
                <a:solidFill>
                  <a:schemeClr val="bg1"/>
                </a:solidFill>
                <a:latin typeface="Arial" panose="020B0604020202020204" pitchFamily="34" charset="0"/>
                <a:ea typeface="Open Sans" panose="020B0606030504020204" pitchFamily="34" charset="0"/>
                <a:cs typeface="Arial" panose="020B0604020202020204" pitchFamily="34" charset="0"/>
              </a:rPr>
              <a:t>amet</a:t>
            </a:r>
            <a:r>
              <a:rPr lang="id-ID" sz="2000">
                <a:solidFill>
                  <a:schemeClr val="bg1"/>
                </a:solidFill>
                <a:latin typeface="Arial" panose="020B0604020202020204" pitchFamily="34" charset="0"/>
                <a:ea typeface="Open Sans" panose="020B0606030504020204" pitchFamily="34" charset="0"/>
                <a:cs typeface="Arial" panose="020B0604020202020204" pitchFamily="34" charset="0"/>
              </a:rPr>
              <a:t> </a:t>
            </a:r>
            <a:endParaRPr lang="en-US" sz="2000">
              <a:solidFill>
                <a:schemeClr val="bg1"/>
              </a:solidFill>
              <a:latin typeface="Arial" panose="020B0604020202020204" pitchFamily="34" charset="0"/>
              <a:ea typeface="Open Sans" panose="020B0606030504020204" pitchFamily="34" charset="0"/>
              <a:cs typeface="Arial" panose="020B0604020202020204" pitchFamily="34" charset="0"/>
            </a:endParaRPr>
          </a:p>
        </p:txBody>
      </p:sp>
      <p:sp>
        <p:nvSpPr>
          <p:cNvPr id="13" name="Text Placeholder 12">
            <a:extLst>
              <a:ext uri="{FF2B5EF4-FFF2-40B4-BE49-F238E27FC236}">
                <a16:creationId xmlns:a16="http://schemas.microsoft.com/office/drawing/2014/main" id="{0E3A340C-ED98-6C4F-A999-F28C9BE643E9}"/>
              </a:ext>
            </a:extLst>
          </p:cNvPr>
          <p:cNvSpPr>
            <a:spLocks noGrp="1"/>
          </p:cNvSpPr>
          <p:nvPr>
            <p:ph type="body" sz="quarter" idx="16" hasCustomPrompt="1"/>
          </p:nvPr>
        </p:nvSpPr>
        <p:spPr>
          <a:xfrm>
            <a:off x="571499" y="1222362"/>
            <a:ext cx="3257639" cy="461962"/>
          </a:xfrm>
          <a:prstGeom prst="rect">
            <a:avLst/>
          </a:prstGeom>
        </p:spPr>
        <p:txBody>
          <a:bodyPr>
            <a:normAutofit/>
          </a:bodyPr>
          <a:lstStyle>
            <a:lvl1pPr>
              <a:defRPr sz="1800" b="1" i="0" cap="all" spc="400" baseline="0">
                <a:solidFill>
                  <a:schemeClr val="bg1"/>
                </a:solidFill>
              </a:defRPr>
            </a:lvl1pPr>
          </a:lstStyle>
          <a:p>
            <a:r>
              <a:rPr lang="en-US" sz="2000" b="1" spc="300">
                <a:ln w="19050">
                  <a:noFill/>
                </a:ln>
                <a:solidFill>
                  <a:schemeClr val="bg1"/>
                </a:solidFill>
                <a:latin typeface="Arial" panose="020B0604020202020204" pitchFamily="34" charset="0"/>
                <a:cs typeface="Arial" panose="020B0604020202020204" pitchFamily="34" charset="0"/>
              </a:rPr>
              <a:t>SECTION HERE</a:t>
            </a:r>
          </a:p>
        </p:txBody>
      </p:sp>
      <p:sp>
        <p:nvSpPr>
          <p:cNvPr id="18" name="Text Placeholder 17">
            <a:extLst>
              <a:ext uri="{FF2B5EF4-FFF2-40B4-BE49-F238E27FC236}">
                <a16:creationId xmlns:a16="http://schemas.microsoft.com/office/drawing/2014/main" id="{4607F020-7CB7-FA45-8230-53C05BB43EA1}"/>
              </a:ext>
            </a:extLst>
          </p:cNvPr>
          <p:cNvSpPr>
            <a:spLocks noGrp="1"/>
          </p:cNvSpPr>
          <p:nvPr>
            <p:ph type="body" sz="quarter" idx="17" hasCustomPrompt="1"/>
          </p:nvPr>
        </p:nvSpPr>
        <p:spPr>
          <a:xfrm>
            <a:off x="571500" y="1866900"/>
            <a:ext cx="3225800" cy="1562100"/>
          </a:xfrm>
          <a:prstGeom prst="rect">
            <a:avLst/>
          </a:prstGeom>
        </p:spPr>
        <p:txBody>
          <a:bodyPr>
            <a:noAutofit/>
          </a:bodyPr>
          <a:lstStyle>
            <a:lvl1pPr>
              <a:defRPr sz="3600"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Headline Goes Here and Here</a:t>
            </a:r>
          </a:p>
        </p:txBody>
      </p:sp>
      <p:pic>
        <p:nvPicPr>
          <p:cNvPr id="12" name="Picture 11">
            <a:extLst>
              <a:ext uri="{FF2B5EF4-FFF2-40B4-BE49-F238E27FC236}">
                <a16:creationId xmlns:a16="http://schemas.microsoft.com/office/drawing/2014/main" id="{A19D2A7B-D949-D84A-B563-9285D56DA79D}"/>
              </a:ext>
            </a:extLst>
          </p:cNvPr>
          <p:cNvPicPr>
            <a:picLocks noChangeAspect="1"/>
          </p:cNvPicPr>
          <p:nvPr userDrawn="1"/>
        </p:nvPicPr>
        <p:blipFill rotWithShape="1">
          <a:blip r:embed="rId2"/>
          <a:srcRect l="17162" t="77592" r="78736"/>
          <a:stretch/>
        </p:blipFill>
        <p:spPr>
          <a:xfrm rot="10800000">
            <a:off x="571500" y="-737549"/>
            <a:ext cx="500083" cy="1536790"/>
          </a:xfrm>
          <a:prstGeom prst="rect">
            <a:avLst/>
          </a:prstGeom>
        </p:spPr>
      </p:pic>
      <p:sp>
        <p:nvSpPr>
          <p:cNvPr id="17" name="Content Placeholder 2">
            <a:extLst>
              <a:ext uri="{FF2B5EF4-FFF2-40B4-BE49-F238E27FC236}">
                <a16:creationId xmlns:a16="http://schemas.microsoft.com/office/drawing/2014/main" id="{A4D5C75C-330E-FF43-B40F-90030894A767}"/>
              </a:ext>
            </a:extLst>
          </p:cNvPr>
          <p:cNvSpPr>
            <a:spLocks noGrp="1"/>
          </p:cNvSpPr>
          <p:nvPr>
            <p:ph idx="18"/>
          </p:nvPr>
        </p:nvSpPr>
        <p:spPr>
          <a:xfrm>
            <a:off x="4805665" y="1222362"/>
            <a:ext cx="6796915" cy="4840508"/>
          </a:xfrm>
          <a:prstGeom prst="rect">
            <a:avLst/>
          </a:prstGeom>
        </p:spPr>
        <p:txBody>
          <a:bodyPr lIns="0" tIns="0" rIns="0" bIns="0"/>
          <a:lstStyle>
            <a:lvl1pPr>
              <a:defRPr sz="1600" b="1" cap="all" spc="300" baseline="0">
                <a:solidFill>
                  <a:schemeClr val="accent1"/>
                </a:solidFill>
              </a:defRPr>
            </a:lvl1pPr>
            <a:lvl2pPr marL="12700" indent="0">
              <a:buClr>
                <a:srgbClr val="001E62"/>
              </a:buClr>
              <a:buFontTx/>
              <a:buNone/>
              <a:tabLst/>
              <a:defRPr/>
            </a:lvl2pPr>
            <a:lvl3pPr marL="641350" indent="-171450">
              <a:buClr>
                <a:srgbClr val="001E62"/>
              </a:buClr>
              <a:buFont typeface="Arial" panose="020B0604020202020204" pitchFamily="34" charset="0"/>
              <a:buChar char="•"/>
              <a:tabLst/>
              <a:defRPr/>
            </a:lvl3pPr>
            <a:lvl4pPr marL="1485900" indent="-114300">
              <a:buClr>
                <a:srgbClr val="001E62"/>
              </a:buClr>
              <a:tabLst/>
              <a:defRPr sz="1200">
                <a:solidFill>
                  <a:schemeClr val="tx1"/>
                </a:solidFill>
              </a:defRPr>
            </a:lvl4pPr>
            <a:lvl5pPr marL="1952625" indent="-123825">
              <a:buClr>
                <a:srgbClr val="001E62"/>
              </a:buClr>
              <a:tabLst/>
              <a:defRPr sz="1200">
                <a:solidFill>
                  <a:schemeClr val="tx1"/>
                </a:solidFill>
              </a:defRPr>
            </a:lvl5pPr>
          </a:lstStyle>
          <a:p>
            <a:pPr lvl="0"/>
            <a:r>
              <a:rPr lang="en-US"/>
              <a:t>Click to edit Master text styles</a:t>
            </a:r>
          </a:p>
          <a:p>
            <a:pPr lvl="1"/>
            <a:r>
              <a:rPr lang="en-US"/>
              <a:t>Second level</a:t>
            </a:r>
          </a:p>
          <a:p>
            <a:pPr lvl="2"/>
            <a:r>
              <a:rPr lang="en-US"/>
              <a:t>Third level</a:t>
            </a:r>
          </a:p>
        </p:txBody>
      </p:sp>
      <p:sp>
        <p:nvSpPr>
          <p:cNvPr id="19" name="TextBox 18">
            <a:extLst>
              <a:ext uri="{FF2B5EF4-FFF2-40B4-BE49-F238E27FC236}">
                <a16:creationId xmlns:a16="http://schemas.microsoft.com/office/drawing/2014/main" id="{52DFFB21-BBD8-584B-AD40-5FF15F1975E2}"/>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bg1"/>
                </a:solidFill>
                <a:latin typeface="Arial" panose="020B0604020202020204" pitchFamily="34" charset="0"/>
                <a:cs typeface="Arial" panose="020B0604020202020204" pitchFamily="34" charset="0"/>
              </a:rPr>
              <a:t>‹#›</a:t>
            </a:fld>
            <a:endParaRPr lang="en-US" sz="1400" b="1">
              <a:solidFill>
                <a:schemeClr val="bg1"/>
              </a:solidFill>
              <a:latin typeface="Arial" panose="020B0604020202020204" pitchFamily="34" charset="0"/>
              <a:cs typeface="Arial" panose="020B0604020202020204" pitchFamily="34" charset="0"/>
            </a:endParaRPr>
          </a:p>
        </p:txBody>
      </p:sp>
      <p:sp>
        <p:nvSpPr>
          <p:cNvPr id="2" name="Footer Placeholder 1">
            <a:extLst>
              <a:ext uri="{FF2B5EF4-FFF2-40B4-BE49-F238E27FC236}">
                <a16:creationId xmlns:a16="http://schemas.microsoft.com/office/drawing/2014/main" id="{CF9A3847-D44C-1045-9746-270828EEC7AD}"/>
              </a:ext>
            </a:extLst>
          </p:cNvPr>
          <p:cNvSpPr>
            <a:spLocks noGrp="1"/>
          </p:cNvSpPr>
          <p:nvPr>
            <p:ph type="ftr" sz="quarter" idx="19"/>
          </p:nvPr>
        </p:nvSpPr>
        <p:spPr>
          <a:xfrm>
            <a:off x="4805665" y="6419410"/>
            <a:ext cx="4114800" cy="365125"/>
          </a:xfrm>
        </p:spPr>
        <p:txBody>
          <a:bodyPr/>
          <a:lstStyle/>
          <a:p>
            <a:r>
              <a:rPr lang="en-US"/>
              <a:t>College/Department/Presentation Name</a:t>
            </a:r>
          </a:p>
        </p:txBody>
      </p:sp>
    </p:spTree>
    <p:extLst>
      <p:ext uri="{BB962C8B-B14F-4D97-AF65-F5344CB8AC3E}">
        <p14:creationId xmlns:p14="http://schemas.microsoft.com/office/powerpoint/2010/main" val="40567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A040F-DDFD-4E49-B911-5258CAF2D3E7}"/>
              </a:ext>
            </a:extLst>
          </p:cNvPr>
          <p:cNvPicPr>
            <a:picLocks noChangeAspect="1"/>
          </p:cNvPicPr>
          <p:nvPr userDrawn="1"/>
        </p:nvPicPr>
        <p:blipFill rotWithShape="1">
          <a:blip r:embed="rId2"/>
          <a:srcRect t="61111" b="7037"/>
          <a:stretch/>
        </p:blipFill>
        <p:spPr>
          <a:xfrm>
            <a:off x="0" y="2331188"/>
            <a:ext cx="12192000" cy="2184400"/>
          </a:xfrm>
          <a:prstGeom prst="rect">
            <a:avLst/>
          </a:prstGeom>
        </p:spPr>
      </p:pic>
      <p:sp>
        <p:nvSpPr>
          <p:cNvPr id="5" name="Rectangle 4">
            <a:extLst>
              <a:ext uri="{FF2B5EF4-FFF2-40B4-BE49-F238E27FC236}">
                <a16:creationId xmlns:a16="http://schemas.microsoft.com/office/drawing/2014/main" id="{048638E0-CDBC-DC4F-8BB3-C27A3270B4E9}"/>
              </a:ext>
            </a:extLst>
          </p:cNvPr>
          <p:cNvSpPr/>
          <p:nvPr userDrawn="1"/>
        </p:nvSpPr>
        <p:spPr>
          <a:xfrm>
            <a:off x="-1" y="2340565"/>
            <a:ext cx="12192000" cy="2184400"/>
          </a:xfrm>
          <a:prstGeom prst="rect">
            <a:avLst/>
          </a:prstGeom>
          <a:solidFill>
            <a:srgbClr val="001E6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8" y="3156054"/>
            <a:ext cx="11035861" cy="766989"/>
          </a:xfrm>
          <a:prstGeom prst="rect">
            <a:avLst/>
          </a:prstGeom>
        </p:spPr>
        <p:txBody>
          <a:bodyPr lIns="0" tIns="0" rIns="0" bIns="0" anchor="ctr"/>
          <a:lstStyle>
            <a:lvl1pPr algn="ctr">
              <a:defRPr>
                <a:solidFill>
                  <a:schemeClr val="bg1"/>
                </a:solidFill>
              </a:defRPr>
            </a:lvl1pPr>
          </a:lstStyle>
          <a:p>
            <a:r>
              <a:rPr lang="en-US"/>
              <a:t>Divider Slide</a:t>
            </a:r>
          </a:p>
        </p:txBody>
      </p:sp>
      <p:sp>
        <p:nvSpPr>
          <p:cNvPr id="2" name="Footer Placeholder 1">
            <a:extLst>
              <a:ext uri="{FF2B5EF4-FFF2-40B4-BE49-F238E27FC236}">
                <a16:creationId xmlns:a16="http://schemas.microsoft.com/office/drawing/2014/main" id="{D4781056-D049-3547-BEAF-CEE287C4E45D}"/>
              </a:ext>
            </a:extLst>
          </p:cNvPr>
          <p:cNvSpPr>
            <a:spLocks noGrp="1"/>
          </p:cNvSpPr>
          <p:nvPr>
            <p:ph type="ftr" sz="quarter" idx="10"/>
          </p:nvPr>
        </p:nvSpPr>
        <p:spPr/>
        <p:txBody>
          <a:bodyPr/>
          <a:lstStyle/>
          <a:p>
            <a:r>
              <a:rPr lang="en-US"/>
              <a:t>College/Department/Presentation Name</a:t>
            </a:r>
          </a:p>
        </p:txBody>
      </p:sp>
    </p:spTree>
    <p:extLst>
      <p:ext uri="{BB962C8B-B14F-4D97-AF65-F5344CB8AC3E}">
        <p14:creationId xmlns:p14="http://schemas.microsoft.com/office/powerpoint/2010/main" val="215618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6736B9-CC46-8040-9B10-88C725D129B4}"/>
              </a:ext>
            </a:extLst>
          </p:cNvPr>
          <p:cNvPicPr>
            <a:picLocks noChangeAspect="1"/>
          </p:cNvPicPr>
          <p:nvPr userDrawn="1"/>
        </p:nvPicPr>
        <p:blipFill rotWithShape="1">
          <a:blip r:embed="rId2"/>
          <a:srcRect l="1" t="85786" r="3" b="1251"/>
          <a:stretch/>
        </p:blipFill>
        <p:spPr>
          <a:xfrm>
            <a:off x="0" y="6007100"/>
            <a:ext cx="12192000" cy="889000"/>
          </a:xfrm>
          <a:prstGeom prst="rect">
            <a:avLst/>
          </a:prstGeom>
        </p:spPr>
      </p:pic>
      <p:sp>
        <p:nvSpPr>
          <p:cNvPr id="5" name="Rectangle 4">
            <a:extLst>
              <a:ext uri="{FF2B5EF4-FFF2-40B4-BE49-F238E27FC236}">
                <a16:creationId xmlns:a16="http://schemas.microsoft.com/office/drawing/2014/main" id="{37BE2AD0-F3DD-C74E-AD44-71463A9CACDB}"/>
              </a:ext>
            </a:extLst>
          </p:cNvPr>
          <p:cNvSpPr/>
          <p:nvPr userDrawn="1"/>
        </p:nvSpPr>
        <p:spPr>
          <a:xfrm>
            <a:off x="196645" y="6409044"/>
            <a:ext cx="304800"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Arial" panose="020B0604020202020204" pitchFamily="34" charset="0"/>
            </a:endParaRPr>
          </a:p>
        </p:txBody>
      </p:sp>
      <p:sp>
        <p:nvSpPr>
          <p:cNvPr id="3" name="Title 1">
            <a:extLst>
              <a:ext uri="{FF2B5EF4-FFF2-40B4-BE49-F238E27FC236}">
                <a16:creationId xmlns:a16="http://schemas.microsoft.com/office/drawing/2014/main" id="{658EDC3A-B0ED-8A4D-8488-7A4C581CFDA2}"/>
              </a:ext>
            </a:extLst>
          </p:cNvPr>
          <p:cNvSpPr>
            <a:spLocks noGrp="1"/>
          </p:cNvSpPr>
          <p:nvPr>
            <p:ph type="title" hasCustomPrompt="1"/>
          </p:nvPr>
        </p:nvSpPr>
        <p:spPr>
          <a:xfrm>
            <a:off x="578069" y="2793176"/>
            <a:ext cx="11035861" cy="766989"/>
          </a:xfrm>
          <a:prstGeom prst="rect">
            <a:avLst/>
          </a:prstGeom>
        </p:spPr>
        <p:txBody>
          <a:bodyPr lIns="0" tIns="0" rIns="0" bIns="0" anchor="ctr"/>
          <a:lstStyle>
            <a:lvl1pPr algn="ctr">
              <a:defRPr>
                <a:solidFill>
                  <a:schemeClr val="accent2"/>
                </a:solidFill>
              </a:defRPr>
            </a:lvl1pPr>
          </a:lstStyle>
          <a:p>
            <a:r>
              <a:rPr lang="en-US"/>
              <a:t>Divider Slide</a:t>
            </a:r>
          </a:p>
        </p:txBody>
      </p:sp>
      <p:sp>
        <p:nvSpPr>
          <p:cNvPr id="4" name="TextBox 3">
            <a:extLst>
              <a:ext uri="{FF2B5EF4-FFF2-40B4-BE49-F238E27FC236}">
                <a16:creationId xmlns:a16="http://schemas.microsoft.com/office/drawing/2014/main" id="{F6AA68CF-ED20-AF4E-B696-23793AE24597}"/>
              </a:ext>
            </a:extLst>
          </p:cNvPr>
          <p:cNvSpPr txBox="1"/>
          <p:nvPr userDrawn="1"/>
        </p:nvSpPr>
        <p:spPr>
          <a:xfrm>
            <a:off x="157317" y="6369355"/>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510630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End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466824-B371-3F4A-BBC7-17B5B0E28245}"/>
              </a:ext>
            </a:extLst>
          </p:cNvPr>
          <p:cNvPicPr>
            <a:picLocks noChangeAspect="1"/>
          </p:cNvPicPr>
          <p:nvPr/>
        </p:nvPicPr>
        <p:blipFill>
          <a:blip r:embed="rId2"/>
          <a:stretch>
            <a:fillRect/>
          </a:stretch>
        </p:blipFill>
        <p:spPr>
          <a:xfrm>
            <a:off x="4932751" y="2295148"/>
            <a:ext cx="2326497" cy="2267704"/>
          </a:xfrm>
          <a:prstGeom prst="rect">
            <a:avLst/>
          </a:prstGeom>
        </p:spPr>
      </p:pic>
      <p:pic>
        <p:nvPicPr>
          <p:cNvPr id="3" name="Picture 2">
            <a:extLst>
              <a:ext uri="{FF2B5EF4-FFF2-40B4-BE49-F238E27FC236}">
                <a16:creationId xmlns:a16="http://schemas.microsoft.com/office/drawing/2014/main" id="{19AE039C-5A95-5E48-B5F3-0DE41F24E20F}"/>
              </a:ext>
            </a:extLst>
          </p:cNvPr>
          <p:cNvPicPr>
            <a:picLocks noChangeAspect="1"/>
          </p:cNvPicPr>
          <p:nvPr userDrawn="1"/>
        </p:nvPicPr>
        <p:blipFill>
          <a:blip r:embed="rId2"/>
          <a:stretch>
            <a:fillRect/>
          </a:stretch>
        </p:blipFill>
        <p:spPr>
          <a:xfrm>
            <a:off x="4932751" y="2295148"/>
            <a:ext cx="2326497" cy="2267704"/>
          </a:xfrm>
          <a:prstGeom prst="rect">
            <a:avLst/>
          </a:prstGeom>
        </p:spPr>
      </p:pic>
    </p:spTree>
    <p:extLst>
      <p:ext uri="{BB962C8B-B14F-4D97-AF65-F5344CB8AC3E}">
        <p14:creationId xmlns:p14="http://schemas.microsoft.com/office/powerpoint/2010/main" val="3928787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401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218E8F-10A9-6445-A422-50AED2FB7719}"/>
              </a:ext>
            </a:extLst>
          </p:cNvPr>
          <p:cNvSpPr txBox="1"/>
          <p:nvPr userDrawn="1"/>
        </p:nvSpPr>
        <p:spPr>
          <a:xfrm>
            <a:off x="125425" y="6439768"/>
            <a:ext cx="601579" cy="307777"/>
          </a:xfrm>
          <a:prstGeom prst="rect">
            <a:avLst/>
          </a:prstGeom>
          <a:noFill/>
        </p:spPr>
        <p:txBody>
          <a:bodyPr wrap="square" rtlCol="0">
            <a:spAutoFit/>
          </a:bodyPr>
          <a:lstStyle/>
          <a:p>
            <a:fld id="{3165C24F-D5A7-7547-9DA1-2768CBD8B2AD}" type="slidenum">
              <a:rPr lang="en-US" sz="1400" b="1" smtClean="0">
                <a:solidFill>
                  <a:schemeClr val="accent2"/>
                </a:solidFill>
                <a:latin typeface="Arial" panose="020B0604020202020204" pitchFamily="34" charset="0"/>
                <a:cs typeface="Arial" panose="020B0604020202020204" pitchFamily="34" charset="0"/>
              </a:rPr>
              <a:t>‹#›</a:t>
            </a:fld>
            <a:endParaRPr lang="en-US" sz="1400" b="1">
              <a:solidFill>
                <a:schemeClr val="accent2"/>
              </a:solidFill>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DBB5935-E507-3B44-AD51-1D3B1F0405E1}"/>
              </a:ext>
            </a:extLst>
          </p:cNvPr>
          <p:cNvPicPr>
            <a:picLocks noChangeAspect="1"/>
          </p:cNvPicPr>
          <p:nvPr/>
        </p:nvPicPr>
        <p:blipFill>
          <a:blip r:embed="rId21"/>
          <a:stretch>
            <a:fillRect/>
          </a:stretch>
        </p:blipFill>
        <p:spPr>
          <a:xfrm>
            <a:off x="11462017" y="6126480"/>
            <a:ext cx="604558" cy="589280"/>
          </a:xfrm>
          <a:prstGeom prst="rect">
            <a:avLst/>
          </a:prstGeom>
        </p:spPr>
      </p:pic>
      <p:sp>
        <p:nvSpPr>
          <p:cNvPr id="9" name="Title Placeholder 1">
            <a:extLst>
              <a:ext uri="{FF2B5EF4-FFF2-40B4-BE49-F238E27FC236}">
                <a16:creationId xmlns:a16="http://schemas.microsoft.com/office/drawing/2014/main" id="{DBA86899-E688-504E-A570-178B715EA3C8}"/>
              </a:ext>
            </a:extLst>
          </p:cNvPr>
          <p:cNvSpPr>
            <a:spLocks noGrp="1"/>
          </p:cNvSpPr>
          <p:nvPr>
            <p:ph type="title"/>
          </p:nvPr>
        </p:nvSpPr>
        <p:spPr>
          <a:xfrm>
            <a:off x="571499" y="427475"/>
            <a:ext cx="11048999" cy="811005"/>
          </a:xfrm>
          <a:prstGeom prst="rect">
            <a:avLst/>
          </a:prstGeom>
        </p:spPr>
        <p:txBody>
          <a:bodyPr vert="horz" lIns="0" tIns="0" rIns="0" bIns="0" rtlCol="0" anchor="t">
            <a:normAutofit/>
          </a:bodyPr>
          <a:lstStyle/>
          <a:p>
            <a:r>
              <a:rPr lang="en-US"/>
              <a:t>Slide Title</a:t>
            </a:r>
          </a:p>
        </p:txBody>
      </p:sp>
      <p:sp>
        <p:nvSpPr>
          <p:cNvPr id="10" name="Text Placeholder 2">
            <a:extLst>
              <a:ext uri="{FF2B5EF4-FFF2-40B4-BE49-F238E27FC236}">
                <a16:creationId xmlns:a16="http://schemas.microsoft.com/office/drawing/2014/main" id="{005117A9-42CA-BD41-9D8D-547D5CDB2A2B}"/>
              </a:ext>
            </a:extLst>
          </p:cNvPr>
          <p:cNvSpPr>
            <a:spLocks noGrp="1"/>
          </p:cNvSpPr>
          <p:nvPr>
            <p:ph type="body" idx="1"/>
          </p:nvPr>
        </p:nvSpPr>
        <p:spPr>
          <a:xfrm>
            <a:off x="571500" y="1437126"/>
            <a:ext cx="11049000" cy="449070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pic>
        <p:nvPicPr>
          <p:cNvPr id="8" name="Picture 7">
            <a:extLst>
              <a:ext uri="{FF2B5EF4-FFF2-40B4-BE49-F238E27FC236}">
                <a16:creationId xmlns:a16="http://schemas.microsoft.com/office/drawing/2014/main" id="{51353ED9-6758-5C4A-B0DC-BD4F58B26932}"/>
              </a:ext>
            </a:extLst>
          </p:cNvPr>
          <p:cNvPicPr>
            <a:picLocks noChangeAspect="1"/>
          </p:cNvPicPr>
          <p:nvPr userDrawn="1"/>
        </p:nvPicPr>
        <p:blipFill>
          <a:blip r:embed="rId21"/>
          <a:stretch>
            <a:fillRect/>
          </a:stretch>
        </p:blipFill>
        <p:spPr>
          <a:xfrm>
            <a:off x="11462017" y="6126480"/>
            <a:ext cx="604558" cy="589280"/>
          </a:xfrm>
          <a:prstGeom prst="rect">
            <a:avLst/>
          </a:prstGeom>
        </p:spPr>
      </p:pic>
      <p:sp>
        <p:nvSpPr>
          <p:cNvPr id="2" name="Footer Placeholder 1">
            <a:extLst>
              <a:ext uri="{FF2B5EF4-FFF2-40B4-BE49-F238E27FC236}">
                <a16:creationId xmlns:a16="http://schemas.microsoft.com/office/drawing/2014/main" id="{C7EA0ADE-DED0-334D-AE1C-0EBE7C7C1CF1}"/>
              </a:ext>
            </a:extLst>
          </p:cNvPr>
          <p:cNvSpPr>
            <a:spLocks noGrp="1"/>
          </p:cNvSpPr>
          <p:nvPr>
            <p:ph type="ftr" sz="quarter" idx="3"/>
          </p:nvPr>
        </p:nvSpPr>
        <p:spPr>
          <a:xfrm>
            <a:off x="571499" y="6419410"/>
            <a:ext cx="4114800" cy="365125"/>
          </a:xfrm>
          <a:prstGeom prst="rect">
            <a:avLst/>
          </a:prstGeom>
        </p:spPr>
        <p:txBody>
          <a:bodyPr vert="horz" lIns="91440" tIns="45720" rIns="91440" bIns="45720" rtlCol="0" anchor="ctr"/>
          <a:lstStyle>
            <a:lvl1pPr algn="l">
              <a:defRPr sz="1200">
                <a:solidFill>
                  <a:schemeClr val="tx1"/>
                </a:solidFill>
                <a:latin typeface="Arial" panose="020B0604020202020204" pitchFamily="34" charset="0"/>
                <a:cs typeface="Arial" panose="020B0604020202020204" pitchFamily="34" charset="0"/>
              </a:defRPr>
            </a:lvl1pPr>
          </a:lstStyle>
          <a:p>
            <a:r>
              <a:rPr lang="en-US"/>
              <a:t>College/Department/Presentation Name</a:t>
            </a:r>
          </a:p>
        </p:txBody>
      </p:sp>
    </p:spTree>
    <p:extLst>
      <p:ext uri="{BB962C8B-B14F-4D97-AF65-F5344CB8AC3E}">
        <p14:creationId xmlns:p14="http://schemas.microsoft.com/office/powerpoint/2010/main" val="230517919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21" r:id="rId6"/>
    <p:sldLayoutId id="2147483715"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6" r:id="rId16"/>
    <p:sldLayoutId id="2147483718" r:id="rId17"/>
    <p:sldLayoutId id="2147483719" r:id="rId18"/>
    <p:sldLayoutId id="2147483720" r:id="rId19"/>
  </p:sldLayoutIdLst>
  <p:hf sldNum="0" hdr="0" dt="0"/>
  <p:txStyles>
    <p:titleStyle>
      <a:lvl1pPr algn="l" defTabSz="914400" rtl="0" eaLnBrk="1" latinLnBrk="0" hangingPunct="1">
        <a:lnSpc>
          <a:spcPct val="90000"/>
        </a:lnSpc>
        <a:spcBef>
          <a:spcPct val="0"/>
        </a:spcBef>
        <a:buNone/>
        <a:defRPr sz="3600" b="1" i="0" kern="1200">
          <a:solidFill>
            <a:srgbClr val="001E62"/>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1000"/>
        </a:spcBef>
        <a:buFontTx/>
        <a:buNone/>
        <a:defRPr sz="2000" b="0" i="0" kern="1200">
          <a:solidFill>
            <a:schemeClr val="tx1"/>
          </a:solidFill>
          <a:latin typeface="Arial" panose="020B0604020202020204" pitchFamily="34" charset="0"/>
          <a:ea typeface="+mn-ea"/>
          <a:cs typeface="+mn-cs"/>
        </a:defRPr>
      </a:lvl1pPr>
      <a:lvl2pPr marL="635000" indent="-177800" algn="l" defTabSz="914400" rtl="0" eaLnBrk="1" latinLnBrk="0" hangingPunct="1">
        <a:lnSpc>
          <a:spcPct val="100000"/>
        </a:lnSpc>
        <a:spcBef>
          <a:spcPts val="500"/>
        </a:spcBef>
        <a:buClr>
          <a:srgbClr val="001E62"/>
        </a:buClr>
        <a:buFont typeface="Arial" panose="020B0604020202020204" pitchFamily="34" charset="0"/>
        <a:buChar char="•"/>
        <a:tabLst/>
        <a:defRPr sz="2000" b="0" i="0" kern="1200">
          <a:solidFill>
            <a:schemeClr val="tx1"/>
          </a:solidFill>
          <a:latin typeface="Arial" panose="020B0604020202020204" pitchFamily="34" charset="0"/>
          <a:ea typeface="+mn-ea"/>
          <a:cs typeface="+mn-cs"/>
        </a:defRPr>
      </a:lvl2pPr>
      <a:lvl3pPr marL="1098550" indent="-184150" algn="l" defTabSz="914400" rtl="0" eaLnBrk="1" latinLnBrk="0" hangingPunct="1">
        <a:lnSpc>
          <a:spcPct val="100000"/>
        </a:lnSpc>
        <a:spcBef>
          <a:spcPts val="500"/>
        </a:spcBef>
        <a:buClr>
          <a:srgbClr val="001E62"/>
        </a:buClr>
        <a:buFont typeface="System Font Regular"/>
        <a:buChar char="–"/>
        <a:tabLst/>
        <a:defRPr sz="1600" b="0" i="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50000"/>
              <a:lumOff val="50000"/>
            </a:schemeClr>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4">
          <p15:clr>
            <a:srgbClr val="F26B43"/>
          </p15:clr>
        </p15:guide>
        <p15:guide id="4" pos="3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indiamart.com/proddetail/industrial-distillation-column-2859088905512.html"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1.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11.xml"/><Relationship Id="rId4"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EFC96E-E94D-50C0-1667-0AF15CEA4098}"/>
              </a:ext>
            </a:extLst>
          </p:cNvPr>
          <p:cNvSpPr>
            <a:spLocks noGrp="1"/>
          </p:cNvSpPr>
          <p:nvPr>
            <p:ph type="ctrTitle"/>
          </p:nvPr>
        </p:nvSpPr>
        <p:spPr>
          <a:xfrm>
            <a:off x="6105008" y="2205037"/>
            <a:ext cx="5875977" cy="1655763"/>
          </a:xfrm>
        </p:spPr>
        <p:txBody>
          <a:bodyPr/>
          <a:lstStyle/>
          <a:p>
            <a:r>
              <a:rPr lang="en-US"/>
              <a:t>Continuous Distillation</a:t>
            </a:r>
          </a:p>
        </p:txBody>
      </p:sp>
      <p:sp>
        <p:nvSpPr>
          <p:cNvPr id="4" name="Subtitle 3">
            <a:extLst>
              <a:ext uri="{FF2B5EF4-FFF2-40B4-BE49-F238E27FC236}">
                <a16:creationId xmlns:a16="http://schemas.microsoft.com/office/drawing/2014/main" id="{AC67FB60-50A3-503D-9348-3630C03C55B0}"/>
              </a:ext>
            </a:extLst>
          </p:cNvPr>
          <p:cNvSpPr>
            <a:spLocks noGrp="1"/>
          </p:cNvSpPr>
          <p:nvPr>
            <p:ph type="subTitle" idx="1"/>
          </p:nvPr>
        </p:nvSpPr>
        <p:spPr>
          <a:xfrm>
            <a:off x="6086993" y="3429000"/>
            <a:ext cx="4651138" cy="1393853"/>
          </a:xfrm>
        </p:spPr>
        <p:txBody>
          <a:bodyPr>
            <a:normAutofit fontScale="85000" lnSpcReduction="20000"/>
          </a:bodyPr>
          <a:lstStyle/>
          <a:p>
            <a:r>
              <a:rPr lang="en-US"/>
              <a:t>Joshua </a:t>
            </a:r>
            <a:r>
              <a:rPr lang="en-US" err="1"/>
              <a:t>Olusoji</a:t>
            </a:r>
            <a:endParaRPr lang="en-US"/>
          </a:p>
          <a:p>
            <a:r>
              <a:rPr lang="en-US"/>
              <a:t>Omar </a:t>
            </a:r>
            <a:r>
              <a:rPr lang="en-US" err="1"/>
              <a:t>Zaruk</a:t>
            </a:r>
            <a:endParaRPr lang="en-US"/>
          </a:p>
          <a:p>
            <a:r>
              <a:rPr lang="en-US"/>
              <a:t>Qussay Suleiman</a:t>
            </a:r>
          </a:p>
          <a:p>
            <a:r>
              <a:rPr lang="en-US"/>
              <a:t>Sanad Abu </a:t>
            </a:r>
            <a:r>
              <a:rPr lang="en-US" err="1"/>
              <a:t>Hweij</a:t>
            </a:r>
            <a:endParaRPr lang="en-US"/>
          </a:p>
          <a:p>
            <a:endParaRPr lang="en-US"/>
          </a:p>
        </p:txBody>
      </p:sp>
      <p:sp>
        <p:nvSpPr>
          <p:cNvPr id="5" name="Text Placeholder 4">
            <a:extLst>
              <a:ext uri="{FF2B5EF4-FFF2-40B4-BE49-F238E27FC236}">
                <a16:creationId xmlns:a16="http://schemas.microsoft.com/office/drawing/2014/main" id="{4F621CA6-7489-A40A-66DC-A57FD3FEE012}"/>
              </a:ext>
            </a:extLst>
          </p:cNvPr>
          <p:cNvSpPr>
            <a:spLocks noGrp="1"/>
          </p:cNvSpPr>
          <p:nvPr>
            <p:ph type="body" sz="quarter" idx="11"/>
          </p:nvPr>
        </p:nvSpPr>
        <p:spPr/>
        <p:txBody>
          <a:bodyPr/>
          <a:lstStyle/>
          <a:p>
            <a:r>
              <a:rPr lang="en-US"/>
              <a:t>4/21/2026</a:t>
            </a:r>
          </a:p>
        </p:txBody>
      </p:sp>
      <p:pic>
        <p:nvPicPr>
          <p:cNvPr id="15" name="Picture Placeholder 14">
            <a:extLst>
              <a:ext uri="{FF2B5EF4-FFF2-40B4-BE49-F238E27FC236}">
                <a16:creationId xmlns:a16="http://schemas.microsoft.com/office/drawing/2014/main" id="{7ADC1DF2-B64A-AED4-350C-7307ADA03B62}"/>
              </a:ext>
            </a:extLst>
          </p:cNvPr>
          <p:cNvPicPr>
            <a:picLocks noGrp="1" noChangeAspect="1"/>
          </p:cNvPicPr>
          <p:nvPr>
            <p:ph type="pic" sz="quarter" idx="12"/>
          </p:nvPr>
        </p:nvPicPr>
        <p:blipFill>
          <a:blip r:embed="rId3">
            <a:extLst>
              <a:ext uri="{837473B0-CC2E-450A-ABE3-18F120FF3D39}">
                <a1611:picAttrSrcUrl xmlns:a1611="http://schemas.microsoft.com/office/drawing/2016/11/main" r:id="rId4"/>
              </a:ext>
            </a:extLst>
          </a:blip>
          <a:srcRect t="13367" b="13367"/>
          <a:stretch>
            <a:fillRect/>
          </a:stretch>
        </p:blipFill>
        <p:spPr/>
      </p:pic>
    </p:spTree>
    <p:extLst>
      <p:ext uri="{BB962C8B-B14F-4D97-AF65-F5344CB8AC3E}">
        <p14:creationId xmlns:p14="http://schemas.microsoft.com/office/powerpoint/2010/main" val="505754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A1780A0-4631-F70F-87F7-5A76C2F78BF0}"/>
              </a:ext>
            </a:extLst>
          </p:cNvPr>
          <p:cNvSpPr>
            <a:spLocks noGrp="1"/>
          </p:cNvSpPr>
          <p:nvPr>
            <p:ph type="body" sz="quarter" idx="12"/>
          </p:nvPr>
        </p:nvSpPr>
        <p:spPr/>
        <p:txBody>
          <a:bodyPr/>
          <a:lstStyle/>
          <a:p>
            <a:r>
              <a:rPr lang="en-US"/>
              <a:t>What is Distillation?</a:t>
            </a:r>
          </a:p>
        </p:txBody>
      </p:sp>
      <p:sp>
        <p:nvSpPr>
          <p:cNvPr id="3" name="Content Placeholder 2">
            <a:extLst>
              <a:ext uri="{FF2B5EF4-FFF2-40B4-BE49-F238E27FC236}">
                <a16:creationId xmlns:a16="http://schemas.microsoft.com/office/drawing/2014/main" id="{88DBEC1E-6449-81B6-8926-5642FEBB1E13}"/>
              </a:ext>
            </a:extLst>
          </p:cNvPr>
          <p:cNvSpPr>
            <a:spLocks noGrp="1"/>
          </p:cNvSpPr>
          <p:nvPr>
            <p:ph sz="quarter" idx="13"/>
          </p:nvPr>
        </p:nvSpPr>
        <p:spPr>
          <a:xfrm>
            <a:off x="5637230" y="2248612"/>
            <a:ext cx="5948312" cy="3169740"/>
          </a:xfrm>
        </p:spPr>
        <p:txBody>
          <a:bodyPr/>
          <a:lstStyle/>
          <a:p>
            <a:r>
              <a:rPr lang="en-US"/>
              <a:t>• Separation based on boiling point (volatility) differences  </a:t>
            </a:r>
          </a:p>
          <a:p>
            <a:r>
              <a:rPr lang="en-US"/>
              <a:t>• Vapor–liquid contact across trays or packing  </a:t>
            </a:r>
          </a:p>
          <a:p>
            <a:r>
              <a:rPr lang="en-US"/>
              <a:t>• Continuous operation (industrial) vs batch (lab-scale)  </a:t>
            </a:r>
          </a:p>
          <a:p>
            <a:r>
              <a:rPr lang="en-US"/>
              <a:t>• Products removed as distillate (top) and bottoms (bottom) </a:t>
            </a:r>
          </a:p>
        </p:txBody>
      </p:sp>
      <p:pic>
        <p:nvPicPr>
          <p:cNvPr id="11" name="Picture 10">
            <a:extLst>
              <a:ext uri="{FF2B5EF4-FFF2-40B4-BE49-F238E27FC236}">
                <a16:creationId xmlns:a16="http://schemas.microsoft.com/office/drawing/2014/main" id="{B1FAE985-5F28-82CD-C14C-ABB15E1F70E3}"/>
              </a:ext>
            </a:extLst>
          </p:cNvPr>
          <p:cNvPicPr>
            <a:picLocks noChangeAspect="1"/>
          </p:cNvPicPr>
          <p:nvPr/>
        </p:nvPicPr>
        <p:blipFill>
          <a:blip r:embed="rId2"/>
          <a:stretch>
            <a:fillRect/>
          </a:stretch>
        </p:blipFill>
        <p:spPr>
          <a:xfrm>
            <a:off x="1341264" y="1043120"/>
            <a:ext cx="3577577" cy="4614103"/>
          </a:xfrm>
          <a:prstGeom prst="rect">
            <a:avLst/>
          </a:prstGeom>
        </p:spPr>
      </p:pic>
      <p:sp>
        <p:nvSpPr>
          <p:cNvPr id="12" name="TextBox 11">
            <a:extLst>
              <a:ext uri="{FF2B5EF4-FFF2-40B4-BE49-F238E27FC236}">
                <a16:creationId xmlns:a16="http://schemas.microsoft.com/office/drawing/2014/main" id="{8F9DBAFE-0BEB-F6AF-60C7-BA31F7D64CD0}"/>
              </a:ext>
            </a:extLst>
          </p:cNvPr>
          <p:cNvSpPr txBox="1"/>
          <p:nvPr/>
        </p:nvSpPr>
        <p:spPr>
          <a:xfrm>
            <a:off x="2429945" y="5673140"/>
            <a:ext cx="2575607" cy="1200329"/>
          </a:xfrm>
          <a:prstGeom prst="rect">
            <a:avLst/>
          </a:prstGeom>
          <a:noFill/>
        </p:spPr>
        <p:txBody>
          <a:bodyPr wrap="square" rtlCol="0">
            <a:spAutoFit/>
          </a:bodyPr>
          <a:lstStyle/>
          <a:p>
            <a:r>
              <a:rPr lang="en-US" sz="1200">
                <a:solidFill>
                  <a:srgbClr val="333333"/>
                </a:solidFill>
              </a:rPr>
              <a:t>Koch Modular Process Systems. “Distillation Equipment &amp; Process Systems.” </a:t>
            </a:r>
          </a:p>
          <a:p>
            <a:r>
              <a:rPr lang="en-US" sz="1200">
                <a:solidFill>
                  <a:srgbClr val="333333"/>
                </a:solidFill>
              </a:rPr>
              <a:t>Accessed April 19, 2026. https://kochmodular.com/distillation/.</a:t>
            </a:r>
          </a:p>
        </p:txBody>
      </p:sp>
    </p:spTree>
    <p:extLst>
      <p:ext uri="{BB962C8B-B14F-4D97-AF65-F5344CB8AC3E}">
        <p14:creationId xmlns:p14="http://schemas.microsoft.com/office/powerpoint/2010/main" val="3844287594"/>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1FE5B-7E45-D2C3-5D43-EC4464AB5879}"/>
              </a:ext>
            </a:extLst>
          </p:cNvPr>
          <p:cNvSpPr>
            <a:spLocks noGrp="1"/>
          </p:cNvSpPr>
          <p:nvPr>
            <p:ph type="title"/>
          </p:nvPr>
        </p:nvSpPr>
        <p:spPr/>
        <p:txBody>
          <a:bodyPr/>
          <a:lstStyle/>
          <a:p>
            <a:r>
              <a:rPr lang="en-US"/>
              <a:t>Theory</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DF6CC72-F123-C37F-1047-2DE371B220D0}"/>
                  </a:ext>
                </a:extLst>
              </p:cNvPr>
              <p:cNvSpPr txBox="1"/>
              <p:nvPr/>
            </p:nvSpPr>
            <p:spPr>
              <a:xfrm>
                <a:off x="571499" y="1201022"/>
                <a:ext cx="7154578" cy="3393301"/>
              </a:xfrm>
              <a:prstGeom prst="rect">
                <a:avLst/>
              </a:prstGeom>
              <a:noFill/>
            </p:spPr>
            <p:txBody>
              <a:bodyPr wrap="square">
                <a:spAutoFit/>
              </a:bodyPr>
              <a:lstStyle/>
              <a:p>
                <a:r>
                  <a:rPr lang="en-US" b="1"/>
                  <a:t>Key Equations:</a:t>
                </a:r>
              </a:p>
              <a:p>
                <a:pPr marL="285750" indent="-285750">
                  <a:buFont typeface="Arial" panose="020B0604020202020204" pitchFamily="34" charset="0"/>
                  <a:buChar char="•"/>
                </a:pPr>
                <a:r>
                  <a:rPr lang="en-US"/>
                  <a:t>Murphy Efficiency:   </a:t>
                </a:r>
              </a:p>
              <a:p>
                <a:pPr algn="ctr"/>
                <a:r>
                  <a:rPr lang="en-US"/>
                  <a:t> </a:t>
                </a:r>
                <a14:m>
                  <m:oMath xmlns:m="http://schemas.openxmlformats.org/officeDocument/2006/math">
                    <m:r>
                      <a:rPr lang="el-GR" b="0" i="1" smtClean="0">
                        <a:latin typeface="Cambria Math" panose="02040503050406030204" pitchFamily="18" charset="0"/>
                      </a:rPr>
                      <m:t>𝜂</m:t>
                    </m:r>
                    <m:r>
                      <a:rPr lang="en-US" b="0"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r>
                              <a:rPr lang="en-US" b="0" i="0" smtClean="0">
                                <a:latin typeface="Cambria Math" panose="02040503050406030204" pitchFamily="18" charset="0"/>
                              </a:rPr>
                              <m:t>+</m:t>
                            </m:r>
                            <m:r>
                              <a:rPr lang="en-US" b="0" i="0" smtClean="0">
                                <a:latin typeface="Cambria Math" panose="02040503050406030204" pitchFamily="18" charset="0"/>
                              </a:rPr>
                              <m:t>1</m:t>
                            </m:r>
                          </m:sub>
                        </m:sSub>
                      </m:num>
                      <m:den>
                        <m:sSubSup>
                          <m:sSubSupPr>
                            <m:ctrlPr>
                              <a:rPr lang="en-US" i="1">
                                <a:latin typeface="Cambria Math" panose="02040503050406030204" pitchFamily="18" charset="0"/>
                              </a:rPr>
                            </m:ctrlPr>
                          </m:sSubSupPr>
                          <m:e>
                            <m:r>
                              <a:rPr lang="en-US" b="0" i="1" smtClean="0">
                                <a:latin typeface="Cambria Math" panose="02040503050406030204" pitchFamily="18" charset="0"/>
                              </a:rPr>
                              <m:t>𝑦</m:t>
                            </m:r>
                          </m:e>
                          <m:sub>
                            <m:r>
                              <a:rPr lang="en-US" b="0" i="1" smtClean="0">
                                <a:latin typeface="Cambria Math" panose="02040503050406030204" pitchFamily="18" charset="0"/>
                              </a:rPr>
                              <m:t>𝑛</m:t>
                            </m:r>
                          </m:sub>
                          <m:sup>
                            <m:r>
                              <a:rPr lang="en-US" b="0" i="0" smtClean="0">
                                <a:latin typeface="Cambria Math" panose="02040503050406030204" pitchFamily="18" charset="0"/>
                              </a:rPr>
                              <m:t>∗</m:t>
                            </m:r>
                          </m:sup>
                        </m:sSubSup>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𝑛</m:t>
                            </m:r>
                            <m:r>
                              <a:rPr lang="en-US" b="0" i="0" smtClean="0">
                                <a:latin typeface="Cambria Math" panose="02040503050406030204" pitchFamily="18" charset="0"/>
                              </a:rPr>
                              <m:t>+</m:t>
                            </m:r>
                            <m:r>
                              <a:rPr lang="en-US" b="0" i="0" smtClean="0">
                                <a:latin typeface="Cambria Math" panose="02040503050406030204" pitchFamily="18" charset="0"/>
                              </a:rPr>
                              <m:t>1</m:t>
                            </m:r>
                          </m:sub>
                        </m:sSub>
                      </m:den>
                    </m:f>
                  </m:oMath>
                </a14:m>
                <a:endParaRPr lang="en-US"/>
              </a:p>
              <a:p>
                <a:pPr marL="285750" indent="-285750">
                  <a:buFont typeface="Arial" panose="020B0604020202020204" pitchFamily="34" charset="0"/>
                  <a:buChar char="•"/>
                </a:pPr>
                <a:r>
                  <a:rPr lang="en-US"/>
                  <a:t>Rectifying Operating Line:   </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f>
                        <m:fPr>
                          <m:ctrlPr>
                            <a:rPr lang="ar-JO" i="1">
                              <a:latin typeface="Cambria Math" panose="02040503050406030204" pitchFamily="18" charset="0"/>
                            </a:rPr>
                          </m:ctrlPr>
                        </m:fPr>
                        <m:num>
                          <m:r>
                            <a:rPr lang="ar-JO" i="1">
                              <a:latin typeface="Cambria Math" panose="02040503050406030204" pitchFamily="18" charset="0"/>
                            </a:rPr>
                            <m:t>𝑅</m:t>
                          </m:r>
                        </m:num>
                        <m:den>
                          <m:r>
                            <a:rPr lang="ar-JO" i="1">
                              <a:latin typeface="Cambria Math" panose="02040503050406030204" pitchFamily="18" charset="0"/>
                            </a:rPr>
                            <m:t>𝑅</m:t>
                          </m:r>
                          <m:r>
                            <a:rPr lang="ar-JO" i="0">
                              <a:latin typeface="Cambria Math" panose="02040503050406030204" pitchFamily="18" charset="0"/>
                            </a:rPr>
                            <m:t>+</m:t>
                          </m:r>
                          <m:r>
                            <a:rPr lang="ar-JO" i="0">
                              <a:latin typeface="Cambria Math" panose="02040503050406030204" pitchFamily="18" charset="0"/>
                            </a:rPr>
                            <m:t>1</m:t>
                          </m:r>
                        </m:den>
                      </m:f>
                      <m:r>
                        <a:rPr lang="ar-JO" i="1">
                          <a:latin typeface="Cambria Math" panose="02040503050406030204" pitchFamily="18" charset="0"/>
                        </a:rPr>
                        <m:t>𝑥</m:t>
                      </m:r>
                      <m:r>
                        <a:rPr lang="ar-JO" i="0">
                          <a:latin typeface="Cambria Math" panose="02040503050406030204" pitchFamily="18" charset="0"/>
                        </a:rPr>
                        <m:t>+</m:t>
                      </m:r>
                      <m:f>
                        <m:fPr>
                          <m:ctrlPr>
                            <a:rPr lang="ar-JO" i="1">
                              <a:latin typeface="Cambria Math" panose="02040503050406030204" pitchFamily="18" charset="0"/>
                            </a:rPr>
                          </m:ctrlPr>
                        </m:fPr>
                        <m:num>
                          <m:sSub>
                            <m:sSubPr>
                              <m:ctrlPr>
                                <a:rPr lang="ar-JO" i="1">
                                  <a:latin typeface="Cambria Math" panose="02040503050406030204" pitchFamily="18" charset="0"/>
                                </a:rPr>
                              </m:ctrlPr>
                            </m:sSubPr>
                            <m:e>
                              <m:r>
                                <a:rPr lang="ar-JO" i="1">
                                  <a:latin typeface="Cambria Math" panose="02040503050406030204" pitchFamily="18" charset="0"/>
                                </a:rPr>
                                <m:t>𝑥</m:t>
                              </m:r>
                            </m:e>
                            <m:sub>
                              <m:r>
                                <a:rPr lang="ar-JO" i="1">
                                  <a:latin typeface="Cambria Math" panose="02040503050406030204" pitchFamily="18" charset="0"/>
                                </a:rPr>
                                <m:t>𝐷</m:t>
                              </m:r>
                            </m:sub>
                          </m:sSub>
                        </m:num>
                        <m:den>
                          <m:r>
                            <a:rPr lang="ar-JO" i="1">
                              <a:latin typeface="Cambria Math" panose="02040503050406030204" pitchFamily="18" charset="0"/>
                            </a:rPr>
                            <m:t>𝑅</m:t>
                          </m:r>
                          <m:r>
                            <a:rPr lang="ar-JO" i="0">
                              <a:latin typeface="Cambria Math" panose="02040503050406030204" pitchFamily="18" charset="0"/>
                            </a:rPr>
                            <m:t>+</m:t>
                          </m:r>
                          <m:r>
                            <a:rPr lang="ar-JO" i="0">
                              <a:latin typeface="Cambria Math" panose="02040503050406030204" pitchFamily="18" charset="0"/>
                            </a:rPr>
                            <m:t>1</m:t>
                          </m:r>
                        </m:den>
                      </m:f>
                    </m:oMath>
                  </m:oMathPara>
                </a14:m>
                <a:endParaRPr lang="ar-JO"/>
              </a:p>
              <a:p>
                <a:pPr>
                  <a:buNone/>
                </a:pPr>
                <a:r>
                  <a:rPr lang="ar-JO"/>
                  <a:t>• </a:t>
                </a:r>
                <a:r>
                  <a:rPr lang="en-US"/>
                  <a:t>  Stripping Operating Line:  </a:t>
                </a:r>
                <a14:m>
                  <m:oMath xmlns:m="http://schemas.openxmlformats.org/officeDocument/2006/math">
                    <m:r>
                      <a:rPr lang="en-US" b="0" i="0" smtClean="0">
                        <a:latin typeface="Cambria Math" panose="02040503050406030204" pitchFamily="18" charset="0"/>
                      </a:rPr>
                      <m:t>  </m:t>
                    </m:r>
                  </m:oMath>
                </a14:m>
                <a:endParaRPr lang="en-US" b="0" i="0">
                  <a:latin typeface="Cambria Math" panose="02040503050406030204" pitchFamily="18" charset="0"/>
                </a:endParaRP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𝑚𝑥</m:t>
                      </m:r>
                      <m:r>
                        <a:rPr lang="en-US" i="0">
                          <a:latin typeface="Cambria Math" panose="02040503050406030204" pitchFamily="18" charset="0"/>
                        </a:rPr>
                        <m:t>+</m:t>
                      </m:r>
                      <m:r>
                        <a:rPr lang="en-US" i="1">
                          <a:latin typeface="Cambria Math" panose="02040503050406030204" pitchFamily="18" charset="0"/>
                        </a:rPr>
                        <m:t>𝑏</m:t>
                      </m:r>
                    </m:oMath>
                  </m:oMathPara>
                </a14:m>
                <a:endParaRPr lang="en-US"/>
              </a:p>
              <a:p>
                <a:pPr>
                  <a:buNone/>
                </a:pPr>
                <a:r>
                  <a:rPr lang="en-US"/>
                  <a:t>•   Overall Column Efficiency:  </a:t>
                </a:r>
              </a:p>
              <a:p>
                <a:pPr algn="ctr">
                  <a:buNone/>
                </a:pPr>
                <a:r>
                  <a:rPr lang="en-US"/>
                  <a:t>  </a:t>
                </a:r>
                <a14:m>
                  <m:oMath xmlns:m="http://schemas.openxmlformats.org/officeDocument/2006/math">
                    <m:r>
                      <a:rPr lang="en-US" i="1">
                        <a:latin typeface="Cambria Math" panose="02040503050406030204" pitchFamily="18" charset="0"/>
                      </a:rPr>
                      <m:t>𝜂</m:t>
                    </m:r>
                    <m:r>
                      <a:rPr lang="en-US" i="0">
                        <a:latin typeface="Cambria Math" panose="02040503050406030204" pitchFamily="18" charset="0"/>
                      </a:rPr>
                      <m:t>=</m:t>
                    </m:r>
                    <m:f>
                      <m:fPr>
                        <m:ctrlPr>
                          <a:rPr lang="ar-JO" i="1">
                            <a:latin typeface="Cambria Math" panose="02040503050406030204" pitchFamily="18" charset="0"/>
                          </a:rPr>
                        </m:ctrlPr>
                      </m:fPr>
                      <m:num>
                        <m:sSub>
                          <m:sSubPr>
                            <m:ctrlPr>
                              <a:rPr lang="ar-JO" i="1">
                                <a:latin typeface="Cambria Math" panose="02040503050406030204" pitchFamily="18" charset="0"/>
                              </a:rPr>
                            </m:ctrlPr>
                          </m:sSubPr>
                          <m:e>
                            <m:r>
                              <a:rPr lang="ar-JO" i="1">
                                <a:latin typeface="Cambria Math" panose="02040503050406030204" pitchFamily="18" charset="0"/>
                              </a:rPr>
                              <m:t>𝑁</m:t>
                            </m:r>
                          </m:e>
                          <m:sub>
                            <m:r>
                              <a:rPr lang="ar-JO" i="1">
                                <a:latin typeface="Cambria Math" panose="02040503050406030204" pitchFamily="18" charset="0"/>
                              </a:rPr>
                              <m:t>𝑖𝑑𝑒𝑎𝑙</m:t>
                            </m:r>
                          </m:sub>
                        </m:sSub>
                      </m:num>
                      <m:den>
                        <m:sSub>
                          <m:sSubPr>
                            <m:ctrlPr>
                              <a:rPr lang="ar-JO" i="1">
                                <a:latin typeface="Cambria Math" panose="02040503050406030204" pitchFamily="18" charset="0"/>
                              </a:rPr>
                            </m:ctrlPr>
                          </m:sSubPr>
                          <m:e>
                            <m:r>
                              <a:rPr lang="ar-JO" i="1">
                                <a:latin typeface="Cambria Math" panose="02040503050406030204" pitchFamily="18" charset="0"/>
                              </a:rPr>
                              <m:t>𝑁</m:t>
                            </m:r>
                          </m:e>
                          <m:sub>
                            <m:r>
                              <a:rPr lang="ar-JO" i="1">
                                <a:latin typeface="Cambria Math" panose="02040503050406030204" pitchFamily="18" charset="0"/>
                              </a:rPr>
                              <m:t>𝑎𝑐𝑡𝑢𝑎𝑙</m:t>
                            </m:r>
                          </m:sub>
                        </m:sSub>
                      </m:den>
                    </m:f>
                  </m:oMath>
                </a14:m>
                <a:endParaRPr lang="ar-JO"/>
              </a:p>
              <a:p>
                <a:pPr marL="285750" indent="-285750">
                  <a:buFont typeface="Arial" panose="020B0604020202020204" pitchFamily="34" charset="0"/>
                  <a:buChar char="•"/>
                </a:pPr>
                <a:endParaRPr lang="en-US"/>
              </a:p>
            </p:txBody>
          </p:sp>
        </mc:Choice>
        <mc:Fallback>
          <p:sp>
            <p:nvSpPr>
              <p:cNvPr id="7" name="TextBox 6">
                <a:extLst>
                  <a:ext uri="{FF2B5EF4-FFF2-40B4-BE49-F238E27FC236}">
                    <a16:creationId xmlns:a16="http://schemas.microsoft.com/office/drawing/2014/main" id="{CDF6CC72-F123-C37F-1047-2DE371B220D0}"/>
                  </a:ext>
                </a:extLst>
              </p:cNvPr>
              <p:cNvSpPr txBox="1">
                <a:spLocks noRot="1" noChangeAspect="1" noMove="1" noResize="1" noEditPoints="1" noAdjustHandles="1" noChangeArrowheads="1" noChangeShapeType="1" noTextEdit="1"/>
              </p:cNvSpPr>
              <p:nvPr/>
            </p:nvSpPr>
            <p:spPr>
              <a:xfrm>
                <a:off x="571499" y="1201022"/>
                <a:ext cx="7154578" cy="3393301"/>
              </a:xfrm>
              <a:prstGeom prst="rect">
                <a:avLst/>
              </a:prstGeom>
              <a:blipFill>
                <a:blip r:embed="rId3"/>
                <a:stretch>
                  <a:fillRect l="-853" t="-898"/>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DC5E8263-0E9F-1364-32BC-9178F1C42F40}"/>
              </a:ext>
            </a:extLst>
          </p:cNvPr>
          <p:cNvPicPr>
            <a:picLocks noChangeAspect="1"/>
          </p:cNvPicPr>
          <p:nvPr/>
        </p:nvPicPr>
        <p:blipFill rotWithShape="1">
          <a:blip r:embed="rId4"/>
          <a:srcRect l="10062" t="8960"/>
          <a:stretch>
            <a:fillRect/>
          </a:stretch>
        </p:blipFill>
        <p:spPr bwMode="auto">
          <a:xfrm>
            <a:off x="7051566" y="427475"/>
            <a:ext cx="4189248" cy="2637601"/>
          </a:xfrm>
          <a:prstGeom prst="rect">
            <a:avLst/>
          </a:prstGeom>
          <a:ln>
            <a:solidFill>
              <a:schemeClr val="tx1"/>
            </a:solidFill>
          </a:ln>
          <a:extLst>
            <a:ext uri="{53640926-AAD7-44D8-BBD7-CCE9431645EC}">
              <a14:shadowObscured xmlns:a14="http://schemas.microsoft.com/office/drawing/2010/main"/>
            </a:ext>
          </a:extLst>
        </p:spPr>
      </p:pic>
      <p:sp>
        <p:nvSpPr>
          <p:cNvPr id="9" name="TextBox 8">
            <a:extLst>
              <a:ext uri="{FF2B5EF4-FFF2-40B4-BE49-F238E27FC236}">
                <a16:creationId xmlns:a16="http://schemas.microsoft.com/office/drawing/2014/main" id="{D0A5E492-966E-2E57-AFEA-D3C84FC88078}"/>
              </a:ext>
            </a:extLst>
          </p:cNvPr>
          <p:cNvSpPr txBox="1"/>
          <p:nvPr/>
        </p:nvSpPr>
        <p:spPr>
          <a:xfrm>
            <a:off x="7051566" y="6199692"/>
            <a:ext cx="3937000" cy="461665"/>
          </a:xfrm>
          <a:prstGeom prst="rect">
            <a:avLst/>
          </a:prstGeom>
          <a:noFill/>
        </p:spPr>
        <p:txBody>
          <a:bodyPr wrap="square" rtlCol="0">
            <a:spAutoFit/>
          </a:bodyPr>
          <a:lstStyle/>
          <a:p>
            <a:r>
              <a:rPr lang="en-US" sz="1200">
                <a:effectLst/>
                <a:latin typeface="Times New Roman" panose="02020603050405020304" pitchFamily="18" charset="0"/>
                <a:ea typeface="Times New Roman" panose="02020603050405020304" pitchFamily="18" charset="0"/>
              </a:rPr>
              <a:t>Department of Chemical Engineering. </a:t>
            </a:r>
            <a:r>
              <a:rPr lang="en-US" sz="1200" i="1">
                <a:effectLst/>
                <a:latin typeface="Times New Roman" panose="02020603050405020304" pitchFamily="18" charset="0"/>
                <a:ea typeface="Times New Roman" panose="02020603050405020304" pitchFamily="18" charset="0"/>
              </a:rPr>
              <a:t>Continuous Distillation</a:t>
            </a:r>
            <a:r>
              <a:rPr lang="en-US" sz="1200">
                <a:effectLst/>
                <a:latin typeface="Times New Roman" panose="02020603050405020304" pitchFamily="18" charset="0"/>
                <a:ea typeface="Times New Roman" panose="02020603050405020304" pitchFamily="18" charset="0"/>
              </a:rPr>
              <a:t>. University of Illinois at Chicago, 2026.</a:t>
            </a:r>
            <a:endParaRPr lang="en-US">
              <a:solidFill>
                <a:srgbClr val="333333"/>
              </a:solidFill>
            </a:endParaRPr>
          </a:p>
        </p:txBody>
      </p:sp>
      <p:pic>
        <p:nvPicPr>
          <p:cNvPr id="10" name="Picture 9">
            <a:extLst>
              <a:ext uri="{FF2B5EF4-FFF2-40B4-BE49-F238E27FC236}">
                <a16:creationId xmlns:a16="http://schemas.microsoft.com/office/drawing/2014/main" id="{0212DC23-1B65-2A37-04CD-1920134B872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051566" y="3288097"/>
            <a:ext cx="4189248" cy="2811881"/>
          </a:xfrm>
          <a:prstGeom prst="rect">
            <a:avLst/>
          </a:prstGeom>
          <a:noFill/>
          <a:ln>
            <a:solidFill>
              <a:schemeClr val="tx1"/>
            </a:solidFill>
          </a:ln>
        </p:spPr>
      </p:pic>
      <p:sp>
        <p:nvSpPr>
          <p:cNvPr id="11" name="TextBox 10">
            <a:extLst>
              <a:ext uri="{FF2B5EF4-FFF2-40B4-BE49-F238E27FC236}">
                <a16:creationId xmlns:a16="http://schemas.microsoft.com/office/drawing/2014/main" id="{9BC4CDBF-1752-917B-FD0C-53B48EFB81A6}"/>
              </a:ext>
            </a:extLst>
          </p:cNvPr>
          <p:cNvSpPr txBox="1"/>
          <p:nvPr/>
        </p:nvSpPr>
        <p:spPr>
          <a:xfrm>
            <a:off x="571499" y="4694037"/>
            <a:ext cx="7154578" cy="1477328"/>
          </a:xfrm>
          <a:prstGeom prst="rect">
            <a:avLst/>
          </a:prstGeom>
          <a:noFill/>
        </p:spPr>
        <p:txBody>
          <a:bodyPr wrap="square">
            <a:spAutoFit/>
          </a:bodyPr>
          <a:lstStyle/>
          <a:p>
            <a:r>
              <a:rPr lang="en-US" b="1"/>
              <a:t>Physical Meaning:</a:t>
            </a:r>
          </a:p>
          <a:p>
            <a:r>
              <a:rPr lang="en-US"/>
              <a:t>• Higher reflux ratio (R) → better separation, higher energy</a:t>
            </a:r>
            <a:br>
              <a:rPr lang="en-US"/>
            </a:br>
            <a:r>
              <a:rPr lang="en-US"/>
              <a:t>• More stages (N) → improved separation</a:t>
            </a:r>
            <a:br>
              <a:rPr lang="en-US"/>
            </a:br>
            <a:r>
              <a:rPr lang="en-US"/>
              <a:t>• Efficiency &lt; 1 → real columns require more trays</a:t>
            </a:r>
            <a:endParaRPr lang="ar-JO"/>
          </a:p>
          <a:p>
            <a:pPr marL="285750" indent="-285750">
              <a:buFont typeface="Arial" panose="020B0604020202020204" pitchFamily="34" charset="0"/>
              <a:buChar char="•"/>
            </a:pPr>
            <a:endParaRPr lang="en-US"/>
          </a:p>
        </p:txBody>
      </p:sp>
    </p:spTree>
    <p:extLst>
      <p:ext uri="{BB962C8B-B14F-4D97-AF65-F5344CB8AC3E}">
        <p14:creationId xmlns:p14="http://schemas.microsoft.com/office/powerpoint/2010/main" val="1157086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0E49-B23D-C237-760D-D90C77875D84}"/>
              </a:ext>
            </a:extLst>
          </p:cNvPr>
          <p:cNvSpPr>
            <a:spLocks noGrp="1"/>
          </p:cNvSpPr>
          <p:nvPr>
            <p:ph type="title"/>
          </p:nvPr>
        </p:nvSpPr>
        <p:spPr>
          <a:xfrm>
            <a:off x="782624" y="205415"/>
            <a:ext cx="11035861" cy="766989"/>
          </a:xfrm>
        </p:spPr>
        <p:txBody>
          <a:bodyPr/>
          <a:lstStyle/>
          <a:p>
            <a:r>
              <a:rPr lang="en-US"/>
              <a:t>Industrial Applications</a:t>
            </a:r>
          </a:p>
        </p:txBody>
      </p:sp>
      <p:sp>
        <p:nvSpPr>
          <p:cNvPr id="3" name="Text Placeholder 2">
            <a:extLst>
              <a:ext uri="{FF2B5EF4-FFF2-40B4-BE49-F238E27FC236}">
                <a16:creationId xmlns:a16="http://schemas.microsoft.com/office/drawing/2014/main" id="{D2122994-9973-B23B-5BB5-316A06083D02}"/>
              </a:ext>
            </a:extLst>
          </p:cNvPr>
          <p:cNvSpPr>
            <a:spLocks noGrp="1"/>
          </p:cNvSpPr>
          <p:nvPr>
            <p:ph type="body" sz="quarter" idx="14"/>
          </p:nvPr>
        </p:nvSpPr>
        <p:spPr>
          <a:xfrm>
            <a:off x="4865729" y="4328049"/>
            <a:ext cx="2608263" cy="438150"/>
          </a:xfrm>
        </p:spPr>
        <p:txBody>
          <a:bodyPr/>
          <a:lstStyle/>
          <a:p>
            <a:r>
              <a:rPr lang="en-US"/>
              <a:t>Biofuel production</a:t>
            </a:r>
          </a:p>
        </p:txBody>
      </p:sp>
      <p:sp>
        <p:nvSpPr>
          <p:cNvPr id="4" name="Text Placeholder 3">
            <a:extLst>
              <a:ext uri="{FF2B5EF4-FFF2-40B4-BE49-F238E27FC236}">
                <a16:creationId xmlns:a16="http://schemas.microsoft.com/office/drawing/2014/main" id="{0E4391BA-233C-C56C-B1D2-E57BE5CF0DC6}"/>
              </a:ext>
            </a:extLst>
          </p:cNvPr>
          <p:cNvSpPr>
            <a:spLocks noGrp="1"/>
          </p:cNvSpPr>
          <p:nvPr>
            <p:ph type="body" sz="quarter" idx="16"/>
          </p:nvPr>
        </p:nvSpPr>
        <p:spPr>
          <a:xfrm>
            <a:off x="1144376" y="4328049"/>
            <a:ext cx="2608263" cy="438150"/>
          </a:xfrm>
        </p:spPr>
        <p:txBody>
          <a:bodyPr/>
          <a:lstStyle/>
          <a:p>
            <a:r>
              <a:rPr lang="en-US"/>
              <a:t>Oil refining</a:t>
            </a:r>
          </a:p>
        </p:txBody>
      </p:sp>
      <p:sp>
        <p:nvSpPr>
          <p:cNvPr id="5" name="Text Placeholder 4">
            <a:extLst>
              <a:ext uri="{FF2B5EF4-FFF2-40B4-BE49-F238E27FC236}">
                <a16:creationId xmlns:a16="http://schemas.microsoft.com/office/drawing/2014/main" id="{6A6C128D-10D3-3162-D16A-3FE51A41FEFE}"/>
              </a:ext>
            </a:extLst>
          </p:cNvPr>
          <p:cNvSpPr>
            <a:spLocks noGrp="1"/>
          </p:cNvSpPr>
          <p:nvPr>
            <p:ph type="body" sz="quarter" idx="18"/>
          </p:nvPr>
        </p:nvSpPr>
        <p:spPr>
          <a:xfrm>
            <a:off x="8620630" y="4358799"/>
            <a:ext cx="2608263" cy="438150"/>
          </a:xfrm>
        </p:spPr>
        <p:txBody>
          <a:bodyPr/>
          <a:lstStyle/>
          <a:p>
            <a:r>
              <a:rPr lang="en-US"/>
              <a:t>Chemical purification</a:t>
            </a:r>
          </a:p>
        </p:txBody>
      </p:sp>
      <p:pic>
        <p:nvPicPr>
          <p:cNvPr id="22" name="Picture Placeholder 21">
            <a:extLst>
              <a:ext uri="{FF2B5EF4-FFF2-40B4-BE49-F238E27FC236}">
                <a16:creationId xmlns:a16="http://schemas.microsoft.com/office/drawing/2014/main" id="{54A83C76-1194-D039-6413-1FCD6B21ABA8}"/>
              </a:ext>
            </a:extLst>
          </p:cNvPr>
          <p:cNvPicPr>
            <a:picLocks noGrp="1" noChangeAspect="1"/>
          </p:cNvPicPr>
          <p:nvPr>
            <p:ph type="pic" sz="quarter" idx="19"/>
          </p:nvPr>
        </p:nvPicPr>
        <p:blipFill>
          <a:blip r:embed="rId2"/>
          <a:srcRect t="4376" b="4376"/>
          <a:stretch>
            <a:fillRect/>
          </a:stretch>
        </p:blipFill>
        <p:spPr>
          <a:xfrm>
            <a:off x="8517195" y="1363473"/>
            <a:ext cx="2815132" cy="2792579"/>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rgbClr val="FFFFFF"/>
            </a:bgClr>
          </a:pattFill>
        </p:spPr>
      </p:pic>
      <p:pic>
        <p:nvPicPr>
          <p:cNvPr id="20" name="Picture Placeholder 19">
            <a:extLst>
              <a:ext uri="{FF2B5EF4-FFF2-40B4-BE49-F238E27FC236}">
                <a16:creationId xmlns:a16="http://schemas.microsoft.com/office/drawing/2014/main" id="{2664745B-4C30-3162-4691-B3016F2C3DC1}"/>
              </a:ext>
            </a:extLst>
          </p:cNvPr>
          <p:cNvPicPr>
            <a:picLocks noGrp="1" noChangeAspect="1"/>
          </p:cNvPicPr>
          <p:nvPr>
            <p:ph type="pic" sz="quarter" idx="20"/>
          </p:nvPr>
        </p:nvPicPr>
        <p:blipFill>
          <a:blip r:embed="rId3"/>
          <a:srcRect l="6278" r="6278"/>
          <a:stretch>
            <a:fillRect/>
          </a:stretch>
        </p:blipFill>
        <p:spPr>
          <a:xfrm>
            <a:off x="4741968" y="1541268"/>
            <a:ext cx="2809287" cy="2786781"/>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rgbClr val="FFFFFF"/>
            </a:bgClr>
          </a:pattFill>
        </p:spPr>
      </p:pic>
      <p:pic>
        <p:nvPicPr>
          <p:cNvPr id="18" name="Picture Placeholder 17">
            <a:extLst>
              <a:ext uri="{FF2B5EF4-FFF2-40B4-BE49-F238E27FC236}">
                <a16:creationId xmlns:a16="http://schemas.microsoft.com/office/drawing/2014/main" id="{0C8C91F7-1DF4-0570-25B3-E7E4508BDB5B}"/>
              </a:ext>
            </a:extLst>
          </p:cNvPr>
          <p:cNvPicPr>
            <a:picLocks noGrp="1" noChangeAspect="1"/>
          </p:cNvPicPr>
          <p:nvPr>
            <p:ph type="pic" sz="quarter" idx="11"/>
          </p:nvPr>
        </p:nvPicPr>
        <p:blipFill>
          <a:blip r:embed="rId4"/>
          <a:srcRect t="9598" b="9598"/>
          <a:stretch>
            <a:fillRect/>
          </a:stretch>
        </p:blipFill>
        <p:spPr>
          <a:xfrm>
            <a:off x="1185867" y="1413390"/>
            <a:ext cx="2714493" cy="2692746"/>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rgbClr val="FFFFFF"/>
            </a:bgClr>
          </a:pattFill>
        </p:spPr>
      </p:pic>
      <p:sp>
        <p:nvSpPr>
          <p:cNvPr id="23" name="TextBox 22">
            <a:extLst>
              <a:ext uri="{FF2B5EF4-FFF2-40B4-BE49-F238E27FC236}">
                <a16:creationId xmlns:a16="http://schemas.microsoft.com/office/drawing/2014/main" id="{D5168078-D3EF-A652-88F7-7FEA0B644560}"/>
              </a:ext>
            </a:extLst>
          </p:cNvPr>
          <p:cNvSpPr txBox="1"/>
          <p:nvPr/>
        </p:nvSpPr>
        <p:spPr>
          <a:xfrm>
            <a:off x="1089594" y="4542166"/>
            <a:ext cx="2629795" cy="923330"/>
          </a:xfrm>
          <a:prstGeom prst="rect">
            <a:avLst/>
          </a:prstGeom>
          <a:noFill/>
        </p:spPr>
        <p:txBody>
          <a:bodyPr wrap="square" rtlCol="0">
            <a:spAutoFit/>
          </a:bodyPr>
          <a:lstStyle/>
          <a:p>
            <a:pPr algn="ctr"/>
            <a:r>
              <a:rPr lang="en-US"/>
              <a:t>Separates crude oil into multiple products based on boiling ranges </a:t>
            </a:r>
          </a:p>
        </p:txBody>
      </p:sp>
      <p:sp>
        <p:nvSpPr>
          <p:cNvPr id="24" name="TextBox 23">
            <a:extLst>
              <a:ext uri="{FF2B5EF4-FFF2-40B4-BE49-F238E27FC236}">
                <a16:creationId xmlns:a16="http://schemas.microsoft.com/office/drawing/2014/main" id="{0F475541-93D5-8736-C973-6CB7BBA65725}"/>
              </a:ext>
            </a:extLst>
          </p:cNvPr>
          <p:cNvSpPr txBox="1"/>
          <p:nvPr/>
        </p:nvSpPr>
        <p:spPr>
          <a:xfrm>
            <a:off x="4691356" y="4543594"/>
            <a:ext cx="2809287" cy="923330"/>
          </a:xfrm>
          <a:prstGeom prst="rect">
            <a:avLst/>
          </a:prstGeom>
          <a:noFill/>
        </p:spPr>
        <p:txBody>
          <a:bodyPr wrap="square" rtlCol="0">
            <a:spAutoFit/>
          </a:bodyPr>
          <a:lstStyle/>
          <a:p>
            <a:pPr algn="ctr"/>
            <a:r>
              <a:rPr lang="en-US"/>
              <a:t>Used to recover and purify ethanol from fermentation mixtures </a:t>
            </a:r>
          </a:p>
        </p:txBody>
      </p:sp>
      <p:sp>
        <p:nvSpPr>
          <p:cNvPr id="25" name="TextBox 24">
            <a:extLst>
              <a:ext uri="{FF2B5EF4-FFF2-40B4-BE49-F238E27FC236}">
                <a16:creationId xmlns:a16="http://schemas.microsoft.com/office/drawing/2014/main" id="{866FC75D-4218-407E-529A-0F518F8FD77E}"/>
              </a:ext>
            </a:extLst>
          </p:cNvPr>
          <p:cNvSpPr txBox="1"/>
          <p:nvPr/>
        </p:nvSpPr>
        <p:spPr>
          <a:xfrm>
            <a:off x="8270197" y="4542166"/>
            <a:ext cx="2946589" cy="923330"/>
          </a:xfrm>
          <a:prstGeom prst="rect">
            <a:avLst/>
          </a:prstGeom>
          <a:noFill/>
        </p:spPr>
        <p:txBody>
          <a:bodyPr wrap="square" rtlCol="0">
            <a:spAutoFit/>
          </a:bodyPr>
          <a:lstStyle/>
          <a:p>
            <a:pPr algn="ctr"/>
            <a:r>
              <a:rPr lang="en-US"/>
              <a:t>Used for solvent recovery, drying, and high-purity product separation </a:t>
            </a:r>
          </a:p>
        </p:txBody>
      </p:sp>
    </p:spTree>
    <p:extLst>
      <p:ext uri="{BB962C8B-B14F-4D97-AF65-F5344CB8AC3E}">
        <p14:creationId xmlns:p14="http://schemas.microsoft.com/office/powerpoint/2010/main" val="3282317346"/>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500"/>
                                        <p:tgtEl>
                                          <p:spTgt spid="3">
                                            <p:txEl>
                                              <p:pRg st="0" end="0"/>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500"/>
                                        <p:tgtEl>
                                          <p:spTgt spid="2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
                                            <p:txEl>
                                              <p:pRg st="0" end="0"/>
                                            </p:txEl>
                                          </p:spTgt>
                                        </p:tgtEl>
                                        <p:attrNameLst>
                                          <p:attrName>style.visibility</p:attrName>
                                        </p:attrNameLst>
                                      </p:cBhvr>
                                      <p:to>
                                        <p:strVal val="visible"/>
                                      </p:to>
                                    </p:set>
                                    <p:animEffect transition="in" filter="fade">
                                      <p:cBhvr>
                                        <p:cTn id="32" dur="500"/>
                                        <p:tgtEl>
                                          <p:spTgt spid="5">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build="p"/>
      <p:bldP spid="23"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ABEFECC8-3464-B054-ACD5-6FEF006C93E2}"/>
              </a:ext>
            </a:extLst>
          </p:cNvPr>
          <p:cNvPicPr>
            <a:picLocks noGrp="1" noChangeAspect="1"/>
          </p:cNvPicPr>
          <p:nvPr>
            <p:ph type="pic" sz="quarter" idx="10"/>
          </p:nvPr>
        </p:nvPicPr>
        <p:blipFill>
          <a:blip r:embed="rId2"/>
          <a:srcRect l="8409" r="8409"/>
          <a:stretch>
            <a:fillRect/>
          </a:stretch>
        </p:blipFill>
        <p:spPr>
          <a:xfrm>
            <a:off x="6362702" y="1437125"/>
            <a:ext cx="4833072" cy="4356772"/>
          </a:xfrm>
          <a:prstGeom prst="rect">
            <a:avLst/>
          </a:prstGeom>
          <a:pattFill prst="pct20">
            <a:fgClr>
              <a:srgbClr val="D50032"/>
            </a:fgClr>
            <a:bgClr>
              <a:srgbClr val="FFFFFF"/>
            </a:bgClr>
          </a:pattFill>
        </p:spPr>
      </p:pic>
      <p:sp>
        <p:nvSpPr>
          <p:cNvPr id="3" name="Title 2">
            <a:extLst>
              <a:ext uri="{FF2B5EF4-FFF2-40B4-BE49-F238E27FC236}">
                <a16:creationId xmlns:a16="http://schemas.microsoft.com/office/drawing/2014/main" id="{8A0610C3-715A-69FE-D4FD-40F905B6F102}"/>
              </a:ext>
            </a:extLst>
          </p:cNvPr>
          <p:cNvSpPr>
            <a:spLocks noGrp="1"/>
          </p:cNvSpPr>
          <p:nvPr>
            <p:ph type="title"/>
          </p:nvPr>
        </p:nvSpPr>
        <p:spPr>
          <a:xfrm>
            <a:off x="514855" y="467935"/>
            <a:ext cx="11048999" cy="811005"/>
          </a:xfrm>
        </p:spPr>
        <p:txBody>
          <a:bodyPr/>
          <a:lstStyle/>
          <a:p>
            <a:pPr algn="ctr"/>
            <a:r>
              <a:rPr lang="en-US"/>
              <a:t>Experimental Objectives</a:t>
            </a:r>
            <a:endParaRPr lang="en-US" b="0"/>
          </a:p>
        </p:txBody>
      </p:sp>
      <p:sp>
        <p:nvSpPr>
          <p:cNvPr id="4" name="Content Placeholder 3">
            <a:extLst>
              <a:ext uri="{FF2B5EF4-FFF2-40B4-BE49-F238E27FC236}">
                <a16:creationId xmlns:a16="http://schemas.microsoft.com/office/drawing/2014/main" id="{606BBAD9-0A0D-D538-70D2-1AB3EB743275}"/>
              </a:ext>
            </a:extLst>
          </p:cNvPr>
          <p:cNvSpPr>
            <a:spLocks noGrp="1"/>
          </p:cNvSpPr>
          <p:nvPr>
            <p:ph idx="1"/>
          </p:nvPr>
        </p:nvSpPr>
        <p:spPr>
          <a:xfrm>
            <a:off x="571499" y="2114165"/>
            <a:ext cx="5524500" cy="3317755"/>
          </a:xfrm>
        </p:spPr>
        <p:txBody>
          <a:bodyPr/>
          <a:lstStyle/>
          <a:p>
            <a:r>
              <a:rPr lang="en-US" sz="2100"/>
              <a:t>• Determine distillate and bottoms compositions for different feed locations  </a:t>
            </a:r>
          </a:p>
          <a:p>
            <a:r>
              <a:rPr lang="en-US" sz="2100"/>
              <a:t>• Construct McCabe–Thiele diagrams to analyze stage-wise separation </a:t>
            </a:r>
          </a:p>
          <a:p>
            <a:r>
              <a:rPr lang="en-US" sz="2100"/>
              <a:t>• Estimate number of theoretical stages required for separation and calculate efficiency  </a:t>
            </a:r>
          </a:p>
          <a:p>
            <a:r>
              <a:rPr lang="en-US" sz="2100"/>
              <a:t>• Compare separation performance between middle-feed and top-feed setups </a:t>
            </a:r>
          </a:p>
          <a:p>
            <a:endParaRPr lang="en-US"/>
          </a:p>
        </p:txBody>
      </p:sp>
      <p:sp>
        <p:nvSpPr>
          <p:cNvPr id="8" name="TextBox 7">
            <a:extLst>
              <a:ext uri="{FF2B5EF4-FFF2-40B4-BE49-F238E27FC236}">
                <a16:creationId xmlns:a16="http://schemas.microsoft.com/office/drawing/2014/main" id="{51B84032-CA64-713A-C6B7-9AAAA5325B14}"/>
              </a:ext>
            </a:extLst>
          </p:cNvPr>
          <p:cNvSpPr txBox="1"/>
          <p:nvPr/>
        </p:nvSpPr>
        <p:spPr>
          <a:xfrm>
            <a:off x="6362702" y="5793897"/>
            <a:ext cx="2902679" cy="830997"/>
          </a:xfrm>
          <a:prstGeom prst="rect">
            <a:avLst/>
          </a:prstGeom>
          <a:noFill/>
        </p:spPr>
        <p:txBody>
          <a:bodyPr wrap="square" rtlCol="0">
            <a:spAutoFit/>
          </a:bodyPr>
          <a:lstStyle/>
          <a:p>
            <a:r>
              <a:rPr lang="en-US" sz="1200">
                <a:solidFill>
                  <a:srgbClr val="333333"/>
                </a:solidFill>
              </a:rPr>
              <a:t>Bonfanti, Luca. “Animated Vacuum Distillation Column.” </a:t>
            </a:r>
          </a:p>
          <a:p>
            <a:r>
              <a:rPr lang="en-US" sz="1200">
                <a:solidFill>
                  <a:srgbClr val="333333"/>
                </a:solidFill>
              </a:rPr>
              <a:t>Created 2014. Wikimedia Commons. </a:t>
            </a:r>
          </a:p>
          <a:p>
            <a:r>
              <a:rPr lang="en-US" sz="1200">
                <a:solidFill>
                  <a:srgbClr val="333333"/>
                </a:solidFill>
              </a:rPr>
              <a:t>https://commons.wikimedia.org/.</a:t>
            </a:r>
          </a:p>
        </p:txBody>
      </p:sp>
    </p:spTree>
    <p:extLst>
      <p:ext uri="{BB962C8B-B14F-4D97-AF65-F5344CB8AC3E}">
        <p14:creationId xmlns:p14="http://schemas.microsoft.com/office/powerpoint/2010/main" val="13237447"/>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7F4EF-2DE1-9EDD-0988-B8B3ED494B71}"/>
              </a:ext>
            </a:extLst>
          </p:cNvPr>
          <p:cNvSpPr>
            <a:spLocks noGrp="1"/>
          </p:cNvSpPr>
          <p:nvPr>
            <p:ph type="title"/>
          </p:nvPr>
        </p:nvSpPr>
        <p:spPr>
          <a:xfrm>
            <a:off x="578069" y="300458"/>
            <a:ext cx="11035861" cy="766989"/>
          </a:xfrm>
        </p:spPr>
        <p:txBody>
          <a:bodyPr/>
          <a:lstStyle/>
          <a:p>
            <a:r>
              <a:rPr lang="en-US"/>
              <a:t>Outline of the Experiments</a:t>
            </a:r>
          </a:p>
        </p:txBody>
      </p:sp>
      <p:sp>
        <p:nvSpPr>
          <p:cNvPr id="3" name="Text Placeholder 2">
            <a:extLst>
              <a:ext uri="{FF2B5EF4-FFF2-40B4-BE49-F238E27FC236}">
                <a16:creationId xmlns:a16="http://schemas.microsoft.com/office/drawing/2014/main" id="{4928829B-3C6D-AFDC-DE1D-06BC8A2223C4}"/>
              </a:ext>
            </a:extLst>
          </p:cNvPr>
          <p:cNvSpPr>
            <a:spLocks noGrp="1"/>
          </p:cNvSpPr>
          <p:nvPr>
            <p:ph type="body" sz="quarter" idx="14"/>
          </p:nvPr>
        </p:nvSpPr>
        <p:spPr>
          <a:xfrm>
            <a:off x="4268948" y="3710478"/>
            <a:ext cx="3606710" cy="438150"/>
          </a:xfrm>
        </p:spPr>
        <p:txBody>
          <a:bodyPr>
            <a:normAutofit fontScale="77500" lnSpcReduction="20000"/>
          </a:bodyPr>
          <a:lstStyle/>
          <a:p>
            <a:r>
              <a:rPr lang="en-US"/>
              <a:t>Experiment B:</a:t>
            </a:r>
          </a:p>
          <a:p>
            <a:r>
              <a:rPr lang="en-US"/>
              <a:t>Steady State Distillation</a:t>
            </a:r>
          </a:p>
        </p:txBody>
      </p:sp>
      <p:sp>
        <p:nvSpPr>
          <p:cNvPr id="4" name="Text Placeholder 3">
            <a:extLst>
              <a:ext uri="{FF2B5EF4-FFF2-40B4-BE49-F238E27FC236}">
                <a16:creationId xmlns:a16="http://schemas.microsoft.com/office/drawing/2014/main" id="{34552199-1FCC-D30B-4811-353CB66F8A00}"/>
              </a:ext>
            </a:extLst>
          </p:cNvPr>
          <p:cNvSpPr>
            <a:spLocks noGrp="1"/>
          </p:cNvSpPr>
          <p:nvPr>
            <p:ph type="body" sz="quarter" idx="16"/>
          </p:nvPr>
        </p:nvSpPr>
        <p:spPr>
          <a:xfrm>
            <a:off x="1111163" y="4115901"/>
            <a:ext cx="2608263" cy="438150"/>
          </a:xfrm>
        </p:spPr>
        <p:txBody>
          <a:bodyPr>
            <a:normAutofit fontScale="77500" lnSpcReduction="20000"/>
          </a:bodyPr>
          <a:lstStyle/>
          <a:p>
            <a:r>
              <a:rPr lang="en-US"/>
              <a:t>Experiment A:</a:t>
            </a:r>
          </a:p>
          <a:p>
            <a:r>
              <a:rPr lang="en-US"/>
              <a:t>Feed Pump Calibration</a:t>
            </a:r>
          </a:p>
        </p:txBody>
      </p:sp>
      <p:sp>
        <p:nvSpPr>
          <p:cNvPr id="5" name="Text Placeholder 4">
            <a:extLst>
              <a:ext uri="{FF2B5EF4-FFF2-40B4-BE49-F238E27FC236}">
                <a16:creationId xmlns:a16="http://schemas.microsoft.com/office/drawing/2014/main" id="{04428F1C-1E68-3DA1-E9A2-D89361EC7CC0}"/>
              </a:ext>
            </a:extLst>
          </p:cNvPr>
          <p:cNvSpPr>
            <a:spLocks noGrp="1"/>
          </p:cNvSpPr>
          <p:nvPr>
            <p:ph type="body" sz="quarter" idx="18"/>
          </p:nvPr>
        </p:nvSpPr>
        <p:spPr>
          <a:xfrm>
            <a:off x="8446788" y="4257693"/>
            <a:ext cx="2608263" cy="438150"/>
          </a:xfrm>
        </p:spPr>
        <p:txBody>
          <a:bodyPr>
            <a:normAutofit fontScale="77500" lnSpcReduction="20000"/>
          </a:bodyPr>
          <a:lstStyle/>
          <a:p>
            <a:r>
              <a:rPr lang="en-US"/>
              <a:t>Experiment C:</a:t>
            </a:r>
          </a:p>
          <a:p>
            <a:r>
              <a:rPr lang="en-US"/>
              <a:t>Varying Feed Position</a:t>
            </a:r>
          </a:p>
        </p:txBody>
      </p:sp>
      <p:sp>
        <p:nvSpPr>
          <p:cNvPr id="9" name="Content Placeholder 8">
            <a:extLst>
              <a:ext uri="{FF2B5EF4-FFF2-40B4-BE49-F238E27FC236}">
                <a16:creationId xmlns:a16="http://schemas.microsoft.com/office/drawing/2014/main" id="{2CBD701A-0988-9BC5-4E4A-28AC753FD56B}"/>
              </a:ext>
            </a:extLst>
          </p:cNvPr>
          <p:cNvSpPr>
            <a:spLocks noGrp="1"/>
          </p:cNvSpPr>
          <p:nvPr>
            <p:ph idx="1"/>
          </p:nvPr>
        </p:nvSpPr>
        <p:spPr>
          <a:xfrm>
            <a:off x="839976" y="4608240"/>
            <a:ext cx="3111308" cy="1714500"/>
          </a:xfrm>
        </p:spPr>
        <p:txBody>
          <a:bodyPr>
            <a:normAutofit fontScale="92500"/>
          </a:bodyPr>
          <a:lstStyle/>
          <a:p>
            <a:r>
              <a:rPr lang="en-US"/>
              <a:t>The feed pump was calibrated by varying the pump setting and measuring the corresponding flowrate using water. The collected volume over time was used to develop a relationship between pump setting and actual flowrate.</a:t>
            </a:r>
          </a:p>
        </p:txBody>
      </p:sp>
      <p:sp>
        <p:nvSpPr>
          <p:cNvPr id="10" name="Content Placeholder 9">
            <a:extLst>
              <a:ext uri="{FF2B5EF4-FFF2-40B4-BE49-F238E27FC236}">
                <a16:creationId xmlns:a16="http://schemas.microsoft.com/office/drawing/2014/main" id="{DC415545-AD60-EDDB-48ED-4DFD8888AB81}"/>
              </a:ext>
            </a:extLst>
          </p:cNvPr>
          <p:cNvSpPr>
            <a:spLocks noGrp="1"/>
          </p:cNvSpPr>
          <p:nvPr>
            <p:ph idx="21"/>
          </p:nvPr>
        </p:nvSpPr>
        <p:spPr>
          <a:xfrm>
            <a:off x="4397377" y="4177721"/>
            <a:ext cx="3478281" cy="2354003"/>
          </a:xfrm>
        </p:spPr>
        <p:txBody>
          <a:bodyPr>
            <a:normAutofit/>
          </a:bodyPr>
          <a:lstStyle/>
          <a:p>
            <a:r>
              <a:rPr lang="en-US"/>
              <a:t>A continuous distillation column was operated at steady state to separate an ethanol–water mixture, with the feed introduced at the middle of the column. After steady state was reached, distillate and bottoms flowrates and compositions, along with temperature profiles, were measured to evaluate separation performance. </a:t>
            </a:r>
          </a:p>
        </p:txBody>
      </p:sp>
      <p:sp>
        <p:nvSpPr>
          <p:cNvPr id="11" name="Content Placeholder 10">
            <a:extLst>
              <a:ext uri="{FF2B5EF4-FFF2-40B4-BE49-F238E27FC236}">
                <a16:creationId xmlns:a16="http://schemas.microsoft.com/office/drawing/2014/main" id="{49BE3CB8-909E-1522-46A5-C67BC06A4B73}"/>
              </a:ext>
            </a:extLst>
          </p:cNvPr>
          <p:cNvSpPr>
            <a:spLocks noGrp="1"/>
          </p:cNvSpPr>
          <p:nvPr>
            <p:ph idx="22"/>
          </p:nvPr>
        </p:nvSpPr>
        <p:spPr>
          <a:xfrm>
            <a:off x="8300030" y="4813535"/>
            <a:ext cx="3051994" cy="1714500"/>
          </a:xfrm>
        </p:spPr>
        <p:txBody>
          <a:bodyPr>
            <a:normAutofit fontScale="92500" lnSpcReduction="10000"/>
          </a:bodyPr>
          <a:lstStyle/>
          <a:p>
            <a:r>
              <a:rPr lang="en-US"/>
              <a:t>The steady-state distillation experiment was repeated with the feed introduced at the top of the column instead of the middle. The resulting changes in product compositions were analyzed to assess the effect of feed location on separation efficiency.</a:t>
            </a:r>
          </a:p>
        </p:txBody>
      </p:sp>
      <p:pic>
        <p:nvPicPr>
          <p:cNvPr id="18" name="Picture Placeholder 17">
            <a:extLst>
              <a:ext uri="{FF2B5EF4-FFF2-40B4-BE49-F238E27FC236}">
                <a16:creationId xmlns:a16="http://schemas.microsoft.com/office/drawing/2014/main" id="{7272701D-8E9F-F959-4E1C-91C4B96BCD0A}"/>
              </a:ext>
            </a:extLst>
          </p:cNvPr>
          <p:cNvPicPr>
            <a:picLocks noGrp="1" noChangeAspect="1"/>
          </p:cNvPicPr>
          <p:nvPr>
            <p:ph type="pic" sz="quarter" idx="11"/>
          </p:nvPr>
        </p:nvPicPr>
        <p:blipFill>
          <a:blip r:embed="rId2"/>
          <a:srcRect l="10793" r="10793"/>
          <a:stretch>
            <a:fillRect/>
          </a:stretch>
        </p:blipFill>
        <p:spPr>
          <a:xfrm>
            <a:off x="1020696" y="1279143"/>
            <a:ext cx="2789198" cy="2766853"/>
          </a:xfrm>
          <a:custGeom>
            <a:avLst/>
            <a:gdLst>
              <a:gd name="connsiteX0" fmla="*/ 2686415 w 5372830"/>
              <a:gd name="connsiteY0" fmla="*/ 0 h 5372830"/>
              <a:gd name="connsiteX1" fmla="*/ 5372830 w 5372830"/>
              <a:gd name="connsiteY1" fmla="*/ 2686415 h 5372830"/>
              <a:gd name="connsiteX2" fmla="*/ 2686415 w 5372830"/>
              <a:gd name="connsiteY2" fmla="*/ 5372830 h 5372830"/>
              <a:gd name="connsiteX3" fmla="*/ 0 w 5372830"/>
              <a:gd name="connsiteY3" fmla="*/ 2686415 h 5372830"/>
              <a:gd name="connsiteX4" fmla="*/ 2686415 w 5372830"/>
              <a:gd name="connsiteY4" fmla="*/ 0 h 5372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2830" h="5372830">
                <a:moveTo>
                  <a:pt x="2686415" y="0"/>
                </a:moveTo>
                <a:cubicBezTo>
                  <a:pt x="4170081" y="0"/>
                  <a:pt x="5372830" y="1202749"/>
                  <a:pt x="5372830" y="2686415"/>
                </a:cubicBezTo>
                <a:cubicBezTo>
                  <a:pt x="5372830" y="4170081"/>
                  <a:pt x="4170081" y="5372830"/>
                  <a:pt x="2686415" y="5372830"/>
                </a:cubicBezTo>
                <a:cubicBezTo>
                  <a:pt x="1202749" y="5372830"/>
                  <a:pt x="0" y="4170081"/>
                  <a:pt x="0" y="2686415"/>
                </a:cubicBezTo>
                <a:cubicBezTo>
                  <a:pt x="0" y="1202749"/>
                  <a:pt x="1202749" y="0"/>
                  <a:pt x="2686415" y="0"/>
                </a:cubicBezTo>
                <a:close/>
              </a:path>
            </a:pathLst>
          </a:custGeom>
          <a:pattFill prst="pct20">
            <a:fgClr>
              <a:srgbClr val="D50032"/>
            </a:fgClr>
            <a:bgClr>
              <a:srgbClr val="FFFFFF"/>
            </a:bgClr>
          </a:pattFill>
        </p:spPr>
      </p:pic>
      <p:pic>
        <p:nvPicPr>
          <p:cNvPr id="34" name="Picture 33">
            <a:extLst>
              <a:ext uri="{FF2B5EF4-FFF2-40B4-BE49-F238E27FC236}">
                <a16:creationId xmlns:a16="http://schemas.microsoft.com/office/drawing/2014/main" id="{7AEE3F34-F160-BD17-970A-E15E7907C3FA}"/>
              </a:ext>
            </a:extLst>
          </p:cNvPr>
          <p:cNvPicPr>
            <a:picLocks noChangeAspect="1"/>
          </p:cNvPicPr>
          <p:nvPr/>
        </p:nvPicPr>
        <p:blipFill>
          <a:blip r:embed="rId3"/>
          <a:stretch>
            <a:fillRect/>
          </a:stretch>
        </p:blipFill>
        <p:spPr>
          <a:xfrm>
            <a:off x="5041256" y="970955"/>
            <a:ext cx="2062094" cy="2608726"/>
          </a:xfrm>
          <a:prstGeom prst="rect">
            <a:avLst/>
          </a:prstGeom>
        </p:spPr>
      </p:pic>
      <p:pic>
        <p:nvPicPr>
          <p:cNvPr id="36" name="Picture 35">
            <a:extLst>
              <a:ext uri="{FF2B5EF4-FFF2-40B4-BE49-F238E27FC236}">
                <a16:creationId xmlns:a16="http://schemas.microsoft.com/office/drawing/2014/main" id="{B0654340-B17D-7567-1E74-BC9EE08F2BB5}"/>
              </a:ext>
            </a:extLst>
          </p:cNvPr>
          <p:cNvPicPr>
            <a:picLocks noChangeAspect="1"/>
          </p:cNvPicPr>
          <p:nvPr/>
        </p:nvPicPr>
        <p:blipFill>
          <a:blip r:embed="rId4"/>
          <a:stretch>
            <a:fillRect/>
          </a:stretch>
        </p:blipFill>
        <p:spPr>
          <a:xfrm>
            <a:off x="8628283" y="1045496"/>
            <a:ext cx="2070968" cy="3094505"/>
          </a:xfrm>
          <a:prstGeom prst="rect">
            <a:avLst/>
          </a:prstGeom>
        </p:spPr>
      </p:pic>
    </p:spTree>
    <p:extLst>
      <p:ext uri="{BB962C8B-B14F-4D97-AF65-F5344CB8AC3E}">
        <p14:creationId xmlns:p14="http://schemas.microsoft.com/office/powerpoint/2010/main" val="470362159"/>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fade">
                                      <p:cBhvr>
                                        <p:cTn id="18" dur="500"/>
                                        <p:tgtEl>
                                          <p:spTgt spid="9">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500"/>
                                        <p:tgtEl>
                                          <p:spTgt spid="3">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xEl>
                                              <p:pRg st="0" end="0"/>
                                            </p:txEl>
                                          </p:spTgt>
                                        </p:tgtEl>
                                        <p:attrNameLst>
                                          <p:attrName>style.visibility</p:attrName>
                                        </p:attrNameLst>
                                      </p:cBhvr>
                                      <p:to>
                                        <p:strVal val="visible"/>
                                      </p:to>
                                    </p:set>
                                    <p:animEffect transition="in" filter="fade">
                                      <p:cBhvr>
                                        <p:cTn id="31" dur="500"/>
                                        <p:tgtEl>
                                          <p:spTgt spid="10">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0" end="0"/>
                                            </p:txEl>
                                          </p:spTgt>
                                        </p:tgtEl>
                                        <p:attrNameLst>
                                          <p:attrName>style.visibility</p:attrName>
                                        </p:attrNameLst>
                                      </p:cBhvr>
                                      <p:to>
                                        <p:strVal val="visible"/>
                                      </p:to>
                                    </p:set>
                                    <p:animEffect transition="in" filter="fade">
                                      <p:cBhvr>
                                        <p:cTn id="34" dur="500"/>
                                        <p:tgtEl>
                                          <p:spTgt spid="3">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5">
                                            <p:txEl>
                                              <p:pRg st="1" end="1"/>
                                            </p:txEl>
                                          </p:spTgt>
                                        </p:tgtEl>
                                        <p:attrNameLst>
                                          <p:attrName>style.visibility</p:attrName>
                                        </p:attrNameLst>
                                      </p:cBhvr>
                                      <p:to>
                                        <p:strVal val="visible"/>
                                      </p:to>
                                    </p:set>
                                    <p:animEffect transition="in" filter="fade">
                                      <p:cBhvr>
                                        <p:cTn id="44" dur="500"/>
                                        <p:tgtEl>
                                          <p:spTgt spid="5">
                                            <p:txEl>
                                              <p:pRg st="1" end="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animEffect transition="in" filter="fade">
                                      <p:cBhvr>
                                        <p:cTn id="47" dur="500"/>
                                        <p:tgtEl>
                                          <p:spTgt spid="5">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
                                            <p:txEl>
                                              <p:pRg st="0" end="0"/>
                                            </p:txEl>
                                          </p:spTgt>
                                        </p:tgtEl>
                                        <p:attrNameLst>
                                          <p:attrName>style.visibility</p:attrName>
                                        </p:attrNameLst>
                                      </p:cBhvr>
                                      <p:to>
                                        <p:strVal val="visible"/>
                                      </p:to>
                                    </p:set>
                                    <p:animEffect transition="in" filter="fade">
                                      <p:cBhvr>
                                        <p:cTn id="50"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P spid="5" grpId="0" uiExpand="1" build="p"/>
      <p:bldP spid="9" grpId="0" build="p"/>
      <p:bldP spid="10" grpId="0" build="p"/>
      <p:bldP spid="1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2C318-E526-2CE8-4232-22CC104FCFFD}"/>
              </a:ext>
            </a:extLst>
          </p:cNvPr>
          <p:cNvSpPr>
            <a:spLocks noGrp="1"/>
          </p:cNvSpPr>
          <p:nvPr>
            <p:ph type="title"/>
          </p:nvPr>
        </p:nvSpPr>
        <p:spPr/>
        <p:txBody>
          <a:bodyPr>
            <a:normAutofit fontScale="90000"/>
          </a:bodyPr>
          <a:lstStyle/>
          <a:p>
            <a:r>
              <a:rPr lang="en-US"/>
              <a:t>Column Temperature Behavior (Experiments B &amp; C)</a:t>
            </a:r>
          </a:p>
        </p:txBody>
      </p:sp>
      <p:graphicFrame>
        <p:nvGraphicFramePr>
          <p:cNvPr id="4" name="Chart 3">
            <a:extLst>
              <a:ext uri="{FF2B5EF4-FFF2-40B4-BE49-F238E27FC236}">
                <a16:creationId xmlns:a16="http://schemas.microsoft.com/office/drawing/2014/main" id="{FEEB94D3-11C7-2F6E-D9A7-18BE9D5A6DBA}"/>
              </a:ext>
            </a:extLst>
          </p:cNvPr>
          <p:cNvGraphicFramePr>
            <a:graphicFrameLocks/>
          </p:cNvGraphicFramePr>
          <p:nvPr>
            <p:extLst>
              <p:ext uri="{D42A27DB-BD31-4B8C-83A1-F6EECF244321}">
                <p14:modId xmlns:p14="http://schemas.microsoft.com/office/powerpoint/2010/main" val="1469617897"/>
              </p:ext>
            </p:extLst>
          </p:nvPr>
        </p:nvGraphicFramePr>
        <p:xfrm>
          <a:off x="104412" y="1150543"/>
          <a:ext cx="5839189" cy="31212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AE20C947-7682-3383-4F70-4FBC8053D51F}"/>
              </a:ext>
            </a:extLst>
          </p:cNvPr>
          <p:cNvGraphicFramePr>
            <a:graphicFrameLocks/>
          </p:cNvGraphicFramePr>
          <p:nvPr>
            <p:extLst>
              <p:ext uri="{D42A27DB-BD31-4B8C-83A1-F6EECF244321}">
                <p14:modId xmlns:p14="http://schemas.microsoft.com/office/powerpoint/2010/main" val="1312410658"/>
              </p:ext>
            </p:extLst>
          </p:nvPr>
        </p:nvGraphicFramePr>
        <p:xfrm>
          <a:off x="6248396" y="1150543"/>
          <a:ext cx="5839189" cy="3121284"/>
        </p:xfrm>
        <a:graphic>
          <a:graphicData uri="http://schemas.openxmlformats.org/drawingml/2006/chart">
            <c:chart xmlns:c="http://schemas.openxmlformats.org/drawingml/2006/chart" xmlns:r="http://schemas.openxmlformats.org/officeDocument/2006/relationships" r:id="rId4"/>
          </a:graphicData>
        </a:graphic>
      </p:graphicFrame>
      <p:sp>
        <p:nvSpPr>
          <p:cNvPr id="8" name="Rectangle 3">
            <a:extLst>
              <a:ext uri="{FF2B5EF4-FFF2-40B4-BE49-F238E27FC236}">
                <a16:creationId xmlns:a16="http://schemas.microsoft.com/office/drawing/2014/main" id="{D511E0B0-779D-730E-517D-F83ABE3818D3}"/>
              </a:ext>
            </a:extLst>
          </p:cNvPr>
          <p:cNvSpPr>
            <a:spLocks noChangeArrowheads="1"/>
          </p:cNvSpPr>
          <p:nvPr/>
        </p:nvSpPr>
        <p:spPr bwMode="auto">
          <a:xfrm>
            <a:off x="152396" y="4116494"/>
            <a:ext cx="5920159" cy="2539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Initial tray temperatures were </a:t>
            </a:r>
            <a:r>
              <a:rPr kumimoji="0" lang="en-US" altLang="en-US" sz="1600" b="1" i="0" u="none" strike="noStrike" cap="none" normalizeH="0" baseline="0">
                <a:ln>
                  <a:noFill/>
                </a:ln>
                <a:solidFill>
                  <a:schemeClr val="tx1"/>
                </a:solidFill>
                <a:effectLst/>
                <a:latin typeface="Arial" panose="020B0604020202020204" pitchFamily="34" charset="0"/>
              </a:rPr>
              <a:t>20–25 °C</a:t>
            </a:r>
            <a:r>
              <a:rPr kumimoji="0" lang="en-US" altLang="en-US" sz="1600" b="0" i="0" u="none" strike="noStrike" cap="none" normalizeH="0" baseline="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Rapid temperature increase occurred at </a:t>
            </a:r>
            <a:r>
              <a:rPr kumimoji="0" lang="en-US" altLang="en-US" sz="1600" b="1" i="0" u="none" strike="noStrike" cap="none" normalizeH="0" baseline="0">
                <a:ln>
                  <a:noFill/>
                </a:ln>
                <a:solidFill>
                  <a:schemeClr val="tx1"/>
                </a:solidFill>
                <a:effectLst/>
                <a:latin typeface="Arial" panose="020B0604020202020204" pitchFamily="34" charset="0"/>
              </a:rPr>
              <a:t>30 min</a:t>
            </a:r>
            <a:r>
              <a:rPr kumimoji="0" lang="en-US" altLang="en-US" sz="1600" b="0" i="0" u="none" strike="noStrike" cap="none" normalizeH="0" baseline="0">
                <a:ln>
                  <a:noFill/>
                </a:ln>
                <a:solidFill>
                  <a:schemeClr val="tx1"/>
                </a:solidFill>
                <a:effectLst/>
                <a:latin typeface="Arial" panose="020B0604020202020204" pitchFamily="34" charset="0"/>
              </a:rPr>
              <a:t> when continuous operation began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Steady-state conditions reached at </a:t>
            </a:r>
            <a:r>
              <a:rPr kumimoji="0" lang="en-US" altLang="en-US" sz="1600" b="1" i="0" u="none" strike="noStrike" cap="none" normalizeH="0" baseline="0">
                <a:ln>
                  <a:noFill/>
                </a:ln>
                <a:solidFill>
                  <a:schemeClr val="tx1"/>
                </a:solidFill>
                <a:effectLst/>
                <a:latin typeface="Arial" panose="020B0604020202020204" pitchFamily="34" charset="0"/>
              </a:rPr>
              <a:t>43 min</a:t>
            </a:r>
            <a:r>
              <a:rPr kumimoji="0" lang="en-US" altLang="en-US" sz="1600" b="0" i="0" u="none" strike="noStrike" cap="none" normalizeH="0" baseline="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Temperatures remained stable afterward, indicating consistent column operation </a:t>
            </a:r>
          </a:p>
        </p:txBody>
      </p:sp>
      <p:sp>
        <p:nvSpPr>
          <p:cNvPr id="9" name="Rectangle 4">
            <a:extLst>
              <a:ext uri="{FF2B5EF4-FFF2-40B4-BE49-F238E27FC236}">
                <a16:creationId xmlns:a16="http://schemas.microsoft.com/office/drawing/2014/main" id="{835775B7-8B66-4E8E-E1D6-E33B0792C72B}"/>
              </a:ext>
            </a:extLst>
          </p:cNvPr>
          <p:cNvSpPr>
            <a:spLocks noChangeArrowheads="1"/>
          </p:cNvSpPr>
          <p:nvPr/>
        </p:nvSpPr>
        <p:spPr bwMode="auto">
          <a:xfrm>
            <a:off x="6119442" y="4028557"/>
            <a:ext cx="6097096" cy="21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Column initially operated near steady temperatures </a:t>
            </a:r>
            <a:r>
              <a:rPr kumimoji="0" lang="en-US" altLang="en-US" sz="1600" b="1" i="0" u="none" strike="noStrike" cap="none" normalizeH="0" baseline="0">
                <a:ln>
                  <a:noFill/>
                </a:ln>
                <a:solidFill>
                  <a:schemeClr val="tx1"/>
                </a:solidFill>
                <a:effectLst/>
                <a:latin typeface="Arial" panose="020B0604020202020204" pitchFamily="34" charset="0"/>
              </a:rPr>
              <a:t>75-90 °C</a:t>
            </a:r>
            <a:r>
              <a:rPr kumimoji="0" lang="en-US" altLang="en-US" sz="1600" b="0" i="0" u="none" strike="noStrike" cap="none" normalizeH="0" baseline="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Stable operation maintained during most of the experiment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Temperature decrease began at </a:t>
            </a:r>
            <a:r>
              <a:rPr kumimoji="0" lang="en-US" altLang="en-US" sz="1600" b="1" i="0" u="none" strike="noStrike" cap="none" normalizeH="0" baseline="0">
                <a:ln>
                  <a:noFill/>
                </a:ln>
                <a:solidFill>
                  <a:schemeClr val="tx1"/>
                </a:solidFill>
                <a:effectLst/>
                <a:latin typeface="Arial" panose="020B0604020202020204" pitchFamily="34" charset="0"/>
              </a:rPr>
              <a:t>40 min</a:t>
            </a:r>
            <a:r>
              <a:rPr kumimoji="0" lang="en-US" altLang="en-US" sz="1600" b="0" i="0" u="none" strike="noStrike" cap="none" normalizeH="0" baseline="0">
                <a:ln>
                  <a:noFill/>
                </a:ln>
                <a:solidFill>
                  <a:schemeClr val="tx1"/>
                </a:solidFill>
                <a:effectLst/>
                <a:latin typeface="Arial" panose="020B0604020202020204" pitchFamily="34" charset="0"/>
              </a:rPr>
              <a:t> </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a:ln>
                  <a:noFill/>
                </a:ln>
                <a:solidFill>
                  <a:schemeClr val="tx1"/>
                </a:solidFill>
                <a:effectLst/>
                <a:latin typeface="Arial" panose="020B0604020202020204" pitchFamily="34" charset="0"/>
              </a:rPr>
              <a:t>Cooling indicates reduction in vapor flow and system shutdown </a:t>
            </a:r>
          </a:p>
        </p:txBody>
      </p:sp>
    </p:spTree>
    <p:extLst>
      <p:ext uri="{BB962C8B-B14F-4D97-AF65-F5344CB8AC3E}">
        <p14:creationId xmlns:p14="http://schemas.microsoft.com/office/powerpoint/2010/main" val="1926574570"/>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82E9-5B8E-FCEE-8506-FFC3219507B9}"/>
              </a:ext>
            </a:extLst>
          </p:cNvPr>
          <p:cNvSpPr>
            <a:spLocks noGrp="1"/>
          </p:cNvSpPr>
          <p:nvPr>
            <p:ph type="title"/>
          </p:nvPr>
        </p:nvSpPr>
        <p:spPr/>
        <p:txBody>
          <a:bodyPr>
            <a:normAutofit fontScale="90000"/>
          </a:bodyPr>
          <a:lstStyle/>
          <a:p>
            <a:r>
              <a:rPr lang="en-US"/>
              <a:t>McCabe–Thiele Results and Separation Performance</a:t>
            </a:r>
          </a:p>
        </p:txBody>
      </p:sp>
      <p:graphicFrame>
        <p:nvGraphicFramePr>
          <p:cNvPr id="4" name="Chart 3">
            <a:extLst>
              <a:ext uri="{FF2B5EF4-FFF2-40B4-BE49-F238E27FC236}">
                <a16:creationId xmlns:a16="http://schemas.microsoft.com/office/drawing/2014/main" id="{8516DAAB-6DD2-C61F-0FE4-FCB07C6F729E}"/>
              </a:ext>
            </a:extLst>
          </p:cNvPr>
          <p:cNvGraphicFramePr>
            <a:graphicFrameLocks/>
          </p:cNvGraphicFramePr>
          <p:nvPr>
            <p:extLst>
              <p:ext uri="{D42A27DB-BD31-4B8C-83A1-F6EECF244321}">
                <p14:modId xmlns:p14="http://schemas.microsoft.com/office/powerpoint/2010/main" val="107599900"/>
              </p:ext>
            </p:extLst>
          </p:nvPr>
        </p:nvGraphicFramePr>
        <p:xfrm>
          <a:off x="192414" y="1146301"/>
          <a:ext cx="5630719" cy="337294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A6A36AB5-D8DA-B93B-DE06-E946EF81F475}"/>
              </a:ext>
            </a:extLst>
          </p:cNvPr>
          <p:cNvGraphicFramePr>
            <a:graphicFrameLocks/>
          </p:cNvGraphicFramePr>
          <p:nvPr>
            <p:extLst>
              <p:ext uri="{D42A27DB-BD31-4B8C-83A1-F6EECF244321}">
                <p14:modId xmlns:p14="http://schemas.microsoft.com/office/powerpoint/2010/main" val="2088940844"/>
              </p:ext>
            </p:extLst>
          </p:nvPr>
        </p:nvGraphicFramePr>
        <p:xfrm>
          <a:off x="6368869" y="1146301"/>
          <a:ext cx="5630720" cy="33729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7B884B02-35D5-EE1C-B5D0-3147DA24945B}"/>
              </a:ext>
            </a:extLst>
          </p:cNvPr>
          <p:cNvGraphicFramePr>
            <a:graphicFrameLocks noGrp="1"/>
          </p:cNvGraphicFramePr>
          <p:nvPr>
            <p:extLst>
              <p:ext uri="{D42A27DB-BD31-4B8C-83A1-F6EECF244321}">
                <p14:modId xmlns:p14="http://schemas.microsoft.com/office/powerpoint/2010/main" val="4164763853"/>
              </p:ext>
            </p:extLst>
          </p:nvPr>
        </p:nvGraphicFramePr>
        <p:xfrm>
          <a:off x="571498" y="4866739"/>
          <a:ext cx="11049000" cy="1097280"/>
        </p:xfrm>
        <a:graphic>
          <a:graphicData uri="http://schemas.openxmlformats.org/drawingml/2006/table">
            <a:tbl>
              <a:tblPr>
                <a:tableStyleId>{BC89EF96-8CEA-46FF-86C4-4CE0E7609802}</a:tableStyleId>
              </a:tblPr>
              <a:tblGrid>
                <a:gridCol w="2209800">
                  <a:extLst>
                    <a:ext uri="{9D8B030D-6E8A-4147-A177-3AD203B41FA5}">
                      <a16:colId xmlns:a16="http://schemas.microsoft.com/office/drawing/2014/main" val="2225142241"/>
                    </a:ext>
                  </a:extLst>
                </a:gridCol>
                <a:gridCol w="2209800">
                  <a:extLst>
                    <a:ext uri="{9D8B030D-6E8A-4147-A177-3AD203B41FA5}">
                      <a16:colId xmlns:a16="http://schemas.microsoft.com/office/drawing/2014/main" val="342107565"/>
                    </a:ext>
                  </a:extLst>
                </a:gridCol>
                <a:gridCol w="2209800">
                  <a:extLst>
                    <a:ext uri="{9D8B030D-6E8A-4147-A177-3AD203B41FA5}">
                      <a16:colId xmlns:a16="http://schemas.microsoft.com/office/drawing/2014/main" val="3219360956"/>
                    </a:ext>
                  </a:extLst>
                </a:gridCol>
                <a:gridCol w="2283376">
                  <a:extLst>
                    <a:ext uri="{9D8B030D-6E8A-4147-A177-3AD203B41FA5}">
                      <a16:colId xmlns:a16="http://schemas.microsoft.com/office/drawing/2014/main" val="2055984309"/>
                    </a:ext>
                  </a:extLst>
                </a:gridCol>
                <a:gridCol w="2136224">
                  <a:extLst>
                    <a:ext uri="{9D8B030D-6E8A-4147-A177-3AD203B41FA5}">
                      <a16:colId xmlns:a16="http://schemas.microsoft.com/office/drawing/2014/main" val="4276001146"/>
                    </a:ext>
                  </a:extLst>
                </a:gridCol>
              </a:tblGrid>
              <a:tr h="0">
                <a:tc>
                  <a:txBody>
                    <a:bodyPr/>
                    <a:lstStyle/>
                    <a:p>
                      <a:pPr algn="ctr">
                        <a:buNone/>
                      </a:pPr>
                      <a:r>
                        <a:rPr lang="en-US" b="1"/>
                        <a:t>Feed Position</a:t>
                      </a:r>
                    </a:p>
                  </a:txBody>
                  <a:tcPr anchor="ctr"/>
                </a:tc>
                <a:tc>
                  <a:txBody>
                    <a:bodyPr/>
                    <a:lstStyle/>
                    <a:p>
                      <a:pPr algn="ctr">
                        <a:buNone/>
                      </a:pPr>
                      <a:r>
                        <a:rPr lang="en-US" b="1"/>
                        <a:t>x</a:t>
                      </a:r>
                      <a:r>
                        <a:rPr lang="en-US" b="1" baseline="-25000"/>
                        <a:t>D</a:t>
                      </a:r>
                      <a:r>
                        <a:rPr lang="en-US" b="1"/>
                        <a:t> (Distillate)</a:t>
                      </a:r>
                    </a:p>
                  </a:txBody>
                  <a:tcPr anchor="ctr"/>
                </a:tc>
                <a:tc>
                  <a:txBody>
                    <a:bodyPr/>
                    <a:lstStyle/>
                    <a:p>
                      <a:pPr algn="ctr">
                        <a:buNone/>
                      </a:pPr>
                      <a:r>
                        <a:rPr lang="en-US" b="1"/>
                        <a:t>x</a:t>
                      </a:r>
                      <a:r>
                        <a:rPr lang="en-US" b="1" baseline="-25000"/>
                        <a:t>B</a:t>
                      </a:r>
                      <a:r>
                        <a:rPr lang="en-US" b="1"/>
                        <a:t> (Bottoms)</a:t>
                      </a:r>
                    </a:p>
                  </a:txBody>
                  <a:tcPr anchor="ctr"/>
                </a:tc>
                <a:tc>
                  <a:txBody>
                    <a:bodyPr/>
                    <a:lstStyle/>
                    <a:p>
                      <a:pPr algn="ctr">
                        <a:buNone/>
                      </a:pPr>
                      <a:r>
                        <a:rPr lang="en-US" b="1"/>
                        <a:t>Theoretical Stages</a:t>
                      </a:r>
                    </a:p>
                  </a:txBody>
                  <a:tcPr anchor="ctr"/>
                </a:tc>
                <a:tc>
                  <a:txBody>
                    <a:bodyPr/>
                    <a:lstStyle/>
                    <a:p>
                      <a:pPr algn="ctr">
                        <a:buNone/>
                      </a:pPr>
                      <a:r>
                        <a:rPr lang="en-US" b="1"/>
                        <a:t>Efficiency</a:t>
                      </a:r>
                    </a:p>
                  </a:txBody>
                  <a:tcPr anchor="ctr"/>
                </a:tc>
                <a:extLst>
                  <a:ext uri="{0D108BD9-81ED-4DB2-BD59-A6C34878D82A}">
                    <a16:rowId xmlns:a16="http://schemas.microsoft.com/office/drawing/2014/main" val="1778463242"/>
                  </a:ext>
                </a:extLst>
              </a:tr>
              <a:tr h="0">
                <a:tc>
                  <a:txBody>
                    <a:bodyPr/>
                    <a:lstStyle/>
                    <a:p>
                      <a:pPr algn="ctr">
                        <a:buNone/>
                      </a:pPr>
                      <a:r>
                        <a:rPr lang="en-US" b="1"/>
                        <a:t>Middle Feed</a:t>
                      </a:r>
                    </a:p>
                  </a:txBody>
                  <a:tcPr anchor="ctr"/>
                </a:tc>
                <a:tc>
                  <a:txBody>
                    <a:bodyPr/>
                    <a:lstStyle/>
                    <a:p>
                      <a:pPr algn="ctr">
                        <a:buNone/>
                      </a:pPr>
                      <a:r>
                        <a:rPr lang="en-US" b="0"/>
                        <a:t>0.76</a:t>
                      </a:r>
                    </a:p>
                  </a:txBody>
                  <a:tcPr anchor="ctr"/>
                </a:tc>
                <a:tc>
                  <a:txBody>
                    <a:bodyPr/>
                    <a:lstStyle/>
                    <a:p>
                      <a:pPr algn="ctr">
                        <a:buNone/>
                      </a:pPr>
                      <a:r>
                        <a:rPr lang="en-US" b="0"/>
                        <a:t>0.038</a:t>
                      </a:r>
                    </a:p>
                  </a:txBody>
                  <a:tcPr anchor="ctr"/>
                </a:tc>
                <a:tc>
                  <a:txBody>
                    <a:bodyPr/>
                    <a:lstStyle/>
                    <a:p>
                      <a:pPr algn="ctr">
                        <a:buNone/>
                      </a:pPr>
                      <a:r>
                        <a:rPr lang="en-US" b="0"/>
                        <a:t>5.6</a:t>
                      </a:r>
                    </a:p>
                  </a:txBody>
                  <a:tcPr anchor="ctr"/>
                </a:tc>
                <a:tc>
                  <a:txBody>
                    <a:bodyPr/>
                    <a:lstStyle/>
                    <a:p>
                      <a:pPr algn="ctr">
                        <a:buNone/>
                      </a:pPr>
                      <a:r>
                        <a:rPr lang="en-US" b="1">
                          <a:solidFill>
                            <a:schemeClr val="tx2"/>
                          </a:solidFill>
                        </a:rPr>
                        <a:t>70%</a:t>
                      </a:r>
                    </a:p>
                  </a:txBody>
                  <a:tcPr anchor="ctr"/>
                </a:tc>
                <a:extLst>
                  <a:ext uri="{0D108BD9-81ED-4DB2-BD59-A6C34878D82A}">
                    <a16:rowId xmlns:a16="http://schemas.microsoft.com/office/drawing/2014/main" val="2323917391"/>
                  </a:ext>
                </a:extLst>
              </a:tr>
              <a:tr h="0">
                <a:tc>
                  <a:txBody>
                    <a:bodyPr/>
                    <a:lstStyle/>
                    <a:p>
                      <a:pPr algn="ctr">
                        <a:buNone/>
                      </a:pPr>
                      <a:r>
                        <a:rPr lang="en-US" b="1"/>
                        <a:t>Top Feed</a:t>
                      </a:r>
                    </a:p>
                  </a:txBody>
                  <a:tcPr anchor="ctr"/>
                </a:tc>
                <a:tc>
                  <a:txBody>
                    <a:bodyPr/>
                    <a:lstStyle/>
                    <a:p>
                      <a:pPr algn="ctr">
                        <a:buNone/>
                      </a:pPr>
                      <a:r>
                        <a:rPr lang="en-US" b="0"/>
                        <a:t>0.65</a:t>
                      </a:r>
                    </a:p>
                  </a:txBody>
                  <a:tcPr anchor="ctr"/>
                </a:tc>
                <a:tc>
                  <a:txBody>
                    <a:bodyPr/>
                    <a:lstStyle/>
                    <a:p>
                      <a:pPr algn="ctr">
                        <a:buNone/>
                      </a:pPr>
                      <a:r>
                        <a:rPr lang="en-US" b="0"/>
                        <a:t>0.041</a:t>
                      </a:r>
                    </a:p>
                  </a:txBody>
                  <a:tcPr anchor="ctr"/>
                </a:tc>
                <a:tc>
                  <a:txBody>
                    <a:bodyPr/>
                    <a:lstStyle/>
                    <a:p>
                      <a:pPr algn="ctr">
                        <a:buNone/>
                      </a:pPr>
                      <a:r>
                        <a:rPr lang="en-US" b="0"/>
                        <a:t>3.0</a:t>
                      </a:r>
                    </a:p>
                  </a:txBody>
                  <a:tcPr anchor="ctr"/>
                </a:tc>
                <a:tc>
                  <a:txBody>
                    <a:bodyPr/>
                    <a:lstStyle/>
                    <a:p>
                      <a:pPr algn="ctr">
                        <a:buNone/>
                      </a:pPr>
                      <a:r>
                        <a:rPr lang="en-US" b="1">
                          <a:solidFill>
                            <a:schemeClr val="tx2"/>
                          </a:solidFill>
                        </a:rPr>
                        <a:t>38%</a:t>
                      </a:r>
                    </a:p>
                  </a:txBody>
                  <a:tcPr anchor="ctr"/>
                </a:tc>
                <a:extLst>
                  <a:ext uri="{0D108BD9-81ED-4DB2-BD59-A6C34878D82A}">
                    <a16:rowId xmlns:a16="http://schemas.microsoft.com/office/drawing/2014/main" val="2871185776"/>
                  </a:ext>
                </a:extLst>
              </a:tr>
            </a:tbl>
          </a:graphicData>
        </a:graphic>
      </p:graphicFrame>
      <p:sp>
        <p:nvSpPr>
          <p:cNvPr id="7" name="TextBox 6">
            <a:extLst>
              <a:ext uri="{FF2B5EF4-FFF2-40B4-BE49-F238E27FC236}">
                <a16:creationId xmlns:a16="http://schemas.microsoft.com/office/drawing/2014/main" id="{6B7451B4-CA17-2210-E3BA-965D9D7AB6AB}"/>
              </a:ext>
            </a:extLst>
          </p:cNvPr>
          <p:cNvSpPr txBox="1"/>
          <p:nvPr/>
        </p:nvSpPr>
        <p:spPr>
          <a:xfrm>
            <a:off x="0" y="6071915"/>
            <a:ext cx="12192000" cy="369332"/>
          </a:xfrm>
          <a:prstGeom prst="rect">
            <a:avLst/>
          </a:prstGeom>
          <a:noFill/>
        </p:spPr>
        <p:txBody>
          <a:bodyPr wrap="square" rtlCol="0">
            <a:spAutoFit/>
          </a:bodyPr>
          <a:lstStyle/>
          <a:p>
            <a:pPr algn="ctr"/>
            <a:r>
              <a:rPr lang="en-US" b="1"/>
              <a:t>Middle feed configuration showed higher purity and efficiency!</a:t>
            </a:r>
            <a:endParaRPr lang="en-US"/>
          </a:p>
        </p:txBody>
      </p:sp>
    </p:spTree>
    <p:extLst>
      <p:ext uri="{BB962C8B-B14F-4D97-AF65-F5344CB8AC3E}">
        <p14:creationId xmlns:p14="http://schemas.microsoft.com/office/powerpoint/2010/main" val="644306400"/>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922A7-D5D3-DB4B-5EA8-BEB655ECF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0B8E1E-4779-5A27-F299-7C2F806E1318}"/>
              </a:ext>
            </a:extLst>
          </p:cNvPr>
          <p:cNvSpPr>
            <a:spLocks noGrp="1"/>
          </p:cNvSpPr>
          <p:nvPr>
            <p:ph type="title"/>
          </p:nvPr>
        </p:nvSpPr>
        <p:spPr/>
        <p:txBody>
          <a:bodyPr/>
          <a:lstStyle/>
          <a:p>
            <a:pPr algn="ctr"/>
            <a:r>
              <a:rPr lang="en-US"/>
              <a:t>Discussion of Results</a:t>
            </a:r>
          </a:p>
        </p:txBody>
      </p:sp>
      <p:graphicFrame>
        <p:nvGraphicFramePr>
          <p:cNvPr id="6" name="Chart 5">
            <a:extLst>
              <a:ext uri="{FF2B5EF4-FFF2-40B4-BE49-F238E27FC236}">
                <a16:creationId xmlns:a16="http://schemas.microsoft.com/office/drawing/2014/main" id="{E0720E90-4B5B-035A-550E-2F0FB57D8661}"/>
              </a:ext>
            </a:extLst>
          </p:cNvPr>
          <p:cNvGraphicFramePr/>
          <p:nvPr>
            <p:extLst>
              <p:ext uri="{D42A27DB-BD31-4B8C-83A1-F6EECF244321}">
                <p14:modId xmlns:p14="http://schemas.microsoft.com/office/powerpoint/2010/main" val="1346181457"/>
              </p:ext>
            </p:extLst>
          </p:nvPr>
        </p:nvGraphicFramePr>
        <p:xfrm>
          <a:off x="281774" y="1051951"/>
          <a:ext cx="4849025" cy="2948735"/>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5BA80550-21BE-1463-0BE7-1F1D2391E0B8}"/>
              </a:ext>
            </a:extLst>
          </p:cNvPr>
          <p:cNvSpPr txBox="1"/>
          <p:nvPr/>
        </p:nvSpPr>
        <p:spPr>
          <a:xfrm>
            <a:off x="-2" y="5784194"/>
            <a:ext cx="5695406" cy="923330"/>
          </a:xfrm>
          <a:prstGeom prst="rect">
            <a:avLst/>
          </a:prstGeom>
          <a:noFill/>
        </p:spPr>
        <p:txBody>
          <a:bodyPr wrap="square" rtlCol="0">
            <a:spAutoFit/>
          </a:bodyPr>
          <a:lstStyle/>
          <a:p>
            <a:r>
              <a:rPr lang="en-US"/>
              <a:t>Experiment A calibration </a:t>
            </a:r>
            <a:r>
              <a:rPr lang="en-US" b="1"/>
              <a:t>supports downstream results</a:t>
            </a:r>
            <a:endParaRPr lang="en-US" sz="1600" b="1"/>
          </a:p>
          <a:p>
            <a:endParaRPr lang="en-US"/>
          </a:p>
        </p:txBody>
      </p:sp>
      <p:sp>
        <p:nvSpPr>
          <p:cNvPr id="8" name="TextBox 7">
            <a:extLst>
              <a:ext uri="{FF2B5EF4-FFF2-40B4-BE49-F238E27FC236}">
                <a16:creationId xmlns:a16="http://schemas.microsoft.com/office/drawing/2014/main" id="{6ADA9F43-B33C-E02A-34B7-D4346FB529A6}"/>
              </a:ext>
            </a:extLst>
          </p:cNvPr>
          <p:cNvSpPr txBox="1"/>
          <p:nvPr/>
        </p:nvSpPr>
        <p:spPr>
          <a:xfrm>
            <a:off x="0" y="4255830"/>
            <a:ext cx="5695406" cy="369332"/>
          </a:xfrm>
          <a:prstGeom prst="rect">
            <a:avLst/>
          </a:prstGeom>
          <a:noFill/>
        </p:spPr>
        <p:txBody>
          <a:bodyPr wrap="square" rtlCol="0">
            <a:spAutoFit/>
          </a:bodyPr>
          <a:lstStyle/>
          <a:p>
            <a:r>
              <a:rPr lang="en-US"/>
              <a:t>System exhibits a </a:t>
            </a:r>
            <a:r>
              <a:rPr lang="en-US" b="1"/>
              <a:t>well-controlled</a:t>
            </a:r>
            <a:r>
              <a:rPr lang="en-US"/>
              <a:t> feed rate</a:t>
            </a:r>
          </a:p>
        </p:txBody>
      </p:sp>
      <p:graphicFrame>
        <p:nvGraphicFramePr>
          <p:cNvPr id="3" name="Chart 2">
            <a:extLst>
              <a:ext uri="{FF2B5EF4-FFF2-40B4-BE49-F238E27FC236}">
                <a16:creationId xmlns:a16="http://schemas.microsoft.com/office/drawing/2014/main" id="{3F2A78B2-26C7-BD6A-8ABE-79916DE85535}"/>
              </a:ext>
            </a:extLst>
          </p:cNvPr>
          <p:cNvGraphicFramePr>
            <a:graphicFrameLocks/>
          </p:cNvGraphicFramePr>
          <p:nvPr>
            <p:extLst>
              <p:ext uri="{D42A27DB-BD31-4B8C-83A1-F6EECF244321}">
                <p14:modId xmlns:p14="http://schemas.microsoft.com/office/powerpoint/2010/main" val="3590730018"/>
              </p:ext>
            </p:extLst>
          </p:nvPr>
        </p:nvGraphicFramePr>
        <p:xfrm>
          <a:off x="6071035" y="1051951"/>
          <a:ext cx="5695406" cy="294873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156635CC-9D44-125E-939F-D908DB92C9F8}"/>
              </a:ext>
            </a:extLst>
          </p:cNvPr>
          <p:cNvSpPr txBox="1"/>
          <p:nvPr/>
        </p:nvSpPr>
        <p:spPr>
          <a:xfrm>
            <a:off x="-2" y="4880306"/>
            <a:ext cx="5816601" cy="892552"/>
          </a:xfrm>
          <a:prstGeom prst="rect">
            <a:avLst/>
          </a:prstGeom>
          <a:noFill/>
        </p:spPr>
        <p:txBody>
          <a:bodyPr wrap="square" rtlCol="0">
            <a:spAutoFit/>
          </a:bodyPr>
          <a:lstStyle/>
          <a:p>
            <a:r>
              <a:rPr lang="en-US"/>
              <a:t>Demonstrates the relationship between peristaltic pump flow and rotational frequency</a:t>
            </a:r>
          </a:p>
          <a:p>
            <a:pPr marL="285750" indent="-285750">
              <a:buFont typeface="Arial" panose="020B0604020202020204" pitchFamily="34" charset="0"/>
              <a:buChar char="•"/>
            </a:pPr>
            <a:endParaRPr lang="en-US" sz="1600"/>
          </a:p>
        </p:txBody>
      </p:sp>
      <p:sp>
        <p:nvSpPr>
          <p:cNvPr id="10" name="TextBox 9">
            <a:extLst>
              <a:ext uri="{FF2B5EF4-FFF2-40B4-BE49-F238E27FC236}">
                <a16:creationId xmlns:a16="http://schemas.microsoft.com/office/drawing/2014/main" id="{F3EBE07D-08D3-0CA8-EAEE-04F9C0C1CCC3}"/>
              </a:ext>
            </a:extLst>
          </p:cNvPr>
          <p:cNvSpPr txBox="1"/>
          <p:nvPr/>
        </p:nvSpPr>
        <p:spPr>
          <a:xfrm>
            <a:off x="6071035" y="4233975"/>
            <a:ext cx="5695406" cy="646331"/>
          </a:xfrm>
          <a:prstGeom prst="rect">
            <a:avLst/>
          </a:prstGeom>
          <a:noFill/>
        </p:spPr>
        <p:txBody>
          <a:bodyPr wrap="square" rtlCol="0">
            <a:spAutoFit/>
          </a:bodyPr>
          <a:lstStyle/>
          <a:p>
            <a:r>
              <a:rPr lang="en-US"/>
              <a:t>Startup temperature gradient represent the columns </a:t>
            </a:r>
            <a:r>
              <a:rPr lang="en-US" b="1"/>
              <a:t>dynamic behavior </a:t>
            </a:r>
            <a:r>
              <a:rPr lang="en-US"/>
              <a:t>approaching S.S.</a:t>
            </a:r>
          </a:p>
        </p:txBody>
      </p:sp>
      <p:sp>
        <p:nvSpPr>
          <p:cNvPr id="12" name="TextBox 11">
            <a:extLst>
              <a:ext uri="{FF2B5EF4-FFF2-40B4-BE49-F238E27FC236}">
                <a16:creationId xmlns:a16="http://schemas.microsoft.com/office/drawing/2014/main" id="{EEB1E3DB-9D63-4941-E8E7-855D3FBEBA51}"/>
              </a:ext>
            </a:extLst>
          </p:cNvPr>
          <p:cNvSpPr txBox="1"/>
          <p:nvPr/>
        </p:nvSpPr>
        <p:spPr>
          <a:xfrm>
            <a:off x="6095998" y="5113595"/>
            <a:ext cx="5816601" cy="646331"/>
          </a:xfrm>
          <a:prstGeom prst="rect">
            <a:avLst/>
          </a:prstGeom>
          <a:noFill/>
        </p:spPr>
        <p:txBody>
          <a:bodyPr wrap="square" rtlCol="0">
            <a:spAutoFit/>
          </a:bodyPr>
          <a:lstStyle/>
          <a:p>
            <a:r>
              <a:rPr lang="en-US" b="1"/>
              <a:t>Linear decrease </a:t>
            </a:r>
            <a:r>
              <a:rPr lang="en-US"/>
              <a:t>across columns at shutdown demonstrates that the </a:t>
            </a:r>
            <a:r>
              <a:rPr lang="en-US" b="1"/>
              <a:t>column ran at S.S.</a:t>
            </a:r>
          </a:p>
        </p:txBody>
      </p:sp>
      <p:sp>
        <p:nvSpPr>
          <p:cNvPr id="13" name="TextBox 12">
            <a:extLst>
              <a:ext uri="{FF2B5EF4-FFF2-40B4-BE49-F238E27FC236}">
                <a16:creationId xmlns:a16="http://schemas.microsoft.com/office/drawing/2014/main" id="{90DA4BBF-3925-9E93-C184-6162F513A9AC}"/>
              </a:ext>
            </a:extLst>
          </p:cNvPr>
          <p:cNvSpPr txBox="1"/>
          <p:nvPr/>
        </p:nvSpPr>
        <p:spPr>
          <a:xfrm>
            <a:off x="6071035" y="6006146"/>
            <a:ext cx="5695406" cy="923330"/>
          </a:xfrm>
          <a:prstGeom prst="rect">
            <a:avLst/>
          </a:prstGeom>
          <a:noFill/>
        </p:spPr>
        <p:txBody>
          <a:bodyPr wrap="square" rtlCol="0">
            <a:spAutoFit/>
          </a:bodyPr>
          <a:lstStyle/>
          <a:p>
            <a:r>
              <a:rPr lang="en-US"/>
              <a:t>Behavior consistent with theory and supports proper column operation </a:t>
            </a:r>
            <a:endParaRPr lang="en-US" sz="1600" b="1"/>
          </a:p>
          <a:p>
            <a:endParaRPr lang="en-US"/>
          </a:p>
        </p:txBody>
      </p:sp>
    </p:spTree>
    <p:extLst>
      <p:ext uri="{BB962C8B-B14F-4D97-AF65-F5344CB8AC3E}">
        <p14:creationId xmlns:p14="http://schemas.microsoft.com/office/powerpoint/2010/main" val="1125389587"/>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412CA-6534-D0DC-1162-3C4AAF40B4D5}"/>
              </a:ext>
            </a:extLst>
          </p:cNvPr>
          <p:cNvSpPr>
            <a:spLocks noGrp="1"/>
          </p:cNvSpPr>
          <p:nvPr>
            <p:ph type="title"/>
          </p:nvPr>
        </p:nvSpPr>
        <p:spPr>
          <a:xfrm>
            <a:off x="571500" y="274812"/>
            <a:ext cx="11048999" cy="811005"/>
          </a:xfrm>
        </p:spPr>
        <p:txBody>
          <a:bodyPr/>
          <a:lstStyle/>
          <a:p>
            <a:pPr algn="ctr"/>
            <a:r>
              <a:rPr lang="en-US"/>
              <a:t>Discussion of Results</a:t>
            </a:r>
          </a:p>
        </p:txBody>
      </p:sp>
      <p:sp>
        <p:nvSpPr>
          <p:cNvPr id="7" name="TextBox 6">
            <a:extLst>
              <a:ext uri="{FF2B5EF4-FFF2-40B4-BE49-F238E27FC236}">
                <a16:creationId xmlns:a16="http://schemas.microsoft.com/office/drawing/2014/main" id="{8EAC1C54-3A70-F6D4-D2BE-9130FBAA4E4F}"/>
              </a:ext>
            </a:extLst>
          </p:cNvPr>
          <p:cNvSpPr txBox="1"/>
          <p:nvPr/>
        </p:nvSpPr>
        <p:spPr>
          <a:xfrm>
            <a:off x="568455" y="3968700"/>
            <a:ext cx="6344961" cy="892552"/>
          </a:xfrm>
          <a:prstGeom prst="rect">
            <a:avLst/>
          </a:prstGeom>
          <a:noFill/>
        </p:spPr>
        <p:txBody>
          <a:bodyPr wrap="square" rtlCol="0">
            <a:spAutoFit/>
          </a:bodyPr>
          <a:lstStyle/>
          <a:p>
            <a:r>
              <a:rPr lang="en-US"/>
              <a:t>Middle Feed provided the </a:t>
            </a:r>
            <a:r>
              <a:rPr lang="en-US" b="1"/>
              <a:t>best separation.</a:t>
            </a:r>
          </a:p>
          <a:p>
            <a:endParaRPr lang="en-US" sz="1600"/>
          </a:p>
          <a:p>
            <a:endParaRPr lang="en-US"/>
          </a:p>
        </p:txBody>
      </p:sp>
      <p:sp>
        <p:nvSpPr>
          <p:cNvPr id="8" name="TextBox 7">
            <a:extLst>
              <a:ext uri="{FF2B5EF4-FFF2-40B4-BE49-F238E27FC236}">
                <a16:creationId xmlns:a16="http://schemas.microsoft.com/office/drawing/2014/main" id="{5F4CAF09-68E0-EE6B-AD85-7803AACD4B54}"/>
              </a:ext>
            </a:extLst>
          </p:cNvPr>
          <p:cNvSpPr txBox="1"/>
          <p:nvPr/>
        </p:nvSpPr>
        <p:spPr>
          <a:xfrm>
            <a:off x="571498" y="4749264"/>
            <a:ext cx="5695406" cy="646331"/>
          </a:xfrm>
          <a:prstGeom prst="rect">
            <a:avLst/>
          </a:prstGeom>
          <a:noFill/>
        </p:spPr>
        <p:txBody>
          <a:bodyPr wrap="square" rtlCol="0">
            <a:spAutoFit/>
          </a:bodyPr>
          <a:lstStyle/>
          <a:p>
            <a:r>
              <a:rPr lang="en-US"/>
              <a:t>Theory supports placing the feed </a:t>
            </a:r>
            <a:r>
              <a:rPr lang="en-US" b="1"/>
              <a:t>near the center </a:t>
            </a:r>
            <a:r>
              <a:rPr lang="en-US"/>
              <a:t>– where conc. of feed is similar to the internal conc.</a:t>
            </a:r>
          </a:p>
        </p:txBody>
      </p:sp>
      <p:graphicFrame>
        <p:nvGraphicFramePr>
          <p:cNvPr id="9" name="Chart 8">
            <a:extLst>
              <a:ext uri="{FF2B5EF4-FFF2-40B4-BE49-F238E27FC236}">
                <a16:creationId xmlns:a16="http://schemas.microsoft.com/office/drawing/2014/main" id="{FD9FAE0C-823F-6BD0-A2F3-C99E37EDBB7D}"/>
              </a:ext>
            </a:extLst>
          </p:cNvPr>
          <p:cNvGraphicFramePr>
            <a:graphicFrameLocks/>
          </p:cNvGraphicFramePr>
          <p:nvPr>
            <p:extLst>
              <p:ext uri="{D42A27DB-BD31-4B8C-83A1-F6EECF244321}">
                <p14:modId xmlns:p14="http://schemas.microsoft.com/office/powerpoint/2010/main" val="3100234688"/>
              </p:ext>
            </p:extLst>
          </p:nvPr>
        </p:nvGraphicFramePr>
        <p:xfrm>
          <a:off x="825882" y="941181"/>
          <a:ext cx="5186639" cy="2816341"/>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id="{581EC4DA-8378-34D1-08A9-64F079DC2CD2}"/>
              </a:ext>
            </a:extLst>
          </p:cNvPr>
          <p:cNvSpPr txBox="1"/>
          <p:nvPr/>
        </p:nvSpPr>
        <p:spPr>
          <a:xfrm>
            <a:off x="568455" y="5705960"/>
            <a:ext cx="5816601" cy="892552"/>
          </a:xfrm>
          <a:prstGeom prst="rect">
            <a:avLst/>
          </a:prstGeom>
          <a:noFill/>
        </p:spPr>
        <p:txBody>
          <a:bodyPr wrap="square" rtlCol="0">
            <a:spAutoFit/>
          </a:bodyPr>
          <a:lstStyle/>
          <a:p>
            <a:r>
              <a:rPr lang="en-US"/>
              <a:t>Top feed location made rectifying section less efficient, </a:t>
            </a:r>
            <a:r>
              <a:rPr lang="en-US" b="1"/>
              <a:t>reducing the extent of enrichment in the distillate.</a:t>
            </a:r>
          </a:p>
          <a:p>
            <a:pPr marL="285750" indent="-285750">
              <a:buFont typeface="Arial" panose="020B0604020202020204" pitchFamily="34" charset="0"/>
              <a:buChar char="•"/>
            </a:pPr>
            <a:endParaRPr lang="en-US" sz="1600"/>
          </a:p>
        </p:txBody>
      </p:sp>
      <p:pic>
        <p:nvPicPr>
          <p:cNvPr id="13" name="Picture 12">
            <a:extLst>
              <a:ext uri="{FF2B5EF4-FFF2-40B4-BE49-F238E27FC236}">
                <a16:creationId xmlns:a16="http://schemas.microsoft.com/office/drawing/2014/main" id="{C7A8E1A5-E62D-1FE2-6379-EF7C1115BC27}"/>
              </a:ext>
            </a:extLst>
          </p:cNvPr>
          <p:cNvPicPr>
            <a:picLocks noChangeAspect="1"/>
          </p:cNvPicPr>
          <p:nvPr/>
        </p:nvPicPr>
        <p:blipFill>
          <a:blip r:embed="rId3"/>
          <a:stretch>
            <a:fillRect/>
          </a:stretch>
        </p:blipFill>
        <p:spPr>
          <a:xfrm>
            <a:off x="7444159" y="924245"/>
            <a:ext cx="3554041" cy="2977913"/>
          </a:xfrm>
          <a:prstGeom prst="rect">
            <a:avLst/>
          </a:prstGeom>
          <a:ln>
            <a:solidFill>
              <a:schemeClr val="tx2"/>
            </a:solidFill>
          </a:ln>
        </p:spPr>
      </p:pic>
      <p:sp>
        <p:nvSpPr>
          <p:cNvPr id="14" name="TextBox 13">
            <a:extLst>
              <a:ext uri="{FF2B5EF4-FFF2-40B4-BE49-F238E27FC236}">
                <a16:creationId xmlns:a16="http://schemas.microsoft.com/office/drawing/2014/main" id="{A34C2A4D-9106-F0BF-591F-BCE6A4464C96}"/>
              </a:ext>
            </a:extLst>
          </p:cNvPr>
          <p:cNvSpPr txBox="1"/>
          <p:nvPr/>
        </p:nvSpPr>
        <p:spPr>
          <a:xfrm>
            <a:off x="6913416" y="3968700"/>
            <a:ext cx="4707083" cy="1169551"/>
          </a:xfrm>
          <a:prstGeom prst="rect">
            <a:avLst/>
          </a:prstGeom>
          <a:noFill/>
        </p:spPr>
        <p:txBody>
          <a:bodyPr wrap="square" rtlCol="0">
            <a:spAutoFit/>
          </a:bodyPr>
          <a:lstStyle/>
          <a:p>
            <a:r>
              <a:rPr lang="en-US"/>
              <a:t>Perry’s Handbook places efficiency of ethanol-water columns from </a:t>
            </a:r>
            <a:r>
              <a:rPr lang="en-US" b="1"/>
              <a:t>50-80%</a:t>
            </a:r>
          </a:p>
          <a:p>
            <a:endParaRPr lang="en-US" sz="1600"/>
          </a:p>
          <a:p>
            <a:endParaRPr lang="en-US"/>
          </a:p>
        </p:txBody>
      </p:sp>
      <p:sp>
        <p:nvSpPr>
          <p:cNvPr id="15" name="TextBox 14">
            <a:extLst>
              <a:ext uri="{FF2B5EF4-FFF2-40B4-BE49-F238E27FC236}">
                <a16:creationId xmlns:a16="http://schemas.microsoft.com/office/drawing/2014/main" id="{3BE048A1-2790-7C68-A851-90EF4A206E8C}"/>
              </a:ext>
            </a:extLst>
          </p:cNvPr>
          <p:cNvSpPr txBox="1"/>
          <p:nvPr/>
        </p:nvSpPr>
        <p:spPr>
          <a:xfrm>
            <a:off x="6913416" y="4821941"/>
            <a:ext cx="5092317" cy="646331"/>
          </a:xfrm>
          <a:prstGeom prst="rect">
            <a:avLst/>
          </a:prstGeom>
          <a:noFill/>
        </p:spPr>
        <p:txBody>
          <a:bodyPr wrap="square" rtlCol="0">
            <a:spAutoFit/>
          </a:bodyPr>
          <a:lstStyle/>
          <a:p>
            <a:r>
              <a:rPr lang="en-US"/>
              <a:t>70% lies within this range, </a:t>
            </a:r>
            <a:r>
              <a:rPr lang="en-US" b="1"/>
              <a:t>validating our results </a:t>
            </a:r>
            <a:r>
              <a:rPr lang="en-US"/>
              <a:t>to theory and reality</a:t>
            </a:r>
          </a:p>
        </p:txBody>
      </p:sp>
      <p:sp>
        <p:nvSpPr>
          <p:cNvPr id="16" name="TextBox 15">
            <a:extLst>
              <a:ext uri="{FF2B5EF4-FFF2-40B4-BE49-F238E27FC236}">
                <a16:creationId xmlns:a16="http://schemas.microsoft.com/office/drawing/2014/main" id="{7A4DAAF6-44F9-A127-6389-4BE40E5BD951}"/>
              </a:ext>
            </a:extLst>
          </p:cNvPr>
          <p:cNvSpPr txBox="1"/>
          <p:nvPr/>
        </p:nvSpPr>
        <p:spPr>
          <a:xfrm>
            <a:off x="6913416" y="5705960"/>
            <a:ext cx="5092317" cy="923330"/>
          </a:xfrm>
          <a:prstGeom prst="rect">
            <a:avLst/>
          </a:prstGeom>
          <a:noFill/>
        </p:spPr>
        <p:txBody>
          <a:bodyPr wrap="square" rtlCol="0">
            <a:spAutoFit/>
          </a:bodyPr>
          <a:lstStyle/>
          <a:p>
            <a:r>
              <a:rPr lang="en-US"/>
              <a:t>Upper range efficiency not reached due to pilot-scale operations, heat loss, and </a:t>
            </a:r>
            <a:r>
              <a:rPr lang="en-US" b="1"/>
              <a:t>non-equilibrium stages</a:t>
            </a:r>
          </a:p>
        </p:txBody>
      </p:sp>
    </p:spTree>
    <p:extLst>
      <p:ext uri="{BB962C8B-B14F-4D97-AF65-F5344CB8AC3E}">
        <p14:creationId xmlns:p14="http://schemas.microsoft.com/office/powerpoint/2010/main" val="3634041912"/>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7CD7C-CEFF-6C18-5449-9B58A97FC6B6}"/>
              </a:ext>
            </a:extLst>
          </p:cNvPr>
          <p:cNvSpPr>
            <a:spLocks noGrp="1"/>
          </p:cNvSpPr>
          <p:nvPr>
            <p:ph type="title"/>
          </p:nvPr>
        </p:nvSpPr>
        <p:spPr/>
        <p:txBody>
          <a:bodyPr/>
          <a:lstStyle/>
          <a:p>
            <a:pPr algn="l"/>
            <a:r>
              <a:rPr lang="en-US">
                <a:latin typeface="Arial"/>
                <a:cs typeface="Arial"/>
              </a:rPr>
              <a:t>Conclusions</a:t>
            </a:r>
            <a:endParaRPr lang="en-US">
              <a:latin typeface="Arial"/>
            </a:endParaRPr>
          </a:p>
        </p:txBody>
      </p:sp>
      <p:sp>
        <p:nvSpPr>
          <p:cNvPr id="19" name="TextBox 18">
            <a:extLst>
              <a:ext uri="{FF2B5EF4-FFF2-40B4-BE49-F238E27FC236}">
                <a16:creationId xmlns:a16="http://schemas.microsoft.com/office/drawing/2014/main" id="{CDC877C7-C906-50D6-6334-CA6077F0032F}"/>
              </a:ext>
            </a:extLst>
          </p:cNvPr>
          <p:cNvSpPr txBox="1"/>
          <p:nvPr/>
        </p:nvSpPr>
        <p:spPr>
          <a:xfrm>
            <a:off x="828896" y="1703748"/>
            <a:ext cx="665384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The column reached steady-state and successfully separated the ethanol–water mixture </a:t>
            </a:r>
          </a:p>
        </p:txBody>
      </p:sp>
      <p:sp>
        <p:nvSpPr>
          <p:cNvPr id="21" name="TextBox 20">
            <a:extLst>
              <a:ext uri="{FF2B5EF4-FFF2-40B4-BE49-F238E27FC236}">
                <a16:creationId xmlns:a16="http://schemas.microsoft.com/office/drawing/2014/main" id="{A8FCA59F-66CC-8442-4A30-7F2052043340}"/>
              </a:ext>
            </a:extLst>
          </p:cNvPr>
          <p:cNvSpPr txBox="1"/>
          <p:nvPr/>
        </p:nvSpPr>
        <p:spPr>
          <a:xfrm>
            <a:off x="808899" y="2413684"/>
            <a:ext cx="67688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Feed location had a clear effect on performance </a:t>
            </a:r>
          </a:p>
          <a:p>
            <a:endParaRPr lang="en-US" sz="2000">
              <a:cs typeface="Arial"/>
            </a:endParaRPr>
          </a:p>
        </p:txBody>
      </p:sp>
      <p:sp>
        <p:nvSpPr>
          <p:cNvPr id="22" name="TextBox 21">
            <a:extLst>
              <a:ext uri="{FF2B5EF4-FFF2-40B4-BE49-F238E27FC236}">
                <a16:creationId xmlns:a16="http://schemas.microsoft.com/office/drawing/2014/main" id="{F4CEDAE5-789D-4B1B-63E5-218DAC0823DD}"/>
              </a:ext>
            </a:extLst>
          </p:cNvPr>
          <p:cNvSpPr txBox="1"/>
          <p:nvPr/>
        </p:nvSpPr>
        <p:spPr>
          <a:xfrm>
            <a:off x="808899" y="2916893"/>
            <a:ext cx="67688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Middle feed gave better separation </a:t>
            </a:r>
            <a:endParaRPr lang="en-US" sz="2000"/>
          </a:p>
        </p:txBody>
      </p:sp>
      <p:sp>
        <p:nvSpPr>
          <p:cNvPr id="23" name="TextBox 22">
            <a:extLst>
              <a:ext uri="{FF2B5EF4-FFF2-40B4-BE49-F238E27FC236}">
                <a16:creationId xmlns:a16="http://schemas.microsoft.com/office/drawing/2014/main" id="{200CC22D-CCC6-A996-8359-311BF9A8E251}"/>
              </a:ext>
            </a:extLst>
          </p:cNvPr>
          <p:cNvSpPr txBox="1"/>
          <p:nvPr/>
        </p:nvSpPr>
        <p:spPr>
          <a:xfrm>
            <a:off x="823277" y="3448855"/>
            <a:ext cx="67688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Top feed gave lower efficiency </a:t>
            </a:r>
          </a:p>
          <a:p>
            <a:endParaRPr lang="en-US" sz="2000">
              <a:cs typeface="Arial"/>
            </a:endParaRPr>
          </a:p>
        </p:txBody>
      </p:sp>
      <p:sp>
        <p:nvSpPr>
          <p:cNvPr id="24" name="TextBox 23">
            <a:extLst>
              <a:ext uri="{FF2B5EF4-FFF2-40B4-BE49-F238E27FC236}">
                <a16:creationId xmlns:a16="http://schemas.microsoft.com/office/drawing/2014/main" id="{B85A91DA-57FF-B001-22A3-5C93062C2614}"/>
              </a:ext>
            </a:extLst>
          </p:cNvPr>
          <p:cNvSpPr txBox="1"/>
          <p:nvPr/>
        </p:nvSpPr>
        <p:spPr>
          <a:xfrm>
            <a:off x="823278" y="3908930"/>
            <a:ext cx="676886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The experimental results were not perfectly ideal</a:t>
            </a:r>
          </a:p>
          <a:p>
            <a:endParaRPr lang="en-US" sz="2000">
              <a:cs typeface="Arial"/>
            </a:endParaRPr>
          </a:p>
        </p:txBody>
      </p:sp>
      <p:sp>
        <p:nvSpPr>
          <p:cNvPr id="25" name="TextBox 24">
            <a:extLst>
              <a:ext uri="{FF2B5EF4-FFF2-40B4-BE49-F238E27FC236}">
                <a16:creationId xmlns:a16="http://schemas.microsoft.com/office/drawing/2014/main" id="{63F640A6-A2FF-75B2-062F-774BE91F2356}"/>
              </a:ext>
            </a:extLst>
          </p:cNvPr>
          <p:cNvSpPr txBox="1"/>
          <p:nvPr/>
        </p:nvSpPr>
        <p:spPr>
          <a:xfrm>
            <a:off x="823276" y="4426514"/>
            <a:ext cx="676886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2000">
                <a:cs typeface="Arial"/>
              </a:rPr>
              <a:t>Overall, the results followed expected distillation behavior</a:t>
            </a:r>
          </a:p>
          <a:p>
            <a:endParaRPr lang="en-US" sz="2000">
              <a:cs typeface="Arial"/>
            </a:endParaRPr>
          </a:p>
        </p:txBody>
      </p:sp>
      <p:pic>
        <p:nvPicPr>
          <p:cNvPr id="26" name="Picture 25" descr="A machine in a laboratory&#10;&#10;AI-generated content may be incorrect.">
            <a:extLst>
              <a:ext uri="{FF2B5EF4-FFF2-40B4-BE49-F238E27FC236}">
                <a16:creationId xmlns:a16="http://schemas.microsoft.com/office/drawing/2014/main" id="{E2B1B965-6F2B-CC44-92D7-763FF1493C9E}"/>
              </a:ext>
            </a:extLst>
          </p:cNvPr>
          <p:cNvPicPr>
            <a:picLocks noChangeAspect="1"/>
          </p:cNvPicPr>
          <p:nvPr/>
        </p:nvPicPr>
        <p:blipFill>
          <a:blip r:embed="rId2"/>
          <a:stretch>
            <a:fillRect/>
          </a:stretch>
        </p:blipFill>
        <p:spPr>
          <a:xfrm>
            <a:off x="7111759" y="1405203"/>
            <a:ext cx="4136369" cy="4809589"/>
          </a:xfrm>
          <a:prstGeom prst="rect">
            <a:avLst/>
          </a:prstGeom>
        </p:spPr>
      </p:pic>
    </p:spTree>
    <p:extLst>
      <p:ext uri="{BB962C8B-B14F-4D97-AF65-F5344CB8AC3E}">
        <p14:creationId xmlns:p14="http://schemas.microsoft.com/office/powerpoint/2010/main" val="3404262390"/>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49FC-EA51-B9B1-1348-596D86FA1544}"/>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E97951E0-A429-5AC0-4F87-15C3611CBF96}"/>
              </a:ext>
            </a:extLst>
          </p:cNvPr>
          <p:cNvSpPr>
            <a:spLocks noGrp="1"/>
          </p:cNvSpPr>
          <p:nvPr>
            <p:ph idx="1"/>
          </p:nvPr>
        </p:nvSpPr>
        <p:spPr/>
        <p:txBody>
          <a:bodyPr/>
          <a:lstStyle/>
          <a:p>
            <a:pPr marL="0" marR="0">
              <a:buNone/>
            </a:pPr>
            <a:r>
              <a:rPr lang="en-US" sz="2000">
                <a:effectLst/>
                <a:latin typeface="Times New Roman" panose="02020603050405020304" pitchFamily="18" charset="0"/>
                <a:ea typeface="Times New Roman" panose="02020603050405020304" pitchFamily="18" charset="0"/>
              </a:rPr>
              <a:t>[1] Department of Chemical Engineering. </a:t>
            </a:r>
            <a:r>
              <a:rPr lang="en-US" sz="2000" i="1">
                <a:effectLst/>
                <a:latin typeface="Times New Roman" panose="02020603050405020304" pitchFamily="18" charset="0"/>
                <a:ea typeface="Times New Roman" panose="02020603050405020304" pitchFamily="18" charset="0"/>
              </a:rPr>
              <a:t>Continuous Distillation</a:t>
            </a:r>
            <a:r>
              <a:rPr lang="en-US" sz="2000">
                <a:effectLst/>
                <a:latin typeface="Times New Roman" panose="02020603050405020304" pitchFamily="18" charset="0"/>
                <a:ea typeface="Times New Roman" panose="02020603050405020304" pitchFamily="18" charset="0"/>
              </a:rPr>
              <a:t>. University of Illinois at Chicago, 2026.</a:t>
            </a:r>
          </a:p>
          <a:p>
            <a:pPr marL="0" marR="0">
              <a:buNone/>
            </a:pPr>
            <a:r>
              <a:rPr lang="en-US" sz="2000">
                <a:effectLst/>
                <a:latin typeface="Times New Roman" panose="02020603050405020304" pitchFamily="18" charset="0"/>
                <a:ea typeface="Times New Roman" panose="02020603050405020304" pitchFamily="18" charset="0"/>
              </a:rPr>
              <a:t>[2] C. J. King, </a:t>
            </a:r>
            <a:r>
              <a:rPr lang="en-US" sz="2000" i="1">
                <a:effectLst/>
                <a:latin typeface="Times New Roman" panose="02020603050405020304" pitchFamily="18" charset="0"/>
                <a:ea typeface="Times New Roman" panose="02020603050405020304" pitchFamily="18" charset="0"/>
              </a:rPr>
              <a:t>Separation Processes</a:t>
            </a:r>
            <a:r>
              <a:rPr lang="en-US" sz="2000">
                <a:effectLst/>
                <a:latin typeface="Times New Roman" panose="02020603050405020304" pitchFamily="18" charset="0"/>
                <a:ea typeface="Times New Roman" panose="02020603050405020304" pitchFamily="18" charset="0"/>
              </a:rPr>
              <a:t>, 2nd ed. McGraw-Hill, 1980.</a:t>
            </a:r>
          </a:p>
          <a:p>
            <a:pPr marL="0" marR="0">
              <a:buNone/>
            </a:pPr>
            <a:r>
              <a:rPr lang="en-US" sz="2000">
                <a:effectLst/>
                <a:latin typeface="Times New Roman" panose="02020603050405020304" pitchFamily="18" charset="0"/>
                <a:ea typeface="Times New Roman" panose="02020603050405020304" pitchFamily="18" charset="0"/>
              </a:rPr>
              <a:t>[3] J. Kunesh, H. Kister, and et al., “Distillation: Still towering over other options,” </a:t>
            </a:r>
            <a:r>
              <a:rPr lang="en-US" sz="2000" i="1">
                <a:effectLst/>
                <a:latin typeface="Times New Roman" panose="02020603050405020304" pitchFamily="18" charset="0"/>
                <a:ea typeface="Times New Roman" panose="02020603050405020304" pitchFamily="18" charset="0"/>
              </a:rPr>
              <a:t>Chemical Engineering Progress</a:t>
            </a:r>
            <a:r>
              <a:rPr lang="en-US" sz="2000">
                <a:effectLst/>
                <a:latin typeface="Times New Roman" panose="02020603050405020304" pitchFamily="18" charset="0"/>
                <a:ea typeface="Times New Roman" panose="02020603050405020304" pitchFamily="18" charset="0"/>
              </a:rPr>
              <a:t>, vol. 89, p. 43, 1995.</a:t>
            </a:r>
          </a:p>
          <a:p>
            <a:pPr marL="0" marR="0">
              <a:buNone/>
            </a:pPr>
            <a:r>
              <a:rPr lang="en-US" sz="2000">
                <a:effectLst/>
                <a:latin typeface="Times New Roman" panose="02020603050405020304" pitchFamily="18" charset="0"/>
                <a:ea typeface="Times New Roman" panose="02020603050405020304" pitchFamily="18" charset="0"/>
              </a:rPr>
              <a:t>[4] W. McCabe, J. Smith, and P. Harriott, </a:t>
            </a:r>
            <a:r>
              <a:rPr lang="en-US" sz="2000" i="1">
                <a:effectLst/>
                <a:latin typeface="Times New Roman" panose="02020603050405020304" pitchFamily="18" charset="0"/>
                <a:ea typeface="Times New Roman" panose="02020603050405020304" pitchFamily="18" charset="0"/>
              </a:rPr>
              <a:t>Unit Operations of Chemical Engineering</a:t>
            </a:r>
            <a:r>
              <a:rPr lang="en-US" sz="2000">
                <a:effectLst/>
                <a:latin typeface="Times New Roman" panose="02020603050405020304" pitchFamily="18" charset="0"/>
                <a:ea typeface="Times New Roman" panose="02020603050405020304" pitchFamily="18" charset="0"/>
              </a:rPr>
              <a:t>, 7th ed. McGraw-Hill, 2005.</a:t>
            </a:r>
          </a:p>
          <a:p>
            <a:pPr marL="0" marR="0">
              <a:buNone/>
            </a:pPr>
            <a:r>
              <a:rPr lang="en-US" sz="2000">
                <a:effectLst/>
                <a:latin typeface="Times New Roman" panose="02020603050405020304" pitchFamily="18" charset="0"/>
                <a:ea typeface="Times New Roman" panose="02020603050405020304" pitchFamily="18" charset="0"/>
              </a:rPr>
              <a:t>[5] R. H. Perry and D. W. Green, Eds., </a:t>
            </a:r>
            <a:r>
              <a:rPr lang="en-US" sz="2000" i="1">
                <a:effectLst/>
                <a:latin typeface="Times New Roman" panose="02020603050405020304" pitchFamily="18" charset="0"/>
                <a:ea typeface="Times New Roman" panose="02020603050405020304" pitchFamily="18" charset="0"/>
              </a:rPr>
              <a:t>Perry’s Chemical Engineer’s Handbook</a:t>
            </a:r>
            <a:r>
              <a:rPr lang="en-US" sz="2000">
                <a:effectLst/>
                <a:latin typeface="Times New Roman" panose="02020603050405020304" pitchFamily="18" charset="0"/>
                <a:ea typeface="Times New Roman" panose="02020603050405020304" pitchFamily="18" charset="0"/>
              </a:rPr>
              <a:t>, 7th ed. McGraw-Hill, 1997.</a:t>
            </a:r>
          </a:p>
          <a:p>
            <a:pPr marL="0" marR="0">
              <a:buNone/>
            </a:pPr>
            <a:r>
              <a:rPr lang="en-US" sz="2000">
                <a:effectLst/>
                <a:latin typeface="Times New Roman" panose="02020603050405020304" pitchFamily="18" charset="0"/>
                <a:ea typeface="Times New Roman" panose="02020603050405020304" pitchFamily="18" charset="0"/>
              </a:rPr>
              <a:t>[6] P. C. </a:t>
            </a:r>
            <a:r>
              <a:rPr lang="en-US" sz="2000" err="1">
                <a:effectLst/>
                <a:latin typeface="Times New Roman" panose="02020603050405020304" pitchFamily="18" charset="0"/>
                <a:ea typeface="Times New Roman" panose="02020603050405020304" pitchFamily="18" charset="0"/>
              </a:rPr>
              <a:t>Wankat</a:t>
            </a:r>
            <a:r>
              <a:rPr lang="en-US" sz="2000">
                <a:effectLst/>
                <a:latin typeface="Times New Roman" panose="02020603050405020304" pitchFamily="18" charset="0"/>
                <a:ea typeface="Times New Roman" panose="02020603050405020304" pitchFamily="18" charset="0"/>
              </a:rPr>
              <a:t>, </a:t>
            </a:r>
            <a:r>
              <a:rPr lang="en-US" sz="2000" i="1">
                <a:effectLst/>
                <a:latin typeface="Times New Roman" panose="02020603050405020304" pitchFamily="18" charset="0"/>
                <a:ea typeface="Times New Roman" panose="02020603050405020304" pitchFamily="18" charset="0"/>
              </a:rPr>
              <a:t>Equilibrium-Staged Separations</a:t>
            </a:r>
            <a:r>
              <a:rPr lang="en-US" sz="2000">
                <a:effectLst/>
                <a:latin typeface="Times New Roman" panose="02020603050405020304" pitchFamily="18" charset="0"/>
                <a:ea typeface="Times New Roman" panose="02020603050405020304" pitchFamily="18" charset="0"/>
              </a:rPr>
              <a:t>. Prentice Hall, 1988.</a:t>
            </a:r>
          </a:p>
          <a:p>
            <a:endParaRPr lang="en-US"/>
          </a:p>
        </p:txBody>
      </p:sp>
    </p:spTree>
    <p:extLst>
      <p:ext uri="{BB962C8B-B14F-4D97-AF65-F5344CB8AC3E}">
        <p14:creationId xmlns:p14="http://schemas.microsoft.com/office/powerpoint/2010/main" val="995551281"/>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25EF2-ED4B-571C-8279-EFAB930E7266}"/>
              </a:ext>
            </a:extLst>
          </p:cNvPr>
          <p:cNvSpPr>
            <a:spLocks noGrp="1"/>
          </p:cNvSpPr>
          <p:nvPr>
            <p:ph type="ctrTitle"/>
          </p:nvPr>
        </p:nvSpPr>
        <p:spPr/>
        <p:txBody>
          <a:bodyPr/>
          <a:lstStyle/>
          <a:p>
            <a:r>
              <a:rPr lang="en-US"/>
              <a:t>Thank You!</a:t>
            </a:r>
          </a:p>
        </p:txBody>
      </p:sp>
      <p:sp>
        <p:nvSpPr>
          <p:cNvPr id="4" name="Subtitle 3">
            <a:extLst>
              <a:ext uri="{FF2B5EF4-FFF2-40B4-BE49-F238E27FC236}">
                <a16:creationId xmlns:a16="http://schemas.microsoft.com/office/drawing/2014/main" id="{41D17170-6688-9144-87D8-E3F9041B53DC}"/>
              </a:ext>
            </a:extLst>
          </p:cNvPr>
          <p:cNvSpPr>
            <a:spLocks noGrp="1"/>
          </p:cNvSpPr>
          <p:nvPr>
            <p:ph type="subTitle" idx="1"/>
          </p:nvPr>
        </p:nvSpPr>
        <p:spPr/>
        <p:txBody>
          <a:bodyPr/>
          <a:lstStyle/>
          <a:p>
            <a:r>
              <a:rPr lang="en-US"/>
              <a:t>Any Questions?</a:t>
            </a:r>
          </a:p>
        </p:txBody>
      </p:sp>
    </p:spTree>
    <p:extLst>
      <p:ext uri="{BB962C8B-B14F-4D97-AF65-F5344CB8AC3E}">
        <p14:creationId xmlns:p14="http://schemas.microsoft.com/office/powerpoint/2010/main" val="428346713"/>
      </p:ext>
    </p:extLst>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sld>
</file>

<file path=ppt/theme/theme1.xml><?xml version="1.0" encoding="utf-8"?>
<a:theme xmlns:a="http://schemas.openxmlformats.org/drawingml/2006/main" name="1_UIC">
  <a:themeElements>
    <a:clrScheme name="UIC">
      <a:dk1>
        <a:srgbClr val="575757"/>
      </a:dk1>
      <a:lt1>
        <a:srgbClr val="FFFFFF"/>
      </a:lt1>
      <a:dk2>
        <a:srgbClr val="001D69"/>
      </a:dk2>
      <a:lt2>
        <a:srgbClr val="F2F7EB"/>
      </a:lt2>
      <a:accent1>
        <a:srgbClr val="D40032"/>
      </a:accent1>
      <a:accent2>
        <a:srgbClr val="001E61"/>
      </a:accent2>
      <a:accent3>
        <a:srgbClr val="41B6E5"/>
      </a:accent3>
      <a:accent4>
        <a:srgbClr val="FFBE3E"/>
      </a:accent4>
      <a:accent5>
        <a:srgbClr val="0085AD"/>
      </a:accent5>
      <a:accent6>
        <a:srgbClr val="D0D2CF"/>
      </a:accent6>
      <a:hlink>
        <a:srgbClr val="41B6E6"/>
      </a:hlink>
      <a:folHlink>
        <a:srgbClr val="001E6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id="{B82EF8CA-CF45-B347-9F86-BDCB680E2AB6}" vid="{5E8F787F-D014-A040-8B66-4854019F9F3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e0042e0-bc9f-43b7-ada3-1b351bed2e7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BD4DB9680548741AF142E25CD163C89" ma:contentTypeVersion="13" ma:contentTypeDescription="Create a new document." ma:contentTypeScope="" ma:versionID="af1919462b1abdfd54012f47bd07171c">
  <xsd:schema xmlns:xsd="http://www.w3.org/2001/XMLSchema" xmlns:xs="http://www.w3.org/2001/XMLSchema" xmlns:p="http://schemas.microsoft.com/office/2006/metadata/properties" xmlns:ns3="ce0042e0-bc9f-43b7-ada3-1b351bed2e77" xmlns:ns4="d41bf40f-5717-4d64-bbdf-fab2410a53d4" targetNamespace="http://schemas.microsoft.com/office/2006/metadata/properties" ma:root="true" ma:fieldsID="43b14df3179c9ab6765dc6a3e67d1827" ns3:_="" ns4:_="">
    <xsd:import namespace="ce0042e0-bc9f-43b7-ada3-1b351bed2e77"/>
    <xsd:import namespace="d41bf40f-5717-4d64-bbdf-fab2410a53d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_activity" minOccurs="0"/>
                <xsd:element ref="ns4:SharedWithUsers" minOccurs="0"/>
                <xsd:element ref="ns4:SharedWithDetails" minOccurs="0"/>
                <xsd:element ref="ns4:SharingHintHash" minOccurs="0"/>
                <xsd:element ref="ns3:MediaServiceDateTaken" minOccurs="0"/>
                <xsd:element ref="ns3:MediaServiceGenerationTime" minOccurs="0"/>
                <xsd:element ref="ns3:MediaServiceEventHashCode" minOccurs="0"/>
                <xsd:element ref="ns3:MediaServiceSystemTag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e0042e0-bc9f-43b7-ada3-1b351bed2e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ystemTags" ma:index="19" nillable="true" ma:displayName="MediaServiceSystemTags" ma:hidden="true" ma:internalName="MediaServiceSystemTag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41bf40f-5717-4d64-bbdf-fab2410a53d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24C9C6-16F2-47FF-8924-8CBC1FE8248A}">
  <ds:schemaRefs>
    <ds:schemaRef ds:uri="http://schemas.microsoft.com/sharepoint/v3/contenttype/forms"/>
  </ds:schemaRefs>
</ds:datastoreItem>
</file>

<file path=customXml/itemProps2.xml><?xml version="1.0" encoding="utf-8"?>
<ds:datastoreItem xmlns:ds="http://schemas.openxmlformats.org/officeDocument/2006/customXml" ds:itemID="{B735ED35-8BE3-4CCC-B416-5402A05E8B83}">
  <ds:schemaRefs>
    <ds:schemaRef ds:uri="http://purl.org/dc/terms/"/>
    <ds:schemaRef ds:uri="http://schemas.microsoft.com/office/2006/metadata/properties"/>
    <ds:schemaRef ds:uri="http://schemas.microsoft.com/office/2006/documentManagement/types"/>
    <ds:schemaRef ds:uri="http://purl.org/dc/elements/1.1/"/>
    <ds:schemaRef ds:uri="http://purl.org/dc/dcmitype/"/>
    <ds:schemaRef ds:uri="d41bf40f-5717-4d64-bbdf-fab2410a53d4"/>
    <ds:schemaRef ds:uri="http://schemas.microsoft.com/office/infopath/2007/PartnerControls"/>
    <ds:schemaRef ds:uri="http://schemas.openxmlformats.org/package/2006/metadata/core-properties"/>
    <ds:schemaRef ds:uri="ce0042e0-bc9f-43b7-ada3-1b351bed2e77"/>
    <ds:schemaRef ds:uri="http://www.w3.org/XML/1998/namespace"/>
  </ds:schemaRefs>
</ds:datastoreItem>
</file>

<file path=customXml/itemProps3.xml><?xml version="1.0" encoding="utf-8"?>
<ds:datastoreItem xmlns:ds="http://schemas.openxmlformats.org/officeDocument/2006/customXml" ds:itemID="{991CAE87-0291-4B24-9939-401DD510CF0B}">
  <ds:schemaRefs>
    <ds:schemaRef ds:uri="ce0042e0-bc9f-43b7-ada3-1b351bed2e77"/>
    <ds:schemaRef ds:uri="d41bf40f-5717-4d64-bbdf-fab2410a53d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202cd47-7a56-4baa-99e3-e3b71a7c77dd}" enabled="0" method="" siteId="{e202cd47-7a56-4baa-99e3-e3b71a7c77dd}" removed="1"/>
</clbl:labelList>
</file>

<file path=docProps/app.xml><?xml version="1.0" encoding="utf-8"?>
<Properties xmlns="http://schemas.openxmlformats.org/officeDocument/2006/extended-properties" xmlns:vt="http://schemas.openxmlformats.org/officeDocument/2006/docPropsVTypes">
  <Template>Mini Project 1</Template>
  <TotalTime>0</TotalTime>
  <Words>999</Words>
  <Application>Microsoft Office PowerPoint</Application>
  <PresentationFormat>Widescreen</PresentationFormat>
  <Paragraphs>134</Paragraphs>
  <Slides>13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Arial,Sans-Serif</vt:lpstr>
      <vt:lpstr>Cambria Math</vt:lpstr>
      <vt:lpstr>Open Sans</vt:lpstr>
      <vt:lpstr>System Font Regular</vt:lpstr>
      <vt:lpstr>Times New Roman</vt:lpstr>
      <vt:lpstr>Wingdings</vt:lpstr>
      <vt:lpstr>1_UIC</vt:lpstr>
      <vt:lpstr>Continuous Distillation</vt:lpstr>
      <vt:lpstr>PowerPoint Presentation</vt:lpstr>
      <vt:lpstr>Theory</vt:lpstr>
      <vt:lpstr>Industrial Applications</vt:lpstr>
      <vt:lpstr>Experimental Objectives</vt:lpstr>
      <vt:lpstr>Outline of the Experiments</vt:lpstr>
      <vt:lpstr>Column Temperature Behavior (Experiments B &amp; C)</vt:lpstr>
      <vt:lpstr>McCabe–Thiele Results and Separation Performance</vt:lpstr>
      <vt:lpstr>Discussion of Results</vt:lpstr>
      <vt:lpstr>Discussion of Results</vt:lpstr>
      <vt:lpstr>Conclusions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Aca, Jazmin</dc:creator>
  <cp:lastModifiedBy>Suleiman, Qussay</cp:lastModifiedBy>
  <cp:revision>1</cp:revision>
  <dcterms:created xsi:type="dcterms:W3CDTF">2025-09-13T20:30:28Z</dcterms:created>
  <dcterms:modified xsi:type="dcterms:W3CDTF">2026-04-21T13:18:05Z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0x0101007BD4DB9680548741AF142E25CD163C89</vt:lpwstr>
  </property>
</Properties>
</file>