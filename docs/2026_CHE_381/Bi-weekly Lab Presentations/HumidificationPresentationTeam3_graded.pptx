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omments/modernComment_17B_4D437748.xml" ContentType="application/vnd.ms-powerpoint.comments+xml"/>
  <Override PartName="/ppt/comments/modernComment_183_12703F3B.xml" ContentType="application/vnd.ms-powerpoint.comments+xml"/>
  <Override PartName="/ppt/notesSlides/notesSlide1.xml" ContentType="application/vnd.openxmlformats-officedocument.presentationml.notesSlide+xml"/>
  <Override PartName="/ppt/comments/modernComment_185_EBB1EC24.xml" ContentType="application/vnd.ms-powerpoint.comment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15"/>
  </p:notesMasterIdLst>
  <p:sldIdLst>
    <p:sldId id="379" r:id="rId5"/>
    <p:sldId id="381" r:id="rId6"/>
    <p:sldId id="387" r:id="rId7"/>
    <p:sldId id="389" r:id="rId8"/>
    <p:sldId id="376" r:id="rId9"/>
    <p:sldId id="392" r:id="rId10"/>
    <p:sldId id="390" r:id="rId11"/>
    <p:sldId id="391" r:id="rId12"/>
    <p:sldId id="378" r:id="rId13"/>
    <p:sldId id="3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333333"/>
    <a:srgbClr val="323232"/>
    <a:srgbClr val="001E62"/>
    <a:srgbClr val="D50032"/>
    <a:srgbClr val="F4F3E8"/>
    <a:srgbClr val="0080A9"/>
    <a:srgbClr val="FEBB37"/>
    <a:srgbClr val="51B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456"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omments/modernComment_17B_4D437748.xml><?xml version="1.0" encoding="utf-8"?>
<p188:cmLst xmlns:a="http://schemas.openxmlformats.org/drawingml/2006/main" xmlns:r="http://schemas.openxmlformats.org/officeDocument/2006/relationships" xmlns:p188="http://schemas.microsoft.com/office/powerpoint/2018/8/main">
  <p188:cm id="{70D18152-D550-4990-BF41-A2DDCBC550F0}" authorId="{DF52CCAC-0B66-CA76-A7A3-D551D844506B}" created="2025-10-30T15:41:56.344">
    <ac:deMkLst xmlns:ac="http://schemas.microsoft.com/office/drawing/2013/main/command">
      <pc:docMk xmlns:pc="http://schemas.microsoft.com/office/powerpoint/2013/main/command"/>
      <pc:sldMk xmlns:pc="http://schemas.microsoft.com/office/powerpoint/2013/main/command" cId="1296267080" sldId="379"/>
      <ac:spMk id="6" creationId="{EFCD1B53-1BFE-8B23-1618-F7A76DC0E3E0}"/>
    </ac:deMkLst>
    <p188:txBody>
      <a:bodyPr/>
      <a:lstStyle/>
      <a:p>
        <a:r>
          <a:rPr lang="en-US"/>
          <a:t>97/100</a:t>
        </a:r>
      </a:p>
    </p188:txBody>
  </p188:cm>
</p188:cmLst>
</file>

<file path=ppt/comments/modernComment_183_12703F3B.xml><?xml version="1.0" encoding="utf-8"?>
<p188:cmLst xmlns:a="http://schemas.openxmlformats.org/drawingml/2006/main" xmlns:r="http://schemas.openxmlformats.org/officeDocument/2006/relationships" xmlns:p188="http://schemas.microsoft.com/office/powerpoint/2018/8/main">
  <p188:cm id="{9D1D3183-9AAC-47AD-9E93-3335599ACF72}" authorId="{DF52CCAC-0B66-CA76-A7A3-D551D844506B}" created="2025-10-30T15:38:35.950">
    <ac:deMkLst xmlns:ac="http://schemas.microsoft.com/office/drawing/2013/main/command">
      <pc:docMk xmlns:pc="http://schemas.microsoft.com/office/powerpoint/2013/main/command"/>
      <pc:sldMk xmlns:pc="http://schemas.microsoft.com/office/powerpoint/2013/main/command" cId="309346107" sldId="387"/>
      <ac:spMk id="4" creationId="{92B9D41B-E737-81AA-539D-DA58B1843994}"/>
    </ac:deMkLst>
    <p188:txBody>
      <a:bodyPr/>
      <a:lstStyle/>
      <a:p>
        <a:r>
          <a:rPr lang="en-US"/>
          <a:t>-2
 and humidity reading (at the outlet).</a:t>
        </a:r>
      </a:p>
    </p188:txBody>
  </p188:cm>
</p188:cmLst>
</file>

<file path=ppt/comments/modernComment_185_EBB1EC24.xml><?xml version="1.0" encoding="utf-8"?>
<p188:cmLst xmlns:a="http://schemas.openxmlformats.org/drawingml/2006/main" xmlns:r="http://schemas.openxmlformats.org/officeDocument/2006/relationships" xmlns:p188="http://schemas.microsoft.com/office/powerpoint/2018/8/main">
  <p188:cm id="{13863C46-9061-40A6-B64D-26F6AFF6B440}" authorId="{DF52CCAC-0B66-CA76-A7A3-D551D844506B}" created="2025-10-30T15:40:18.009">
    <ac:deMkLst xmlns:ac="http://schemas.microsoft.com/office/drawing/2013/main/command">
      <pc:docMk xmlns:pc="http://schemas.microsoft.com/office/powerpoint/2013/main/command"/>
      <pc:sldMk xmlns:pc="http://schemas.microsoft.com/office/powerpoint/2013/main/command" cId="3954306084" sldId="389"/>
      <ac:spMk id="6" creationId="{24B0DBD2-EF41-2FD4-3C06-2E374FCE4DA0}"/>
    </ac:deMkLst>
    <p188:txBody>
      <a:bodyPr/>
      <a:lstStyle/>
      <a:p>
        <a:r>
          <a:rPr lang="en-US"/>
          <a:t>-1
Inlet/outlet temperature and also the temperature inside the column at the air/water interface</a:t>
        </a:r>
      </a:p>
    </p188:txBody>
  </p188:cm>
</p188:cmLst>
</file>

<file path=ppt/diagrams/_rels/data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C9C1F0-56AF-4416-AE62-7186D922D099}"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B65BD74F-2100-4FF9-8084-48310AD1FAF8}">
      <dgm:prSet/>
      <dgm:spPr/>
      <dgm:t>
        <a:bodyPr/>
        <a:lstStyle/>
        <a:p>
          <a:r>
            <a:rPr lang="en-US" dirty="0">
              <a:solidFill>
                <a:srgbClr val="080808"/>
              </a:solidFill>
            </a:rPr>
            <a:t>Water</a:t>
          </a:r>
        </a:p>
      </dgm:t>
    </dgm:pt>
    <dgm:pt modelId="{4565D69C-D4BF-44C6-BAC9-822D394D4580}" type="parTrans" cxnId="{96FC390C-AF50-4BAD-9F0F-88C51628662E}">
      <dgm:prSet/>
      <dgm:spPr/>
      <dgm:t>
        <a:bodyPr/>
        <a:lstStyle/>
        <a:p>
          <a:endParaRPr lang="en-US"/>
        </a:p>
      </dgm:t>
    </dgm:pt>
    <dgm:pt modelId="{E0C7A350-C9A4-4454-AFBF-F5BF699EBD69}" type="sibTrans" cxnId="{96FC390C-AF50-4BAD-9F0F-88C51628662E}">
      <dgm:prSet/>
      <dgm:spPr/>
      <dgm:t>
        <a:bodyPr/>
        <a:lstStyle/>
        <a:p>
          <a:endParaRPr lang="en-US"/>
        </a:p>
      </dgm:t>
    </dgm:pt>
    <dgm:pt modelId="{B1A6FD0B-4ADE-4B35-AAB1-14D673B285F5}">
      <dgm:prSet/>
      <dgm:spPr/>
      <dgm:t>
        <a:bodyPr/>
        <a:lstStyle/>
        <a:p>
          <a:r>
            <a:rPr lang="en-US" dirty="0">
              <a:solidFill>
                <a:srgbClr val="080808"/>
              </a:solidFill>
            </a:rPr>
            <a:t>Compressed Air</a:t>
          </a:r>
        </a:p>
      </dgm:t>
    </dgm:pt>
    <dgm:pt modelId="{9D3135C0-5BA0-4681-BC6B-62F6BF6E36E7}" type="parTrans" cxnId="{2EDFDF5D-5D81-45FC-8AB3-7EBE5095694F}">
      <dgm:prSet/>
      <dgm:spPr/>
      <dgm:t>
        <a:bodyPr/>
        <a:lstStyle/>
        <a:p>
          <a:endParaRPr lang="en-US"/>
        </a:p>
      </dgm:t>
    </dgm:pt>
    <dgm:pt modelId="{C7965340-5DE5-426A-BBFB-AC57E10EE5A8}" type="sibTrans" cxnId="{2EDFDF5D-5D81-45FC-8AB3-7EBE5095694F}">
      <dgm:prSet/>
      <dgm:spPr/>
      <dgm:t>
        <a:bodyPr/>
        <a:lstStyle/>
        <a:p>
          <a:endParaRPr lang="en-US"/>
        </a:p>
      </dgm:t>
    </dgm:pt>
    <dgm:pt modelId="{86EC790A-2F1F-4660-8ADE-6EE379BF5264}">
      <dgm:prSet/>
      <dgm:spPr/>
      <dgm:t>
        <a:bodyPr/>
        <a:lstStyle/>
        <a:p>
          <a:r>
            <a:rPr lang="en-US" dirty="0">
              <a:solidFill>
                <a:schemeClr val="accent6">
                  <a:lumMod val="10000"/>
                </a:schemeClr>
              </a:solidFill>
            </a:rPr>
            <a:t>Hygrometer</a:t>
          </a:r>
        </a:p>
      </dgm:t>
    </dgm:pt>
    <dgm:pt modelId="{97FDE03F-6BA8-4AC9-B5DC-CF131DF5C1F5}" type="parTrans" cxnId="{8CC8913A-DA9D-483C-B8EC-3A3BB29F5A16}">
      <dgm:prSet/>
      <dgm:spPr/>
      <dgm:t>
        <a:bodyPr/>
        <a:lstStyle/>
        <a:p>
          <a:endParaRPr lang="en-US"/>
        </a:p>
      </dgm:t>
    </dgm:pt>
    <dgm:pt modelId="{28A417B3-2226-4955-A4EB-7841D1FA00CA}" type="sibTrans" cxnId="{8CC8913A-DA9D-483C-B8EC-3A3BB29F5A16}">
      <dgm:prSet/>
      <dgm:spPr/>
      <dgm:t>
        <a:bodyPr/>
        <a:lstStyle/>
        <a:p>
          <a:endParaRPr lang="en-US"/>
        </a:p>
      </dgm:t>
    </dgm:pt>
    <dgm:pt modelId="{80C2A18D-F8CF-403F-9F8D-AD2E88DC0DD4}">
      <dgm:prSet/>
      <dgm:spPr/>
      <dgm:t>
        <a:bodyPr/>
        <a:lstStyle/>
        <a:p>
          <a:r>
            <a:rPr lang="en-US" dirty="0">
              <a:solidFill>
                <a:srgbClr val="080808"/>
              </a:solidFill>
            </a:rPr>
            <a:t>Funnel</a:t>
          </a:r>
        </a:p>
      </dgm:t>
    </dgm:pt>
    <dgm:pt modelId="{7A56F482-FF5D-422F-95DF-6D3B0E2EDE8A}" type="parTrans" cxnId="{D3D4FD15-31DD-43EC-92C2-A5896E96CCBF}">
      <dgm:prSet/>
      <dgm:spPr/>
      <dgm:t>
        <a:bodyPr/>
        <a:lstStyle/>
        <a:p>
          <a:endParaRPr lang="en-US"/>
        </a:p>
      </dgm:t>
    </dgm:pt>
    <dgm:pt modelId="{03F6A7C6-0085-4CD9-9A44-D92B040C2659}" type="sibTrans" cxnId="{D3D4FD15-31DD-43EC-92C2-A5896E96CCBF}">
      <dgm:prSet/>
      <dgm:spPr/>
      <dgm:t>
        <a:bodyPr/>
        <a:lstStyle/>
        <a:p>
          <a:endParaRPr lang="en-US"/>
        </a:p>
      </dgm:t>
    </dgm:pt>
    <dgm:pt modelId="{EEFB48B7-B14A-4D56-9DAD-89794F31D6CA}">
      <dgm:prSet/>
      <dgm:spPr/>
      <dgm:t>
        <a:bodyPr/>
        <a:lstStyle/>
        <a:p>
          <a:r>
            <a:rPr lang="en-US" dirty="0">
              <a:solidFill>
                <a:srgbClr val="080808"/>
              </a:solidFill>
            </a:rPr>
            <a:t>Beaker</a:t>
          </a:r>
        </a:p>
      </dgm:t>
    </dgm:pt>
    <dgm:pt modelId="{A04645E6-C6AE-4675-8505-9E71CB222ED0}" type="parTrans" cxnId="{82BB8A20-63B5-4D9F-B5E4-8637C2A2E3AC}">
      <dgm:prSet/>
      <dgm:spPr/>
      <dgm:t>
        <a:bodyPr/>
        <a:lstStyle/>
        <a:p>
          <a:endParaRPr lang="en-US"/>
        </a:p>
      </dgm:t>
    </dgm:pt>
    <dgm:pt modelId="{6D20D050-796B-463C-9CC6-D91F30258F3C}" type="sibTrans" cxnId="{82BB8A20-63B5-4D9F-B5E4-8637C2A2E3AC}">
      <dgm:prSet/>
      <dgm:spPr/>
      <dgm:t>
        <a:bodyPr/>
        <a:lstStyle/>
        <a:p>
          <a:endParaRPr lang="en-US"/>
        </a:p>
      </dgm:t>
    </dgm:pt>
    <dgm:pt modelId="{FE11522B-8A05-459F-86A2-6284D9E8BBE5}">
      <dgm:prSet/>
      <dgm:spPr/>
      <dgm:t>
        <a:bodyPr/>
        <a:lstStyle/>
        <a:p>
          <a:r>
            <a:rPr lang="en-US" dirty="0">
              <a:solidFill>
                <a:srgbClr val="080808"/>
              </a:solidFill>
            </a:rPr>
            <a:t>Safety Goggles</a:t>
          </a:r>
        </a:p>
      </dgm:t>
    </dgm:pt>
    <dgm:pt modelId="{AC1C6F25-473F-49C0-935F-44E043AEC952}" type="parTrans" cxnId="{A6E175F2-999A-44A8-A797-6783638CACB3}">
      <dgm:prSet/>
      <dgm:spPr/>
      <dgm:t>
        <a:bodyPr/>
        <a:lstStyle/>
        <a:p>
          <a:endParaRPr lang="en-US"/>
        </a:p>
      </dgm:t>
    </dgm:pt>
    <dgm:pt modelId="{F9B3C83B-44A4-442C-8DE0-2CBB999FF9D7}" type="sibTrans" cxnId="{A6E175F2-999A-44A8-A797-6783638CACB3}">
      <dgm:prSet/>
      <dgm:spPr/>
      <dgm:t>
        <a:bodyPr/>
        <a:lstStyle/>
        <a:p>
          <a:endParaRPr lang="en-US"/>
        </a:p>
      </dgm:t>
    </dgm:pt>
    <dgm:pt modelId="{EB2910E5-1441-4D22-8690-B2C08401CBE5}">
      <dgm:prSet/>
      <dgm:spPr/>
      <dgm:t>
        <a:bodyPr/>
        <a:lstStyle/>
        <a:p>
          <a:r>
            <a:rPr lang="en-US" dirty="0">
              <a:solidFill>
                <a:srgbClr val="080808"/>
              </a:solidFill>
            </a:rPr>
            <a:t>Heat Gloves</a:t>
          </a:r>
        </a:p>
      </dgm:t>
    </dgm:pt>
    <dgm:pt modelId="{6903677D-874C-4D7B-971D-D4439C45777C}" type="parTrans" cxnId="{E8F9DD3B-3AAD-4B85-843A-89EF2164F12E}">
      <dgm:prSet/>
      <dgm:spPr/>
      <dgm:t>
        <a:bodyPr/>
        <a:lstStyle/>
        <a:p>
          <a:endParaRPr lang="en-US"/>
        </a:p>
      </dgm:t>
    </dgm:pt>
    <dgm:pt modelId="{599ACC2F-64BA-42F8-9BCC-7CB75E064AB7}" type="sibTrans" cxnId="{E8F9DD3B-3AAD-4B85-843A-89EF2164F12E}">
      <dgm:prSet/>
      <dgm:spPr/>
      <dgm:t>
        <a:bodyPr/>
        <a:lstStyle/>
        <a:p>
          <a:endParaRPr lang="en-US"/>
        </a:p>
      </dgm:t>
    </dgm:pt>
    <dgm:pt modelId="{9E47215E-F62D-4A41-9770-B25A773F86BB}">
      <dgm:prSet/>
      <dgm:spPr/>
      <dgm:t>
        <a:bodyPr/>
        <a:lstStyle/>
        <a:p>
          <a:r>
            <a:rPr lang="en-US" dirty="0">
              <a:solidFill>
                <a:srgbClr val="080808"/>
              </a:solidFill>
            </a:rPr>
            <a:t>Steam</a:t>
          </a:r>
        </a:p>
      </dgm:t>
    </dgm:pt>
    <dgm:pt modelId="{8EF833E4-8238-4591-B1AA-8F6D2D039BBE}" type="parTrans" cxnId="{487B1785-D2CA-45E8-B869-DCF3B0F6F6CF}">
      <dgm:prSet/>
      <dgm:spPr/>
      <dgm:t>
        <a:bodyPr/>
        <a:lstStyle/>
        <a:p>
          <a:endParaRPr lang="en-US"/>
        </a:p>
      </dgm:t>
    </dgm:pt>
    <dgm:pt modelId="{2B68ECC6-86D6-4D1F-B4ED-30BE738D3B4D}" type="sibTrans" cxnId="{487B1785-D2CA-45E8-B869-DCF3B0F6F6CF}">
      <dgm:prSet/>
      <dgm:spPr/>
      <dgm:t>
        <a:bodyPr/>
        <a:lstStyle/>
        <a:p>
          <a:endParaRPr lang="en-US"/>
        </a:p>
      </dgm:t>
    </dgm:pt>
    <dgm:pt modelId="{643EB9E4-50C2-48EC-9413-771B1A225539}">
      <dgm:prSet/>
      <dgm:spPr/>
      <dgm:t>
        <a:bodyPr/>
        <a:lstStyle/>
        <a:p>
          <a:r>
            <a:rPr lang="en-US" dirty="0">
              <a:solidFill>
                <a:srgbClr val="080808"/>
              </a:solidFill>
            </a:rPr>
            <a:t>Step Ladder</a:t>
          </a:r>
        </a:p>
      </dgm:t>
    </dgm:pt>
    <dgm:pt modelId="{D49B9AB7-0E82-403D-A9C5-02CFDAFE2F9F}" type="parTrans" cxnId="{F89979C0-3781-4597-8FFC-7BFC3051DB3C}">
      <dgm:prSet/>
      <dgm:spPr/>
      <dgm:t>
        <a:bodyPr/>
        <a:lstStyle/>
        <a:p>
          <a:endParaRPr lang="en-US"/>
        </a:p>
      </dgm:t>
    </dgm:pt>
    <dgm:pt modelId="{B43C1C48-06DA-4EE8-9A52-080C97966724}" type="sibTrans" cxnId="{F89979C0-3781-4597-8FFC-7BFC3051DB3C}">
      <dgm:prSet/>
      <dgm:spPr/>
      <dgm:t>
        <a:bodyPr/>
        <a:lstStyle/>
        <a:p>
          <a:endParaRPr lang="en-US"/>
        </a:p>
      </dgm:t>
    </dgm:pt>
    <dgm:pt modelId="{F4756812-DFD1-470C-A36C-18F6D2C00A08}">
      <dgm:prSet/>
      <dgm:spPr/>
      <dgm:t>
        <a:bodyPr/>
        <a:lstStyle/>
        <a:p>
          <a:r>
            <a:rPr lang="en-US" dirty="0">
              <a:solidFill>
                <a:srgbClr val="080808"/>
              </a:solidFill>
            </a:rPr>
            <a:t>Lab Jack</a:t>
          </a:r>
        </a:p>
      </dgm:t>
    </dgm:pt>
    <dgm:pt modelId="{B0E9F643-D523-47A9-A89A-19D1F265AAB3}" type="parTrans" cxnId="{A85CDCF8-FF9E-4B16-B211-B6538A46DF76}">
      <dgm:prSet/>
      <dgm:spPr/>
      <dgm:t>
        <a:bodyPr/>
        <a:lstStyle/>
        <a:p>
          <a:endParaRPr lang="en-US"/>
        </a:p>
      </dgm:t>
    </dgm:pt>
    <dgm:pt modelId="{D17E76D1-D555-4253-9BF8-88568AF1C788}" type="sibTrans" cxnId="{A85CDCF8-FF9E-4B16-B211-B6538A46DF76}">
      <dgm:prSet/>
      <dgm:spPr/>
      <dgm:t>
        <a:bodyPr/>
        <a:lstStyle/>
        <a:p>
          <a:endParaRPr lang="en-US"/>
        </a:p>
      </dgm:t>
    </dgm:pt>
    <dgm:pt modelId="{9DF75805-83FC-4255-986A-AB27532AE4A1}" type="pres">
      <dgm:prSet presAssocID="{C1C9C1F0-56AF-4416-AE62-7186D922D099}" presName="vert0" presStyleCnt="0">
        <dgm:presLayoutVars>
          <dgm:dir/>
          <dgm:animOne val="branch"/>
          <dgm:animLvl val="lvl"/>
        </dgm:presLayoutVars>
      </dgm:prSet>
      <dgm:spPr/>
    </dgm:pt>
    <dgm:pt modelId="{639A72F9-1A1C-4E90-BFEE-26A56CAC9A99}" type="pres">
      <dgm:prSet presAssocID="{B65BD74F-2100-4FF9-8084-48310AD1FAF8}" presName="thickLine" presStyleLbl="alignNode1" presStyleIdx="0" presStyleCnt="10"/>
      <dgm:spPr/>
    </dgm:pt>
    <dgm:pt modelId="{8D7A5226-8978-4D99-A97B-491463A1B945}" type="pres">
      <dgm:prSet presAssocID="{B65BD74F-2100-4FF9-8084-48310AD1FAF8}" presName="horz1" presStyleCnt="0"/>
      <dgm:spPr/>
    </dgm:pt>
    <dgm:pt modelId="{50D7B4D3-A836-442C-9638-8DB8B0C4C9FF}" type="pres">
      <dgm:prSet presAssocID="{B65BD74F-2100-4FF9-8084-48310AD1FAF8}" presName="tx1" presStyleLbl="revTx" presStyleIdx="0" presStyleCnt="10"/>
      <dgm:spPr/>
    </dgm:pt>
    <dgm:pt modelId="{D9BFEE18-B729-46E9-A1AD-623253F6DE17}" type="pres">
      <dgm:prSet presAssocID="{B65BD74F-2100-4FF9-8084-48310AD1FAF8}" presName="vert1" presStyleCnt="0"/>
      <dgm:spPr/>
    </dgm:pt>
    <dgm:pt modelId="{F4C6A55D-DAB7-4FEE-82A6-D029474CD5FA}" type="pres">
      <dgm:prSet presAssocID="{B1A6FD0B-4ADE-4B35-AAB1-14D673B285F5}" presName="thickLine" presStyleLbl="alignNode1" presStyleIdx="1" presStyleCnt="10"/>
      <dgm:spPr/>
    </dgm:pt>
    <dgm:pt modelId="{944275B2-4C00-4946-85B3-E076858650BC}" type="pres">
      <dgm:prSet presAssocID="{B1A6FD0B-4ADE-4B35-AAB1-14D673B285F5}" presName="horz1" presStyleCnt="0"/>
      <dgm:spPr/>
    </dgm:pt>
    <dgm:pt modelId="{2221A0EA-A7EB-4352-985F-501BA2DE6211}" type="pres">
      <dgm:prSet presAssocID="{B1A6FD0B-4ADE-4B35-AAB1-14D673B285F5}" presName="tx1" presStyleLbl="revTx" presStyleIdx="1" presStyleCnt="10"/>
      <dgm:spPr/>
    </dgm:pt>
    <dgm:pt modelId="{AAC32E25-8CF6-4227-A88E-E9C47DF1590F}" type="pres">
      <dgm:prSet presAssocID="{B1A6FD0B-4ADE-4B35-AAB1-14D673B285F5}" presName="vert1" presStyleCnt="0"/>
      <dgm:spPr/>
    </dgm:pt>
    <dgm:pt modelId="{C16371C4-A7A1-4F24-BF69-9070BA406CF4}" type="pres">
      <dgm:prSet presAssocID="{86EC790A-2F1F-4660-8ADE-6EE379BF5264}" presName="thickLine" presStyleLbl="alignNode1" presStyleIdx="2" presStyleCnt="10"/>
      <dgm:spPr/>
    </dgm:pt>
    <dgm:pt modelId="{F1879EAE-60A8-4BC7-8864-4C59E189AE1F}" type="pres">
      <dgm:prSet presAssocID="{86EC790A-2F1F-4660-8ADE-6EE379BF5264}" presName="horz1" presStyleCnt="0"/>
      <dgm:spPr/>
    </dgm:pt>
    <dgm:pt modelId="{7EB66E98-15E3-49CD-A10D-4903BF7D5D80}" type="pres">
      <dgm:prSet presAssocID="{86EC790A-2F1F-4660-8ADE-6EE379BF5264}" presName="tx1" presStyleLbl="revTx" presStyleIdx="2" presStyleCnt="10"/>
      <dgm:spPr/>
    </dgm:pt>
    <dgm:pt modelId="{6F90302D-79BC-488E-A419-916CC7925D6D}" type="pres">
      <dgm:prSet presAssocID="{86EC790A-2F1F-4660-8ADE-6EE379BF5264}" presName="vert1" presStyleCnt="0"/>
      <dgm:spPr/>
    </dgm:pt>
    <dgm:pt modelId="{59700633-2F12-4593-A703-F3AF71A42EEE}" type="pres">
      <dgm:prSet presAssocID="{80C2A18D-F8CF-403F-9F8D-AD2E88DC0DD4}" presName="thickLine" presStyleLbl="alignNode1" presStyleIdx="3" presStyleCnt="10"/>
      <dgm:spPr/>
    </dgm:pt>
    <dgm:pt modelId="{0231A578-83DE-4422-A94F-C6ED98EECE19}" type="pres">
      <dgm:prSet presAssocID="{80C2A18D-F8CF-403F-9F8D-AD2E88DC0DD4}" presName="horz1" presStyleCnt="0"/>
      <dgm:spPr/>
    </dgm:pt>
    <dgm:pt modelId="{38AAB5C8-2336-4409-9329-80F002ECB828}" type="pres">
      <dgm:prSet presAssocID="{80C2A18D-F8CF-403F-9F8D-AD2E88DC0DD4}" presName="tx1" presStyleLbl="revTx" presStyleIdx="3" presStyleCnt="10"/>
      <dgm:spPr/>
    </dgm:pt>
    <dgm:pt modelId="{50B40064-DDA3-48F5-ABAA-B38E06F873EA}" type="pres">
      <dgm:prSet presAssocID="{80C2A18D-F8CF-403F-9F8D-AD2E88DC0DD4}" presName="vert1" presStyleCnt="0"/>
      <dgm:spPr/>
    </dgm:pt>
    <dgm:pt modelId="{DC6B9D64-E1A1-4D5F-9481-8BCE71AA54FA}" type="pres">
      <dgm:prSet presAssocID="{EEFB48B7-B14A-4D56-9DAD-89794F31D6CA}" presName="thickLine" presStyleLbl="alignNode1" presStyleIdx="4" presStyleCnt="10"/>
      <dgm:spPr/>
    </dgm:pt>
    <dgm:pt modelId="{FB1B8506-1DBB-47D8-91BA-36A61D6D681C}" type="pres">
      <dgm:prSet presAssocID="{EEFB48B7-B14A-4D56-9DAD-89794F31D6CA}" presName="horz1" presStyleCnt="0"/>
      <dgm:spPr/>
    </dgm:pt>
    <dgm:pt modelId="{6E086932-FC46-4E45-A123-6889A8B106BB}" type="pres">
      <dgm:prSet presAssocID="{EEFB48B7-B14A-4D56-9DAD-89794F31D6CA}" presName="tx1" presStyleLbl="revTx" presStyleIdx="4" presStyleCnt="10"/>
      <dgm:spPr/>
    </dgm:pt>
    <dgm:pt modelId="{75E6F1C4-493D-46B7-A5E8-882258AE1FF4}" type="pres">
      <dgm:prSet presAssocID="{EEFB48B7-B14A-4D56-9DAD-89794F31D6CA}" presName="vert1" presStyleCnt="0"/>
      <dgm:spPr/>
    </dgm:pt>
    <dgm:pt modelId="{260B11B7-2EEB-4FAE-8264-AF3D6C4C7939}" type="pres">
      <dgm:prSet presAssocID="{FE11522B-8A05-459F-86A2-6284D9E8BBE5}" presName="thickLine" presStyleLbl="alignNode1" presStyleIdx="5" presStyleCnt="10"/>
      <dgm:spPr/>
    </dgm:pt>
    <dgm:pt modelId="{4BCBA6E3-3B0F-42CD-81AE-191C53C6F827}" type="pres">
      <dgm:prSet presAssocID="{FE11522B-8A05-459F-86A2-6284D9E8BBE5}" presName="horz1" presStyleCnt="0"/>
      <dgm:spPr/>
    </dgm:pt>
    <dgm:pt modelId="{2DE1C272-B93E-453D-85E0-A4CE84DFB70A}" type="pres">
      <dgm:prSet presAssocID="{FE11522B-8A05-459F-86A2-6284D9E8BBE5}" presName="tx1" presStyleLbl="revTx" presStyleIdx="5" presStyleCnt="10"/>
      <dgm:spPr/>
    </dgm:pt>
    <dgm:pt modelId="{9D52E079-B8D6-4F52-8225-E15172960382}" type="pres">
      <dgm:prSet presAssocID="{FE11522B-8A05-459F-86A2-6284D9E8BBE5}" presName="vert1" presStyleCnt="0"/>
      <dgm:spPr/>
    </dgm:pt>
    <dgm:pt modelId="{84F2D685-FEEE-4AE7-90E0-B20561145409}" type="pres">
      <dgm:prSet presAssocID="{EB2910E5-1441-4D22-8690-B2C08401CBE5}" presName="thickLine" presStyleLbl="alignNode1" presStyleIdx="6" presStyleCnt="10"/>
      <dgm:spPr/>
    </dgm:pt>
    <dgm:pt modelId="{EC786C6C-0ACF-4162-A4B3-4B19AF9D32C8}" type="pres">
      <dgm:prSet presAssocID="{EB2910E5-1441-4D22-8690-B2C08401CBE5}" presName="horz1" presStyleCnt="0"/>
      <dgm:spPr/>
    </dgm:pt>
    <dgm:pt modelId="{2E5F129B-8C69-4D99-A157-7E0F04218FF5}" type="pres">
      <dgm:prSet presAssocID="{EB2910E5-1441-4D22-8690-B2C08401CBE5}" presName="tx1" presStyleLbl="revTx" presStyleIdx="6" presStyleCnt="10"/>
      <dgm:spPr/>
    </dgm:pt>
    <dgm:pt modelId="{28FC068C-C22C-42F1-8AD1-AFA7E39DD769}" type="pres">
      <dgm:prSet presAssocID="{EB2910E5-1441-4D22-8690-B2C08401CBE5}" presName="vert1" presStyleCnt="0"/>
      <dgm:spPr/>
    </dgm:pt>
    <dgm:pt modelId="{03C9BA93-BFF7-484E-8F79-4B5618B9DC1B}" type="pres">
      <dgm:prSet presAssocID="{9E47215E-F62D-4A41-9770-B25A773F86BB}" presName="thickLine" presStyleLbl="alignNode1" presStyleIdx="7" presStyleCnt="10"/>
      <dgm:spPr/>
    </dgm:pt>
    <dgm:pt modelId="{F9D50606-C1D8-463C-9C84-5685C1121FA3}" type="pres">
      <dgm:prSet presAssocID="{9E47215E-F62D-4A41-9770-B25A773F86BB}" presName="horz1" presStyleCnt="0"/>
      <dgm:spPr/>
    </dgm:pt>
    <dgm:pt modelId="{1D31DA11-3A16-410E-B8F6-4337CA7A3788}" type="pres">
      <dgm:prSet presAssocID="{9E47215E-F62D-4A41-9770-B25A773F86BB}" presName="tx1" presStyleLbl="revTx" presStyleIdx="7" presStyleCnt="10"/>
      <dgm:spPr/>
    </dgm:pt>
    <dgm:pt modelId="{82B270A1-68BF-4A1F-9381-DB74D901F84A}" type="pres">
      <dgm:prSet presAssocID="{9E47215E-F62D-4A41-9770-B25A773F86BB}" presName="vert1" presStyleCnt="0"/>
      <dgm:spPr/>
    </dgm:pt>
    <dgm:pt modelId="{9EFD1E64-CAE4-41E8-9C8B-64A3B4930C8D}" type="pres">
      <dgm:prSet presAssocID="{643EB9E4-50C2-48EC-9413-771B1A225539}" presName="thickLine" presStyleLbl="alignNode1" presStyleIdx="8" presStyleCnt="10"/>
      <dgm:spPr/>
    </dgm:pt>
    <dgm:pt modelId="{CA894C63-4746-4E65-98FD-D639C1C47280}" type="pres">
      <dgm:prSet presAssocID="{643EB9E4-50C2-48EC-9413-771B1A225539}" presName="horz1" presStyleCnt="0"/>
      <dgm:spPr/>
    </dgm:pt>
    <dgm:pt modelId="{E2194A95-9027-412D-970C-34DD70228D93}" type="pres">
      <dgm:prSet presAssocID="{643EB9E4-50C2-48EC-9413-771B1A225539}" presName="tx1" presStyleLbl="revTx" presStyleIdx="8" presStyleCnt="10"/>
      <dgm:spPr/>
    </dgm:pt>
    <dgm:pt modelId="{22A28B56-83AE-4039-B66E-56E34E26CF7F}" type="pres">
      <dgm:prSet presAssocID="{643EB9E4-50C2-48EC-9413-771B1A225539}" presName="vert1" presStyleCnt="0"/>
      <dgm:spPr/>
    </dgm:pt>
    <dgm:pt modelId="{C89C61E3-264A-4B95-A202-44693E947764}" type="pres">
      <dgm:prSet presAssocID="{F4756812-DFD1-470C-A36C-18F6D2C00A08}" presName="thickLine" presStyleLbl="alignNode1" presStyleIdx="9" presStyleCnt="10"/>
      <dgm:spPr/>
    </dgm:pt>
    <dgm:pt modelId="{8CABB997-431B-4791-8CEA-AF1F56A90B96}" type="pres">
      <dgm:prSet presAssocID="{F4756812-DFD1-470C-A36C-18F6D2C00A08}" presName="horz1" presStyleCnt="0"/>
      <dgm:spPr/>
    </dgm:pt>
    <dgm:pt modelId="{8E72817E-C94D-4340-BC68-43214FA1443E}" type="pres">
      <dgm:prSet presAssocID="{F4756812-DFD1-470C-A36C-18F6D2C00A08}" presName="tx1" presStyleLbl="revTx" presStyleIdx="9" presStyleCnt="10"/>
      <dgm:spPr/>
    </dgm:pt>
    <dgm:pt modelId="{3C890794-1E96-4D40-93C2-E7F3C458CF3E}" type="pres">
      <dgm:prSet presAssocID="{F4756812-DFD1-470C-A36C-18F6D2C00A08}" presName="vert1" presStyleCnt="0"/>
      <dgm:spPr/>
    </dgm:pt>
  </dgm:ptLst>
  <dgm:cxnLst>
    <dgm:cxn modelId="{BF1B0D03-EC6C-408C-8411-8C3BFAA02EC4}" type="presOf" srcId="{EB2910E5-1441-4D22-8690-B2C08401CBE5}" destId="{2E5F129B-8C69-4D99-A157-7E0F04218FF5}" srcOrd="0" destOrd="0" presId="urn:microsoft.com/office/officeart/2008/layout/LinedList"/>
    <dgm:cxn modelId="{96FC390C-AF50-4BAD-9F0F-88C51628662E}" srcId="{C1C9C1F0-56AF-4416-AE62-7186D922D099}" destId="{B65BD74F-2100-4FF9-8084-48310AD1FAF8}" srcOrd="0" destOrd="0" parTransId="{4565D69C-D4BF-44C6-BAC9-822D394D4580}" sibTransId="{E0C7A350-C9A4-4454-AFBF-F5BF699EBD69}"/>
    <dgm:cxn modelId="{ABDDCB11-BE3E-4D10-92F5-CE453F0831DC}" type="presOf" srcId="{B65BD74F-2100-4FF9-8084-48310AD1FAF8}" destId="{50D7B4D3-A836-442C-9638-8DB8B0C4C9FF}" srcOrd="0" destOrd="0" presId="urn:microsoft.com/office/officeart/2008/layout/LinedList"/>
    <dgm:cxn modelId="{D3D4FD15-31DD-43EC-92C2-A5896E96CCBF}" srcId="{C1C9C1F0-56AF-4416-AE62-7186D922D099}" destId="{80C2A18D-F8CF-403F-9F8D-AD2E88DC0DD4}" srcOrd="3" destOrd="0" parTransId="{7A56F482-FF5D-422F-95DF-6D3B0E2EDE8A}" sibTransId="{03F6A7C6-0085-4CD9-9A44-D92B040C2659}"/>
    <dgm:cxn modelId="{82BB8A20-63B5-4D9F-B5E4-8637C2A2E3AC}" srcId="{C1C9C1F0-56AF-4416-AE62-7186D922D099}" destId="{EEFB48B7-B14A-4D56-9DAD-89794F31D6CA}" srcOrd="4" destOrd="0" parTransId="{A04645E6-C6AE-4675-8505-9E71CB222ED0}" sibTransId="{6D20D050-796B-463C-9CC6-D91F30258F3C}"/>
    <dgm:cxn modelId="{96EEC626-56C9-4DCD-B749-1B50DD541C2B}" type="presOf" srcId="{B1A6FD0B-4ADE-4B35-AAB1-14D673B285F5}" destId="{2221A0EA-A7EB-4352-985F-501BA2DE6211}" srcOrd="0" destOrd="0" presId="urn:microsoft.com/office/officeart/2008/layout/LinedList"/>
    <dgm:cxn modelId="{E84F442B-B419-46AB-AE5B-F9E678C27625}" type="presOf" srcId="{F4756812-DFD1-470C-A36C-18F6D2C00A08}" destId="{8E72817E-C94D-4340-BC68-43214FA1443E}" srcOrd="0" destOrd="0" presId="urn:microsoft.com/office/officeart/2008/layout/LinedList"/>
    <dgm:cxn modelId="{8CC8913A-DA9D-483C-B8EC-3A3BB29F5A16}" srcId="{C1C9C1F0-56AF-4416-AE62-7186D922D099}" destId="{86EC790A-2F1F-4660-8ADE-6EE379BF5264}" srcOrd="2" destOrd="0" parTransId="{97FDE03F-6BA8-4AC9-B5DC-CF131DF5C1F5}" sibTransId="{28A417B3-2226-4955-A4EB-7841D1FA00CA}"/>
    <dgm:cxn modelId="{E8F9DD3B-3AAD-4B85-843A-89EF2164F12E}" srcId="{C1C9C1F0-56AF-4416-AE62-7186D922D099}" destId="{EB2910E5-1441-4D22-8690-B2C08401CBE5}" srcOrd="6" destOrd="0" parTransId="{6903677D-874C-4D7B-971D-D4439C45777C}" sibTransId="{599ACC2F-64BA-42F8-9BCC-7CB75E064AB7}"/>
    <dgm:cxn modelId="{2EDFDF5D-5D81-45FC-8AB3-7EBE5095694F}" srcId="{C1C9C1F0-56AF-4416-AE62-7186D922D099}" destId="{B1A6FD0B-4ADE-4B35-AAB1-14D673B285F5}" srcOrd="1" destOrd="0" parTransId="{9D3135C0-5BA0-4681-BC6B-62F6BF6E36E7}" sibTransId="{C7965340-5DE5-426A-BBFB-AC57E10EE5A8}"/>
    <dgm:cxn modelId="{8B20C680-4DD3-469B-A26D-D5EC16D1E5A8}" type="presOf" srcId="{C1C9C1F0-56AF-4416-AE62-7186D922D099}" destId="{9DF75805-83FC-4255-986A-AB27532AE4A1}" srcOrd="0" destOrd="0" presId="urn:microsoft.com/office/officeart/2008/layout/LinedList"/>
    <dgm:cxn modelId="{487B1785-D2CA-45E8-B869-DCF3B0F6F6CF}" srcId="{C1C9C1F0-56AF-4416-AE62-7186D922D099}" destId="{9E47215E-F62D-4A41-9770-B25A773F86BB}" srcOrd="7" destOrd="0" parTransId="{8EF833E4-8238-4591-B1AA-8F6D2D039BBE}" sibTransId="{2B68ECC6-86D6-4D1F-B4ED-30BE738D3B4D}"/>
    <dgm:cxn modelId="{61522CA7-3DF4-4220-BBA6-5A365C2C4F8E}" type="presOf" srcId="{643EB9E4-50C2-48EC-9413-771B1A225539}" destId="{E2194A95-9027-412D-970C-34DD70228D93}" srcOrd="0" destOrd="0" presId="urn:microsoft.com/office/officeart/2008/layout/LinedList"/>
    <dgm:cxn modelId="{7C2A09AE-1C62-4118-B4BB-096FAE6EC9FA}" type="presOf" srcId="{EEFB48B7-B14A-4D56-9DAD-89794F31D6CA}" destId="{6E086932-FC46-4E45-A123-6889A8B106BB}" srcOrd="0" destOrd="0" presId="urn:microsoft.com/office/officeart/2008/layout/LinedList"/>
    <dgm:cxn modelId="{F89979C0-3781-4597-8FFC-7BFC3051DB3C}" srcId="{C1C9C1F0-56AF-4416-AE62-7186D922D099}" destId="{643EB9E4-50C2-48EC-9413-771B1A225539}" srcOrd="8" destOrd="0" parTransId="{D49B9AB7-0E82-403D-A9C5-02CFDAFE2F9F}" sibTransId="{B43C1C48-06DA-4EE8-9A52-080C97966724}"/>
    <dgm:cxn modelId="{C640CFC8-32A3-4FE8-826F-7D7EB0F626A9}" type="presOf" srcId="{9E47215E-F62D-4A41-9770-B25A773F86BB}" destId="{1D31DA11-3A16-410E-B8F6-4337CA7A3788}" srcOrd="0" destOrd="0" presId="urn:microsoft.com/office/officeart/2008/layout/LinedList"/>
    <dgm:cxn modelId="{5B2F24D2-F7B5-4F86-835B-A081A934B3D3}" type="presOf" srcId="{80C2A18D-F8CF-403F-9F8D-AD2E88DC0DD4}" destId="{38AAB5C8-2336-4409-9329-80F002ECB828}" srcOrd="0" destOrd="0" presId="urn:microsoft.com/office/officeart/2008/layout/LinedList"/>
    <dgm:cxn modelId="{638F98E7-9DF1-44F4-8481-1F3051ABA28C}" type="presOf" srcId="{86EC790A-2F1F-4660-8ADE-6EE379BF5264}" destId="{7EB66E98-15E3-49CD-A10D-4903BF7D5D80}" srcOrd="0" destOrd="0" presId="urn:microsoft.com/office/officeart/2008/layout/LinedList"/>
    <dgm:cxn modelId="{5F54BCF1-B59C-4DC2-BFDA-ABF7EC059A4C}" type="presOf" srcId="{FE11522B-8A05-459F-86A2-6284D9E8BBE5}" destId="{2DE1C272-B93E-453D-85E0-A4CE84DFB70A}" srcOrd="0" destOrd="0" presId="urn:microsoft.com/office/officeart/2008/layout/LinedList"/>
    <dgm:cxn modelId="{A6E175F2-999A-44A8-A797-6783638CACB3}" srcId="{C1C9C1F0-56AF-4416-AE62-7186D922D099}" destId="{FE11522B-8A05-459F-86A2-6284D9E8BBE5}" srcOrd="5" destOrd="0" parTransId="{AC1C6F25-473F-49C0-935F-44E043AEC952}" sibTransId="{F9B3C83B-44A4-442C-8DE0-2CBB999FF9D7}"/>
    <dgm:cxn modelId="{A85CDCF8-FF9E-4B16-B211-B6538A46DF76}" srcId="{C1C9C1F0-56AF-4416-AE62-7186D922D099}" destId="{F4756812-DFD1-470C-A36C-18F6D2C00A08}" srcOrd="9" destOrd="0" parTransId="{B0E9F643-D523-47A9-A89A-19D1F265AAB3}" sibTransId="{D17E76D1-D555-4253-9BF8-88568AF1C788}"/>
    <dgm:cxn modelId="{55CA5583-4DAB-49FA-A49C-C6211080543C}" type="presParOf" srcId="{9DF75805-83FC-4255-986A-AB27532AE4A1}" destId="{639A72F9-1A1C-4E90-BFEE-26A56CAC9A99}" srcOrd="0" destOrd="0" presId="urn:microsoft.com/office/officeart/2008/layout/LinedList"/>
    <dgm:cxn modelId="{F94822AB-627C-4137-AF49-7DFA74248D61}" type="presParOf" srcId="{9DF75805-83FC-4255-986A-AB27532AE4A1}" destId="{8D7A5226-8978-4D99-A97B-491463A1B945}" srcOrd="1" destOrd="0" presId="urn:microsoft.com/office/officeart/2008/layout/LinedList"/>
    <dgm:cxn modelId="{67E55260-5848-4DED-A024-0C5837C6728D}" type="presParOf" srcId="{8D7A5226-8978-4D99-A97B-491463A1B945}" destId="{50D7B4D3-A836-442C-9638-8DB8B0C4C9FF}" srcOrd="0" destOrd="0" presId="urn:microsoft.com/office/officeart/2008/layout/LinedList"/>
    <dgm:cxn modelId="{BA9AFDDF-A3B7-4AE2-84E8-7C28D22D6B52}" type="presParOf" srcId="{8D7A5226-8978-4D99-A97B-491463A1B945}" destId="{D9BFEE18-B729-46E9-A1AD-623253F6DE17}" srcOrd="1" destOrd="0" presId="urn:microsoft.com/office/officeart/2008/layout/LinedList"/>
    <dgm:cxn modelId="{8D1A9728-DE95-4F30-81B5-0647E86E3C42}" type="presParOf" srcId="{9DF75805-83FC-4255-986A-AB27532AE4A1}" destId="{F4C6A55D-DAB7-4FEE-82A6-D029474CD5FA}" srcOrd="2" destOrd="0" presId="urn:microsoft.com/office/officeart/2008/layout/LinedList"/>
    <dgm:cxn modelId="{25C115FF-F72E-4A15-B353-4BD3B3E2950F}" type="presParOf" srcId="{9DF75805-83FC-4255-986A-AB27532AE4A1}" destId="{944275B2-4C00-4946-85B3-E076858650BC}" srcOrd="3" destOrd="0" presId="urn:microsoft.com/office/officeart/2008/layout/LinedList"/>
    <dgm:cxn modelId="{9192D53C-EB56-4E66-BAC1-095517B9521B}" type="presParOf" srcId="{944275B2-4C00-4946-85B3-E076858650BC}" destId="{2221A0EA-A7EB-4352-985F-501BA2DE6211}" srcOrd="0" destOrd="0" presId="urn:microsoft.com/office/officeart/2008/layout/LinedList"/>
    <dgm:cxn modelId="{7226E722-FB87-4054-A78E-0A757B68C564}" type="presParOf" srcId="{944275B2-4C00-4946-85B3-E076858650BC}" destId="{AAC32E25-8CF6-4227-A88E-E9C47DF1590F}" srcOrd="1" destOrd="0" presId="urn:microsoft.com/office/officeart/2008/layout/LinedList"/>
    <dgm:cxn modelId="{1F3FD630-0F39-409B-81BC-3F6CA895BBD9}" type="presParOf" srcId="{9DF75805-83FC-4255-986A-AB27532AE4A1}" destId="{C16371C4-A7A1-4F24-BF69-9070BA406CF4}" srcOrd="4" destOrd="0" presId="urn:microsoft.com/office/officeart/2008/layout/LinedList"/>
    <dgm:cxn modelId="{F5D6D9B0-549A-4235-8C14-855523E8555E}" type="presParOf" srcId="{9DF75805-83FC-4255-986A-AB27532AE4A1}" destId="{F1879EAE-60A8-4BC7-8864-4C59E189AE1F}" srcOrd="5" destOrd="0" presId="urn:microsoft.com/office/officeart/2008/layout/LinedList"/>
    <dgm:cxn modelId="{95BEDC30-0EF4-493B-ACFD-5919C17B2879}" type="presParOf" srcId="{F1879EAE-60A8-4BC7-8864-4C59E189AE1F}" destId="{7EB66E98-15E3-49CD-A10D-4903BF7D5D80}" srcOrd="0" destOrd="0" presId="urn:microsoft.com/office/officeart/2008/layout/LinedList"/>
    <dgm:cxn modelId="{39A972DA-63D3-46AF-85B2-0723FBF8CC5B}" type="presParOf" srcId="{F1879EAE-60A8-4BC7-8864-4C59E189AE1F}" destId="{6F90302D-79BC-488E-A419-916CC7925D6D}" srcOrd="1" destOrd="0" presId="urn:microsoft.com/office/officeart/2008/layout/LinedList"/>
    <dgm:cxn modelId="{773FE385-E83C-4567-B531-A4A517256FA1}" type="presParOf" srcId="{9DF75805-83FC-4255-986A-AB27532AE4A1}" destId="{59700633-2F12-4593-A703-F3AF71A42EEE}" srcOrd="6" destOrd="0" presId="urn:microsoft.com/office/officeart/2008/layout/LinedList"/>
    <dgm:cxn modelId="{94DF7673-954E-4724-83B6-A31E1E451757}" type="presParOf" srcId="{9DF75805-83FC-4255-986A-AB27532AE4A1}" destId="{0231A578-83DE-4422-A94F-C6ED98EECE19}" srcOrd="7" destOrd="0" presId="urn:microsoft.com/office/officeart/2008/layout/LinedList"/>
    <dgm:cxn modelId="{F6DA7537-5038-416C-A0A8-F14A8D9929A0}" type="presParOf" srcId="{0231A578-83DE-4422-A94F-C6ED98EECE19}" destId="{38AAB5C8-2336-4409-9329-80F002ECB828}" srcOrd="0" destOrd="0" presId="urn:microsoft.com/office/officeart/2008/layout/LinedList"/>
    <dgm:cxn modelId="{0AFA449C-8210-4C44-BABD-C0C6BC9D665C}" type="presParOf" srcId="{0231A578-83DE-4422-A94F-C6ED98EECE19}" destId="{50B40064-DDA3-48F5-ABAA-B38E06F873EA}" srcOrd="1" destOrd="0" presId="urn:microsoft.com/office/officeart/2008/layout/LinedList"/>
    <dgm:cxn modelId="{D74D8B0D-1E12-40DE-BA54-F591427ACF06}" type="presParOf" srcId="{9DF75805-83FC-4255-986A-AB27532AE4A1}" destId="{DC6B9D64-E1A1-4D5F-9481-8BCE71AA54FA}" srcOrd="8" destOrd="0" presId="urn:microsoft.com/office/officeart/2008/layout/LinedList"/>
    <dgm:cxn modelId="{318A0376-E8D3-42EF-9953-F085AF672E22}" type="presParOf" srcId="{9DF75805-83FC-4255-986A-AB27532AE4A1}" destId="{FB1B8506-1DBB-47D8-91BA-36A61D6D681C}" srcOrd="9" destOrd="0" presId="urn:microsoft.com/office/officeart/2008/layout/LinedList"/>
    <dgm:cxn modelId="{09200167-6006-4A2E-8137-9373B8D1FB23}" type="presParOf" srcId="{FB1B8506-1DBB-47D8-91BA-36A61D6D681C}" destId="{6E086932-FC46-4E45-A123-6889A8B106BB}" srcOrd="0" destOrd="0" presId="urn:microsoft.com/office/officeart/2008/layout/LinedList"/>
    <dgm:cxn modelId="{C89AC62A-70B9-42DE-9384-7F601AE67DF9}" type="presParOf" srcId="{FB1B8506-1DBB-47D8-91BA-36A61D6D681C}" destId="{75E6F1C4-493D-46B7-A5E8-882258AE1FF4}" srcOrd="1" destOrd="0" presId="urn:microsoft.com/office/officeart/2008/layout/LinedList"/>
    <dgm:cxn modelId="{0AAF683F-897D-45FB-B7FB-E0EF9629832C}" type="presParOf" srcId="{9DF75805-83FC-4255-986A-AB27532AE4A1}" destId="{260B11B7-2EEB-4FAE-8264-AF3D6C4C7939}" srcOrd="10" destOrd="0" presId="urn:microsoft.com/office/officeart/2008/layout/LinedList"/>
    <dgm:cxn modelId="{3FFA8055-7F95-45DE-BE5B-FDCDC6254490}" type="presParOf" srcId="{9DF75805-83FC-4255-986A-AB27532AE4A1}" destId="{4BCBA6E3-3B0F-42CD-81AE-191C53C6F827}" srcOrd="11" destOrd="0" presId="urn:microsoft.com/office/officeart/2008/layout/LinedList"/>
    <dgm:cxn modelId="{3C343939-54CE-4D39-BEE5-4C1B0F62F526}" type="presParOf" srcId="{4BCBA6E3-3B0F-42CD-81AE-191C53C6F827}" destId="{2DE1C272-B93E-453D-85E0-A4CE84DFB70A}" srcOrd="0" destOrd="0" presId="urn:microsoft.com/office/officeart/2008/layout/LinedList"/>
    <dgm:cxn modelId="{EAE308D9-9911-49A9-B981-B0B18A5BB8BA}" type="presParOf" srcId="{4BCBA6E3-3B0F-42CD-81AE-191C53C6F827}" destId="{9D52E079-B8D6-4F52-8225-E15172960382}" srcOrd="1" destOrd="0" presId="urn:microsoft.com/office/officeart/2008/layout/LinedList"/>
    <dgm:cxn modelId="{D113ED68-DF86-444F-8DEA-5A8E857DAE7A}" type="presParOf" srcId="{9DF75805-83FC-4255-986A-AB27532AE4A1}" destId="{84F2D685-FEEE-4AE7-90E0-B20561145409}" srcOrd="12" destOrd="0" presId="urn:microsoft.com/office/officeart/2008/layout/LinedList"/>
    <dgm:cxn modelId="{0F45DF33-DD1B-4A56-B85E-CDAA0CF9E6DD}" type="presParOf" srcId="{9DF75805-83FC-4255-986A-AB27532AE4A1}" destId="{EC786C6C-0ACF-4162-A4B3-4B19AF9D32C8}" srcOrd="13" destOrd="0" presId="urn:microsoft.com/office/officeart/2008/layout/LinedList"/>
    <dgm:cxn modelId="{53F31E1E-9606-40AC-8F9F-90F14A7E91D9}" type="presParOf" srcId="{EC786C6C-0ACF-4162-A4B3-4B19AF9D32C8}" destId="{2E5F129B-8C69-4D99-A157-7E0F04218FF5}" srcOrd="0" destOrd="0" presId="urn:microsoft.com/office/officeart/2008/layout/LinedList"/>
    <dgm:cxn modelId="{B1AB3650-3027-47A9-8354-4D12A89C6DEA}" type="presParOf" srcId="{EC786C6C-0ACF-4162-A4B3-4B19AF9D32C8}" destId="{28FC068C-C22C-42F1-8AD1-AFA7E39DD769}" srcOrd="1" destOrd="0" presId="urn:microsoft.com/office/officeart/2008/layout/LinedList"/>
    <dgm:cxn modelId="{793DB298-408A-4AA6-BC9E-B51824A34C01}" type="presParOf" srcId="{9DF75805-83FC-4255-986A-AB27532AE4A1}" destId="{03C9BA93-BFF7-484E-8F79-4B5618B9DC1B}" srcOrd="14" destOrd="0" presId="urn:microsoft.com/office/officeart/2008/layout/LinedList"/>
    <dgm:cxn modelId="{1CCFA408-4E16-47A1-B593-908837C0210E}" type="presParOf" srcId="{9DF75805-83FC-4255-986A-AB27532AE4A1}" destId="{F9D50606-C1D8-463C-9C84-5685C1121FA3}" srcOrd="15" destOrd="0" presId="urn:microsoft.com/office/officeart/2008/layout/LinedList"/>
    <dgm:cxn modelId="{480B220C-E84A-4F9B-B884-1AD593E6E851}" type="presParOf" srcId="{F9D50606-C1D8-463C-9C84-5685C1121FA3}" destId="{1D31DA11-3A16-410E-B8F6-4337CA7A3788}" srcOrd="0" destOrd="0" presId="urn:microsoft.com/office/officeart/2008/layout/LinedList"/>
    <dgm:cxn modelId="{48A75C26-6BB3-432D-8004-61D429EB7679}" type="presParOf" srcId="{F9D50606-C1D8-463C-9C84-5685C1121FA3}" destId="{82B270A1-68BF-4A1F-9381-DB74D901F84A}" srcOrd="1" destOrd="0" presId="urn:microsoft.com/office/officeart/2008/layout/LinedList"/>
    <dgm:cxn modelId="{8225E2FB-5294-4035-B7C5-2F3CBF5D0226}" type="presParOf" srcId="{9DF75805-83FC-4255-986A-AB27532AE4A1}" destId="{9EFD1E64-CAE4-41E8-9C8B-64A3B4930C8D}" srcOrd="16" destOrd="0" presId="urn:microsoft.com/office/officeart/2008/layout/LinedList"/>
    <dgm:cxn modelId="{A87B2E49-ACEE-4EA9-B3D1-0EDA0544C5B9}" type="presParOf" srcId="{9DF75805-83FC-4255-986A-AB27532AE4A1}" destId="{CA894C63-4746-4E65-98FD-D639C1C47280}" srcOrd="17" destOrd="0" presId="urn:microsoft.com/office/officeart/2008/layout/LinedList"/>
    <dgm:cxn modelId="{8585C9F7-0E25-4D02-A4C7-ACD845B12A2D}" type="presParOf" srcId="{CA894C63-4746-4E65-98FD-D639C1C47280}" destId="{E2194A95-9027-412D-970C-34DD70228D93}" srcOrd="0" destOrd="0" presId="urn:microsoft.com/office/officeart/2008/layout/LinedList"/>
    <dgm:cxn modelId="{E67424F0-57A5-4D41-8481-03E1E46011CA}" type="presParOf" srcId="{CA894C63-4746-4E65-98FD-D639C1C47280}" destId="{22A28B56-83AE-4039-B66E-56E34E26CF7F}" srcOrd="1" destOrd="0" presId="urn:microsoft.com/office/officeart/2008/layout/LinedList"/>
    <dgm:cxn modelId="{2FBC0D90-F064-440E-A6AD-34C69C325CD4}" type="presParOf" srcId="{9DF75805-83FC-4255-986A-AB27532AE4A1}" destId="{C89C61E3-264A-4B95-A202-44693E947764}" srcOrd="18" destOrd="0" presId="urn:microsoft.com/office/officeart/2008/layout/LinedList"/>
    <dgm:cxn modelId="{24DED294-ACB1-4FE5-B4EF-FC15FFE4D5B7}" type="presParOf" srcId="{9DF75805-83FC-4255-986A-AB27532AE4A1}" destId="{8CABB997-431B-4791-8CEA-AF1F56A90B96}" srcOrd="19" destOrd="0" presId="urn:microsoft.com/office/officeart/2008/layout/LinedList"/>
    <dgm:cxn modelId="{1F8244FD-D4C9-43BF-B55E-99A6A6F31694}" type="presParOf" srcId="{8CABB997-431B-4791-8CEA-AF1F56A90B96}" destId="{8E72817E-C94D-4340-BC68-43214FA1443E}" srcOrd="0" destOrd="0" presId="urn:microsoft.com/office/officeart/2008/layout/LinedList"/>
    <dgm:cxn modelId="{7B3C8293-FB75-4A7A-B0F0-B4071B982A72}" type="presParOf" srcId="{8CABB997-431B-4791-8CEA-AF1F56A90B96}" destId="{3C890794-1E96-4D40-93C2-E7F3C458CF3E}" srcOrd="1" destOrd="0" presId="urn:microsoft.com/office/officeart/2008/layout/LinedLis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4A11EC-7AEF-44B6-88CA-03629491D148}"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DB81C9D4-9AA8-49E1-86A8-A66D6FB92F13}" type="pres">
      <dgm:prSet presAssocID="{DC4A11EC-7AEF-44B6-88CA-03629491D148}" presName="root" presStyleCnt="0">
        <dgm:presLayoutVars>
          <dgm:dir/>
          <dgm:resizeHandles val="exact"/>
        </dgm:presLayoutVars>
      </dgm:prSet>
      <dgm:spPr/>
    </dgm:pt>
  </dgm:ptLst>
  <dgm:cxnLst>
    <dgm:cxn modelId="{F32F92D6-5D26-4697-9CDB-A6362AD4BC1B}" type="presOf" srcId="{DC4A11EC-7AEF-44B6-88CA-03629491D148}" destId="{DB81C9D4-9AA8-49E1-86A8-A66D6FB92F13}" srcOrd="0"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4A11EC-7AEF-44B6-88CA-03629491D148}" type="doc">
      <dgm:prSet loTypeId="urn:microsoft.com/office/officeart/2018/5/layout/IconCircleLabelList" loCatId="icon" qsTypeId="urn:microsoft.com/office/officeart/2005/8/quickstyle/simple4" qsCatId="simple" csTypeId="urn:microsoft.com/office/officeart/2005/8/colors/accent2_2" csCatId="accent2" phldr="1"/>
      <dgm:spPr/>
      <dgm:t>
        <a:bodyPr/>
        <a:lstStyle/>
        <a:p>
          <a:endParaRPr lang="en-US"/>
        </a:p>
      </dgm:t>
    </dgm:pt>
    <dgm:pt modelId="{CCDB6F91-7D45-462D-B0A0-E6FEF13D7FE2}">
      <dgm:prSet/>
      <dgm:spPr/>
      <dgm:t>
        <a:bodyPr/>
        <a:lstStyle/>
        <a:p>
          <a:pPr>
            <a:lnSpc>
              <a:spcPct val="100000"/>
            </a:lnSpc>
            <a:defRPr cap="all"/>
          </a:pPr>
          <a:r>
            <a:rPr lang="en-US"/>
            <a:t>Highly compressed air needs to be controlled. Keep it under 120 psig</a:t>
          </a:r>
          <a:endParaRPr lang="en-US" dirty="0"/>
        </a:p>
      </dgm:t>
    </dgm:pt>
    <dgm:pt modelId="{8ED9DB14-1D6E-4C24-B0C6-CFAEAE7E23B6}" type="parTrans" cxnId="{1F4ED1AE-D0DC-4725-9A0E-88571B159042}">
      <dgm:prSet/>
      <dgm:spPr/>
      <dgm:t>
        <a:bodyPr/>
        <a:lstStyle/>
        <a:p>
          <a:endParaRPr lang="en-US"/>
        </a:p>
      </dgm:t>
    </dgm:pt>
    <dgm:pt modelId="{87B84D69-E9B4-42A5-B18B-72C9C5AA450A}" type="sibTrans" cxnId="{1F4ED1AE-D0DC-4725-9A0E-88571B159042}">
      <dgm:prSet/>
      <dgm:spPr/>
      <dgm:t>
        <a:bodyPr/>
        <a:lstStyle/>
        <a:p>
          <a:endParaRPr lang="en-US"/>
        </a:p>
      </dgm:t>
    </dgm:pt>
    <dgm:pt modelId="{112ECDDF-CF75-463E-B312-C092ADA6ED16}">
      <dgm:prSet/>
      <dgm:spPr/>
      <dgm:t>
        <a:bodyPr/>
        <a:lstStyle/>
        <a:p>
          <a:pPr>
            <a:lnSpc>
              <a:spcPct val="100000"/>
            </a:lnSpc>
            <a:defRPr cap="all"/>
          </a:pPr>
          <a:r>
            <a:rPr lang="en-US"/>
            <a:t>Water can potentially get into thermocouple reader and pump</a:t>
          </a:r>
          <a:endParaRPr lang="en-US" dirty="0"/>
        </a:p>
      </dgm:t>
    </dgm:pt>
    <dgm:pt modelId="{7AE8E784-FE74-403F-B286-E3E9B4A213B4}" type="parTrans" cxnId="{6916B986-C93A-433D-9927-2E9E5B23F351}">
      <dgm:prSet/>
      <dgm:spPr/>
      <dgm:t>
        <a:bodyPr/>
        <a:lstStyle/>
        <a:p>
          <a:endParaRPr lang="en-US"/>
        </a:p>
      </dgm:t>
    </dgm:pt>
    <dgm:pt modelId="{469467CC-A36E-4641-893F-D6784BB8B8A8}" type="sibTrans" cxnId="{6916B986-C93A-433D-9927-2E9E5B23F351}">
      <dgm:prSet/>
      <dgm:spPr/>
      <dgm:t>
        <a:bodyPr/>
        <a:lstStyle/>
        <a:p>
          <a:endParaRPr lang="en-US"/>
        </a:p>
      </dgm:t>
    </dgm:pt>
    <dgm:pt modelId="{00CC5779-E501-4C2E-BED0-F042E20D3EEA}">
      <dgm:prSet/>
      <dgm:spPr/>
      <dgm:t>
        <a:bodyPr/>
        <a:lstStyle/>
        <a:p>
          <a:pPr>
            <a:lnSpc>
              <a:spcPct val="100000"/>
            </a:lnSpc>
            <a:defRPr cap="all"/>
          </a:pPr>
          <a:r>
            <a:rPr lang="en-US"/>
            <a:t>Steam valve and outlet air will be at high temperatures</a:t>
          </a:r>
          <a:endParaRPr lang="en-US" dirty="0"/>
        </a:p>
      </dgm:t>
    </dgm:pt>
    <dgm:pt modelId="{FFE38DC8-92B6-4D77-AED3-24639D303AA5}" type="parTrans" cxnId="{68A6AEB7-AD64-40E6-85FD-AEC3CCBD3424}">
      <dgm:prSet/>
      <dgm:spPr/>
      <dgm:t>
        <a:bodyPr/>
        <a:lstStyle/>
        <a:p>
          <a:endParaRPr lang="en-US"/>
        </a:p>
      </dgm:t>
    </dgm:pt>
    <dgm:pt modelId="{92D1D8E1-09F2-43AF-8F58-FF2C42D86B2A}" type="sibTrans" cxnId="{68A6AEB7-AD64-40E6-85FD-AEC3CCBD3424}">
      <dgm:prSet/>
      <dgm:spPr/>
      <dgm:t>
        <a:bodyPr/>
        <a:lstStyle/>
        <a:p>
          <a:endParaRPr lang="en-US"/>
        </a:p>
      </dgm:t>
    </dgm:pt>
    <dgm:pt modelId="{D7B5A51D-2ED0-49F0-849E-9631AC182D7C}">
      <dgm:prSet/>
      <dgm:spPr/>
      <dgm:t>
        <a:bodyPr/>
        <a:lstStyle/>
        <a:p>
          <a:pPr>
            <a:lnSpc>
              <a:spcPct val="100000"/>
            </a:lnSpc>
            <a:defRPr cap="all"/>
          </a:pPr>
          <a:r>
            <a:rPr lang="en-US"/>
            <a:t>Do not run the pump without water </a:t>
          </a:r>
          <a:endParaRPr lang="en-US" dirty="0"/>
        </a:p>
      </dgm:t>
    </dgm:pt>
    <dgm:pt modelId="{9BAC1C52-41BA-4B5E-B434-634F0FBD978B}" type="parTrans" cxnId="{8F9954FE-559A-4C42-9964-1810173C6109}">
      <dgm:prSet/>
      <dgm:spPr/>
      <dgm:t>
        <a:bodyPr/>
        <a:lstStyle/>
        <a:p>
          <a:endParaRPr lang="en-US"/>
        </a:p>
      </dgm:t>
    </dgm:pt>
    <dgm:pt modelId="{E678EBAB-056C-462D-9F25-642905B9E73F}" type="sibTrans" cxnId="{8F9954FE-559A-4C42-9964-1810173C6109}">
      <dgm:prSet/>
      <dgm:spPr/>
      <dgm:t>
        <a:bodyPr/>
        <a:lstStyle/>
        <a:p>
          <a:endParaRPr lang="en-US"/>
        </a:p>
      </dgm:t>
    </dgm:pt>
    <dgm:pt modelId="{DB81C9D4-9AA8-49E1-86A8-A66D6FB92F13}" type="pres">
      <dgm:prSet presAssocID="{DC4A11EC-7AEF-44B6-88CA-03629491D148}" presName="root" presStyleCnt="0">
        <dgm:presLayoutVars>
          <dgm:dir/>
          <dgm:resizeHandles val="exact"/>
        </dgm:presLayoutVars>
      </dgm:prSet>
      <dgm:spPr/>
    </dgm:pt>
    <dgm:pt modelId="{04A032E6-9B29-4A42-95F6-44357A76C143}" type="pres">
      <dgm:prSet presAssocID="{CCDB6F91-7D45-462D-B0A0-E6FEF13D7FE2}" presName="compNode" presStyleCnt="0"/>
      <dgm:spPr/>
    </dgm:pt>
    <dgm:pt modelId="{ACC847AC-8835-403A-85CC-DDA713C37621}" type="pres">
      <dgm:prSet presAssocID="{CCDB6F91-7D45-462D-B0A0-E6FEF13D7FE2}" presName="iconBgRect" presStyleLbl="bgShp" presStyleIdx="0" presStyleCnt="4"/>
      <dgm:spPr/>
    </dgm:pt>
    <dgm:pt modelId="{E7DEE6FE-0C15-4787-8510-30A2D73153CD}" type="pres">
      <dgm:prSet presAssocID="{CCDB6F91-7D45-462D-B0A0-E6FEF13D7FE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C40FD397-C54B-4F67-9A20-3C19F5C281AB}" type="pres">
      <dgm:prSet presAssocID="{CCDB6F91-7D45-462D-B0A0-E6FEF13D7FE2}" presName="spaceRect" presStyleCnt="0"/>
      <dgm:spPr/>
    </dgm:pt>
    <dgm:pt modelId="{99127B00-7B58-46F4-A13B-3A4A4C537E4B}" type="pres">
      <dgm:prSet presAssocID="{CCDB6F91-7D45-462D-B0A0-E6FEF13D7FE2}" presName="textRect" presStyleLbl="revTx" presStyleIdx="0" presStyleCnt="4">
        <dgm:presLayoutVars>
          <dgm:chMax val="1"/>
          <dgm:chPref val="1"/>
        </dgm:presLayoutVars>
      </dgm:prSet>
      <dgm:spPr/>
    </dgm:pt>
    <dgm:pt modelId="{64CCB217-678A-4C5A-BE27-375FAFDD5C5E}" type="pres">
      <dgm:prSet presAssocID="{87B84D69-E9B4-42A5-B18B-72C9C5AA450A}" presName="sibTrans" presStyleCnt="0"/>
      <dgm:spPr/>
    </dgm:pt>
    <dgm:pt modelId="{24656C87-52DA-4F97-919D-7A0417CE743F}" type="pres">
      <dgm:prSet presAssocID="{112ECDDF-CF75-463E-B312-C092ADA6ED16}" presName="compNode" presStyleCnt="0"/>
      <dgm:spPr/>
    </dgm:pt>
    <dgm:pt modelId="{754D401C-26EA-4ACC-BA4E-9371E8221966}" type="pres">
      <dgm:prSet presAssocID="{112ECDDF-CF75-463E-B312-C092ADA6ED16}" presName="iconBgRect" presStyleLbl="bgShp" presStyleIdx="1" presStyleCnt="4"/>
      <dgm:spPr/>
    </dgm:pt>
    <dgm:pt modelId="{3763F08A-0A38-4D43-BC53-15DDBE7225ED}" type="pres">
      <dgm:prSet presAssocID="{112ECDDF-CF75-463E-B312-C092ADA6ED16}"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High voltage with solid fill"/>
        </a:ext>
      </dgm:extLst>
    </dgm:pt>
    <dgm:pt modelId="{FF5C410D-B87D-4F14-BC14-90357F032219}" type="pres">
      <dgm:prSet presAssocID="{112ECDDF-CF75-463E-B312-C092ADA6ED16}" presName="spaceRect" presStyleCnt="0"/>
      <dgm:spPr/>
    </dgm:pt>
    <dgm:pt modelId="{E7D6A1B3-6322-4EF1-B0A1-800021810DA9}" type="pres">
      <dgm:prSet presAssocID="{112ECDDF-CF75-463E-B312-C092ADA6ED16}" presName="textRect" presStyleLbl="revTx" presStyleIdx="1" presStyleCnt="4">
        <dgm:presLayoutVars>
          <dgm:chMax val="1"/>
          <dgm:chPref val="1"/>
        </dgm:presLayoutVars>
      </dgm:prSet>
      <dgm:spPr/>
    </dgm:pt>
    <dgm:pt modelId="{C996AF7D-288B-4692-BF76-109A11629685}" type="pres">
      <dgm:prSet presAssocID="{469467CC-A36E-4641-893F-D6784BB8B8A8}" presName="sibTrans" presStyleCnt="0"/>
      <dgm:spPr/>
    </dgm:pt>
    <dgm:pt modelId="{4D9B67EA-47F3-4FCB-8789-C94F808BFC96}" type="pres">
      <dgm:prSet presAssocID="{00CC5779-E501-4C2E-BED0-F042E20D3EEA}" presName="compNode" presStyleCnt="0"/>
      <dgm:spPr/>
    </dgm:pt>
    <dgm:pt modelId="{EBC0BE36-5AC3-47C9-AE70-5AE4E1B8137A}" type="pres">
      <dgm:prSet presAssocID="{00CC5779-E501-4C2E-BED0-F042E20D3EEA}" presName="iconBgRect" presStyleLbl="bgShp" presStyleIdx="2" presStyleCnt="4"/>
      <dgm:spPr/>
    </dgm:pt>
    <dgm:pt modelId="{20EB1735-7E45-4597-A640-3ADAF8B039E9}" type="pres">
      <dgm:prSet presAssocID="{00CC5779-E501-4C2E-BED0-F042E20D3EE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hermometer"/>
        </a:ext>
      </dgm:extLst>
    </dgm:pt>
    <dgm:pt modelId="{B023D60F-D940-470B-BA04-3277304036A8}" type="pres">
      <dgm:prSet presAssocID="{00CC5779-E501-4C2E-BED0-F042E20D3EEA}" presName="spaceRect" presStyleCnt="0"/>
      <dgm:spPr/>
    </dgm:pt>
    <dgm:pt modelId="{7712B8A8-6998-43BA-AE93-40101BE79D25}" type="pres">
      <dgm:prSet presAssocID="{00CC5779-E501-4C2E-BED0-F042E20D3EEA}" presName="textRect" presStyleLbl="revTx" presStyleIdx="2" presStyleCnt="4">
        <dgm:presLayoutVars>
          <dgm:chMax val="1"/>
          <dgm:chPref val="1"/>
        </dgm:presLayoutVars>
      </dgm:prSet>
      <dgm:spPr/>
    </dgm:pt>
    <dgm:pt modelId="{7228141E-9C84-4B4B-B905-73C13938A4C5}" type="pres">
      <dgm:prSet presAssocID="{92D1D8E1-09F2-43AF-8F58-FF2C42D86B2A}" presName="sibTrans" presStyleCnt="0"/>
      <dgm:spPr/>
    </dgm:pt>
    <dgm:pt modelId="{83855DFB-82ED-4077-8275-A1BB634DE01D}" type="pres">
      <dgm:prSet presAssocID="{D7B5A51D-2ED0-49F0-849E-9631AC182D7C}" presName="compNode" presStyleCnt="0"/>
      <dgm:spPr/>
    </dgm:pt>
    <dgm:pt modelId="{03F4DAE5-90B6-4D8E-AA17-F8E10EDFF6A4}" type="pres">
      <dgm:prSet presAssocID="{D7B5A51D-2ED0-49F0-849E-9631AC182D7C}" presName="iconBgRect" presStyleLbl="bgShp" presStyleIdx="3" presStyleCnt="4"/>
      <dgm:spPr/>
    </dgm:pt>
    <dgm:pt modelId="{724A806F-3771-4E2F-8A53-956E45DB9115}" type="pres">
      <dgm:prSet presAssocID="{D7B5A51D-2ED0-49F0-849E-9631AC182D7C}" presName="iconRect" presStyleLbl="node1" presStyleIdx="3" presStyleCnt="4"/>
      <dgm:spPr>
        <a:blipFill rotWithShape="1">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pt>
    <dgm:pt modelId="{CCF3424C-896E-4201-8B93-3CFDCBDD0407}" type="pres">
      <dgm:prSet presAssocID="{D7B5A51D-2ED0-49F0-849E-9631AC182D7C}" presName="spaceRect" presStyleCnt="0"/>
      <dgm:spPr/>
    </dgm:pt>
    <dgm:pt modelId="{124DAA8E-25CF-4893-952A-59FBE366825E}" type="pres">
      <dgm:prSet presAssocID="{D7B5A51D-2ED0-49F0-849E-9631AC182D7C}" presName="textRect" presStyleLbl="revTx" presStyleIdx="3" presStyleCnt="4">
        <dgm:presLayoutVars>
          <dgm:chMax val="1"/>
          <dgm:chPref val="1"/>
        </dgm:presLayoutVars>
      </dgm:prSet>
      <dgm:spPr/>
    </dgm:pt>
  </dgm:ptLst>
  <dgm:cxnLst>
    <dgm:cxn modelId="{2A576309-8962-436D-93C2-8CFF10ACCBF6}" type="presOf" srcId="{CCDB6F91-7D45-462D-B0A0-E6FEF13D7FE2}" destId="{99127B00-7B58-46F4-A13B-3A4A4C537E4B}" srcOrd="0" destOrd="0" presId="urn:microsoft.com/office/officeart/2018/5/layout/IconCircleLabelList"/>
    <dgm:cxn modelId="{06C5C736-4E06-403B-AF76-AB649F0AC689}" type="presOf" srcId="{00CC5779-E501-4C2E-BED0-F042E20D3EEA}" destId="{7712B8A8-6998-43BA-AE93-40101BE79D25}" srcOrd="0" destOrd="0" presId="urn:microsoft.com/office/officeart/2018/5/layout/IconCircleLabelList"/>
    <dgm:cxn modelId="{6050BE83-8D00-490C-B1C2-C04E7D7009A0}" type="presOf" srcId="{D7B5A51D-2ED0-49F0-849E-9631AC182D7C}" destId="{124DAA8E-25CF-4893-952A-59FBE366825E}" srcOrd="0" destOrd="0" presId="urn:microsoft.com/office/officeart/2018/5/layout/IconCircleLabelList"/>
    <dgm:cxn modelId="{6916B986-C93A-433D-9927-2E9E5B23F351}" srcId="{DC4A11EC-7AEF-44B6-88CA-03629491D148}" destId="{112ECDDF-CF75-463E-B312-C092ADA6ED16}" srcOrd="1" destOrd="0" parTransId="{7AE8E784-FE74-403F-B286-E3E9B4A213B4}" sibTransId="{469467CC-A36E-4641-893F-D6784BB8B8A8}"/>
    <dgm:cxn modelId="{AA2A259F-8E15-469E-945B-E6A157041936}" type="presOf" srcId="{112ECDDF-CF75-463E-B312-C092ADA6ED16}" destId="{E7D6A1B3-6322-4EF1-B0A1-800021810DA9}" srcOrd="0" destOrd="0" presId="urn:microsoft.com/office/officeart/2018/5/layout/IconCircleLabelList"/>
    <dgm:cxn modelId="{1F4ED1AE-D0DC-4725-9A0E-88571B159042}" srcId="{DC4A11EC-7AEF-44B6-88CA-03629491D148}" destId="{CCDB6F91-7D45-462D-B0A0-E6FEF13D7FE2}" srcOrd="0" destOrd="0" parTransId="{8ED9DB14-1D6E-4C24-B0C6-CFAEAE7E23B6}" sibTransId="{87B84D69-E9B4-42A5-B18B-72C9C5AA450A}"/>
    <dgm:cxn modelId="{68A6AEB7-AD64-40E6-85FD-AEC3CCBD3424}" srcId="{DC4A11EC-7AEF-44B6-88CA-03629491D148}" destId="{00CC5779-E501-4C2E-BED0-F042E20D3EEA}" srcOrd="2" destOrd="0" parTransId="{FFE38DC8-92B6-4D77-AED3-24639D303AA5}" sibTransId="{92D1D8E1-09F2-43AF-8F58-FF2C42D86B2A}"/>
    <dgm:cxn modelId="{F32F92D6-5D26-4697-9CDB-A6362AD4BC1B}" type="presOf" srcId="{DC4A11EC-7AEF-44B6-88CA-03629491D148}" destId="{DB81C9D4-9AA8-49E1-86A8-A66D6FB92F13}" srcOrd="0" destOrd="0" presId="urn:microsoft.com/office/officeart/2018/5/layout/IconCircleLabelList"/>
    <dgm:cxn modelId="{8F9954FE-559A-4C42-9964-1810173C6109}" srcId="{DC4A11EC-7AEF-44B6-88CA-03629491D148}" destId="{D7B5A51D-2ED0-49F0-849E-9631AC182D7C}" srcOrd="3" destOrd="0" parTransId="{9BAC1C52-41BA-4B5E-B434-634F0FBD978B}" sibTransId="{E678EBAB-056C-462D-9F25-642905B9E73F}"/>
    <dgm:cxn modelId="{12E1E60F-0C2E-4372-B88F-00F8021F98B5}" type="presParOf" srcId="{DB81C9D4-9AA8-49E1-86A8-A66D6FB92F13}" destId="{04A032E6-9B29-4A42-95F6-44357A76C143}" srcOrd="0" destOrd="0" presId="urn:microsoft.com/office/officeart/2018/5/layout/IconCircleLabelList"/>
    <dgm:cxn modelId="{8B4D6000-1FAA-4C24-87B0-BA15991B8544}" type="presParOf" srcId="{04A032E6-9B29-4A42-95F6-44357A76C143}" destId="{ACC847AC-8835-403A-85CC-DDA713C37621}" srcOrd="0" destOrd="0" presId="urn:microsoft.com/office/officeart/2018/5/layout/IconCircleLabelList"/>
    <dgm:cxn modelId="{2ABB2F53-8415-4798-BF80-3118FD3D2AFD}" type="presParOf" srcId="{04A032E6-9B29-4A42-95F6-44357A76C143}" destId="{E7DEE6FE-0C15-4787-8510-30A2D73153CD}" srcOrd="1" destOrd="0" presId="urn:microsoft.com/office/officeart/2018/5/layout/IconCircleLabelList"/>
    <dgm:cxn modelId="{51218C9C-790E-4091-B171-3B01FA5EA906}" type="presParOf" srcId="{04A032E6-9B29-4A42-95F6-44357A76C143}" destId="{C40FD397-C54B-4F67-9A20-3C19F5C281AB}" srcOrd="2" destOrd="0" presId="urn:microsoft.com/office/officeart/2018/5/layout/IconCircleLabelList"/>
    <dgm:cxn modelId="{C5A4EE8F-115C-413C-AFFA-8EB3A02299C3}" type="presParOf" srcId="{04A032E6-9B29-4A42-95F6-44357A76C143}" destId="{99127B00-7B58-46F4-A13B-3A4A4C537E4B}" srcOrd="3" destOrd="0" presId="urn:microsoft.com/office/officeart/2018/5/layout/IconCircleLabelList"/>
    <dgm:cxn modelId="{1833E771-B630-42A6-BD99-81776BCD05DE}" type="presParOf" srcId="{DB81C9D4-9AA8-49E1-86A8-A66D6FB92F13}" destId="{64CCB217-678A-4C5A-BE27-375FAFDD5C5E}" srcOrd="1" destOrd="0" presId="urn:microsoft.com/office/officeart/2018/5/layout/IconCircleLabelList"/>
    <dgm:cxn modelId="{8A778B59-2740-4D16-9C39-FB872A2AFC22}" type="presParOf" srcId="{DB81C9D4-9AA8-49E1-86A8-A66D6FB92F13}" destId="{24656C87-52DA-4F97-919D-7A0417CE743F}" srcOrd="2" destOrd="0" presId="urn:microsoft.com/office/officeart/2018/5/layout/IconCircleLabelList"/>
    <dgm:cxn modelId="{B9A26A9C-BCB8-4153-AB94-C21D789F6A72}" type="presParOf" srcId="{24656C87-52DA-4F97-919D-7A0417CE743F}" destId="{754D401C-26EA-4ACC-BA4E-9371E8221966}" srcOrd="0" destOrd="0" presId="urn:microsoft.com/office/officeart/2018/5/layout/IconCircleLabelList"/>
    <dgm:cxn modelId="{AAAE59EC-591E-46F1-B53F-CFEBAD36C6F4}" type="presParOf" srcId="{24656C87-52DA-4F97-919D-7A0417CE743F}" destId="{3763F08A-0A38-4D43-BC53-15DDBE7225ED}" srcOrd="1" destOrd="0" presId="urn:microsoft.com/office/officeart/2018/5/layout/IconCircleLabelList"/>
    <dgm:cxn modelId="{E803A733-5424-45A9-A3ED-AC270CEF8C9C}" type="presParOf" srcId="{24656C87-52DA-4F97-919D-7A0417CE743F}" destId="{FF5C410D-B87D-4F14-BC14-90357F032219}" srcOrd="2" destOrd="0" presId="urn:microsoft.com/office/officeart/2018/5/layout/IconCircleLabelList"/>
    <dgm:cxn modelId="{BC5C2B28-7146-4AED-A8A1-A5EC27484D6E}" type="presParOf" srcId="{24656C87-52DA-4F97-919D-7A0417CE743F}" destId="{E7D6A1B3-6322-4EF1-B0A1-800021810DA9}" srcOrd="3" destOrd="0" presId="urn:microsoft.com/office/officeart/2018/5/layout/IconCircleLabelList"/>
    <dgm:cxn modelId="{6777EB0C-F826-4984-B6A4-7F204616829C}" type="presParOf" srcId="{DB81C9D4-9AA8-49E1-86A8-A66D6FB92F13}" destId="{C996AF7D-288B-4692-BF76-109A11629685}" srcOrd="3" destOrd="0" presId="urn:microsoft.com/office/officeart/2018/5/layout/IconCircleLabelList"/>
    <dgm:cxn modelId="{AF6B8124-8435-431E-AD4C-F1432B4AE075}" type="presParOf" srcId="{DB81C9D4-9AA8-49E1-86A8-A66D6FB92F13}" destId="{4D9B67EA-47F3-4FCB-8789-C94F808BFC96}" srcOrd="4" destOrd="0" presId="urn:microsoft.com/office/officeart/2018/5/layout/IconCircleLabelList"/>
    <dgm:cxn modelId="{0A79117E-7A28-4F3F-BF20-7D33A18F1A87}" type="presParOf" srcId="{4D9B67EA-47F3-4FCB-8789-C94F808BFC96}" destId="{EBC0BE36-5AC3-47C9-AE70-5AE4E1B8137A}" srcOrd="0" destOrd="0" presId="urn:microsoft.com/office/officeart/2018/5/layout/IconCircleLabelList"/>
    <dgm:cxn modelId="{4460775B-2702-4DF9-87D2-9B478401E1E1}" type="presParOf" srcId="{4D9B67EA-47F3-4FCB-8789-C94F808BFC96}" destId="{20EB1735-7E45-4597-A640-3ADAF8B039E9}" srcOrd="1" destOrd="0" presId="urn:microsoft.com/office/officeart/2018/5/layout/IconCircleLabelList"/>
    <dgm:cxn modelId="{5B0E368A-AA54-48B0-8BA5-F4138EAE87C5}" type="presParOf" srcId="{4D9B67EA-47F3-4FCB-8789-C94F808BFC96}" destId="{B023D60F-D940-470B-BA04-3277304036A8}" srcOrd="2" destOrd="0" presId="urn:microsoft.com/office/officeart/2018/5/layout/IconCircleLabelList"/>
    <dgm:cxn modelId="{526D46C2-5B7D-4645-9596-1806739DECAE}" type="presParOf" srcId="{4D9B67EA-47F3-4FCB-8789-C94F808BFC96}" destId="{7712B8A8-6998-43BA-AE93-40101BE79D25}" srcOrd="3" destOrd="0" presId="urn:microsoft.com/office/officeart/2018/5/layout/IconCircleLabelList"/>
    <dgm:cxn modelId="{0F3FBA68-497C-4EBC-8BE4-0E5DF57D99D7}" type="presParOf" srcId="{DB81C9D4-9AA8-49E1-86A8-A66D6FB92F13}" destId="{7228141E-9C84-4B4B-B905-73C13938A4C5}" srcOrd="5" destOrd="0" presId="urn:microsoft.com/office/officeart/2018/5/layout/IconCircleLabelList"/>
    <dgm:cxn modelId="{A6E63EAD-8F3F-484A-A96F-F1D0B4BA3091}" type="presParOf" srcId="{DB81C9D4-9AA8-49E1-86A8-A66D6FB92F13}" destId="{83855DFB-82ED-4077-8275-A1BB634DE01D}" srcOrd="6" destOrd="0" presId="urn:microsoft.com/office/officeart/2018/5/layout/IconCircleLabelList"/>
    <dgm:cxn modelId="{DF7012BF-D11C-46B3-9E5A-DBE033D8C6F5}" type="presParOf" srcId="{83855DFB-82ED-4077-8275-A1BB634DE01D}" destId="{03F4DAE5-90B6-4D8E-AA17-F8E10EDFF6A4}" srcOrd="0" destOrd="0" presId="urn:microsoft.com/office/officeart/2018/5/layout/IconCircleLabelList"/>
    <dgm:cxn modelId="{D873B781-F646-4EE4-B3BF-7F7868CA1AA0}" type="presParOf" srcId="{83855DFB-82ED-4077-8275-A1BB634DE01D}" destId="{724A806F-3771-4E2F-8A53-956E45DB9115}" srcOrd="1" destOrd="0" presId="urn:microsoft.com/office/officeart/2018/5/layout/IconCircleLabelList"/>
    <dgm:cxn modelId="{0C7373A4-E6DF-4865-822F-BC35EC603603}" type="presParOf" srcId="{83855DFB-82ED-4077-8275-A1BB634DE01D}" destId="{CCF3424C-896E-4201-8B93-3CFDCBDD0407}" srcOrd="2" destOrd="0" presId="urn:microsoft.com/office/officeart/2018/5/layout/IconCircleLabelList"/>
    <dgm:cxn modelId="{9D712A06-AD71-45EF-A4A9-F8AE263A57B4}" type="presParOf" srcId="{83855DFB-82ED-4077-8275-A1BB634DE01D}" destId="{124DAA8E-25CF-4893-952A-59FBE366825E}"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1" qsCatId="simple" csTypeId="urn:microsoft.com/office/officeart/2005/8/colors/colorful2" csCatId="colorful" phldr="1"/>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Lst>
  <dgm:cxnLst>
    <dgm:cxn modelId="{E0A64B26-E586-4D5B-8C50-F5BD7D991F10}" type="presOf" srcId="{F021892D-E54C-43FB-A6F7-A5F140137F6F}" destId="{C9CAC79E-7441-42CA-B76A-3B9DE0FFE3F7}" srcOrd="0"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4" qsCatId="simple" csTypeId="urn:microsoft.com/office/officeart/2005/8/colors/colorful2" csCatId="colorful" phldr="1"/>
      <dgm:spPr/>
      <dgm:t>
        <a:bodyPr/>
        <a:lstStyle/>
        <a:p>
          <a:endParaRPr lang="en-US"/>
        </a:p>
      </dgm:t>
    </dgm:pt>
    <dgm:pt modelId="{1ACECAF5-9ADD-4AAE-AF1D-304AA32AAE58}">
      <dgm:prSet/>
      <dgm:spPr/>
      <dgm:t>
        <a:bodyPr/>
        <a:lstStyle/>
        <a:p>
          <a:pPr>
            <a:lnSpc>
              <a:spcPct val="100000"/>
            </a:lnSpc>
            <a:defRPr cap="all"/>
          </a:pPr>
          <a:r>
            <a:rPr lang="en-US" b="1"/>
            <a:t>Have someone recording values consistently</a:t>
          </a:r>
        </a:p>
      </dgm:t>
    </dgm:pt>
    <dgm:pt modelId="{0B1C12EC-9997-4313-8AD9-8B67A20F7466}" type="parTrans" cxnId="{3F1A306E-7D25-4517-A1B5-54559224EB10}">
      <dgm:prSet/>
      <dgm:spPr/>
      <dgm:t>
        <a:bodyPr/>
        <a:lstStyle/>
        <a:p>
          <a:endParaRPr lang="en-US"/>
        </a:p>
      </dgm:t>
    </dgm:pt>
    <dgm:pt modelId="{117F3516-84C5-42CB-96F2-FBF343FA6BBB}" type="sibTrans" cxnId="{3F1A306E-7D25-4517-A1B5-54559224EB10}">
      <dgm:prSet/>
      <dgm:spPr/>
      <dgm:t>
        <a:bodyPr/>
        <a:lstStyle/>
        <a:p>
          <a:endParaRPr lang="en-US"/>
        </a:p>
      </dgm:t>
    </dgm:pt>
    <dgm:pt modelId="{F848CFB1-7BB0-4439-96D0-6588C11722CB}">
      <dgm:prSet/>
      <dgm:spPr/>
      <dgm:t>
        <a:bodyPr/>
        <a:lstStyle/>
        <a:p>
          <a:pPr>
            <a:lnSpc>
              <a:spcPct val="100000"/>
            </a:lnSpc>
            <a:defRPr cap="all"/>
          </a:pPr>
          <a:r>
            <a:rPr lang="en-US" b="1"/>
            <a:t>Allow the system to stabilize between trials before recording any data</a:t>
          </a:r>
          <a:endParaRPr lang="en-US" b="1" dirty="0"/>
        </a:p>
      </dgm:t>
    </dgm:pt>
    <dgm:pt modelId="{1190F148-BEA9-46A4-B0ED-199C2B5FE159}" type="parTrans" cxnId="{1FE7BDAF-D115-4160-8702-FFEB3512CABF}">
      <dgm:prSet/>
      <dgm:spPr/>
      <dgm:t>
        <a:bodyPr/>
        <a:lstStyle/>
        <a:p>
          <a:endParaRPr lang="en-US"/>
        </a:p>
      </dgm:t>
    </dgm:pt>
    <dgm:pt modelId="{EC3EE9E2-D710-46B5-B102-21157B9F9B6D}" type="sibTrans" cxnId="{1FE7BDAF-D115-4160-8702-FFEB3512CABF}">
      <dgm:prSet/>
      <dgm:spPr/>
      <dgm:t>
        <a:bodyPr/>
        <a:lstStyle/>
        <a:p>
          <a:endParaRPr lang="en-US"/>
        </a:p>
      </dgm:t>
    </dgm:pt>
    <dgm:pt modelId="{B69C45B0-9AC8-4E55-A938-06FBFF74242F}">
      <dgm:prSet/>
      <dgm:spPr/>
      <dgm:t>
        <a:bodyPr/>
        <a:lstStyle/>
        <a:p>
          <a:pPr>
            <a:lnSpc>
              <a:spcPct val="100000"/>
            </a:lnSpc>
            <a:defRPr cap="all"/>
          </a:pPr>
          <a:r>
            <a:rPr lang="en-US" b="1"/>
            <a:t>Be organized with the trials so that the post-lab process is easier</a:t>
          </a:r>
          <a:endParaRPr lang="en-US" b="1" dirty="0"/>
        </a:p>
      </dgm:t>
    </dgm:pt>
    <dgm:pt modelId="{69C6DC96-A5BB-448D-AD40-3FB5B541ECA1}" type="parTrans" cxnId="{FA59FD21-2E07-4CDF-8917-830EB8E4AE8C}">
      <dgm:prSet/>
      <dgm:spPr/>
      <dgm:t>
        <a:bodyPr/>
        <a:lstStyle/>
        <a:p>
          <a:endParaRPr lang="en-US"/>
        </a:p>
      </dgm:t>
    </dgm:pt>
    <dgm:pt modelId="{1C58B7DE-6C25-44F1-BF61-BFD9BB6CB84C}" type="sibTrans" cxnId="{FA59FD21-2E07-4CDF-8917-830EB8E4AE8C}">
      <dgm:prSet/>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 modelId="{B2C881F5-64DA-430B-8F0B-51EA91966A67}" type="pres">
      <dgm:prSet presAssocID="{1ACECAF5-9ADD-4AAE-AF1D-304AA32AAE58}" presName="compNode" presStyleCnt="0"/>
      <dgm:spPr/>
    </dgm:pt>
    <dgm:pt modelId="{A1940178-07B8-4B50-9639-A3032C275BDD}" type="pres">
      <dgm:prSet presAssocID="{1ACECAF5-9ADD-4AAE-AF1D-304AA32AAE58}" presName="iconBgRect" presStyleLbl="bgShp" presStyleIdx="0" presStyleCnt="3"/>
      <dgm:spPr>
        <a:prstGeom prst="round2DiagRect">
          <a:avLst>
            <a:gd name="adj1" fmla="val 29727"/>
            <a:gd name="adj2" fmla="val 0"/>
          </a:avLst>
        </a:prstGeom>
      </dgm:spPr>
    </dgm:pt>
    <dgm:pt modelId="{79301CFD-FBCB-4D2B-91B1-F5432CB260A4}" type="pres">
      <dgm:prSet presAssocID="{1ACECAF5-9ADD-4AAE-AF1D-304AA32AAE58}"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lipboard with solid fill"/>
        </a:ext>
      </dgm:extLst>
    </dgm:pt>
    <dgm:pt modelId="{B8049933-243F-4DEA-AFA0-F9D78CF1CB5E}" type="pres">
      <dgm:prSet presAssocID="{1ACECAF5-9ADD-4AAE-AF1D-304AA32AAE58}" presName="spaceRect" presStyleCnt="0"/>
      <dgm:spPr/>
    </dgm:pt>
    <dgm:pt modelId="{44B934EA-1A20-43F8-ACD6-2D9565B426C4}" type="pres">
      <dgm:prSet presAssocID="{1ACECAF5-9ADD-4AAE-AF1D-304AA32AAE58}" presName="textRect" presStyleLbl="revTx" presStyleIdx="0" presStyleCnt="3">
        <dgm:presLayoutVars>
          <dgm:chMax val="1"/>
          <dgm:chPref val="1"/>
        </dgm:presLayoutVars>
      </dgm:prSet>
      <dgm:spPr/>
    </dgm:pt>
    <dgm:pt modelId="{37285F23-7081-44A0-9AFD-D97E6A4A7597}" type="pres">
      <dgm:prSet presAssocID="{117F3516-84C5-42CB-96F2-FBF343FA6BBB}" presName="sibTrans" presStyleCnt="0"/>
      <dgm:spPr/>
    </dgm:pt>
    <dgm:pt modelId="{F708E25B-838B-41BE-BB07-45B12246434F}" type="pres">
      <dgm:prSet presAssocID="{F848CFB1-7BB0-4439-96D0-6588C11722CB}" presName="compNode" presStyleCnt="0"/>
      <dgm:spPr/>
    </dgm:pt>
    <dgm:pt modelId="{37012568-DC78-4413-91CB-5960B76373CC}" type="pres">
      <dgm:prSet presAssocID="{F848CFB1-7BB0-4439-96D0-6588C11722CB}" presName="iconBgRect" presStyleLbl="bgShp" presStyleIdx="1" presStyleCnt="3"/>
      <dgm:spPr>
        <a:prstGeom prst="round2DiagRect">
          <a:avLst>
            <a:gd name="adj1" fmla="val 29727"/>
            <a:gd name="adj2" fmla="val 0"/>
          </a:avLst>
        </a:prstGeom>
      </dgm:spPr>
    </dgm:pt>
    <dgm:pt modelId="{A776204D-9E7E-4893-A4B0-8FE47C090B9F}" type="pres">
      <dgm:prSet presAssocID="{F848CFB1-7BB0-4439-96D0-6588C11722CB}"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Stopwatch with solid fill"/>
        </a:ext>
      </dgm:extLst>
    </dgm:pt>
    <dgm:pt modelId="{CD0592B0-7F5D-45E2-9865-C322D896A8C2}" type="pres">
      <dgm:prSet presAssocID="{F848CFB1-7BB0-4439-96D0-6588C11722CB}" presName="spaceRect" presStyleCnt="0"/>
      <dgm:spPr/>
    </dgm:pt>
    <dgm:pt modelId="{A89BBD37-84BA-4977-991F-F1EDD31A1A49}" type="pres">
      <dgm:prSet presAssocID="{F848CFB1-7BB0-4439-96D0-6588C11722CB}" presName="textRect" presStyleLbl="revTx" presStyleIdx="1" presStyleCnt="3">
        <dgm:presLayoutVars>
          <dgm:chMax val="1"/>
          <dgm:chPref val="1"/>
        </dgm:presLayoutVars>
      </dgm:prSet>
      <dgm:spPr/>
    </dgm:pt>
    <dgm:pt modelId="{A9A6417B-0F76-4A3D-AF65-6F4F61A8E887}" type="pres">
      <dgm:prSet presAssocID="{EC3EE9E2-D710-46B5-B102-21157B9F9B6D}" presName="sibTrans" presStyleCnt="0"/>
      <dgm:spPr/>
    </dgm:pt>
    <dgm:pt modelId="{C6122E96-6AFE-42A0-9FA7-618847A7E40C}" type="pres">
      <dgm:prSet presAssocID="{B69C45B0-9AC8-4E55-A938-06FBFF74242F}" presName="compNode" presStyleCnt="0"/>
      <dgm:spPr/>
    </dgm:pt>
    <dgm:pt modelId="{33BF827F-EC37-43AB-9B14-37E435C9323D}" type="pres">
      <dgm:prSet presAssocID="{B69C45B0-9AC8-4E55-A938-06FBFF74242F}" presName="iconBgRect" presStyleLbl="bgShp" presStyleIdx="2" presStyleCnt="3"/>
      <dgm:spPr>
        <a:prstGeom prst="round2DiagRect">
          <a:avLst>
            <a:gd name="adj1" fmla="val 29727"/>
            <a:gd name="adj2" fmla="val 0"/>
          </a:avLst>
        </a:prstGeom>
      </dgm:spPr>
    </dgm:pt>
    <dgm:pt modelId="{3F78C88C-0FE5-4CE3-AF75-2C227B7BEEE1}" type="pres">
      <dgm:prSet presAssocID="{B69C45B0-9AC8-4E55-A938-06FBFF74242F}"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List with solid fill"/>
        </a:ext>
      </dgm:extLst>
    </dgm:pt>
    <dgm:pt modelId="{B315D1BB-9714-4655-AE4F-5C7B6D674226}" type="pres">
      <dgm:prSet presAssocID="{B69C45B0-9AC8-4E55-A938-06FBFF74242F}" presName="spaceRect" presStyleCnt="0"/>
      <dgm:spPr/>
    </dgm:pt>
    <dgm:pt modelId="{5758AB2B-8FE3-4524-92EE-DF3376112B55}" type="pres">
      <dgm:prSet presAssocID="{B69C45B0-9AC8-4E55-A938-06FBFF74242F}" presName="textRect" presStyleLbl="revTx" presStyleIdx="2" presStyleCnt="3">
        <dgm:presLayoutVars>
          <dgm:chMax val="1"/>
          <dgm:chPref val="1"/>
        </dgm:presLayoutVars>
      </dgm:prSet>
      <dgm:spPr/>
    </dgm:pt>
  </dgm:ptLst>
  <dgm:cxnLst>
    <dgm:cxn modelId="{FA59FD21-2E07-4CDF-8917-830EB8E4AE8C}" srcId="{F021892D-E54C-43FB-A6F7-A5F140137F6F}" destId="{B69C45B0-9AC8-4E55-A938-06FBFF74242F}" srcOrd="2" destOrd="0" parTransId="{69C6DC96-A5BB-448D-AD40-3FB5B541ECA1}" sibTransId="{1C58B7DE-6C25-44F1-BF61-BFD9BB6CB84C}"/>
    <dgm:cxn modelId="{E0A64B26-E586-4D5B-8C50-F5BD7D991F10}" type="presOf" srcId="{F021892D-E54C-43FB-A6F7-A5F140137F6F}" destId="{C9CAC79E-7441-42CA-B76A-3B9DE0FFE3F7}" srcOrd="0" destOrd="0" presId="urn:microsoft.com/office/officeart/2018/5/layout/IconLeafLabelList"/>
    <dgm:cxn modelId="{DF468D3A-0ED5-477A-B6A2-713770D67C86}" type="presOf" srcId="{B69C45B0-9AC8-4E55-A938-06FBFF74242F}" destId="{5758AB2B-8FE3-4524-92EE-DF3376112B55}" srcOrd="0" destOrd="0" presId="urn:microsoft.com/office/officeart/2018/5/layout/IconLeafLabelList"/>
    <dgm:cxn modelId="{3F1A306E-7D25-4517-A1B5-54559224EB10}" srcId="{F021892D-E54C-43FB-A6F7-A5F140137F6F}" destId="{1ACECAF5-9ADD-4AAE-AF1D-304AA32AAE58}" srcOrd="0" destOrd="0" parTransId="{0B1C12EC-9997-4313-8AD9-8B67A20F7466}" sibTransId="{117F3516-84C5-42CB-96F2-FBF343FA6BBB}"/>
    <dgm:cxn modelId="{E21A1C70-61F4-4E94-AFB1-E20D480FFE8F}" type="presOf" srcId="{1ACECAF5-9ADD-4AAE-AF1D-304AA32AAE58}" destId="{44B934EA-1A20-43F8-ACD6-2D9565B426C4}" srcOrd="0" destOrd="0" presId="urn:microsoft.com/office/officeart/2018/5/layout/IconLeafLabelList"/>
    <dgm:cxn modelId="{07511E9A-49E9-41A6-A6E7-C791CDE493FE}" type="presOf" srcId="{F848CFB1-7BB0-4439-96D0-6588C11722CB}" destId="{A89BBD37-84BA-4977-991F-F1EDD31A1A49}" srcOrd="0" destOrd="0" presId="urn:microsoft.com/office/officeart/2018/5/layout/IconLeafLabelList"/>
    <dgm:cxn modelId="{1FE7BDAF-D115-4160-8702-FFEB3512CABF}" srcId="{F021892D-E54C-43FB-A6F7-A5F140137F6F}" destId="{F848CFB1-7BB0-4439-96D0-6588C11722CB}" srcOrd="1" destOrd="0" parTransId="{1190F148-BEA9-46A4-B0ED-199C2B5FE159}" sibTransId="{EC3EE9E2-D710-46B5-B102-21157B9F9B6D}"/>
    <dgm:cxn modelId="{9060AE6F-C4A7-4582-95E8-2DC9D74D7B3D}" type="presParOf" srcId="{C9CAC79E-7441-42CA-B76A-3B9DE0FFE3F7}" destId="{B2C881F5-64DA-430B-8F0B-51EA91966A67}" srcOrd="0" destOrd="0" presId="urn:microsoft.com/office/officeart/2018/5/layout/IconLeafLabelList"/>
    <dgm:cxn modelId="{120CD589-FCC8-41BF-A7B8-37D275F06C77}" type="presParOf" srcId="{B2C881F5-64DA-430B-8F0B-51EA91966A67}" destId="{A1940178-07B8-4B50-9639-A3032C275BDD}" srcOrd="0" destOrd="0" presId="urn:microsoft.com/office/officeart/2018/5/layout/IconLeafLabelList"/>
    <dgm:cxn modelId="{A947D123-9704-4F66-9CE9-EF3D02097606}" type="presParOf" srcId="{B2C881F5-64DA-430B-8F0B-51EA91966A67}" destId="{79301CFD-FBCB-4D2B-91B1-F5432CB260A4}" srcOrd="1" destOrd="0" presId="urn:microsoft.com/office/officeart/2018/5/layout/IconLeafLabelList"/>
    <dgm:cxn modelId="{A3D06546-FD65-48FA-8210-AAD6D2C5BB70}" type="presParOf" srcId="{B2C881F5-64DA-430B-8F0B-51EA91966A67}" destId="{B8049933-243F-4DEA-AFA0-F9D78CF1CB5E}" srcOrd="2" destOrd="0" presId="urn:microsoft.com/office/officeart/2018/5/layout/IconLeafLabelList"/>
    <dgm:cxn modelId="{A59F201C-2042-4C7D-B9E9-706C5661685A}" type="presParOf" srcId="{B2C881F5-64DA-430B-8F0B-51EA91966A67}" destId="{44B934EA-1A20-43F8-ACD6-2D9565B426C4}" srcOrd="3" destOrd="0" presId="urn:microsoft.com/office/officeart/2018/5/layout/IconLeafLabelList"/>
    <dgm:cxn modelId="{FE69298E-B853-4531-A65C-AD1EC4D8B4A5}" type="presParOf" srcId="{C9CAC79E-7441-42CA-B76A-3B9DE0FFE3F7}" destId="{37285F23-7081-44A0-9AFD-D97E6A4A7597}" srcOrd="1" destOrd="0" presId="urn:microsoft.com/office/officeart/2018/5/layout/IconLeafLabelList"/>
    <dgm:cxn modelId="{6238998F-CF3A-417A-AA7D-BAA243529676}" type="presParOf" srcId="{C9CAC79E-7441-42CA-B76A-3B9DE0FFE3F7}" destId="{F708E25B-838B-41BE-BB07-45B12246434F}" srcOrd="2" destOrd="0" presId="urn:microsoft.com/office/officeart/2018/5/layout/IconLeafLabelList"/>
    <dgm:cxn modelId="{49D01457-EE30-43A9-AB80-DA88D1E1E178}" type="presParOf" srcId="{F708E25B-838B-41BE-BB07-45B12246434F}" destId="{37012568-DC78-4413-91CB-5960B76373CC}" srcOrd="0" destOrd="0" presId="urn:microsoft.com/office/officeart/2018/5/layout/IconLeafLabelList"/>
    <dgm:cxn modelId="{62A691EF-0CBA-4433-B1CF-4B2C433AF7FB}" type="presParOf" srcId="{F708E25B-838B-41BE-BB07-45B12246434F}" destId="{A776204D-9E7E-4893-A4B0-8FE47C090B9F}" srcOrd="1" destOrd="0" presId="urn:microsoft.com/office/officeart/2018/5/layout/IconLeafLabelList"/>
    <dgm:cxn modelId="{F8A8F86F-7047-4201-8146-9E006D9809F8}" type="presParOf" srcId="{F708E25B-838B-41BE-BB07-45B12246434F}" destId="{CD0592B0-7F5D-45E2-9865-C322D896A8C2}" srcOrd="2" destOrd="0" presId="urn:microsoft.com/office/officeart/2018/5/layout/IconLeafLabelList"/>
    <dgm:cxn modelId="{DC123BC0-A10F-4D1D-8F1E-9766C173D62D}" type="presParOf" srcId="{F708E25B-838B-41BE-BB07-45B12246434F}" destId="{A89BBD37-84BA-4977-991F-F1EDD31A1A49}" srcOrd="3" destOrd="0" presId="urn:microsoft.com/office/officeart/2018/5/layout/IconLeafLabelList"/>
    <dgm:cxn modelId="{AE5DEE11-5295-4F79-8384-340A8A3705F9}" type="presParOf" srcId="{C9CAC79E-7441-42CA-B76A-3B9DE0FFE3F7}" destId="{A9A6417B-0F76-4A3D-AF65-6F4F61A8E887}" srcOrd="3" destOrd="0" presId="urn:microsoft.com/office/officeart/2018/5/layout/IconLeafLabelList"/>
    <dgm:cxn modelId="{6FD13E60-F216-44BC-A1F6-AF5D6C5CAA8B}" type="presParOf" srcId="{C9CAC79E-7441-42CA-B76A-3B9DE0FFE3F7}" destId="{C6122E96-6AFE-42A0-9FA7-618847A7E40C}" srcOrd="4" destOrd="0" presId="urn:microsoft.com/office/officeart/2018/5/layout/IconLeafLabelList"/>
    <dgm:cxn modelId="{20D43718-A08C-4EF1-AE1D-E9C3300C6325}" type="presParOf" srcId="{C6122E96-6AFE-42A0-9FA7-618847A7E40C}" destId="{33BF827F-EC37-43AB-9B14-37E435C9323D}" srcOrd="0" destOrd="0" presId="urn:microsoft.com/office/officeart/2018/5/layout/IconLeafLabelList"/>
    <dgm:cxn modelId="{410C59E1-FBE9-4B72-9F96-E647DF2FBCC8}" type="presParOf" srcId="{C6122E96-6AFE-42A0-9FA7-618847A7E40C}" destId="{3F78C88C-0FE5-4CE3-AF75-2C227B7BEEE1}" srcOrd="1" destOrd="0" presId="urn:microsoft.com/office/officeart/2018/5/layout/IconLeafLabelList"/>
    <dgm:cxn modelId="{2FB87553-AA53-477C-86B6-AAE9FC702BAE}" type="presParOf" srcId="{C6122E96-6AFE-42A0-9FA7-618847A7E40C}" destId="{B315D1BB-9714-4655-AE4F-5C7B6D674226}" srcOrd="2" destOrd="0" presId="urn:microsoft.com/office/officeart/2018/5/layout/IconLeafLabelList"/>
    <dgm:cxn modelId="{456E86B3-8F0A-4BDA-A92E-55AA2F60C435}" type="presParOf" srcId="{C6122E96-6AFE-42A0-9FA7-618847A7E40C}" destId="{5758AB2B-8FE3-4524-92EE-DF3376112B55}" srcOrd="3" destOrd="0" presId="urn:microsoft.com/office/officeart/2018/5/layout/IconLeaf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A72F9-1A1C-4E90-BFEE-26A56CAC9A99}">
      <dsp:nvSpPr>
        <dsp:cNvPr id="0" name=""/>
        <dsp:cNvSpPr/>
      </dsp:nvSpPr>
      <dsp:spPr>
        <a:xfrm>
          <a:off x="0" y="542"/>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D7B4D3-A836-442C-9638-8DB8B0C4C9FF}">
      <dsp:nvSpPr>
        <dsp:cNvPr id="0" name=""/>
        <dsp:cNvSpPr/>
      </dsp:nvSpPr>
      <dsp:spPr>
        <a:xfrm>
          <a:off x="0" y="542"/>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Water</a:t>
          </a:r>
        </a:p>
      </dsp:txBody>
      <dsp:txXfrm>
        <a:off x="0" y="542"/>
        <a:ext cx="5192345" cy="444055"/>
      </dsp:txXfrm>
    </dsp:sp>
    <dsp:sp modelId="{F4C6A55D-DAB7-4FEE-82A6-D029474CD5FA}">
      <dsp:nvSpPr>
        <dsp:cNvPr id="0" name=""/>
        <dsp:cNvSpPr/>
      </dsp:nvSpPr>
      <dsp:spPr>
        <a:xfrm>
          <a:off x="0" y="444597"/>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21A0EA-A7EB-4352-985F-501BA2DE6211}">
      <dsp:nvSpPr>
        <dsp:cNvPr id="0" name=""/>
        <dsp:cNvSpPr/>
      </dsp:nvSpPr>
      <dsp:spPr>
        <a:xfrm>
          <a:off x="0" y="444597"/>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Compressed Air</a:t>
          </a:r>
        </a:p>
      </dsp:txBody>
      <dsp:txXfrm>
        <a:off x="0" y="444597"/>
        <a:ext cx="5192345" cy="444055"/>
      </dsp:txXfrm>
    </dsp:sp>
    <dsp:sp modelId="{C16371C4-A7A1-4F24-BF69-9070BA406CF4}">
      <dsp:nvSpPr>
        <dsp:cNvPr id="0" name=""/>
        <dsp:cNvSpPr/>
      </dsp:nvSpPr>
      <dsp:spPr>
        <a:xfrm>
          <a:off x="0" y="888653"/>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B66E98-15E3-49CD-A10D-4903BF7D5D80}">
      <dsp:nvSpPr>
        <dsp:cNvPr id="0" name=""/>
        <dsp:cNvSpPr/>
      </dsp:nvSpPr>
      <dsp:spPr>
        <a:xfrm>
          <a:off x="0" y="888653"/>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chemeClr val="accent6">
                  <a:lumMod val="10000"/>
                </a:schemeClr>
              </a:solidFill>
            </a:rPr>
            <a:t>Hygrometer</a:t>
          </a:r>
        </a:p>
      </dsp:txBody>
      <dsp:txXfrm>
        <a:off x="0" y="888653"/>
        <a:ext cx="5192345" cy="444055"/>
      </dsp:txXfrm>
    </dsp:sp>
    <dsp:sp modelId="{59700633-2F12-4593-A703-F3AF71A42EEE}">
      <dsp:nvSpPr>
        <dsp:cNvPr id="0" name=""/>
        <dsp:cNvSpPr/>
      </dsp:nvSpPr>
      <dsp:spPr>
        <a:xfrm>
          <a:off x="0" y="1332709"/>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AAB5C8-2336-4409-9329-80F002ECB828}">
      <dsp:nvSpPr>
        <dsp:cNvPr id="0" name=""/>
        <dsp:cNvSpPr/>
      </dsp:nvSpPr>
      <dsp:spPr>
        <a:xfrm>
          <a:off x="0" y="1332709"/>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Funnel</a:t>
          </a:r>
        </a:p>
      </dsp:txBody>
      <dsp:txXfrm>
        <a:off x="0" y="1332709"/>
        <a:ext cx="5192345" cy="444055"/>
      </dsp:txXfrm>
    </dsp:sp>
    <dsp:sp modelId="{DC6B9D64-E1A1-4D5F-9481-8BCE71AA54FA}">
      <dsp:nvSpPr>
        <dsp:cNvPr id="0" name=""/>
        <dsp:cNvSpPr/>
      </dsp:nvSpPr>
      <dsp:spPr>
        <a:xfrm>
          <a:off x="0" y="1776765"/>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86932-FC46-4E45-A123-6889A8B106BB}">
      <dsp:nvSpPr>
        <dsp:cNvPr id="0" name=""/>
        <dsp:cNvSpPr/>
      </dsp:nvSpPr>
      <dsp:spPr>
        <a:xfrm>
          <a:off x="0" y="1776765"/>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Beaker</a:t>
          </a:r>
        </a:p>
      </dsp:txBody>
      <dsp:txXfrm>
        <a:off x="0" y="1776765"/>
        <a:ext cx="5192345" cy="444055"/>
      </dsp:txXfrm>
    </dsp:sp>
    <dsp:sp modelId="{260B11B7-2EEB-4FAE-8264-AF3D6C4C7939}">
      <dsp:nvSpPr>
        <dsp:cNvPr id="0" name=""/>
        <dsp:cNvSpPr/>
      </dsp:nvSpPr>
      <dsp:spPr>
        <a:xfrm>
          <a:off x="0" y="2220820"/>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E1C272-B93E-453D-85E0-A4CE84DFB70A}">
      <dsp:nvSpPr>
        <dsp:cNvPr id="0" name=""/>
        <dsp:cNvSpPr/>
      </dsp:nvSpPr>
      <dsp:spPr>
        <a:xfrm>
          <a:off x="0" y="2220820"/>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Safety Goggles</a:t>
          </a:r>
        </a:p>
      </dsp:txBody>
      <dsp:txXfrm>
        <a:off x="0" y="2220820"/>
        <a:ext cx="5192345" cy="444055"/>
      </dsp:txXfrm>
    </dsp:sp>
    <dsp:sp modelId="{84F2D685-FEEE-4AE7-90E0-B20561145409}">
      <dsp:nvSpPr>
        <dsp:cNvPr id="0" name=""/>
        <dsp:cNvSpPr/>
      </dsp:nvSpPr>
      <dsp:spPr>
        <a:xfrm>
          <a:off x="0" y="2664876"/>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5F129B-8C69-4D99-A157-7E0F04218FF5}">
      <dsp:nvSpPr>
        <dsp:cNvPr id="0" name=""/>
        <dsp:cNvSpPr/>
      </dsp:nvSpPr>
      <dsp:spPr>
        <a:xfrm>
          <a:off x="0" y="2664876"/>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Heat Gloves</a:t>
          </a:r>
        </a:p>
      </dsp:txBody>
      <dsp:txXfrm>
        <a:off x="0" y="2664876"/>
        <a:ext cx="5192345" cy="444055"/>
      </dsp:txXfrm>
    </dsp:sp>
    <dsp:sp modelId="{03C9BA93-BFF7-484E-8F79-4B5618B9DC1B}">
      <dsp:nvSpPr>
        <dsp:cNvPr id="0" name=""/>
        <dsp:cNvSpPr/>
      </dsp:nvSpPr>
      <dsp:spPr>
        <a:xfrm>
          <a:off x="0" y="3108932"/>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31DA11-3A16-410E-B8F6-4337CA7A3788}">
      <dsp:nvSpPr>
        <dsp:cNvPr id="0" name=""/>
        <dsp:cNvSpPr/>
      </dsp:nvSpPr>
      <dsp:spPr>
        <a:xfrm>
          <a:off x="0" y="3108932"/>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Steam</a:t>
          </a:r>
        </a:p>
      </dsp:txBody>
      <dsp:txXfrm>
        <a:off x="0" y="3108932"/>
        <a:ext cx="5192345" cy="444055"/>
      </dsp:txXfrm>
    </dsp:sp>
    <dsp:sp modelId="{9EFD1E64-CAE4-41E8-9C8B-64A3B4930C8D}">
      <dsp:nvSpPr>
        <dsp:cNvPr id="0" name=""/>
        <dsp:cNvSpPr/>
      </dsp:nvSpPr>
      <dsp:spPr>
        <a:xfrm>
          <a:off x="0" y="3552988"/>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194A95-9027-412D-970C-34DD70228D93}">
      <dsp:nvSpPr>
        <dsp:cNvPr id="0" name=""/>
        <dsp:cNvSpPr/>
      </dsp:nvSpPr>
      <dsp:spPr>
        <a:xfrm>
          <a:off x="0" y="3552988"/>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Step Ladder</a:t>
          </a:r>
        </a:p>
      </dsp:txBody>
      <dsp:txXfrm>
        <a:off x="0" y="3552988"/>
        <a:ext cx="5192345" cy="444055"/>
      </dsp:txXfrm>
    </dsp:sp>
    <dsp:sp modelId="{C89C61E3-264A-4B95-A202-44693E947764}">
      <dsp:nvSpPr>
        <dsp:cNvPr id="0" name=""/>
        <dsp:cNvSpPr/>
      </dsp:nvSpPr>
      <dsp:spPr>
        <a:xfrm>
          <a:off x="0" y="3997044"/>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72817E-C94D-4340-BC68-43214FA1443E}">
      <dsp:nvSpPr>
        <dsp:cNvPr id="0" name=""/>
        <dsp:cNvSpPr/>
      </dsp:nvSpPr>
      <dsp:spPr>
        <a:xfrm>
          <a:off x="0" y="3997044"/>
          <a:ext cx="5192345" cy="444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rgbClr val="080808"/>
              </a:solidFill>
            </a:rPr>
            <a:t>Lab Jack</a:t>
          </a:r>
        </a:p>
      </dsp:txBody>
      <dsp:txXfrm>
        <a:off x="0" y="3997044"/>
        <a:ext cx="5192345" cy="444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C847AC-8835-403A-85CC-DDA713C37621}">
      <dsp:nvSpPr>
        <dsp:cNvPr id="0" name=""/>
        <dsp:cNvSpPr/>
      </dsp:nvSpPr>
      <dsp:spPr>
        <a:xfrm>
          <a:off x="607855" y="934128"/>
          <a:ext cx="1450618" cy="145061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7DEE6FE-0C15-4787-8510-30A2D73153CD}">
      <dsp:nvSpPr>
        <dsp:cNvPr id="0" name=""/>
        <dsp:cNvSpPr/>
      </dsp:nvSpPr>
      <dsp:spPr>
        <a:xfrm>
          <a:off x="917003" y="1243277"/>
          <a:ext cx="832321" cy="8323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9127B00-7B58-46F4-A13B-3A4A4C537E4B}">
      <dsp:nvSpPr>
        <dsp:cNvPr id="0" name=""/>
        <dsp:cNvSpPr/>
      </dsp:nvSpPr>
      <dsp:spPr>
        <a:xfrm>
          <a:off x="144133"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Highly compressed air needs to be controlled. Keep it under 120 psig</a:t>
          </a:r>
          <a:endParaRPr lang="en-US" sz="1300" kern="1200" dirty="0"/>
        </a:p>
      </dsp:txBody>
      <dsp:txXfrm>
        <a:off x="144133" y="2836579"/>
        <a:ext cx="2378062" cy="720000"/>
      </dsp:txXfrm>
    </dsp:sp>
    <dsp:sp modelId="{754D401C-26EA-4ACC-BA4E-9371E8221966}">
      <dsp:nvSpPr>
        <dsp:cNvPr id="0" name=""/>
        <dsp:cNvSpPr/>
      </dsp:nvSpPr>
      <dsp:spPr>
        <a:xfrm>
          <a:off x="3402079" y="934128"/>
          <a:ext cx="1450618" cy="145061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763F08A-0A38-4D43-BC53-15DDBE7225ED}">
      <dsp:nvSpPr>
        <dsp:cNvPr id="0" name=""/>
        <dsp:cNvSpPr/>
      </dsp:nvSpPr>
      <dsp:spPr>
        <a:xfrm>
          <a:off x="3711227" y="1243277"/>
          <a:ext cx="832321" cy="83232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7D6A1B3-6322-4EF1-B0A1-800021810DA9}">
      <dsp:nvSpPr>
        <dsp:cNvPr id="0" name=""/>
        <dsp:cNvSpPr/>
      </dsp:nvSpPr>
      <dsp:spPr>
        <a:xfrm>
          <a:off x="2938357"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Water can potentially get into thermocouple reader and pump</a:t>
          </a:r>
          <a:endParaRPr lang="en-US" sz="1300" kern="1200" dirty="0"/>
        </a:p>
      </dsp:txBody>
      <dsp:txXfrm>
        <a:off x="2938357" y="2836579"/>
        <a:ext cx="2378062" cy="720000"/>
      </dsp:txXfrm>
    </dsp:sp>
    <dsp:sp modelId="{EBC0BE36-5AC3-47C9-AE70-5AE4E1B8137A}">
      <dsp:nvSpPr>
        <dsp:cNvPr id="0" name=""/>
        <dsp:cNvSpPr/>
      </dsp:nvSpPr>
      <dsp:spPr>
        <a:xfrm>
          <a:off x="6196302" y="934128"/>
          <a:ext cx="1450618" cy="145061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0EB1735-7E45-4597-A640-3ADAF8B039E9}">
      <dsp:nvSpPr>
        <dsp:cNvPr id="0" name=""/>
        <dsp:cNvSpPr/>
      </dsp:nvSpPr>
      <dsp:spPr>
        <a:xfrm>
          <a:off x="6505450" y="1243277"/>
          <a:ext cx="832321" cy="8323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712B8A8-6998-43BA-AE93-40101BE79D25}">
      <dsp:nvSpPr>
        <dsp:cNvPr id="0" name=""/>
        <dsp:cNvSpPr/>
      </dsp:nvSpPr>
      <dsp:spPr>
        <a:xfrm>
          <a:off x="5732580"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Steam valve and outlet air will be at high temperatures</a:t>
          </a:r>
          <a:endParaRPr lang="en-US" sz="1300" kern="1200" dirty="0"/>
        </a:p>
      </dsp:txBody>
      <dsp:txXfrm>
        <a:off x="5732580" y="2836579"/>
        <a:ext cx="2378062" cy="720000"/>
      </dsp:txXfrm>
    </dsp:sp>
    <dsp:sp modelId="{03F4DAE5-90B6-4D8E-AA17-F8E10EDFF6A4}">
      <dsp:nvSpPr>
        <dsp:cNvPr id="0" name=""/>
        <dsp:cNvSpPr/>
      </dsp:nvSpPr>
      <dsp:spPr>
        <a:xfrm>
          <a:off x="8990526" y="934128"/>
          <a:ext cx="1450618" cy="145061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24A806F-3771-4E2F-8A53-956E45DB9115}">
      <dsp:nvSpPr>
        <dsp:cNvPr id="0" name=""/>
        <dsp:cNvSpPr/>
      </dsp:nvSpPr>
      <dsp:spPr>
        <a:xfrm>
          <a:off x="9299674" y="1243277"/>
          <a:ext cx="832321" cy="832321"/>
        </a:xfrm>
        <a:prstGeom prst="rect">
          <a:avLst/>
        </a:prstGeom>
        <a:blipFill rotWithShape="1">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24DAA8E-25CF-4893-952A-59FBE366825E}">
      <dsp:nvSpPr>
        <dsp:cNvPr id="0" name=""/>
        <dsp:cNvSpPr/>
      </dsp:nvSpPr>
      <dsp:spPr>
        <a:xfrm>
          <a:off x="8526803"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Do not run the pump without water </a:t>
          </a:r>
          <a:endParaRPr lang="en-US" sz="1300" kern="1200" dirty="0"/>
        </a:p>
      </dsp:txBody>
      <dsp:txXfrm>
        <a:off x="8526803" y="2836579"/>
        <a:ext cx="237806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40178-07B8-4B50-9639-A3032C275BDD}">
      <dsp:nvSpPr>
        <dsp:cNvPr id="0" name=""/>
        <dsp:cNvSpPr/>
      </dsp:nvSpPr>
      <dsp:spPr>
        <a:xfrm>
          <a:off x="696000"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9301CFD-FBCB-4D2B-91B1-F5432CB260A4}">
      <dsp:nvSpPr>
        <dsp:cNvPr id="0" name=""/>
        <dsp:cNvSpPr/>
      </dsp:nvSpPr>
      <dsp:spPr>
        <a:xfrm>
          <a:off x="1120125" y="1004478"/>
          <a:ext cx="1141875" cy="11418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4B934EA-1A20-43F8-ACD6-2D9565B426C4}">
      <dsp:nvSpPr>
        <dsp:cNvPr id="0" name=""/>
        <dsp:cNvSpPr/>
      </dsp:nvSpPr>
      <dsp:spPr>
        <a:xfrm>
          <a:off x="59812"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a:t>Have someone recording values consistently</a:t>
          </a:r>
        </a:p>
      </dsp:txBody>
      <dsp:txXfrm>
        <a:off x="59812" y="3190354"/>
        <a:ext cx="3262500" cy="720000"/>
      </dsp:txXfrm>
    </dsp:sp>
    <dsp:sp modelId="{37012568-DC78-4413-91CB-5960B76373CC}">
      <dsp:nvSpPr>
        <dsp:cNvPr id="0" name=""/>
        <dsp:cNvSpPr/>
      </dsp:nvSpPr>
      <dsp:spPr>
        <a:xfrm>
          <a:off x="4529437"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776204D-9E7E-4893-A4B0-8FE47C090B9F}">
      <dsp:nvSpPr>
        <dsp:cNvPr id="0" name=""/>
        <dsp:cNvSpPr/>
      </dsp:nvSpPr>
      <dsp:spPr>
        <a:xfrm>
          <a:off x="4953562" y="1004478"/>
          <a:ext cx="1141875" cy="11418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89BBD37-84BA-4977-991F-F1EDD31A1A49}">
      <dsp:nvSpPr>
        <dsp:cNvPr id="0" name=""/>
        <dsp:cNvSpPr/>
      </dsp:nvSpPr>
      <dsp:spPr>
        <a:xfrm>
          <a:off x="3893250"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a:t>Allow the system to stabilize between trials before recording any data</a:t>
          </a:r>
          <a:endParaRPr lang="en-US" sz="1600" b="1" kern="1200" dirty="0"/>
        </a:p>
      </dsp:txBody>
      <dsp:txXfrm>
        <a:off x="3893250" y="3190354"/>
        <a:ext cx="3262500" cy="720000"/>
      </dsp:txXfrm>
    </dsp:sp>
    <dsp:sp modelId="{33BF827F-EC37-43AB-9B14-37E435C9323D}">
      <dsp:nvSpPr>
        <dsp:cNvPr id="0" name=""/>
        <dsp:cNvSpPr/>
      </dsp:nvSpPr>
      <dsp:spPr>
        <a:xfrm>
          <a:off x="8362875"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F78C88C-0FE5-4CE3-AF75-2C227B7BEEE1}">
      <dsp:nvSpPr>
        <dsp:cNvPr id="0" name=""/>
        <dsp:cNvSpPr/>
      </dsp:nvSpPr>
      <dsp:spPr>
        <a:xfrm>
          <a:off x="8787000" y="1004478"/>
          <a:ext cx="1141875" cy="11418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5758AB2B-8FE3-4524-92EE-DF3376112B55}">
      <dsp:nvSpPr>
        <dsp:cNvPr id="0" name=""/>
        <dsp:cNvSpPr/>
      </dsp:nvSpPr>
      <dsp:spPr>
        <a:xfrm>
          <a:off x="7726687"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a:t>Be organized with the trials so that the post-lab process is easier</a:t>
          </a:r>
          <a:endParaRPr lang="en-US" sz="1600" b="1" kern="1200" dirty="0"/>
        </a:p>
      </dsp:txBody>
      <dsp:txXfrm>
        <a:off x="7726687" y="3190354"/>
        <a:ext cx="326250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4:30:47.420"/>
    </inkml:context>
    <inkml:brush xml:id="br0">
      <inkml:brushProperty name="width" value="0.035" units="cm"/>
      <inkml:brushProperty name="height" value="0.035" units="cm"/>
      <inkml:brushProperty name="color" value="#FFFFFF"/>
    </inkml:brush>
  </inkml:definitions>
  <inkml:trace contextRef="#ctx0" brushRef="#br0">45 224 831 0 0,'-2'-1'107'0'0,"1"-1"0"0"0,-1 1 0 0 0,0-1 0 0 0,-1 1 1 0 0,1 0-1 0 0,0 0 0 0 0,0 0 0 0 0,0 0 0 0 0,-1 0 0 0 0,-3-1 0 0 0,5 2-82 0 0,1 0 1 0 0,-1 0 0 0 0,0 0-1 0 0,1 0 1 0 0,-1 0 0 0 0,1 0 0 0 0,-1 0-1 0 0,0 0 1 0 0,1 0 0 0 0,-1 0 0 0 0,1 0-1 0 0,-1 0 1 0 0,0 1 0 0 0,1-1 0 0 0,-1 0-1 0 0,1 0 1 0 0,-1 1 0 0 0,1-1 0 0 0,-1 0-1 0 0,1 1 1 0 0,-1-1 0 0 0,1 0 0 0 0,-1 1-1 0 0,1-1 1 0 0,-1 1 0 0 0,1-1-1 0 0,0 1 1 0 0,-1-1 0 0 0,1 1 0 0 0,0-1-1 0 0,-1 1 1 0 0,1-1 0 0 0,0 1 0 0 0,0-1-1 0 0,0 1 1 0 0,-1-1 0 0 0,1 1 0 0 0,0 0-1 0 0,0-1 1 0 0,0 1 0 0 0,0-1 0 0 0,0 1-1 0 0,0 0 1 0 0,0-1 0 0 0,0 1 0 0 0,0-1-1 0 0,0 1 1 0 0,1 0 0 0 0,-1 0-1 0 0,8 44 82 0 0,2-1 0 0 0,21 60-1 0 0,-31-103-106 0 0,1 2 1 0 0,15 42 129 0 0,-14-41-115 0 0,0 1 0 0 0,1-1 1 0 0,-1 0-1 0 0,1 0 0 0 0,0-1 0 0 0,0 1 1 0 0,0 0-1 0 0,3 2 0 0 0,-5-5-11 0 0,-1-1 0 0 0,0 0-1 0 0,1 1 1 0 0,-1-1-1 0 0,0 0 1 0 0,1 0-1 0 0,-1 1 1 0 0,0-1 0 0 0,1 0-1 0 0,-1 0 1 0 0,1 0-1 0 0,-1 1 1 0 0,1-1-1 0 0,-1 0 1 0 0,0 0-1 0 0,1 0 1 0 0,-1 0 0 0 0,1 0-1 0 0,-1 0 1 0 0,1 0-1 0 0,-1 0 1 0 0,0 0-1 0 0,1 0 1 0 0,-1 0 0 0 0,1 0-1 0 0,-1 0 1 0 0,1 0-1 0 0,0-1 1 0 0,-1 1 0 0 0,1-1-1 0 0,-1 0 1 0 0,1 1 0 0 0,0-1 0 0 0,-1 0-1 0 0,1 1 1 0 0,-1-1 0 0 0,0 0 0 0 0,1 0-1 0 0,-1 1 1 0 0,1-1 0 0 0,-1 0 0 0 0,0-1-1 0 0,5-28 109 0 0,-5 30-106 0 0,0-26 11 0 0,0 1 1 0 0,-2-1-1 0 0,-7-37 0 0 0,-25-76 54 0 0,8 35-49 0 0,24 92-22 0 0,-2-3 0 0 0,1 0 0 0 0,-2-30 0 0 0,6 45-45 0 0,2 5-62 0 0,3 6-125 0 0,5 22-194 0 0,9 23-72 0 0,-17-51 326 0 0,-1 0 1 0 0,1 1 0 0 0,1-1 0 0 0,-1 0-1 0 0,0-1 1 0 0,1 1 0 0 0,7 6 0 0 0,-5-6-479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4:30:31.834"/>
    </inkml:context>
    <inkml:brush xml:id="br0">
      <inkml:brushProperty name="width" value="0.035" units="cm"/>
      <inkml:brushProperty name="height" value="0.035" units="cm"/>
      <inkml:brushProperty name="color" value="#FFFFFF"/>
    </inkml:brush>
  </inkml:definitions>
  <inkml:trace contextRef="#ctx0" brushRef="#br0">341 385 743 0 0,'-2'-2'169'0'0,"1"-1"0"0"0,0 1-1 0 0,-1 0 1 0 0,0 0-1 0 0,1 0 1 0 0,-1 0 0 0 0,0 0-1 0 0,-4-3 1 0 0,6 5-125 0 0,0 0 1 0 0,-1-1 0 0 0,1 1-1 0 0,0 0 1 0 0,-1 0 0 0 0,1-1-1 0 0,-1 1 1 0 0,1 0 0 0 0,0 0-1 0 0,-1 0 1 0 0,1-1 0 0 0,-1 1-1 0 0,1 0 1 0 0,-1 0 0 0 0,1 0-1 0 0,-1 0 1 0 0,1 0 0 0 0,0 0-1 0 0,-1 0 1 0 0,1 0 0 0 0,-1 0-1 0 0,1 0 1 0 0,-1 0 0 0 0,1 0-1 0 0,-1 0 1 0 0,1 1 0 0 0,-1-1-1 0 0,1 0 1 0 0,0 0 0 0 0,-1 0-1 0 0,1 1 1 0 0,-1-1 0 0 0,1 0-1 0 0,0 0 1 0 0,-1 1 0 0 0,1-1-1 0 0,0 0 1 0 0,-1 1 0 0 0,1-1-1 0 0,0 0 1 0 0,0 1 0 0 0,-1-1-1 0 0,1 1 1 0 0,0-1 0 0 0,0 0-1 0 0,0 1 1 0 0,0-1 0 0 0,-1 1-1 0 0,1 0 1 0 0,0 19 204 0 0,-2 88 223 0 0,3-87-296 0 0,8 128-32 0 0,-9-146-142 0 0,1-13 7 0 0,0-49 46 0 0,0 51-20 0 0,0 11 0 0 0,-1-1 595 0 0,6-9-574 0 0,15-23-30 0 0,-20 30-22 0 0,-1-1 0 0 0,1 1 0 0 0,-1-1 0 0 0,1 0 0 0 0,-1 1 0 0 0,1-1 0 0 0,-1 0 0 0 0,0 0 0 0 0,1 1 0 0 0,-1-1 0 0 0,0 0 0 0 0,0 0 0 0 0,1 1 0 0 0,-1-1 0 0 0,0-1 0 0 0,1-23 37 0 0,-1 1 1 0 0,-1-1-1 0 0,-1 0 0 0 0,-9-43 0 0 0,8 52-26 0 0,3 11 46 0 0,-1 0 0 0 0,0 0 0 0 0,0 0 0 0 0,0 0 1 0 0,-1 1-1 0 0,1-1 0 0 0,-1 1 0 0 0,-1-1 0 0 0,-2-4 0 0 0,5 8-40 0 0,0 1 1 0 0,-1 0-1 0 0,1-1 0 0 0,0 1 0 0 0,-1 0 0 0 0,1 0 0 0 0,0-1 0 0 0,-1 1 0 0 0,1 0 0 0 0,0 0 1 0 0,-1 0-1 0 0,1-1 0 0 0,-1 1 0 0 0,1 0 0 0 0,0 0 0 0 0,-1 0 0 0 0,1 0 0 0 0,-1 0 0 0 0,1 0 1 0 0,-1 0-1 0 0,1 0 0 0 0,0 0 0 0 0,-2 0 0 0 0,1 0 15 0 0,0 1-1 0 0,0-1 1 0 0,-1 1-1 0 0,1-1 1 0 0,0 1-1 0 0,0 0 1 0 0,0-1-1 0 0,0 1 1 0 0,0 0 0 0 0,0 0-1 0 0,-2 2 1 0 0,1 0-26 0 0,-1 5-10 0 0,8 37-169 0 0,-4-21 51 0 0,3-1 44 0 0,0-7 2 0 0,1 2-319 0 0,2-24 331 0 0,-1-1 56 0 0,1 1 0 0 0,7-12 0 0 0,-13 16 4 0 0,0 0 0 0 0,0 0 0 0 0,-1 1 0 0 0,1-1 0 0 0,0 0 0 0 0,-1 0 0 0 0,1 0 0 0 0,-1 0 0 0 0,0 0 0 0 0,0 0 0 0 0,1-4 0 0 0,-1 5 0 0 0,2-37-31 0 0,-2 0-2 0 0,1 12 33 0 0,-1 3 0 0 0,0 1 0 0 0,-2-6 52 0 0,2 28-45 0 0,0 0 0 0 0,0 0-1 0 0,0 0 1 0 0,0 0 0 0 0,0 0 0 0 0,0 0-1 0 0,0 0 1 0 0,0 1 0 0 0,0-1 0 0 0,0 0-1 0 0,-1 0 1 0 0,1 0 0 0 0,0 0 0 0 0,0-1 0 0 0,0 1-1 0 0,0 0 1 0 0,0 24 176 0 0,27 167-13 0 0,-23-173-170 0 0,3 4 0 0 0,2-2 11 0 0,-7-18 12 0 0,4-7 7 0 0,-1 0-12 0 0,0-1 0 0 0,9-13 0 0 0,-13 16-13 0 0,1 0 1 0 0,-1 0-1 0 0,0-1 1 0 0,-1 1-1 0 0,1 0 1 0 0,-1-1 0 0 0,1 1-1 0 0,-1 0 1 0 0,0-1-1 0 0,0 1 1 0 0,0-1-1 0 0,-2-5 1 0 0,1 5-4 0 0,-3-20 10 0 0,-1-1 0 0 0,-2 2 0 0 0,0-1 0 0 0,-1 1 0 0 0,-2 0 0 0 0,-23-41 0 0 0,29 58 19 0 0,1 1-1 0 0,-1 0 1 0 0,1 0 0 0 0,-7-6-1 0 0,10 10-18 0 0,-1 1 0 0 0,0-1 0 0 0,1 1-1 0 0,-1-1 1 0 0,0 1 0 0 0,0-1 0 0 0,1 1-1 0 0,-1-1 1 0 0,0 1 0 0 0,0-1 0 0 0,0 1 0 0 0,1 0-1 0 0,-1 0 1 0 0,0-1 0 0 0,0 1 0 0 0,-1 0-1 0 0,1 0-1 0 0,0 0-1 0 0,1 1 0 0 0,-1-1 0 0 0,0 0 0 0 0,1 1 0 0 0,-1-1 0 0 0,1 0 0 0 0,-1 1 0 0 0,1-1 0 0 0,-1 1 0 0 0,1-1 0 0 0,-1 1 0 0 0,1-1 0 0 0,-1 1 0 0 0,1-1 0 0 0,0 1 0 0 0,-1 0 0 0 0,1-1 0 0 0,0 1 0 0 0,0-1 0 0 0,-1 1 0 0 0,1 0 0 0 0,0-1 0 0 0,0 1 0 0 0,0 1 0 0 0,-2 7 31 0 0,0 1-1 0 0,1-1 0 0 0,0 0 1 0 0,1 1-1 0 0,1 14 1 0 0,9 49 15 0 0,-9-65-59 0 0,14 60 4 0 0,-8-43 0 0 0,3 10 0 0 0,1 2 54 0 0,-5-21-33 0 0,-4-12 0 0 0,6-6 1 0 0,29-10-22 0 0,-36 12-2 0 0,-1 0 1 0 0,1 0 0 0 0,-1 0 0 0 0,1 0-1 0 0,-1 0 1 0 0,1 0 0 0 0,-1 0 0 0 0,0 0-1 0 0,1 0 1 0 0,-1-1 0 0 0,1 1 0 0 0,-1 0-1 0 0,1 0 1 0 0,-1-1 0 0 0,0 1 0 0 0,1 0-1 0 0,-1 0 1 0 0,0-1 0 0 0,1 1 0 0 0,-1-1-1 0 0,0 1 1 0 0,1 0 0 0 0,-1-1 0 0 0,0 1-1 0 0,0 0 1 0 0,1-1 0 0 0,-1 1 0 0 0,0-1-1 0 0,0 1 1 0 0,0-1 0 0 0,0 1 0 0 0,0-1-1 0 0,1 0 1 0 0,7-35-10 0 0,-2-2 11 0 0,-5 23 0 0 0,-1 0 0 0 0,0 0 0 0 0,-1 0 0 0 0,0 1 0 0 0,-1-1 0 0 0,-1 0 0 0 0,0 1 0 0 0,-1-1 0 0 0,-1 1 0 0 0,0 0 0 0 0,-13-23 0 0 0,9 20 0 0 0,5 8 0 0 0,-1-1 0 0 0,-1 0 0 0 0,0 1 0 0 0,0 0 0 0 0,-1 0 0 0 0,-10-10 0 0 0,17 19 3 0 0,-1-1 0 0 0,1 1 0 0 0,0 0-1 0 0,-1-1 1 0 0,1 1 0 0 0,-1 0 0 0 0,1-1-1 0 0,-1 1 1 0 0,1 0 0 0 0,-1-1 0 0 0,1 1-1 0 0,-1 0 1 0 0,1 0 0 0 0,-1 0 0 0 0,1-1 0 0 0,-1 1-1 0 0,1 0 1 0 0,-1 0 0 0 0,1 0 0 0 0,-1 0-1 0 0,1 0 1 0 0,-1 0 0 0 0,0 0 0 0 0,1 0-1 0 0,-1 0 1 0 0,1 0 0 0 0,-1 1 0 0 0,1-1-1 0 0,-2 0 1 0 0,2 1 10 0 0,-1 0 1 0 0,0 0-1 0 0,0-1 1 0 0,1 1-1 0 0,-1 0 0 0 0,1 0 1 0 0,-1 0-1 0 0,0 0 0 0 0,1 0 1 0 0,0 0-1 0 0,-1 0 1 0 0,1 0-1 0 0,-1 2 0 0 0,0 4 68 0 0,0 1-1 0 0,0-1 1 0 0,0 9-1 0 0,3 15-59 0 0,1 0 0 0 0,1 0 0 0 0,2-1 0 0 0,15 50-1 0 0,-12-54-20 0 0,6 9 0 0 0,0-3 0 0 0,-15-31 0 0 0,0 0 0 0 0,1 0 0 0 0,-1 0 0 0 0,1 0 0 0 0,-1 0 0 0 0,1 0 0 0 0,-1 0 0 0 0,1-1 0 0 0,-1 1 0 0 0,1 0 0 0 0,0 0 0 0 0,0 0 0 0 0,-1-1 0 0 0,1 1 0 0 0,0 0 0 0 0,0-1 0 0 0,0 1 0 0 0,0-1 0 0 0,0 1 0 0 0,0-1 0 0 0,0 0 0 0 0,0 1 0 0 0,0-1 0 0 0,0 0 0 0 0,0 1 0 0 0,2-1 0 0 0,1-1 2 0 0,1-1 0 0 0,-1 0-1 0 0,1 1 1 0 0,-1-1 0 0 0,0-1 0 0 0,7-4-1 0 0,-11 7-1 0 0,1 0 3 0 0,0 0-1 0 0,-1-1 0 0 0,1 1 1 0 0,-1 0-1 0 0,1-1 0 0 0,-1 1 1 0 0,1 0-1 0 0,-1-1 0 0 0,1 1 1 0 0,-1-1-1 0 0,1 1 1 0 0,-1-1-1 0 0,1 1 0 0 0,-1-1 1 0 0,0 1-1 0 0,1-1 0 0 0,-1 1 1 0 0,0-1-1 0 0,1 1 0 0 0,-1-1 1 0 0,0 0-1 0 0,0 1 0 0 0,0-1 1 0 0,1 0-1 0 0,5-32 66 0 0,-2-3 9 0 0,-4 20-61 0 0,0 0 0 0 0,-1 0-1 0 0,-1 0 1 0 0,0 0 0 0 0,-8-28-1 0 0,7 36-2 0 0,0 0 0 0 0,0 1 0 0 0,0-1 0 0 0,-1 0 0 0 0,0 1 0 0 0,-1 0 0 0 0,1 0-1 0 0,-1 0 1 0 0,-1 0 0 0 0,1 1 0 0 0,-1 0 0 0 0,-11-9 0 0 0,15 14-6 0 0,0-1 0 0 0,1 1 0 0 0,-1 0 1 0 0,0 0-1 0 0,0 0 0 0 0,1 0 0 0 0,-1 0 0 0 0,0 1 1 0 0,0-1-1 0 0,0 0 0 0 0,0 1 0 0 0,0-1 1 0 0,0 1-1 0 0,0 0 0 0 0,0 0 0 0 0,0 0 1 0 0,0 0-1 0 0,0 0 0 0 0,-1 0 0 0 0,1 1 0 0 0,0-1 1 0 0,-3 1-1 0 0,3 1 10 0 0,0-1 1 0 0,0 0 0 0 0,1 1-1 0 0,-1-1 1 0 0,0 1-1 0 0,0 0 1 0 0,1-1-1 0 0,-1 1 1 0 0,1 0-1 0 0,0 0 1 0 0,-1 0 0 0 0,1 0-1 0 0,0 0 1 0 0,0 1-1 0 0,0-1 1 0 0,1 0-1 0 0,-1 0 1 0 0,1 1-1 0 0,-1 2 1 0 0,-2 12 7 0 0,1 0-1 0 0,0-1 1 0 0,2 1 0 0 0,2 30-1 0 0,14 69 101 0 0,-9-75-112 0 0,-4-19-13 0 0,-1-3 0 0 0,7 26 0 0 0,-1-18 0 0 0,-1-6-13 0 0,-5-18-15 0 0,4-10-9 0 0,21-28-25 0 0,-25 31 60 0 0,-1 1-1 0 0,1-1 0 0 0,-1 1 0 0 0,1-1 0 0 0,-1 1 0 0 0,0-1 1 0 0,1-6-1 0 0,1-26-40 0 0,-3 20 42 0 0,0 0 0 0 0,-1 0-1 0 0,-1 0 1 0 0,-1 1 0 0 0,0-1 0 0 0,-1 1 0 0 0,0-1 0 0 0,-9-18-1 0 0,-1 2 19 0 0,8 16 29 0 0,-1 0-1 0 0,-1 0 0 0 0,-1 1 0 0 0,0 0 0 0 0,-12-15 0 0 0,21 30-29 0 0,0-1 0 0 0,0 1 1 0 0,-1-1-1 0 0,1 1 0 0 0,0 0 0 0 0,-1-1 0 0 0,1 1 0 0 0,0 0 0 0 0,-1-1 0 0 0,1 1 0 0 0,0 0 0 0 0,-1-1 0 0 0,1 1 0 0 0,-1 0 0 0 0,1 0 1 0 0,-1 0-1 0 0,1-1 0 0 0,-1 1 0 0 0,1 0 0 0 0,-1 0 0 0 0,1 0 0 0 0,-1 0 0 0 0,1 0 0 0 0,-1 0 0 0 0,1 0 0 0 0,-1 0 0 0 0,1 0 0 0 0,-1 0 1 0 0,1 0-1 0 0,-1 0 0 0 0,1 0 0 0 0,-1 1 0 0 0,0-1 14 0 0,0 1 1 0 0,0 0 0 0 0,1 0-1 0 0,-1 0 1 0 0,0 0 0 0 0,0 0-1 0 0,1 0 1 0 0,-1 0 0 0 0,1 0-1 0 0,-1 0 1 0 0,1 0-1 0 0,-1 3 1 0 0,-1 4 137 0 0,0 0 0 0 0,-1 15-1 0 0,1 5-114 0 0,2 0 0 0 0,1 0-1 0 0,5 28 1 0 0,22 78-352 0 0,-26-125 246 0 0,8 15 32 0 0,2-1-35 0 0,-10-19-24 0 0,7-9 2 0 0,27-15 46 0 0,-27 15-42 0 0,-6-2 15 0 0,1-1 49 0 0,-2 5-1 0 0,-1 0 0 0 0,1 0 0 0 0,-1 0 1 0 0,0 0-1 0 0,0-1 0 0 0,0 1 0 0 0,1-7 0 0 0,2-16-7 0 0,-3 13 18 0 0,-1 0 0 0 0,0 0 0 0 0,-1 0 0 0 0,-1 0 0 0 0,0 0 0 0 0,-1 0 0 0 0,0 1 0 0 0,-1-1 0 0 0,-6-14 0 0 0,-9-15 0 0 0,-29-47 0 0 0,48 89 1 0 0,-11-16 265 0 0,11 16-253 0 0,0-1 0 0 0,0 1 0 0 0,-1-1 0 0 0,1 1 0 0 0,0 0 0 0 0,-1-1-1 0 0,1 1 1 0 0,-1-1 0 0 0,1 1 0 0 0,0 0 0 0 0,-1-1 0 0 0,1 1 0 0 0,-1 0-1 0 0,1 0 1 0 0,-1 0 0 0 0,1-1 0 0 0,-1 1 0 0 0,1 0 0 0 0,-1 0 0 0 0,1 0-1 0 0,-1 0 1 0 0,1 0 0 0 0,-1 0 0 0 0,1 0 0 0 0,-1 0 0 0 0,1 0 0 0 0,-1 0-1 0 0,0 0 1 0 0,0 1 40 0 0,0 1 0 0 0,0-1-1 0 0,1 1 1 0 0,-1 0 0 0 0,0-1-1 0 0,1 1 1 0 0,0 0-1 0 0,-1-1 1 0 0,1 1 0 0 0,0 0-1 0 0,0-1 1 0 0,0 4 0 0 0,0-4-20 0 0,0 32 95 0 0,1 0 1 0 0,2 0-1 0 0,1 0 1 0 0,15 54-1 0 0,-14-66-128 0 0,6 7 0 0 0,6-5-10 0 0,-13-19-12 0 0,0-9 1 0 0,16-26-3 0 0,-18 25 13 0 0,0 1 1 0 0,0 0-1 0 0,-1-1 0 0 0,2-10 1 0 0,-1 6-1 0 0,-2-19-52 0 0,-2 5 74 0 0,-1 1-1 0 0,-1 0 0 0 0,-2 0 1 0 0,-15-43-1 0 0,-11-38-10 0 0,29 98 39 0 0,3 6-26 0 0,0 0 1 0 0,0 0-1 0 0,0 1 1 0 0,0-1-1 0 0,0 0 1 0 0,0 0-1 0 0,0 0 1 0 0,0 0-1 0 0,0 0 1 0 0,-1 0-1 0 0,1 0 1 0 0,0 0-1 0 0,0 0 1 0 0,0 0-1 0 0,0 0 1 0 0,0 0-1 0 0,0 0 1 0 0,0 0-1 0 0,0 0 1 0 0,0 0-1 0 0,0 0 1 0 0,0 0-1 0 0,0 0 1 0 0,0 0-1 0 0,0 0 1 0 0,-1 0-1 0 0,1 0 1 0 0,0 0-1 0 0,0 0 1 0 0,0 0-1 0 0,0 0 1 0 0,0 0-1 0 0,0 0 1 0 0,0 0-1 0 0,0 0 1 0 0,0 0-1 0 0,0 0 1 0 0,0 0-1 0 0,0 0 1 0 0,0 0-1 0 0,0 0 1 0 0,0 0-1 0 0,0-1 1 0 0,-1 1-1 0 0,1 0 1 0 0,0 0-1 0 0,0 0 1 0 0,0 0-1 0 0,0 0 1 0 0,0 0-1 0 0,0 0 1 0 0,0 0-1 0 0,0 0 1 0 0,0 0-1 0 0,0 0 1 0 0,0 0-1 0 0,0 0 1 0 0,0 0-1 0 0,0-1 1 0 0,0 1-1 0 0,0 10 383 0 0,1 8-158 0 0,0-6-92 0 0,35 231 300 0 0,-29-215-446 0 0,2-7-16 0 0,-6-18-16 0 0,2-8 0 0 0,16-22 3 0 0,-20 27 26 0 0,-1-1 0 0 0,1 1 0 0 0,-1-1-1 0 0,1 1 1 0 0,-1-1 0 0 0,0 1 0 0 0,1-1 0 0 0,-1 0 0 0 0,0 1 0 0 0,1-1-1 0 0,-1 1 1 0 0,0-1 0 0 0,0 0 0 0 0,1 1 0 0 0,-1-1 0 0 0,0-1 0 0 0,1-3-8 0 0,0-18-58 0 0,-3-3 55 0 0,-2 2-20 0 0,-1 0 0 0 0,-2 0 0 0 0,0 0-1 0 0,-17-34 1 0 0,-3-14-51 0 0,22 58 44 0 0,-9-30 10 0 0,10 27 31 0 0,4 17 1 0 0,0 0-1 0 0,0 0 0 0 0,0 0 0 0 0,0 0 1 0 0,0-1-1 0 0,0 1 0 0 0,0 0 0 0 0,0 0 1 0 0,0 0-1 0 0,0 0 0 0 0,0 0 0 0 0,0 0 1 0 0,0 0-1 0 0,0 0 0 0 0,0-1 0 0 0,0 1 1 0 0,0 0-1 0 0,0 0 0 0 0,0 0 0 0 0,0 0 1 0 0,0 0-1 0 0,0 0 0 0 0,0 0 0 0 0,0 0 1 0 0,0-1-1 0 0,0 1 0 0 0,-1 0 0 0 0,1 0 1 0 0,0 0-1 0 0,0 0 0 0 0,0 0 0 0 0,0 0 1 0 0,0 0-1 0 0,0 0 0 0 0,0 0 0 0 0,0 0 1 0 0,0 0-1 0 0,0 0 0 0 0,-1 0 0 0 0,1 0 1 0 0,0 0-1 0 0,0 0 0 0 0,0 0 0 0 0,0 0 1 0 0,0 0-1 0 0,0 0 0 0 0,0 0 1 0 0,-1 0-1 0 0,1 0 0 0 0,0 0 0 0 0,0 0 1 0 0,0 0-1 0 0,0 0 0 0 0,0 0 0 0 0,0 0 1 0 0,0 0-1 0 0,0 0 0 0 0,-1 0 0 0 0,1 0 1 0 0,0 0-1 0 0,0 0 0 0 0,0 0 0 0 0,0 0 1 0 0,0 0-1 0 0,0 0 0 0 0,0 0 0 0 0,0 1 1 0 0,-2 5 57 0 0,2 0 0 0 0,-1 0 0 0 0,0 0 1 0 0,1 1-1 0 0,1-1 0 0 0,0 10 0 0 0,0 3 55 0 0,3 32-59 0 0,12 55 0 0 0,3 32-12 0 0,-20-124-42 0 0,1-7 0 0 0,1-1 0 0 0,-1 1 0 0 0,1 0 0 0 0,3 12 0 0 0,0-1-16 0 0,-3-14-61 0 0,7-10-127 0 0,24-17 77 0 0,-32 22 122 0 0,1 1-1 0 0,0 0 1 0 0,-1-1-1 0 0,1 1 0 0 0,-1 0 1 0 0,1-1-1 0 0,-1 1 1 0 0,1 0-1 0 0,-1-1 1 0 0,1 1-1 0 0,-1-1 0 0 0,0 1 1 0 0,1-1-1 0 0,-1 1 1 0 0,0-1-1 0 0,1 0 1 0 0,-1 1-1 0 0,0-1 1 0 0,0 1-1 0 0,1-1 0 0 0,-1 0 1 0 0,0 0-1 0 0,6-31-115 0 0,-3 10 80 0 0,-2 1 0 0 0,0-1 0 0 0,-1 0 0 0 0,-2 1 0 0 0,0-1 0 0 0,-1 1 0 0 0,-1-1 0 0 0,-9-28 0 0 0,-8-28-275 0 0,-9-33-38 0 0,26 102 365 0 0,5 45 149 0 0,60 403 541 0 0,-57-417-701 0 0,2 1 11 0 0,-4-19 10 0 0,6-6 1 0 0,26-9-1 0 0,-33 11-20 0 0,-1 0 0 0 0,1 0 1 0 0,-1 0-1 0 0,0 0 0 0 0,1 0 0 0 0,-1 0 0 0 0,0-1 1 0 0,1 1-1 0 0,-1 0 0 0 0,1 0 0 0 0,-1 0 1 0 0,0 0-1 0 0,1 0 0 0 0,-1-1 0 0 0,0 1 0 0 0,1 0 1 0 0,-1 0-1 0 0,0 0 0 0 0,0-1 0 0 0,1 1 1 0 0,-1 0-1 0 0,0-1 0 0 0,0 1 0 0 0,1 0 0 0 0,-1 0 1 0 0,0-1-1 0 0,0 1 0 0 0,0 0 0 0 0,1-1 0 0 0,-1 1 1 0 0,0-1-1 0 0,0 1 0 0 0,0 0 0 0 0,0-1 1 0 0,5-27 8 0 0,-3 13 2 0 0,0 0 0 0 0,-1 0 0 0 0,-1 0 0 0 0,0 0 0 0 0,-5-25 0 0 0,1 17 6 0 0,-2 1 0 0 0,0 0 0 0 0,-11-24 0 0 0,-39-112-18 0 0,51 147 0 0 0,-3-2 25 0 0,8 13-24 0 0,0 0 1 0 0,0 0-1 0 0,0 0 1 0 0,0 0 0 0 0,0 0-1 0 0,0 0 1 0 0,0 0-1 0 0,0 0 1 0 0,-1 0-1 0 0,1 0 1 0 0,0 0-1 0 0,0 0 1 0 0,0 0-1 0 0,0 0 1 0 0,0 0-1 0 0,0 0 1 0 0,-1 0 0 0 0,1 0-1 0 0,0 0 1 0 0,0 0-1 0 0,0 0 1 0 0,0 0-1 0 0,0 0 1 0 0,0 0-1 0 0,-1 0 1 0 0,1 0-1 0 0,0 0 1 0 0,0 0 0 0 0,0 0-1 0 0,0 0 1 0 0,0 0-1 0 0,0 0 1 0 0,0 0-1 0 0,0 0 1 0 0,-1 1-1 0 0,1-1 1 0 0,0 0-1 0 0,0 0 1 0 0,0 0-1 0 0,0 0 1 0 0,0 0 0 0 0,0 0-1 0 0,-2 9 68 0 0,-1 7 34 0 0,1 0 1 0 0,1 0-1 0 0,1-1 0 0 0,0 1 0 0 0,5 30 0 0 0,-3-25-66 0 0,28 293-37 0 0,-30-306 0 0 0,6 27 0 0 0,-2-13-12 0 0,-3-17-50 0 0,9-12-353 0 0,26-17 247 0 0,-35 24 161 0 0,0-1 0 0 0,-1 1 1 0 0,1 0-1 0 0,-1 0 0 0 0,1-1 1 0 0,-1 1-1 0 0,1 0 0 0 0,-1-1 0 0 0,1 1 1 0 0,-1-1-1 0 0,1 1 0 0 0,-1-1 1 0 0,1 1-1 0 0,-1-1 0 0 0,0 1 0 0 0,1-1 1 0 0,-1 1-1 0 0,0-1 0 0 0,1 0 1 0 0,-1 1-1 0 0,0-1 0 0 0,0 1 0 0 0,0-1 1 0 0,1 0-1 0 0,-1 0 0 0 0,3-23-55 0 0,0-1 0 0 0,-1 1 0 0 0,-4-42 0 0 0,-3 30 53 0 0,-2 0 0 0 0,-15-44-1 0 0,-30-67-25 0 0,42 121 34 0 0,6 16 0 0 0,2 4 3 0 0,0 0 1 0 0,0 0-1 0 0,-1 1 0 0 0,0-1 0 0 0,0 1 0 0 0,0 0 0 0 0,-5-7 0 0 0,7 12 3 0 0,1-1 1 0 0,0 1-1 0 0,0 0 0 0 0,-1 0 0 0 0,1 0 0 0 0,0 0 0 0 0,0 0 0 0 0,-1 0 1 0 0,1 0-1 0 0,0-1 0 0 0,0 1 0 0 0,-1 0 0 0 0,1 0 0 0 0,0 0 0 0 0,0 0 1 0 0,-1 0-1 0 0,1 0 0 0 0,0 0 0 0 0,-1 0 0 0 0,1 0 0 0 0,0 0 0 0 0,0 1 1 0 0,-1-1-1 0 0,1 0 0 0 0,0 0 0 0 0,0 0 0 0 0,-1 0 0 0 0,1 0 0 0 0,0 0 1 0 0,0 1-1 0 0,-1-1 0 0 0,1 0 0 0 0,0 0 0 0 0,0 0 0 0 0,0 0 0 0 0,0 1 1 0 0,-1-1-1 0 0,1 0 0 0 0,0 0 0 0 0,0 1 0 0 0,0-1 0 0 0,0 0 0 0 0,0 0 1 0 0,-1 1-1 0 0,-4 11 135 0 0,2-2 59 0 0,0-1-1 0 0,1 1 0 0 0,1 0 0 0 0,-2 19 1 0 0,4 43 51 0 0,1-42-268 0 0,2 35 46 0 0,25 114-1 0 0,-20-130-22 0 0,-5-27-5 0 0,5 9 0 0 0,6-7-16 0 0,-12-20-64 0 0,3-10-228 0 0,20-17 112 0 0,-25 22 183 0 0,-1 1-1 0 0,1-1 0 0 0,0 1 0 0 0,-1-1 1 0 0,1 0-1 0 0,0 1 0 0 0,-1-1 1 0 0,1 0-1 0 0,-1 0 0 0 0,1 1 0 0 0,-1-1 1 0 0,0 0-1 0 0,1-1 0 0 0,2-4-46 0 0,-1 3 31 0 0,-1 0 1 0 0,0 0 0 0 0,0 0 0 0 0,0 0 0 0 0,0 1 0 0 0,0-1 0 0 0,0-5 0 0 0,2-9 13 0 0,-1-1 0 0 0,-1 0 0 0 0,-1 0 0 0 0,0 1 0 0 0,-1-1 0 0 0,-1 0 0 0 0,-1 0 0 0 0,-7-26 0 0 0,2 17-1 0 0,-2 1 1 0 0,0 0 0 0 0,-2 1 0 0 0,0 0-1 0 0,-18-24 1 0 0,24 38 17 0 0,-14-18 20 0 0,18 27-17 0 0,0 0-1 0 0,1 0 1 0 0,-1 0-1 0 0,0 0 1 0 0,0 0-1 0 0,0 1 1 0 0,0-1-1 0 0,0 1 1 0 0,0 0-1 0 0,-4-2 1 0 0,5 3 2 0 0,1 0 1 0 0,-1 0-1 0 0,1 0 0 0 0,-1 0 1 0 0,1 0-1 0 0,-1 0 1 0 0,1 0-1 0 0,0 0 1 0 0,-1 1-1 0 0,1-1 1 0 0,-1 0-1 0 0,1 0 0 0 0,-1 0 1 0 0,1 1-1 0 0,0-1 1 0 0,-1 0-1 0 0,1 1 1 0 0,0-1-1 0 0,-1 0 1 0 0,1 1-1 0 0,0-1 1 0 0,-1 0-1 0 0,1 1 0 0 0,0-1 1 0 0,0 1-1 0 0,0-1 1 0 0,-1 0-1 0 0,1 2 1 0 0,-5 12 260 0 0,0 20-26 0 0,2 0 0 0 0,2 1-1 0 0,2 36 1 0 0,0-42-191 0 0,1 247-123 0 0,-2-212 64 0 0,1-44 8 0 0,2-2-20 0 0,-2-14-77 0 0,5-10-10 0 0,21-21 3 0 0,-26 26 98 0 0,-1 1 0 0 0,1-1-1 0 0,0 1 1 0 0,-1-1 0 0 0,1 0-1 0 0,-1 0 1 0 0,1 1 0 0 0,0-1-1 0 0,-1 0 1 0 0,0 0 0 0 0,1 0-1 0 0,-1 0 1 0 0,1 0 0 0 0,-1 1-1 0 0,0-3 1 0 0,12-41-165 0 0,-7 21 131 0 0,-2-1 0 0 0,-1 1 0 0 0,-1-37 0 0 0,-12-36 10 0 0,-26-114 0 0 0,23 144 26 0 0,9 42 73 0 0,1 20 92 0 0,3 18 161 0 0,18 208 202 0 0,-2-53-248 0 0,-13-128-276 0 0,7 77 0 0 0,-5-99 0 0 0,1 0-12 0 0,-2-16-12 0 0,5-7 0 0 0,27-18 0 0 0,-34 22 22 0 0,0 0 0 0 0,-1-1 0 0 0,1 1 0 0 0,-1 0 0 0 0,1 0 0 0 0,0-1 0 0 0,-1 1 0 0 0,1-1-1 0 0,-1 1 1 0 0,1 0 0 0 0,-1-1 0 0 0,1 1 0 0 0,-1-1 0 0 0,0 1 0 0 0,1-1 0 0 0,-1 1 0 0 0,0-1 0 0 0,1 0 0 0 0,-1 1-1 0 0,0-1 1 0 0,1 1 0 0 0,-1-2 0 0 0,9-27-10 0 0,-1-12 12 0 0,-5 20 1 0 0,-2 0-1 0 0,0 1 0 0 0,-2-1 1 0 0,0 0-1 0 0,-1 0 0 0 0,-1 1 1 0 0,-7-27-1 0 0,-54-138 55 0 0,29 94-49 0 0,31 79-6 0 0,0 1 16 0 0,3 8 128 0 0,0 7-56 0 0,-1 6 239 0 0,17 256 759 0 0,-7-163-1051 0 0,-5-65-35 0 0,11 57 0 0 0,-9-76 0 0 0,-4-18 0 0 0,-1 0-1 0 0,0-1 0 0 0,0 1 1 0 0,0 0-1 0 0,1-1 1 0 0,-1 1-1 0 0,0-1 0 0 0,1 1 1 0 0,-1 0-1 0 0,0-1 1 0 0,1 1-1 0 0,-1-1 0 0 0,1 1 1 0 0,-1-1-1 0 0,1 1 1 0 0,-1-1-1 0 0,1 1 0 0 0,-1-1 1 0 0,1 0-1 0 0,-1 1 0 0 0,1-1 1 0 0,0 0-1 0 0,-1 1 1 0 0,1-1-1 0 0,0 0 0 0 0,-1 0 1 0 0,1 0-1 0 0,0 1 1 0 0,-1-1-1 0 0,1 0 0 0 0,0 0 1 0 0,0 0-1 0 0,5-2-14 0 0,-1 1-1 0 0,1-1 1 0 0,-1-1-1 0 0,0 1 0 0 0,6-4 1 0 0,-10 6 11 0 0,-1 0 0 0 0,1-1 0 0 0,0 1 0 0 0,-1 0 0 0 0,1 0 1 0 0,-1-1-1 0 0,1 1 0 0 0,0-1 0 0 0,-1 1 0 0 0,1 0 0 0 0,-1-1 0 0 0,1 1 0 0 0,-1-1 1 0 0,1 0-1 0 0,-1 1 0 0 0,0-1 0 0 0,1 1 0 0 0,-1-1 0 0 0,0 0 0 0 0,1 1 0 0 0,-1-2 1 0 0,4-5-22 0 0,-2 4 13 0 0,-1 0 0 0 0,1 0 0 0 0,-1 0 0 0 0,0-1 0 0 0,0 1 0 0 0,0 0-1 0 0,0 0 1 0 0,0-5 0 0 0,1-1 3 0 0,4-28-60 0 0,-3 12 27 0 0,-2 0 0 0 0,-1 1 0 0 0,-6-49 0 0 0,-4 30 16 0 0,-2 1 1 0 0,-2 1 0 0 0,-1 0 0 0 0,-38-70 0 0 0,51 107 25 0 0,1 3 0 0 0,1 0 0 0 0,0 0 0 0 0,-1-1 0 0 0,1 1 0 0 0,-1 0 0 0 0,0 0 0 0 0,1 0 0 0 0,-1 0 0 0 0,0 0 0 0 0,0 0 0 0 0,0 1 0 0 0,1-1 0 0 0,-1 0 0 0 0,0 0 0 0 0,0 1 0 0 0,-2-2 0 0 0,3 2 4 0 0,0 0 0 0 0,-1 0 0 0 0,1 0 1 0 0,0-1-1 0 0,0 1 0 0 0,-1 0 0 0 0,1 0 0 0 0,0 0 0 0 0,-1 0 0 0 0,1 0 0 0 0,0 0 0 0 0,0 0 0 0 0,-1 0 0 0 0,1 0 0 0 0,0 0 0 0 0,-1 0 1 0 0,1 0-1 0 0,0 0 0 0 0,0 0 0 0 0,-1 1 0 0 0,1-1 0 0 0,0 0 0 0 0,0 0 0 0 0,-1 0 0 0 0,1 0 0 0 0,0 0 0 0 0,0 1 0 0 0,-1-1 0 0 0,1 0 1 0 0,0 0-1 0 0,0 0 0 0 0,0 1 0 0 0,-1-1 0 0 0,1 0 0 0 0,0 0 0 0 0,0 1 0 0 0,0-1 0 0 0,0 0 0 0 0,0 0 0 0 0,0 1 0 0 0,-1-1 0 0 0,1 0 0 0 0,0 0 1 0 0,0 1-1 0 0,0-1 0 0 0,0 0 0 0 0,0 1 0 0 0,0-1 0 0 0,0 0 0 0 0,0 0 0 0 0,0 1 0 0 0,0-1 0 0 0,-2 22 106 0 0,1-1 0 0 0,0 0 0 0 0,2 0-1 0 0,2 23 1 0 0,20 89-47 0 0,-4-24-67 0 0,-17-85 4 0 0,0-9 0 0 0,0-1 0 0 0,0 0 0 0 0,5 15 0 0 0,0-5-13 0 0,-6-19-52 0 0,9-4-101 0 0,26 3 90 0 0,-26-3 4 0 0,-7-7 0 0 0,1 0 49 0 0,-2 4 11 0 0,-1 0 0 0 0,1-1-1 0 0,-1 1 1 0 0,0-1 0 0 0,0 1 0 0 0,1-1 0 0 0,-2 0 0 0 0,1 1 0 0 0,1-5 0 0 0,0 1-11 0 0,-1 3 11 0 0,0 1 0 0 0,0-1 0 0 0,0 0 0 0 0,-1 1 0 0 0,1-1-1 0 0,-1 0 1 0 0,1 0 0 0 0,-1-4 0 0 0,2-26-12 0 0,-3 17 19 0 0,0 0-1 0 0,-1-1 1 0 0,0 1-1 0 0,-2 0 0 0 0,0 0 1 0 0,-9-24-1 0 0,-45-86-15 0 0,53 117 21 0 0,1 0 0 0 0,-2 0 0 0 0,1 0 0 0 0,-1 1 0 0 0,0 0 0 0 0,-1 0 0 0 0,-13-12 0 0 0,20 19 2 0 0,0 1 0 0 0,-1 0 0 0 0,1 0 0 0 0,0-1 0 0 0,-1 1-1 0 0,1 0 1 0 0,0 0 0 0 0,-1-1 0 0 0,1 1 0 0 0,0 0 0 0 0,-1 0-1 0 0,1 0 1 0 0,-1 0 0 0 0,1-1 0 0 0,0 1 0 0 0,-1 0 0 0 0,1 0 0 0 0,-1 0-1 0 0,1 0 1 0 0,0 0 0 0 0,-1 0 0 0 0,1 0 0 0 0,-1 0 0 0 0,1 0 0 0 0,-1 0-1 0 0,1 1 1 0 0,0-1 0 0 0,-1 0 0 0 0,1 0 0 0 0,0 0 0 0 0,-1 0 0 0 0,1 1-1 0 0,-1-1 1 0 0,1 0 0 0 0,0 0 0 0 0,-1 0 0 0 0,1 1 0 0 0,0-1 0 0 0,-1 1-1 0 0,-3 10 126 0 0,4-10-112 0 0,-4 10 39 0 0,2 1 0 0 0,-1 0 0 0 0,2 0-1 0 0,-1 1 1 0 0,2 14 0 0 0,5 62 302 0 0,-3-70-339 0 0,0 13-64 0 0,4 41-652 0 0,23 112 1 0 0,-19-158 542 0 0,-8-22 79 0 0,7-10-862 0 0,29-16 703 0 0,-37 21 231 0 0,-1 0-1 0 0,1 0 0 0 0,-1 0 1 0 0,1 0-1 0 0,-1-1 0 0 0,1 1 1 0 0,-1 0-1 0 0,1 0 1 0 0,-1-1-1 0 0,1 1 0 0 0,-1 0 1 0 0,1-1-1 0 0,-1 1 0 0 0,0-1 1 0 0,1 1-1 0 0,-1 0 1 0 0,0-1-1 0 0,1 1 0 0 0,-1-1 1 0 0,0 1-1 0 0,1-1 0 0 0,-1 1 1 0 0,0-1-1 0 0,0 1 1 0 0,0-1-1 0 0,1 0 0 0 0,1-6-34 0 0,3-21-140 0 0,-2-3 94 0 0,-3 13 82 0 0,-1 1 1 0 0,-1-1 0 0 0,0 1 0 0 0,-1-1 0 0 0,-7-20 0 0 0,-34-85 6 0 0,27 80-5 0 0,-7-25 2 0 0,-22-55 11 0 0,44 120 32 0 0,2 3-43 0 0,0 0 0 0 0,0-1 0 0 0,0 1 0 0 0,0 0 0 0 0,0 0 0 0 0,0 0 0 0 0,0-1 0 0 0,-1 1 0 0 0,1 0 0 0 0,0 0-1 0 0,0 0 1 0 0,0-1 0 0 0,0 1 0 0 0,0 0 0 0 0,-1 0 0 0 0,1 0 0 0 0,0 0 0 0 0,0 0 0 0 0,0-1 0 0 0,0 1 0 0 0,-1 0 0 0 0,1 0 0 0 0,0 0 0 0 0,0 0 0 0 0,0 0 0 0 0,-1 0 0 0 0,1 0 0 0 0,0 0 0 0 0,0 0 0 0 0,0 0 0 0 0,-1 0 0 0 0,1 0 0 0 0,0 0 0 0 0,0 0 0 0 0,-1 0 0 0 0,1 0 0 0 0,0 0 0 0 0,0 0 0 0 0,0 0 0 0 0,-1 0 0 0 0,1 0 0 0 0,0 0 0 0 0,0 0 0 0 0,0 0 0 0 0,-1 1 0 0 0,-1 9 242 0 0,13 401 723 0 0,-8-355-929 0 0,5 13-36 0 0,-4-51 0 0 0,2 0-21 0 0,-5-14-80 0 0,8-9-199 0 0,29-15 136 0 0,-37 19 155 0 0,0 1-1 0 0,-1 0 1 0 0,1 0 0 0 0,0-1 0 0 0,-1 1 0 0 0,1 0 0 0 0,0-1 0 0 0,-1 1 0 0 0,1-1 0 0 0,-1 1 0 0 0,1-1 0 0 0,-1 1 0 0 0,1-1-1 0 0,-1 1 1 0 0,1-1 0 0 0,-1 0 0 0 0,1 1 0 0 0,-1-1 0 0 0,0 0 0 0 0,1 0 0 0 0,3-6-56 0 0,7-22-247 0 0,-2-5 217 0 0,-6 19 84 0 0,0 1 0 0 0,-2-1 0 0 0,0 0 0 0 0,0 0-1 0 0,-2 1 1 0 0,0-1 0 0 0,0 0 0 0 0,-4-15 0 0 0,-6-15-39 0 0,-22-54 0 0 0,11 35 35 0 0,2 7 15 0 0,13 42 0 0 0,7 14 3 0 0,0 1 0 0 0,0-1-1 0 0,-1 0 1 0 0,1 1 0 0 0,0-1-1 0 0,0 1 1 0 0,-1-1 0 0 0,1 1-1 0 0,0-1 1 0 0,-1 1 0 0 0,1-1-1 0 0,0 1 1 0 0,-1-1 0 0 0,1 1 0 0 0,-1-1-1 0 0,1 1 1 0 0,-1-1 0 0 0,1 1-1 0 0,-2-1 1 0 0,0 6 97 0 0,-1 56 40 0 0,4 66 1 0 0,13 65 151 0 0,-12-160-283 0 0,7 34-9 0 0,-4-49 0 0 0,1-1-10 0 0,-3-14-12 0 0,4-5 1 0 0,-7 3 21 0 0,6-3-2 0 0,-1 0 0 0 0,1 0 1 0 0,-1 0-1 0 0,0-1 0 0 0,6-5 0 0 0,-8 6 2 0 0,-1-1 0 0 0,1 1 0 0 0,-1-1 0 0 0,0 0 0 0 0,0 1 0 0 0,0-1 0 0 0,-1 0 0 0 0,1 0 0 0 0,0-5 0 0 0,6-32 0 0 0,-6 21 7 0 0,-2 0-1 0 0,0 0 0 0 0,-1 0 1 0 0,-1 0-1 0 0,-8-32 1 0 0,-34-96 61 0 0,6 24-39 0 0,32 103-29 0 0,1 0 15 0 0,1 10 57 0 0,4 31 62 0 0,-1-4 53 0 0,20 205 351 0 0,-1-35-220 0 0,-12-124-318 0 0,-2-45 0 0 0,1 1 11 0 0,-2-16 10 0 0,5-4 1 0 0,29-9 0 0 0,-37 11-20 0 0,1 0 1 0 0,-1 0-1 0 0,1 0 0 0 0,-1 0 0 0 0,1 0 0 0 0,-1-1 0 0 0,1 1 0 0 0,-1 0 1 0 0,1 0-1 0 0,-1 0 0 0 0,1-1 0 0 0,-1 1 0 0 0,1 0 0 0 0,-1-1 0 0 0,1 1 1 0 0,-1 0-1 0 0,0-1 0 0 0,1 1 0 0 0,-1 0 0 0 0,0-1 0 0 0,1 1 1 0 0,-1-1-1 0 0,0 1 0 0 0,0-1 0 0 0,1 1 0 0 0,-1-1 0 0 0,0 1 0 0 0,0-1 1 0 0,0 1-1 0 0,1-1 0 0 0,10-30 101 0 0,-10 28-87 0 0,1 0 0 0 0,-1 0 0 0 0,0 0 1 0 0,0 0-1 0 0,-1 0 0 0 0,1 0 1 0 0,-1 0-1 0 0,1 0 0 0 0,-1-4 1 0 0,0-1 14 0 0,1-6 33 0 0,0 1 0 0 0,0-1-1 0 0,-1 1 1 0 0,-1-1 0 0 0,0 1-1 0 0,-7-26 1 0 0,-1 6 37 0 0,-19-41 0 0 0,25 66-62 0 0,0-2 10 0 0,-1 0 0 0 0,0 1 0 0 0,-1-1 0 0 0,0 1 0 0 0,-1 0 1 0 0,-10-13-1 0 0,16 22-33 0 0,0 0 0 0 0,0-1 0 0 0,0 1-1 0 0,-1 0 1 0 0,1 0 0 0 0,0 0 0 0 0,0-1 0 0 0,-1 1 0 0 0,1 0 0 0 0,0 0 0 0 0,0 0 0 0 0,-1 0 0 0 0,1-1 0 0 0,0 1-1 0 0,-1 0 1 0 0,1 0 0 0 0,0 0 0 0 0,-1 0 0 0 0,1 0 0 0 0,0 0 0 0 0,-1 0 0 0 0,1 0 0 0 0,0 0 0 0 0,-1 0-1 0 0,1 0 1 0 0,0 0 0 0 0,-1 0 0 0 0,1 0 0 0 0,0 0 0 0 0,0 0 0 0 0,-1 0 0 0 0,1 0 0 0 0,-1 1 0 0 0,-5 10 558 0 0,0 17 99 0 0,6-28-672 0 0,-3 43 141 0 0,2 0-1 0 0,1 1 1 0 0,9 47-1 0 0,-1 25-300 0 0,-8-109 150 0 0,4 27-57 0 0,-1-14 2 0 0,-2-16-1 0 0,5-10-1055 0 0,19-18 925 0 0,-25 24 187 0 0,1 0 0 0 0,-1-1 0 0 0,1 1-1 0 0,-1 0 1 0 0,0-1 0 0 0,1 1 0 0 0,-1-1 0 0 0,1 1-1 0 0,-1-1 1 0 0,0 1 0 0 0,1-1 0 0 0,-1 1 0 0 0,0-1-1 0 0,0 1 1 0 0,1-1 0 0 0,-1 1 0 0 0,0-1 0 0 0,0 0-1 0 0,0 0 1 0 0,2-5-44 0 0,1-18-189 0 0,-5-14 235 0 0,0 0-1 0 0,-3 1 1 0 0,-11-49-1 0 0,2 11 6 0 0,10 48 2 0 0,3 23-4 0 0,-7-18 89 0 0,4 55 398 0 0,7 37-222 0 0,15 80 0 0 0,-14-122-250 0 0,14 68-12 0 0,-12-75 0 0 0,2 2-12 0 0,-7-18-46 0 0,9-11-168 0 0,-3 1 222 0 0,1 0 0 0 0,-1 0 0 0 0,8-8 0 0 0,-14 11 4 0 0,1 0 0 0 0,-1-1 0 0 0,1 1 0 0 0,-1 0 0 0 0,0 0 0 0 0,0-1 0 0 0,0 1 0 0 0,0 0 0 0 0,-1-1 0 0 0,1 1 0 0 0,-1-1 0 0 0,1 1 0 0 0,-1-5 0 0 0,-3-34 0 0 0,1 28 0 0 0,-3-28 10 0 0,-3 1-1 0 0,-15-49 0 0 0,-33-77 26 0 0,46 138-34 0 0,3 8-1 0 0,0 1 0 0 0,-16-33 0 0 0,23 51 1 0 0,0 0 1 0 0,-1 1-1 0 0,1-1 0 0 0,0 0 0 0 0,0 1 1 0 0,-1-1-1 0 0,1 1 0 0 0,0-1 1 0 0,-1 1-1 0 0,1-1 0 0 0,-1 0 0 0 0,1 1 1 0 0,-1-1-1 0 0,1 1 0 0 0,-1 0 0 0 0,1-1 1 0 0,-1 1-1 0 0,1-1 0 0 0,-1 1 0 0 0,1 0 1 0 0,-1-1-1 0 0,-1 1 0 0 0,-2 5 78 0 0,-1 19 97 0 0,1 0 0 0 0,-3 47 1 0 0,6 55 2 0 0,2-62-261 0 0,-3 18-19 0 0,0-40-9 0 0,2 0 1 0 0,9 72-1 0 0,-5-96 110 0 0,4 0-44 0 0,-6-15-182 0 0,4-8-73 0 0,21-18-12 0 0,-20 18 25 0 0,-4-3 104 0 0,1-1 135 0 0,-2 6 19 0 0,0-1 1 0 0,-1 0-1 0 0,1 0 1 0 0,-1 1-1 0 0,0-1 0 0 0,0 0 1 0 0,1-8-1 0 0,4-23-78 0 0,-3 6 96 0 0,-1-1 0 0 0,-2 1 0 0 0,-1 0 0 0 0,-1-1 1 0 0,-7-34-1 0 0,-42-141-17 0 0,39 168 27 0 0,6 21 0 0 0,1 9 15 0 0,5 7-14 0 0,0 0 0 0 0,0 0 1 0 0,0 0-1 0 0,0 0 0 0 0,0 0 0 0 0,0 1 1 0 0,0-1-1 0 0,0 0 0 0 0,0 0 0 0 0,0 0 1 0 0,0 0-1 0 0,0 0 0 0 0,0 0 0 0 0,0 0 1 0 0,0 0-1 0 0,0 0 0 0 0,0 0 0 0 0,0 0 0 0 0,0 0 1 0 0,0 0-1 0 0,0 0 0 0 0,0 0 0 0 0,0 0 1 0 0,0 0-1 0 0,0 1 0 0 0,0-1 0 0 0,0 0 1 0 0,0 0-1 0 0,0 0 0 0 0,0 0 0 0 0,0 0 1 0 0,0 0-1 0 0,0 0 0 0 0,-1 0 0 0 0,1 0 1 0 0,0 0-1 0 0,0 0 0 0 0,0 0 0 0 0,0 0 1 0 0,0 0-1 0 0,0 0 0 0 0,0 0 0 0 0,0 0 1 0 0,0 0-1 0 0,0 0 0 0 0,0 0 0 0 0,0 0 1 0 0,0 0-1 0 0,0 0 0 0 0,0 0 0 0 0,0 0 0 0 0,0 0 1 0 0,0 0-1 0 0,-1 0 0 0 0,1 0 0 0 0,0 0 1 0 0,0 0-1 0 0,-3 29 146 0 0,2 1 0 0 0,0-1 1 0 0,5 34-1 0 0,-2-23-111 0 0,-4 266-36 0 0,1-289-9 0 0,0 0-1 0 0,1 0 0 0 0,1-1 1 0 0,3 18-1 0 0,-3-33-7 0 0,5-7-8 0 0,-6 6 25 0 0,8-8-5 0 0,-1-1 1 0 0,9-12-1 0 0,-12 13 5 0 0,-1 0 0 0 0,1 0 0 0 0,-2 0 0 0 0,1-1 0 0 0,-1 1 0 0 0,0-1 0 0 0,1-15 0 0 0,-2-1 0 0 0,-1-36 0 0 0,-8-16 36 0 0,-32-142 0 0 0,35 199-36 0 0,-2-1 0 0 0,3 10 11 0 0,4 11-7 0 0,0 0 0 0 0,0 0 0 0 0,0 0 0 0 0,0 1 1 0 0,0-1-1 0 0,0 0 0 0 0,0 0 0 0 0,0 0 0 0 0,0 0 0 0 0,0 0 0 0 0,-1 0 1 0 0,1 1-1 0 0,0-1 0 0 0,0 0 0 0 0,0 0 0 0 0,0 0 0 0 0,0 0 0 0 0,0 0 0 0 0,0 0 1 0 0,0 0-1 0 0,-1 0 0 0 0,1 1 0 0 0,0-1 0 0 0,0 0 0 0 0,0 0 0 0 0,0 0 1 0 0,0 0-1 0 0,0 0 0 0 0,-1 0 0 0 0,1 0 0 0 0,0 0 0 0 0,0 0 0 0 0,0 0 1 0 0,0 0-1 0 0,0 0 0 0 0,-1 0 0 0 0,1 0 0 0 0,0 0 0 0 0,0 0 0 0 0,0 0 0 0 0,0 0 1 0 0,0 0-1 0 0,-1 0 0 0 0,1 0 0 0 0,0-1 0 0 0,0 1 0 0 0,0 0 0 0 0,0 0 1 0 0,0 0-1 0 0,0 0 0 0 0,0 0 0 0 0,-1 0 0 0 0,1 0 0 0 0,0 0 0 0 0,0 0 1 0 0,0-1-1 0 0,0 1 0 0 0,0 0 0 0 0,0 0 0 0 0,0 0 0 0 0,0 0 0 0 0,0 0 0 0 0,0 0 1 0 0,0-1-1 0 0,0 1 0 0 0,0 0 0 0 0,0 0 0 0 0,0 0 0 0 0,-5 14 444 0 0,-7 238 207 0 0,10-125-720 0 0,0-77 58 0 0,5 63 0 0 0,0-98-5 0 0,-3-12-48 0 0,10-4-12 0 0,31-2 0 0 0,-40 3 71 0 0,-1 0-1 0 0,1 0 0 0 0,-1 0 1 0 0,0 0-1 0 0,1 0 1 0 0,-1 0-1 0 0,1 1 1 0 0,-1-1-1 0 0,0-1 0 0 0,1 1 1 0 0,-1 0-1 0 0,1 0 1 0 0,-1 0-1 0 0,0 0 1 0 0,1 0-1 0 0,-1 0 0 0 0,1 0 1 0 0,-1 0-1 0 0,0-1 1 0 0,1 1-1 0 0,-1 0 0 0 0,0 0 1 0 0,1-1-1 0 0,-1 1 1 0 0,0 0-1 0 0,1 0 1 0 0,-1-1-1 0 0,0 1 0 0 0,0 0 1 0 0,1-1-1 0 0,-1 1 1 0 0,0 0-1 0 0,0-1 1 0 0,0 1-1 0 0,1 0 0 0 0,-1-1 1 0 0,0 0-1 0 0,3-6-7 0 0,8-22-47 0 0,-9 20 47 0 0,7-26-46 0 0,-3 0 49 0 0,-2-1 1 0 0,-2 1-1 0 0,-1-1 1 0 0,-2 0-1 0 0,-1 1 1 0 0,-2-1-1 0 0,-1 1 1 0 0,-2 0-1 0 0,-1 0 0 0 0,-2 1 1 0 0,-2 0-1 0 0,-18-39 1 0 0,21 59 69 0 0,6 12-21 0 0,-2 3-33 0 0,1 9 4 0 0,1 16 1 0 0,1 0 1 0 0,2 0-1 0 0,4 44 1 0 0,-2-29-134 0 0,0-14 109 0 0,13 172 4 0 0,-15-191 5 0 0,7 24 0 0 0,-1-14-16 0 0,-5-14-64 0 0,7-11-273 0 0,26-20 218 0 0,-33 26 130 0 0,0 1-1 0 0,-1 0 0 0 0,1-1 1 0 0,-1 1-1 0 0,1-1 0 0 0,0 1 1 0 0,-1-1-1 0 0,1 1 0 0 0,-1-1 1 0 0,1 0-1 0 0,-1 1 0 0 0,1-1 1 0 0,-1 1-1 0 0,0-1 0 0 0,1 0 1 0 0,-1 1-1 0 0,0-1 0 0 0,0 0 1 0 0,1-1-1 0 0,1-4-11 0 0,3-21-42 0 0,-2-10 64 0 0,-2 0 1 0 0,-1 0-1 0 0,-2 0 0 0 0,-2 0 1 0 0,-1 0-1 0 0,-2 0 0 0 0,-1 1 1 0 0,-2 0-1 0 0,-20-46 0 0 0,22 63-5 0 0,0 1 0 0 0,2 9 12 0 0,6 9-8 0 0,-1 0-1 0 0,1 0 0 0 0,-1 0 1 0 0,1 0-1 0 0,0 0 0 0 0,-1 0 1 0 0,1 1-1 0 0,-1-1 0 0 0,1 0 1 0 0,0 0-1 0 0,-1 0 0 0 0,1 0 1 0 0,0 1-1 0 0,-1-1 0 0 0,1 0 1 0 0,0 0-1 0 0,-1 0 0 0 0,1 1 1 0 0,0-1-1 0 0,0 0 0 0 0,-1 1 1 0 0,1-1-1 0 0,0 0 0 0 0,0 1 1 0 0,-1-1-1 0 0,1 0 0 0 0,0 1 1 0 0,0-1-1 0 0,0 0 0 0 0,0 1 1 0 0,0-1-1 0 0,0 1 0 0 0,-1 0 1 0 0,-6 38 63 0 0,2 2 0 0 0,-1 48 1 0 0,9 88-95 0 0,-1-48-42 0 0,-2-116 69 0 0,-1-7 0 0 0,1 0 0 0 0,0-1 0 0 0,0 1 0 0 0,1 0 0 0 0,0 0 0 0 0,2 8 0 0 0,2 4-14 0 0,-4-14-56 0 0,6-10-158 0 0,24-18 148 0 0,-30 23 77 0 0,-1 1 0 0 0,1-1 0 0 0,0 1 0 0 0,-1 0-1 0 0,1-1 1 0 0,-1 1 0 0 0,1-1 0 0 0,-1 0 0 0 0,1 1-1 0 0,-1-1 1 0 0,1 1 0 0 0,-1-1 0 0 0,1 0 0 0 0,-1 1 0 0 0,0-1-1 0 0,1 0 1 0 0,-1 1 0 0 0,0-1 0 0 0,0 0 0 0 0,0 0 0 0 0,8-33-11 0 0,-4 9 14 0 0,-2 0 0 0 0,-1-45 0 0 0,-11-49 0 0 0,3 64 18 0 0,-2 1 0 0 0,-24-80 0 0 0,28 115-8 0 0,3 2 2 0 0,1 14 52 0 0,0 5 12 0 0,-2 4 11 0 0,1-1-1 0 0,0 1 1 0 0,0 0-1 0 0,0 0 1 0 0,1 1-1 0 0,-1 5 1 0 0,-2 44 526 0 0,3-41-586 0 0,1 152 18 0 0,2-34-16 0 0,-4-62-29 0 0,3-51 0 0 0,1-1-10 0 0,-2-15-44 0 0,33-32-578 0 0,-32 28 626 0 0,0 0 0 0 0,-1-1 0 0 0,1 1 0 0 0,-1-1 0 0 0,1 1 0 0 0,-1 0 0 0 0,1-1-1 0 0,-1 1 1 0 0,0-1 0 0 0,1 1 0 0 0,-1-1 0 0 0,0 0 0 0 0,1 1 0 0 0,-1-1 0 0 0,0 1 0 0 0,1-1 0 0 0,-1 1-1 0 0,0-1 1 0 0,0 0 0 0 0,0-1 0 0 0,2-5-36 0 0,4-24-161 0 0,-4-22 150 0 0,-1 0 1 0 0,-3 0 0 0 0,-2 1-1 0 0,-2 0 1 0 0,-16-61-1 0 0,17 97 53 0 0,-1 1 0 0 0,6 15 0 0 0,-1 0 0 0 0,1 0 0 0 0,0-1 0 0 0,0 1 0 0 0,0 0 0 0 0,0 0 0 0 0,0 0 0 0 0,0 0 0 0 0,0 0 0 0 0,0-1 0 0 0,0 1 0 0 0,0 0 0 0 0,-1 0 0 0 0,1 0 0 0 0,0 0 0 0 0,0 0 0 0 0,0 0 0 0 0,0 0 0 0 0,0 0 0 0 0,0 0 0 0 0,-1-1 0 0 0,1 1 0 0 0,0 0 0 0 0,0 0 0 0 0,0 0 0 0 0,0 0 0 0 0,0 0 0 0 0,-1 0 0 0 0,1 0 0 0 0,0 0 0 0 0,0 0 0 0 0,0 0 0 0 0,0 0 0 0 0,-1 0 0 0 0,1 0 0 0 0,0 0 0 0 0,0 0 0 0 0,0 0 0 0 0,0 0 0 0 0,-1 0 0 0 0,1 1 0 0 0,0-1 0 0 0,0 0 0 0 0,0 0 0 0 0,0 0 0 0 0,0 0 0 0 0,0 0 0 0 0,-1 0 0 0 0,1 1 0 0 0,-6 14 0 0 0,2 7-52 0 0,1 1 0 0 0,1 0 0 0 0,1 23-1 0 0,7 73-315 0 0,0-22 217 0 0,-6-75 151 0 0,1 5 0 0 0,8 49 0 0 0,-4-47 0 0 0,3-6-12 0 0,-7-19-64 0 0,5-11-932 0 0,16-24 832 0 0,-21 30 167 0 0,-1 1-1 0 0,1-1 1 0 0,-1 0-1 0 0,1 1 1 0 0,-1-1-1 0 0,1 0 1 0 0,-1 1-1 0 0,1-1 1 0 0,-1 0-1 0 0,0 0 1 0 0,1 1-1 0 0,-1-1 1 0 0,0 0-1 0 0,0 0 1 0 0,0 1-1 0 0,0-2 1 0 0,3-32-158 0 0,-1-9 129 0 0,-2-1-1 0 0,-7-60 0 0 0,-29-90-45 0 0,31 176 84 0 0,-1 0 0 0 0,6 18 1 0 0,0 0-1 0 0,0-1 1 0 0,0 1-1 0 0,0 0 1 0 0,-1 0-1 0 0,1-1 1 0 0,0 1 0 0 0,0 0-1 0 0,0 0 1 0 0,0-1-1 0 0,0 1 1 0 0,0 0-1 0 0,-1 0 1 0 0,1-1-1 0 0,0 1 1 0 0,0 0-1 0 0,0 0 1 0 0,-1 0 0 0 0,1-1-1 0 0,0 1 1 0 0,0 0-1 0 0,-1 0 1 0 0,1 0-1 0 0,0 0 1 0 0,0 0-1 0 0,-1-1 1 0 0,1 1-1 0 0,0 0 1 0 0,0 0-1 0 0,-1 0 1 0 0,1 0 0 0 0,-2 2 20 0 0,1 1 1 0 0,0-1-1 0 0,0 1 1 0 0,0-1-1 0 0,0 1 1 0 0,1-1-1 0 0,-1 1 0 0 0,1-1 1 0 0,-1 1-1 0 0,1 0 1 0 0,0 4-1 0 0,0-4-24 0 0,-3 53 37 0 0,8 92 0 0 0,0-22-22 0 0,-7-64-33 0 0,3 47-30 0 0,0-92 51 0 0,2-2-22 0 0,-3-12-92 0 0,6-11-158 0 0,19-30 143 0 0,-23 33 112 0 0,0 0 1 0 0,-1 0-1 0 0,1 0 0 0 0,-1 0 1 0 0,1-10-1 0 0,1-15 4 0 0,-1 0 0 0 0,-1-1 0 0 0,-6-45 0 0 0,-22-90-13 0 0,7 49 21 0 0,17 93 59 0 0,-2 6-44 0 0,1 10 11 0 0,0 10 31 0 0,0 12 87 0 0,4-11-105 0 0,-8 44 231 0 0,2 0 1 0 0,0 88 0 0 0,5-85-229 0 0,4 139-37 0 0,-1-171 0 0 0,2 0-12 0 0,-4-14-56 0 0,10-9-38 0 0,26-15 14 0 0,-35 20 88 0 0,0-1 0 0 0,-1 1 0 0 0,1 0 0 0 0,0 0 0 0 0,-1-1 0 0 0,1 1 0 0 0,-1 0 1 0 0,1-1-1 0 0,0 1 0 0 0,-1-1 0 0 0,1 1 0 0 0,-1-1 0 0 0,1 1 0 0 0,-1-1 0 0 0,0 1 1 0 0,1-1-1 0 0,-1 1 0 0 0,1-1 0 0 0,-1 0 0 0 0,1 0 0 0 0,8-26-62 0 0,-4 5 50 0 0,-1 0 0 0 0,-1-1 0 0 0,-1 1 0 0 0,-1 0 0 0 0,-3-36 1 0 0,-22-114 47 0 0,10 89 9 0 0,11 62-41 0 0,0 1 34 0 0,3 16 132 0 0,-2 8 34 0 0,-2 11-35 0 0,1 0 0 0 0,1 1 0 0 0,0-1 0 0 0,0 1 0 0 0,2 22 0 0 0,-1 1 73 0 0,-32 284-202 0 0,31-311-37 0 0,0 2-2 0 0,0 1-1 0 0,1 21 0 0 0,1-33-90 0 0,8-11-968 0 0,20-23 906 0 0,-27 30 148 0 0,0 1 0 0 0,0-1 0 0 0,-1 0-1 0 0,1 0 1 0 0,0 0 0 0 0,0 0 0 0 0,-1 0 0 0 0,1 0 0 0 0,-1 0-1 0 0,1 0 1 0 0,-1 0 0 0 0,1 0 0 0 0,-1-1 0 0 0,3-6-27 0 0,-1 4 8 0 0,0 0 1 0 0,-1 0 0 0 0,0 0 0 0 0,0-1 0 0 0,1-7 0 0 0,2-21 20 0 0,-2 1 0 0 0,-2-52 0 0 0,-6 31 6 0 0,-17-72 0 0 0,8 55 0 0 0,11 55 33 0 0,4 15-31 0 0,0 0-1 0 0,0 0 1 0 0,0 0-1 0 0,0 0 0 0 0,0 0 1 0 0,0 0-1 0 0,0 0 0 0 0,0 0 1 0 0,0-1-1 0 0,0 1 0 0 0,0 0 1 0 0,0 0-1 0 0,0 0 0 0 0,0 0 1 0 0,0 0-1 0 0,0 0 0 0 0,-1 0 1 0 0,1 0-1 0 0,0 0 0 0 0,0 0 1 0 0,0 0-1 0 0,0 0 0 0 0,0 0 1 0 0,0 0-1 0 0,0-1 0 0 0,0 1 1 0 0,0 0-1 0 0,0 0 1 0 0,0 0-1 0 0,0 0 0 0 0,0 0 1 0 0,0 0-1 0 0,0 0 0 0 0,0 0 1 0 0,-1 0-1 0 0,1 0 0 0 0,0 0 1 0 0,0 0-1 0 0,0 0 0 0 0,0 0 1 0 0,0 0-1 0 0,0 0 0 0 0,0 0 1 0 0,0 0-1 0 0,0 0 0 0 0,0 0 1 0 0,0 0-1 0 0,0 0 0 0 0,-1 0 1 0 0,1 0-1 0 0,0 0 0 0 0,0 0 1 0 0,0 0-1 0 0,0 0 1 0 0,0 0-1 0 0,0 0 0 0 0,0 0 1 0 0,0 0-1 0 0,0 1 0 0 0,-2 16 189 0 0,7 65-72 0 0,-1-28-34 0 0,-2-1-1 0 0,-5 59 0 0 0,-5-53-83 0 0,2-20 0 0 0,0 77 0 0 0,8-96 0 0 0,2-2-12 0 0,-2-15-13 0 0,5-9-8 0 0,25-20-33 0 0,-32 25 63 0 0,1 1 0 0 0,0 0 0 0 0,-1-1-1 0 0,1 1 1 0 0,-1-1 0 0 0,1 1 0 0 0,0-1 0 0 0,-1 1-1 0 0,1-1 1 0 0,-1 0 0 0 0,0 1 0 0 0,1-1 0 0 0,-1 0-1 0 0,1 1 1 0 0,-1-1 0 0 0,0 0 0 0 0,0 1 0 0 0,1-1-1 0 0,-1-1 1 0 0,8-31-50 0 0,-3 13 58 0 0,-2-1 1 0 0,0 0-1 0 0,-1 1 0 0 0,-1-1 1 0 0,-1 0-1 0 0,-1 0 0 0 0,-5-24 1 0 0,-7-34 5 0 0,-16-128-12 0 0,27 180 1 0 0,2-5 0 0 0,0 9 12 0 0,0 18 150 0 0,0 6-146 0 0,-1-1 0 0 0,1 1 0 0 0,0-1 0 0 0,0 1 0 0 0,0-1 0 0 0,0 1 1 0 0,0-1-1 0 0,0 1 0 0 0,-1-1 0 0 0,1 1 0 0 0,0 0 0 0 0,0-1 1 0 0,1 1-1 0 0,-1-1 0 0 0,0 1 0 0 0,0-1 0 0 0,0 1 0 0 0,0 0 1 0 0,3 13 334 0 0,-1 247 198 0 0,-4-131-410 0 0,4-111-139 0 0,-2-18 0 0 0,0-1 0 0 0,0 1 0 0 0,0-1 0 0 0,0 0 0 0 0,0 1 0 0 0,0-1 0 0 0,0 1 0 0 0,0-1 0 0 0,0 1 0 0 0,0-1 0 0 0,0 0 0 0 0,0 1 0 0 0,0-1 0 0 0,1 0 0 0 0,-1 1 0 0 0,0-1 0 0 0,0 1 0 0 0,1-1 0 0 0,-1 0 0 0 0,0 1 0 0 0,0-1 0 0 0,1 0 0 0 0,-1 0 0 0 0,0 1 0 0 0,1-1 0 0 0,-1 0 0 0 0,0 0 0 0 0,1 1 0 0 0,-1-1 0 0 0,1 0 0 0 0,-1 0 0 0 0,0 0 0 0 0,1 0 0 0 0,-1 1 0 0 0,1-1 0 0 0,-1 0 0 0 0,0 0 0 0 0,1 0 0 0 0,-1 0 0 0 0,1 0 0 0 0,-1 0 0 0 0,1 0 0 0 0,3-2 1 0 0,-1 0 1 0 0,0 0-1 0 0,0 0 0 0 0,0 0 0 0 0,0-1 0 0 0,0 1 1 0 0,-1-1-1 0 0,5-5 0 0 0,-5 5 5 0 0,0 1-1 0 0,-1-1 1 0 0,1 0 0 0 0,-1 0 0 0 0,0 1-1 0 0,0-1 1 0 0,0 0 0 0 0,0 0-1 0 0,1-3 1 0 0,3-28 76 0 0,-3 23-60 0 0,-2-28 34 0 0,0 31-48 0 0,0-25 58 0 0,-7-54 0 0 0,3 64-66 0 0,2 10 0 0 0,0 1 0 0 0,0 0 0 0 0,-2 0 0 0 0,-4-13 0 0 0,1 8 11 0 0,0 7 42 0 0,7 10-47 0 0,0 0 0 0 0,0 0 1 0 0,-1-1-1 0 0,1 1 0 0 0,0 0 0 0 0,0 0 0 0 0,0 0 0 0 0,-1 0 0 0 0,1 0 0 0 0,0-1 0 0 0,0 1 1 0 0,-1 0-1 0 0,1 0 0 0 0,0 0 0 0 0,0 0 0 0 0,-1 0 0 0 0,1 0 0 0 0,0 0 0 0 0,-1 0 1 0 0,1 0-1 0 0,0 0 0 0 0,0 0 0 0 0,-1 0 0 0 0,1 0 0 0 0,0 0 0 0 0,0 0 0 0 0,-1 0 0 0 0,1 1 1 0 0,0-1-1 0 0,0 0 0 0 0,-1 0 0 0 0,1 0 0 0 0,0 0 0 0 0,0 0 0 0 0,0 1 0 0 0,-1-1 1 0 0,1 0-1 0 0,0 0 0 0 0,0 0 0 0 0,0 0 0 0 0,-1 1 0 0 0,1-1 0 0 0,0 0 0 0 0,0 0 0 0 0,0 1 1 0 0,0-1-1 0 0,-7 17 538 0 0,2 9-417 0 0,2 0 0 0 0,0 42-1 0 0,7 59 328 0 0,-1-43-328 0 0,-1 1-126 0 0,0-62 0 0 0,1-1-16 0 0,-2-17-58 0 0,38-41-652 0 0,-38 36 719 0 0,-1 0 0 0 0,1-1 0 0 0,0 1 0 0 0,-1 0 0 0 0,1-1 1 0 0,-1 1-1 0 0,1-1 0 0 0,-1 1 0 0 0,0-1 0 0 0,1 1 0 0 0,-1-1 0 0 0,1 1 0 0 0,-1-1 0 0 0,0 1 0 0 0,0-1 0 0 0,1 0 0 0 0,-1 1 0 0 0,0-1 0 0 0,0 1 0 0 0,0-1 0 0 0,1 0 0 0 0,-1 1 0 0 0,0-2 1 0 0,2-28-127 0 0,-2-54 0 0 0,-4 45 142 0 0,-3 0 0 0 0,-1 0 1 0 0,-1 1-1 0 0,-2 0 0 0 0,-2 0 0 0 0,-19-37 0 0 0,24 60-9 0 0,-5-4-1 0 0,11 18 18 0 0,0 0 127 0 0,2 5-68 0 0,0 31 97 0 0,2 0 0 0 0,6 43 0 0 0,2 17 56 0 0,-5 52-101 0 0,-4-129-142 0 0,3-1-62 0 0,-3-13-19 0 0,3-11-133 0 0,14-23 200 0 0,-18 29 23 0 0,1 0 0 0 0,-1 1 0 0 0,1-1 0 0 0,-1 0 0 0 0,1 0 0 0 0,-1 0 0 0 0,0 0 0 0 0,1 0 0 0 0,-1 0 0 0 0,0 1 0 0 0,0-1 0 0 0,1 0 0 0 0,-1-1 1 0 0,1-51-2 0 0,-3 1 1 0 0,-10-75-1 0 0,4 62 5 0 0,6 42 1 0 0,-3-6 0 0 0,1 7 14 0 0,3 18 50 0 0,0 7 18 0 0,-2 5 11 0 0,1 0-1 0 0,1 1 0 0 0,-1-1 1 0 0,1 1-1 0 0,1 15 0 0 0,4 51-76 0 0,0-21-10 0 0,-4 72-6 0 0,-1-48 0 0 0,1-56 0 0 0,2 0-12 0 0,-1-17-50 0 0,4-10-286 0 0,15-18 266 0 0,-19 23 78 0 0,-1-1 1 0 0,1 1-1 0 0,-1-1 0 0 0,1 1 0 0 0,-1 0 0 0 0,0-1 1 0 0,1 1-1 0 0,-1-1 0 0 0,0 1 0 0 0,1-1 0 0 0,-1 1 0 0 0,0-1 1 0 0,0 1-1 0 0,1-1 0 0 0,-1 0 0 0 0,0 1 0 0 0,0-1 1 0 0,0 1-1 0 0,0-1 0 0 0,0 0 0 0 0,3-34-142 0 0,-5-24 162 0 0,-3-1 1 0 0,-14-67 0 0 0,14 103-17 0 0,-1-6 0 0 0,-2 9 0 0 0,8 21 1 0 0,0-1-1 0 0,0 1 0 0 0,0 0 1 0 0,0-1-1 0 0,0 1 0 0 0,-1 0 1 0 0,1-1-1 0 0,0 1 0 0 0,0 0 1 0 0,0 0-1 0 0,0-1 0 0 0,-1 1 1 0 0,1 0-1 0 0,0 0 1 0 0,0-1-1 0 0,-1 1 0 0 0,1 0 1 0 0,0 0-1 0 0,-1 0 0 0 0,1-1 1 0 0,0 1-1 0 0,0 0 0 0 0,-1 0 1 0 0,1 0-1 0 0,0 0 0 0 0,-1 0 1 0 0,1 0-1 0 0,0 0 0 0 0,-1-1 1 0 0,0 2 2 0 0,1 0 1 0 0,-1-1-1 0 0,1 1 0 0 0,-1-1 1 0 0,1 1-1 0 0,-1 0 0 0 0,1-1 1 0 0,0 1-1 0 0,-1 0 0 0 0,1-1 1 0 0,0 1-1 0 0,0 0 0 0 0,-1 0 1 0 0,1-1-1 0 0,0 2 0 0 0,-2 20 51 0 0,2 8-44 0 0,5 45-75 0 0,-1-43 6 0 0,-2 49-1 0 0,-16 90 60 0 0,13-145 0 0 0,2-20-4 0 0,0-1-4 0 0,-1-1-50 0 0,4-11-1272 0 0,11-20 977 0 0,-14 27 332 0 0,-1-1 0 0 0,1 0 0 0 0,-1 1 0 0 0,1-1 0 0 0,-1 0 0 0 0,0 0 0 0 0,1 1 0 0 0,-1-1 0 0 0,0 0 0 0 0,0 0 0 0 0,0 0 0 0 0,0 0 0 0 0,1 1 0 0 0,-1-3 0 0 0,0-41-65 0 0,-2 0 0 0 0,-2 0 0 0 0,-9-46 0 0 0,0 2-261 0 0,6 39-31 0 0,4 72 555 0 0,4 21-119 0 0,1-35-52 0 0,19 230 66 0 0,-19-219-72 0 0,2 0-13 0 0,-3-17-14 0 0,2-7 1 0 0,11-23 12 0 0,-13 23 14 0 0,0 1 0 0 0,0 0 0 0 0,-1-1 0 0 0,1 1 0 0 0,-1 0 0 0 0,0-7 0 0 0,-1-21 0 0 0,-16-179 0 0 0,13 186 0 0 0,-3-7 0 0 0,-1 6 0 0 0,8 24 1 0 0,0 0 0 0 0,0 0 0 0 0,-1 0 0 0 0,1 0-1 0 0,0 0 1 0 0,-1 0 0 0 0,1 0 0 0 0,-1 0 0 0 0,1 0-1 0 0,-1 1 1 0 0,0-1 0 0 0,0-1 0 0 0,0 2 0 0 0,1 0 1 0 0,-1 0-1 0 0,1 0 1 0 0,0 0-1 0 0,-1 0 1 0 0,1 1-1 0 0,0-1 1 0 0,-1 0-1 0 0,1 0 1 0 0,0 0-1 0 0,-1 0 1 0 0,1 1-1 0 0,0-1 0 0 0,-1 0 1 0 0,1 0-1 0 0,0 1 1 0 0,-1-1-1 0 0,1 0 1 0 0,0 1-1 0 0,0-1 1 0 0,0 0-1 0 0,-1 0 1 0 0,1 1-1 0 0,0-1 1 0 0,0 1-1 0 0,0-1 1 0 0,0 0-1 0 0,-1 1 1 0 0,-2 7-1 0 0,0-1 1 0 0,1 1 0 0 0,0 0 0 0 0,0 0 0 0 0,1 0-1 0 0,-1 14 1 0 0,2 53-13 0 0,0-70 10 0 0,9 157-53 0 0,-6-133 54 0 0,-2-10-12 0 0,-1-16-48 0 0,2-9-92 0 0,6-22 86 0 0,-7-1 63 0 0,-3-3 46 0 0,0-4-33 0 0,-2-30-10 0 0,3 28 0 0 0,-1-2 0 0 0,1 7 0 0 0,-3 12 11 0 0,4 21-9 0 0,0 0-1 0 0,0 0 1 0 0,0 0 0 0 0,0 0 0 0 0,0-1-1 0 0,0 1 1 0 0,0 0 0 0 0,0 0 0 0 0,0 0-1 0 0,0 0 1 0 0,0 0 0 0 0,0 0 0 0 0,0 0-1 0 0,-1 0 1 0 0,1-1 0 0 0,0 1 0 0 0,0 0-1 0 0,0 0 1 0 0,0 0 0 0 0,0 0-1 0 0,0 0 1 0 0,0 0 0 0 0,0 0 0 0 0,0 0-1 0 0,0 0 1 0 0,-1 0 0 0 0,1 0 0 0 0,0 0-1 0 0,0 0 1 0 0,0 0 0 0 0,0 0 0 0 0,0 0-1 0 0,0 0 1 0 0,0 0 0 0 0,-1 0 0 0 0,1 0-1 0 0,0 0 1 0 0,0 0 0 0 0,0 0 0 0 0,0 0-1 0 0,0 0 1 0 0,0 0 0 0 0,0 0 0 0 0,-1 0-1 0 0,1 0 1 0 0,0 0 0 0 0,0 0 0 0 0,0 0-1 0 0,0 0 1 0 0,-3 7 140 0 0,0 9 37 0 0,3-16-182 0 0,-2 41 161 0 0,1 1-1 0 0,9 67 0 0 0,-1 19-173 0 0,-6-111 16 0 0,1-1-13 0 0,-1-13-15 0 0,2-9-9 0 0,10-29-25 0 0,-12 30 60 0 0,-1 0 0 0 0,1 0 0 0 0,-1 1 0 0 0,0-1 0 0 0,-1-7 0 0 0,-2-24 2 0 0,-2-2 0 0 0,-5-26 0 0 0,-2-16 0 0 0,6 50 0 0 0,1 5 0 0 0,0 11 11 0 0,3 33 241 0 0,2 27 304 0 0,0-30-481 0 0,5 27-1 0 0,-1-11-74 0 0,-1 5 0 0 0,-2-5 0 0 0,-1-32 0 0 0,-1 48 0 0 0,1-29 0 0 0,0-7-18 0 0,0-9-69 0 0,3-11-600 0 0,10-27 533 0 0,-12 30 134 0 0,0 0 1 0 0,-1 1-1 0 0,1-1 1 0 0,-1-8-1 0 0,-1-17-37 0 0,0-7 100 0 0,-1 10-33 0 0,-1-4-10 0 0,1 4 0 0 0,0 6 11 0 0,2 17 50 0 0,-1 4-55 0 0,1 0-1 0 0,-1 0 0 0 0,1 0 0 0 0,-1 0 1 0 0,1 0-1 0 0,0 0 0 0 0,-1 0 1 0 0,1 0-1 0 0,-1 0 0 0 0,1 0 1 0 0,0 0-1 0 0,-1 0 0 0 0,1 0 1 0 0,-1 1-1 0 0,1-1 0 0 0,0 0 1 0 0,-1 0-1 0 0,1 0 0 0 0,-1 1 1 0 0,1-1-1 0 0,0 0 0 0 0,0 0 1 0 0,-1 1-1 0 0,1-1 0 0 0,0 0 1 0 0,-1 1-1 0 0,1-1 0 0 0,0 1 0 0 0,-7 17 293 0 0,3 26 220 0 0,4-38-496 0 0,-1 11-34 0 0,4 11-36 0 0,0 1 36 0 0,0 0 12 0 0,1-5-10 0 0,0-4-33 0 0,1-4 20 0 0,-4-13-61 0 0,1-9-873 0 0,8-18 876 0 0,-7 18 7 0 0,-3 0 14 0 0,-1-19 36 0 0,-1-2-24 0 0,-1-1 36 0 0,0 0 12 0 0,0-1 0 0 0,1 0 0 0 0,-1 5 0 0 0,-1 6 11 0 0,3 15 186 0 0,1 3-187 0 0,-1 0-1 0 0,1 1 0 0 0,0-1 0 0 0,-1 0 1 0 0,1 0-1 0 0,-1 1 0 0 0,1-1 1 0 0,-1 0-1 0 0,1 1 0 0 0,0-1 1 0 0,-1 0-1 0 0,1 1 0 0 0,0-1 1 0 0,-1 1-1 0 0,1-1 0 0 0,0 0 1 0 0,0 1-1 0 0,-1-1 0 0 0,1 1 1 0 0,0-1-1 0 0,0 1 0 0 0,0-1 0 0 0,0 1 1 0 0,-1 0-1 0 0,-1 16 214 0 0,2 5-17 0 0,0 0-188 0 0,3 8-18 0 0,0 4 0 0 0,0 1 0 0 0,0-4 0 0 0,2-5 0 0 0,-2-7-12 0 0,-2-15-48 0 0,1-9 0 0 0,4-20 48 0 0,-6 1 23 0 0,-3-2 46 0 0,1-4 13 0 0,1-4-56 0 0,-1-1-14 0 0,1 3 0 0 0,-1 4 12 0 0,0 7 47 0 0,1 17 6 0 0,-1 3 10 0 0,2 1-68 0 0,0 0 0 0 0,0 0 0 0 0,0 0 1 0 0,0-1-1 0 0,0 1 0 0 0,0 0 0 0 0,-1 0 1 0 0,1 0-1 0 0,0 0 0 0 0,0 0 1 0 0,0 0-1 0 0,0 0 0 0 0,0-1 0 0 0,-1 1 1 0 0,1 0-1 0 0,0 0 0 0 0,0 0 0 0 0,0 0 1 0 0,0 0-1 0 0,-1 0 0 0 0,1 0 1 0 0,0 0-1 0 0,0 0 0 0 0,0 0 0 0 0,0 0 1 0 0,-1 0-1 0 0,1 0 0 0 0,0 0 0 0 0,0 0 1 0 0,0 0-1 0 0,0 0 0 0 0,-1 0 0 0 0,1 0 1 0 0,0 0-1 0 0,0 0 0 0 0,0 0 1 0 0,0 0-1 0 0,0 1 0 0 0,-1-1 0 0 0,1 0 1 0 0,0 0-1 0 0,0 0 0 0 0,0 0 0 0 0,0 0 1 0 0,0 0-1 0 0,-1 1 0 0 0,-1 5 27 0 0,0 2 76 0 0,-1-1 0 0 0,1 0 1 0 0,-1 10-1 0 0,2 0 45 0 0,2 33-1 0 0,5 23-154 0 0,-5-44 0 0 0,2 0 0 0 0,0-6 0 0 0,0-7-13 0 0,-3-13-51 0 0,3-9 8 0 0,6-23 45 0 0,-8 4 11 0 0,-3-1 0 0 0,-1-5 0 0 0,2-1 11 0 0,-1-1 32 0 0,0-2-86 0 0,1 14 43 0 0,1 16 21 0 0,0 9 1 0 0,2 17-12 0 0,1 3-10 0 0,1 0 0 0 0,1 4-10 0 0,-2 0-33 0 0,-1-3 32 0 0,-1-4 11 0 0,-1-3 0 0 0,0-5-13 0 0,0-11-56 0 0,0-7-441 0 0,3-24 313 0 0,-4 5 109 0 0,-1-1 8 0 0,-3-1 24 0 0,1 1 45 0 0,0-9 14 0 0,4 33-5 0 0,-9-25-67 0 0,8 23 128 0 0,1 6-4 0 0,0 27-133 0 0,-1-3 78 0 0,1 44 0 0 0,-1-63-1 0 0,4 15-58 0 0,0-6 35 0 0,-1-10-24 0 0,2 9 20 0 0,-3-12-52 0 0,-1-10-264 0 0,2-1 331 0 0,-1 5 2 0 0,-1-1 0 0 0,1 1-1 0 0,-1-1 1 0 0,0 1 0 0 0,1-1 0 0 0,-1 0 0 0 0,0 1 0 0 0,-1-4 0 0 0,-1-12-49 0 0,0-4 49 0 0,0-3 11 0 0,-1-5 0 0 0,0 9 12 0 0,3 18 47 0 0,-1 4-4 0 0,0 1-44 0 0,0-1 0 0 0,0 1 0 0 0,0 0 0 0 0,1 0 0 0 0,-1 0 0 0 0,0 0 0 0 0,1 0 0 0 0,0 0 0 0 0,-1-1 0 0 0,1 1 0 0 0,0 0 0 0 0,0 0 0 0 0,0 0 0 0 0,1 4 0 0 0,0 13 2 0 0,2 5-13 0 0,2 1 0 0 0,-1-2 0 0 0,-4-21 0 0 0,1-1 0 0 0,-1 0 0 0 0,0 0 0 0 0,0 1 0 0 0,1-1 0 0 0,-1 0 0 0 0,1 0 0 0 0,-1 0 0 0 0,1 1 0 0 0,-1-1 0 0 0,2 1 0 0 0,-1-3 0 0 0,-1-1 0 0 0,1 0 0 0 0,0 0 0 0 0,-1 0 0 0 0,0 0 0 0 0,1 0 0 0 0,-1 0 0 0 0,0-3 0 0 0,-1-22 0 0 0,0-3-10 0 0,-2 0-33 0 0,-1 4 32 0 0,0 6 11 0 0,-4 7 0 0 0,8 13 1 0 0,0 0-1 0 0,0-1 0 0 0,0 1 1 0 0,-1 0-1 0 0,1 0 0 0 0,0 0 1 0 0,0 0-1 0 0,0-1 0 0 0,-1 1 1 0 0,1 0-1 0 0,0 0 0 0 0,0 0 1 0 0,-1 0-1 0 0,1 0 0 0 0,0 0 1 0 0,0 0-1 0 0,-1 0 0 0 0,1 0 1 0 0,0 0-1 0 0,0 0 0 0 0,-1 0 1 0 0,1 0-1 0 0,0 0 0 0 0,0 0 1 0 0,-1 0-1 0 0,1 0 0 0 0,0 0 1 0 0,0 0-1 0 0,-1 0 1 0 0,1 0-1 0 0,-6 8 43 0 0,3 5-50 0 0,2-9-16 0 0,0 12-137 0 0,4 3 64 0 0,0 7 0 0 0,2 1 16 0 0,-1-2 64 0 0,1-3 16 0 0,-2-9 0 0 0,-3-31 0 0 0,-3-10 0 0 0,1-2 0 0 0,0 1 0 0 0,-1 7 0 0 0,-3 10 12 0 0,5 10 48 0 0,1 5 0 0 0,1 14-48 0 0,3 7-12 0 0,3 10 35 0 0,-1 4 2 0 0,-2-14-37 0 0,-2-4 0 0 0,-1-2 0 0 0,1-1-13 0 0,-1-14-104 0 0,4-10-6737 0 0,17-23 6020 0 0,-14 16-13 0 0,7-18-8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4:31:01.284"/>
    </inkml:context>
    <inkml:brush xml:id="br0">
      <inkml:brushProperty name="width" value="0.035" units="cm"/>
      <inkml:brushProperty name="height" value="0.035" units="cm"/>
      <inkml:brushProperty name="color" value="#FFFFFF"/>
    </inkml:brush>
  </inkml:definitions>
  <inkml:trace contextRef="#ctx0" brushRef="#br0">551 207 487 0 0,'-3'-4'232'0'0,"0"0"-1"0"0,0 0 0 0 0,-1 1 1 0 0,0-1-1 0 0,-6-5 0 0 0,8 8-149 0 0,0 0 1 0 0,1 0-1 0 0,-1 1 0 0 0,0-1 1 0 0,1 0-1 0 0,-1 1 0 0 0,0-1 0 0 0,0 1 1 0 0,1-1-1 0 0,-1 1 0 0 0,0 0 1 0 0,0 0-1 0 0,0 0 0 0 0,0 0 0 0 0,0 0 1 0 0,1 0-1 0 0,-1 0 0 0 0,0 1 0 0 0,-3 0 1 0 0,2 1 42 0 0,-1-1 0 0 0,1 1-1 0 0,0 0 1 0 0,0 0 0 0 0,0 1 0 0 0,0-1 0 0 0,0 0 0 0 0,1 1 0 0 0,-1 0-1 0 0,1 0 1 0 0,0 0 0 0 0,-1 0 0 0 0,1 0 0 0 0,1 0 0 0 0,-1 0 0 0 0,0 0-1 0 0,-1 5 1 0 0,-3 8 17 0 0,1 0 1 0 0,-4 23-1 0 0,8-36-118 0 0,-9 53 50 0 0,2 0-1 0 0,-1 73 0 0 0,9-117-73 0 0,-1 8 0 0 0,3 21 0 0 0,-2-36 0 0 0,0-1 0 0 0,1 1 0 0 0,0-1 0 0 0,0 1 0 0 0,0-1 0 0 0,1 0 0 0 0,-1 1 0 0 0,1-1 0 0 0,0 0 0 0 0,5 6 0 0 0,-7-9-6 0 0,1 0 0 0 0,0-1 0 0 0,0 1 0 0 0,0 0 0 0 0,-1-1 0 0 0,1 1 0 0 0,0-1-1 0 0,0 1 1 0 0,0-1 0 0 0,0 0 0 0 0,0 1 0 0 0,0-1 0 0 0,0 0 0 0 0,0 0 0 0 0,0 1 0 0 0,0-1-1 0 0,0 0 1 0 0,0 0 0 0 0,0 0 0 0 0,0 0 0 0 0,0-1 0 0 0,0 1 0 0 0,0 0 0 0 0,0 0 0 0 0,0-1-1 0 0,0 1 1 0 0,0 0 0 0 0,2-2 0 0 0,-2 2-105 0 0,3-6-15 0 0,2-3 21 0 0,0-1 0 0 0,0 0 0 0 0,-1-1 0 0 0,-1 1 1 0 0,0-1-1 0 0,0 0 0 0 0,1-11 0 0 0,-1 2 33 0 0,-2-1 0 0 0,0 1 1 0 0,-2-1-1 0 0,0 1 0 0 0,-4-26 0 0 0,-1 13-43 0 0,-1 1 1 0 0,-17-48-1 0 0,12 46 54 0 0,6 15 36 0 0,-1 1 0 0 0,-9-19-1 0 0,14 36 49 0 0,1 0 0 0 0,0 1 0 0 0,0-1 0 0 0,-1 0 0 0 0,1 1-1 0 0,0-1 1 0 0,-1 1 0 0 0,1-1 0 0 0,0 1 0 0 0,-1-1 0 0 0,1 1 0 0 0,-1-1 0 0 0,1 1 0 0 0,-1-1 0 0 0,1 1-1 0 0,-1-1 1 0 0,1 1 0 0 0,-1 0 0 0 0,0-1 0 0 0,0 1 0 0 0,0 0 1 0 0,1 0 0 0 0,-1 0 0 0 0,1 0 0 0 0,0 0 0 0 0,-1 1 0 0 0,1-1 0 0 0,0 0 0 0 0,-1 0 0 0 0,1 1 0 0 0,0-1 0 0 0,-1 0 0 0 0,1 1 0 0 0,0-1 0 0 0,-1 0 0 0 0,1 1 0 0 0,0-1 0 0 0,0 0 0 0 0,0 1 0 0 0,-1-1 0 0 0,1 0 0 0 0,0 1 0 0 0,0-1 0 0 0,0 1 0 0 0,-2 4 113 0 0,1-1 0 0 0,0 1 0 0 0,0 0 0 0 0,0 6-1 0 0,0 29-22 0 0,1-1 0 0 0,3 1-1 0 0,1-1 1 0 0,15 64-1 0 0,-19-99-112 0 0,3 7 24 0 0,1-1 1 0 0,5 14-1 0 0,-9-22-22 0 0,1 0 1 0 0,0 0-1 0 0,0 0 1 0 0,0 0-1 0 0,0 0 0 0 0,0-1 1 0 0,1 1-1 0 0,-1 0 0 0 0,0-1 1 0 0,1 1-1 0 0,-1-1 0 0 0,1 1 1 0 0,0-1-1 0 0,-1 0 1 0 0,1 0-1 0 0,0 0 0 0 0,0 0 1 0 0,0 0-1 0 0,3 1 0 0 0,-4-2-2 0 0,-1 0 0 0 0,1 0 0 0 0,0 0-1 0 0,0 0 1 0 0,0 0 0 0 0,-1-1 0 0 0,1 1 0 0 0,0 0-1 0 0,-1 0 1 0 0,1-1 0 0 0,0 1 0 0 0,0 0-1 0 0,-1-1 1 0 0,1 1 0 0 0,-1-1 0 0 0,1 1 0 0 0,0-1-1 0 0,-1 1 1 0 0,1-1 0 0 0,-1 1 0 0 0,1-1-1 0 0,-1 0 1 0 0,0 1 0 0 0,1-1 0 0 0,-1 0 0 0 0,1 1-1 0 0,-1-1 1 0 0,0 0 0 0 0,0 1 0 0 0,1-1-1 0 0,-1 0 1 0 0,0 0 0 0 0,0 1 0 0 0,0-2 0 0 0,4-31 34 0 0,-4 28-34 0 0,0-17-1 0 0,-1 1 0 0 0,0 0 0 0 0,-5-22 0 0 0,-18-64 0 0 0,14 65 0 0 0,7 29 2 0 0,2 6-1 0 0,0 0 1 0 0,-1 1-1 0 0,0-1 1 0 0,0 1-1 0 0,0-1 1 0 0,-1 1-1 0 0,-6-10 1 0 0,9 16 1 0 0,0-1 1 0 0,0 1-1 0 0,0 0 1 0 0,0 0-1 0 0,0 0 1 0 0,0 0 0 0 0,0-1-1 0 0,-1 1 1 0 0,1 0-1 0 0,0 0 1 0 0,0 0-1 0 0,0 0 1 0 0,0 0-1 0 0,-1 0 1 0 0,1-1-1 0 0,0 1 1 0 0,0 0-1 0 0,0 0 1 0 0,-1 0 0 0 0,1 0-1 0 0,0 0 1 0 0,0 0-1 0 0,0 0 1 0 0,-1 0-1 0 0,1 0 1 0 0,0 0-1 0 0,0 0 1 0 0,0 0-1 0 0,-1 0 1 0 0,1 0 0 0 0,0 0-1 0 0,0 0 1 0 0,0 0-1 0 0,-1 0 1 0 0,1 0-1 0 0,0 0 1 0 0,0 0-1 0 0,0 0 1 0 0,-1 1-1 0 0,1-1 1 0 0,0 0-1 0 0,0 0 1 0 0,0 0 0 0 0,0 0-1 0 0,-1 1 1 0 0,-5 12 166 0 0,0 16 99 0 0,3 2-198 0 0,2-1 0 0 0,1 0 0 0 0,5 45-1 0 0,2-21-71 0 0,16 56-1 0 0,-21-103 2 0 0,1 5 0 0 0,0-1 0 0 0,6 15 0 0 0,-8-23 0 0 0,0-1 0 0 0,0 0 0 0 0,1 1 0 0 0,-1-1 0 0 0,0 0 0 0 0,1 0 0 0 0,-1 0 0 0 0,1 0 0 0 0,0 0 0 0 0,0 0 0 0 0,0-1 0 0 0,0 1 0 0 0,0-1 0 0 0,0 1 0 0 0,0-1 0 0 0,5 2 0 0 0,-7-2-2 0 0,1-1 0 0 0,0 0 0 0 0,-1 0-1 0 0,1 0 1 0 0,0 0 0 0 0,0 1 0 0 0,0-1-1 0 0,-1 0 1 0 0,1 0 0 0 0,0 0 0 0 0,0-1-1 0 0,-1 1 1 0 0,1 0 0 0 0,0 0 0 0 0,0 0-1 0 0,-1-1 1 0 0,1 1 0 0 0,0 0 0 0 0,-1 0-1 0 0,1-1 1 0 0,0 1 0 0 0,-1-1 0 0 0,2 0-1 0 0,-1 0-4 0 0,0-1-1 0 0,0 1 0 0 0,1-1 1 0 0,-1 1-1 0 0,0-1 0 0 0,0 1 1 0 0,-1-1-1 0 0,1 0 0 0 0,1-2 1 0 0,0-3-17 0 0,-1 0 1 0 0,1 0-1 0 0,-1 0 1 0 0,0-8-1 0 0,-1 1 11 0 0,-1-1 0 0 0,0 1 0 0 0,-1 0 0 0 0,-1 0 0 0 0,0 0 0 0 0,-5-15 0 0 0,-36-80-67 0 0,32 82 27 0 0,0-1-18 0 0,1 0 35 0 0,-29-49-1 0 0,39 75 40 0 0,0 1 0 0 0,0-1-1 0 0,0 1 1 0 0,0 0 0 0 0,0-1-1 0 0,0 1 1 0 0,0 0-1 0 0,-1 0 1 0 0,1-1 0 0 0,-1 1-1 0 0,1 0 1 0 0,-1 0-1 0 0,-1 0 1 0 0,3 1 2 0 0,-1 0 0 0 0,1 0 0 0 0,0-1-1 0 0,-1 1 1 0 0,1 0 0 0 0,0 0 0 0 0,-1 0 0 0 0,1 0 0 0 0,-1 1 0 0 0,1-1-1 0 0,0 0 1 0 0,-1 0 0 0 0,1 0 0 0 0,0 0 0 0 0,-1 0 0 0 0,1 0 0 0 0,0 0-1 0 0,-1 1 1 0 0,1-1 0 0 0,0 0 0 0 0,-1 0 0 0 0,1 1 0 0 0,-1-1-1 0 0,1 1 9 0 0,-1 0 0 0 0,0 0 0 0 0,0 0 0 0 0,1 1 0 0 0,-1-1 0 0 0,1 0 0 0 0,-1 0-1 0 0,1 0 1 0 0,-1 1 0 0 0,1 1 0 0 0,-3 16 42 0 0,1 1 0 0 0,1 0-1 0 0,1-1 1 0 0,1 1 0 0 0,4 29 0 0 0,-3-31-63 0 0,-1-12 8 0 0,12 95 0 0 0,-10-80 0 0 0,2-1 0 0 0,13 37 0 0 0,-16-53 0 0 0,0 0 0 0 0,0 0 0 0 0,0 1 0 0 0,1-2 0 0 0,-1 1 0 0 0,1 0 0 0 0,5 4 0 0 0,-8-7 0 0 0,1 0 0 0 0,0-1 0 0 0,-1 1 0 0 0,1 0 0 0 0,0-1 0 0 0,0 1 0 0 0,0-1 0 0 0,-1 1 0 0 0,1-1 0 0 0,0 0 0 0 0,0 1 0 0 0,0-1 0 0 0,0 0 0 0 0,0 1 0 0 0,0-1 0 0 0,0 0 0 0 0,0 0 0 0 0,0 0 0 0 0,0 0 0 0 0,0 0 0 0 0,0 0 0 0 0,0 0 0 0 0,0 0 0 0 0,0 0 0 0 0,-1-1 0 0 0,1 1 0 0 0,0 0 0 0 0,0-1 0 0 0,0 1 0 0 0,0 0 0 0 0,0-1 0 0 0,0 1 0 0 0,-1-1 0 0 0,1 1 0 0 0,0-1 0 0 0,0 0 0 0 0,-1 1 0 0 0,1-1 0 0 0,0 0 0 0 0,-1 0 0 0 0,2-1 0 0 0,1-2-19 0 0,0-1 0 0 0,0 0 0 0 0,-1-1 0 0 0,1 1-1 0 0,-1 0 1 0 0,0-1 0 0 0,-1 1 0 0 0,0-1 0 0 0,1 0 0 0 0,-2 1-1 0 0,1-1 1 0 0,0-9 0 0 0,-2-1-2 0 0,1 0 0 0 0,-2 0 0 0 0,-4-20 0 0 0,-6-13 18 0 0,-3 0 1 0 0,-2 1-1 0 0,-41-83 0 0 0,57 128 27 0 0,0 1 0 0 0,-1 0-1 0 0,1 0 1 0 0,0 0-1 0 0,-1 1 1 0 0,1-1 0 0 0,-1 0-1 0 0,1 0 1 0 0,-3-1-1 0 0,3 2-16 0 0,1 1-1 0 0,0 0 0 0 0,0 0 1 0 0,-1 0-1 0 0,1 0 1 0 0,0 0-1 0 0,-1 0 0 0 0,1-1 1 0 0,0 1-1 0 0,0 0 0 0 0,-1 0 1 0 0,1 0-1 0 0,0 0 0 0 0,-1 0 1 0 0,1 0-1 0 0,0 0 0 0 0,0 0 1 0 0,-1 0-1 0 0,1 1 1 0 0,0-1-1 0 0,-1 0 0 0 0,1 0 1 0 0,0 0-1 0 0,0 0 0 0 0,-1 0 1 0 0,1 0-1 0 0,-1 1 0 0 0,1-1 3 0 0,-1 1 0 0 0,0 0 0 0 0,1 0-1 0 0,-1 0 1 0 0,1 0 0 0 0,-1 0 0 0 0,1-1 0 0 0,-1 1-1 0 0,1 0 1 0 0,0 0 0 0 0,-1 0 0 0 0,1 2-1 0 0,-3 9 76 0 0,2 0-1 0 0,-1 0 1 0 0,1 0 0 0 0,2 20-1 0 0,8 50-52 0 0,-6-54-32 0 0,-1-11 1 0 0,1 14 0 0 0,2-1 0 0 0,0 0 0 0 0,2 0 0 0 0,12 33 0 0 0,-17-60 6 0 0,0 1 0 0 0,-1-1 0 0 0,1 0 0 0 0,0 0 0 0 0,1 1 0 0 0,-1-1-1 0 0,1-1 1 0 0,-1 1 0 0 0,5 3 0 0 0,-6-5-5 0 0,-1 0-1 0 0,1-1 1 0 0,0 1-1 0 0,0-1 1 0 0,0 0-1 0 0,-1 1 0 0 0,1-1 1 0 0,0 0-1 0 0,0 1 1 0 0,0-1-1 0 0,0 0 1 0 0,0 0-1 0 0,0 0 1 0 0,0 0-1 0 0,0 0 1 0 0,0 0-1 0 0,1 0 1 0 0,-1 0-1 0 0,0-1-1 0 0,0 1 1 0 0,1-1 0 0 0,-1 1 0 0 0,0-1 0 0 0,0 0 0 0 0,0 0-1 0 0,0 1 1 0 0,0-1 0 0 0,-1 0 0 0 0,1 0 0 0 0,0 0-1 0 0,0 0 1 0 0,0 0 0 0 0,-1 0 0 0 0,1 0 0 0 0,0-1-1 0 0,2-4 6 0 0,0 0 0 0 0,-1 0-1 0 0,0-1 1 0 0,0 1-1 0 0,-1 0 1 0 0,0-1 0 0 0,0 1-1 0 0,0-1 1 0 0,-1 1-1 0 0,0-1 1 0 0,-1-12 0 0 0,-3-8 29 0 0,-10-41 1 0 0,9 51-32 0 0,-1-8-3 0 0,-5-25 0 0 0,-25-64 0 0 0,35 112 2 0 0,1 1 0 0 0,-1-1 0 0 0,1 1 0 0 0,-1-1 0 0 0,0 1 0 0 0,0-1 0 0 0,0 1 0 0 0,0 0 0 0 0,0 0 0 0 0,0-1 0 0 0,0 1 0 0 0,-2-1 0 0 0,3 2-1 0 0,0 0 0 0 0,-1 0 1 0 0,1 0-1 0 0,0 0 0 0 0,0-1 0 0 0,0 1 0 0 0,-1 0 0 0 0,1 0 0 0 0,0 0 0 0 0,0 0 0 0 0,0 0 0 0 0,-1 0 0 0 0,1 0 0 0 0,0 0 0 0 0,0 0 0 0 0,-1 0 0 0 0,1 1 0 0 0,0-1 0 0 0,0 0 0 0 0,0 0 0 0 0,-1 0 0 0 0,1 0 0 0 0,0 0 1 0 0,0 0-1 0 0,0 0 0 0 0,-1 0 0 0 0,1 1 0 0 0,0-1 0 0 0,0 0 0 0 0,0 0 0 0 0,-5 13 44 0 0,-4 45 67 0 0,3 0 0 0 0,3 0 0 0 0,7 96 0 0 0,-4-137-112 0 0,5 44 0 0 0,-4-55 0 0 0,0 0 0 0 0,1 0 0 0 0,-1 0 0 0 0,1-1 0 0 0,0 1 0 0 0,1 0 0 0 0,4 8 0 0 0,-7-13 0 0 0,1-1 0 0 0,-1 1-1 0 0,0-1 1 0 0,0 1 0 0 0,1-1-1 0 0,-1 1 1 0 0,0-1 0 0 0,1 1-1 0 0,-1-1 1 0 0,1 1 0 0 0,-1-1-1 0 0,1 0 1 0 0,-1 1 0 0 0,1-1-1 0 0,-1 0 1 0 0,1 1 0 0 0,-1-1-1 0 0,1 0 1 0 0,-1 0-1 0 0,1 1 1 0 0,-1-1 0 0 0,1 0-1 0 0,0 0 1 0 0,-1 0 0 0 0,1 0-1 0 0,-1 0 1 0 0,1 0 0 0 0,1 0-1 0 0,-1 0 0 0 0,-1-1 0 0 0,1 0-1 0 0,0 1 1 0 0,0-1-1 0 0,0 1 1 0 0,-1-1 0 0 0,1 0-1 0 0,0 0 1 0 0,-1 1 0 0 0,1-1-1 0 0,0 0 1 0 0,-1 0-1 0 0,1 0 1 0 0,-1 0 0 0 0,1-1-1 0 0,1-4-4 0 0,0 1 0 0 0,0-1-1 0 0,0 0 1 0 0,0-10-1 0 0,0-6 2 0 0,-2 0-1 0 0,-1 0 0 0 0,-4-32 0 0 0,-19-65-32 0 0,8 44 27 0 0,15 68 24 0 0,1 4-1 0 0,0 1 0 0 0,-1-1-1 0 0,1 0 1 0 0,-1 1 0 0 0,1-1 0 0 0,-1 0-1 0 0,0 1 1 0 0,0-1 0 0 0,0 1 0 0 0,-1-1-1 0 0,1 1 1 0 0,-1 0 0 0 0,-1-3 0 0 0,3 5-3 0 0,0 0 1 0 0,-1 0-1 0 0,1 0 1 0 0,0 0-1 0 0,-1 0 1 0 0,1 0-1 0 0,0 0 1 0 0,-1 0-1 0 0,1 0 1 0 0,0 0-1 0 0,-1 0 1 0 0,1 0-1 0 0,0 0 1 0 0,0 0-1 0 0,-1 1 1 0 0,1-1-1 0 0,0 0 1 0 0,0 0-1 0 0,-1 0 1 0 0,1 0-1 0 0,0 0 1 0 0,-1 1-1 0 0,1-1 1 0 0,0 0-1 0 0,0 0 1 0 0,0 0-1 0 0,-1 1 1 0 0,1-1-1 0 0,0 0 1 0 0,0 0-1 0 0,0 1 1 0 0,0-1-1 0 0,-1 0 1 0 0,1 0-1 0 0,0 1 1 0 0,0-1-1 0 0,0 0 1 0 0,0 1-1 0 0,0-1 1 0 0,0 0-1 0 0,0 1 1 0 0,0-1-1 0 0,-4 15 157 0 0,1 12-115 0 0,1 1 0 0 0,1-1-1 0 0,2 0 1 0 0,1 1 0 0 0,7 36-1 0 0,-8-55-50 0 0,9 38 0 0 0,-10-44 0 0 0,1 0 0 0 0,0-1 0 0 0,0 1 0 0 0,0-1 0 0 0,0 1 0 0 0,1-1 0 0 0,-1 1 0 0 0,1-1 0 0 0,-1 0 0 0 0,1 0 0 0 0,0 0 0 0 0,0 0 0 0 0,0 0 0 0 0,2 2 0 0 0,-3-4 0 0 0,-1 1-1 0 0,1-1 1 0 0,-1 0-1 0 0,0 0 0 0 0,1 0 1 0 0,-1 1-1 0 0,1-1 1 0 0,-1 0-1 0 0,0 0 1 0 0,1 0-1 0 0,-1 0 0 0 0,1 0 1 0 0,-1 0-1 0 0,1 0 1 0 0,-1 0-1 0 0,1 0 1 0 0,-1 0-1 0 0,0 0 0 0 0,1 0 1 0 0,-1 0-1 0 0,1 0 1 0 0,-1-1-1 0 0,0 1 1 0 0,1 0-1 0 0,-1 0 0 0 0,1 0 1 0 0,0-1-1 0 0,7-11-36 0 0,-1-18-39 0 0,-7 28 72 0 0,2-16-6 0 0,-1 1 0 0 0,0-1 0 0 0,-3-27-1 0 0,-12-54-26 0 0,8 63 32 0 0,4 21 12 0 0,1 7 5 0 0,0 1 0 0 0,0-1 1 0 0,-1 1-1 0 0,0 0 0 0 0,-3-8 0 0 0,3 15 229 0 0,-1 5-27 0 0,0 8 91 0 0,0 10-230 0 0,0 1 0 0 0,2-1 0 0 0,0 1 0 0 0,2-1 0 0 0,0 0 0 0 0,2 1 0 0 0,9 38 0 0 0,-10-56-73 0 0,0 0-1 0 0,0-1 0 0 0,0 1 0 0 0,5 8 1 0 0,-6-13-3 0 0,-1-1 1 0 0,1 1-1 0 0,-1 0 0 0 0,1-1 1 0 0,-1 1-1 0 0,1 0 1 0 0,-1-1-1 0 0,1 1 0 0 0,0-1 1 0 0,-1 1-1 0 0,1-1 1 0 0,0 1-1 0 0,0-1 0 0 0,-1 1 1 0 0,1-1-1 0 0,0 0 1 0 0,1 1-1 0 0,-1-1-2 0 0,0 0 0 0 0,-1-1 0 0 0,1 1 0 0 0,0 0 1 0 0,0 0-1 0 0,0-1 0 0 0,-1 1 0 0 0,1 0 0 0 0,0-1 0 0 0,-1 1 0 0 0,1 0 0 0 0,0-1 1 0 0,-1 1-1 0 0,1-1 0 0 0,-1 1 0 0 0,1-1 0 0 0,-1 0 0 0 0,1 1 0 0 0,-1-1 0 0 0,1 0 1 0 0,-1 1-1 0 0,1-1 0 0 0,-1-1 0 0 0,2-1-28 0 0,0-1 0 0 0,0 0 0 0 0,-1 0 0 0 0,1-1-1 0 0,-1 1 1 0 0,0 0 0 0 0,-1 0 0 0 0,1-1 0 0 0,0-7 0 0 0,-5-42-49 0 0,3 43 72 0 0,-17-152 8 0 0,16 145 17 0 0,0 17 26 0 0,1 12-7 0 0,-1 20 50 0 0,1-1 0 0 0,2 1-1 0 0,1 0 1 0 0,2 0 0 0 0,0 0 0 0 0,13 40-1 0 0,-6-45-85 0 0,-10-25 0 0 0,-1 0 0 0 0,1 0 0 0 0,-1 0 0 0 0,1 0 0 0 0,0 0 0 0 0,-1 0 0 0 0,1 0 0 0 0,0 0 0 0 0,0 0 0 0 0,0-1 0 0 0,0 1 0 0 0,0 0 0 0 0,-1-1 0 0 0,1 1 0 0 0,1 0 0 0 0,-1-1 0 0 0,0 1 0 0 0,0-1 0 0 0,0 1 0 0 0,1-1 0 0 0,-1 0 0 0 0,0 0 0 0 0,-1-1 0 0 0,1 1 0 0 0,-1-1 0 0 0,1 1 0 0 0,-1-1 0 0 0,1 1 0 0 0,-1-1 0 0 0,1 1 0 0 0,-1-1 0 0 0,1 1 0 0 0,-1-1 0 0 0,0 0 0 0 0,1 1 0 0 0,-1-1 0 0 0,0 1 0 0 0,1-1 0 0 0,-1 0 0 0 0,0 1 0 0 0,0-1 0 0 0,0 0 0 0 0,0 0 0 0 0,0 1 0 0 0,0-1-1 0 0,0 0 1 0 0,0 1 0 0 0,0-2 0 0 0,0-21 12 0 0,-4-14 33 0 0,-2 1 1 0 0,-1 0-1 0 0,-14-37 0 0 0,18 62-45 0 0,1 4 0 0 0,0 0 0 0 0,0 0 0 0 0,-1 1 0 0 0,-6-13 0 0 0,9 19 1 0 0,0 0-1 0 0,0 0 0 0 0,0 0 0 0 0,0-1 1 0 0,0 1-1 0 0,-1 0 0 0 0,1 0 1 0 0,0 0-1 0 0,0 0 0 0 0,0 0 1 0 0,0-1-1 0 0,0 1 0 0 0,0 0 0 0 0,0 0 1 0 0,-1 0-1 0 0,1 0 0 0 0,0 0 1 0 0,0 0-1 0 0,0 0 0 0 0,0 0 0 0 0,0-1 1 0 0,-1 1-1 0 0,1 0 0 0 0,0 0 1 0 0,0 0-1 0 0,0 0 0 0 0,0 0 1 0 0,-1 0-1 0 0,1 0 0 0 0,0 0 0 0 0,0 0 1 0 0,0 0-1 0 0,-1 0 0 0 0,1 0 1 0 0,0 0-1 0 0,0 0 0 0 0,0 0 0 0 0,0 0 1 0 0,-1 0-1 0 0,1 0 0 0 0,0 1 1 0 0,0-1-1 0 0,0 0 0 0 0,0 0 1 0 0,0 0-1 0 0,-1 0 0 0 0,1 0 0 0 0,0 0 1 0 0,-5 12 51 0 0,0 15 85 0 0,3 3-97 0 0,2 0-1 0 0,1 0 1 0 0,2 0-1 0 0,0-1 0 0 0,2 1 1 0 0,10 30-1 0 0,-14-57-41 0 0,0 0 0 0 0,0 0 0 0 0,0 0-1 0 0,1 0 1 0 0,-1-1 0 0 0,3 4 0 0 0,-3-5-4 0 0,-1-1 1 0 0,0 0 0 0 0,0 0 0 0 0,0 1 0 0 0,1-1 0 0 0,-1 0-1 0 0,0 0 1 0 0,0 1 0 0 0,1-1 0 0 0,-1 0 0 0 0,0 0 0 0 0,1 0 0 0 0,-1 0-1 0 0,0 1 1 0 0,0-1 0 0 0,1 0 0 0 0,-1 0 0 0 0,0 0 0 0 0,1 0 0 0 0,-1 0-1 0 0,0 0 1 0 0,1 0 0 0 0,-1 0 0 0 0,0 0 0 0 0,1 0 0 0 0,0 0-12 0 0,-1-1 1 0 0,1 1-1 0 0,-1-1 1 0 0,1 1-1 0 0,-1-1 1 0 0,1 1-1 0 0,-1-1 1 0 0,0 1-1 0 0,1-1 1 0 0,-1 1-1 0 0,0-1 1 0 0,1 0-1 0 0,-1 1 1 0 0,0-1 0 0 0,0 0-1 0 0,0 1 1 0 0,0-1-1 0 0,1-1 1 0 0,0-7-49 0 0,1-1 1 0 0,-2 0-1 0 0,1 1 1 0 0,-1-1-1 0 0,-1 0 1 0 0,-1-11-1 0 0,-16-61 124 0 0,5 30-84 0 0,5 6 25 0 0,4 21 0 0 0,-1-1 0 0 0,-11-33 0 0 0,12 55 25 0 0,1 9 89 0 0,-1 11 75 0 0,2 18-73 0 0,2 1 1 0 0,4 44-1 0 0,15 69 230 0 0,-15-125-337 0 0,-2-5-5 0 0,-1-7 4 0 0,0-1-1 0 0,1 1 1 0 0,0 0-1 0 0,1 0 1 0 0,1-1-1 0 0,-1 0 1 0 0,11 20-1 0 0,-14-29-7 0 0,1 0 0 0 0,0 0 0 0 0,-1 0 0 0 0,1 0 0 0 0,0 0 0 0 0,0-1 0 0 0,0 1 0 0 0,-1 0 0 0 0,1 0 0 0 0,0-1 0 0 0,0 1 0 0 0,0 0 0 0 0,0-1 0 0 0,0 1 0 0 0,2 0 0 0 0,-3-1 0 0 0,1 0 0 0 0,-1 0 0 0 0,1 0 0 0 0,0 0 0 0 0,-1 0 0 0 0,1 0 0 0 0,-1 0 0 0 0,1 0 0 0 0,0 0 0 0 0,-1-1 0 0 0,1 1 0 0 0,-1 0 0 0 0,1 0 0 0 0,-1-1 0 0 0,1 1 0 0 0,-1 0 0 0 0,1 0 0 0 0,-1-1 0 0 0,1 1 0 0 0,-1 0 0 0 0,1-2 0 0 0,1 1 0 0 0,-1-1 0 0 0,0 0 0 0 0,0 1 0 0 0,0-1 0 0 0,0 0 0 0 0,0 0 0 0 0,0 0 0 0 0,0 0 0 0 0,-1 0 0 0 0,1 0 0 0 0,-1 0 0 0 0,1 0 0 0 0,-1 0 0 0 0,0-4 0 0 0,-2-17 39 0 0,0 1 1 0 0,-2 0-1 0 0,0-1 0 0 0,-10-24 0 0 0,5 15-51 0 0,-13-61 12 0 0,-15-51 0 0 0,37 143 2 0 0,-1 0-1 0 0,1 0 0 0 0,0 0 1 0 0,0 1-1 0 0,-1-1 0 0 0,1 0 1 0 0,0 0-1 0 0,-1 0 0 0 0,1 0 1 0 0,-1 1-1 0 0,1-1 0 0 0,-1 0 1 0 0,0 1-1 0 0,1-1 0 0 0,-1 0 1 0 0,0 1-1 0 0,1-1 0 0 0,-2 0 1 0 0,2 1 6 0 0,-1 0-1 0 0,1 0 1 0 0,-1 0 0 0 0,1 0 0 0 0,0 0 0 0 0,-1 0-1 0 0,1 1 1 0 0,-1-1 0 0 0,1 0 0 0 0,0 0 0 0 0,-1 0-1 0 0,1 1 1 0 0,0-1 0 0 0,-1 0 0 0 0,1 0 0 0 0,0 1-1 0 0,-1-1 1 0 0,1 0 0 0 0,0 0 0 0 0,0 1 0 0 0,-1-1 0 0 0,1 0-1 0 0,0 1 1 0 0,0-1 0 0 0,0 1 0 0 0,-1 0 0 0 0,-1 3 95 0 0,0 1 0 0 0,0-1 0 0 0,1 1 1 0 0,0 0-1 0 0,-1 6 0 0 0,-2 29-19 0 0,3 1-1 0 0,1-1 0 0 0,6 44 1 0 0,0-8-42 0 0,-5-59-42 0 0,5 57 0 0 0,-5-66 0 0 0,0-1 0 0 0,1 1 0 0 0,0-1 0 0 0,0 0 0 0 0,1 0 0 0 0,0 0 0 0 0,5 9 0 0 0,-7-15-3 0 0,0 1 1 0 0,-1-1-1 0 0,1 0 0 0 0,0 0 0 0 0,-1 0 0 0 0,1 0 0 0 0,0 0 0 0 0,0 0 0 0 0,0-1 1 0 0,0 1-1 0 0,0 0 0 0 0,0 0 0 0 0,0-1 0 0 0,0 1 0 0 0,1 0 0 0 0,-1-1 0 0 0,0 1 1 0 0,0-1-1 0 0,0 0 0 0 0,1 1 0 0 0,-1-1 0 0 0,0 0 0 0 0,0 0 0 0 0,1 1 0 0 0,-1-1 1 0 0,2-1-1 0 0,-1 1-3 0 0,-1-1 0 0 0,1 1 0 0 0,-1-1 0 0 0,1 0 1 0 0,-1 0-1 0 0,1 0 0 0 0,-1 0 0 0 0,0 0 1 0 0,1 0-1 0 0,-1 0 0 0 0,0 0 0 0 0,0-1 0 0 0,0 1 1 0 0,0 0-1 0 0,0-1 0 0 0,0 1 0 0 0,0-1 1 0 0,0 1-1 0 0,0-3 0 0 0,3-5-42 0 0,-1 0-1 0 0,-1-1 1 0 0,0 1-1 0 0,0 0 1 0 0,0-1 0 0 0,-2 1-1 0 0,1-1 1 0 0,-1 0 0 0 0,0 1-1 0 0,-1-1 1 0 0,-2-10 0 0 0,-4-16 62 0 0,-20-56 1 0 0,11 42-39 0 0,-40-156 24 0 0,55 205 0 0 0,-4-12 14 0 0,2 11 56 0 0,1 8 62 0 0,-1 12 72 0 0,2 1-1 0 0,0-1 0 0 0,3 25 0 0 0,10 58-52 0 0,-6-57-168 0 0,2 37 81 0 0,-3-29-37 0 0,14 64-1 0 0,-19-116-26 0 0,13 39 0 0 0,-13-36 0 0 0,2-1 0 0 0,-1 0 0 0 0,0 1 0 0 0,0-1 0 0 0,1 0 0 0 0,-1 0 0 0 0,1 0 0 0 0,0 0 0 0 0,0 0 0 0 0,-1 0 0 0 0,1-1 0 0 0,0 1 0 0 0,4 2 0 0 0,-5-4 0 0 0,0 1 0 0 0,0-1 0 0 0,-1 0 0 0 0,1 0 0 0 0,0 0 0 0 0,0 1 0 0 0,-1-1 0 0 0,1 0 0 0 0,0 0 0 0 0,0 0 0 0 0,-1-1 0 0 0,1 1 0 0 0,0 0 0 0 0,0 0 0 0 0,-1 0 0 0 0,1 0 0 0 0,0-1 0 0 0,0 1 0 0 0,-1 0 0 0 0,1-1 0 0 0,0 1 0 0 0,-1 0 0 0 0,1-1 0 0 0,0 1 0 0 0,-1-1 0 0 0,1 1 0 0 0,-1-1 0 0 0,1 1 0 0 0,-1-1 0 0 0,1 0 0 0 0,-1 1 0 0 0,1-1 0 0 0,-1 0 0 0 0,0 1 0 0 0,1-1 0 0 0,-1 0 0 0 0,0 0 0 0 0,2-4 0 0 0,0 1 0 0 0,0 0 0 0 0,-1-1 0 0 0,2-7 0 0 0,-2 2 18 0 0,0 1-1 0 0,-1-1 0 0 0,0 0 0 0 0,0 1 0 0 0,-1-1 1 0 0,-3-15-1 0 0,-19-57 134 0 0,9 38-107 0 0,-81-262-32 0 0,94 299-12 0 0,-1 2 2 0 0,1-1 0 0 0,-1 1 0 0 0,0 0 0 0 0,0 0 0 0 0,-4-8 0 0 0,2 12 130 0 0,1 7-40 0 0,0 6 108 0 0,0 13-46 0 0,0 0 0 0 0,3 50 0 0 0,11 51 247 0 0,-10-114-396 0 0,9 92 10 0 0,20 134 34 0 0,-28-226-47 0 0,-1-7-4 0 0,0-1 0 0 0,0 1 1 0 0,1 0-1 0 0,-1-1 1 0 0,1 1-1 0 0,0-1 1 0 0,0 0-1 0 0,0 1 0 0 0,0-1 1 0 0,6 7-1 0 0,-6-9-76 0 0,7-7-344 0 0,30-16 234 0 0,-38 19 171 0 0,0 1 1 0 0,1 0-1 0 0,-1-1 0 0 0,0 0 0 0 0,0 1 0 0 0,1-1 1 0 0,-1 0-1 0 0,-1 0 0 0 0,1 1 0 0 0,0-1 0 0 0,0 0 1 0 0,-1 0-1 0 0,1 0 0 0 0,-1 0 0 0 0,0 0 0 0 0,1 0 1 0 0,-1 0-1 0 0,0 0 0 0 0,0 0 0 0 0,0 0 0 0 0,0 0 0 0 0,-1-4 1 0 0,0-2 18 0 0,0-13-21 0 0,0 1-1 0 0,-2 0 0 0 0,-8-33 1 0 0,-24-60 31 0 0,16 55-18 0 0,10 30 6 0 0,-6-21 0 0 0,-36-82 0 0 0,51 130 0 0 0,0 1 1 0 0,0-1-1 0 0,0 1 0 0 0,-1 0 0 0 0,1-1 0 0 0,0 1 1 0 0,0-1-1 0 0,0 1 0 0 0,0 0 0 0 0,-1-1 0 0 0,1 1 1 0 0,0 0-1 0 0,0-1 0 0 0,-1 1 0 0 0,1 0 0 0 0,0-1 1 0 0,0 1-1 0 0,-1 0 0 0 0,1 0 0 0 0,0-1 1 0 0,-1 1-1 0 0,1 0 0 0 0,0 0 0 0 0,-1 0 0 0 0,1 0 1 0 0,-1-1-1 0 0,1 1 0 0 0,0 0 0 0 0,-1 0 0 0 0,1 0 1 0 0,-1 0-1 0 0,0 1 7 0 0,1-1 1 0 0,-1 1-1 0 0,1-1 0 0 0,0 1 1 0 0,-1 0-1 0 0,1-1 1 0 0,0 1-1 0 0,-1 0 0 0 0,1 0 1 0 0,0-1-1 0 0,0 1 1 0 0,-1 0-1 0 0,1 0 0 0 0,0 0 1 0 0,-2 31 234 0 0,5 33-122 0 0,20 106 1 0 0,-15-119-106 0 0,-2-5-15 0 0,5 29 0 0 0,-8-65 0 0 0,0 0 0 0 0,0 0 0 0 0,1 0 0 0 0,7 15 0 0 0,-10-24-1 0 0,0-1 0 0 0,-1 0-1 0 0,1 1 1 0 0,0-1-1 0 0,0 0 1 0 0,0 0 0 0 0,0 0-1 0 0,0 1 1 0 0,1-1 0 0 0,-1 0-1 0 0,0 0 1 0 0,2 1 0 0 0,-2-2-2 0 0,0 0 1 0 0,-1 1 0 0 0,1-1 0 0 0,0 0-1 0 0,0 0 1 0 0,-1 0 0 0 0,1 0 0 0 0,0 0 0 0 0,0 0-1 0 0,0 0 1 0 0,-1 0 0 0 0,1 0 0 0 0,0 0-1 0 0,0 0 1 0 0,-1 0 0 0 0,1 0 0 0 0,0-1-1 0 0,1 1 1 0 0,0-1-3 0 0,-1-1-1 0 0,1 1 1 0 0,0 0 0 0 0,-1-1-1 0 0,1 1 1 0 0,-1-1-1 0 0,1 1 1 0 0,-1-1 0 0 0,0 0-1 0 0,0 0 1 0 0,1 1-1 0 0,-1-1 1 0 0,-1 0 0 0 0,1 0-1 0 0,0 0 1 0 0,1-4-1 0 0,1-7-7 0 0,-1 0 0 0 0,0-1 0 0 0,-1 1 0 0 0,0 0 0 0 0,-1-1 0 0 0,-3-21 0 0 0,-19-82-77 0 0,13 74 79 0 0,-9-42-17 0 0,-27-157-132 0 0,43 226 137 0 0,2 20 56 0 0,2 28 119 0 0,-2-26-110 0 0,30 257 317 0 0,-12-121-238 0 0,-17-134-121 0 0,0 7 0 0 0,7 24 0 0 0,-8-36 0 0 0,1 0 0 0 0,0-1 0 0 0,0 1 0 0 0,0 0 0 0 0,0 0 0 0 0,1 0 0 0 0,-1-1 0 0 0,1 1 0 0 0,0-1 0 0 0,-1 1 0 0 0,1-1 0 0 0,0 0 0 0 0,0 1 0 0 0,4 2 0 0 0,-5-5-2 0 0,-1 1 0 0 0,1-1-1 0 0,-1 0 1 0 0,1 1 0 0 0,0-1 0 0 0,-1 0-1 0 0,1 0 1 0 0,-1 1 0 0 0,1-1-1 0 0,0 0 1 0 0,-1 0 0 0 0,1 0 0 0 0,0 0-1 0 0,-1 0 1 0 0,1 0 0 0 0,0 0 0 0 0,-1 0-1 0 0,1 0 1 0 0,0 0 0 0 0,-1 0-1 0 0,1 0 1 0 0,0-1 0 0 0,-1 1 0 0 0,1 0-1 0 0,-1 0 1 0 0,2-1 0 0 0,-1 0-10 0 0,0 0 1 0 0,0 0-1 0 0,0 0 1 0 0,0 0-1 0 0,0-1 1 0 0,0 1-1 0 0,-1 0 0 0 0,1 0 1 0 0,0-1-1 0 0,-1 1 1 0 0,2-3-1 0 0,-1-2-34 0 0,1 0-1 0 0,-1 0 1 0 0,0 0 0 0 0,0-11-1 0 0,-3-1 64 0 0,0 0 0 0 0,-2 0 0 0 0,0 0 0 0 0,-1 1 0 0 0,-11-27 0 0 0,8 22-27 0 0,1 0 35 0 0,-38-112 15 0 0,34 98-43 0 0,-8-65 1 0 0,55 319 497 0 0,-11-83-262 0 0,-24-124-233 0 0,10 40 0 0 0,-10-45 0 0 0,1-1 0 0 0,0 1 0 0 0,0-1 0 0 0,0 0 0 0 0,1 0 0 0 0,0 0 0 0 0,3 4 0 0 0,-5-8-3 0 0,0 0 0 0 0,-1 0-1 0 0,1 0 1 0 0,0 0 0 0 0,0 0 0 0 0,-1-1-1 0 0,1 1 1 0 0,0 0 0 0 0,0-1-1 0 0,0 1 1 0 0,0-1 0 0 0,0 1 0 0 0,0-1-1 0 0,0 1 1 0 0,0-1 0 0 0,0 0 0 0 0,0 1-1 0 0,2-1 1 0 0,-2 0-4 0 0,0 0-1 0 0,0 0 1 0 0,0 0-1 0 0,-1-1 1 0 0,1 1-1 0 0,0 0 1 0 0,0 0-1 0 0,0-1 1 0 0,0 1-1 0 0,-1-1 1 0 0,1 1-1 0 0,0-1 1 0 0,-1 1 0 0 0,1-1-1 0 0,0 1 1 0 0,-1-1-1 0 0,1 0 1 0 0,0 0-1 0 0,1-2-11 0 0,0 1-1 0 0,-1-1 1 0 0,1 0 0 0 0,-1 1-1 0 0,0-1 1 0 0,0 0 0 0 0,0 0-1 0 0,0 0 1 0 0,0 0-1 0 0,-1 0 1 0 0,1 0 0 0 0,-1-3-1 0 0,-1-10 8 0 0,0 1 0 0 0,-1-1 0 0 0,-1 1 0 0 0,-6-23-1 0 0,-26-59-18 0 0,17 47 27 0 0,6 17 4 0 0,-57-148 0 0 0,69 181 1 0 0,0-1 0 0 0,0 1 0 0 0,0 0 0 0 0,0 0 0 0 0,0 0-1 0 0,0-1 1 0 0,-1 1 0 0 0,1 0 0 0 0,0 0 0 0 0,0 0 0 0 0,0 0 0 0 0,0-1 0 0 0,0 1-1 0 0,0 0 1 0 0,0 0 0 0 0,0 0 0 0 0,0-1 0 0 0,-1 1 0 0 0,1 0 0 0 0,0 0 0 0 0,0 0-1 0 0,0 0 1 0 0,0 0 0 0 0,-1 0 0 0 0,1-1 0 0 0,0 1 0 0 0,0 0 0 0 0,0 0 0 0 0,0 0-1 0 0,-1 0 1 0 0,1 0 0 0 0,0 0 0 0 0,0 0 0 0 0,0 0 0 0 0,-1 0 0 0 0,1 0 0 0 0,0 0-1 0 0,-1 0 1 0 0,-1 8 79 0 0,1 15 86 0 0,32 263 289 0 0,-12-150-326 0 0,-16-111-129 0 0,6 40 0 0 0,-8-59 0 0 0,1-1 0 0 0,-1 1 0 0 0,1 0 0 0 0,1-1 0 0 0,-1 0 0 0 0,1 1 0 0 0,0-1 0 0 0,5 7 0 0 0,-3-6-21 0 0,-4-5-87 0 0,6-7-27 0 0,21-18-1 0 0,-27 23 127 0 0,1-1 0 0 0,-1 0 1 0 0,0-1-1 0 0,0 1 0 0 0,0 0 0 0 0,0 0 0 0 0,-1 0 0 0 0,1-1 0 0 0,0 1 0 0 0,-1 0 0 0 0,0 0 1 0 0,1-1-1 0 0,-1 1 0 0 0,0-1 0 0 0,0 1 0 0 0,0 0 0 0 0,-1-1 0 0 0,1 1 0 0 0,-1-3 0 0 0,0-3-29 0 0,-1-9 29 0 0,-1 0 0 0 0,0 0 0 0 0,-2 1 1 0 0,-7-21-1 0 0,-32-65-33 0 0,15 39 32 0 0,4-4 10 0 0,-11-24 0 0 0,35 97 31 0 0,0 1-1 0 0,0-1 0 0 0,1 1 1 0 0,1 10-1 0 0,43 204 142 0 0,-23-133-136 0 0,-19-76-44 0 0,2 5-60 0 0,0 1 1 0 0,1-1-1 0 0,1-1 1 0 0,1 1-1 0 0,9 17 1 0 0,-6-40-32 0 0,30-18 3 0 0,-39 23 89 0 0,0-1 0 0 0,0 1 0 0 0,0-1 0 0 0,0 1 0 0 0,0-1 0 0 0,0 0 0 0 0,0 1 0 0 0,-1-1-1 0 0,1 0 1 0 0,0 0 0 0 0,-1 0 0 0 0,0 1 0 0 0,1-1 0 0 0,-1 0 0 0 0,0 0 0 0 0,0 0 0 0 0,0 0 0 0 0,0 0 0 0 0,0 1 0 0 0,0-1-1 0 0,-1 0 1 0 0,1 0 0 0 0,-1 0 0 0 0,1 1 0 0 0,-2-4 0 0 0,0-2-1 0 0,-10-37 33 0 0,-26-60 0 0 0,13 37-11 0 0,-78-228-74 0 0,103 294 60 0 0,0 0-1 0 0,0 1 0 0 0,0-1 0 0 0,0 1 1 0 0,-1-1-1 0 0,1 0 0 0 0,0 1 1 0 0,0-1-1 0 0,-1 1 0 0 0,1-1 1 0 0,0 1-1 0 0,-1-1 0 0 0,1 1 0 0 0,-1-1 1 0 0,1 1-1 0 0,0-1 0 0 0,-1 1 1 0 0,0-1-1 0 0,-2 9 4 0 0,3 23 77 0 0,0-30-68 0 0,6 77 102 0 0,19 90 1 0 0,-1-19-30 0 0,-22-125-85 0 0,8 43 0 0 0,-9-61 0 0 0,1-1 0 0 0,-1 1 0 0 0,1 0 0 0 0,0 0 0 0 0,1-1 0 0 0,0 1 0 0 0,0-1 0 0 0,5 7 0 0 0,-8-11-6 0 0,0 0 0 0 0,1 0 0 0 0,-1-1-1 0 0,1 1 1 0 0,-1 0 0 0 0,1-1 0 0 0,0 1-1 0 0,-1 0 1 0 0,1-1 0 0 0,0 1 0 0 0,-1-1-1 0 0,1 1 1 0 0,0-1 0 0 0,-1 0 0 0 0,1 1-1 0 0,0-1 1 0 0,0 0 0 0 0,0 1 0 0 0,-1-1-1 0 0,1 0 1 0 0,0 0 0 0 0,0 0 0 0 0,0 1-1 0 0,0-1 1 0 0,0 0 0 0 0,-1 0 0 0 0,1 0-1 0 0,0-1 1 0 0,0 1 0 0 0,0 0 0 0 0,0 0-1 0 0,-1 0 1 0 0,1-1 0 0 0,0 1 0 0 0,0 0-1 0 0,0-1 1 0 0,-1 1 0 0 0,1-1 0 0 0,0 1-1 0 0,-1-1 1 0 0,1 1 0 0 0,0-1 0 0 0,-1 1-1 0 0,1-1 1 0 0,0 1 0 0 0,-1-1 0 0 0,1 0 0 0 0,-1 0-1 0 0,3-3-31 0 0,-1 1 0 0 0,0 0 0 0 0,0-1-1 0 0,-1 0 1 0 0,1 1 0 0 0,-1-1 0 0 0,0 0 0 0 0,0 0-1 0 0,1-4 1 0 0,-2-2 17 0 0,0 1 1 0 0,0 0-1 0 0,-1-1 0 0 0,0 1 0 0 0,0 0 0 0 0,-1 0 0 0 0,-6-17 0 0 0,-29-61 49 0 0,28 68-41 0 0,-2-3 13 0 0,-93-217 0 0 0,83 184 0 0 0,25 110 288 0 0,38 133-100 0 0,-1 2-80 0 0,-37-159-108 0 0,-2-15 0 0 0,0 0 0 0 0,0 0 0 0 0,2-1 0 0 0,0 1 0 0 0,12 27 0 0 0,-15-40 1 0 0,8 8 14 0 0,-8-11 17 0 0,4-5 0 0 0,18-22 0 0 0,-22 25-23 0 0,0 0 0 0 0,1-1-1 0 0,-1 1 1 0 0,-1 0-1 0 0,1 0 1 0 0,0-1 0 0 0,0 1-1 0 0,-1 0 1 0 0,0-1 0 0 0,1 1-1 0 0,-1 0 1 0 0,0-1 0 0 0,0 1-1 0 0,0-1 1 0 0,0 1-1 0 0,-1-4 1 0 0,0-3 4 0 0,-2-14 40 0 0,-1-1-1 0 0,-1 1 1 0 0,-1 0-1 0 0,-11-29 1 0 0,3 7-12 0 0,5 15-44 0 0,-18-57-77 0 0,-22-125 1 0 0,45 175 5 0 0,33 253 122 0 0,-6-41 10 0 0,-3-15-24 0 0,-19-154-33 0 0,1 6 19 0 0,6 23-1 0 0,-7-32-17 0 0,0-1 0 0 0,-1 1 0 0 0,1-1 0 0 0,0 0 0 0 0,1 1 0 0 0,-1-1 0 0 0,0 0 0 0 0,1 0 0 0 0,-1 0 0 0 0,1 0 0 0 0,0 0 0 0 0,-1 0 0 0 0,1 0 0 0 0,0-1 0 0 0,4 3 0 0 0,-6-3-2 0 0,1-1-1 0 0,-1 0 1 0 0,1 0 0 0 0,0 1-1 0 0,-1-1 1 0 0,1 0-1 0 0,-1 0 1 0 0,1 0 0 0 0,0 0-1 0 0,-1 0 1 0 0,1 0-1 0 0,-1 0 1 0 0,1 0 0 0 0,0 0-1 0 0,-1 0 1 0 0,1 0-1 0 0,-1 0 1 0 0,1 0 0 0 0,0 0-1 0 0,-1-1 1 0 0,1 1-1 0 0,-1 0 1 0 0,1 0 0 0 0,0-1-1 0 0,0 0-1 0 0,0 0 0 0 0,0 0 0 0 0,0 0 0 0 0,0-1 0 0 0,0 1 0 0 0,0 0 0 0 0,0 0 0 0 0,0-1 0 0 0,-1 1 0 0 0,1-2 0 0 0,1-2-3 0 0,0 0 0 0 0,-1 0-1 0 0,0 0 1 0 0,0 0 0 0 0,0-5-1 0 0,-1-4 19 0 0,0 1-1 0 0,-2 0 1 0 0,1-1-1 0 0,-2 1 1 0 0,0 0-1 0 0,0 0 0 0 0,-8-17 1 0 0,-44-86 102 0 0,49 104-114 0 0,-31-59-1 0 0,-30-58 0 0 0,67 129 0 0 0,0-1 0 0 0,0 1-1 0 0,0 0 1 0 0,-1-1-1 0 0,1 1 1 0 0,0-1 0 0 0,0 1-1 0 0,-1 0 1 0 0,1-1 0 0 0,0 1-1 0 0,0-1 1 0 0,-1 1-1 0 0,1 0 1 0 0,0-1 0 0 0,-1 1-1 0 0,1 0 1 0 0,0 0 0 0 0,-1-1-1 0 0,1 1 1 0 0,-1 0 0 0 0,1 0-1 0 0,0 0 1 0 0,-1-1-1 0 0,1 1 1 0 0,-1 0 0 0 0,0 0-1 0 0,-1 11-21 0 0,5 24-17 0 0,-2-32 38 0 0,43 212 1 0 0,-18-103 0 0 0,-18-65 12 0 0,-5-27-6 0 0,1 0 1 0 0,1 0 0 0 0,1 0 0 0 0,0-1-1 0 0,16 32 1 0 0,-21-48-72 0 0,10-5-100 0 0,35-8 87 0 0,-45 9 72 0 0,0 1 0 0 0,0 0 0 0 0,0-1 0 0 0,0 1 0 0 0,0-1-1 0 0,0 0 1 0 0,0 1 0 0 0,-1-1 0 0 0,1 0 0 0 0,0 0 0 0 0,0 1 0 0 0,-1-1-1 0 0,1 0 1 0 0,0 0 0 0 0,-1 0 0 0 0,1 0 0 0 0,0 0 0 0 0,-1 0 0 0 0,0 0-1 0 0,1 0 1 0 0,-1 0 0 0 0,1 0 0 0 0,-1 0 0 0 0,0 0 0 0 0,0 0 0 0 0,0 0-1 0 0,0 0 1 0 0,0-1 0 0 0,0 1 0 0 0,0 0 0 0 0,0 0 0 0 0,0-2 0 0 0,-1-2-18 0 0,1-6 28 0 0,0-1 0 0 0,-1 1 0 0 0,0 0 1 0 0,-1 0-1 0 0,-4-12 0 0 0,-20-56 65 0 0,9 31-49 0 0,-9-28-20 0 0,-20-68 0 0 0,36 107 0 0 0,-9-73 0 0 0,17 97 0 0 0,1 7 0 0 0,2 12 0 0 0,33 181 191 0 0,8 37 58 0 0,-40-212-249 0 0,9 32 0 0 0,-10-41 0 0 0,0 0 0 0 0,0 0 0 0 0,0 0 0 0 0,0 0 0 0 0,1 0 0 0 0,0 0 0 0 0,-1-1 0 0 0,1 1 0 0 0,0-1 0 0 0,0 1 0 0 0,4 2 0 0 0,-6-5 0 0 0,1 1-1 0 0,-1-1 1 0 0,1 1 0 0 0,-1-1-1 0 0,1 1 1 0 0,0-1-1 0 0,-1 0 1 0 0,1 1 0 0 0,0-1-1 0 0,-1 0 1 0 0,1 0-1 0 0,0 1 1 0 0,-1-1 0 0 0,1 0-1 0 0,0 0 1 0 0,0 0-1 0 0,-1 0 1 0 0,1 0 0 0 0,0 0-1 0 0,0 0 1 0 0,-1 0-1 0 0,1 0 1 0 0,0 0 0 0 0,-1-1-1 0 0,1 1 1 0 0,0 0-1 0 0,1-1 1 0 0,-1 0-2 0 0,0 0 0 0 0,0 0 0 0 0,0 0 0 0 0,0 0 0 0 0,0 0 1 0 0,0 0-1 0 0,-1-1 0 0 0,1 1 0 0 0,0 0 0 0 0,0-1 0 0 0,-1 1 0 0 0,1-3 0 0 0,2-4-7 0 0,-2 1 0 0 0,1-1 0 0 0,0-16 0 0 0,-1-2 9 0 0,-2-1 0 0 0,-7-44 0 0 0,-17-52 0 0 0,-6-41 0 0 0,23 96 0 0 0,10 134 272 0 0,10 306 200 0 0,-12-352-467 0 0,-1-2 5 0 0,2 0-1 0 0,0 0 1 0 0,0 0 0 0 0,6 24 0 0 0,-6-41-10 0 0,-1 0 1 0 0,0 0 0 0 0,0 0 0 0 0,1 0 0 0 0,-1 0-1 0 0,1 0 1 0 0,-1 0 0 0 0,1 0 0 0 0,0 0 0 0 0,-1 0-1 0 0,1 0 1 0 0,0 0 0 0 0,-1 0 0 0 0,1 0 0 0 0,2 1-1 0 0,-3-2 0 0 0,0 0 0 0 0,1 0 0 0 0,-1 0 0 0 0,1 0-1 0 0,-1 0 1 0 0,1 0 0 0 0,-1 0 0 0 0,1 0-1 0 0,-1 0 1 0 0,1 0 0 0 0,-1 0 0 0 0,1 0 0 0 0,-1 0-1 0 0,1 0 1 0 0,-1 0 0 0 0,1 0 0 0 0,-1 0 0 0 0,0-1-1 0 0,1 1 1 0 0,-1 0 0 0 0,1 0 0 0 0,-1 0 0 0 0,1-1-1 0 0,-1 1 1 0 0,1-1 0 0 0,1-1-16 0 0,0 0 1 0 0,0 0-1 0 0,0-1 0 0 0,0 1 1 0 0,-1-1-1 0 0,1 1 0 0 0,-1-1 1 0 0,1 0-1 0 0,1-5 0 0 0,0-4 9 0 0,0 0 0 0 0,-1 0-1 0 0,0 0 1 0 0,-1 0-1 0 0,0-1 1 0 0,-1 1 0 0 0,-1 0-1 0 0,0-1 1 0 0,-2-12 0 0 0,-6-17-27 0 0,-18-52 1 0 0,7 27 21 0 0,-5-47-52 0 0,29 132 99 0 0,1 25 1 0 0,2 7 31 0 0,16 108-19 0 0,9 39-10 0 0,-31-187-36 0 0,-1-8-3 0 0,1 1 0 0 0,-1 0-1 0 0,1-1 1 0 0,0 1 0 0 0,0 0 0 0 0,0-1 0 0 0,0 1 0 0 0,0-1 0 0 0,0 1-1 0 0,1-1 1 0 0,-1 0 0 0 0,4 4 0 0 0,-4-4-64 0 0,8-9-521 0 0,26-22 460 0 0,-34 27 124 0 0,0 0 1 0 0,1 0 0 0 0,-1 0 0 0 0,0 0 0 0 0,0 0 0 0 0,-1 0 0 0 0,1-1 0 0 0,0 1 0 0 0,-1 0 0 0 0,1 0-1 0 0,-1-1 1 0 0,0 1 0 0 0,1 0 0 0 0,-1-1 0 0 0,0 1 0 0 0,-1 0 0 0 0,1-1 0 0 0,0 1 0 0 0,-1 0-1 0 0,0-3 1 0 0,0-4-1 0 0,-9-47 2 0 0,-2 1 0 0 0,-24-69 0 0 0,28 98 0 0 0,-12-41 0 0 0,7 20 0 0 0,-28-66 0 0 0,41 112 4 0 0,0 1-1 0 0,0-1 1 0 0,0 1-1 0 0,0-1 1 0 0,-1 1-1 0 0,1-1 0 0 0,0 1 1 0 0,0-1-1 0 0,0 1 1 0 0,-1 0-1 0 0,1-1 1 0 0,0 1-1 0 0,-1-1 1 0 0,1 1-1 0 0,-1 0 1 0 0,1-1-1 0 0,0 1 1 0 0,-1 0-1 0 0,1 0 0 0 0,-1-1 1 0 0,1 1-1 0 0,0 0 1 0 0,-2-1-1 0 0,2 2 12 0 0,-1-1-1 0 0,1 0 1 0 0,0 0-1 0 0,-1 1 0 0 0,1-1 1 0 0,0 0-1 0 0,-1 0 1 0 0,1 1-1 0 0,0-1 0 0 0,-1 0 1 0 0,1 1-1 0 0,0-1 0 0 0,0 0 1 0 0,-1 1-1 0 0,1-1 1 0 0,0 1-1 0 0,0-1 0 0 0,0 0 1 0 0,-1 1-1 0 0,1 0 1 0 0,-6 25 405 0 0,4 13-256 0 0,2-1 0 0 0,1 1 0 0 0,8 48 0 0 0,-2-24-74 0 0,-2-2-90 0 0,-3-23 0 0 0,2 0 0 0 0,16 72 0 0 0,-18-101 1 0 0,-1-6-2 0 0,0 0 0 0 0,0 1 0 0 0,1-1 0 0 0,-1 0-1 0 0,1 0 1 0 0,-1 0 0 0 0,1 0 0 0 0,0 0 0 0 0,3 3 0 0 0,-2-5-23 0 0,7-4-11 0 0,36-14-40 0 0,-44 16 71 0 0,-1 0 0 0 0,1 0 0 0 0,-1-1 0 0 0,1 1 0 0 0,-1 0 1 0 0,0 0-1 0 0,1-1 0 0 0,-1 1 0 0 0,0-1 0 0 0,0 1 0 0 0,0-1 0 0 0,0 1 0 0 0,0-1 0 0 0,0 0 0 0 0,-1 1 0 0 0,1-1 0 0 0,0 0 0 0 0,-1 0 0 0 0,0 1 0 0 0,1-1 0 0 0,-1 0 0 0 0,0 0 0 0 0,0 0 0 0 0,0 0 1 0 0,0 1-1 0 0,0-3 0 0 0,0-3-2 0 0,1-12 2 0 0,-1 1-1 0 0,-1 0 1 0 0,-1-1-1 0 0,-8-33 1 0 0,-26-72-34 0 0,10 40 26 0 0,5 4-10 0 0,-15-53-28 0 0,36 133 50 0 0,0-1 0 0 0,0 1 0 0 0,0 0 0 0 0,0-1 0 0 0,0 1 0 0 0,0 0 0 0 0,0 0 0 0 0,-1-1 0 0 0,1 1 0 0 0,0 0 0 0 0,0-1 0 0 0,0 1 0 0 0,0 0-1 0 0,0 0 1 0 0,0-1 0 0 0,0 1 0 0 0,-1 0 0 0 0,1 0 0 0 0,0-1 0 0 0,0 1 0 0 0,0 0 0 0 0,-1 0 0 0 0,1 0 0 0 0,0-1 0 0 0,0 1 0 0 0,-1 0 0 0 0,1 0 0 0 0,0 0 0 0 0,0 0 0 0 0,-1-1 0 0 0,1 1-1 0 0,0 0 1 0 0,0 0 0 0 0,-1 0 0 0 0,1 0 0 0 0,-1 0 0 0 0,-3 11-2 0 0,-1 20 22 0 0,3 9 143 0 0,5 72 0 0 0,14 41-148 0 0,-4-45-12 0 0,-8-58 24 0 0,15 63 0 0 0,-19-106-22 0 0,0-3-7 0 0,1 0 1 0 0,-1 0 0 0 0,1 0-1 0 0,-1-1 1 0 0,1 1 0 0 0,0 0 0 0 0,1-1-1 0 0,2 4 1 0 0,-4-5-84 0 0,10-4-11 0 0,34-10 6 0 0,-44 12 87 0 0,1-1 0 0 0,-1 0 0 0 0,1 0-1 0 0,-1 0 1 0 0,0 1 0 0 0,1-1 0 0 0,-1-1-1 0 0,0 1 1 0 0,0 0 0 0 0,0 0 0 0 0,0 0 0 0 0,0-1-1 0 0,0 1 1 0 0,0 0 0 0 0,0-1 0 0 0,0 1-1 0 0,-1-1 1 0 0,1 1 0 0 0,-1-1 0 0 0,1 1-1 0 0,-1-1 1 0 0,1 1 0 0 0,-1-1 0 0 0,0 0 0 0 0,0 1-1 0 0,0-1 1 0 0,0-2 0 0 0,0-3-7 0 0,2-5 6 0 0,-2-1 0 0 0,0 1 0 0 0,0-1 0 0 0,-1 0 0 0 0,-1 1 0 0 0,-5-20 0 0 0,-28-74-20 0 0,6 26 16 0 0,5-9 8 0 0,-20-61 0 0 0,44 150 1 0 0,-1-1 0 0 0,1 0 0 0 0,0 0 0 0 0,0 0 1 0 0,-1 0-1 0 0,1 0 0 0 0,-1 0 0 0 0,1 1 0 0 0,-1-1 0 0 0,1 0 0 0 0,-1 0 0 0 0,1 1 0 0 0,-1-1 0 0 0,0 0 0 0 0,0 0 0 0 0,0 1 1 0 0,1 0-1 0 0,0 0 1 0 0,0 0-1 0 0,-1 1 1 0 0,1-1-1 0 0,0 0 0 0 0,0 0 1 0 0,-1 0-1 0 0,1 1 1 0 0,0-1-1 0 0,0 0 1 0 0,0 0-1 0 0,-1 1 1 0 0,1-1-1 0 0,0 0 1 0 0,0 0-1 0 0,0 1 1 0 0,0-1-1 0 0,-1 0 1 0 0,1 1-1 0 0,0-1 0 0 0,0 0 1 0 0,0 0-1 0 0,0 1 1 0 0,0-1-1 0 0,0 0 1 0 0,0 1-1 0 0,-3 32 93 0 0,15 351 138 0 0,-11-377-232 0 0,0 10 0 0 0,6 62 0 0 0,-5-71 0 0 0,-1 1 0 0 0,1-1 0 0 0,1 0 0 0 0,0 0 0 0 0,0 0 0 0 0,0-1 0 0 0,5 9 0 0 0,-6-13 0 0 0,10 9-13 0 0,-10-11-68 0 0,7-8-231 0 0,31-23 158 0 0,-38 28 145 0 0,0 0-1 0 0,-1 0 1 0 0,1 0-1 0 0,0 0 1 0 0,-1 0-1 0 0,1 0 1 0 0,-1-1-1 0 0,0 1 1 0 0,0 0 0 0 0,0-1-1 0 0,0 1 1 0 0,0 0-1 0 0,0-1 1 0 0,-1 1-1 0 0,1-1 1 0 0,-1 0-1 0 0,0 1 1 0 0,0-4-1 0 0,1-2-15 0 0,0-8 22 0 0,0 0 1 0 0,-1 0-1 0 0,-1 0 0 0 0,-4-24 1 0 0,-17-62 4 0 0,16 79-2 0 0,-9-29 0 0 0,-3 1 0 0 0,-46-96 0 0 0,64 146 1 0 0,-13-20 52 0 0,13 21-52 0 0,0 0 0 0 0,0-1 0 0 0,0 1 0 0 0,-1 0 0 0 0,1-1 0 0 0,0 1 0 0 0,0 0 0 0 0,0-1 0 0 0,-1 1 1 0 0,1 0-1 0 0,0 0 0 0 0,-1 0 0 0 0,1-1 0 0 0,0 1 0 0 0,0 0 0 0 0,-1 0 0 0 0,1 0 0 0 0,0-1 1 0 0,-1 1-1 0 0,1 0 0 0 0,0 0 0 0 0,-1 0 0 0 0,1 0 0 0 0,-1 0 0 0 0,1 0 0 0 0,0 0 0 0 0,-1 0 0 0 0,1 0 1 0 0,0 0-1 0 0,-1 0 0 0 0,1 0 0 0 0,0 0 0 0 0,-1 0 0 0 0,1 0 0 0 0,-1 0 0 0 0,1 0 0 0 0,0 1 0 0 0,-1-1 1 0 0,1 0-1 0 0,0 0 0 0 0,-1 0 0 0 0,1 1 0 0 0,0-1 0 0 0,0 0 0 0 0,-1 0 0 0 0,1 0 0 0 0,0 1 1 0 0,0-1-1 0 0,-1 0 0 0 0,1 1 0 0 0,0-1 0 0 0,0 0 0 0 0,0 1 0 0 0,0-1 0 0 0,-1 0 0 0 0,1 1 0 0 0,0-1 1 0 0,-3 9 46 0 0,0-1 0 0 0,1 0 0 0 0,0 1 0 0 0,0-1 0 0 0,1 1 0 0 0,0 17 0 0 0,4 55 280 0 0,-2-74-311 0 0,38 307 72 0 0,-38-307-89 0 0,10 51 0 0 0,-9-52 0 0 0,0 1 0 0 0,1-1 0 0 0,-1 1 0 0 0,1-1 0 0 0,0 0 0 0 0,6 8 0 0 0,-9-13-1 0 0,1 0 0 0 0,0 0 0 0 0,-1 0 0 0 0,1 0-1 0 0,0 0 1 0 0,0 0 0 0 0,0-1 0 0 0,0 1 0 0 0,0 0-1 0 0,0-1 1 0 0,0 1 0 0 0,0 0 0 0 0,0-1 0 0 0,0 1 0 0 0,0-1-1 0 0,0 1 1 0 0,2-1 0 0 0,-2 0-1 0 0,-1 0-1 0 0,1 0 1 0 0,0 0-1 0 0,0 0 1 0 0,0 0-1 0 0,0 0 1 0 0,0-1-1 0 0,-1 1 1 0 0,1 0-1 0 0,0-1 1 0 0,0 1-1 0 0,-1 0 1 0 0,1-1 0 0 0,0 1-1 0 0,0-1 1 0 0,-1 1-1 0 0,1-1 1 0 0,0-1-1 0 0,2 0-3 0 0,-1-1 0 0 0,0 0 0 0 0,-1 0 0 0 0,1 0-1 0 0,0 0 1 0 0,-1 0 0 0 0,1 0 0 0 0,-1-1 0 0 0,0 1-1 0 0,0-5 1 0 0,1-7 6 0 0,0 0 0 0 0,-2-1 0 0 0,0 1 0 0 0,0 0 0 0 0,-4-18 0 0 0,-19-76 0 0 0,14 71 0 0 0,-73-246 0 0 0,71 258 0 0 0,10 28 1 0 0,0-1 0 0 0,1 0 0 0 0,-1 1 0 0 0,0-1 0 0 0,1 0 0 0 0,-1 1-1 0 0,1-1 1 0 0,0 1 0 0 0,-1-1 0 0 0,1 1 0 0 0,0 1 0 0 0,-1 34 12 0 0,7 68 1 0 0,16 38 7 0 0,-8-56-16 0 0,-12-73-9 0 0,11 55-115 0 0,-12-62 99 0 0,2 0-1 0 0,-1 0 0 0 0,1 0 1 0 0,0-1-1 0 0,0 1 1 0 0,1-1-1 0 0,6 9 0 0 0,-9-14-131 0 0,7-7-1324 0 0,27-17 1314 0 0,-33 22 149 0 0,-1-1 0 0 0,0 1 1 0 0,0 0-1 0 0,1-1 1 0 0,-1 1-1 0 0,0-1 1 0 0,0 1-1 0 0,-1-1 0 0 0,1 0 1 0 0,0 1-1 0 0,-1-1 1 0 0,1 0-1 0 0,-1 1 1 0 0,1-1-1 0 0,-1 0 1 0 0,0 0-1 0 0,1 0 0 0 0,-1 1 1 0 0,0-1-1 0 0,0 0 1 0 0,-1 0-1 0 0,1-2 1 0 0,-1-2-5 0 0,1-11 17 0 0,-1 1 0 0 0,-2 0 0 0 0,-6-28 0 0 0,-19-46 0 0 0,11 39 0 0 0,-50-172-72 0 0,66 222 72 0 0,-5-14 0 0 0,3 12 0 0 0,0 10 0 0 0,1 17 62 0 0,2 1-1 0 0,0-1 1 0 0,1 0 0 0 0,5 29-1 0 0,9 47 35 0 0,7 65-68 0 0,-20-111-28 0 0,-2-30 0 0 0,2-1 0 0 0,0 1 0 0 0,1-1 0 0 0,8 27 0 0 0,-11-48 1 0 0,1 0 0 0 0,0 0 0 0 0,0 0 0 0 0,0 0-1 0 0,0 0 1 0 0,0 0 0 0 0,0 0 0 0 0,0 0 0 0 0,1 0-1 0 0,-1-1 1 0 0,1 1 0 0 0,-1-1 0 0 0,1 1 0 0 0,3 2-1 0 0,-5-4-1 0 0,1 0-1 0 0,-1 1 0 0 0,1-1 0 0 0,0 0 0 0 0,-1 0 0 0 0,1 0 0 0 0,0 0 0 0 0,-1 0 0 0 0,1 1 0 0 0,0-1 1 0 0,-1 0-1 0 0,1 0 0 0 0,0-1 0 0 0,-1 1 0 0 0,1 0 0 0 0,-1 0 0 0 0,1 0 0 0 0,0 0 0 0 0,1-1 0 0 0,-1 0-12 0 0,0 0 0 0 0,0 1 0 0 0,0-1 0 0 0,1 0 0 0 0,-1 0 0 0 0,0 0 0 0 0,0-1-1 0 0,0 1 1 0 0,-1 0 0 0 0,1 0 0 0 0,0 0 0 0 0,1-2 0 0 0,0-4-21 0 0,1 1-1 0 0,-1-1 1 0 0,0 1 0 0 0,0-1-1 0 0,-1 0 1 0 0,0 1 0 0 0,0-1-1 0 0,-1 0 1 0 0,0 0 0 0 0,0-9-1 0 0,-2-3 69 0 0,-1 0 0 0 0,-7-27-1 0 0,-68-187 31 0 0,22 77-66 0 0,50 137 3 0 0,-7-19 0 0 0,13 61 15 0 0,27 151 123 0 0,3 39 21 0 0,-28-188-172 0 0,5 38-95 0 0,-6-56 91 0 0,1-1 1 0 0,-1 1-1 0 0,1 0 0 0 0,1-1 0 0 0,-1 1 0 0 0,7 10 1 0 0,-9-16-4 0 0,1-1 1 0 0,-1 1-1 0 0,1 0 1 0 0,-1 0-1 0 0,1-1 1 0 0,0 1-1 0 0,-1 0 1 0 0,1 0-1 0 0,0-1 0 0 0,-1 1 1 0 0,1-1-1 0 0,0 1 1 0 0,0-1-1 0 0,-1 1 1 0 0,1-1-1 0 0,0 1 1 0 0,0-1-1 0 0,0 0 1 0 0,0 1-1 0 0,0-1 1 0 0,0 0-1 0 0,-1 0 1 0 0,1 0-1 0 0,0 0 1 0 0,0 0-1 0 0,0 0 1 0 0,0 0-1 0 0,0 0 1 0 0,0 0-1 0 0,0 0 1 0 0,0 0-1 0 0,0-1 1 0 0,0 1-1 0 0,-1 0 1 0 0,1 0-1 0 0,0-1 1 0 0,0 1-1 0 0,0-1 1 0 0,0 1-1 0 0,-1-1 1 0 0,1 1-1 0 0,0-1 1 0 0,-1 0-1 0 0,1 1 1 0 0,0-1-1 0 0,-1 0 0 0 0,2 0 1 0 0,1-3-81 0 0,0 0 1 0 0,0 0-1 0 0,0 0 1 0 0,0 0-1 0 0,-1-1 0 0 0,1 1 1 0 0,2-9-1 0 0,-1-1 95 0 0,-1 0 0 0 0,-1-1 0 0 0,0 1 0 0 0,-1 0 0 0 0,0-1 0 0 0,-1 1 0 0 0,-1 0 0 0 0,0-1 0 0 0,-1 1 0 0 0,-4-16 0 0 0,-7-17 12 0 0,-30-75 0 0 0,13 44-2 0 0,13 24-5 0 0,-10-26 0 0 0,27 80 3 0 0,0 0-1 0 0,0 0 1 0 0,0 0-1 0 0,0 0 1 0 0,0 0-1 0 0,0 0 1 0 0,0 0-1 0 0,0 0 1 0 0,-1 0-1 0 0,1 0 0 0 0,0 0 1 0 0,0 0-1 0 0,0 0 1 0 0,0 0-1 0 0,0 0 1 0 0,0 0-1 0 0,0 0 1 0 0,0 0-1 0 0,0 0 1 0 0,0 0-1 0 0,0 0 1 0 0,0 0-1 0 0,0 0 1 0 0,0 0-1 0 0,0 0 1 0 0,0 0-1 0 0,0 0 0 0 0,0 0 1 0 0,0 0-1 0 0,-1 0 1 0 0,1 0-1 0 0,0 0 1 0 0,0 0-1 0 0,1 13 192 0 0,3 17 176 0 0,18 94-131 0 0,-6-38 13 0 0,6 91 1 0 0,-21-139-253 0 0,-1-21 0 0 0,0 0 0 0 0,2-1 0 0 0,0 1 0 0 0,0 0 0 0 0,8 22 0 0 0,-10-39-2 0 0,0 1-1 0 0,0 0 0 0 0,0-1 1 0 0,0 1-1 0 0,1 0 0 0 0,-1-1 1 0 0,0 1-1 0 0,1-1 0 0 0,-1 1 1 0 0,0 0-1 0 0,1-1 0 0 0,-1 1 1 0 0,1-1-1 0 0,-1 1 0 0 0,0-1 0 0 0,1 1 1 0 0,0-1-1 0 0,-1 1 0 0 0,1-1 1 0 0,0 1-1 0 0,0-1-2 0 0,-1 0 0 0 0,0-1-1 0 0,1 1 1 0 0,-1 0 0 0 0,1 0 0 0 0,-1 0 0 0 0,0-1-1 0 0,1 1 1 0 0,-1 0 0 0 0,0 0 0 0 0,1-1 0 0 0,-1 1-1 0 0,0 0 1 0 0,0-1 0 0 0,1 1 0 0 0,-1 0-1 0 0,0-1 1 0 0,0 1 0 0 0,0-1 0 0 0,1 1 0 0 0,-1 0-1 0 0,0-1 1 0 0,0 0 0 0 0,2-3-35 0 0,-1 0 1 0 0,0-1 0 0 0,0 1-1 0 0,0-9 1 0 0,-2-9 32 0 0,0 1 1 0 0,-2-1 0 0 0,-9-34 0 0 0,-24-62-16 0 0,6 24 15 0 0,13 17 7 0 0,-4-11 0 0 0,21 88 1 0 0,0-1-1 0 0,0 0 0 0 0,0 1 0 0 0,0-1 1 0 0,0 1-1 0 0,-1-1 0 0 0,1 1 1 0 0,0-1-1 0 0,0 1 0 0 0,0-1 1 0 0,-1 1-1 0 0,1-1 0 0 0,0 1 0 0 0,-1-1 1 0 0,1 1-1 0 0,0-1 0 0 0,-1 1 1 0 0,1-1-1 0 0,-1 1 0 0 0,1 0 0 0 0,-1-1 1 0 0,-2 11 17 0 0,3 22 49 0 0,19 185 170 0 0,0-20-254 0 0,-18-178 17 0 0,-1-2 0 0 0,4 22 0 0 0,-3-35 0 0 0,-1 0 0 0 0,1 0 0 0 0,0 1 0 0 0,1-1 0 0 0,-1 0 0 0 0,1 0 0 0 0,0-1 0 0 0,0 1 0 0 0,0 0 0 0 0,4 4 0 0 0,-6-7-6 0 0,1 0 0 0 0,-1-1-1 0 0,1 1 1 0 0,-1-1-1 0 0,1 1 1 0 0,-1-1 0 0 0,1 1-1 0 0,-1-1 1 0 0,1 1 0 0 0,0-1-1 0 0,-1 0 1 0 0,1 1-1 0 0,0-1 1 0 0,-1 0 0 0 0,1 0-1 0 0,0 1 1 0 0,-1-1 0 0 0,1 0-1 0 0,0 0 1 0 0,0 0 0 0 0,-1 0-1 0 0,1 0 1 0 0,0 0-1 0 0,-1 0 1 0 0,1 0 0 0 0,1 0-1 0 0,-1-1-17 0 0,0 1 1 0 0,0-1-1 0 0,1 0 0 0 0,-1 0 0 0 0,0 1 0 0 0,0-1 0 0 0,0 0 0 0 0,0 0 0 0 0,0 0 1 0 0,-1 0-1 0 0,1 0 0 0 0,0 0 0 0 0,1-2 0 0 0,1-3-66 0 0,0 0-1 0 0,-1 0 1 0 0,1 0-1 0 0,1-11 1 0 0,-1 2 73 0 0,-1 0 1 0 0,-1 0 0 0 0,0 0 0 0 0,-1 0 0 0 0,-1 0 0 0 0,-4-24 0 0 0,-25-91-48 0 0,26 114 63 0 0,-82-282 1 0 0,85 294 5 0 0,-1 4 9 0 0,1 9 29 0 0,0 20 59 0 0,1-26-91 0 0,11 146 125 0 0,-3-53-124 0 0,-5-16 44 0 0,-2-31-58 0 0,9 59 1 0 0,-9-98 0 0 0,-1-7 1 0 0,1 0-1 0 0,-1 1 0 0 0,1-1 1 0 0,0 0-1 0 0,0 0 0 0 0,0 1 1 0 0,0-1-1 0 0,1 0 0 0 0,-1 0 0 0 0,1 0 1 0 0,0-1-1 0 0,-1 1 0 0 0,4 3 1 0 0,-4-5-59 0 0,9-6-104 0 0,31-22 91 0 0,-39 25 65 0 0,0 1 0 0 0,-1-1 0 0 0,1 0 0 0 0,0-1-1 0 0,-1 1 1 0 0,1 0 0 0 0,-1 0 0 0 0,0-1 0 0 0,0 1 0 0 0,0-1-1 0 0,0 1 1 0 0,0-1 0 0 0,0 1 0 0 0,-1-1 0 0 0,1 1 0 0 0,-1-1-1 0 0,0 0 1 0 0,0-4 0 0 0,1-2-1 0 0,0-9 12 0 0,0 0-1 0 0,-1-1 0 0 0,-1 1 0 0 0,-1 0 1 0 0,-6-26-1 0 0,-30-89 30 0 0,10 42-22 0 0,-4-44-11 0 0,35 196 0 0 0,15 136 112 0 0,2 32-96 0 0,-19-219-10 0 0,0 7 19 0 0,3 24 0 0 0,-3-37-24 0 0,0 0 0 0 0,0 1-1 0 0,0-1 1 0 0,1 0 0 0 0,-1-1-1 0 0,1 1 1 0 0,0 0 0 0 0,0 0-1 0 0,0-1 1 0 0,0 1 0 0 0,4 3-1 0 0,-5-6 0 0 0,-1-1 0 0 0,0 1 0 0 0,1-1 0 0 0,-1 0 0 0 0,1 1-1 0 0,-1-1 1 0 0,1 0 0 0 0,-1 1 0 0 0,0-1 0 0 0,1 0 0 0 0,-1 0-1 0 0,1 0 1 0 0,-1 1 0 0 0,1-1 0 0 0,-1 0 0 0 0,1 0 0 0 0,-1 0-1 0 0,1 0 1 0 0,-1 0 0 0 0,1 0 0 0 0,0 0 0 0 0,-1 0 0 0 0,1 0 0 0 0,-1 0-1 0 0,1 0 1 0 0,-1 0 0 0 0,1 0 0 0 0,0-1 0 0 0,0 1-7 0 0,0-1 1 0 0,0 0-1 0 0,0 0 1 0 0,0 1-1 0 0,0-1 1 0 0,0 0 0 0 0,-1 0-1 0 0,1 0 1 0 0,0 0-1 0 0,0 0 1 0 0,0-2-1 0 0,2-2-15 0 0,-1 0 0 0 0,0 0 0 0 0,0 0 0 0 0,2-8 0 0 0,-2-2 18 0 0,0-1 0 0 0,-1 0 0 0 0,0 0 0 0 0,-1 0 1 0 0,-5-28-1 0 0,-20-80 65 0 0,16 89-83 0 0,-64-254 22 0 0,71 279 0 0 0,1 6 0 0 0,1 0 0 0 0,-1 0 0 0 0,0 1 0 0 0,-1-1 0 0 0,1 0 0 0 0,-1 1 0 0 0,-3-8 0 0 0,5 11 2 0 0,-1 0 0 0 0,1 0 0 0 0,0 0 1 0 0,0 0-1 0 0,0 0 0 0 0,0 0 0 0 0,-1 0 0 0 0,1 1 0 0 0,0-1 0 0 0,0 0 0 0 0,0 0 0 0 0,0 0 0 0 0,-1 0 0 0 0,1 0 0 0 0,0 0 0 0 0,0 0 0 0 0,0 0 0 0 0,0 0 0 0 0,-1 0 0 0 0,1 1 0 0 0,0-1 0 0 0,0 0 0 0 0,0 0 1 0 0,0 0-1 0 0,0 0 0 0 0,0 1 0 0 0,0-1 0 0 0,0 0 0 0 0,-1 0 0 0 0,1 0 0 0 0,0 0 0 0 0,0 1 0 0 0,0-1 0 0 0,0 0 0 0 0,0 0 0 0 0,0 0 0 0 0,0 0 0 0 0,0 1 0 0 0,0-1 0 0 0,0 0 0 0 0,0 0 0 0 0,0 0 1 0 0,0 0-1 0 0,0 1 0 0 0,1-1 0 0 0,-4 12 102 0 0,0 40 48 0 0,3 0 0 0 0,10 99 0 0 0,0-36-31 0 0,-8-60-121 0 0,-2-31 0 0 0,0 0 0 0 0,2 0 0 0 0,1 0 0 0 0,10 41 0 0 0,-11-60 1 0 0,-2-4-2 0 0,1 1 0 0 0,0-1 0 0 0,-1 1 1 0 0,1-1-1 0 0,0 0 0 0 0,0 1 0 0 0,0-1 0 0 0,0 1 0 0 0,0-1 0 0 0,0 0 0 0 0,0 0 0 0 0,0 0 0 0 0,0 0 0 0 0,1 0 0 0 0,-1 0 1 0 0,2 1-1 0 0,-1-1-69 0 0,7-7-86 0 0,28-22 68 0 0,-36 26 79 0 0,1 0 0 0 0,0 0 0 0 0,0 0 0 0 0,-1 0 0 0 0,1 0 0 0 0,-1 0 0 0 0,1 0 0 0 0,-1 0-1 0 0,0-1 1 0 0,0 1 0 0 0,0-1 0 0 0,0 1 0 0 0,-1 0 0 0 0,1-1 0 0 0,-1 1 0 0 0,1-1 0 0 0,-1-4 0 0 0,1-3-4 0 0,1-3 17 0 0,-1-1-1 0 0,0 0 1 0 0,-1-1-1 0 0,-1 1 1 0 0,0 0-1 0 0,-4-14 1 0 0,-23-83 31 0 0,16 70-31 0 0,-75-253-68 0 0,87 294 64 0 0,0 0 0 0 0,0 0 1 0 0,0 0-1 0 0,0 0 0 0 0,0 0 0 0 0,0 0 0 0 0,0 0 0 0 0,0-1 0 0 0,0 1 0 0 0,0 0 0 0 0,0 0 0 0 0,0 0 0 0 0,0 0 0 0 0,0 0 0 0 0,0 0 0 0 0,0 0 1 0 0,0 0-1 0 0,0-1 0 0 0,0 1 0 0 0,0 0 0 0 0,0 0 0 0 0,0 0 0 0 0,0 0 0 0 0,0 0 0 0 0,0 0 0 0 0,0 0 0 0 0,0 0 0 0 0,0 0 0 0 0,0 0 0 0 0,-1 0 1 0 0,1 0-1 0 0,0-1 0 0 0,0 1 0 0 0,0 0 0 0 0,0 0 0 0 0,0 0 0 0 0,0 0 0 0 0,0 0 0 0 0,0 0 0 0 0,0 0 0 0 0,-1 0 0 0 0,1 0 0 0 0,0 0 1 0 0,0 0-1 0 0,0 0 0 0 0,0 0 0 0 0,0 0 0 0 0,0 0 0 0 0,0 0 0 0 0,0 0 0 0 0,0 0 0 0 0,-1 0 0 0 0,1 0 0 0 0,0 0 0 0 0,-2 7 12 0 0,1 13 36 0 0,25 341 199 0 0,-13-248-174 0 0,-10-96-73 0 0,6 44 0 0 0,-5-54 0 0 0,-1 0 0 0 0,1 0 0 0 0,0-1 0 0 0,1 1 0 0 0,-1-1 0 0 0,6 9 0 0 0,-8-14 0 0 0,1 0 0 0 0,0 0 0 0 0,0 1 0 0 0,-1-1 0 0 0,1-1 0 0 0,0 1 0 0 0,0 0 0 0 0,0 0 0 0 0,0 0 0 0 0,0 0 0 0 0,1-1 0 0 0,0 2 0 0 0,-1-2 0 0 0,-1 0 0 0 0,0 0 0 0 0,1 0 0 0 0,-1 0 0 0 0,1 0 0 0 0,-1 0 0 0 0,1 0 0 0 0,-1 0 0 0 0,1 0 0 0 0,-1 0 0 0 0,1 0 0 0 0,-1 0 0 0 0,0-1 0 0 0,1 1 0 0 0,-1 0 0 0 0,1 0 0 0 0,-1 0 0 0 0,0 0 0 0 0,1-1 0 0 0,-1 1 0 0 0,1 0 0 0 0,-1-1 0 0 0,0 1 0 0 0,1 0 0 0 0,-1-1 0 0 0,0 1 0 0 0,0 0 0 0 0,1-1 0 0 0,28-29 0 0 0,-27 26 7 0 0,0 1-1 0 0,0-1 0 0 0,0 0 0 0 0,0 0 1 0 0,-1 0-1 0 0,1 0 0 0 0,-1 0 0 0 0,0 0 1 0 0,0-1-1 0 0,-1 1 0 0 0,1 0 0 0 0,-1-1 1 0 0,0 1-1 0 0,0 0 0 0 0,-1 0 0 0 0,0-6 1 0 0,0-1 41 0 0,-2-25 52 0 0,-3 1 1 0 0,-1-1-1 0 0,-14-41 1 0 0,20 73-103 0 0,-72-214 55 0 0,71 214-53 0 0,0 0 0 0 0,0 0 0 0 0,0-1 0 0 0,0 2 0 0 0,-1-1 0 0 0,0 0 0 0 0,1 0 0 0 0,-5-3 0 0 0,7 7 0 0 0,0 0 0 0 0,-1 0 0 0 0,1 0 0 0 0,0 0 0 0 0,-1 0 0 0 0,1 0 0 0 0,0 0 0 0 0,-1 0 0 0 0,1 0 0 0 0,0 0 0 0 0,-1 0 0 0 0,1 0 0 0 0,0 0 0 0 0,-1 0 0 0 0,1 0 0 0 0,0 0 0 0 0,-1 0 0 0 0,1 0 0 0 0,0 0 0 0 0,0 0 0 0 0,-1 1 0 0 0,1-1 0 0 0,0 0 0 0 0,-1 0 0 0 0,1 0 0 0 0,0 1 0 0 0,0-1 0 0 0,-1 0 0 0 0,1 0 0 0 0,0 1 0 0 0,0-1 0 0 0,0 0 0 0 0,0 0 0 0 0,-1 1 0 0 0,1-1 0 0 0,0 0 0 0 0,0 1 0 0 0,0-1 0 0 0,0 0 0 0 0,0 1 0 0 0,0-1 0 0 0,0 0 0 0 0,0 1 0 0 0,-1-1 0 0 0,1 1 0 0 0,-4 16 0 0 0,2 1-7 0 0,1-1-1 0 0,0 1 0 0 0,4 32 0 0 0,13 55-43 0 0,-5-41 37 0 0,11 131 14 0 0,-21-188 0 0 0,-1-2 0 0 0,1 1 0 0 0,-1-1 0 0 0,1 0 0 0 0,1 0 0 0 0,-1 1 0 0 0,1-1 0 0 0,0 0 0 0 0,0 0 0 0 0,0-1 0 0 0,7 10 0 0 0,-9-13-1 0 0,1-1-1 0 0,-1 1 1 0 0,1-1-1 0 0,0 1 1 0 0,-1-1-1 0 0,1 1 1 0 0,0-1-1 0 0,0 0 1 0 0,-1 1-1 0 0,1-1 1 0 0,0 0-1 0 0,0 1 0 0 0,0-1 1 0 0,-1 0-1 0 0,1 0 1 0 0,0 0-1 0 0,0 0 1 0 0,0 0-1 0 0,0 0 1 0 0,0 0-1 0 0,-1 0 1 0 0,1 0-1 0 0,0 0 1 0 0,0 0-1 0 0,0 0 1 0 0,0-1-1 0 0,-1 1 1 0 0,1 0-1 0 0,0-1 1 0 0,0 1-1 0 0,-1 0 0 0 0,1-1 1 0 0,0 1-1 0 0,-1-1 1 0 0,1 0-1 0 0,0 1 1 0 0,-1-1-1 0 0,1 1 1 0 0,-1-1-1 0 0,1 0 1 0 0,-1 1-1 0 0,1-2 1 0 0,2-1-48 0 0,-1 0 0 0 0,0-1 0 0 0,0 1 0 0 0,0-1 1 0 0,0 0-1 0 0,-1 1 0 0 0,2-7 0 0 0,0-3 6 0 0,-1 0 0 0 0,-1 0-1 0 0,0 0 1 0 0,-1 0-1 0 0,-1 0 1 0 0,-2-17 0 0 0,-19-78 107 0 0,14 75-73 0 0,-58-289-55 0 0,65 318 64 0 0,-2-10 0 0 0,1 13 0 0 0,2 9 0 0 0,21 252 114 0 0,-1-59-84 0 0,-19-182-30 0 0,-1-8 0 0 0,0-1 0 0 0,1 0 0 0 0,0 1 0 0 0,1-1 0 0 0,0 0 0 0 0,0 1 0 0 0,6 12 0 0 0,-8-23 0 0 0,0 1 0 0 0,0-1 0 0 0,0 1 0 0 0,0-1 0 0 0,1 1 0 0 0,-1-1 0 0 0,0 1 0 0 0,0-1 0 0 0,1 1 0 0 0,-1-1 0 0 0,0 1 0 0 0,1-1 0 0 0,-1 1 0 0 0,1-1 0 0 0,-1 1 0 0 0,0-1 0 0 0,1 0 0 0 0,-1 1 0 0 0,1-1 0 0 0,-1 0 0 0 0,1 0 0 0 0,-1 1 0 0 0,1-1 0 0 0,-1 0 0 0 0,1 0 0 0 0,-1 0 0 0 0,1 1 0 0 0,0-1 0 0 0,-1 0 0 0 0,1 0 0 0 0,-1 0 0 0 0,1 0 0 0 0,-1 0 0 0 0,1 0 0 0 0,0 0 0 0 0,-1 0 0 0 0,1 0 0 0 0,-1-1 0 0 0,1 1 0 0 0,-1 0 0 0 0,1 0 0 0 0,-1 0 0 0 0,1-1 0 0 0,-1 1 0 0 0,1 0 0 0 0,-1-1 0 0 0,1 1 0 0 0,-1 0 0 0 0,1-1 0 0 0,-1 1 0 0 0,1 0 0 0 0,-1-1 0 0 0,0 1 0 0 0,1-1 0 0 0,-1 1 0 0 0,0-1 0 0 0,3-2 0 0 0,-1 0 0 0 0,-1 0 0 0 0,1 0 0 0 0,0 0 0 0 0,-1 0 0 0 0,1-1 0 0 0,-1 1 0 0 0,1-4 0 0 0,-1-6 17 0 0,1 1-1 0 0,-2-1 1 0 0,0 0 0 0 0,0 0-1 0 0,-5-24 1 0 0,-20-66 128 0 0,15 65-126 0 0,-57-236-19 0 0,64 268 0 0 0,0 9 0 0 0,0 11 0 0 0,2 54 75 0 0,15 122-1 0 0,0-38-7 0 0,-13-127-67 0 0,-2-17 0 0 0,1 1 0 0 0,0-1 0 0 0,1 1 0 0 0,0-1 0 0 0,0 0 0 0 0,1 1 0 0 0,0-1 0 0 0,6 15 0 0 0,-8-22 0 0 0,1-1 0 0 0,-1 0 1 0 0,0 1-1 0 0,0-1 0 0 0,0 1 0 0 0,1-1 0 0 0,-1 0 0 0 0,0 1 0 0 0,0-1 0 0 0,1 0 0 0 0,-1 1 0 0 0,0-1 0 0 0,1 0 0 0 0,-1 1 1 0 0,0-1-1 0 0,1 0 0 0 0,-1 0 0 0 0,0 0 0 0 0,1 1 0 0 0,-1-1 0 0 0,1 0 0 0 0,-1 0 0 0 0,0 0 0 0 0,1 0 0 0 0,-1 0 1 0 0,1 0-1 0 0,-1 0 0 0 0,1 0 0 0 0,-1 0 0 0 0,1 0 0 0 0,0 0-1 0 0,0 0 1 0 0,-1-1 0 0 0,1 1-1 0 0,0-1 1 0 0,0 1-1 0 0,-1-1 1 0 0,1 0-1 0 0,-1 1 1 0 0,1-1-1 0 0,0 0 1 0 0,-1 1-1 0 0,1-1 1 0 0,0-1-1 0 0,11-27-72 0 0,-10 19 66 0 0,0 0 0 0 0,-1 0 0 0 0,0 0 0 0 0,-1-1 0 0 0,0-13 0 0 0,-9-53-17 0 0,8 70 23 0 0,-64-324-52 0 0,65 331 53 0 0,0 0-1 0 0,0-1 1 0 0,0 1-1 0 0,0-1 1 0 0,0 1-1 0 0,0 0 1 0 0,0-1-1 0 0,0 1 1 0 0,0-1 0 0 0,-1 1-1 0 0,1 0 1 0 0,0-1-1 0 0,0 1 1 0 0,0 0-1 0 0,0-1 1 0 0,-1 1-1 0 0,1 0 1 0 0,0-1 0 0 0,0 1-1 0 0,-1 0 1 0 0,1-1-1 0 0,0 1 1 0 0,0 0-1 0 0,-1-1 1 0 0,1 1-1 0 0,-1 0 1 0 0,-2 10 3 0 0,0 20 62 0 0,4 27-30 0 0,3 0-1 0 0,13 71 1 0 0,2 21 2 0 0,-19-145-37 0 0,5 29 0 0 0,-5-32 0 0 0,1 0 0 0 0,-1 0 0 0 0,0 0 0 0 0,1 1 0 0 0,-1-1 0 0 0,0 0 0 0 0,1 0 0 0 0,0 0 0 0 0,-1 0 0 0 0,1 0 0 0 0,-1 0 0 0 0,1 0 0 0 0,0 0 0 0 0,0 0 0 0 0,0 0 0 0 0,0-1 0 0 0,0 1 0 0 0,-1 0 0 0 0,1 0 0 0 0,1-1 0 0 0,-1 1 0 0 0,0-1 0 0 0,1 1 0 0 0,-1-1 0 0 0,-1 0-1 0 0,1 0 1 0 0,0 0-1 0 0,-1 0 1 0 0,1-1-1 0 0,0 1 1 0 0,-1 0-1 0 0,1 0 1 0 0,-1-1-1 0 0,1 1 1 0 0,0-1-1 0 0,-1 1 1 0 0,1 0-1 0 0,-1-1 1 0 0,1 1-1 0 0,-1-1 1 0 0,1 1-1 0 0,-1-1 1 0 0,1 1 0 0 0,-1-1-1 0 0,0 0 1 0 0,1 1-1 0 0,-1-1 1 0 0,0 1-1 0 0,0-1 1 0 0,1 0-1 0 0,-1 1 1 0 0,0-1-1 0 0,0 0 1 0 0,0-1-1 0 0,5-23-90 0 0,-4 24 84 0 0,0-14 1 0 0,0-1 0 0 0,-1 1 0 0 0,-4-27 0 0 0,-11-46 7 0 0,12 74-1 0 0,-55-233 0 0 0,58 247 1 0 0,0-1-1 0 0,0 1 1 0 0,0-1 0 0 0,-1 1-1 0 0,1-1 1 0 0,0 1-1 0 0,0-1 1 0 0,0 1-1 0 0,0-1 1 0 0,-1 1 0 0 0,1-1-1 0 0,0 1 1 0 0,-1-1-1 0 0,1 1 1 0 0,0-1-1 0 0,-1 1 1 0 0,1-1-1 0 0,0 1 1 0 0,-1 0 0 0 0,1-1-1 0 0,-1 1 1 0 0,0-1-1 0 0,0 1 2 0 0,1 1-1 0 0,0-1 1 0 0,-1 0-1 0 0,1 1 1 0 0,0-1 0 0 0,-1 0-1 0 0,1 1 1 0 0,0-1-1 0 0,-1 0 1 0 0,1 1-1 0 0,0-1 1 0 0,0 1-1 0 0,-1-1 1 0 0,1 1 0 0 0,0-1-1 0 0,0 0 1 0 0,0 1-1 0 0,0-1 1 0 0,-1 2-1 0 0,-4 27 67 0 0,2 10-10 0 0,3 1-1 0 0,1-1 1 0 0,7 44 0 0 0,1 20 15 0 0,-8-47-73 0 0,-1-27 0 0 0,1 0 0 0 0,8 42 0 0 0,-9-70-1 0 0,0 0 0 0 0,0 1 0 0 0,0-1 0 0 0,0 0-1 0 0,0 0 1 0 0,1 0 0 0 0,-1 0 0 0 0,1 0 0 0 0,-1 0 0 0 0,1 0 0 0 0,-1 0-1 0 0,1 0 1 0 0,-1 0 0 0 0,1 0 0 0 0,0 0 0 0 0,0 0 0 0 0,-1 0-1 0 0,1 0 1 0 0,0-1 0 0 0,0 1 0 0 0,0 0 0 0 0,0-1 0 0 0,0 1-1 0 0,0-1 1 0 0,0 1 0 0 0,0-1 0 0 0,0 1 0 0 0,0-1 0 0 0,0 0-1 0 0,2 1 1 0 0,-1-1 0 0 0,-1-1 0 0 0,0 1-1 0 0,1 0 1 0 0,-1-1-1 0 0,0 0 1 0 0,0 1 0 0 0,0-1-1 0 0,1 0 1 0 0,-1 1-1 0 0,0-1 1 0 0,0 0 0 0 0,0 0-1 0 0,0 0 1 0 0,0 0 0 0 0,0 0-1 0 0,-1 0 1 0 0,1 0-1 0 0,0-1 1 0 0,0 1 0 0 0,-1 0-1 0 0,1 0 1 0 0,-1 0-1 0 0,1-1 1 0 0,-1 1 0 0 0,1-3-1 0 0,2-7 3 0 0,-1 0-1 0 0,0 0 1 0 0,-1-1-1 0 0,0 1 1 0 0,-1-1-1 0 0,-1-17 1 0 0,-15-72 3 0 0,12 77-4 0 0,-2-6 0 0 0,-49-245 0 0 0,54 272 0 0 0,0 0-1 0 0,1 0 1 0 0,-1 1 0 0 0,0-1-1 0 0,0 1 1 0 0,-3-5-1 0 0,4 7 1 0 0,0 0 0 0 0,0 0 0 0 0,0 0 1 0 0,0 0-1 0 0,0 0 0 0 0,0 0 0 0 0,0 0 0 0 0,0-1 0 0 0,-1 1 0 0 0,1 0 0 0 0,0 0 0 0 0,0 0 0 0 0,0 0 0 0 0,0 0 0 0 0,0 0 0 0 0,0 0 0 0 0,0 0 0 0 0,0 0 0 0 0,-1 0 1 0 0,1 0-1 0 0,0 0 0 0 0,0 0 0 0 0,0 0 0 0 0,0 0 0 0 0,0 0 0 0 0,0 0 0 0 0,-1 0 0 0 0,1 0 0 0 0,0 0 0 0 0,0 0 0 0 0,0 0 0 0 0,0 0 0 0 0,0 0 0 0 0,0 0 1 0 0,0 0-1 0 0,-1 0 0 0 0,1 0 0 0 0,0 0 0 0 0,0 0 0 0 0,0 0 0 0 0,0 0 0 0 0,0 1 0 0 0,0-1 0 0 0,0 0 0 0 0,0 0 0 0 0,-1 0 0 0 0,-3 13 12 0 0,-1 34 54 0 0,1 0 1 0 0,7 92-1 0 0,-1-5 6 0 0,-2-129-70 0 0,0 118 49 0 0,0-121-51 0 0,1 1 0 0 0,-1 0 0 0 0,1-1 0 0 0,0 1 0 0 0,-1 0 0 0 0,1-1 0 0 0,3 5 0 0 0,-4-7 0 0 0,0 1 0 0 0,0-1 0 0 0,0 0 0 0 0,0 0 0 0 0,1 1 0 0 0,-1-1 0 0 0,0 0 0 0 0,0 1 0 0 0,1-1 0 0 0,-1 0 0 0 0,0 0 0 0 0,1 1 0 0 0,-1-1 0 0 0,0 0 0 0 0,1 0 0 0 0,-1 0 0 0 0,0 0 0 0 0,1 1 0 0 0,-1-1 0 0 0,0 0 0 0 0,1 0 0 0 0,-1 0 0 0 0,0 0 0 0 0,1 0 0 0 0,0 0 0 0 0,-1-1 0 0 0,1 1 0 0 0,0 0 0 0 0,-1-1 0 0 0,1 1 0 0 0,-1 0 0 0 0,1-1 0 0 0,-1 1 0 0 0,1-1 0 0 0,-1 1 0 0 0,1-1 0 0 0,-1 1 0 0 0,1-1 0 0 0,-1 0 0 0 0,0 1 0 0 0,1-1 0 0 0,-1 1 0 0 0,0-2 0 0 0,3-5-3 0 0,0 1 0 0 0,-1-1 0 0 0,0 0 0 0 0,0 0 0 0 0,-1 0 0 0 0,0-1 0 0 0,-1 1 0 0 0,1-14 0 0 0,-10-61-37 0 0,5 55 35 0 0,-33-208 77 0 0,33 221-72 0 0,2 12 0 0 0,0 10 0 0 0,0 46 22 0 0,7 95-1 0 0,0-20 0 0 0,-5-108-21 0 0,0 3 0 0 0,0 1 0 0 0,8 44 0 0 0,-8-67-1 0 0,0-1 0 0 0,0 1 0 0 0,1-1 0 0 0,-1 0 0 0 0,1 1 0 0 0,0-1 0 0 0,-1 0 0 0 0,1 0 0 0 0,0 1 0 0 0,1 1 0 0 0,-2-3 0 0 0,1 0 0 0 0,-1 1 0 0 0,0-1 0 0 0,1 0 0 0 0,-1 0 0 0 0,0 1 0 0 0,1-1 0 0 0,-1 0 0 0 0,1 0 0 0 0,-1 0 0 0 0,0 1 0 0 0,1-1 0 0 0,-1 0 0 0 0,1 0 0 0 0,-1 0 0 0 0,1 0-1 0 0,-1 0 1 0 0,0 0 0 0 0,1 0 0 0 0,-1 0 0 0 0,1 0 0 0 0,-1 0 0 0 0,1 0 0 0 0,0-1-1 0 0,1 0 0 0 0,-1 0 0 0 0,0 1 0 0 0,1-1 0 0 0,-1 0 0 0 0,0 0 0 0 0,0 0 0 0 0,0 0 0 0 0,0-1 0 0 0,0 1 0 0 0,0 0 0 0 0,0 0 0 0 0,0-1 0 0 0,0 1 0 0 0,0 0 0 0 0,-1-1 0 0 0,1-1 0 0 0,3-7 6 0 0,-1-1 1 0 0,0 1-1 0 0,-1-1 0 0 0,0 1 0 0 0,-1-1 1 0 0,0-11-1 0 0,-3-66 30 0 0,1 80-34 0 0,0-2 0 0 0,-3-71 0 0 0,-22-110 0 0 0,25 187 1 0 0,-3-12 18 0 0,2 14 0 0 0,-1 10 6 0 0,-1 10 14 0 0,2 0 0 0 0,0 1 0 0 0,2 30-1 0 0,8 58 157 0 0,-3-58-161 0 0,-3-22-34 0 0,-1-15 0 0 0,-1 0 0 0 0,2 1 0 0 0,0-1 0 0 0,0 0 0 0 0,8 23 0 0 0,-10-34 0 0 0,1-1 0 0 0,-1 1 0 0 0,0 0 0 0 0,0-1 0 0 0,1 1 0 0 0,-1 0 0 0 0,1-1 0 0 0,-1 1 0 0 0,0-1 0 0 0,1 1 0 0 0,-1 0 0 0 0,1-1 0 0 0,0 1 0 0 0,-1-1 0 0 0,1 0 0 0 0,-1 1 0 0 0,1-1 0 0 0,0 1 0 0 0,1-1 0 0 0,-2 1 0 0 0,1-2 0 0 0,-1 1 0 0 0,1 0 0 0 0,-1 0 0 0 0,1 0 0 0 0,-1 0 0 0 0,0 0 0 0 0,1 0 0 0 0,-1 0 0 0 0,1-1 0 0 0,-1 1 0 0 0,1 0 0 0 0,-1 0 0 0 0,1-1 0 0 0,-1 1 0 0 0,0 0 0 0 0,1 0 0 0 0,-1-1 0 0 0,0 1 0 0 0,1-1 0 0 0,0 0 0 0 0,0-1 0 0 0,1 0 0 0 0,-1 0 0 0 0,0 0 0 0 0,0-1 0 0 0,0 1 0 0 0,0 0 0 0 0,0-1 0 0 0,0 1 0 0 0,0-6 0 0 0,-1-10 12 0 0,0 0 0 0 0,-1-1 0 0 0,-8-35 1 0 0,1 3 2 0 0,4 12-15 0 0,-2 1 0 0 0,-18-63 0 0 0,24 101 1 0 0,0 0 0 0 0,0-1 0 0 0,0 1 0 0 0,0 0-1 0 0,0 0 1 0 0,0-1 0 0 0,0 1 0 0 0,0 0 0 0 0,0-1 0 0 0,0 1-1 0 0,0 0 1 0 0,0 0 0 0 0,0-1 0 0 0,0 1 0 0 0,-1 0-1 0 0,1 0 1 0 0,0-1 0 0 0,0 1 0 0 0,0 0 0 0 0,-1 0 0 0 0,1 0-1 0 0,0-1 1 0 0,0 1 0 0 0,0 0 0 0 0,-1 0 0 0 0,1 0 0 0 0,0 0-1 0 0,0-1 1 0 0,-1 1 0 0 0,1 0 0 0 0,0 0 0 0 0,-1 0-1 0 0,1 0 1 0 0,0 0 0 0 0,0 0 0 0 0,-1 0 0 0 0,1 0 0 0 0,-6 10 72 0 0,-2 16 76 0 0,6-1-81 0 0,1-1 0 0 0,1 1 0 0 0,4 32 0 0 0,-1-24-42 0 0,-2-4-26 0 0,-1-17 0 0 0,0-1 0 0 0,1 1 0 0 0,0-1 0 0 0,1 1 0 0 0,0-1 0 0 0,5 13 0 0 0,-7-23-1 0 0,1-1 0 0 0,-1 1 1 0 0,0-1-1 0 0,0 1 0 0 0,0-1 0 0 0,1 1 0 0 0,-1-1 0 0 0,0 1 0 0 0,0-1 0 0 0,1 1 1 0 0,-1-1-1 0 0,0 0 0 0 0,1 1 0 0 0,-1-1 0 0 0,0 1 0 0 0,1-1 0 0 0,-1 0 0 0 0,1 0 0 0 0,-1 1 1 0 0,1-1-1 0 0,-1 0 0 0 0,1 0 0 0 0,0 1 0 0 0,-1-1-1 0 0,1 0 0 0 0,-1-1-1 0 0,1 1 1 0 0,-1 0 0 0 0,0 0 0 0 0,1 0-1 0 0,-1-1 1 0 0,0 1 0 0 0,1 0 0 0 0,-1 0 0 0 0,0-1-1 0 0,1 1 1 0 0,-1 0 0 0 0,0-1 0 0 0,1 1-1 0 0,-1-1 1 0 0,0 1 0 0 0,0 0 0 0 0,1-1-1 0 0,-1 0 1 0 0,1-2-9 0 0,1 0 0 0 0,-1-1-1 0 0,0 1 1 0 0,0-1 0 0 0,0-4-1 0 0,-1-4 22 0 0,0-1-1 0 0,-1 1 1 0 0,0 0-1 0 0,-6-19 0 0 0,-1-9 8 0 0,4 4-17 0 0,1 11 0 0 0,0 0 0 0 0,-12-41 0 0 0,15 66 0 0 0,0 0 0 0 0,0 0 0 0 0,0 0 0 0 0,0 0 0 0 0,0 0 0 0 0,0 0 0 0 0,0-1 0 0 0,0 1 0 0 0,0 0 0 0 0,0 0 0 0 0,0 0 0 0 0,0 0 0 0 0,0-1 0 0 0,0 1 0 0 0,0 0 0 0 0,0 0 0 0 0,0 0 0 0 0,0 0 0 0 0,0 0 0 0 0,0 0 0 0 0,-1-1 0 0 0,1 1 0 0 0,0 0 0 0 0,0 0 0 0 0,0 0-1 0 0,0 0 1 0 0,0 0 0 0 0,0 0 0 0 0,0 0 0 0 0,0-1 0 0 0,0 1 0 0 0,-1 0 0 0 0,1 0 0 0 0,0 0 0 0 0,0 0 0 0 0,0 0 0 0 0,0 0 0 0 0,0 0 0 0 0,-1 0 0 0 0,1 0 0 0 0,0 0 0 0 0,0 0 0 0 0,0 0 0 0 0,0 0 0 0 0,0 0 0 0 0,-1 0 0 0 0,1 0 0 0 0,0 0 0 0 0,0 0 0 0 0,0 0 0 0 0,-3 9-2 0 0,2 14 17 0 0,4 37 14 0 0,15 87 1 0 0,-13-117-29 0 0,-5-29-1 0 0,7 28 0 0 0,-7-28 0 0 0,1 0 0 0 0,-1 0 0 0 0,0 0 0 0 0,1 0 0 0 0,-1 0 0 0 0,1 0 0 0 0,-1 0 0 0 0,1-1 0 0 0,0 1 0 0 0,-1 0 0 0 0,1-1 0 0 0,1 2 0 0 0,-2-2 0 0 0,0 0 0 0 0,1 0 0 0 0,-1 0 0 0 0,0 0 0 0 0,1 0 0 0 0,-1 1 0 0 0,1-1 0 0 0,-1 0 0 0 0,0 0 0 0 0,1 0 0 0 0,-1 0 0 0 0,1 0 0 0 0,-1 0 0 0 0,0-1 0 0 0,1 1 0 0 0,-1 0 0 0 0,0 0 0 0 0,1 0 0 0 0,-1 0 0 0 0,0 0 0 0 0,1 0 0 0 0,-1-1 0 0 0,0 1 0 0 0,1 0 0 0 0,-1 0 0 0 0,0-1 0 0 0,1 1 0 0 0,-1 0 0 0 0,0 0 0 0 0,0-1 0 0 0,1 1 0 0 0,0-2-1 0 0,0 1-1 0 0,0 0 1 0 0,0-1-1 0 0,-1 1 1 0 0,1-1-1 0 0,0 1 1 0 0,-1-1-1 0 0,1 1 1 0 0,-1-1-1 0 0,0 0 1 0 0,1 1-1 0 0,-1-1 1 0 0,0 0-1 0 0,0 1 1 0 0,0-1-1 0 0,0 1 1 0 0,0-3-1 0 0,-7-30-38 0 0,5 23 35 0 0,-10-71 5 0 0,-6-20 0 0 0,18 102 1 0 0,0-1-1 0 0,0 1 0 0 0,0 0 1 0 0,0-1-1 0 0,0 1 0 0 0,0 0 1 0 0,0-1-1 0 0,0 1 1 0 0,0 0-1 0 0,0-1 0 0 0,0 1 1 0 0,0 0-1 0 0,-1-1 0 0 0,1 1 1 0 0,0 0-1 0 0,0 0 1 0 0,0-1-1 0 0,-1 1 0 0 0,1 0 1 0 0,0 0-1 0 0,0-1 0 0 0,-1 1 1 0 0,1 0-1 0 0,0 0 1 0 0,0 0-1 0 0,-1-1 0 0 0,-4 7 22 0 0,-1 15 10 0 0,4 11-12 0 0,1 0-1 0 0,6 58 0 0 0,-2-55-13 0 0,-3-31-9 0 0,1-1 0 0 0,-1 1 0 0 0,1-1 0 0 0,0 1 0 0 0,2 4 0 0 0,-3-8 2 0 0,0 1 1 0 0,0-1-1 0 0,0 0 0 0 0,1 0 1 0 0,-1 1-1 0 0,0-1 1 0 0,0 0-1 0 0,0 0 1 0 0,0 0-1 0 0,0 1 1 0 0,0-1-1 0 0,1 0 1 0 0,-1 0-1 0 0,0 0 0 0 0,0 0 1 0 0,0 1-1 0 0,1-1 1 0 0,-1 0-1 0 0,0 0 1 0 0,0 0-1 0 0,0 0 1 0 0,1 0-1 0 0,-1 0 1 0 0,0 0-1 0 0,0 0 1 0 0,1 0-1 0 0,-1 1 0 0 0,0-1 1 0 0,0 0-1 0 0,1 0 1 0 0,-1 0-1 0 0,1-1 0 0 0,-1 0 0 0 0,1 1 0 0 0,0-1 0 0 0,-1 1 0 0 0,1-1 0 0 0,-1 0 0 0 0,1 1 0 0 0,-1-1 0 0 0,1 0-1 0 0,-1 0 1 0 0,0 1 0 0 0,1-1 0 0 0,-1 0 0 0 0,0 0 0 0 0,0-1 0 0 0,2-5 0 0 0,-1-1-1 0 0,-1 0 1 0 0,1 0 0 0 0,-1 1 0 0 0,-1-1-1 0 0,0 0 1 0 0,0 0 0 0 0,-2-10-1 0 0,0 2 3 0 0,-20-179-1 0 0,17 176 32 0 0,3 16-10 0 0,-1 13-12 0 0,3 4-10 0 0,0 0 0 0 0,0 0 0 0 0,2 0 0 0 0,1 17 0 0 0,14 57 0 0 0,-4-28 0 0 0,-11-50 0 0 0,6 26 0 0 0,-7-34 0 0 0,1 0 0 0 0,0 0 0 0 0,-1 0 0 0 0,1 0 0 0 0,0 0 0 0 0,0 0 0 0 0,0-1 0 0 0,0 1 0 0 0,1 0 0 0 0,-1 0 0 0 0,0-1 0 0 0,1 1 0 0 0,2 1 0 0 0,-4-3 0 0 0,0 1 0 0 0,0-1 0 0 0,0 0 0 0 0,1 0 0 0 0,-1 0 0 0 0,0 0 0 0 0,0 0 0 0 0,0 0 0 0 0,1 0 0 0 0,-1 1 0 0 0,0-1 0 0 0,0 0 0 0 0,0 0 0 0 0,1 0 0 0 0,-1 0 0 0 0,0 0 0 0 0,0 0 0 0 0,1 0 0 0 0,-1 0 0 0 0,0 0 0 0 0,0 0 0 0 0,0 0 0 0 0,1 0 0 0 0,-1 0 0 0 0,0 0 0 0 0,0-1 0 0 0,0 1 0 0 0,1 0 0 0 0,-1 0 0 0 0,0 0 0 0 0,0 0 0 0 0,0 0 0 0 0,1 0 0 0 0,-1-1 0 0 0,0 1 0 0 0,3-9 0 0 0,-3-13 0 0 0,-15-97 57 0 0,12 85-31 0 0,-2-1-1 0 0,0 1 1 0 0,-13-39 0 0 0,18 71-26 0 0,-1 1 0 0 0,1 0 0 0 0,-1 0 0 0 0,1 0 0 0 0,-1-1 0 0 0,1 1 0 0 0,-1 0 0 0 0,0 0 0 0 0,1 0 0 0 0,-1 0 0 0 0,0 0 0 0 0,0 0 0 0 0,0 1 0 0 0,0-1 0 0 0,0 0 0 0 0,-1-1 0 0 0,1 2 0 0 0,1 0 0 0 0,0 0 0 0 0,0 0 0 0 0,-1 0 0 0 0,1 0 0 0 0,0 0 0 0 0,0 0 0 0 0,-1 0 0 0 0,1 0 0 0 0,0 0 0 0 0,-1 0 0 0 0,1 0 0 0 0,0 0 0 0 0,0 0 0 0 0,-1 0 0 0 0,1 0 0 0 0,0 0 0 0 0,0 1 0 0 0,-1-1 0 0 0,1 0 0 0 0,0 0 0 0 0,0 0 0 0 0,0 0 0 0 0,-1 1 0 0 0,1-1 0 0 0,0 0 0 0 0,0 0 0 0 0,-6 14 0 0 0,4 0 0 0 0,1-1 0 0 0,0 1 0 0 0,0-1 0 0 0,3 19 0 0 0,10 56-64 0 0,-3-24 48 0 0,-5-31 0 0 0,-3-16 21 0 0,0 0-1 0 0,2-1 1 0 0,0 1-1 0 0,1 0 0 0 0,7 17 1 0 0,-11-33-6 0 0,0-1 0 0 0,0 1 0 0 0,1 0 0 0 0,-1-1-1 0 0,0 1 1 0 0,0-1 0 0 0,1 1 0 0 0,-1 0 0 0 0,1-1 0 0 0,-1 1 0 0 0,0-1 0 0 0,1 1 0 0 0,-1-1 0 0 0,1 1-1 0 0,0-1 1 0 0,-1 1 0 0 0,1-1 0 0 0,-1 1 0 0 0,2-1 0 0 0,-2 0 0 0 0,0 0 0 0 0,1 0 0 0 0,-1 0 0 0 0,0 0 0 0 0,1 0 0 0 0,-1-1 0 0 0,0 1 0 0 0,1 0 0 0 0,-1 0-1 0 0,0 0 1 0 0,1-1 0 0 0,-1 1 0 0 0,0 0 0 0 0,0 0 0 0 0,0-1 0 0 0,1 1 0 0 0,-1 0 0 0 0,0-1 0 0 0,0 1 0 0 0,0 0 0 0 0,1-1 0 0 0,-1 1 0 0 0,0 0 0 0 0,0-1 0 0 0,0 0 0 0 0,1-2-4 0 0,0 0 0 0 0,0-1 0 0 0,-1 1 1 0 0,1-1-1 0 0,-1 1 0 0 0,0-6 0 0 0,-28-256 5 0 0,26 242 0 0 0,1 4 0 0 0,-2 0 0 0 0,0 0 0 0 0,0 1 0 0 0,-9-22 0 0 0,12 40 0 0 0,0 0 0 0 0,0 0 0 0 0,0 0 0 0 0,0 0 0 0 0,0 0 0 0 0,0 1 0 0 0,0-1 0 0 0,0 0 0 0 0,0 0 0 0 0,0 0 0 0 0,0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0,0 0 0 0 0,0 0 0 0 0,0 0 0 0 0,0 0 0 0 0,0-1 0 0 0,0 1 0 0 0,0 0 0 0 0,-3 9 0 0 0,-1 10 0 0 0,4 28 0 0 0,3 1 0 0 0,10 62 0 0 0,-8-69 0 0 0,-5-40 0 0 0,1 6 0 0 0,0-1 0 0 0,0 0 0 0 0,0 0 0 0 0,0 0 0 0 0,1 0 0 0 0,0 0 0 0 0,1 0 0 0 0,2 6 0 0 0,-5-12 0 0 0,0 0 0 0 0,1 0 0 0 0,-1 0 0 0 0,0 0 0 0 0,0 0 0 0 0,0 0 0 0 0,0 1 0 0 0,0-1 0 0 0,0 0 0 0 0,0 0 0 0 0,0 0 0 0 0,0 0 0 0 0,0 0 0 0 0,0 0 0 0 0,0 0 0 0 0,0 0 0 0 0,0 0 0 0 0,0 0 0 0 0,1 1 0 0 0,-1-1 0 0 0,0 0 0 0 0,0 0 0 0 0,0 0 0 0 0,0 0 0 0 0,0 0 0 0 0,0 0 0 0 0,0 0 0 0 0,0 0 0 0 0,0 0 0 0 0,1 0 0 0 0,-1 0 0 0 0,0 0 0 0 0,0 0 0 0 0,0 0 0 0 0,0 0 0 0 0,0 0 0 0 0,0 0 0 0 0,0 0 0 0 0,1 0 0 0 0,-1 0 0 0 0,0 0 0 0 0,0 0 0 0 0,0 0 0 0 0,0 0 0 0 0,0 0 0 0 0,0 0 0 0 0,0 0 0 0 0,0-1 0 0 0,1 1 0 0 0,1-7 0 0 0,-1-9 0 0 0,-10-92 0 0 0,3 46 0 0 0,5 44 0 0 0,-1 1 0 0 0,-1 0 0 0 0,-7-24 0 0 0,10 40 0 0 0,0 1 0 0 0,0 0 0 0 0,0 0 0 0 0,0-1 0 0 0,0 1 0 0 0,0 0 0 0 0,0 0 0 0 0,0-1 0 0 0,0 1 0 0 0,0 0 0 0 0,0 0 0 0 0,0 0 0 0 0,-1-1 0 0 0,1 1 0 0 0,0 0 0 0 0,0 0 0 0 0,0 0 0 0 0,0-1 0 0 0,-1 1 0 0 0,1 0 0 0 0,0 0 0 0 0,0 0 0 0 0,0 0 0 0 0,-1 0 0 0 0,1-1 0 0 0,0 1 0 0 0,0 0 0 0 0,0 0 0 0 0,-1 0 0 0 0,1 0 0 0 0,0 0 0 0 0,-1 0 0 0 0,-4 6 0 0 0,-3 13 0 0 0,6-4 0 0 0,0 0 0 0 0,1 0 0 0 0,2 30 0 0 0,10 48 0 0 0,-3-25 0 0 0,-5-22 0 0 0,-3-29 0 0 0,1 0 0 0 0,1 0 0 0 0,6 29 0 0 0,-7-44 0 0 0,0-1 0 0 0,-1 1 0 0 0,1-1 0 0 0,0 1 0 0 0,-1-1 0 0 0,1 1 0 0 0,0-1 0 0 0,0 0 0 0 0,0 0 0 0 0,2 2 0 0 0,-3-3 0 0 0,0 0 0 0 0,0 0 0 0 0,0 1 0 0 0,1-1 0 0 0,-1 0 0 0 0,0 0 0 0 0,0 0 0 0 0,0 0 0 0 0,1 0 0 0 0,-1 0 0 0 0,0 0 0 0 0,0 0 0 0 0,1 0 0 0 0,-1 1 0 0 0,0-1 0 0 0,0 0 0 0 0,1 0 0 0 0,-1 0 0 0 0,0 0 0 0 0,0 0 0 0 0,0 0 0 0 0,1-1 0 0 0,-1 1 0 0 0,0 0 0 0 0,0 0 0 0 0,1 0 0 0 0,-1 0 0 0 0,4-10 0 0 0,-2-5-11 0 0,-2 0 0 0 0,0 0-1 0 0,-1 1 1 0 0,-4-24 0 0 0,0-3-5 0 0,3 9 16 0 0,0 0 0 0 0,-1 1 0 0 0,-1-1 0 0 0,-14-49 0 0 0,17 79 0 0 0,1 0 0 0 0,-1 0 0 0 0,0 0 0 0 0,0 0 0 0 0,0 0 0 0 0,0 0 0 0 0,0 0 0 0 0,0 0 0 0 0,-2-1 0 0 0,3 3 0 0 0,0 0 0 0 0,-1-1 0 0 0,1 1 0 0 0,0 0 0 0 0,0 0 0 0 0,0 0 0 0 0,0 0 0 0 0,0 0 0 0 0,-1 0 0 0 0,1 0 0 0 0,0 0 0 0 0,0 0 0 0 0,0 0 0 0 0,0 0 0 0 0,0 0 0 0 0,-1 0 0 0 0,1 0 0 0 0,0 0 0 0 0,0 0 0 0 0,0 0 0 0 0,0 0 0 0 0,-1 0 0 0 0,1 0 0 0 0,0 0 0 0 0,0 0 0 0 0,0 0 0 0 0,0 0 0 0 0,0 0 0 0 0,-1 0 0 0 0,1 0 0 0 0,0 1 0 0 0,0-1 0 0 0,0 0 0 0 0,0 0 0 0 0,0 0 0 0 0,0 0 0 0 0,-1 0 0 0 0,1 0 0 0 0,0 1 0 0 0,-4 13 0 0 0,2 7 0 0 0,2 0 0 0 0,0-1 0 0 0,1 1 0 0 0,7 34 0 0 0,-2-8 0 0 0,-3-19 0 0 0,-3-18 0 0 0,1 0 0 0 0,0 0 0 0 0,0 0 0 0 0,1 0 0 0 0,1 0 0 0 0,5 15 0 0 0,-8-24 0 0 0,0-1 0 0 0,0 0 0 0 0,0 0 0 0 0,0 0 0 0 0,0 0 0 0 0,0 0 0 0 0,0 0 0 0 0,0 1 0 0 0,0-1 0 0 0,0 0 0 0 0,0 0 0 0 0,0 0 0 0 0,1 0 0 0 0,-1 0 0 0 0,0 0 0 0 0,0 0 0 0 0,0 1 0 0 0,0-1 0 0 0,0 0 0 0 0,0 0 0 0 0,0 0 0 0 0,0 0 0 0 0,0 0 0 0 0,1 0 0 0 0,-1 0 0 0 0,0 0 0 0 0,0 0 0 0 0,0 0 0 0 0,0 0 0 0 0,0 0 0 0 0,0 0 0 0 0,1 0 0 0 0,-1 1 0 0 0,0-1 0 0 0,0 0 0 0 0,0 0 0 0 0,0 0 0 0 0,0 0 0 0 0,0 0 0 0 0,1-1 0 0 0,-1 1 0 0 0,2-6 0 0 0,0-7 0 0 0,-3-12 13 0 0,-7-33-1 0 0,1 1 17 0 0,5 29-26 0 0,-1-1 1 0 0,-12-48-1 0 0,15 76-3 0 0,0 0 0 0 0,0 1 0 0 0,0-1 0 0 0,-1 0 0 0 0,1 1 0 0 0,0-1 0 0 0,0 0 0 0 0,-1 1 0 0 0,1-1 0 0 0,0 0 0 0 0,-1 1 0 0 0,1-1 0 0 0,-1 1 0 0 0,1-1 0 0 0,-1 0 0 0 0,1 1 0 0 0,-2-1 0 0 0,2 1 0 0 0,0 0 0 0 0,-1 0 0 0 0,1 0 0 0 0,0 0 0 0 0,-1 0 0 0 0,1 0 0 0 0,0 0 0 0 0,0 1 0 0 0,-1-1 0 0 0,1 0 0 0 0,0 0 0 0 0,0 0 0 0 0,-1 0 0 0 0,1 1 0 0 0,0-1 0 0 0,0 0 0 0 0,0 0 0 0 0,-1 0 0 0 0,1 1 0 0 0,0-1 0 0 0,0 0 0 0 0,0 0 0 0 0,0 1 0 0 0,0-1 0 0 0,-1 0 0 0 0,1 1 0 0 0,0-1 0 0 0,-1 4 0 0 0,-1 0 0 0 0,1 0 0 0 0,0 0 0 0 0,1 0 0 0 0,-1 4 0 0 0,1 38 0 0 0,9 78 0 0 0,0-29 0 0 0,-6-72 0 0 0,-3-21 0 0 0,0-1 0 0 0,1 0 0 0 0,-1 0 0 0 0,0 0 0 0 0,1 1 0 0 0,-1-1 0 0 0,1 0 0 0 0,-1 0 0 0 0,1 0 0 0 0,-1 0 0 0 0,1 0 0 0 0,0 0 0 0 0,0 0 0 0 0,-1 0 0 0 0,1 0 0 0 0,2 1 0 0 0,-3-2 0 0 0,1 0 0 0 0,-1 0 0 0 0,0 0 0 0 0,1-1 0 0 0,-1 1 0 0 0,0 0 0 0 0,1 0 0 0 0,-1 0 0 0 0,1-1 0 0 0,-1 1 0 0 0,0 0 0 0 0,1 0 0 0 0,-1-1 0 0 0,0 1 0 0 0,0 0 0 0 0,1 0 0 0 0,-1-1 0 0 0,0 1 0 0 0,0-1 0 0 0,1 1 0 0 0,-1 0 0 0 0,0-1 0 0 0,0 1 0 0 0,0 0 0 0 0,0-1 0 0 0,0 1 0 0 0,1-1 0 0 0,-1 1 0 0 0,0 0 0 0 0,0-1 0 0 0,0 1 0 0 0,0-1 0 0 0,0 1 0 0 0,0-1 0 0 0,0 1 0 0 0,2-20 0 0 0,-2 19 0 0 0,1-21 24 0 0,-4-32 0 0 0,1 18-8 0 0,1-18 0 0 0,1 31-2 0 0,0-1 0 0 0,-1 2 0 0 0,-8-37 0 0 0,9 59-14 0 0,0-1 0 0 0,0 1 0 0 0,0 0 0 0 0,0-1 0 0 0,0 1 0 0 0,0-1 0 0 0,0 1 0 0 0,0 0 0 0 0,0 0 0 0 0,0-1 0 0 0,0 1 0 0 0,0 0 0 0 0,-1-1 0 0 0,1 1 1 0 0,0 0-1 0 0,0-1 0 0 0,0 1 0 0 0,0 0 0 0 0,-1 0 0 0 0,1-1 0 0 0,0 1 0 0 0,0 0 0 0 0,-1 0 0 0 0,1-1 0 0 0,0 1 0 0 0,0 0 0 0 0,-1 0 0 0 0,1 0 0 0 0,0 0 0 0 0,-1-1 0 0 0,1 1 0 0 0,0 0 0 0 0,-1 0 0 0 0,0 0 0 0 0,-6 9-2 0 0,-3 20 14 0 0,6 3 0 0 0,2-1 1 0 0,1 1-1 0 0,4 43 0 0 0,-1-31-8 0 0,-2-40-4 0 0,0 4 0 0 0,0 0 0 0 0,1-1 0 0 0,-1 1 0 0 0,2 0 0 0 0,-1 0 0 0 0,1-1 0 0 0,0 1 0 0 0,0-1 0 0 0,1 1 0 0 0,4 7 0 0 0,-7-15 0 0 0,0 1 0 0 0,1-1 0 0 0,-1 0 0 0 0,0 1 0 0 0,0-1 0 0 0,1 1 0 0 0,-1-1 0 0 0,0 1 0 0 0,1-1-1 0 0,-1 0 1 0 0,0 1 0 0 0,1-1 0 0 0,-1 0 0 0 0,1 1 0 0 0,-1-1 0 0 0,1 0 0 0 0,-1 1 0 0 0,1-1 0 0 0,-1 0 0 0 0,1 0-1 0 0,-1 0 1 0 0,1 0 0 0 0,-1 0 0 0 0,1 1 0 0 0,-1-1 0 0 0,1 0 0 0 0,-1 0 0 0 0,1 0 0 0 0,-1 0 0 0 0,2 0 0 0 0,-2-1-5 0 0,1 0 1 0 0,0 1 0 0 0,0-1-1 0 0,0 0 1 0 0,-1 1 0 0 0,1-1 0 0 0,0 0-1 0 0,-1 0 1 0 0,1 1 0 0 0,0-1-1 0 0,-1 0 1 0 0,1 0 0 0 0,-1 0-1 0 0,1-1 1 0 0,1-4-14 0 0,0 1 1 0 0,0-1-1 0 0,-1 1 0 0 0,1-10 0 0 0,4-60-8 0 0,7-174-72 0 0,-13 244 98 0 0,-2-19 0 0 0,-4 42 0 0 0,4 11-26 0 0,1 0 0 0 0,0 0-1 0 0,5 30 1 0 0,0 6-5 0 0,-5 11 31 0 0,0-38 0 0 0,7 68 0 0 0,-4-100-129 0 0,-1 0-1 0 0,1 0 0 0 0,-1-1 1 0 0,2 1-1 0 0,2 6 0 0 0,-4-11 92 0 0,-1 0 0 0 0,1 0 0 0 0,0 0 0 0 0,-1 0 0 0 0,1 0-1 0 0,0 0 1 0 0,0 0 0 0 0,0 0 0 0 0,0 0 0 0 0,0-1 0 0 0,0 1 0 0 0,0 0 0 0 0,0-1-1 0 0,1 2 1 0 0,-1-2 26 0 0,-1 0 0 0 0,1 0 0 0 0,0 0 0 0 0,-1 0 0 0 0,1 0 0 0 0,0 0 0 0 0,-1 0 0 0 0,1 0 0 0 0,0-1 0 0 0,-1 1-1 0 0,1 0 1 0 0,0 0 0 0 0,-1 0 0 0 0,1-1 0 0 0,-1 1 0 0 0,1 0 0 0 0,0-1 0 0 0,-1 1 0 0 0,1-1 0 0 0,-1 1 0 0 0,1 0 0 0 0,-1-1 0 0 0,1 1 0 0 0,-1-1 0 0 0,0 0-1 0 0,1 1 1 0 0,0-1 0 0 0,1-3-81 0 0,0 1 1 0 0,0 0-1 0 0,0-1 0 0 0,-1 1 0 0 0,1-1 0 0 0,-1 0 1 0 0,0 1-1 0 0,2-8 0 0 0,2-35 88 0 0,-4 24-19 0 0,7-53 24 0 0,-4-1 0 0 0,-3 0 0 0 0,-16-138 0 0 0,14 207 0 0 0,1 5 0 0 0,0-1 0 0 0,0 1 0 0 0,-1-1 0 0 0,1 1 0 0 0,-1 0 0 0 0,1-1 0 0 0,-1 1 0 0 0,0-1 0 0 0,0 1 0 0 0,0 0 0 0 0,0 0 0 0 0,-2-3 0 0 0,3 5 2 0 0,-1 0 0 0 0,1 0 0 0 0,-1 0 0 0 0,1 0 0 0 0,-1 0 0 0 0,1 0 0 0 0,-1 0 0 0 0,1 0 0 0 0,-1 0 0 0 0,1 0 0 0 0,-1 0 0 0 0,1 0 0 0 0,0 0 0 0 0,-1 0 0 0 0,1 1 0 0 0,-1-1 0 0 0,1 0 0 0 0,-1 0 0 0 0,1 1 0 0 0,0-1 0 0 0,-1 0 0 0 0,1 0 0 0 0,0 1 0 0 0,-1-1 0 0 0,1 0 0 0 0,0 1 0 0 0,-1-1 0 0 0,1 1 0 0 0,0-1 0 0 0,0 0 0 0 0,-1 1 0 0 0,1-1 0 0 0,0 1 0 0 0,0-1 0 0 0,0 1 0 0 0,0-1 0 0 0,-1 1 0 0 0,-6 19 174 0 0,6-19-170 0 0,-5 21 61 0 0,1 1 0 0 0,1 0 1 0 0,1 0-1 0 0,0 31 0 0 0,7 95-68 0 0,-2-114 8 0 0,-1-15-7 0 0,5 55 0 0 0,-5-65 0 0 0,1 1 0 0 0,0-1 0 0 0,1 0 0 0 0,8 19 0 0 0,-9-24-1 0 0,-2-4 1 0 0,1 0-1 0 0,0 0 0 0 0,-1 1 1 0 0,1-1-1 0 0,0 0 1 0 0,0 0-1 0 0,0 0 0 0 0,0 0 1 0 0,0 0-1 0 0,0 0 1 0 0,0 0-1 0 0,0 0 0 0 0,0 0 1 0 0,0 0-1 0 0,0-1 1 0 0,1 1-1 0 0,0 0 0 0 0,11-3-47 0 0,-13 2 48 0 0,10-4-4 0 0,1 1 0 0 0,16-9 0 0 0,-22 9 5 0 0,-1 0 0 0 0,-1 1 0 0 0,1-2 0 0 0,0 1 0 0 0,-1 0-1 0 0,1-1 1 0 0,-1 1 0 0 0,0-1 0 0 0,0 0 0 0 0,-1 0 0 0 0,1 0 0 0 0,-1-1-1 0 0,3-6 1 0 0,6-16 115 0 0,-1-1 1 0 0,-2 0-1 0 0,6-33 0 0 0,9-90-38 0 0,-21 135-81 0 0,1-7 3 0 0,-2-1 0 0 0,-1-42 0 0 0,0 60 0 0 0,0 0 0 0 0,-1 0 0 0 0,0-1 0 0 0,-1 1 0 0 0,1 0 0 0 0,-1 0 0 0 0,0 0 0 0 0,0 1 0 0 0,-1-1 0 0 0,0 0 0 0 0,0 1 0 0 0,0 0 0 0 0,-1 0 0 0 0,0 0 0 0 0,-8-9 0 0 0,11 13 0 0 0,-1 0 0 0 0,1-1 0 0 0,-1 1 0 0 0,1 0 0 0 0,-1 0 0 0 0,0 0 1 0 0,1 1-1 0 0,-1-1 0 0 0,0 0 0 0 0,0 0 0 0 0,0 1 0 0 0,1-1 0 0 0,-1 1 0 0 0,0 0 0 0 0,0 0 0 0 0,0-1 0 0 0,0 1 0 0 0,0 1 0 0 0,-2-1 0 0 0,2 1 0 0 0,-1-1 0 0 0,1 1 0 0 0,0 0-1 0 0,0 0 1 0 0,0 0 0 0 0,0 1 0 0 0,0-1 0 0 0,0 0 0 0 0,0 1 0 0 0,0-1-1 0 0,0 1 1 0 0,1 0 0 0 0,-3 2 0 0 0,-2 4-32 0 0,1 0 0 0 0,0 1-1 0 0,0-1 1 0 0,1 1 0 0 0,0 0 0 0 0,-3 12 0 0 0,2-2-59 0 0,0 0 0 0 0,1 1 1 0 0,1 0-1 0 0,1 0 0 0 0,0 0 1 0 0,3 23-1 0 0,0-28 77 0 0,0 0 1 0 0,1 0-1 0 0,1 0 1 0 0,1 0-1 0 0,0 0 0 0 0,1-1 1 0 0,0 0-1 0 0,13 24 0 0 0,-5-22 14 0 0,-9-11-2 0 0,1-1 0 0 0,-1 0 0 0 0,1-1 0 0 0,0 1 0 0 0,10 5 0 0 0,-5-5-20 0 0,0-1 0 0 0,19 6 0 0 0,-18-7-81 0 0,1-5-172 0 0,39-10 247 0 0,-50 12 25 0 0,1 1-1 0 0,-1 0 0 0 0,1-1 1 0 0,-1 1-1 0 0,1-1 0 0 0,-1 0 0 0 0,1 1 1 0 0,-1-1-1 0 0,1 0 0 0 0,-1 0 1 0 0,0 0-1 0 0,2-1 0 0 0,34-30-8 0 0,-3-6 12 0 0,-23 23 17 0 0,-1 1 0 0 0,-1-2 1 0 0,0 1-1 0 0,-2-1 0 0 0,1 0 0 0 0,-2-1 0 0 0,0 1 0 0 0,-1-1 0 0 0,-1 0 0 0 0,5-35 0 0 0,-9 48-12 0 0,0 0-1 0 0,0 0 0 0 0,0 0 0 0 0,-1-1 1 0 0,0 1-1 0 0,1 0 0 0 0,-1 0 1 0 0,-1 0-1 0 0,1 0 0 0 0,-1 0 1 0 0,1 0-1 0 0,-1 0 0 0 0,0 1 0 0 0,0-1 1 0 0,-1 1-1 0 0,1-1 0 0 0,-1 1 1 0 0,0 0-1 0 0,0 0 0 0 0,0 0 1 0 0,0 0-1 0 0,0 0 0 0 0,-1 1 0 0 0,1-1 1 0 0,-1 1-1 0 0,1 0 0 0 0,-1 0 1 0 0,0 1-1 0 0,0-1 0 0 0,0 1 0 0 0,-8-2 1 0 0,6 1-11 0 0,-1 1 1 0 0,0 0-1 0 0,1 1 0 0 0,-1-1 1 0 0,0 1-1 0 0,0 0 1 0 0,1 1-1 0 0,-1 0 0 0 0,0 0 1 0 0,1 0-1 0 0,-1 1 0 0 0,0 0 1 0 0,1 0-1 0 0,0 0 1 0 0,0 1-1 0 0,0 0 0 0 0,0 1 1 0 0,0-1-1 0 0,-8 7 1 0 0,5 0-53 0 0,0 0 0 0 0,0 0-1 0 0,1 1 1 0 0,0 0 0 0 0,1 1 0 0 0,0 0 0 0 0,1 0 0 0 0,0 0 0 0 0,1 1 0 0 0,1-1 0 0 0,-4 16 0 0 0,2 0-69 0 0,1-1-1 0 0,1 1 1 0 0,1 0 0 0 0,2 38-1 0 0,1-52 128 0 0,0 0 0 0 0,1 0 0 0 0,1-1 0 0 0,0 1 0 0 0,1 0 0 0 0,0-1 0 0 0,8 17 0 0 0,-10-26 0 0 0,1-1 0 0 0,0 0 0 0 0,0 0 0 0 0,0 0 0 0 0,3 3 0 0 0,-1-2 0 0 0,0 0 0 0 0,0 0 0 0 0,0-1 0 0 0,0 1 0 0 0,0-1 0 0 0,1-1 0 0 0,5 4 0 0 0,-1-2 6 0 0,0-1-1 0 0,0-1 0 0 0,14 3 1 0 0,-22-4 0 0 0,1-1 0 0 0,-1 0 1 0 0,1 1-1 0 0,-1-1 0 0 0,0 0 1 0 0,1 0-1 0 0,-1 0 0 0 0,0 0 1 0 0,1 0-1 0 0,-1-1 0 0 0,1 1 1 0 0,-1 0-1 0 0,0-1 0 0 0,1 1 1 0 0,0-1-1 0 0,46-15 94 0 0,-36 12 120 0 0,-6-1-79 0 0,-1 2-106 0 0,-1 1 10 0 0,-1-1 0 0 0,1 0-1 0 0,-1 0 1 0 0,0 0 0 0 0,0 0 0 0 0,0 0-1 0 0,0 0 1 0 0,0-1 0 0 0,-1 1-1 0 0,0-1 1 0 0,0 0 0 0 0,3-5-1 0 0,-2-9 30 0 0,0-1 0 0 0,-1 0-1 0 0,-1 0 1 0 0,0 0-1 0 0,-2 0 1 0 0,0 0-1 0 0,-1 0 1 0 0,-1 1 0 0 0,-11-37-1 0 0,9 41-73 0 0,-1 1 0 0 0,-1-1 0 0 0,0 1 0 0 0,0 0 0 0 0,-1 0 0 0 0,-1 1 0 0 0,0 0 0 0 0,-1 1 0 0 0,0 0 0 0 0,-1 0 0 0 0,0 1 0 0 0,-1 1 0 0 0,0 0 0 0 0,0 1 0 0 0,-22-12 0 0 0,29 18-44 0 0,1 0 0 0 0,-1 0 0 0 0,0 1 0 0 0,1-1 0 0 0,-1 1-1 0 0,0 0 1 0 0,0 1 0 0 0,0-1 0 0 0,1 1 0 0 0,-1 0 0 0 0,0 0-1 0 0,-9 1 1 0 0,11 0 11 0 0,0 0 1 0 0,0 0-1 0 0,0 0 0 0 0,0 1 0 0 0,0-1 0 0 0,0 1 0 0 0,0-1 0 0 0,0 1 0 0 0,0 0 0 0 0,1 0 0 0 0,-1 0 1 0 0,1 0-1 0 0,0 1 0 0 0,-1-1 0 0 0,1 1 0 0 0,0 0 0 0 0,1-1 0 0 0,-1 1 0 0 0,-3 6 0 0 0,2 1-47 0 0,-1 0 0 0 0,1 0 0 0 0,1 0 0 0 0,-1 1 0 0 0,2-1 0 0 0,0 1 0 0 0,0-1 0 0 0,1 1 0 0 0,0 0 0 0 0,1-1 0 0 0,0 1 0 0 0,3 14 0 0 0,5 12-99 0 0,2 0 1 0 0,15 35-1 0 0,-9-32 163 0 0,-4-18 16 0 0,-8-16 0 0 0,0 0 0 0 0,0 0 0 0 0,7 7 0 0 0,-8-9 0 0 0,0-1 0 0 0,0 0 0 0 0,1 0 0 0 0,-1 0 0 0 0,0-1 0 0 0,1 1 0 0 0,0-1 0 0 0,8 3 0 0 0,-2-3-3 0 0,0 0 0 0 0,0 0 0 0 0,14-1 0 0 0,-25-1 3 0 0,1 0-3 0 0,1 1 0 0 0,-1-1 0 0 0,1 0 0 0 0,-1 0-1 0 0,1-1 1 0 0,-1 1 0 0 0,1 0 0 0 0,-1 0 0 0 0,1-1-1 0 0,-1 1 1 0 0,0-1 0 0 0,1 1 0 0 0,-1-1 0 0 0,3-1-1 0 0,50-27-8 0 0,-12-1 27 0 0,-38 27 4 0 0,0 0 0 0 0,0 0 0 0 0,0-1 0 0 0,-1 0 0 0 0,1 1 0 0 0,4-9 0 0 0,-1 2 1 0 0,2 0 31 0 0,-1-2 0 0 0,-1 1 0 0 0,1-1 0 0 0,-2 0 0 0 0,6-16 0 0 0,16-60 65 0 0,-24 75-106 0 0,-1 0 0 0 0,-1 0 0 0 0,0-1 0 0 0,-1 1 0 0 0,0-23 0 0 0,-1 31 13 0 0,-1-1 0 0 0,0 1 0 0 0,0 0 0 0 0,0-1 0 0 0,-1 1 0 0 0,1 0 0 0 0,-1 0 0 0 0,-1 0 0 0 0,1 0 0 0 0,-1 0 0 0 0,1 0 0 0 0,-1 1-1 0 0,-1-1 1 0 0,1 1 0 0 0,-1 0 0 0 0,-7-7 0 0 0,3 5 15 0 0,-1 0-1 0 0,0 0 0 0 0,0 0 1 0 0,0 1-1 0 0,-1 1 0 0 0,0 0 1 0 0,0 0-1 0 0,0 1 0 0 0,0 0 1 0 0,0 0-1 0 0,-22-1 0 0 0,24 3-38 0 0,-1 1 0 0 0,0 0 0 0 0,0 0-1 0 0,1 1 1 0 0,-1 0 0 0 0,0 1 0 0 0,1 0-1 0 0,-1 0 1 0 0,1 1 0 0 0,0 0 0 0 0,0 0-1 0 0,0 1 1 0 0,0 0 0 0 0,-14 10 0 0 0,10-4-61 0 0,1 1 0 0 0,0 0 0 0 0,1 1 1 0 0,0-1-1 0 0,1 2 0 0 0,0 0 0 0 0,1 0 1 0 0,0 0-1 0 0,1 1 0 0 0,0 0 0 0 0,-5 21 0 0 0,4-10-20 0 0,2 0 0 0 0,0 1 0 0 0,2 0-1 0 0,1 0 1 0 0,0 51 0 0 0,4-64 81 0 0,-1-1 0 0 0,2 1-1 0 0,0-1 1 0 0,0 0 0 0 0,1 0 0 0 0,1 0 0 0 0,0 0 0 0 0,10 21-1 0 0,-1-14 2 0 0,-10-16 0 0 0,0 0 0 0 0,0 0 0 0 0,0 0 0 0 0,0-1 0 0 0,0 0 0 0 0,1 1 0 0 0,-1-1 0 0 0,7 3 0 0 0,1-2 4 0 0,0 1-1 0 0,20 2 1 0 0,-30-6 0 0 0,1 1 0 0 0,-1-1 1 0 0,1 0-1 0 0,0 0 0 0 0,0 0 0 0 0,-1 0 0 0 0,1 0 1 0 0,0 0-1 0 0,-1 0 0 0 0,1-1 0 0 0,0 1 0 0 0,-1-1 0 0 0,3 0 1 0 0,53-16 85 0 0,-43 13 8 0 0,-5-1 4 0 0,30-19 2 0 0,-29 18 0 0 0,-2-1 0 0 0,24-20 0 0 0,-21 15 2 0 0,-2-1-1 0 0,-1 0 0 0 0,-1 0 0 0 0,0-1 0 0 0,-1 0 0 0 0,9-28 0 0 0,-13 32-66 0 0,0 0 0 0 0,-1 0-1 0 0,0-1 1 0 0,-1 1-1 0 0,0-1 1 0 0,0 1 0 0 0,-1-1-1 0 0,-4-19 1 0 0,3 23-20 0 0,-1 0 0 0 0,1 1 0 0 0,-1-1 0 0 0,-1 0 0 0 0,1 1 0 0 0,-1 0 0 0 0,0 0 0 0 0,0 0 0 0 0,-1 0 0 0 0,1 1 0 0 0,-2 0 0 0 0,1 0 0 0 0,-9-7 0 0 0,1 2-41 0 0,0 1 1 0 0,-1 1 0 0 0,0 0-1 0 0,-1 1 1 0 0,1 1-1 0 0,-2 0 1 0 0,1 0 0 0 0,0 2-1 0 0,-29-5 1 0 0,36 8-30 0 0,1 0 1 0 0,0 1-1 0 0,0 0 1 0 0,0 0-1 0 0,0 0 1 0 0,0 1-1 0 0,0 1 1 0 0,0-1-1 0 0,0 1 1 0 0,0 0-1 0 0,1 0 0 0 0,-1 1 1 0 0,0 0-1 0 0,1 0 1 0 0,0 1-1 0 0,0-1 1 0 0,0 1-1 0 0,0 1 1 0 0,1-1-1 0 0,0 1 1 0 0,0 0-1 0 0,0 0 0 0 0,0 1 1 0 0,-4 6-1 0 0,3-2 14 0 0,1-1 0 0 0,0 1-1 0 0,1 0 1 0 0,0 0 0 0 0,0 1 0 0 0,1-1-1 0 0,1 1 1 0 0,0 0 0 0 0,0-1-1 0 0,1 1 1 0 0,0 16 0 0 0,1-11 32 0 0,1-1 0 0 0,1 0 0 0 0,0 1 0 0 0,1-1 0 0 0,1 0-1 0 0,0 0 1 0 0,10 22 0 0 0,0-12 5 0 0,7 1 11 0 0,-16-20 48 0 0,3-1 26 0 0,26 16-16 0 0,-25-15 1 0 0,2-7 15 0 0,37-1-16 0 0,-37 2 85 0 0,-1-5-60 0 0,29-13 2 0 0,-29 13-2 0 0,-3-1-25 0 0,-6 5-67 0 0,7-6 14 0 0,0 0-1 0 0,-1-1 0 0 0,0 0 0 0 0,0-1 0 0 0,9-14 0 0 0,41-73-4863 0 0,-40 71 1664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09.347"/>
    </inkml:context>
    <inkml:brush xml:id="br0">
      <inkml:brushProperty name="width" value="0.025" units="cm"/>
      <inkml:brushProperty name="height" value="0.025" units="cm"/>
    </inkml:brush>
  </inkml:definitions>
  <inkml:trace contextRef="#ctx0" brushRef="#br0">3 1 3655 0 0,'0'0'384'0'0,"-2"32"-544"0"0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10.886"/>
    </inkml:context>
    <inkml:brush xml:id="br0">
      <inkml:brushProperty name="width" value="0.035" units="cm"/>
      <inkml:brushProperty name="height" value="0.035" units="cm"/>
      <inkml:brushProperty name="color" value="#FFFFFF"/>
    </inkml:brush>
  </inkml:definitions>
  <inkml:trace contextRef="#ctx0" brushRef="#br0">1 0 1639 0 0,'0'0'144'0'0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4A3ED06A-E3B9-0047-8050-B794EA99C6AE}" type="datetimeFigureOut">
              <a:rPr lang="en-US" smtClean="0"/>
              <a:pPr/>
              <a:t>10/30/2025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CFDF244-9769-4A4F-8A52-7801F8D12EA0}" type="slidenum">
              <a:rPr lang="en-US" smtClean="0"/>
              <a:pPr/>
              <a:t>‹#›</a:t>
            </a:fld>
            <a:endParaRPr lang="en-US"/>
          </a:p>
        </p:txBody>
      </p:sp>
    </p:spTree>
    <p:extLst>
      <p:ext uri="{BB962C8B-B14F-4D97-AF65-F5344CB8AC3E}">
        <p14:creationId xmlns:p14="http://schemas.microsoft.com/office/powerpoint/2010/main" val="228736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FDF244-9769-4A4F-8A52-7801F8D12EA0}" type="slidenum">
              <a:rPr lang="en-US" smtClean="0"/>
              <a:pPr/>
              <a:t>4</a:t>
            </a:fld>
            <a:endParaRPr lang="en-US"/>
          </a:p>
        </p:txBody>
      </p:sp>
    </p:spTree>
    <p:extLst>
      <p:ext uri="{BB962C8B-B14F-4D97-AF65-F5344CB8AC3E}">
        <p14:creationId xmlns:p14="http://schemas.microsoft.com/office/powerpoint/2010/main" val="2486034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FE3EE1A-FE2A-D841-84E7-BEC666CBB2FF}"/>
              </a:ext>
            </a:extLst>
          </p:cNvPr>
          <p:cNvSpPr>
            <a:spLocks noGrp="1"/>
          </p:cNvSpPr>
          <p:nvPr>
            <p:ph type="pic" sz="quarter" idx="12"/>
          </p:nvPr>
        </p:nvSpPr>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txBody>
          <a:bodyPr/>
          <a:lstStyle/>
          <a:p>
            <a:r>
              <a:rPr lang="en-US"/>
              <a:t>Click icon to add picture</a:t>
            </a:r>
          </a:p>
        </p:txBody>
      </p:sp>
      <p:sp>
        <p:nvSpPr>
          <p:cNvPr id="5" name="Title 1">
            <a:extLst>
              <a:ext uri="{FF2B5EF4-FFF2-40B4-BE49-F238E27FC236}">
                <a16:creationId xmlns:a16="http://schemas.microsoft.com/office/drawing/2014/main" id="{BC3BE6E7-8A11-8F4B-B8D2-E622A7A18957}"/>
              </a:ext>
            </a:extLst>
          </p:cNvPr>
          <p:cNvSpPr>
            <a:spLocks noGrp="1"/>
          </p:cNvSpPr>
          <p:nvPr>
            <p:ph type="ctrTitle" hasCustomPrompt="1"/>
          </p:nvPr>
        </p:nvSpPr>
        <p:spPr>
          <a:xfrm>
            <a:off x="6105008" y="2205037"/>
            <a:ext cx="4920343" cy="1655763"/>
          </a:xfrm>
          <a:prstGeom prst="rect">
            <a:avLst/>
          </a:prstGeom>
        </p:spPr>
        <p:txBody>
          <a:bodyPr lIns="0" tIns="0" rIns="0" bIns="0" anchor="t">
            <a:normAutofit/>
          </a:bodyPr>
          <a:lstStyle>
            <a:lvl1pPr algn="l">
              <a:defRPr sz="3600" b="1">
                <a:solidFill>
                  <a:srgbClr val="001E62"/>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6" name="Subtitle 2">
            <a:extLst>
              <a:ext uri="{FF2B5EF4-FFF2-40B4-BE49-F238E27FC236}">
                <a16:creationId xmlns:a16="http://schemas.microsoft.com/office/drawing/2014/main" id="{07644AD0-57F7-094F-A3A4-D5E46E4E56D5}"/>
              </a:ext>
            </a:extLst>
          </p:cNvPr>
          <p:cNvSpPr>
            <a:spLocks noGrp="1"/>
          </p:cNvSpPr>
          <p:nvPr>
            <p:ph type="subTitle" idx="1" hasCustomPrompt="1"/>
          </p:nvPr>
        </p:nvSpPr>
        <p:spPr>
          <a:xfrm>
            <a:off x="6105008" y="4099548"/>
            <a:ext cx="4920344" cy="607572"/>
          </a:xfrm>
          <a:prstGeom prst="rect">
            <a:avLst/>
          </a:prstGeom>
        </p:spPr>
        <p:txBody>
          <a:bodyPr lIns="0" tIns="0" rIns="0" bIns="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D9F05423-983C-0F42-AD62-09CC5937E61B}"/>
              </a:ext>
            </a:extLst>
          </p:cNvPr>
          <p:cNvPicPr>
            <a:picLocks noChangeAspect="1"/>
          </p:cNvPicPr>
          <p:nvPr/>
        </p:nvPicPr>
        <p:blipFill>
          <a:blip r:embed="rId2"/>
          <a:stretch>
            <a:fillRect/>
          </a:stretch>
        </p:blipFill>
        <p:spPr>
          <a:xfrm>
            <a:off x="6096000" y="5300680"/>
            <a:ext cx="3152330" cy="607572"/>
          </a:xfrm>
          <a:prstGeom prst="rect">
            <a:avLst/>
          </a:prstGeom>
        </p:spPr>
      </p:pic>
      <p:sp>
        <p:nvSpPr>
          <p:cNvPr id="8" name="Text Placeholder 9">
            <a:extLst>
              <a:ext uri="{FF2B5EF4-FFF2-40B4-BE49-F238E27FC236}">
                <a16:creationId xmlns:a16="http://schemas.microsoft.com/office/drawing/2014/main" id="{1B81A75D-6185-754B-94A9-530861CEF5ED}"/>
              </a:ext>
            </a:extLst>
          </p:cNvPr>
          <p:cNvSpPr>
            <a:spLocks noGrp="1"/>
          </p:cNvSpPr>
          <p:nvPr>
            <p:ph type="body" sz="quarter" idx="11" hasCustomPrompt="1"/>
          </p:nvPr>
        </p:nvSpPr>
        <p:spPr>
          <a:xfrm>
            <a:off x="6105008" y="1611477"/>
            <a:ext cx="2902358" cy="295275"/>
          </a:xfrm>
          <a:prstGeom prst="rect">
            <a:avLst/>
          </a:prstGeom>
        </p:spPr>
        <p:txBody>
          <a:bodyPr lIns="0" tIns="0" rIns="0" bIns="0"/>
          <a:lstStyle>
            <a:lvl1pPr marL="0" indent="0">
              <a:buFontTx/>
              <a:buNone/>
              <a:defRPr sz="1400" b="1" cap="all" spc="400" baseline="0">
                <a:solidFill>
                  <a:srgbClr val="D50032"/>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9" name="Picture 8">
            <a:extLst>
              <a:ext uri="{FF2B5EF4-FFF2-40B4-BE49-F238E27FC236}">
                <a16:creationId xmlns:a16="http://schemas.microsoft.com/office/drawing/2014/main" id="{CFA93E4F-6F26-3F4A-B98C-D14E3F97D593}"/>
              </a:ext>
            </a:extLst>
          </p:cNvPr>
          <p:cNvPicPr>
            <a:picLocks noChangeAspect="1"/>
          </p:cNvPicPr>
          <p:nvPr userDrawn="1"/>
        </p:nvPicPr>
        <p:blipFill>
          <a:blip r:embed="rId2"/>
          <a:stretch>
            <a:fillRect/>
          </a:stretch>
        </p:blipFill>
        <p:spPr>
          <a:xfrm>
            <a:off x="6096000" y="5300680"/>
            <a:ext cx="3152330" cy="607572"/>
          </a:xfrm>
          <a:prstGeom prst="rect">
            <a:avLst/>
          </a:prstGeom>
        </p:spPr>
      </p:pic>
      <p:sp>
        <p:nvSpPr>
          <p:cNvPr id="20" name="TextBox 19">
            <a:extLst>
              <a:ext uri="{FF2B5EF4-FFF2-40B4-BE49-F238E27FC236}">
                <a16:creationId xmlns:a16="http://schemas.microsoft.com/office/drawing/2014/main" id="{A766D111-EABD-934E-9606-C1FAEE903FAC}"/>
              </a:ext>
            </a:extLst>
          </p:cNvPr>
          <p:cNvSpPr txBox="1"/>
          <p:nvPr userDrawn="1"/>
        </p:nvSpPr>
        <p:spPr>
          <a:xfrm>
            <a:off x="2514600" y="-444500"/>
            <a:ext cx="184731" cy="369332"/>
          </a:xfrm>
          <a:prstGeom prst="rect">
            <a:avLst/>
          </a:prstGeom>
          <a:noFill/>
        </p:spPr>
        <p:txBody>
          <a:bodyPr wrap="none" rtlCol="0">
            <a:spAutoFit/>
          </a:bodyPr>
          <a:lstStyle/>
          <a:p>
            <a:endParaRPr lang="en-US" b="0" i="0">
              <a:latin typeface="Arial" panose="020B0604020202020204" pitchFamily="34" charset="0"/>
            </a:endParaRPr>
          </a:p>
        </p:txBody>
      </p:sp>
    </p:spTree>
    <p:extLst>
      <p:ext uri="{BB962C8B-B14F-4D97-AF65-F5344CB8AC3E}">
        <p14:creationId xmlns:p14="http://schemas.microsoft.com/office/powerpoint/2010/main" val="248411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84B8C-FA91-C54A-BD6B-A1BC753E5B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D67D8984-ADB0-3045-B90A-B42AE6A3D17A}"/>
              </a:ext>
            </a:extLst>
          </p:cNvPr>
          <p:cNvSpPr/>
          <p:nvPr userDrawn="1"/>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pic>
        <p:nvPicPr>
          <p:cNvPr id="10" name="Picture 9">
            <a:extLst>
              <a:ext uri="{FF2B5EF4-FFF2-40B4-BE49-F238E27FC236}">
                <a16:creationId xmlns:a16="http://schemas.microsoft.com/office/drawing/2014/main" id="{94D5E7C4-AA3A-714B-AB65-881F761FB1FA}"/>
              </a:ext>
            </a:extLst>
          </p:cNvPr>
          <p:cNvPicPr>
            <a:picLocks noChangeAspect="1"/>
          </p:cNvPicPr>
          <p:nvPr/>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3D1C8BA7-EEFD-584D-BDC5-F7B7AAD50252}"/>
              </a:ext>
            </a:extLst>
          </p:cNvPr>
          <p:cNvSpPr/>
          <p:nvPr/>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4" name="Title 1">
            <a:extLst>
              <a:ext uri="{FF2B5EF4-FFF2-40B4-BE49-F238E27FC236}">
                <a16:creationId xmlns:a16="http://schemas.microsoft.com/office/drawing/2014/main" id="{881D9BB0-FDB4-1643-A5BC-76B17B0E9E7A}"/>
              </a:ext>
            </a:extLst>
          </p:cNvPr>
          <p:cNvSpPr>
            <a:spLocks noGrp="1"/>
          </p:cNvSpPr>
          <p:nvPr>
            <p:ph type="ctrTitle" hasCustomPrompt="1"/>
          </p:nvPr>
        </p:nvSpPr>
        <p:spPr>
          <a:xfrm>
            <a:off x="2815271" y="2289120"/>
            <a:ext cx="6402301" cy="1655763"/>
          </a:xfrm>
          <a:prstGeom prst="rect">
            <a:avLst/>
          </a:prstGeom>
        </p:spPr>
        <p:txBody>
          <a:bodyPr lIns="0" tIns="0" rIns="0" bIns="0" anchor="t">
            <a:normAutofit/>
          </a:bodyPr>
          <a:lstStyle>
            <a:lvl1pPr algn="ctr">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5" name="Text Placeholder 9">
            <a:extLst>
              <a:ext uri="{FF2B5EF4-FFF2-40B4-BE49-F238E27FC236}">
                <a16:creationId xmlns:a16="http://schemas.microsoft.com/office/drawing/2014/main" id="{145D1793-C324-2F44-822B-E01A274F1641}"/>
              </a:ext>
            </a:extLst>
          </p:cNvPr>
          <p:cNvSpPr>
            <a:spLocks noGrp="1"/>
          </p:cNvSpPr>
          <p:nvPr>
            <p:ph type="body" sz="quarter" idx="11" hasCustomPrompt="1"/>
          </p:nvPr>
        </p:nvSpPr>
        <p:spPr>
          <a:xfrm>
            <a:off x="4565242" y="1611477"/>
            <a:ext cx="2902358" cy="295275"/>
          </a:xfrm>
          <a:prstGeom prst="rect">
            <a:avLst/>
          </a:prstGeom>
        </p:spPr>
        <p:txBody>
          <a:bodyPr lIns="0" tIns="0" rIns="0" bIns="0">
            <a:normAutofit/>
          </a:bodyPr>
          <a:lstStyle>
            <a:lvl1pPr marL="0" indent="0" algn="ctr">
              <a:buFontTx/>
              <a:buNone/>
              <a:defRPr sz="18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sp>
        <p:nvSpPr>
          <p:cNvPr id="6" name="Subtitle 2">
            <a:extLst>
              <a:ext uri="{FF2B5EF4-FFF2-40B4-BE49-F238E27FC236}">
                <a16:creationId xmlns:a16="http://schemas.microsoft.com/office/drawing/2014/main" id="{12BC1185-857F-BF4F-A097-153EFBDA80F6}"/>
              </a:ext>
            </a:extLst>
          </p:cNvPr>
          <p:cNvSpPr>
            <a:spLocks noGrp="1"/>
          </p:cNvSpPr>
          <p:nvPr>
            <p:ph type="subTitle" idx="1" hasCustomPrompt="1"/>
          </p:nvPr>
        </p:nvSpPr>
        <p:spPr>
          <a:xfrm>
            <a:off x="3635828" y="4195872"/>
            <a:ext cx="4920344" cy="607572"/>
          </a:xfrm>
          <a:prstGeom prst="rect">
            <a:avLst/>
          </a:prstGeom>
        </p:spPr>
        <p:txBody>
          <a:bodyPr lIns="0" tIns="0" rIns="0" bIns="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A5D443CC-0BC6-3D4A-A896-85EAC5F854CA}"/>
              </a:ext>
            </a:extLst>
          </p:cNvPr>
          <p:cNvPicPr>
            <a:picLocks noChangeAspect="1"/>
          </p:cNvPicPr>
          <p:nvPr/>
        </p:nvPicPr>
        <p:blipFill>
          <a:blip r:embed="rId3"/>
          <a:stretch>
            <a:fillRect/>
          </a:stretch>
        </p:blipFill>
        <p:spPr>
          <a:xfrm>
            <a:off x="5657850" y="5246523"/>
            <a:ext cx="876300" cy="876300"/>
          </a:xfrm>
          <a:prstGeom prst="rect">
            <a:avLst/>
          </a:prstGeom>
        </p:spPr>
      </p:pic>
      <p:pic>
        <p:nvPicPr>
          <p:cNvPr id="12" name="Picture 11">
            <a:extLst>
              <a:ext uri="{FF2B5EF4-FFF2-40B4-BE49-F238E27FC236}">
                <a16:creationId xmlns:a16="http://schemas.microsoft.com/office/drawing/2014/main" id="{F19FAC25-A7F3-C24E-B4E9-8EC49C30E529}"/>
              </a:ext>
            </a:extLst>
          </p:cNvPr>
          <p:cNvPicPr>
            <a:picLocks noChangeAspect="1"/>
          </p:cNvPicPr>
          <p:nvPr userDrawn="1"/>
        </p:nvPicPr>
        <p:blipFill>
          <a:blip r:embed="rId3"/>
          <a:stretch>
            <a:fillRect/>
          </a:stretch>
        </p:blipFill>
        <p:spPr>
          <a:xfrm>
            <a:off x="5657850" y="5246523"/>
            <a:ext cx="876300" cy="876300"/>
          </a:xfrm>
          <a:prstGeom prst="rect">
            <a:avLst/>
          </a:prstGeom>
        </p:spPr>
      </p:pic>
    </p:spTree>
    <p:extLst>
      <p:ext uri="{BB962C8B-B14F-4D97-AF65-F5344CB8AC3E}">
        <p14:creationId xmlns:p14="http://schemas.microsoft.com/office/powerpoint/2010/main" val="45790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rgbClr val="D500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5D4C-E2BA-FC41-B781-35F9710CC052}"/>
              </a:ext>
            </a:extLst>
          </p:cNvPr>
          <p:cNvSpPr>
            <a:spLocks noGrp="1"/>
          </p:cNvSpPr>
          <p:nvPr>
            <p:ph type="ctrTitle" hasCustomPrompt="1"/>
          </p:nvPr>
        </p:nvSpPr>
        <p:spPr>
          <a:xfrm>
            <a:off x="1732705" y="2205037"/>
            <a:ext cx="5876785" cy="1655763"/>
          </a:xfrm>
          <a:prstGeom prst="rect">
            <a:avLst/>
          </a:prstGeom>
        </p:spPr>
        <p:txBody>
          <a:bodyPr lIns="0" tIns="0" rIns="0" bIns="0" anchor="t">
            <a:normAutofit/>
          </a:bodyPr>
          <a:lstStyle>
            <a:lvl1pPr algn="l">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3" name="Subtitle 2">
            <a:extLst>
              <a:ext uri="{FF2B5EF4-FFF2-40B4-BE49-F238E27FC236}">
                <a16:creationId xmlns:a16="http://schemas.microsoft.com/office/drawing/2014/main" id="{CF14086E-82B4-ED47-AD55-AB40607C0484}"/>
              </a:ext>
            </a:extLst>
          </p:cNvPr>
          <p:cNvSpPr>
            <a:spLocks noGrp="1"/>
          </p:cNvSpPr>
          <p:nvPr>
            <p:ph type="subTitle" idx="1" hasCustomPrompt="1"/>
          </p:nvPr>
        </p:nvSpPr>
        <p:spPr>
          <a:xfrm>
            <a:off x="1732705" y="4099548"/>
            <a:ext cx="5876784" cy="607572"/>
          </a:xfrm>
          <a:prstGeom prst="rect">
            <a:avLst/>
          </a:prstGeom>
        </p:spPr>
        <p:txBody>
          <a:bodyPr lIns="0" tIns="0" rIns="0" b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sp>
        <p:nvSpPr>
          <p:cNvPr id="4" name="Text Placeholder 9">
            <a:extLst>
              <a:ext uri="{FF2B5EF4-FFF2-40B4-BE49-F238E27FC236}">
                <a16:creationId xmlns:a16="http://schemas.microsoft.com/office/drawing/2014/main" id="{20A15A9D-096D-4642-BCED-084CA3DB7794}"/>
              </a:ext>
            </a:extLst>
          </p:cNvPr>
          <p:cNvSpPr>
            <a:spLocks noGrp="1"/>
          </p:cNvSpPr>
          <p:nvPr>
            <p:ph type="body" sz="quarter" idx="11" hasCustomPrompt="1"/>
          </p:nvPr>
        </p:nvSpPr>
        <p:spPr>
          <a:xfrm>
            <a:off x="1732705" y="4945868"/>
            <a:ext cx="2902358" cy="295275"/>
          </a:xfrm>
          <a:prstGeom prst="rect">
            <a:avLst/>
          </a:prstGeom>
        </p:spPr>
        <p:txBody>
          <a:bodyPr lIns="0" tIns="0" rIns="0" bIns="0"/>
          <a:lstStyle>
            <a:lvl1pPr marL="0" indent="0">
              <a:buFontTx/>
              <a:buNone/>
              <a:defRPr sz="14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5" name="Picture 4">
            <a:extLst>
              <a:ext uri="{FF2B5EF4-FFF2-40B4-BE49-F238E27FC236}">
                <a16:creationId xmlns:a16="http://schemas.microsoft.com/office/drawing/2014/main" id="{BF33A904-EC83-5743-9E0B-7E8D3EF4724E}"/>
              </a:ext>
            </a:extLst>
          </p:cNvPr>
          <p:cNvPicPr>
            <a:picLocks noChangeAspect="1"/>
          </p:cNvPicPr>
          <p:nvPr/>
        </p:nvPicPr>
        <p:blipFill rotWithShape="1">
          <a:blip r:embed="rId2"/>
          <a:srcRect l="13534" t="1686" r="76195" b="71329"/>
          <a:stretch/>
        </p:blipFill>
        <p:spPr>
          <a:xfrm>
            <a:off x="1650124" y="115614"/>
            <a:ext cx="1252234" cy="1850675"/>
          </a:xfrm>
          <a:prstGeom prst="rect">
            <a:avLst/>
          </a:prstGeom>
        </p:spPr>
      </p:pic>
      <p:pic>
        <p:nvPicPr>
          <p:cNvPr id="7" name="Picture 6">
            <a:extLst>
              <a:ext uri="{FF2B5EF4-FFF2-40B4-BE49-F238E27FC236}">
                <a16:creationId xmlns:a16="http://schemas.microsoft.com/office/drawing/2014/main" id="{67278586-14BC-D246-91E3-D3363FB09E18}"/>
              </a:ext>
            </a:extLst>
          </p:cNvPr>
          <p:cNvPicPr>
            <a:picLocks noChangeAspect="1"/>
          </p:cNvPicPr>
          <p:nvPr/>
        </p:nvPicPr>
        <p:blipFill>
          <a:blip r:embed="rId3"/>
          <a:stretch>
            <a:fillRect/>
          </a:stretch>
        </p:blipFill>
        <p:spPr>
          <a:xfrm>
            <a:off x="8577469" y="5865392"/>
            <a:ext cx="3091621" cy="595871"/>
          </a:xfrm>
          <a:prstGeom prst="rect">
            <a:avLst/>
          </a:prstGeom>
        </p:spPr>
      </p:pic>
      <p:pic>
        <p:nvPicPr>
          <p:cNvPr id="8" name="Picture 7">
            <a:extLst>
              <a:ext uri="{FF2B5EF4-FFF2-40B4-BE49-F238E27FC236}">
                <a16:creationId xmlns:a16="http://schemas.microsoft.com/office/drawing/2014/main" id="{E828457E-57CF-E648-BAF2-42E9BED8C4C8}"/>
              </a:ext>
            </a:extLst>
          </p:cNvPr>
          <p:cNvPicPr>
            <a:picLocks noChangeAspect="1"/>
          </p:cNvPicPr>
          <p:nvPr userDrawn="1"/>
        </p:nvPicPr>
        <p:blipFill rotWithShape="1">
          <a:blip r:embed="rId2"/>
          <a:srcRect l="13534" t="1686" r="76195" b="71329"/>
          <a:stretch/>
        </p:blipFill>
        <p:spPr>
          <a:xfrm>
            <a:off x="1650124" y="115614"/>
            <a:ext cx="1252234" cy="1850675"/>
          </a:xfrm>
          <a:prstGeom prst="rect">
            <a:avLst/>
          </a:prstGeom>
        </p:spPr>
      </p:pic>
      <p:pic>
        <p:nvPicPr>
          <p:cNvPr id="9" name="Picture 8">
            <a:extLst>
              <a:ext uri="{FF2B5EF4-FFF2-40B4-BE49-F238E27FC236}">
                <a16:creationId xmlns:a16="http://schemas.microsoft.com/office/drawing/2014/main" id="{46EDB8EA-EADE-B64F-8B29-2877668CCB48}"/>
              </a:ext>
            </a:extLst>
          </p:cNvPr>
          <p:cNvPicPr>
            <a:picLocks noChangeAspect="1"/>
          </p:cNvPicPr>
          <p:nvPr userDrawn="1"/>
        </p:nvPicPr>
        <p:blipFill>
          <a:blip r:embed="rId3"/>
          <a:stretch>
            <a:fillRect/>
          </a:stretch>
        </p:blipFill>
        <p:spPr>
          <a:xfrm>
            <a:off x="8577469" y="5865392"/>
            <a:ext cx="3091621" cy="595871"/>
          </a:xfrm>
          <a:prstGeom prst="rect">
            <a:avLst/>
          </a:prstGeom>
        </p:spPr>
      </p:pic>
    </p:spTree>
    <p:extLst>
      <p:ext uri="{BB962C8B-B14F-4D97-AF65-F5344CB8AC3E}">
        <p14:creationId xmlns:p14="http://schemas.microsoft.com/office/powerpoint/2010/main" val="220405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AE95BB1C-7367-174E-86AC-B5EAD9C7E3E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13923FF0-91A2-FC4E-B343-37CB42E6761F}"/>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B3F16DF5-01AC-754C-98B2-5EA64B833BB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1960948324"/>
      </p:ext>
    </p:extLst>
  </p:cSld>
  <p:clrMapOvr>
    <a:masterClrMapping/>
  </p:clrMapOvr>
  <p:extLst>
    <p:ext uri="{DCECCB84-F9BA-43D5-87BE-67443E8EF086}">
      <p15:sldGuideLst xmlns:p15="http://schemas.microsoft.com/office/powerpoint/2012/main">
        <p15:guide id="3" orient="horz" pos="264">
          <p15:clr>
            <a:srgbClr val="FBAE40"/>
          </p15:clr>
        </p15:guide>
        <p15:guide id="4"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F257AB-AF45-934E-BFF1-AE4DC3D9D764}"/>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5" name="Text Placeholder 2">
            <a:extLst>
              <a:ext uri="{FF2B5EF4-FFF2-40B4-BE49-F238E27FC236}">
                <a16:creationId xmlns:a16="http://schemas.microsoft.com/office/drawing/2014/main" id="{4F372C3B-4935-CC40-AD8B-F5A0EA68A95A}"/>
              </a:ext>
            </a:extLst>
          </p:cNvPr>
          <p:cNvSpPr>
            <a:spLocks noGrp="1"/>
          </p:cNvSpPr>
          <p:nvPr>
            <p:ph idx="1"/>
          </p:nvPr>
        </p:nvSpPr>
        <p:spPr>
          <a:xfrm>
            <a:off x="5715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9959763C-470E-8D47-8354-F06F0B2376C3}"/>
              </a:ext>
            </a:extLst>
          </p:cNvPr>
          <p:cNvSpPr>
            <a:spLocks noGrp="1"/>
          </p:cNvSpPr>
          <p:nvPr>
            <p:ph idx="10"/>
          </p:nvPr>
        </p:nvSpPr>
        <p:spPr>
          <a:xfrm>
            <a:off x="63881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C5E7EF66-5690-E042-9372-0EEDCB01E7C0}"/>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7000779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F6C8-2EBB-C945-9D96-59D1AC7D5F5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EFCDC9-0012-9940-B483-68070FCFA483}"/>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57A52CA9-3359-964B-B846-8B297BC676A2}"/>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30353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D562A-841F-164A-BD9C-341DA56A807C}"/>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5A3D1445-9D6D-964A-AC7A-DE437353B56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7093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70E8F9-5D9E-104F-82AD-62803F277A1F}"/>
              </a:ext>
            </a:extLst>
          </p:cNvPr>
          <p:cNvCxnSpPr/>
          <p:nvPr/>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4152CFAA-0912-6041-857E-9E2DB17FF3E5}"/>
              </a:ext>
            </a:extLst>
          </p:cNvPr>
          <p:cNvSpPr>
            <a:spLocks noGrp="1"/>
          </p:cNvSpPr>
          <p:nvPr>
            <p:ph type="body" sz="quarter" idx="12" hasCustomPrompt="1"/>
          </p:nvPr>
        </p:nvSpPr>
        <p:spPr>
          <a:xfrm>
            <a:off x="6926811" y="1439648"/>
            <a:ext cx="435077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8" name="Content Placeholder 11">
            <a:extLst>
              <a:ext uri="{FF2B5EF4-FFF2-40B4-BE49-F238E27FC236}">
                <a16:creationId xmlns:a16="http://schemas.microsoft.com/office/drawing/2014/main" id="{4534FDD0-98EB-0E4B-BA13-8EFEC697F5A6}"/>
              </a:ext>
            </a:extLst>
          </p:cNvPr>
          <p:cNvSpPr>
            <a:spLocks noGrp="1"/>
          </p:cNvSpPr>
          <p:nvPr>
            <p:ph sz="quarter" idx="13"/>
          </p:nvPr>
        </p:nvSpPr>
        <p:spPr>
          <a:xfrm>
            <a:off x="6926262" y="2759720"/>
            <a:ext cx="4351333" cy="291147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p:txBody>
      </p:sp>
      <p:sp>
        <p:nvSpPr>
          <p:cNvPr id="11" name="Picture Placeholder 4">
            <a:extLst>
              <a:ext uri="{FF2B5EF4-FFF2-40B4-BE49-F238E27FC236}">
                <a16:creationId xmlns:a16="http://schemas.microsoft.com/office/drawing/2014/main" id="{2AE6B37B-7A9E-AC4A-8603-521DF936A0CE}"/>
              </a:ext>
            </a:extLst>
          </p:cNvPr>
          <p:cNvSpPr>
            <a:spLocks noGrp="1"/>
          </p:cNvSpPr>
          <p:nvPr>
            <p:ph type="pic" sz="quarter" idx="10"/>
          </p:nvPr>
        </p:nvSpPr>
        <p:spPr>
          <a:xfrm>
            <a:off x="571500" y="996585"/>
            <a:ext cx="4838700" cy="4864830"/>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cxnSp>
        <p:nvCxnSpPr>
          <p:cNvPr id="9" name="Straight Connector 8">
            <a:extLst>
              <a:ext uri="{FF2B5EF4-FFF2-40B4-BE49-F238E27FC236}">
                <a16:creationId xmlns:a16="http://schemas.microsoft.com/office/drawing/2014/main" id="{E503B19A-E5F1-7849-87E8-BC837A98B735}"/>
              </a:ext>
            </a:extLst>
          </p:cNvPr>
          <p:cNvCxnSpPr/>
          <p:nvPr userDrawn="1"/>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2" name="Footer Placeholder 1">
            <a:extLst>
              <a:ext uri="{FF2B5EF4-FFF2-40B4-BE49-F238E27FC236}">
                <a16:creationId xmlns:a16="http://schemas.microsoft.com/office/drawing/2014/main" id="{FCAA305B-15BF-6C42-8F96-6626A688DEAD}"/>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220748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8475C8-B220-2F40-8250-A8DABF108741}"/>
              </a:ext>
            </a:extLst>
          </p:cNvPr>
          <p:cNvPicPr>
            <a:picLocks noChangeAspect="1"/>
          </p:cNvPicPr>
          <p:nvPr/>
        </p:nvPicPr>
        <p:blipFill rotWithShape="1">
          <a:blip r:embed="rId2"/>
          <a:srcRect t="-2" r="80192" b="1"/>
          <a:stretch/>
        </p:blipFill>
        <p:spPr>
          <a:xfrm>
            <a:off x="0" y="1"/>
            <a:ext cx="2414954" cy="6857999"/>
          </a:xfrm>
          <a:prstGeom prst="rect">
            <a:avLst/>
          </a:prstGeom>
        </p:spPr>
      </p:pic>
      <p:sp>
        <p:nvSpPr>
          <p:cNvPr id="3" name="Rectangle 2">
            <a:extLst>
              <a:ext uri="{FF2B5EF4-FFF2-40B4-BE49-F238E27FC236}">
                <a16:creationId xmlns:a16="http://schemas.microsoft.com/office/drawing/2014/main" id="{DCE3E459-9CC3-0140-8DAD-816081458959}"/>
              </a:ext>
            </a:extLst>
          </p:cNvPr>
          <p:cNvSpPr/>
          <p:nvPr userDrawn="1"/>
        </p:nvSpPr>
        <p:spPr>
          <a:xfrm>
            <a:off x="196645" y="6439768"/>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TextBox 6">
            <a:extLst>
              <a:ext uri="{FF2B5EF4-FFF2-40B4-BE49-F238E27FC236}">
                <a16:creationId xmlns:a16="http://schemas.microsoft.com/office/drawing/2014/main" id="{E0F14035-00BE-DA4B-8DEA-5CF7088969E9}"/>
              </a:ext>
            </a:extLst>
          </p:cNvPr>
          <p:cNvSpPr txBox="1"/>
          <p:nvPr userDrawn="1"/>
        </p:nvSpPr>
        <p:spPr>
          <a:xfrm>
            <a:off x="157317" y="6409911"/>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DD3743E-57E4-804E-B8B7-FE965FD0802B}"/>
              </a:ext>
            </a:extLst>
          </p:cNvPr>
          <p:cNvSpPr>
            <a:spLocks noGrp="1"/>
          </p:cNvSpPr>
          <p:nvPr>
            <p:ph type="body" sz="quarter" idx="12" hasCustomPrompt="1"/>
          </p:nvPr>
        </p:nvSpPr>
        <p:spPr>
          <a:xfrm>
            <a:off x="5637229" y="1439648"/>
            <a:ext cx="594831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11" name="Content Placeholder 11">
            <a:extLst>
              <a:ext uri="{FF2B5EF4-FFF2-40B4-BE49-F238E27FC236}">
                <a16:creationId xmlns:a16="http://schemas.microsoft.com/office/drawing/2014/main" id="{8CD0619C-95A7-664C-8775-F34BF89EE6A4}"/>
              </a:ext>
            </a:extLst>
          </p:cNvPr>
          <p:cNvSpPr>
            <a:spLocks noGrp="1"/>
          </p:cNvSpPr>
          <p:nvPr>
            <p:ph sz="quarter" idx="13"/>
          </p:nvPr>
        </p:nvSpPr>
        <p:spPr>
          <a:xfrm>
            <a:off x="5637230" y="2759720"/>
            <a:ext cx="5948312" cy="3169740"/>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8" name="Picture Placeholder 9">
            <a:extLst>
              <a:ext uri="{FF2B5EF4-FFF2-40B4-BE49-F238E27FC236}">
                <a16:creationId xmlns:a16="http://schemas.microsoft.com/office/drawing/2014/main" id="{F74CC7FA-159A-A245-AC24-50F9BEA24315}"/>
              </a:ext>
            </a:extLst>
          </p:cNvPr>
          <p:cNvSpPr>
            <a:spLocks noGrp="1"/>
          </p:cNvSpPr>
          <p:nvPr>
            <p:ph type="pic" sz="quarter" idx="11"/>
          </p:nvPr>
        </p:nvSpPr>
        <p:spPr>
          <a:xfrm>
            <a:off x="839435" y="1439648"/>
            <a:ext cx="3859565" cy="3970552"/>
          </a:xfrm>
          <a:custGeom>
            <a:avLst/>
            <a:gdLst>
              <a:gd name="connsiteX0" fmla="*/ 0 w 3181350"/>
              <a:gd name="connsiteY0" fmla="*/ 0 h 3181350"/>
              <a:gd name="connsiteX1" fmla="*/ 3181350 w 3181350"/>
              <a:gd name="connsiteY1" fmla="*/ 0 h 3181350"/>
              <a:gd name="connsiteX2" fmla="*/ 3181350 w 3181350"/>
              <a:gd name="connsiteY2" fmla="*/ 3181350 h 3181350"/>
              <a:gd name="connsiteX3" fmla="*/ 0 w 3181350"/>
              <a:gd name="connsiteY3" fmla="*/ 3181350 h 3181350"/>
            </a:gdLst>
            <a:ahLst/>
            <a:cxnLst>
              <a:cxn ang="0">
                <a:pos x="connsiteX0" y="connsiteY0"/>
              </a:cxn>
              <a:cxn ang="0">
                <a:pos x="connsiteX1" y="connsiteY1"/>
              </a:cxn>
              <a:cxn ang="0">
                <a:pos x="connsiteX2" y="connsiteY2"/>
              </a:cxn>
              <a:cxn ang="0">
                <a:pos x="connsiteX3" y="connsiteY3"/>
              </a:cxn>
            </a:cxnLst>
            <a:rect l="l" t="t" r="r" b="b"/>
            <a:pathLst>
              <a:path w="3181350" h="3181350">
                <a:moveTo>
                  <a:pt x="0" y="0"/>
                </a:moveTo>
                <a:lnTo>
                  <a:pt x="3181350" y="0"/>
                </a:lnTo>
                <a:lnTo>
                  <a:pt x="3181350" y="3181350"/>
                </a:lnTo>
                <a:lnTo>
                  <a:pt x="0" y="3181350"/>
                </a:lnTo>
                <a:close/>
              </a:path>
            </a:pathLst>
          </a:custGeom>
          <a:pattFill prst="pct20">
            <a:fgClr>
              <a:schemeClr val="accent1"/>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sp>
        <p:nvSpPr>
          <p:cNvPr id="2" name="Footer Placeholder 1">
            <a:extLst>
              <a:ext uri="{FF2B5EF4-FFF2-40B4-BE49-F238E27FC236}">
                <a16:creationId xmlns:a16="http://schemas.microsoft.com/office/drawing/2014/main" id="{9F20A646-7949-4A45-83F2-C982BA44660D}"/>
              </a:ext>
            </a:extLst>
          </p:cNvPr>
          <p:cNvSpPr>
            <a:spLocks noGrp="1"/>
          </p:cNvSpPr>
          <p:nvPr>
            <p:ph type="ftr" sz="quarter" idx="14"/>
          </p:nvPr>
        </p:nvSpPr>
        <p:spPr>
          <a:xfrm>
            <a:off x="563722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15423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09CDF7-6D7C-E843-B704-0D26734AE631}"/>
              </a:ext>
            </a:extLst>
          </p:cNvPr>
          <p:cNvPicPr>
            <a:picLocks noChangeAspect="1"/>
          </p:cNvPicPr>
          <p:nvPr userDrawn="1"/>
        </p:nvPicPr>
        <p:blipFill rotWithShape="1">
          <a:blip r:embed="rId2"/>
          <a:srcRect t="65897" r="80192"/>
          <a:stretch/>
        </p:blipFill>
        <p:spPr>
          <a:xfrm>
            <a:off x="9097108" y="3791960"/>
            <a:ext cx="2414954" cy="2338753"/>
          </a:xfrm>
          <a:prstGeom prst="rect">
            <a:avLst/>
          </a:prstGeom>
        </p:spPr>
      </p:pic>
      <p:sp>
        <p:nvSpPr>
          <p:cNvPr id="9" name="Picture Placeholder 8">
            <a:extLst>
              <a:ext uri="{FF2B5EF4-FFF2-40B4-BE49-F238E27FC236}">
                <a16:creationId xmlns:a16="http://schemas.microsoft.com/office/drawing/2014/main" id="{821B9663-D2FB-0A47-B820-68385720A808}"/>
              </a:ext>
            </a:extLst>
          </p:cNvPr>
          <p:cNvSpPr>
            <a:spLocks noGrp="1"/>
          </p:cNvSpPr>
          <p:nvPr>
            <p:ph type="pic" sz="quarter" idx="10"/>
          </p:nvPr>
        </p:nvSpPr>
        <p:spPr>
          <a:xfrm>
            <a:off x="6362702" y="1437125"/>
            <a:ext cx="4679887" cy="4218683"/>
          </a:xfrm>
          <a:prstGeom prst="rect">
            <a:avLst/>
          </a:prstGeom>
          <a:pattFill prst="pct20">
            <a:fgClr>
              <a:srgbClr val="D50032"/>
            </a:fgClr>
            <a:bgClr>
              <a:schemeClr val="bg1"/>
            </a:bgClr>
          </a:pattFill>
        </p:spPr>
        <p:txBody>
          <a:bodyPr/>
          <a:lstStyle/>
          <a:p>
            <a:r>
              <a:rPr lang="en-US"/>
              <a:t>Click icon to add picture</a:t>
            </a:r>
          </a:p>
        </p:txBody>
      </p:sp>
      <p:sp>
        <p:nvSpPr>
          <p:cNvPr id="10" name="Title Placeholder 1">
            <a:extLst>
              <a:ext uri="{FF2B5EF4-FFF2-40B4-BE49-F238E27FC236}">
                <a16:creationId xmlns:a16="http://schemas.microsoft.com/office/drawing/2014/main" id="{2CF2F6AE-C3BD-8C44-BCE8-28FA6E40252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DA79375B-0A10-644E-AB71-8BC27B044BBA}"/>
              </a:ext>
            </a:extLst>
          </p:cNvPr>
          <p:cNvSpPr>
            <a:spLocks noGrp="1"/>
          </p:cNvSpPr>
          <p:nvPr>
            <p:ph idx="1"/>
          </p:nvPr>
        </p:nvSpPr>
        <p:spPr>
          <a:xfrm>
            <a:off x="571500" y="1437126"/>
            <a:ext cx="55245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33339FA9-D484-2141-9711-92A12FFDCAA3}"/>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108051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96AAD-EBAE-3C45-9A74-FE321ADD86E9}"/>
              </a:ext>
            </a:extLst>
          </p:cNvPr>
          <p:cNvPicPr>
            <a:picLocks noChangeAspect="1"/>
          </p:cNvPicPr>
          <p:nvPr/>
        </p:nvPicPr>
        <p:blipFill rotWithShape="1">
          <a:blip r:embed="rId2"/>
          <a:srcRect l="14776" t="88158" r="80191" b="1"/>
          <a:stretch/>
        </p:blipFill>
        <p:spPr>
          <a:xfrm rot="5400000">
            <a:off x="11507447" y="2192742"/>
            <a:ext cx="613620" cy="812045"/>
          </a:xfrm>
          <a:prstGeom prst="rect">
            <a:avLst/>
          </a:prstGeom>
        </p:spPr>
      </p:pic>
      <p:pic>
        <p:nvPicPr>
          <p:cNvPr id="7" name="Picture 6">
            <a:extLst>
              <a:ext uri="{FF2B5EF4-FFF2-40B4-BE49-F238E27FC236}">
                <a16:creationId xmlns:a16="http://schemas.microsoft.com/office/drawing/2014/main" id="{811B2469-2EB4-F84E-A129-5FBD41497F05}"/>
              </a:ext>
            </a:extLst>
          </p:cNvPr>
          <p:cNvPicPr>
            <a:picLocks noChangeAspect="1"/>
          </p:cNvPicPr>
          <p:nvPr/>
        </p:nvPicPr>
        <p:blipFill rotWithShape="1">
          <a:blip r:embed="rId2"/>
          <a:srcRect l="14776" t="88158" r="80191" b="1"/>
          <a:stretch/>
        </p:blipFill>
        <p:spPr>
          <a:xfrm rot="5400000">
            <a:off x="117451" y="2192743"/>
            <a:ext cx="613620" cy="812045"/>
          </a:xfrm>
          <a:prstGeom prst="rect">
            <a:avLst/>
          </a:prstGeom>
        </p:spPr>
      </p:pic>
      <p:sp>
        <p:nvSpPr>
          <p:cNvPr id="8" name="Title 1">
            <a:extLst>
              <a:ext uri="{FF2B5EF4-FFF2-40B4-BE49-F238E27FC236}">
                <a16:creationId xmlns:a16="http://schemas.microsoft.com/office/drawing/2014/main" id="{E3063953-EAE8-4743-B6C7-C20C322B3AD4}"/>
              </a:ext>
            </a:extLst>
          </p:cNvPr>
          <p:cNvSpPr>
            <a:spLocks noGrp="1"/>
          </p:cNvSpPr>
          <p:nvPr>
            <p:ph type="title" hasCustomPrompt="1"/>
          </p:nvPr>
        </p:nvSpPr>
        <p:spPr>
          <a:xfrm>
            <a:off x="588579" y="430105"/>
            <a:ext cx="11035861" cy="766989"/>
          </a:xfrm>
          <a:prstGeom prst="rect">
            <a:avLst/>
          </a:prstGeom>
        </p:spPr>
        <p:txBody>
          <a:bodyPr lIns="0" tIns="0" rIns="0" bIns="0" anchor="t"/>
          <a:lstStyle>
            <a:lvl1pPr algn="ctr">
              <a:defRPr/>
            </a:lvl1pPr>
          </a:lstStyle>
          <a:p>
            <a:r>
              <a:rPr lang="en-US"/>
              <a:t>Slide Title</a:t>
            </a:r>
          </a:p>
        </p:txBody>
      </p:sp>
      <p:sp>
        <p:nvSpPr>
          <p:cNvPr id="14" name="Text Placeholder 13">
            <a:extLst>
              <a:ext uri="{FF2B5EF4-FFF2-40B4-BE49-F238E27FC236}">
                <a16:creationId xmlns:a16="http://schemas.microsoft.com/office/drawing/2014/main" id="{4CA3B2DB-E136-9F42-8824-29B39C9C739D}"/>
              </a:ext>
            </a:extLst>
          </p:cNvPr>
          <p:cNvSpPr>
            <a:spLocks noGrp="1"/>
          </p:cNvSpPr>
          <p:nvPr>
            <p:ph type="body" sz="quarter" idx="14" hasCustomPrompt="1"/>
          </p:nvPr>
        </p:nvSpPr>
        <p:spPr>
          <a:xfrm>
            <a:off x="477010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7" name="Text Placeholder 13">
            <a:extLst>
              <a:ext uri="{FF2B5EF4-FFF2-40B4-BE49-F238E27FC236}">
                <a16:creationId xmlns:a16="http://schemas.microsoft.com/office/drawing/2014/main" id="{17F8106A-D2FC-2D47-99D6-D88B0EE4E5A6}"/>
              </a:ext>
            </a:extLst>
          </p:cNvPr>
          <p:cNvSpPr>
            <a:spLocks noGrp="1"/>
          </p:cNvSpPr>
          <p:nvPr>
            <p:ph type="body" sz="quarter" idx="16" hasCustomPrompt="1"/>
          </p:nvPr>
        </p:nvSpPr>
        <p:spPr>
          <a:xfrm>
            <a:off x="1121932" y="4108974"/>
            <a:ext cx="2608263" cy="438150"/>
          </a:xfrm>
          <a:prstGeom prst="rect">
            <a:avLst/>
          </a:prstGeom>
        </p:spPr>
        <p:txBody>
          <a:bodyPr>
            <a:normAutofit/>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latin typeface="Arial" panose="020B0604020202020204" pitchFamily="34" charset="0"/>
                <a:cs typeface="Arial" panose="020B0604020202020204" pitchFamily="34" charset="0"/>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9" name="Text Placeholder 13">
            <a:extLst>
              <a:ext uri="{FF2B5EF4-FFF2-40B4-BE49-F238E27FC236}">
                <a16:creationId xmlns:a16="http://schemas.microsoft.com/office/drawing/2014/main" id="{AB39890F-DEC5-6E46-8FE0-5701F842F9B2}"/>
              </a:ext>
            </a:extLst>
          </p:cNvPr>
          <p:cNvSpPr>
            <a:spLocks noGrp="1"/>
          </p:cNvSpPr>
          <p:nvPr>
            <p:ph type="body" sz="quarter" idx="18" hasCustomPrompt="1"/>
          </p:nvPr>
        </p:nvSpPr>
        <p:spPr>
          <a:xfrm>
            <a:off x="845598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20" name="Picture Placeholder 4">
            <a:extLst>
              <a:ext uri="{FF2B5EF4-FFF2-40B4-BE49-F238E27FC236}">
                <a16:creationId xmlns:a16="http://schemas.microsoft.com/office/drawing/2014/main" id="{0DA7729A-D4ED-284D-9571-BE3BCD72FD3E}"/>
              </a:ext>
            </a:extLst>
          </p:cNvPr>
          <p:cNvSpPr>
            <a:spLocks noGrp="1"/>
          </p:cNvSpPr>
          <p:nvPr>
            <p:ph type="pic" sz="quarter" idx="11" hasCustomPrompt="1"/>
          </p:nvPr>
        </p:nvSpPr>
        <p:spPr>
          <a:xfrm>
            <a:off x="1094112"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1" name="Picture Placeholder 4">
            <a:extLst>
              <a:ext uri="{FF2B5EF4-FFF2-40B4-BE49-F238E27FC236}">
                <a16:creationId xmlns:a16="http://schemas.microsoft.com/office/drawing/2014/main" id="{AC3DB5E5-FC54-CA41-88A0-0AA6CAECA36F}"/>
              </a:ext>
            </a:extLst>
          </p:cNvPr>
          <p:cNvSpPr>
            <a:spLocks noGrp="1"/>
          </p:cNvSpPr>
          <p:nvPr>
            <p:ph type="pic" sz="quarter" idx="19" hasCustomPrompt="1"/>
          </p:nvPr>
        </p:nvSpPr>
        <p:spPr>
          <a:xfrm>
            <a:off x="8468093"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2" name="Picture Placeholder 4">
            <a:extLst>
              <a:ext uri="{FF2B5EF4-FFF2-40B4-BE49-F238E27FC236}">
                <a16:creationId xmlns:a16="http://schemas.microsoft.com/office/drawing/2014/main" id="{8731F2BB-6641-754F-8594-AC40F886ED3F}"/>
              </a:ext>
            </a:extLst>
          </p:cNvPr>
          <p:cNvSpPr>
            <a:spLocks noGrp="1"/>
          </p:cNvSpPr>
          <p:nvPr>
            <p:ph type="pic" sz="quarter" idx="20" hasCustomPrompt="1"/>
          </p:nvPr>
        </p:nvSpPr>
        <p:spPr>
          <a:xfrm>
            <a:off x="4760678"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pic>
        <p:nvPicPr>
          <p:cNvPr id="15" name="Picture 14">
            <a:extLst>
              <a:ext uri="{FF2B5EF4-FFF2-40B4-BE49-F238E27FC236}">
                <a16:creationId xmlns:a16="http://schemas.microsoft.com/office/drawing/2014/main" id="{3249B61A-EC0D-074E-9EC9-5BF7523BCE24}"/>
              </a:ext>
            </a:extLst>
          </p:cNvPr>
          <p:cNvPicPr>
            <a:picLocks noChangeAspect="1"/>
          </p:cNvPicPr>
          <p:nvPr userDrawn="1"/>
        </p:nvPicPr>
        <p:blipFill rotWithShape="1">
          <a:blip r:embed="rId2"/>
          <a:srcRect l="14776" t="88158" r="80191" b="1"/>
          <a:stretch/>
        </p:blipFill>
        <p:spPr>
          <a:xfrm rot="5400000">
            <a:off x="11507447" y="2192742"/>
            <a:ext cx="613620" cy="812045"/>
          </a:xfrm>
          <a:prstGeom prst="rect">
            <a:avLst/>
          </a:prstGeom>
        </p:spPr>
      </p:pic>
      <p:pic>
        <p:nvPicPr>
          <p:cNvPr id="23" name="Picture 22">
            <a:extLst>
              <a:ext uri="{FF2B5EF4-FFF2-40B4-BE49-F238E27FC236}">
                <a16:creationId xmlns:a16="http://schemas.microsoft.com/office/drawing/2014/main" id="{8C460373-17B6-0F45-9FB4-204627AF6C4A}"/>
              </a:ext>
            </a:extLst>
          </p:cNvPr>
          <p:cNvPicPr>
            <a:picLocks noChangeAspect="1"/>
          </p:cNvPicPr>
          <p:nvPr userDrawn="1"/>
        </p:nvPicPr>
        <p:blipFill rotWithShape="1">
          <a:blip r:embed="rId2"/>
          <a:srcRect l="14776" t="88158" r="80191" b="1"/>
          <a:stretch/>
        </p:blipFill>
        <p:spPr>
          <a:xfrm rot="5400000">
            <a:off x="117451" y="2192743"/>
            <a:ext cx="613620" cy="812045"/>
          </a:xfrm>
          <a:prstGeom prst="rect">
            <a:avLst/>
          </a:prstGeom>
        </p:spPr>
      </p:pic>
      <p:sp>
        <p:nvSpPr>
          <p:cNvPr id="24" name="Content Placeholder 2">
            <a:extLst>
              <a:ext uri="{FF2B5EF4-FFF2-40B4-BE49-F238E27FC236}">
                <a16:creationId xmlns:a16="http://schemas.microsoft.com/office/drawing/2014/main" id="{75FFE1F8-E876-AF49-AF89-78C4F144D4F7}"/>
              </a:ext>
            </a:extLst>
          </p:cNvPr>
          <p:cNvSpPr>
            <a:spLocks noGrp="1"/>
          </p:cNvSpPr>
          <p:nvPr>
            <p:ph idx="1" hasCustomPrompt="1"/>
          </p:nvPr>
        </p:nvSpPr>
        <p:spPr>
          <a:xfrm>
            <a:off x="11156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5" name="Content Placeholder 2">
            <a:extLst>
              <a:ext uri="{FF2B5EF4-FFF2-40B4-BE49-F238E27FC236}">
                <a16:creationId xmlns:a16="http://schemas.microsoft.com/office/drawing/2014/main" id="{5DF30A05-AE50-F741-836C-FF7CA9FE4CD9}"/>
              </a:ext>
            </a:extLst>
          </p:cNvPr>
          <p:cNvSpPr>
            <a:spLocks noGrp="1"/>
          </p:cNvSpPr>
          <p:nvPr>
            <p:ph idx="21" hasCustomPrompt="1"/>
          </p:nvPr>
        </p:nvSpPr>
        <p:spPr>
          <a:xfrm>
            <a:off x="47605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6" name="Content Placeholder 2">
            <a:extLst>
              <a:ext uri="{FF2B5EF4-FFF2-40B4-BE49-F238E27FC236}">
                <a16:creationId xmlns:a16="http://schemas.microsoft.com/office/drawing/2014/main" id="{8C8A6EEC-8002-B04B-AFBA-7676415749B9}"/>
              </a:ext>
            </a:extLst>
          </p:cNvPr>
          <p:cNvSpPr>
            <a:spLocks noGrp="1"/>
          </p:cNvSpPr>
          <p:nvPr>
            <p:ph idx="22" hasCustomPrompt="1"/>
          </p:nvPr>
        </p:nvSpPr>
        <p:spPr>
          <a:xfrm>
            <a:off x="84562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 name="Footer Placeholder 1">
            <a:extLst>
              <a:ext uri="{FF2B5EF4-FFF2-40B4-BE49-F238E27FC236}">
                <a16:creationId xmlns:a16="http://schemas.microsoft.com/office/drawing/2014/main" id="{AFE77721-8DDD-CD44-88F4-DABDABC2E014}"/>
              </a:ext>
            </a:extLst>
          </p:cNvPr>
          <p:cNvSpPr>
            <a:spLocks noGrp="1"/>
          </p:cNvSpPr>
          <p:nvPr>
            <p:ph type="ftr" sz="quarter" idx="23"/>
          </p:nvPr>
        </p:nvSpPr>
        <p:spPr/>
        <p:txBody>
          <a:bodyPr/>
          <a:lstStyle/>
          <a:p>
            <a:r>
              <a:rPr lang="en-US"/>
              <a:t>College/Department/Presentation Name</a:t>
            </a:r>
          </a:p>
        </p:txBody>
      </p:sp>
    </p:spTree>
    <p:extLst>
      <p:ext uri="{BB962C8B-B14F-4D97-AF65-F5344CB8AC3E}">
        <p14:creationId xmlns:p14="http://schemas.microsoft.com/office/powerpoint/2010/main" val="213053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59D45DC-DD11-2B43-BCCA-0080D714F989}"/>
              </a:ext>
            </a:extLst>
          </p:cNvPr>
          <p:cNvSpPr>
            <a:spLocks noGrp="1"/>
          </p:cNvSpPr>
          <p:nvPr>
            <p:ph type="pic" sz="quarter" idx="14" hasCustomPrompt="1"/>
          </p:nvPr>
        </p:nvSpPr>
        <p:spPr>
          <a:xfrm>
            <a:off x="6096000" y="1437126"/>
            <a:ext cx="5524500" cy="4050861"/>
          </a:xfrm>
          <a:prstGeom prst="rect">
            <a:avLst/>
          </a:prstGeom>
          <a:pattFill prst="pct20">
            <a:fgClr>
              <a:schemeClr val="accent1"/>
            </a:fgClr>
            <a:bgClr>
              <a:schemeClr val="bg1"/>
            </a:bgClr>
          </a:pattFill>
        </p:spPr>
        <p:txBody>
          <a:bodyPr/>
          <a:lstStyle/>
          <a:p>
            <a:r>
              <a:rPr lang="en-US"/>
              <a:t>Click to add picture</a:t>
            </a:r>
          </a:p>
        </p:txBody>
      </p:sp>
      <p:sp>
        <p:nvSpPr>
          <p:cNvPr id="13" name="Text Placeholder 2">
            <a:extLst>
              <a:ext uri="{FF2B5EF4-FFF2-40B4-BE49-F238E27FC236}">
                <a16:creationId xmlns:a16="http://schemas.microsoft.com/office/drawing/2014/main" id="{C9E570CE-B5C1-B148-9C81-45F1379592DF}"/>
              </a:ext>
            </a:extLst>
          </p:cNvPr>
          <p:cNvSpPr>
            <a:spLocks noGrp="1"/>
          </p:cNvSpPr>
          <p:nvPr>
            <p:ph idx="1"/>
          </p:nvPr>
        </p:nvSpPr>
        <p:spPr>
          <a:xfrm>
            <a:off x="571500" y="1437126"/>
            <a:ext cx="50546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2481760B-E6B6-E948-9991-95ED7BC8EE1E}"/>
              </a:ext>
            </a:extLst>
          </p:cNvPr>
          <p:cNvSpPr>
            <a:spLocks noGrp="1"/>
          </p:cNvSpPr>
          <p:nvPr>
            <p:ph type="title"/>
          </p:nvPr>
        </p:nvSpPr>
        <p:spPr/>
        <p:txBody>
          <a:bodyPr/>
          <a:lstStyle/>
          <a:p>
            <a:r>
              <a:rPr lang="en-US"/>
              <a:t>Click to edit Master title style</a:t>
            </a:r>
          </a:p>
        </p:txBody>
      </p:sp>
      <p:sp>
        <p:nvSpPr>
          <p:cNvPr id="7" name="Footer Placeholder 1">
            <a:extLst>
              <a:ext uri="{FF2B5EF4-FFF2-40B4-BE49-F238E27FC236}">
                <a16:creationId xmlns:a16="http://schemas.microsoft.com/office/drawing/2014/main" id="{851C9981-623A-2D46-88F7-7E89F2C9A50C}"/>
              </a:ext>
            </a:extLst>
          </p:cNvPr>
          <p:cNvSpPr>
            <a:spLocks noGrp="1"/>
          </p:cNvSpPr>
          <p:nvPr>
            <p:ph type="ftr" sz="quarter" idx="15"/>
          </p:nvPr>
        </p:nvSpPr>
        <p:spPr>
          <a:xfrm>
            <a:off x="57149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001685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4390B8-F5A6-DC4C-95B7-DC0760C0D9E3}"/>
              </a:ext>
            </a:extLst>
          </p:cNvPr>
          <p:cNvSpPr>
            <a:spLocks noGrp="1"/>
          </p:cNvSpPr>
          <p:nvPr>
            <p:ph type="pic" sz="quarter" idx="13"/>
          </p:nvPr>
        </p:nvSpPr>
        <p:spPr>
          <a:xfrm>
            <a:off x="7727950" y="427475"/>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13" name="Picture Placeholder 11">
            <a:extLst>
              <a:ext uri="{FF2B5EF4-FFF2-40B4-BE49-F238E27FC236}">
                <a16:creationId xmlns:a16="http://schemas.microsoft.com/office/drawing/2014/main" id="{B8FF2F8D-D4EF-6049-A031-899F44F0E30A}"/>
              </a:ext>
            </a:extLst>
          </p:cNvPr>
          <p:cNvSpPr>
            <a:spLocks noGrp="1"/>
          </p:cNvSpPr>
          <p:nvPr>
            <p:ph type="pic" sz="quarter" idx="14"/>
          </p:nvPr>
        </p:nvSpPr>
        <p:spPr>
          <a:xfrm>
            <a:off x="7727950" y="3293224"/>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3" name="Title 2">
            <a:extLst>
              <a:ext uri="{FF2B5EF4-FFF2-40B4-BE49-F238E27FC236}">
                <a16:creationId xmlns:a16="http://schemas.microsoft.com/office/drawing/2014/main" id="{69A2A977-0915-D942-8D9B-557EB78D8118}"/>
              </a:ext>
            </a:extLst>
          </p:cNvPr>
          <p:cNvSpPr>
            <a:spLocks noGrp="1"/>
          </p:cNvSpPr>
          <p:nvPr>
            <p:ph type="title" hasCustomPrompt="1"/>
          </p:nvPr>
        </p:nvSpPr>
        <p:spPr>
          <a:xfrm>
            <a:off x="571499" y="427475"/>
            <a:ext cx="6642100" cy="811005"/>
          </a:xfrm>
          <a:prstGeom prst="rect">
            <a:avLst/>
          </a:prstGeom>
        </p:spPr>
        <p:txBody>
          <a:bodyPr/>
          <a:lstStyle/>
          <a:p>
            <a:r>
              <a:rPr lang="en-US"/>
              <a:t>Slide Title</a:t>
            </a:r>
          </a:p>
        </p:txBody>
      </p:sp>
      <p:sp>
        <p:nvSpPr>
          <p:cNvPr id="16" name="Text Placeholder 2">
            <a:extLst>
              <a:ext uri="{FF2B5EF4-FFF2-40B4-BE49-F238E27FC236}">
                <a16:creationId xmlns:a16="http://schemas.microsoft.com/office/drawing/2014/main" id="{0EF65F6D-A292-1047-808C-B11F4A287E9E}"/>
              </a:ext>
            </a:extLst>
          </p:cNvPr>
          <p:cNvSpPr>
            <a:spLocks noGrp="1"/>
          </p:cNvSpPr>
          <p:nvPr>
            <p:ph idx="1"/>
          </p:nvPr>
        </p:nvSpPr>
        <p:spPr>
          <a:xfrm>
            <a:off x="571500" y="1437126"/>
            <a:ext cx="66421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DCCE80CA-7BF4-554F-846B-768483360BCB}"/>
              </a:ext>
            </a:extLst>
          </p:cNvPr>
          <p:cNvSpPr>
            <a:spLocks noGrp="1"/>
          </p:cNvSpPr>
          <p:nvPr>
            <p:ph type="ftr" sz="quarter" idx="15"/>
          </p:nvPr>
        </p:nvSpPr>
        <p:spPr/>
        <p:txBody>
          <a:bodyPr/>
          <a:lstStyle/>
          <a:p>
            <a:r>
              <a:rPr lang="en-US"/>
              <a:t>College/Department/Presentation Name</a:t>
            </a:r>
          </a:p>
        </p:txBody>
      </p:sp>
    </p:spTree>
    <p:extLst>
      <p:ext uri="{BB962C8B-B14F-4D97-AF65-F5344CB8AC3E}">
        <p14:creationId xmlns:p14="http://schemas.microsoft.com/office/powerpoint/2010/main" val="384750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5AF2651-3E17-AA4E-9587-82202DB57AD4}"/>
              </a:ext>
            </a:extLst>
          </p:cNvPr>
          <p:cNvSpPr>
            <a:spLocks noGrp="1"/>
          </p:cNvSpPr>
          <p:nvPr>
            <p:ph type="pic" sz="quarter" idx="13"/>
          </p:nvPr>
        </p:nvSpPr>
        <p:spPr>
          <a:xfrm>
            <a:off x="571500" y="1196599"/>
            <a:ext cx="11049000" cy="3157474"/>
          </a:xfrm>
          <a:prstGeom prst="rect">
            <a:avLst/>
          </a:prstGeom>
          <a:pattFill prst="pct20">
            <a:fgClr>
              <a:srgbClr val="D50032"/>
            </a:fgClr>
            <a:bgClr>
              <a:schemeClr val="bg1"/>
            </a:bgClr>
          </a:pattFill>
        </p:spPr>
        <p:txBody>
          <a:bodyPr/>
          <a:lstStyle/>
          <a:p>
            <a:r>
              <a:rPr lang="en-US"/>
              <a:t>Click icon to add picture</a:t>
            </a:r>
          </a:p>
        </p:txBody>
      </p:sp>
      <p:sp>
        <p:nvSpPr>
          <p:cNvPr id="9" name="Title 1">
            <a:extLst>
              <a:ext uri="{FF2B5EF4-FFF2-40B4-BE49-F238E27FC236}">
                <a16:creationId xmlns:a16="http://schemas.microsoft.com/office/drawing/2014/main" id="{2E70F768-77C3-C24C-A38F-BE1E1E8A4EF9}"/>
              </a:ext>
            </a:extLst>
          </p:cNvPr>
          <p:cNvSpPr>
            <a:spLocks noGrp="1"/>
          </p:cNvSpPr>
          <p:nvPr>
            <p:ph type="title" hasCustomPrompt="1"/>
          </p:nvPr>
        </p:nvSpPr>
        <p:spPr>
          <a:xfrm>
            <a:off x="571500" y="429610"/>
            <a:ext cx="5980129" cy="766989"/>
          </a:xfrm>
          <a:prstGeom prst="rect">
            <a:avLst/>
          </a:prstGeom>
        </p:spPr>
        <p:txBody>
          <a:bodyPr lIns="0" tIns="0" rIns="0" bIns="0" anchor="t"/>
          <a:lstStyle/>
          <a:p>
            <a:r>
              <a:rPr lang="en-US"/>
              <a:t>Slide Title</a:t>
            </a:r>
          </a:p>
        </p:txBody>
      </p:sp>
      <p:sp>
        <p:nvSpPr>
          <p:cNvPr id="12" name="Content Placeholder 2">
            <a:extLst>
              <a:ext uri="{FF2B5EF4-FFF2-40B4-BE49-F238E27FC236}">
                <a16:creationId xmlns:a16="http://schemas.microsoft.com/office/drawing/2014/main" id="{43387113-3CA6-3242-ACA0-2304DF785AF1}"/>
              </a:ext>
            </a:extLst>
          </p:cNvPr>
          <p:cNvSpPr>
            <a:spLocks noGrp="1"/>
          </p:cNvSpPr>
          <p:nvPr>
            <p:ph idx="1" hasCustomPrompt="1"/>
          </p:nvPr>
        </p:nvSpPr>
        <p:spPr>
          <a:xfrm>
            <a:off x="571500" y="4654550"/>
            <a:ext cx="6196944" cy="1606550"/>
          </a:xfrm>
          <a:prstGeom prst="rect">
            <a:avLst/>
          </a:prstGeom>
        </p:spPr>
        <p:txBody>
          <a:bodyPr lIns="0" tIns="0" rIns="0" bIns="0"/>
          <a:lstStyle>
            <a:lvl1pPr>
              <a:lnSpc>
                <a:spcPct val="100000"/>
              </a:lnSpc>
              <a:defRPr lang="en-US"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 dolore magna </a:t>
            </a:r>
            <a:r>
              <a:rPr lang="en-US" b="0" i="0" err="1">
                <a:solidFill>
                  <a:srgbClr val="000000"/>
                </a:solidFill>
                <a:effectLst/>
                <a:latin typeface="Open Sans" panose="020B0606030504020204" pitchFamily="34" charset="0"/>
              </a:rPr>
              <a:t>aliqua</a:t>
            </a:r>
            <a:r>
              <a:rPr lang="en-US" b="0" i="0">
                <a:solidFill>
                  <a:srgbClr val="000000"/>
                </a:solidFill>
                <a:effectLst/>
                <a:latin typeface="Open Sans" panose="020B0606030504020204" pitchFamily="34" charset="0"/>
              </a:rPr>
              <a:t>. Ut </a:t>
            </a:r>
            <a:r>
              <a:rPr lang="en-US" b="0" i="0" err="1">
                <a:solidFill>
                  <a:srgbClr val="000000"/>
                </a:solidFill>
                <a:effectLst/>
                <a:latin typeface="Open Sans" panose="020B0606030504020204" pitchFamily="34" charset="0"/>
              </a:rPr>
              <a:t>enim</a:t>
            </a:r>
            <a:r>
              <a:rPr lang="en-US" b="0" i="0">
                <a:solidFill>
                  <a:srgbClr val="000000"/>
                </a:solidFill>
                <a:effectLst/>
                <a:latin typeface="Open Sans" panose="020B0606030504020204" pitchFamily="34" charset="0"/>
              </a:rPr>
              <a:t> ad minim </a:t>
            </a:r>
            <a:r>
              <a:rPr lang="en-US" b="0" i="0" err="1">
                <a:solidFill>
                  <a:srgbClr val="000000"/>
                </a:solidFill>
                <a:effectLst/>
                <a:latin typeface="Open Sans" panose="020B0606030504020204" pitchFamily="34" charset="0"/>
              </a:rPr>
              <a:t>veniam</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quis</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nostrud</a:t>
            </a:r>
            <a:r>
              <a:rPr lang="en-US" b="0" i="0">
                <a:solidFill>
                  <a:srgbClr val="000000"/>
                </a:solidFill>
                <a:effectLst/>
                <a:latin typeface="Open Sans" panose="020B0606030504020204" pitchFamily="34" charset="0"/>
              </a:rPr>
              <a:t> exercitation </a:t>
            </a:r>
            <a:r>
              <a:rPr lang="en-US" b="0" i="0" err="1">
                <a:solidFill>
                  <a:srgbClr val="000000"/>
                </a:solidFill>
                <a:effectLst/>
                <a:latin typeface="Open Sans" panose="020B0606030504020204" pitchFamily="34" charset="0"/>
              </a:rPr>
              <a:t>ullamco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laboris</a:t>
            </a:r>
            <a:r>
              <a:rPr lang="en-US" b="0" i="0">
                <a:solidFill>
                  <a:srgbClr val="000000"/>
                </a:solidFill>
                <a:effectLst/>
                <a:latin typeface="Open Sans" panose="020B0606030504020204" pitchFamily="34" charset="0"/>
              </a:rPr>
              <a:t> nisi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aliquip</a:t>
            </a:r>
            <a:r>
              <a:rPr lang="en-US" b="0" i="0">
                <a:solidFill>
                  <a:srgbClr val="000000"/>
                </a:solidFill>
                <a:effectLst/>
                <a:latin typeface="Open Sans" panose="020B0606030504020204" pitchFamily="34" charset="0"/>
              </a:rPr>
              <a:t> ex </a:t>
            </a:r>
            <a:r>
              <a:rPr lang="en-US" b="0" i="0" err="1">
                <a:solidFill>
                  <a:srgbClr val="000000"/>
                </a:solidFill>
                <a:effectLst/>
                <a:latin typeface="Open Sans" panose="020B0606030504020204" pitchFamily="34" charset="0"/>
              </a:rPr>
              <a:t>ea</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commodo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consequat</a:t>
            </a:r>
            <a:r>
              <a:rPr lang="en-US" b="0" i="0">
                <a:solidFill>
                  <a:srgbClr val="000000"/>
                </a:solidFill>
                <a:effectLst/>
                <a:latin typeface="Open Sans" panose="020B0606030504020204" pitchFamily="34" charset="0"/>
              </a:rPr>
              <a:t>.</a:t>
            </a:r>
            <a:endParaRPr lang="en-US"/>
          </a:p>
        </p:txBody>
      </p:sp>
      <p:sp>
        <p:nvSpPr>
          <p:cNvPr id="2" name="Footer Placeholder 1">
            <a:extLst>
              <a:ext uri="{FF2B5EF4-FFF2-40B4-BE49-F238E27FC236}">
                <a16:creationId xmlns:a16="http://schemas.microsoft.com/office/drawing/2014/main" id="{547F7ABE-10AB-4E4D-AC47-355D922C8F7B}"/>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49318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585415-ECAB-7749-9438-98667466F0EE}"/>
              </a:ext>
            </a:extLst>
          </p:cNvPr>
          <p:cNvSpPr/>
          <p:nvPr/>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001E62"/>
              </a:solidFill>
              <a:latin typeface="Arial" panose="020B0604020202020204" pitchFamily="34" charset="0"/>
            </a:endParaRPr>
          </a:p>
        </p:txBody>
      </p:sp>
      <p:sp>
        <p:nvSpPr>
          <p:cNvPr id="10" name="Rectangle 9">
            <a:extLst>
              <a:ext uri="{FF2B5EF4-FFF2-40B4-BE49-F238E27FC236}">
                <a16:creationId xmlns:a16="http://schemas.microsoft.com/office/drawing/2014/main" id="{E05B460D-E86D-3A4C-92BA-4EDF763DFAFA}"/>
              </a:ext>
            </a:extLst>
          </p:cNvPr>
          <p:cNvSpPr/>
          <p:nvPr userDrawn="1"/>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Arial" panose="020B0604020202020204" pitchFamily="34" charset="0"/>
            </a:endParaRPr>
          </a:p>
        </p:txBody>
      </p:sp>
      <p:pic>
        <p:nvPicPr>
          <p:cNvPr id="9" name="Picture 8">
            <a:extLst>
              <a:ext uri="{FF2B5EF4-FFF2-40B4-BE49-F238E27FC236}">
                <a16:creationId xmlns:a16="http://schemas.microsoft.com/office/drawing/2014/main" id="{753367FE-A03A-0D4B-8464-6EA90E8DA41F}"/>
              </a:ext>
            </a:extLst>
          </p:cNvPr>
          <p:cNvPicPr>
            <a:picLocks noChangeAspect="1"/>
          </p:cNvPicPr>
          <p:nvPr/>
        </p:nvPicPr>
        <p:blipFill rotWithShape="1">
          <a:blip r:embed="rId2"/>
          <a:srcRect l="17162" t="77592" r="78736"/>
          <a:stretch/>
        </p:blipFill>
        <p:spPr>
          <a:xfrm rot="10800000">
            <a:off x="571500" y="-737549"/>
            <a:ext cx="500083" cy="1536790"/>
          </a:xfrm>
          <a:prstGeom prst="rect">
            <a:avLst/>
          </a:prstGeom>
        </p:spPr>
      </p:pic>
      <p:sp>
        <p:nvSpPr>
          <p:cNvPr id="11" name="Text Placeholder 14">
            <a:extLst>
              <a:ext uri="{FF2B5EF4-FFF2-40B4-BE49-F238E27FC236}">
                <a16:creationId xmlns:a16="http://schemas.microsoft.com/office/drawing/2014/main" id="{A239BCF8-7759-3A41-A514-3A4A72C6F9AF}"/>
              </a:ext>
            </a:extLst>
          </p:cNvPr>
          <p:cNvSpPr>
            <a:spLocks noGrp="1"/>
          </p:cNvSpPr>
          <p:nvPr>
            <p:ph type="body" sz="quarter" idx="15" hasCustomPrompt="1"/>
          </p:nvPr>
        </p:nvSpPr>
        <p:spPr>
          <a:xfrm>
            <a:off x="589420" y="3622452"/>
            <a:ext cx="3239719" cy="2706862"/>
          </a:xfrm>
          <a:prstGeom prst="rect">
            <a:avLst/>
          </a:prstGeom>
        </p:spPr>
        <p:txBody>
          <a:bodyPr/>
          <a:lstStyle>
            <a:lvl1pPr>
              <a:lnSpc>
                <a:spcPct val="100000"/>
              </a:lnSpc>
              <a:defRPr b="0" i="0" baseline="0">
                <a:solidFill>
                  <a:schemeClr val="bg1"/>
                </a:solidFill>
              </a:defRPr>
            </a:lvl1pPr>
          </a:lstStyle>
          <a:p>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con</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tetur</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al</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adipiscinge</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l </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sahanis</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nib</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u</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h</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eget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justo</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ne</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sed</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gravida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est</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asa</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endParaRPr lang="en-US" sz="200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E3A340C-ED98-6C4F-A999-F28C9BE643E9}"/>
              </a:ext>
            </a:extLst>
          </p:cNvPr>
          <p:cNvSpPr>
            <a:spLocks noGrp="1"/>
          </p:cNvSpPr>
          <p:nvPr>
            <p:ph type="body" sz="quarter" idx="16" hasCustomPrompt="1"/>
          </p:nvPr>
        </p:nvSpPr>
        <p:spPr>
          <a:xfrm>
            <a:off x="571499" y="1222362"/>
            <a:ext cx="3257639" cy="461962"/>
          </a:xfrm>
          <a:prstGeom prst="rect">
            <a:avLst/>
          </a:prstGeom>
        </p:spPr>
        <p:txBody>
          <a:bodyPr>
            <a:normAutofit/>
          </a:bodyPr>
          <a:lstStyle>
            <a:lvl1pPr>
              <a:defRPr sz="1800" b="1" i="0" cap="all" spc="400" baseline="0">
                <a:solidFill>
                  <a:schemeClr val="bg1"/>
                </a:solidFill>
              </a:defRPr>
            </a:lvl1pPr>
          </a:lstStyle>
          <a:p>
            <a:r>
              <a:rPr lang="en-US" sz="2000" b="1" spc="300">
                <a:ln w="19050">
                  <a:noFill/>
                </a:ln>
                <a:solidFill>
                  <a:schemeClr val="bg1"/>
                </a:solidFill>
                <a:latin typeface="Arial" panose="020B0604020202020204" pitchFamily="34" charset="0"/>
                <a:cs typeface="Arial" panose="020B0604020202020204" pitchFamily="34" charset="0"/>
              </a:rPr>
              <a:t>SECTION HERE</a:t>
            </a:r>
          </a:p>
        </p:txBody>
      </p:sp>
      <p:sp>
        <p:nvSpPr>
          <p:cNvPr id="18" name="Text Placeholder 17">
            <a:extLst>
              <a:ext uri="{FF2B5EF4-FFF2-40B4-BE49-F238E27FC236}">
                <a16:creationId xmlns:a16="http://schemas.microsoft.com/office/drawing/2014/main" id="{4607F020-7CB7-FA45-8230-53C05BB43EA1}"/>
              </a:ext>
            </a:extLst>
          </p:cNvPr>
          <p:cNvSpPr>
            <a:spLocks noGrp="1"/>
          </p:cNvSpPr>
          <p:nvPr>
            <p:ph type="body" sz="quarter" idx="17" hasCustomPrompt="1"/>
          </p:nvPr>
        </p:nvSpPr>
        <p:spPr>
          <a:xfrm>
            <a:off x="571500" y="1866900"/>
            <a:ext cx="3225800" cy="1562100"/>
          </a:xfrm>
          <a:prstGeom prst="rect">
            <a:avLst/>
          </a:prstGeom>
        </p:spPr>
        <p:txBody>
          <a:bodyPr>
            <a:noAutofit/>
          </a:bodyPr>
          <a:lstStyle>
            <a:lvl1pPr>
              <a:defRPr sz="3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Headline Goes Here and Here</a:t>
            </a:r>
          </a:p>
        </p:txBody>
      </p:sp>
      <p:pic>
        <p:nvPicPr>
          <p:cNvPr id="12" name="Picture 11">
            <a:extLst>
              <a:ext uri="{FF2B5EF4-FFF2-40B4-BE49-F238E27FC236}">
                <a16:creationId xmlns:a16="http://schemas.microsoft.com/office/drawing/2014/main" id="{A19D2A7B-D949-D84A-B563-9285D56DA79D}"/>
              </a:ext>
            </a:extLst>
          </p:cNvPr>
          <p:cNvPicPr>
            <a:picLocks noChangeAspect="1"/>
          </p:cNvPicPr>
          <p:nvPr userDrawn="1"/>
        </p:nvPicPr>
        <p:blipFill rotWithShape="1">
          <a:blip r:embed="rId2"/>
          <a:srcRect l="17162" t="77592" r="78736"/>
          <a:stretch/>
        </p:blipFill>
        <p:spPr>
          <a:xfrm rot="10800000">
            <a:off x="571500" y="-737549"/>
            <a:ext cx="500083" cy="1536790"/>
          </a:xfrm>
          <a:prstGeom prst="rect">
            <a:avLst/>
          </a:prstGeom>
        </p:spPr>
      </p:pic>
      <p:sp>
        <p:nvSpPr>
          <p:cNvPr id="17" name="Content Placeholder 2">
            <a:extLst>
              <a:ext uri="{FF2B5EF4-FFF2-40B4-BE49-F238E27FC236}">
                <a16:creationId xmlns:a16="http://schemas.microsoft.com/office/drawing/2014/main" id="{A4D5C75C-330E-FF43-B40F-90030894A767}"/>
              </a:ext>
            </a:extLst>
          </p:cNvPr>
          <p:cNvSpPr>
            <a:spLocks noGrp="1"/>
          </p:cNvSpPr>
          <p:nvPr>
            <p:ph idx="18"/>
          </p:nvPr>
        </p:nvSpPr>
        <p:spPr>
          <a:xfrm>
            <a:off x="4805665" y="1222362"/>
            <a:ext cx="6796915" cy="4840508"/>
          </a:xfrm>
          <a:prstGeom prst="rect">
            <a:avLst/>
          </a:prstGeom>
        </p:spPr>
        <p:txBody>
          <a:bodyPr lIns="0" tIns="0" rIns="0" bIns="0"/>
          <a:lstStyle>
            <a:lvl1pPr>
              <a:defRPr sz="1600" b="1" cap="all" spc="300" baseline="0">
                <a:solidFill>
                  <a:schemeClr val="accent1"/>
                </a:solidFill>
              </a:defRPr>
            </a:lvl1pPr>
            <a:lvl2pPr marL="12700" indent="0">
              <a:buClr>
                <a:srgbClr val="001E62"/>
              </a:buClr>
              <a:buFontTx/>
              <a:buNone/>
              <a:tabLst/>
              <a:defRPr/>
            </a:lvl2pPr>
            <a:lvl3pPr marL="641350" indent="-171450">
              <a:buClr>
                <a:srgbClr val="001E62"/>
              </a:buClr>
              <a:buFont typeface="Arial" panose="020B0604020202020204" pitchFamily="34" charset="0"/>
              <a:buChar char="•"/>
              <a:tabLst/>
              <a:defRPr/>
            </a:lvl3pPr>
            <a:lvl4pPr marL="1485900" indent="-114300">
              <a:buClr>
                <a:srgbClr val="001E62"/>
              </a:buClr>
              <a:tabLst/>
              <a:defRPr sz="1200">
                <a:solidFill>
                  <a:schemeClr val="tx1"/>
                </a:solidFill>
              </a:defRPr>
            </a:lvl4pPr>
            <a:lvl5pPr marL="1952625" indent="-123825">
              <a:buClr>
                <a:srgbClr val="001E62"/>
              </a:buClr>
              <a:tabLst/>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9" name="TextBox 18">
            <a:extLst>
              <a:ext uri="{FF2B5EF4-FFF2-40B4-BE49-F238E27FC236}">
                <a16:creationId xmlns:a16="http://schemas.microsoft.com/office/drawing/2014/main" id="{52DFFB21-BBD8-584B-AD40-5FF15F1975E2}"/>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bg1"/>
                </a:solidFill>
                <a:latin typeface="Arial" panose="020B0604020202020204" pitchFamily="34" charset="0"/>
                <a:cs typeface="Arial" panose="020B0604020202020204" pitchFamily="34" charset="0"/>
              </a:rPr>
              <a:t>‹#›</a:t>
            </a:fld>
            <a:endParaRPr lang="en-US" sz="1400" b="1">
              <a:solidFill>
                <a:schemeClr val="bg1"/>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CF9A3847-D44C-1045-9746-270828EEC7AD}"/>
              </a:ext>
            </a:extLst>
          </p:cNvPr>
          <p:cNvSpPr>
            <a:spLocks noGrp="1"/>
          </p:cNvSpPr>
          <p:nvPr>
            <p:ph type="ftr" sz="quarter" idx="19"/>
          </p:nvPr>
        </p:nvSpPr>
        <p:spPr>
          <a:xfrm>
            <a:off x="4805665" y="6419410"/>
            <a:ext cx="4114800" cy="365125"/>
          </a:xfrm>
        </p:spPr>
        <p:txBody>
          <a:bodyPr/>
          <a:lstStyle/>
          <a:p>
            <a:r>
              <a:rPr lang="en-US"/>
              <a:t>College/Department/Presentation Name</a:t>
            </a:r>
          </a:p>
        </p:txBody>
      </p:sp>
    </p:spTree>
    <p:extLst>
      <p:ext uri="{BB962C8B-B14F-4D97-AF65-F5344CB8AC3E}">
        <p14:creationId xmlns:p14="http://schemas.microsoft.com/office/powerpoint/2010/main" val="40567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A040F-DDFD-4E49-B911-5258CAF2D3E7}"/>
              </a:ext>
            </a:extLst>
          </p:cNvPr>
          <p:cNvPicPr>
            <a:picLocks noChangeAspect="1"/>
          </p:cNvPicPr>
          <p:nvPr userDrawn="1"/>
        </p:nvPicPr>
        <p:blipFill rotWithShape="1">
          <a:blip r:embed="rId2"/>
          <a:srcRect t="61111" b="7037"/>
          <a:stretch/>
        </p:blipFill>
        <p:spPr>
          <a:xfrm>
            <a:off x="0" y="2331188"/>
            <a:ext cx="12192000" cy="2184400"/>
          </a:xfrm>
          <a:prstGeom prst="rect">
            <a:avLst/>
          </a:prstGeom>
        </p:spPr>
      </p:pic>
      <p:sp>
        <p:nvSpPr>
          <p:cNvPr id="5" name="Rectangle 4">
            <a:extLst>
              <a:ext uri="{FF2B5EF4-FFF2-40B4-BE49-F238E27FC236}">
                <a16:creationId xmlns:a16="http://schemas.microsoft.com/office/drawing/2014/main" id="{048638E0-CDBC-DC4F-8BB3-C27A3270B4E9}"/>
              </a:ext>
            </a:extLst>
          </p:cNvPr>
          <p:cNvSpPr/>
          <p:nvPr userDrawn="1"/>
        </p:nvSpPr>
        <p:spPr>
          <a:xfrm>
            <a:off x="-1" y="2340565"/>
            <a:ext cx="12192000" cy="21844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8" y="3156054"/>
            <a:ext cx="11035861" cy="766989"/>
          </a:xfrm>
          <a:prstGeom prst="rect">
            <a:avLst/>
          </a:prstGeom>
        </p:spPr>
        <p:txBody>
          <a:bodyPr lIns="0" tIns="0" rIns="0" bIns="0" anchor="ctr"/>
          <a:lstStyle>
            <a:lvl1pPr algn="ctr">
              <a:defRPr>
                <a:solidFill>
                  <a:schemeClr val="bg1"/>
                </a:solidFill>
              </a:defRPr>
            </a:lvl1pPr>
          </a:lstStyle>
          <a:p>
            <a:r>
              <a:rPr lang="en-US"/>
              <a:t>Divider Slide</a:t>
            </a:r>
          </a:p>
        </p:txBody>
      </p:sp>
      <p:sp>
        <p:nvSpPr>
          <p:cNvPr id="2" name="Footer Placeholder 1">
            <a:extLst>
              <a:ext uri="{FF2B5EF4-FFF2-40B4-BE49-F238E27FC236}">
                <a16:creationId xmlns:a16="http://schemas.microsoft.com/office/drawing/2014/main" id="{D4781056-D049-3547-BEAF-CEE287C4E45D}"/>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215618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6736B9-CC46-8040-9B10-88C725D129B4}"/>
              </a:ext>
            </a:extLst>
          </p:cNvPr>
          <p:cNvPicPr>
            <a:picLocks noChangeAspect="1"/>
          </p:cNvPicPr>
          <p:nvPr userDrawn="1"/>
        </p:nvPicPr>
        <p:blipFill rotWithShape="1">
          <a:blip r:embed="rId2"/>
          <a:srcRect l="1" t="85786" r="3" b="1251"/>
          <a:stretch/>
        </p:blipFill>
        <p:spPr>
          <a:xfrm>
            <a:off x="0" y="6007100"/>
            <a:ext cx="12192000" cy="889000"/>
          </a:xfrm>
          <a:prstGeom prst="rect">
            <a:avLst/>
          </a:prstGeom>
        </p:spPr>
      </p:pic>
      <p:sp>
        <p:nvSpPr>
          <p:cNvPr id="5" name="Rectangle 4">
            <a:extLst>
              <a:ext uri="{FF2B5EF4-FFF2-40B4-BE49-F238E27FC236}">
                <a16:creationId xmlns:a16="http://schemas.microsoft.com/office/drawing/2014/main" id="{37BE2AD0-F3DD-C74E-AD44-71463A9CACDB}"/>
              </a:ext>
            </a:extLst>
          </p:cNvPr>
          <p:cNvSpPr/>
          <p:nvPr userDrawn="1"/>
        </p:nvSpPr>
        <p:spPr>
          <a:xfrm>
            <a:off x="196645" y="6409044"/>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9" y="2793176"/>
            <a:ext cx="11035861" cy="766989"/>
          </a:xfrm>
          <a:prstGeom prst="rect">
            <a:avLst/>
          </a:prstGeom>
        </p:spPr>
        <p:txBody>
          <a:bodyPr lIns="0" tIns="0" rIns="0" bIns="0" anchor="ctr"/>
          <a:lstStyle>
            <a:lvl1pPr algn="ctr">
              <a:defRPr>
                <a:solidFill>
                  <a:schemeClr val="accent2"/>
                </a:solidFill>
              </a:defRPr>
            </a:lvl1pPr>
          </a:lstStyle>
          <a:p>
            <a:r>
              <a:rPr lang="en-US"/>
              <a:t>Divider Slide</a:t>
            </a:r>
          </a:p>
        </p:txBody>
      </p:sp>
      <p:sp>
        <p:nvSpPr>
          <p:cNvPr id="4" name="TextBox 3">
            <a:extLst>
              <a:ext uri="{FF2B5EF4-FFF2-40B4-BE49-F238E27FC236}">
                <a16:creationId xmlns:a16="http://schemas.microsoft.com/office/drawing/2014/main" id="{F6AA68CF-ED20-AF4E-B696-23793AE24597}"/>
              </a:ext>
            </a:extLst>
          </p:cNvPr>
          <p:cNvSpPr txBox="1"/>
          <p:nvPr userDrawn="1"/>
        </p:nvSpPr>
        <p:spPr>
          <a:xfrm>
            <a:off x="157317" y="6369355"/>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063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466824-B371-3F4A-BBC7-17B5B0E28245}"/>
              </a:ext>
            </a:extLst>
          </p:cNvPr>
          <p:cNvPicPr>
            <a:picLocks noChangeAspect="1"/>
          </p:cNvPicPr>
          <p:nvPr/>
        </p:nvPicPr>
        <p:blipFill>
          <a:blip r:embed="rId2"/>
          <a:stretch>
            <a:fillRect/>
          </a:stretch>
        </p:blipFill>
        <p:spPr>
          <a:xfrm>
            <a:off x="4932751" y="2295148"/>
            <a:ext cx="2326497" cy="2267704"/>
          </a:xfrm>
          <a:prstGeom prst="rect">
            <a:avLst/>
          </a:prstGeom>
        </p:spPr>
      </p:pic>
      <p:pic>
        <p:nvPicPr>
          <p:cNvPr id="3" name="Picture 2">
            <a:extLst>
              <a:ext uri="{FF2B5EF4-FFF2-40B4-BE49-F238E27FC236}">
                <a16:creationId xmlns:a16="http://schemas.microsoft.com/office/drawing/2014/main" id="{19AE039C-5A95-5E48-B5F3-0DE41F24E20F}"/>
              </a:ext>
            </a:extLst>
          </p:cNvPr>
          <p:cNvPicPr>
            <a:picLocks noChangeAspect="1"/>
          </p:cNvPicPr>
          <p:nvPr userDrawn="1"/>
        </p:nvPicPr>
        <p:blipFill>
          <a:blip r:embed="rId2"/>
          <a:stretch>
            <a:fillRect/>
          </a:stretch>
        </p:blipFill>
        <p:spPr>
          <a:xfrm>
            <a:off x="4932751" y="2295148"/>
            <a:ext cx="2326497" cy="2267704"/>
          </a:xfrm>
          <a:prstGeom prst="rect">
            <a:avLst/>
          </a:prstGeom>
        </p:spPr>
      </p:pic>
    </p:spTree>
    <p:extLst>
      <p:ext uri="{BB962C8B-B14F-4D97-AF65-F5344CB8AC3E}">
        <p14:creationId xmlns:p14="http://schemas.microsoft.com/office/powerpoint/2010/main" val="3928787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18E8F-10A9-6445-A422-50AED2FB7719}"/>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DBB5935-E507-3B44-AD51-1D3B1F0405E1}"/>
              </a:ext>
            </a:extLst>
          </p:cNvPr>
          <p:cNvPicPr>
            <a:picLocks noChangeAspect="1"/>
          </p:cNvPicPr>
          <p:nvPr/>
        </p:nvPicPr>
        <p:blipFill>
          <a:blip r:embed="rId21"/>
          <a:stretch>
            <a:fillRect/>
          </a:stretch>
        </p:blipFill>
        <p:spPr>
          <a:xfrm>
            <a:off x="11462017" y="6126480"/>
            <a:ext cx="604558" cy="589280"/>
          </a:xfrm>
          <a:prstGeom prst="rect">
            <a:avLst/>
          </a:prstGeom>
        </p:spPr>
      </p:pic>
      <p:sp>
        <p:nvSpPr>
          <p:cNvPr id="9" name="Title Placeholder 1">
            <a:extLst>
              <a:ext uri="{FF2B5EF4-FFF2-40B4-BE49-F238E27FC236}">
                <a16:creationId xmlns:a16="http://schemas.microsoft.com/office/drawing/2014/main" id="{DBA86899-E688-504E-A570-178B715EA3C8}"/>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Slide Title</a:t>
            </a:r>
          </a:p>
        </p:txBody>
      </p:sp>
      <p:sp>
        <p:nvSpPr>
          <p:cNvPr id="10" name="Text Placeholder 2">
            <a:extLst>
              <a:ext uri="{FF2B5EF4-FFF2-40B4-BE49-F238E27FC236}">
                <a16:creationId xmlns:a16="http://schemas.microsoft.com/office/drawing/2014/main" id="{005117A9-42CA-BD41-9D8D-547D5CDB2A2B}"/>
              </a:ext>
            </a:extLst>
          </p:cNvPr>
          <p:cNvSpPr>
            <a:spLocks noGrp="1"/>
          </p:cNvSpPr>
          <p:nvPr>
            <p:ph type="body"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51353ED9-6758-5C4A-B0DC-BD4F58B26932}"/>
              </a:ext>
            </a:extLst>
          </p:cNvPr>
          <p:cNvPicPr>
            <a:picLocks noChangeAspect="1"/>
          </p:cNvPicPr>
          <p:nvPr userDrawn="1"/>
        </p:nvPicPr>
        <p:blipFill>
          <a:blip r:embed="rId21"/>
          <a:stretch>
            <a:fillRect/>
          </a:stretch>
        </p:blipFill>
        <p:spPr>
          <a:xfrm>
            <a:off x="11462017" y="6126480"/>
            <a:ext cx="604558" cy="589280"/>
          </a:xfrm>
          <a:prstGeom prst="rect">
            <a:avLst/>
          </a:prstGeom>
        </p:spPr>
      </p:pic>
      <p:sp>
        <p:nvSpPr>
          <p:cNvPr id="2" name="Footer Placeholder 1">
            <a:extLst>
              <a:ext uri="{FF2B5EF4-FFF2-40B4-BE49-F238E27FC236}">
                <a16:creationId xmlns:a16="http://schemas.microsoft.com/office/drawing/2014/main" id="{C7EA0ADE-DED0-334D-AE1C-0EBE7C7C1CF1}"/>
              </a:ext>
            </a:extLst>
          </p:cNvPr>
          <p:cNvSpPr>
            <a:spLocks noGrp="1"/>
          </p:cNvSpPr>
          <p:nvPr>
            <p:ph type="ftr" sz="quarter" idx="3"/>
          </p:nvPr>
        </p:nvSpPr>
        <p:spPr>
          <a:xfrm>
            <a:off x="571499" y="6419410"/>
            <a:ext cx="41148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r>
              <a:rPr lang="en-US"/>
              <a:t>College/Department/Presentation Name</a:t>
            </a:r>
          </a:p>
        </p:txBody>
      </p:sp>
    </p:spTree>
    <p:extLst>
      <p:ext uri="{BB962C8B-B14F-4D97-AF65-F5344CB8AC3E}">
        <p14:creationId xmlns:p14="http://schemas.microsoft.com/office/powerpoint/2010/main" val="230517919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21" r:id="rId6"/>
    <p:sldLayoutId id="2147483715"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6" r:id="rId16"/>
    <p:sldLayoutId id="2147483718" r:id="rId17"/>
    <p:sldLayoutId id="2147483719" r:id="rId18"/>
    <p:sldLayoutId id="2147483720" r:id="rId19"/>
  </p:sldLayoutIdLst>
  <p:hf sldNum="0" hdr="0" dt="0"/>
  <p:txStyles>
    <p:title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1000"/>
        </a:spcBef>
        <a:buFontTx/>
        <a:buNone/>
        <a:defRPr sz="2000" b="0" i="0" kern="1200">
          <a:solidFill>
            <a:schemeClr val="tx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4">
          <p15:clr>
            <a:srgbClr val="F26B43"/>
          </p15:clr>
        </p15:guide>
        <p15:guide id="4" pos="3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7B_4D437748.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exels.com/photo/raindrops-and-ripples-on-still-water-3394939/" TargetMode="External"/><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83_12703F3B.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customXml" Target="../ink/ink2.xml"/><Relationship Id="rId3" Type="http://schemas.microsoft.com/office/2018/10/relationships/comments" Target="../comments/modernComment_185_EBB1EC24.xml"/><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customXml" Target="../ink/ink1.xml"/><Relationship Id="rId10" Type="http://schemas.openxmlformats.org/officeDocument/2006/relationships/customXml" Target="../ink/ink3.xml"/><Relationship Id="rId4" Type="http://schemas.openxmlformats.org/officeDocument/2006/relationships/image" Target="../media/image12.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3" Type="http://schemas.openxmlformats.org/officeDocument/2006/relationships/image" Target="../media/image140.png"/><Relationship Id="rId18" Type="http://schemas.microsoft.com/office/2007/relationships/diagramDrawing" Target="../diagrams/drawing1.xml"/><Relationship Id="rId3" Type="http://schemas.openxmlformats.org/officeDocument/2006/relationships/customXml" Target="../ink/ink4.xml"/><Relationship Id="rId21" Type="http://schemas.openxmlformats.org/officeDocument/2006/relationships/image" Target="../media/image24.png"/><Relationship Id="rId12" Type="http://schemas.openxmlformats.org/officeDocument/2006/relationships/customXml" Target="../ink/ink5.xml"/><Relationship Id="rId17" Type="http://schemas.openxmlformats.org/officeDocument/2006/relationships/diagramColors" Target="../diagrams/colors1.xml"/><Relationship Id="rId2" Type="http://schemas.openxmlformats.org/officeDocument/2006/relationships/image" Target="../media/image21.jpeg"/><Relationship Id="rId16" Type="http://schemas.openxmlformats.org/officeDocument/2006/relationships/diagramQuickStyle" Target="../diagrams/quickStyle1.xml"/><Relationship Id="rId20" Type="http://schemas.openxmlformats.org/officeDocument/2006/relationships/image" Target="../media/image23.jpeg"/><Relationship Id="rId1" Type="http://schemas.openxmlformats.org/officeDocument/2006/relationships/slideLayout" Target="../slideLayouts/slideLayout5.xml"/><Relationship Id="rId11" Type="http://schemas.openxmlformats.org/officeDocument/2006/relationships/image" Target="../media/image130.png"/><Relationship Id="rId24" Type="http://schemas.openxmlformats.org/officeDocument/2006/relationships/image" Target="../media/image26.jpeg"/><Relationship Id="rId15" Type="http://schemas.openxmlformats.org/officeDocument/2006/relationships/diagramLayout" Target="../diagrams/layout1.xml"/><Relationship Id="rId23" Type="http://schemas.openxmlformats.org/officeDocument/2006/relationships/image" Target="../media/image25.jpeg"/><Relationship Id="rId19" Type="http://schemas.openxmlformats.org/officeDocument/2006/relationships/image" Target="../media/image22.jpeg"/><Relationship Id="rId14" Type="http://schemas.openxmlformats.org/officeDocument/2006/relationships/diagramData" Target="../diagrams/data1.xml"/><Relationship Id="rId22"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EFCD1B53-1BFE-8B23-1618-F7A76DC0E3E0}"/>
              </a:ext>
            </a:extLst>
          </p:cNvPr>
          <p:cNvSpPr txBox="1">
            <a:spLocks/>
          </p:cNvSpPr>
          <p:nvPr/>
        </p:nvSpPr>
        <p:spPr>
          <a:xfrm>
            <a:off x="6105008" y="2205037"/>
            <a:ext cx="4920343" cy="1655763"/>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Arial" panose="020B0604020202020204" pitchFamily="34" charset="0"/>
              </a:defRPr>
            </a:lvl1pPr>
          </a:lstStyle>
          <a:p>
            <a:pPr>
              <a:spcAft>
                <a:spcPts val="600"/>
              </a:spcAft>
            </a:pPr>
            <a:r>
              <a:rPr lang="en-US" b="1" i="0" kern="1200" dirty="0">
                <a:latin typeface="Arial" panose="020B0604020202020204" pitchFamily="34" charset="0"/>
                <a:ea typeface="+mj-ea"/>
                <a:cs typeface="Arial" panose="020B0604020202020204" pitchFamily="34" charset="0"/>
              </a:rPr>
              <a:t>Humidification</a:t>
            </a:r>
          </a:p>
        </p:txBody>
      </p:sp>
      <p:sp>
        <p:nvSpPr>
          <p:cNvPr id="7" name="Subtitle 3">
            <a:extLst>
              <a:ext uri="{FF2B5EF4-FFF2-40B4-BE49-F238E27FC236}">
                <a16:creationId xmlns:a16="http://schemas.microsoft.com/office/drawing/2014/main" id="{91043E3E-E824-1721-6D91-9588E9E43ACE}"/>
              </a:ext>
            </a:extLst>
          </p:cNvPr>
          <p:cNvSpPr txBox="1">
            <a:spLocks/>
          </p:cNvSpPr>
          <p:nvPr/>
        </p:nvSpPr>
        <p:spPr>
          <a:xfrm>
            <a:off x="6105008" y="4099548"/>
            <a:ext cx="4920344" cy="607572"/>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Arial" panose="020B0604020202020204" pitchFamily="34" charset="0"/>
                <a:ea typeface="+mn-ea"/>
                <a:cs typeface="+mn-cs"/>
              </a:defRPr>
            </a:lvl1pPr>
            <a:lvl2pPr marL="457200" indent="0" algn="ctr" defTabSz="914400" rtl="0" eaLnBrk="1" latinLnBrk="0" hangingPunct="1">
              <a:lnSpc>
                <a:spcPct val="100000"/>
              </a:lnSpc>
              <a:spcBef>
                <a:spcPts val="500"/>
              </a:spcBef>
              <a:buClr>
                <a:srgbClr val="001E62"/>
              </a:buClr>
              <a:buFont typeface="Arial" panose="020B0604020202020204" pitchFamily="34" charset="0"/>
              <a:buNone/>
              <a:tabLst/>
              <a:defRPr sz="2000" b="0" i="0" kern="1200">
                <a:solidFill>
                  <a:schemeClr val="tx1"/>
                </a:solidFill>
                <a:latin typeface="Arial" panose="020B0604020202020204" pitchFamily="34" charset="0"/>
                <a:ea typeface="+mn-ea"/>
                <a:cs typeface="+mn-cs"/>
              </a:defRPr>
            </a:lvl2pPr>
            <a:lvl3pPr marL="914400" indent="0" algn="ctr" defTabSz="914400" rtl="0" eaLnBrk="1" latinLnBrk="0" hangingPunct="1">
              <a:lnSpc>
                <a:spcPct val="100000"/>
              </a:lnSpc>
              <a:spcBef>
                <a:spcPts val="500"/>
              </a:spcBef>
              <a:buClr>
                <a:srgbClr val="001E62"/>
              </a:buClr>
              <a:buFont typeface="System Font Regular"/>
              <a:buNone/>
              <a:tabLst/>
              <a:defRPr sz="1800" b="0" i="0" kern="1200">
                <a:solidFill>
                  <a:schemeClr val="tx1"/>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90000"/>
              </a:lnSpc>
            </a:pPr>
            <a:r>
              <a:rPr lang="en-US" sz="2200" b="0" i="0" kern="1200">
                <a:latin typeface="Arial" panose="020B0604020202020204" pitchFamily="34" charset="0"/>
                <a:ea typeface="+mn-ea"/>
                <a:cs typeface="+mn-cs"/>
              </a:rPr>
              <a:t>Angelica Ramirez, Hiba Naqvi, Jazmin Aca, Srija </a:t>
            </a:r>
            <a:r>
              <a:rPr lang="en-US" sz="2200" b="0" i="0" kern="1200" err="1">
                <a:latin typeface="Arial" panose="020B0604020202020204" pitchFamily="34" charset="0"/>
                <a:ea typeface="+mn-ea"/>
                <a:cs typeface="+mn-cs"/>
              </a:rPr>
              <a:t>Bomma</a:t>
            </a:r>
            <a:endParaRPr lang="en-US" sz="2200" b="0" i="0" kern="1200">
              <a:latin typeface="Arial" panose="020B0604020202020204" pitchFamily="34" charset="0"/>
              <a:ea typeface="+mn-ea"/>
              <a:cs typeface="+mn-cs"/>
            </a:endParaRPr>
          </a:p>
        </p:txBody>
      </p:sp>
      <p:sp>
        <p:nvSpPr>
          <p:cNvPr id="8" name="Text Placeholder 4">
            <a:extLst>
              <a:ext uri="{FF2B5EF4-FFF2-40B4-BE49-F238E27FC236}">
                <a16:creationId xmlns:a16="http://schemas.microsoft.com/office/drawing/2014/main" id="{C3EA8842-9C16-1424-F755-F65DF35477E8}"/>
              </a:ext>
            </a:extLst>
          </p:cNvPr>
          <p:cNvSpPr txBox="1">
            <a:spLocks/>
          </p:cNvSpPr>
          <p:nvPr/>
        </p:nvSpPr>
        <p:spPr>
          <a:xfrm>
            <a:off x="6105008" y="1611477"/>
            <a:ext cx="2902358" cy="29527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1400" b="1" i="0" kern="1200" cap="all" spc="400" baseline="0">
                <a:solidFill>
                  <a:srgbClr val="D50032"/>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500"/>
              </a:spcBef>
              <a:buClr>
                <a:srgbClr val="001E62"/>
              </a:buClr>
              <a:buFontTx/>
              <a:buNone/>
              <a:tabLst/>
              <a:defRPr sz="1400" b="1" i="0" kern="1200" spc="300">
                <a:solidFill>
                  <a:srgbClr val="D50032"/>
                </a:solidFill>
                <a:latin typeface="Arial" panose="020B0604020202020204" pitchFamily="34" charset="0"/>
                <a:ea typeface="+mn-ea"/>
                <a:cs typeface="Arial" panose="020B0604020202020204" pitchFamily="34" charset="0"/>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r>
              <a:rPr lang="en-US" b="1" i="0" kern="1200" cap="all" spc="400" baseline="0" dirty="0">
                <a:latin typeface="Arial" panose="020B0604020202020204" pitchFamily="34" charset="0"/>
                <a:ea typeface="+mn-ea"/>
                <a:cs typeface="Arial" panose="020B0604020202020204" pitchFamily="34" charset="0"/>
              </a:rPr>
              <a:t>/28/25</a:t>
            </a:r>
          </a:p>
        </p:txBody>
      </p:sp>
      <p:pic>
        <p:nvPicPr>
          <p:cNvPr id="2063" name="Picture Placeholder 11" descr="Blue smoke">
            <a:extLst>
              <a:ext uri="{FF2B5EF4-FFF2-40B4-BE49-F238E27FC236}">
                <a16:creationId xmlns:a16="http://schemas.microsoft.com/office/drawing/2014/main" id="{9ED52394-546D-1883-D160-AAA941B5F70F}"/>
              </a:ext>
            </a:extLst>
          </p:cNvPr>
          <p:cNvPicPr>
            <a:picLocks noChangeAspect="1"/>
          </p:cNvPicPr>
          <p:nvPr/>
        </p:nvPicPr>
        <p:blipFill>
          <a:blip r:embed="rId3"/>
          <a:srcRect l="15908" r="15908"/>
          <a:stretch>
            <a:fillRect/>
          </a:stretch>
        </p:blipFill>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pic>
      <p:pic>
        <p:nvPicPr>
          <p:cNvPr id="2066" name="Picture Placeholder 11" descr="Blue smoke">
            <a:extLst>
              <a:ext uri="{FF2B5EF4-FFF2-40B4-BE49-F238E27FC236}">
                <a16:creationId xmlns:a16="http://schemas.microsoft.com/office/drawing/2014/main" id="{93269ACB-1452-1158-5B31-E7CCD54FA10A}"/>
              </a:ext>
            </a:extLst>
          </p:cNvPr>
          <p:cNvPicPr>
            <a:picLocks noGrp="1" noChangeAspect="1"/>
          </p:cNvPicPr>
          <p:nvPr>
            <p:ph type="pic" sz="quarter" idx="12"/>
          </p:nvPr>
        </p:nvPicPr>
        <p:blipFill>
          <a:blip r:embed="rId3"/>
          <a:srcRect l="15908" r="15908"/>
          <a:stretch>
            <a:fillRect/>
          </a:stretch>
        </p:blipFill>
        <p:spPr>
          <a:xfrm>
            <a:off x="-803275" y="0"/>
            <a:ext cx="6248400" cy="6873875"/>
          </a:xfrm>
        </p:spPr>
      </p:pic>
    </p:spTree>
    <p:extLst>
      <p:ext uri="{BB962C8B-B14F-4D97-AF65-F5344CB8AC3E}">
        <p14:creationId xmlns:p14="http://schemas.microsoft.com/office/powerpoint/2010/main" val="1296267080"/>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9EB6A-3C22-23A4-65D2-403EC1677973}"/>
              </a:ext>
            </a:extLst>
          </p:cNvPr>
          <p:cNvSpPr>
            <a:spLocks noGrp="1"/>
          </p:cNvSpPr>
          <p:nvPr>
            <p:ph type="body" sz="quarter" idx="12"/>
          </p:nvPr>
        </p:nvSpPr>
        <p:spPr/>
        <p:txBody>
          <a:bodyPr/>
          <a:lstStyle/>
          <a:p>
            <a:r>
              <a:rPr lang="en-US"/>
              <a:t>Table of Contents</a:t>
            </a:r>
            <a:endParaRPr lang="en-NZ"/>
          </a:p>
        </p:txBody>
      </p:sp>
      <p:sp>
        <p:nvSpPr>
          <p:cNvPr id="3" name="Content Placeholder 2">
            <a:extLst>
              <a:ext uri="{FF2B5EF4-FFF2-40B4-BE49-F238E27FC236}">
                <a16:creationId xmlns:a16="http://schemas.microsoft.com/office/drawing/2014/main" id="{515D3B9F-CE63-6374-496A-A142BC985E58}"/>
              </a:ext>
            </a:extLst>
          </p:cNvPr>
          <p:cNvSpPr>
            <a:spLocks noGrp="1"/>
          </p:cNvSpPr>
          <p:nvPr>
            <p:ph sz="quarter" idx="13"/>
          </p:nvPr>
        </p:nvSpPr>
        <p:spPr/>
        <p:txBody>
          <a:bodyPr>
            <a:normAutofit/>
          </a:bodyPr>
          <a:lstStyle/>
          <a:p>
            <a:pPr marL="457200" indent="-457200">
              <a:buAutoNum type="arabicPeriod"/>
            </a:pPr>
            <a:r>
              <a:rPr lang="en-US">
                <a:solidFill>
                  <a:srgbClr val="080808"/>
                </a:solidFill>
              </a:rPr>
              <a:t>Introduction</a:t>
            </a:r>
          </a:p>
          <a:p>
            <a:pPr marL="457200" indent="-457200">
              <a:buAutoNum type="arabicPeriod"/>
            </a:pPr>
            <a:r>
              <a:rPr lang="en-US">
                <a:solidFill>
                  <a:srgbClr val="080808"/>
                </a:solidFill>
              </a:rPr>
              <a:t>Theory</a:t>
            </a:r>
          </a:p>
          <a:p>
            <a:pPr marL="457200" indent="-457200">
              <a:buAutoNum type="arabicPeriod"/>
            </a:pPr>
            <a:r>
              <a:rPr lang="en-US">
                <a:solidFill>
                  <a:srgbClr val="080808"/>
                </a:solidFill>
              </a:rPr>
              <a:t>Apparatus</a:t>
            </a:r>
          </a:p>
          <a:p>
            <a:pPr marL="457200" indent="-457200">
              <a:buAutoNum type="arabicPeriod"/>
            </a:pPr>
            <a:r>
              <a:rPr lang="en-US">
                <a:solidFill>
                  <a:srgbClr val="080808"/>
                </a:solidFill>
              </a:rPr>
              <a:t>Materials and Supplies</a:t>
            </a:r>
          </a:p>
          <a:p>
            <a:pPr marL="457200" indent="-457200">
              <a:buAutoNum type="arabicPeriod"/>
            </a:pPr>
            <a:r>
              <a:rPr lang="en-US">
                <a:solidFill>
                  <a:srgbClr val="080808"/>
                </a:solidFill>
              </a:rPr>
              <a:t>Procedure</a:t>
            </a:r>
          </a:p>
          <a:p>
            <a:pPr marL="457200" indent="-457200">
              <a:buAutoNum type="arabicPeriod"/>
            </a:pPr>
            <a:r>
              <a:rPr lang="en-US">
                <a:solidFill>
                  <a:srgbClr val="080808"/>
                </a:solidFill>
              </a:rPr>
              <a:t>Dangers</a:t>
            </a:r>
          </a:p>
          <a:p>
            <a:pPr marL="457200" indent="-457200">
              <a:buAutoNum type="arabicPeriod"/>
            </a:pPr>
            <a:r>
              <a:rPr lang="en-US">
                <a:solidFill>
                  <a:srgbClr val="080808"/>
                </a:solidFill>
              </a:rPr>
              <a:t>Challenges</a:t>
            </a:r>
          </a:p>
          <a:p>
            <a:endParaRPr lang="en-US"/>
          </a:p>
          <a:p>
            <a:pPr marL="457200" indent="-457200">
              <a:buAutoNum type="arabicPeriod"/>
            </a:pPr>
            <a:endParaRPr lang="en-US"/>
          </a:p>
          <a:p>
            <a:pPr marL="457200" indent="-457200">
              <a:buAutoNum type="arabicPeriod"/>
            </a:pPr>
            <a:endParaRPr lang="en-NZ"/>
          </a:p>
        </p:txBody>
      </p:sp>
      <p:pic>
        <p:nvPicPr>
          <p:cNvPr id="12" name="Picture Placeholder 11" descr="A water droplet falling into a ripple&#10;&#10;AI-generated content may be incorrect.">
            <a:extLst>
              <a:ext uri="{FF2B5EF4-FFF2-40B4-BE49-F238E27FC236}">
                <a16:creationId xmlns:a16="http://schemas.microsoft.com/office/drawing/2014/main" id="{3AEE8A03-0A2E-8AE6-584A-2236789667F0}"/>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2696" r="12696"/>
          <a:stretch>
            <a:fillRect/>
          </a:stretch>
        </p:blipFill>
        <p:spPr/>
      </p:pic>
    </p:spTree>
    <p:extLst>
      <p:ext uri="{BB962C8B-B14F-4D97-AF65-F5344CB8AC3E}">
        <p14:creationId xmlns:p14="http://schemas.microsoft.com/office/powerpoint/2010/main" val="2080437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3090-EEB3-25CB-BF0D-6C8F34E44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EAEC0-FABC-99EA-70E8-97CEB9C3D70B}"/>
              </a:ext>
            </a:extLst>
          </p:cNvPr>
          <p:cNvSpPr>
            <a:spLocks noGrp="1"/>
          </p:cNvSpPr>
          <p:nvPr>
            <p:ph type="title"/>
          </p:nvPr>
        </p:nvSpPr>
        <p:spPr>
          <a:xfrm>
            <a:off x="571500" y="429610"/>
            <a:ext cx="5980129" cy="766989"/>
          </a:xfrm>
        </p:spPr>
        <p:txBody>
          <a:bodyPr anchor="t">
            <a:normAutofit/>
          </a:bodyPr>
          <a:lstStyle/>
          <a:p>
            <a:r>
              <a:rPr lang="en-US"/>
              <a:t>Introduction</a:t>
            </a:r>
            <a:endParaRPr lang="en-NZ"/>
          </a:p>
        </p:txBody>
      </p:sp>
      <p:sp>
        <p:nvSpPr>
          <p:cNvPr id="4" name="Content Placeholder 3">
            <a:extLst>
              <a:ext uri="{FF2B5EF4-FFF2-40B4-BE49-F238E27FC236}">
                <a16:creationId xmlns:a16="http://schemas.microsoft.com/office/drawing/2014/main" id="{92B9D41B-E737-81AA-539D-DA58B1843994}"/>
              </a:ext>
            </a:extLst>
          </p:cNvPr>
          <p:cNvSpPr>
            <a:spLocks noGrp="1"/>
          </p:cNvSpPr>
          <p:nvPr>
            <p:ph idx="1"/>
          </p:nvPr>
        </p:nvSpPr>
        <p:spPr>
          <a:xfrm>
            <a:off x="571500" y="4654550"/>
            <a:ext cx="11049000" cy="1606550"/>
          </a:xfrm>
        </p:spPr>
        <p:txBody>
          <a:bodyPr>
            <a:normAutofit fontScale="92500" lnSpcReduction="10000"/>
          </a:bodyPr>
          <a:lstStyle/>
          <a:p>
            <a:r>
              <a:rPr lang="en-NZ" dirty="0">
                <a:solidFill>
                  <a:srgbClr val="080808"/>
                </a:solidFill>
              </a:rPr>
              <a:t>The objective of this experiment is to analyze the mass and heat transfer of an air-water system in a wetted-wall humidification column by taking temperature readings at different air flow rates.  By obtaining the experimental mass and heat transfer coefficients, the effect of system variables, such as inlet air temperature and flow rate, can be studied to determine if they deviate from expected correlations. This is done by testing three air flow rates at heated and unheated conditions in the humidification column.</a:t>
            </a:r>
            <a:r>
              <a:rPr lang="en-US" dirty="0">
                <a:solidFill>
                  <a:srgbClr val="080808"/>
                </a:solidFill>
              </a:rPr>
              <a:t> </a:t>
            </a:r>
          </a:p>
          <a:p>
            <a:endParaRPr lang="en-US" dirty="0"/>
          </a:p>
        </p:txBody>
      </p:sp>
      <p:pic>
        <p:nvPicPr>
          <p:cNvPr id="3080" name="Picture 8" descr="Do You Have To Use Distilled Water In A Humidifier?">
            <a:extLst>
              <a:ext uri="{FF2B5EF4-FFF2-40B4-BE49-F238E27FC236}">
                <a16:creationId xmlns:a16="http://schemas.microsoft.com/office/drawing/2014/main" id="{6C570A96-69B8-B70E-C4B3-EE7E94CB6469}"/>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t="14975" b="1497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4610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F97E-B9DB-4193-A4F7-6447708D750D}"/>
              </a:ext>
            </a:extLst>
          </p:cNvPr>
          <p:cNvSpPr>
            <a:spLocks noGrp="1"/>
          </p:cNvSpPr>
          <p:nvPr>
            <p:ph type="title"/>
          </p:nvPr>
        </p:nvSpPr>
        <p:spPr>
          <a:xfrm>
            <a:off x="571499" y="427475"/>
            <a:ext cx="11048999" cy="811005"/>
          </a:xfrm>
        </p:spPr>
        <p:txBody>
          <a:bodyPr anchor="t">
            <a:normAutofit/>
          </a:bodyPr>
          <a:lstStyle/>
          <a:p>
            <a:r>
              <a:rPr lang="en-US" dirty="0"/>
              <a:t>Theory</a:t>
            </a:r>
          </a:p>
        </p:txBody>
      </p:sp>
      <p:sp>
        <p:nvSpPr>
          <p:cNvPr id="1036" name="Footer Placeholder 4">
            <a:extLst>
              <a:ext uri="{FF2B5EF4-FFF2-40B4-BE49-F238E27FC236}">
                <a16:creationId xmlns:a16="http://schemas.microsoft.com/office/drawing/2014/main" id="{EF5C466A-1089-18B2-A4F1-DF60B0C438A4}"/>
              </a:ext>
            </a:extLst>
          </p:cNvPr>
          <p:cNvSpPr>
            <a:spLocks noGrp="1"/>
          </p:cNvSpPr>
          <p:nvPr>
            <p:ph type="ftr" sz="quarter" idx="11"/>
          </p:nvPr>
        </p:nvSpPr>
        <p:spPr>
          <a:xfrm>
            <a:off x="571499" y="6419410"/>
            <a:ext cx="4114800" cy="365125"/>
          </a:xfrm>
        </p:spPr>
        <p:txBody>
          <a:bodyPr/>
          <a:lstStyle/>
          <a:p>
            <a:pPr>
              <a:spcAft>
                <a:spcPts val="600"/>
              </a:spcAft>
            </a:pPr>
            <a:r>
              <a:rPr lang="en-US" dirty="0"/>
              <a:t>UIC/Chemical Engineering/Humidification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4B0DBD2-EF41-2FD4-3C06-2E374FCE4DA0}"/>
                  </a:ext>
                </a:extLst>
              </p:cNvPr>
              <p:cNvSpPr txBox="1"/>
              <p:nvPr/>
            </p:nvSpPr>
            <p:spPr>
              <a:xfrm>
                <a:off x="625365" y="973175"/>
                <a:ext cx="7041932" cy="5511509"/>
              </a:xfrm>
              <a:prstGeom prst="rect">
                <a:avLst/>
              </a:prstGeom>
              <a:noFill/>
            </p:spPr>
            <p:txBody>
              <a:bodyPr wrap="square" rtlCol="0">
                <a:spAutoFit/>
              </a:bodyPr>
              <a:lstStyle/>
              <a:p>
                <a:pPr marL="285750" lvl="0" indent="-285750">
                  <a:spcBef>
                    <a:spcPts val="200"/>
                  </a:spcBef>
                  <a:spcAft>
                    <a:spcPts val="200"/>
                  </a:spcAft>
                  <a:buFont typeface="Arial" panose="020B0604020202020204" pitchFamily="34" charset="0"/>
                  <a:buChar char="•"/>
                </a:pPr>
                <a:r>
                  <a:rPr lang="en-US" sz="1400" dirty="0">
                    <a:solidFill>
                      <a:srgbClr val="080808"/>
                    </a:solidFill>
                  </a:rPr>
                  <a:t>Humidification involves simultaneous heat and mass transfer between air and a thin film of water.</a:t>
                </a:r>
              </a:p>
              <a:p>
                <a:pPr marL="285750" lvl="0" indent="-285750">
                  <a:spcBef>
                    <a:spcPts val="200"/>
                  </a:spcBef>
                  <a:spcAft>
                    <a:spcPts val="200"/>
                  </a:spcAft>
                  <a:buFont typeface="Arial" panose="020B0604020202020204" pitchFamily="34" charset="0"/>
                  <a:buChar char="•"/>
                </a:pPr>
                <a:r>
                  <a:rPr lang="en-US" sz="1400" dirty="0">
                    <a:solidFill>
                      <a:srgbClr val="080808"/>
                    </a:solidFill>
                  </a:rPr>
                  <a:t>As air moves upward, water evaporates, increasing humidity and changing air temperature.</a:t>
                </a:r>
              </a:p>
              <a:p>
                <a:pPr marL="285750" lvl="0" indent="-285750">
                  <a:spcBef>
                    <a:spcPts val="200"/>
                  </a:spcBef>
                  <a:spcAft>
                    <a:spcPts val="200"/>
                  </a:spcAft>
                  <a:buFont typeface="Arial" panose="020B0604020202020204" pitchFamily="34" charset="0"/>
                  <a:buChar char="•"/>
                </a:pPr>
                <a:r>
                  <a:rPr lang="en-US" sz="1400" dirty="0">
                    <a:solidFill>
                      <a:srgbClr val="080808"/>
                    </a:solidFill>
                  </a:rPr>
                  <a:t>Heat and mass fluxes are proportional to their driving forces:</a:t>
                </a:r>
              </a:p>
              <a:p>
                <a:pPr marL="742950" lvl="1" indent="-285750">
                  <a:spcBef>
                    <a:spcPts val="200"/>
                  </a:spcBef>
                  <a:spcAft>
                    <a:spcPts val="200"/>
                  </a:spcAft>
                  <a:buFont typeface="Arial" panose="020B0604020202020204" pitchFamily="34" charset="0"/>
                  <a:buChar char="•"/>
                </a:pPr>
                <a:r>
                  <a:rPr lang="en-US" sz="1400" dirty="0">
                    <a:solidFill>
                      <a:srgbClr val="080808"/>
                    </a:solidFill>
                  </a:rPr>
                  <a:t>Heat transfer: </a:t>
                </a:r>
                <a14:m>
                  <m:oMath xmlns:m="http://schemas.openxmlformats.org/officeDocument/2006/math">
                    <m:r>
                      <a:rPr lang="en-US" sz="1400" b="0" i="1" smtClean="0">
                        <a:solidFill>
                          <a:srgbClr val="080808"/>
                        </a:solidFill>
                        <a:latin typeface="Cambria Math" panose="02040503050406030204" pitchFamily="18" charset="0"/>
                      </a:rPr>
                      <m:t>𝑞</m:t>
                    </m:r>
                    <m:r>
                      <a:rPr lang="en-US" sz="1400" b="0" i="1" smtClean="0">
                        <a:solidFill>
                          <a:srgbClr val="080808"/>
                        </a:solidFill>
                        <a:latin typeface="Cambria Math" panose="02040503050406030204" pitchFamily="18" charset="0"/>
                      </a:rPr>
                      <m:t>=</m:t>
                    </m:r>
                    <m:r>
                      <a:rPr lang="en-US" sz="1400" b="0" i="1" smtClean="0">
                        <a:solidFill>
                          <a:srgbClr val="080808"/>
                        </a:solidFill>
                        <a:latin typeface="Cambria Math" panose="02040503050406030204" pitchFamily="18" charset="0"/>
                      </a:rPr>
                      <m:t>h</m:t>
                    </m:r>
                    <m:r>
                      <a:rPr lang="en-US" sz="1400" b="0" i="1" smtClean="0">
                        <a:solidFill>
                          <a:srgbClr val="080808"/>
                        </a:solidFill>
                        <a:latin typeface="Cambria Math" panose="02040503050406030204" pitchFamily="18" charset="0"/>
                      </a:rPr>
                      <m:t>∗</m:t>
                    </m:r>
                  </m:oMath>
                </a14:m>
                <a:r>
                  <a:rPr lang="en-US" sz="1400" dirty="0">
                    <a:solidFill>
                      <a:srgbClr val="080808"/>
                    </a:solidFill>
                  </a:rPr>
                  <a:t> </a:t>
                </a:r>
                <a:r>
                  <a:rPr lang="en-US" sz="1400" dirty="0">
                    <a:solidFill>
                      <a:srgbClr val="080808"/>
                    </a:solidFill>
                    <a:sym typeface="Symbol" panose="05050102010706020507" pitchFamily="18" charset="2"/>
                  </a:rPr>
                  <a:t></a:t>
                </a:r>
                <a14:m>
                  <m:oMath xmlns:m="http://schemas.openxmlformats.org/officeDocument/2006/math">
                    <m:r>
                      <a:rPr lang="en-US" sz="1400" b="0" i="1" dirty="0" smtClean="0">
                        <a:solidFill>
                          <a:srgbClr val="080808"/>
                        </a:solidFill>
                        <a:latin typeface="Cambria Math" panose="02040503050406030204" pitchFamily="18" charset="0"/>
                        <a:sym typeface="Symbol" panose="05050102010706020507" pitchFamily="18" charset="2"/>
                      </a:rPr>
                      <m:t>𝑇</m:t>
                    </m:r>
                  </m:oMath>
                </a14:m>
                <a:endParaRPr lang="en-US" sz="1400" dirty="0">
                  <a:solidFill>
                    <a:srgbClr val="080808"/>
                  </a:solidFill>
                </a:endParaRPr>
              </a:p>
              <a:p>
                <a:pPr marL="742950" lvl="1" indent="-285750">
                  <a:spcBef>
                    <a:spcPts val="200"/>
                  </a:spcBef>
                  <a:spcAft>
                    <a:spcPts val="200"/>
                  </a:spcAft>
                  <a:buFont typeface="Arial" panose="020B0604020202020204" pitchFamily="34" charset="0"/>
                  <a:buChar char="•"/>
                </a:pPr>
                <a:r>
                  <a:rPr lang="en-US" sz="1400" dirty="0">
                    <a:solidFill>
                      <a:srgbClr val="080808"/>
                    </a:solidFill>
                  </a:rPr>
                  <a:t>Mass transfer: </a:t>
                </a:r>
                <a14:m>
                  <m:oMath xmlns:m="http://schemas.openxmlformats.org/officeDocument/2006/math">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𝑁</m:t>
                        </m:r>
                      </m:e>
                      <m:sub>
                        <m:r>
                          <a:rPr lang="en-US" sz="1400" i="1">
                            <a:solidFill>
                              <a:srgbClr val="080808"/>
                            </a:solidFill>
                            <a:latin typeface="Cambria Math" panose="02040503050406030204" pitchFamily="18" charset="0"/>
                          </a:rPr>
                          <m:t>𝐴</m:t>
                        </m:r>
                      </m:sub>
                    </m:sSub>
                    <m:r>
                      <a:rPr lang="en-US" sz="1400" i="1">
                        <a:solidFill>
                          <a:srgbClr val="080808"/>
                        </a:solidFill>
                        <a:latin typeface="Cambria Math" panose="02040503050406030204" pitchFamily="18" charset="0"/>
                      </a:rPr>
                      <m:t>=</m:t>
                    </m:r>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𝑘</m:t>
                        </m:r>
                      </m:e>
                      <m:sub>
                        <m:r>
                          <a:rPr lang="en-US" sz="1400" i="1">
                            <a:solidFill>
                              <a:srgbClr val="080808"/>
                            </a:solidFill>
                            <a:latin typeface="Cambria Math" panose="02040503050406030204" pitchFamily="18" charset="0"/>
                          </a:rPr>
                          <m:t>𝑐</m:t>
                        </m:r>
                      </m:sub>
                    </m:sSub>
                    <m:r>
                      <a:rPr lang="en-US" sz="1400" i="1">
                        <a:solidFill>
                          <a:srgbClr val="080808"/>
                        </a:solidFill>
                        <a:latin typeface="Cambria Math" panose="02040503050406030204" pitchFamily="18" charset="0"/>
                      </a:rPr>
                      <m:t>∗</m:t>
                    </m:r>
                    <m:sSub>
                      <m:sSubPr>
                        <m:ctrlPr>
                          <a:rPr lang="en-US" sz="1400" i="1">
                            <a:solidFill>
                              <a:srgbClr val="080808"/>
                            </a:solidFill>
                            <a:latin typeface="Cambria Math" panose="02040503050406030204" pitchFamily="18" charset="0"/>
                          </a:rPr>
                        </m:ctrlPr>
                      </m:sSubPr>
                      <m:e>
                        <m:r>
                          <a:rPr lang="en-US" sz="1400" i="1" smtClean="0">
                            <a:solidFill>
                              <a:srgbClr val="080808"/>
                            </a:solidFill>
                            <a:latin typeface="Cambria Math" panose="02040503050406030204" pitchFamily="18" charset="0"/>
                            <a:sym typeface="Symbol" panose="05050102010706020507" pitchFamily="18" charset="2"/>
                          </a:rPr>
                          <m:t></m:t>
                        </m:r>
                        <m:r>
                          <a:rPr lang="en-US" sz="1400" i="1">
                            <a:solidFill>
                              <a:srgbClr val="080808"/>
                            </a:solidFill>
                            <a:latin typeface="Cambria Math" panose="02040503050406030204" pitchFamily="18" charset="0"/>
                          </a:rPr>
                          <m:t>𝐶</m:t>
                        </m:r>
                      </m:e>
                      <m:sub>
                        <m:r>
                          <a:rPr lang="en-US" sz="1400" i="1">
                            <a:solidFill>
                              <a:srgbClr val="080808"/>
                            </a:solidFill>
                            <a:latin typeface="Cambria Math" panose="02040503050406030204" pitchFamily="18" charset="0"/>
                          </a:rPr>
                          <m:t>𝐴</m:t>
                        </m:r>
                      </m:sub>
                    </m:sSub>
                    <m:r>
                      <a:rPr lang="en-US" sz="1400" b="0" i="1" smtClean="0">
                        <a:solidFill>
                          <a:srgbClr val="080808"/>
                        </a:solidFill>
                        <a:latin typeface="Cambria Math" panose="02040503050406030204" pitchFamily="18" charset="0"/>
                      </a:rPr>
                      <m:t> </m:t>
                    </m:r>
                  </m:oMath>
                </a14:m>
                <a:endParaRPr lang="en-US" sz="1400" dirty="0">
                  <a:solidFill>
                    <a:srgbClr val="080808"/>
                  </a:solidFill>
                </a:endParaRPr>
              </a:p>
              <a:p>
                <a:pPr marL="285750" lvl="0" indent="-285750">
                  <a:spcBef>
                    <a:spcPts val="200"/>
                  </a:spcBef>
                  <a:spcAft>
                    <a:spcPts val="200"/>
                  </a:spcAft>
                  <a:buFont typeface="Arial" panose="020B0604020202020204" pitchFamily="34" charset="0"/>
                  <a:buChar char="•"/>
                </a:pPr>
                <a:r>
                  <a:rPr lang="en-US" sz="1400" dirty="0">
                    <a:solidFill>
                      <a:srgbClr val="080808"/>
                    </a:solidFill>
                  </a:rPr>
                  <a:t>Gas-phase mass transfer coefficient can be correlated by the Sherwood relation: </a:t>
                </a:r>
              </a:p>
              <a:p>
                <a:pPr lvl="0">
                  <a:spcBef>
                    <a:spcPts val="200"/>
                  </a:spcBef>
                  <a:spcAft>
                    <a:spcPts val="200"/>
                  </a:spcAft>
                </a:pPr>
                <a14:m>
                  <m:oMathPara xmlns:m="http://schemas.openxmlformats.org/officeDocument/2006/math">
                    <m:oMathParaPr>
                      <m:jc m:val="centerGroup"/>
                    </m:oMathParaPr>
                    <m:oMath xmlns:m="http://schemas.openxmlformats.org/officeDocument/2006/math">
                      <m:r>
                        <a:rPr lang="en-US" sz="1400" i="1">
                          <a:solidFill>
                            <a:srgbClr val="080808"/>
                          </a:solidFill>
                          <a:latin typeface="Cambria Math" panose="02040503050406030204" pitchFamily="18" charset="0"/>
                        </a:rPr>
                        <m:t>𝑆h</m:t>
                      </m:r>
                      <m:r>
                        <a:rPr lang="en-US" sz="1400" i="1">
                          <a:solidFill>
                            <a:srgbClr val="080808"/>
                          </a:solidFill>
                          <a:latin typeface="Cambria Math" panose="02040503050406030204" pitchFamily="18" charset="0"/>
                        </a:rPr>
                        <m:t>=0.023∗</m:t>
                      </m:r>
                      <m:r>
                        <a:rPr lang="en-US" sz="1400" i="1">
                          <a:solidFill>
                            <a:srgbClr val="080808"/>
                          </a:solidFill>
                          <a:latin typeface="Cambria Math" panose="02040503050406030204" pitchFamily="18" charset="0"/>
                        </a:rPr>
                        <m:t>𝑅</m:t>
                      </m:r>
                      <m:sSup>
                        <m:sSupPr>
                          <m:ctrlPr>
                            <a:rPr lang="en-US" sz="1400" i="1">
                              <a:solidFill>
                                <a:srgbClr val="080808"/>
                              </a:solidFill>
                              <a:latin typeface="Cambria Math" panose="02040503050406030204" pitchFamily="18" charset="0"/>
                            </a:rPr>
                          </m:ctrlPr>
                        </m:sSupPr>
                        <m:e>
                          <m:r>
                            <a:rPr lang="en-US" sz="1400" i="1">
                              <a:solidFill>
                                <a:srgbClr val="080808"/>
                              </a:solidFill>
                              <a:latin typeface="Cambria Math" panose="02040503050406030204" pitchFamily="18" charset="0"/>
                            </a:rPr>
                            <m:t>𝑒</m:t>
                          </m:r>
                        </m:e>
                        <m:sup>
                          <m:r>
                            <a:rPr lang="en-US" sz="1400" i="1">
                              <a:solidFill>
                                <a:srgbClr val="080808"/>
                              </a:solidFill>
                              <a:latin typeface="Cambria Math" panose="02040503050406030204" pitchFamily="18" charset="0"/>
                            </a:rPr>
                            <m:t>0.83</m:t>
                          </m:r>
                        </m:sup>
                      </m:sSup>
                      <m:r>
                        <a:rPr lang="en-US" sz="1400" i="1">
                          <a:solidFill>
                            <a:srgbClr val="080808"/>
                          </a:solidFill>
                          <a:latin typeface="Cambria Math" panose="02040503050406030204" pitchFamily="18" charset="0"/>
                        </a:rPr>
                        <m:t>∗</m:t>
                      </m:r>
                      <m:r>
                        <a:rPr lang="en-US" sz="1400" i="1">
                          <a:solidFill>
                            <a:srgbClr val="080808"/>
                          </a:solidFill>
                          <a:latin typeface="Cambria Math" panose="02040503050406030204" pitchFamily="18" charset="0"/>
                        </a:rPr>
                        <m:t>𝑆</m:t>
                      </m:r>
                      <m:sSup>
                        <m:sSupPr>
                          <m:ctrlPr>
                            <a:rPr lang="en-US" sz="1400" i="1">
                              <a:solidFill>
                                <a:srgbClr val="080808"/>
                              </a:solidFill>
                              <a:latin typeface="Cambria Math" panose="02040503050406030204" pitchFamily="18" charset="0"/>
                            </a:rPr>
                          </m:ctrlPr>
                        </m:sSupPr>
                        <m:e>
                          <m:r>
                            <a:rPr lang="en-US" sz="1400" i="1">
                              <a:solidFill>
                                <a:srgbClr val="080808"/>
                              </a:solidFill>
                              <a:latin typeface="Cambria Math" panose="02040503050406030204" pitchFamily="18" charset="0"/>
                            </a:rPr>
                            <m:t>𝑐</m:t>
                          </m:r>
                        </m:e>
                        <m:sup>
                          <m:r>
                            <a:rPr lang="en-US" sz="1400" i="1">
                              <a:solidFill>
                                <a:srgbClr val="080808"/>
                              </a:solidFill>
                              <a:latin typeface="Cambria Math" panose="02040503050406030204" pitchFamily="18" charset="0"/>
                            </a:rPr>
                            <m:t>0.44</m:t>
                          </m:r>
                        </m:sup>
                      </m:sSup>
                    </m:oMath>
                  </m:oMathPara>
                </a14:m>
                <a:endParaRPr lang="en-US" sz="1400" dirty="0">
                  <a:solidFill>
                    <a:srgbClr val="080808"/>
                  </a:solidFill>
                </a:endParaRPr>
              </a:p>
              <a:p>
                <a:pPr marL="285750" lvl="0" indent="-285750">
                  <a:spcBef>
                    <a:spcPts val="200"/>
                  </a:spcBef>
                  <a:spcAft>
                    <a:spcPts val="200"/>
                  </a:spcAft>
                  <a:buFont typeface="Arial" panose="020B0604020202020204" pitchFamily="34" charset="0"/>
                  <a:buChar char="•"/>
                </a:pPr>
                <a:r>
                  <a:rPr lang="en-US" sz="1400" dirty="0">
                    <a:solidFill>
                      <a:srgbClr val="080808"/>
                    </a:solidFill>
                  </a:rPr>
                  <a:t>Differential balances relate local heat and mass transfer to changes in humidity and temperature:</a:t>
                </a:r>
              </a:p>
              <a:p>
                <a:pPr lvl="0">
                  <a:spcBef>
                    <a:spcPts val="200"/>
                  </a:spcBef>
                  <a:spcAft>
                    <a:spcPts val="200"/>
                  </a:spcAft>
                </a:pPr>
                <a14:m>
                  <m:oMathPara xmlns:m="http://schemas.openxmlformats.org/officeDocument/2006/math">
                    <m:oMathParaPr>
                      <m:jc m:val="centerGroup"/>
                    </m:oMathParaPr>
                    <m:oMath xmlns:m="http://schemas.openxmlformats.org/officeDocument/2006/math">
                      <m:r>
                        <a:rPr lang="en-US" sz="1400" i="1">
                          <a:solidFill>
                            <a:srgbClr val="080808"/>
                          </a:solidFill>
                          <a:latin typeface="Cambria Math" panose="02040503050406030204" pitchFamily="18" charset="0"/>
                        </a:rPr>
                        <m:t>𝑑</m:t>
                      </m:r>
                      <m:d>
                        <m:dPr>
                          <m:ctrlPr>
                            <a:rPr lang="en-US" sz="1400" i="1">
                              <a:solidFill>
                                <a:srgbClr val="080808"/>
                              </a:solidFill>
                              <a:latin typeface="Cambria Math" panose="02040503050406030204" pitchFamily="18" charset="0"/>
                            </a:rPr>
                          </m:ctrlPr>
                        </m:dPr>
                        <m:e>
                          <m:r>
                            <a:rPr lang="en-US" sz="1400" i="1">
                              <a:solidFill>
                                <a:srgbClr val="080808"/>
                              </a:solidFill>
                              <a:latin typeface="Cambria Math" panose="02040503050406030204" pitchFamily="18" charset="0"/>
                            </a:rPr>
                            <m:t>𝐺𝑦</m:t>
                          </m:r>
                        </m:e>
                      </m:d>
                      <m:r>
                        <a:rPr lang="en-US" sz="1400" i="1">
                          <a:solidFill>
                            <a:srgbClr val="080808"/>
                          </a:solidFill>
                          <a:latin typeface="Cambria Math" panose="02040503050406030204" pitchFamily="18" charset="0"/>
                        </a:rPr>
                        <m:t>=</m:t>
                      </m:r>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𝑘</m:t>
                          </m:r>
                        </m:e>
                        <m:sub>
                          <m:r>
                            <a:rPr lang="en-US" sz="1400" i="1">
                              <a:solidFill>
                                <a:srgbClr val="080808"/>
                              </a:solidFill>
                              <a:latin typeface="Cambria Math" panose="02040503050406030204" pitchFamily="18" charset="0"/>
                            </a:rPr>
                            <m:t>𝑐</m:t>
                          </m:r>
                        </m:sub>
                      </m:sSub>
                      <m:r>
                        <a:rPr lang="en-US" sz="1400" i="1">
                          <a:solidFill>
                            <a:srgbClr val="080808"/>
                          </a:solidFill>
                          <a:latin typeface="Cambria Math" panose="02040503050406030204" pitchFamily="18" charset="0"/>
                        </a:rPr>
                        <m:t> </m:t>
                      </m:r>
                      <m:r>
                        <a:rPr lang="en-US" sz="1400" i="1">
                          <a:solidFill>
                            <a:srgbClr val="080808"/>
                          </a:solidFill>
                          <a:latin typeface="Cambria Math" panose="02040503050406030204" pitchFamily="18" charset="0"/>
                        </a:rPr>
                        <m:t>𝑐</m:t>
                      </m:r>
                      <m:r>
                        <a:rPr lang="en-US" sz="1400" i="1">
                          <a:solidFill>
                            <a:srgbClr val="080808"/>
                          </a:solidFill>
                          <a:latin typeface="Cambria Math" panose="02040503050406030204" pitchFamily="18" charset="0"/>
                        </a:rPr>
                        <m:t> </m:t>
                      </m:r>
                      <m:d>
                        <m:dPr>
                          <m:ctrlPr>
                            <a:rPr lang="en-US" sz="1400" i="1">
                              <a:solidFill>
                                <a:srgbClr val="080808"/>
                              </a:solidFill>
                              <a:latin typeface="Cambria Math" panose="02040503050406030204" pitchFamily="18" charset="0"/>
                            </a:rPr>
                          </m:ctrlPr>
                        </m:dPr>
                        <m:e>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𝑦</m:t>
                              </m:r>
                            </m:e>
                            <m:sub>
                              <m:r>
                                <a:rPr lang="en-US" sz="1400" i="1">
                                  <a:solidFill>
                                    <a:srgbClr val="080808"/>
                                  </a:solidFill>
                                  <a:latin typeface="Cambria Math" panose="02040503050406030204" pitchFamily="18" charset="0"/>
                                </a:rPr>
                                <m:t>𝑖</m:t>
                              </m:r>
                            </m:sub>
                          </m:sSub>
                          <m:r>
                            <a:rPr lang="en-US" sz="1400" i="1">
                              <a:solidFill>
                                <a:srgbClr val="080808"/>
                              </a:solidFill>
                              <a:latin typeface="Cambria Math" panose="02040503050406030204" pitchFamily="18" charset="0"/>
                            </a:rPr>
                            <m:t>−</m:t>
                          </m:r>
                          <m:r>
                            <a:rPr lang="en-US" sz="1400" i="1">
                              <a:solidFill>
                                <a:srgbClr val="080808"/>
                              </a:solidFill>
                              <a:latin typeface="Cambria Math" panose="02040503050406030204" pitchFamily="18" charset="0"/>
                            </a:rPr>
                            <m:t>𝑦</m:t>
                          </m:r>
                        </m:e>
                      </m:d>
                      <m:r>
                        <a:rPr lang="en-US" sz="1400" i="1">
                          <a:solidFill>
                            <a:srgbClr val="080808"/>
                          </a:solidFill>
                          <a:latin typeface="Cambria Math" panose="02040503050406030204" pitchFamily="18" charset="0"/>
                        </a:rPr>
                        <m:t>𝑑𝐴</m:t>
                      </m:r>
                    </m:oMath>
                  </m:oMathPara>
                </a14:m>
                <a:endParaRPr lang="en-US" sz="1400" dirty="0">
                  <a:solidFill>
                    <a:srgbClr val="080808"/>
                  </a:solidFill>
                </a:endParaRPr>
              </a:p>
              <a:p>
                <a:pPr lvl="0">
                  <a:spcBef>
                    <a:spcPts val="200"/>
                  </a:spcBef>
                  <a:spcAft>
                    <a:spcPts val="200"/>
                  </a:spcAft>
                </a:pPr>
                <a14:m>
                  <m:oMathPara xmlns:m="http://schemas.openxmlformats.org/officeDocument/2006/math">
                    <m:oMathParaPr>
                      <m:jc m:val="centerGroup"/>
                    </m:oMathParaPr>
                    <m:oMath xmlns:m="http://schemas.openxmlformats.org/officeDocument/2006/math">
                      <m:r>
                        <a:rPr lang="en-US" sz="1400" i="1">
                          <a:solidFill>
                            <a:srgbClr val="080808"/>
                          </a:solidFill>
                          <a:latin typeface="Cambria Math" panose="02040503050406030204" pitchFamily="18" charset="0"/>
                        </a:rPr>
                        <m:t>𝑑</m:t>
                      </m:r>
                      <m:d>
                        <m:dPr>
                          <m:ctrlPr>
                            <a:rPr lang="en-US" sz="1400" i="1">
                              <a:solidFill>
                                <a:srgbClr val="080808"/>
                              </a:solidFill>
                              <a:latin typeface="Cambria Math" panose="02040503050406030204" pitchFamily="18" charset="0"/>
                            </a:rPr>
                          </m:ctrlPr>
                        </m:dPr>
                        <m:e>
                          <m:r>
                            <a:rPr lang="en-US" sz="1400" i="1">
                              <a:solidFill>
                                <a:srgbClr val="080808"/>
                              </a:solidFill>
                              <a:latin typeface="Cambria Math" panose="02040503050406030204" pitchFamily="18" charset="0"/>
                            </a:rPr>
                            <m:t>𝐺</m:t>
                          </m:r>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𝐶</m:t>
                              </m:r>
                            </m:e>
                            <m:sub>
                              <m:r>
                                <a:rPr lang="en-US" sz="1400" i="1">
                                  <a:solidFill>
                                    <a:srgbClr val="080808"/>
                                  </a:solidFill>
                                  <a:latin typeface="Cambria Math" panose="02040503050406030204" pitchFamily="18" charset="0"/>
                                </a:rPr>
                                <m:t>𝑝</m:t>
                              </m:r>
                            </m:sub>
                          </m:sSub>
                          <m:r>
                            <a:rPr lang="en-US" sz="1400" i="1">
                              <a:solidFill>
                                <a:srgbClr val="080808"/>
                              </a:solidFill>
                              <a:latin typeface="Cambria Math" panose="02040503050406030204" pitchFamily="18" charset="0"/>
                            </a:rPr>
                            <m:t>𝑇</m:t>
                          </m:r>
                        </m:e>
                      </m:d>
                      <m:r>
                        <a:rPr lang="en-US" sz="1400" i="1">
                          <a:solidFill>
                            <a:srgbClr val="080808"/>
                          </a:solidFill>
                          <a:latin typeface="Cambria Math" panose="02040503050406030204" pitchFamily="18" charset="0"/>
                        </a:rPr>
                        <m:t>=</m:t>
                      </m:r>
                      <m:r>
                        <a:rPr lang="en-US" sz="1400" i="1">
                          <a:solidFill>
                            <a:srgbClr val="080808"/>
                          </a:solidFill>
                          <a:latin typeface="Cambria Math" panose="02040503050406030204" pitchFamily="18" charset="0"/>
                        </a:rPr>
                        <m:t>h</m:t>
                      </m:r>
                      <m:d>
                        <m:dPr>
                          <m:ctrlPr>
                            <a:rPr lang="en-US" sz="1400" i="1">
                              <a:solidFill>
                                <a:srgbClr val="080808"/>
                              </a:solidFill>
                              <a:latin typeface="Cambria Math" panose="02040503050406030204" pitchFamily="18" charset="0"/>
                            </a:rPr>
                          </m:ctrlPr>
                        </m:dPr>
                        <m:e>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𝑇</m:t>
                              </m:r>
                            </m:e>
                            <m:sub>
                              <m:r>
                                <a:rPr lang="en-US" sz="1400" i="1">
                                  <a:solidFill>
                                    <a:srgbClr val="080808"/>
                                  </a:solidFill>
                                  <a:latin typeface="Cambria Math" panose="02040503050406030204" pitchFamily="18" charset="0"/>
                                </a:rPr>
                                <m:t>𝑖</m:t>
                              </m:r>
                            </m:sub>
                          </m:sSub>
                          <m:r>
                            <a:rPr lang="en-US" sz="1400" i="1">
                              <a:solidFill>
                                <a:srgbClr val="080808"/>
                              </a:solidFill>
                              <a:latin typeface="Cambria Math" panose="02040503050406030204" pitchFamily="18" charset="0"/>
                            </a:rPr>
                            <m:t>−</m:t>
                          </m:r>
                          <m:r>
                            <a:rPr lang="en-US" sz="1400" i="1">
                              <a:solidFill>
                                <a:srgbClr val="080808"/>
                              </a:solidFill>
                              <a:latin typeface="Cambria Math" panose="02040503050406030204" pitchFamily="18" charset="0"/>
                            </a:rPr>
                            <m:t>𝑇</m:t>
                          </m:r>
                        </m:e>
                      </m:d>
                      <m:r>
                        <a:rPr lang="en-US" sz="1400" i="1">
                          <a:solidFill>
                            <a:srgbClr val="080808"/>
                          </a:solidFill>
                          <a:latin typeface="Cambria Math" panose="02040503050406030204" pitchFamily="18" charset="0"/>
                        </a:rPr>
                        <m:t>𝑑𝐴</m:t>
                      </m:r>
                    </m:oMath>
                  </m:oMathPara>
                </a14:m>
                <a:endParaRPr lang="en-US" sz="1400" dirty="0">
                  <a:solidFill>
                    <a:srgbClr val="080808"/>
                  </a:solidFill>
                </a:endParaRPr>
              </a:p>
              <a:p>
                <a:pPr marL="285750" lvl="0" indent="-285750">
                  <a:spcBef>
                    <a:spcPts val="200"/>
                  </a:spcBef>
                  <a:spcAft>
                    <a:spcPts val="200"/>
                  </a:spcAft>
                  <a:buFont typeface="Arial" panose="020B0604020202020204" pitchFamily="34" charset="0"/>
                  <a:buChar char="•"/>
                </a:pPr>
                <a:r>
                  <a:rPr lang="en-US" sz="1400" dirty="0">
                    <a:solidFill>
                      <a:srgbClr val="080808"/>
                    </a:solidFill>
                  </a:rPr>
                  <a:t>Integrated equations predict how humidity and temperature vary along the column height.</a:t>
                </a:r>
              </a:p>
              <a:p>
                <a:pPr marL="365760" lvl="0">
                  <a:spcBef>
                    <a:spcPts val="200"/>
                  </a:spcBef>
                  <a:spcAft>
                    <a:spcPts val="200"/>
                  </a:spcAft>
                </a:pPr>
                <a14:m>
                  <m:oMathPara xmlns:m="http://schemas.openxmlformats.org/officeDocument/2006/math">
                    <m:oMathParaPr>
                      <m:jc m:val="centerGroup"/>
                    </m:oMathParaPr>
                    <m:oMath xmlns:m="http://schemas.openxmlformats.org/officeDocument/2006/math">
                      <m:func>
                        <m:funcPr>
                          <m:ctrlPr>
                            <a:rPr lang="en-US" sz="1400" i="1">
                              <a:solidFill>
                                <a:srgbClr val="080808"/>
                              </a:solidFill>
                              <a:latin typeface="Cambria Math" panose="02040503050406030204" pitchFamily="18" charset="0"/>
                            </a:rPr>
                          </m:ctrlPr>
                        </m:funcPr>
                        <m:fName>
                          <m:r>
                            <m:rPr>
                              <m:sty m:val="p"/>
                            </m:rPr>
                            <a:rPr lang="en-US" sz="1400">
                              <a:solidFill>
                                <a:srgbClr val="080808"/>
                              </a:solidFill>
                              <a:latin typeface="Cambria Math" panose="02040503050406030204" pitchFamily="18" charset="0"/>
                            </a:rPr>
                            <m:t>ln</m:t>
                          </m:r>
                        </m:fName>
                        <m:e>
                          <m:f>
                            <m:fPr>
                              <m:ctrlPr>
                                <a:rPr lang="en-US" sz="1400" i="1">
                                  <a:solidFill>
                                    <a:srgbClr val="080808"/>
                                  </a:solidFill>
                                  <a:latin typeface="Cambria Math" panose="02040503050406030204" pitchFamily="18" charset="0"/>
                                </a:rPr>
                              </m:ctrlPr>
                            </m:fPr>
                            <m:num>
                              <m:sSubSup>
                                <m:sSubSupPr>
                                  <m:ctrlPr>
                                    <a:rPr lang="en-US" sz="1400" i="1">
                                      <a:solidFill>
                                        <a:srgbClr val="080808"/>
                                      </a:solidFill>
                                      <a:latin typeface="Cambria Math" panose="02040503050406030204" pitchFamily="18" charset="0"/>
                                    </a:rPr>
                                  </m:ctrlPr>
                                </m:sSubSupPr>
                                <m:e>
                                  <m:r>
                                    <a:rPr lang="en-US" sz="1400" i="1">
                                      <a:solidFill>
                                        <a:srgbClr val="080808"/>
                                      </a:solidFill>
                                      <a:latin typeface="Cambria Math" panose="02040503050406030204" pitchFamily="18" charset="0"/>
                                    </a:rPr>
                                    <m:t>𝑌</m:t>
                                  </m:r>
                                </m:e>
                                <m:sub>
                                  <m:r>
                                    <a:rPr lang="en-US" sz="1400" i="1">
                                      <a:solidFill>
                                        <a:srgbClr val="080808"/>
                                      </a:solidFill>
                                      <a:latin typeface="Cambria Math" panose="02040503050406030204" pitchFamily="18" charset="0"/>
                                    </a:rPr>
                                    <m:t>1</m:t>
                                  </m:r>
                                </m:sub>
                                <m:sup>
                                  <m:r>
                                    <a:rPr lang="en-US" sz="1400" i="1">
                                      <a:solidFill>
                                        <a:srgbClr val="080808"/>
                                      </a:solidFill>
                                      <a:latin typeface="Cambria Math" panose="02040503050406030204" pitchFamily="18" charset="0"/>
                                    </a:rPr>
                                    <m:t>′</m:t>
                                  </m:r>
                                </m:sup>
                              </m:sSubSup>
                              <m:r>
                                <a:rPr lang="en-US" sz="1400" i="1">
                                  <a:solidFill>
                                    <a:srgbClr val="080808"/>
                                  </a:solidFill>
                                  <a:latin typeface="Cambria Math" panose="02040503050406030204" pitchFamily="18" charset="0"/>
                                </a:rPr>
                                <m:t>−</m:t>
                              </m:r>
                              <m:sSubSup>
                                <m:sSubSupPr>
                                  <m:ctrlPr>
                                    <a:rPr lang="en-US" sz="1400" i="1">
                                      <a:solidFill>
                                        <a:srgbClr val="080808"/>
                                      </a:solidFill>
                                      <a:latin typeface="Cambria Math" panose="02040503050406030204" pitchFamily="18" charset="0"/>
                                    </a:rPr>
                                  </m:ctrlPr>
                                </m:sSubSupPr>
                                <m:e>
                                  <m:r>
                                    <a:rPr lang="en-US" sz="1400" i="1">
                                      <a:solidFill>
                                        <a:srgbClr val="080808"/>
                                      </a:solidFill>
                                      <a:latin typeface="Cambria Math" panose="02040503050406030204" pitchFamily="18" charset="0"/>
                                    </a:rPr>
                                    <m:t>𝑌</m:t>
                                  </m:r>
                                </m:e>
                                <m:sub>
                                  <m:r>
                                    <a:rPr lang="en-US" sz="1400" i="1">
                                      <a:solidFill>
                                        <a:srgbClr val="080808"/>
                                      </a:solidFill>
                                      <a:latin typeface="Cambria Math" panose="02040503050406030204" pitchFamily="18" charset="0"/>
                                    </a:rPr>
                                    <m:t>𝑖</m:t>
                                  </m:r>
                                </m:sub>
                                <m:sup>
                                  <m:r>
                                    <a:rPr lang="en-US" sz="1400" i="1">
                                      <a:solidFill>
                                        <a:srgbClr val="080808"/>
                                      </a:solidFill>
                                      <a:latin typeface="Cambria Math" panose="02040503050406030204" pitchFamily="18" charset="0"/>
                                    </a:rPr>
                                    <m:t>′</m:t>
                                  </m:r>
                                </m:sup>
                              </m:sSubSup>
                            </m:num>
                            <m:den>
                              <m:sSubSup>
                                <m:sSubSupPr>
                                  <m:ctrlPr>
                                    <a:rPr lang="en-US" sz="1400" i="1">
                                      <a:solidFill>
                                        <a:srgbClr val="080808"/>
                                      </a:solidFill>
                                      <a:latin typeface="Cambria Math" panose="02040503050406030204" pitchFamily="18" charset="0"/>
                                    </a:rPr>
                                  </m:ctrlPr>
                                </m:sSubSupPr>
                                <m:e>
                                  <m:r>
                                    <a:rPr lang="en-US" sz="1400" i="1">
                                      <a:solidFill>
                                        <a:srgbClr val="080808"/>
                                      </a:solidFill>
                                      <a:latin typeface="Cambria Math" panose="02040503050406030204" pitchFamily="18" charset="0"/>
                                    </a:rPr>
                                    <m:t>𝑌</m:t>
                                  </m:r>
                                </m:e>
                                <m:sub>
                                  <m:r>
                                    <a:rPr lang="en-US" sz="1400" i="1">
                                      <a:solidFill>
                                        <a:srgbClr val="080808"/>
                                      </a:solidFill>
                                      <a:latin typeface="Cambria Math" panose="02040503050406030204" pitchFamily="18" charset="0"/>
                                    </a:rPr>
                                    <m:t>2</m:t>
                                  </m:r>
                                </m:sub>
                                <m:sup>
                                  <m:r>
                                    <a:rPr lang="en-US" sz="1400" i="1">
                                      <a:solidFill>
                                        <a:srgbClr val="080808"/>
                                      </a:solidFill>
                                      <a:latin typeface="Cambria Math" panose="02040503050406030204" pitchFamily="18" charset="0"/>
                                    </a:rPr>
                                    <m:t>′</m:t>
                                  </m:r>
                                </m:sup>
                              </m:sSubSup>
                              <m:r>
                                <a:rPr lang="en-US" sz="1400" i="1">
                                  <a:solidFill>
                                    <a:srgbClr val="080808"/>
                                  </a:solidFill>
                                  <a:latin typeface="Cambria Math" panose="02040503050406030204" pitchFamily="18" charset="0"/>
                                </a:rPr>
                                <m:t>−</m:t>
                              </m:r>
                              <m:sSubSup>
                                <m:sSubSupPr>
                                  <m:ctrlPr>
                                    <a:rPr lang="en-US" sz="1400" i="1">
                                      <a:solidFill>
                                        <a:srgbClr val="080808"/>
                                      </a:solidFill>
                                      <a:latin typeface="Cambria Math" panose="02040503050406030204" pitchFamily="18" charset="0"/>
                                    </a:rPr>
                                  </m:ctrlPr>
                                </m:sSubSupPr>
                                <m:e>
                                  <m:r>
                                    <a:rPr lang="en-US" sz="1400" i="1">
                                      <a:solidFill>
                                        <a:srgbClr val="080808"/>
                                      </a:solidFill>
                                      <a:latin typeface="Cambria Math" panose="02040503050406030204" pitchFamily="18" charset="0"/>
                                    </a:rPr>
                                    <m:t>𝑌</m:t>
                                  </m:r>
                                </m:e>
                                <m:sub>
                                  <m:r>
                                    <a:rPr lang="en-US" sz="1400" i="1">
                                      <a:solidFill>
                                        <a:srgbClr val="080808"/>
                                      </a:solidFill>
                                      <a:latin typeface="Cambria Math" panose="02040503050406030204" pitchFamily="18" charset="0"/>
                                    </a:rPr>
                                    <m:t>𝑖</m:t>
                                  </m:r>
                                </m:sub>
                                <m:sup>
                                  <m:r>
                                    <a:rPr lang="en-US" sz="1400" i="1">
                                      <a:solidFill>
                                        <a:srgbClr val="080808"/>
                                      </a:solidFill>
                                      <a:latin typeface="Cambria Math" panose="02040503050406030204" pitchFamily="18" charset="0"/>
                                    </a:rPr>
                                    <m:t>′</m:t>
                                  </m:r>
                                </m:sup>
                              </m:sSubSup>
                            </m:den>
                          </m:f>
                          <m:r>
                            <a:rPr lang="en-US" sz="1400" i="1">
                              <a:solidFill>
                                <a:srgbClr val="080808"/>
                              </a:solidFill>
                              <a:latin typeface="Cambria Math" panose="02040503050406030204" pitchFamily="18" charset="0"/>
                            </a:rPr>
                            <m:t>=</m:t>
                          </m:r>
                          <m:f>
                            <m:fPr>
                              <m:ctrlPr>
                                <a:rPr lang="en-US" sz="1400" i="1">
                                  <a:solidFill>
                                    <a:srgbClr val="080808"/>
                                  </a:solidFill>
                                  <a:latin typeface="Cambria Math" panose="02040503050406030204" pitchFamily="18" charset="0"/>
                                </a:rPr>
                              </m:ctrlPr>
                            </m:fPr>
                            <m:num>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𝑘</m:t>
                                  </m:r>
                                </m:e>
                                <m:sub>
                                  <m:r>
                                    <a:rPr lang="en-US" sz="1400" i="1">
                                      <a:solidFill>
                                        <a:srgbClr val="080808"/>
                                      </a:solidFill>
                                      <a:latin typeface="Cambria Math" panose="02040503050406030204" pitchFamily="18" charset="0"/>
                                    </a:rPr>
                                    <m:t>𝑦</m:t>
                                  </m:r>
                                </m:sub>
                              </m:sSub>
                              <m:r>
                                <a:rPr lang="en-US" sz="1400" i="1">
                                  <a:solidFill>
                                    <a:srgbClr val="080808"/>
                                  </a:solidFill>
                                  <a:latin typeface="Cambria Math" panose="02040503050406030204" pitchFamily="18" charset="0"/>
                                </a:rPr>
                                <m:t>𝑃𝑧</m:t>
                              </m:r>
                            </m:num>
                            <m:den>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𝐺</m:t>
                                  </m:r>
                                </m:e>
                                <m:sub>
                                  <m:r>
                                    <a:rPr lang="en-US" sz="1400" i="1">
                                      <a:solidFill>
                                        <a:srgbClr val="080808"/>
                                      </a:solidFill>
                                      <a:latin typeface="Cambria Math" panose="02040503050406030204" pitchFamily="18" charset="0"/>
                                    </a:rPr>
                                    <m:t>𝑠</m:t>
                                  </m:r>
                                </m:sub>
                              </m:sSub>
                            </m:den>
                          </m:f>
                        </m:e>
                      </m:func>
                    </m:oMath>
                  </m:oMathPara>
                </a14:m>
                <a:endParaRPr lang="en-US" sz="1400" dirty="0">
                  <a:solidFill>
                    <a:srgbClr val="080808"/>
                  </a:solidFill>
                </a:endParaRPr>
              </a:p>
              <a:p>
                <a:pPr marL="365760" lvl="0">
                  <a:spcBef>
                    <a:spcPts val="200"/>
                  </a:spcBef>
                  <a:spcAft>
                    <a:spcPts val="200"/>
                  </a:spcAft>
                </a:pPr>
                <a14:m>
                  <m:oMathPara xmlns:m="http://schemas.openxmlformats.org/officeDocument/2006/math">
                    <m:oMathParaPr>
                      <m:jc m:val="centerGroup"/>
                    </m:oMathParaPr>
                    <m:oMath xmlns:m="http://schemas.openxmlformats.org/officeDocument/2006/math">
                      <m:func>
                        <m:funcPr>
                          <m:ctrlPr>
                            <a:rPr lang="en-US" sz="1400" i="1">
                              <a:solidFill>
                                <a:srgbClr val="080808"/>
                              </a:solidFill>
                              <a:latin typeface="Cambria Math" panose="02040503050406030204" pitchFamily="18" charset="0"/>
                            </a:rPr>
                          </m:ctrlPr>
                        </m:funcPr>
                        <m:fName>
                          <m:r>
                            <m:rPr>
                              <m:sty m:val="p"/>
                            </m:rPr>
                            <a:rPr lang="en-US" sz="1400">
                              <a:solidFill>
                                <a:srgbClr val="080808"/>
                              </a:solidFill>
                              <a:latin typeface="Cambria Math" panose="02040503050406030204" pitchFamily="18" charset="0"/>
                            </a:rPr>
                            <m:t>ln</m:t>
                          </m:r>
                        </m:fName>
                        <m:e>
                          <m:f>
                            <m:fPr>
                              <m:ctrlPr>
                                <a:rPr lang="en-US" sz="1400" i="1">
                                  <a:solidFill>
                                    <a:srgbClr val="080808"/>
                                  </a:solidFill>
                                  <a:latin typeface="Cambria Math" panose="02040503050406030204" pitchFamily="18" charset="0"/>
                                </a:rPr>
                              </m:ctrlPr>
                            </m:fPr>
                            <m:num>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𝑇</m:t>
                                  </m:r>
                                </m:e>
                                <m:sub>
                                  <m:r>
                                    <a:rPr lang="en-US" sz="1400" i="1">
                                      <a:solidFill>
                                        <a:srgbClr val="080808"/>
                                      </a:solidFill>
                                      <a:latin typeface="Cambria Math" panose="02040503050406030204" pitchFamily="18" charset="0"/>
                                    </a:rPr>
                                    <m:t>1</m:t>
                                  </m:r>
                                </m:sub>
                              </m:sSub>
                              <m:r>
                                <a:rPr lang="en-US" sz="1400" i="1">
                                  <a:solidFill>
                                    <a:srgbClr val="080808"/>
                                  </a:solidFill>
                                  <a:latin typeface="Cambria Math" panose="02040503050406030204" pitchFamily="18" charset="0"/>
                                </a:rPr>
                                <m:t>−</m:t>
                              </m:r>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𝑇</m:t>
                                  </m:r>
                                </m:e>
                                <m:sub>
                                  <m:r>
                                    <a:rPr lang="en-US" sz="1400" i="1">
                                      <a:solidFill>
                                        <a:srgbClr val="080808"/>
                                      </a:solidFill>
                                      <a:latin typeface="Cambria Math" panose="02040503050406030204" pitchFamily="18" charset="0"/>
                                    </a:rPr>
                                    <m:t>𝑖</m:t>
                                  </m:r>
                                </m:sub>
                              </m:sSub>
                            </m:num>
                            <m:den>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𝑇</m:t>
                                  </m:r>
                                </m:e>
                                <m:sub>
                                  <m:r>
                                    <a:rPr lang="en-US" sz="1400" i="1">
                                      <a:solidFill>
                                        <a:srgbClr val="080808"/>
                                      </a:solidFill>
                                      <a:latin typeface="Cambria Math" panose="02040503050406030204" pitchFamily="18" charset="0"/>
                                    </a:rPr>
                                    <m:t>2</m:t>
                                  </m:r>
                                </m:sub>
                              </m:sSub>
                              <m:r>
                                <a:rPr lang="en-US" sz="1400" i="1">
                                  <a:solidFill>
                                    <a:srgbClr val="080808"/>
                                  </a:solidFill>
                                  <a:latin typeface="Cambria Math" panose="02040503050406030204" pitchFamily="18" charset="0"/>
                                </a:rPr>
                                <m:t>−</m:t>
                              </m:r>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𝑇</m:t>
                                  </m:r>
                                </m:e>
                                <m:sub>
                                  <m:r>
                                    <a:rPr lang="en-US" sz="1400" i="1">
                                      <a:solidFill>
                                        <a:srgbClr val="080808"/>
                                      </a:solidFill>
                                      <a:latin typeface="Cambria Math" panose="02040503050406030204" pitchFamily="18" charset="0"/>
                                    </a:rPr>
                                    <m:t>𝑖</m:t>
                                  </m:r>
                                </m:sub>
                              </m:sSub>
                            </m:den>
                          </m:f>
                          <m:r>
                            <a:rPr lang="en-US" sz="1400" i="1">
                              <a:solidFill>
                                <a:srgbClr val="080808"/>
                              </a:solidFill>
                              <a:latin typeface="Cambria Math" panose="02040503050406030204" pitchFamily="18" charset="0"/>
                            </a:rPr>
                            <m:t>=</m:t>
                          </m:r>
                          <m:f>
                            <m:fPr>
                              <m:ctrlPr>
                                <a:rPr lang="en-US" sz="1400" i="1">
                                  <a:solidFill>
                                    <a:srgbClr val="080808"/>
                                  </a:solidFill>
                                  <a:latin typeface="Cambria Math" panose="02040503050406030204" pitchFamily="18" charset="0"/>
                                </a:rPr>
                              </m:ctrlPr>
                            </m:fPr>
                            <m:num>
                              <m:r>
                                <a:rPr lang="en-US" sz="1400" i="1">
                                  <a:solidFill>
                                    <a:srgbClr val="080808"/>
                                  </a:solidFill>
                                  <a:latin typeface="Cambria Math" panose="02040503050406030204" pitchFamily="18" charset="0"/>
                                </a:rPr>
                                <m:t>h𝑃𝑧</m:t>
                              </m:r>
                            </m:num>
                            <m:den>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𝐺</m:t>
                                  </m:r>
                                </m:e>
                                <m:sub>
                                  <m:r>
                                    <a:rPr lang="en-US" sz="1400" i="1">
                                      <a:solidFill>
                                        <a:srgbClr val="080808"/>
                                      </a:solidFill>
                                      <a:latin typeface="Cambria Math" panose="02040503050406030204" pitchFamily="18" charset="0"/>
                                    </a:rPr>
                                    <m:t>𝑠</m:t>
                                  </m:r>
                                </m:sub>
                              </m:sSub>
                              <m:sSub>
                                <m:sSubPr>
                                  <m:ctrlPr>
                                    <a:rPr lang="en-US" sz="1400" i="1">
                                      <a:solidFill>
                                        <a:srgbClr val="080808"/>
                                      </a:solidFill>
                                      <a:latin typeface="Cambria Math" panose="02040503050406030204" pitchFamily="18" charset="0"/>
                                    </a:rPr>
                                  </m:ctrlPr>
                                </m:sSubPr>
                                <m:e>
                                  <m:r>
                                    <a:rPr lang="en-US" sz="1400" i="1">
                                      <a:solidFill>
                                        <a:srgbClr val="080808"/>
                                      </a:solidFill>
                                      <a:latin typeface="Cambria Math" panose="02040503050406030204" pitchFamily="18" charset="0"/>
                                    </a:rPr>
                                    <m:t>𝐶</m:t>
                                  </m:r>
                                </m:e>
                                <m:sub>
                                  <m:r>
                                    <a:rPr lang="en-US" sz="1400" i="1">
                                      <a:solidFill>
                                        <a:srgbClr val="080808"/>
                                      </a:solidFill>
                                      <a:latin typeface="Cambria Math" panose="02040503050406030204" pitchFamily="18" charset="0"/>
                                    </a:rPr>
                                    <m:t>𝑠</m:t>
                                  </m:r>
                                </m:sub>
                              </m:sSub>
                            </m:den>
                          </m:f>
                        </m:e>
                      </m:func>
                    </m:oMath>
                  </m:oMathPara>
                </a14:m>
                <a:endParaRPr lang="en-US" sz="1400" dirty="0">
                  <a:solidFill>
                    <a:srgbClr val="080808"/>
                  </a:solidFill>
                </a:endParaRPr>
              </a:p>
              <a:p>
                <a:pPr marL="285750" lvl="0" indent="-285750">
                  <a:spcBef>
                    <a:spcPts val="200"/>
                  </a:spcBef>
                  <a:spcAft>
                    <a:spcPts val="200"/>
                  </a:spcAft>
                  <a:buFont typeface="Arial" panose="020B0604020202020204" pitchFamily="34" charset="0"/>
                  <a:buChar char="•"/>
                </a:pPr>
                <a:r>
                  <a:rPr lang="en-US" sz="1400" dirty="0">
                    <a:solidFill>
                      <a:srgbClr val="080808"/>
                    </a:solidFill>
                  </a:rPr>
                  <a:t>Experimental data (inlet/outlet temperature and humidity) allow calculation of overall heat and mass transfer coefficients and comparison to theoretical correlations.</a:t>
                </a:r>
              </a:p>
              <a:p>
                <a:pPr>
                  <a:spcBef>
                    <a:spcPts val="200"/>
                  </a:spcBef>
                  <a:spcAft>
                    <a:spcPts val="200"/>
                  </a:spcAft>
                </a:pPr>
                <a:endParaRPr lang="en-US" sz="1400" dirty="0">
                  <a:solidFill>
                    <a:srgbClr val="080808"/>
                  </a:solidFill>
                </a:endParaRPr>
              </a:p>
            </p:txBody>
          </p:sp>
        </mc:Choice>
        <mc:Fallback xmlns="">
          <p:sp>
            <p:nvSpPr>
              <p:cNvPr id="6" name="TextBox 5">
                <a:extLst>
                  <a:ext uri="{FF2B5EF4-FFF2-40B4-BE49-F238E27FC236}">
                    <a16:creationId xmlns:a16="http://schemas.microsoft.com/office/drawing/2014/main" id="{24B0DBD2-EF41-2FD4-3C06-2E374FCE4DA0}"/>
                  </a:ext>
                </a:extLst>
              </p:cNvPr>
              <p:cNvSpPr txBox="1">
                <a:spLocks noRot="1" noChangeAspect="1" noMove="1" noResize="1" noEditPoints="1" noAdjustHandles="1" noChangeArrowheads="1" noChangeShapeType="1" noTextEdit="1"/>
              </p:cNvSpPr>
              <p:nvPr/>
            </p:nvSpPr>
            <p:spPr>
              <a:xfrm>
                <a:off x="625365" y="973175"/>
                <a:ext cx="7041932" cy="5511509"/>
              </a:xfrm>
              <a:prstGeom prst="rect">
                <a:avLst/>
              </a:prstGeom>
              <a:blipFill>
                <a:blip r:embed="rId4"/>
                <a:stretch>
                  <a:fillRect l="-173" t="-221" r="-952"/>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B1697288-F947-E8E1-727E-064F927F4925}"/>
                  </a:ext>
                </a:extLst>
              </p14:cNvPr>
              <p14:cNvContentPartPr/>
              <p14:nvPr/>
            </p14:nvContentPartPr>
            <p14:xfrm>
              <a:off x="11296614" y="1720672"/>
              <a:ext cx="42840" cy="185040"/>
            </p14:xfrm>
          </p:contentPart>
        </mc:Choice>
        <mc:Fallback xmlns="">
          <p:pic>
            <p:nvPicPr>
              <p:cNvPr id="15" name="Ink 14">
                <a:extLst>
                  <a:ext uri="{FF2B5EF4-FFF2-40B4-BE49-F238E27FC236}">
                    <a16:creationId xmlns:a16="http://schemas.microsoft.com/office/drawing/2014/main" id="{B1697288-F947-E8E1-727E-064F927F4925}"/>
                  </a:ext>
                </a:extLst>
              </p:cNvPr>
              <p:cNvPicPr/>
              <p:nvPr/>
            </p:nvPicPr>
            <p:blipFill>
              <a:blip r:embed="rId6"/>
              <a:stretch>
                <a:fillRect/>
              </a:stretch>
            </p:blipFill>
            <p:spPr>
              <a:xfrm>
                <a:off x="11290494" y="1714552"/>
                <a:ext cx="55080" cy="197280"/>
              </a:xfrm>
              <a:prstGeom prst="rect">
                <a:avLst/>
              </a:prstGeom>
            </p:spPr>
          </p:pic>
        </mc:Fallback>
      </mc:AlternateContent>
      <p:grpSp>
        <p:nvGrpSpPr>
          <p:cNvPr id="17" name="Group 16">
            <a:extLst>
              <a:ext uri="{FF2B5EF4-FFF2-40B4-BE49-F238E27FC236}">
                <a16:creationId xmlns:a16="http://schemas.microsoft.com/office/drawing/2014/main" id="{CEE3A1D9-15EE-A28C-DA25-1A5D12000AA0}"/>
              </a:ext>
            </a:extLst>
          </p:cNvPr>
          <p:cNvGrpSpPr/>
          <p:nvPr/>
        </p:nvGrpSpPr>
        <p:grpSpPr>
          <a:xfrm>
            <a:off x="7826775" y="315310"/>
            <a:ext cx="3976414" cy="5964621"/>
            <a:chOff x="7826775" y="315310"/>
            <a:chExt cx="3976414" cy="5964621"/>
          </a:xfrm>
        </p:grpSpPr>
        <p:grpSp>
          <p:nvGrpSpPr>
            <p:cNvPr id="14" name="Group 13">
              <a:extLst>
                <a:ext uri="{FF2B5EF4-FFF2-40B4-BE49-F238E27FC236}">
                  <a16:creationId xmlns:a16="http://schemas.microsoft.com/office/drawing/2014/main" id="{EF93FC96-EF49-593E-BB41-C6AA711B98F2}"/>
                </a:ext>
              </a:extLst>
            </p:cNvPr>
            <p:cNvGrpSpPr/>
            <p:nvPr/>
          </p:nvGrpSpPr>
          <p:grpSpPr>
            <a:xfrm>
              <a:off x="7826775" y="315310"/>
              <a:ext cx="3976414" cy="5964621"/>
              <a:chOff x="7826775" y="315310"/>
              <a:chExt cx="3976414" cy="5964621"/>
            </a:xfrm>
          </p:grpSpPr>
          <p:pic>
            <p:nvPicPr>
              <p:cNvPr id="4107" name="Picture 11">
                <a:extLst>
                  <a:ext uri="{FF2B5EF4-FFF2-40B4-BE49-F238E27FC236}">
                    <a16:creationId xmlns:a16="http://schemas.microsoft.com/office/drawing/2014/main" id="{D52B693C-C3AD-2468-AC84-E74EDB97DC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6775" y="315310"/>
                <a:ext cx="3976414" cy="59646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65C5A719-0944-01DC-0329-806F2031EB2F}"/>
                      </a:ext>
                    </a:extLst>
                  </p14:cNvPr>
                  <p14:cNvContentPartPr/>
                  <p14:nvPr/>
                </p14:nvContentPartPr>
                <p14:xfrm>
                  <a:off x="11204094" y="4061032"/>
                  <a:ext cx="165960" cy="253800"/>
                </p14:xfrm>
              </p:contentPart>
            </mc:Choice>
            <mc:Fallback xmlns="">
              <p:pic>
                <p:nvPicPr>
                  <p:cNvPr id="13" name="Ink 12">
                    <a:extLst>
                      <a:ext uri="{FF2B5EF4-FFF2-40B4-BE49-F238E27FC236}">
                        <a16:creationId xmlns:a16="http://schemas.microsoft.com/office/drawing/2014/main" id="{65C5A719-0944-01DC-0329-806F2031EB2F}"/>
                      </a:ext>
                    </a:extLst>
                  </p:cNvPr>
                  <p:cNvPicPr/>
                  <p:nvPr/>
                </p:nvPicPr>
                <p:blipFill>
                  <a:blip r:embed="rId9"/>
                  <a:stretch>
                    <a:fillRect/>
                  </a:stretch>
                </p:blipFill>
                <p:spPr>
                  <a:xfrm>
                    <a:off x="11197974" y="4054912"/>
                    <a:ext cx="178200" cy="26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DBE611DC-14B5-2991-A154-35FC36BBC126}"/>
                    </a:ext>
                  </a:extLst>
                </p14:cNvPr>
                <p14:cNvContentPartPr/>
                <p14:nvPr/>
              </p14:nvContentPartPr>
              <p14:xfrm>
                <a:off x="11194734" y="1651552"/>
                <a:ext cx="225000" cy="268560"/>
              </p14:xfrm>
            </p:contentPart>
          </mc:Choice>
          <mc:Fallback xmlns="">
            <p:pic>
              <p:nvPicPr>
                <p:cNvPr id="16" name="Ink 15">
                  <a:extLst>
                    <a:ext uri="{FF2B5EF4-FFF2-40B4-BE49-F238E27FC236}">
                      <a16:creationId xmlns:a16="http://schemas.microsoft.com/office/drawing/2014/main" id="{DBE611DC-14B5-2991-A154-35FC36BBC126}"/>
                    </a:ext>
                  </a:extLst>
                </p:cNvPr>
                <p:cNvPicPr/>
                <p:nvPr/>
              </p:nvPicPr>
              <p:blipFill>
                <a:blip r:embed="rId11"/>
                <a:stretch>
                  <a:fillRect/>
                </a:stretch>
              </p:blipFill>
              <p:spPr>
                <a:xfrm>
                  <a:off x="11188614" y="1645432"/>
                  <a:ext cx="237240" cy="280800"/>
                </a:xfrm>
                <a:prstGeom prst="rect">
                  <a:avLst/>
                </a:prstGeom>
              </p:spPr>
            </p:pic>
          </mc:Fallback>
        </mc:AlternateContent>
      </p:grpSp>
    </p:spTree>
    <p:extLst>
      <p:ext uri="{BB962C8B-B14F-4D97-AF65-F5344CB8AC3E}">
        <p14:creationId xmlns:p14="http://schemas.microsoft.com/office/powerpoint/2010/main" val="395430608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4A3A27-F170-2F91-716A-70F40A02417A}"/>
              </a:ext>
            </a:extLst>
          </p:cNvPr>
          <p:cNvSpPr txBox="1"/>
          <p:nvPr/>
        </p:nvSpPr>
        <p:spPr>
          <a:xfrm>
            <a:off x="5323491" y="313649"/>
            <a:ext cx="5632982" cy="738664"/>
          </a:xfrm>
          <a:prstGeom prst="rect">
            <a:avLst/>
          </a:prstGeom>
          <a:noFill/>
        </p:spPr>
        <p:txBody>
          <a:bodyPr wrap="square" rtlCol="0">
            <a:spAutoFit/>
          </a:bodyPr>
          <a:lstStyle/>
          <a:p>
            <a:r>
              <a:rPr lang="en-US" sz="2400" b="1" dirty="0">
                <a:solidFill>
                  <a:schemeClr val="accent2"/>
                </a:solidFill>
                <a:latin typeface="+mj-lt"/>
                <a:cs typeface="Times New Roman" panose="02020603050405020304" pitchFamily="18" charset="0"/>
              </a:rPr>
              <a:t>Apparatus</a:t>
            </a:r>
          </a:p>
          <a:p>
            <a:endParaRPr lang="en-NZ" dirty="0"/>
          </a:p>
        </p:txBody>
      </p:sp>
      <p:sp>
        <p:nvSpPr>
          <p:cNvPr id="8" name="TextBox 7">
            <a:extLst>
              <a:ext uri="{FF2B5EF4-FFF2-40B4-BE49-F238E27FC236}">
                <a16:creationId xmlns:a16="http://schemas.microsoft.com/office/drawing/2014/main" id="{4B7592FE-3E33-3BDE-5792-5913A5BF0E29}"/>
              </a:ext>
            </a:extLst>
          </p:cNvPr>
          <p:cNvSpPr txBox="1"/>
          <p:nvPr/>
        </p:nvSpPr>
        <p:spPr>
          <a:xfrm>
            <a:off x="5003509" y="1052313"/>
            <a:ext cx="6272945" cy="5442516"/>
          </a:xfrm>
          <a:prstGeom prst="rect">
            <a:avLst/>
          </a:prstGeom>
          <a:noFill/>
        </p:spPr>
        <p:txBody>
          <a:bodyPr wrap="square" rtlCol="0">
            <a:spAutoFit/>
          </a:bodyPr>
          <a:lstStyle/>
          <a:p>
            <a:pPr marL="342900" indent="-342900">
              <a:lnSpc>
                <a:spcPct val="150000"/>
              </a:lnSpc>
              <a:buAutoNum type="arabicPeriod"/>
            </a:pPr>
            <a:r>
              <a:rPr lang="en-US" b="1" dirty="0">
                <a:solidFill>
                  <a:srgbClr val="080808"/>
                </a:solidFill>
                <a:latin typeface="+mj-lt"/>
                <a:cs typeface="Times New Roman" panose="02020603050405020304" pitchFamily="18" charset="0"/>
              </a:rPr>
              <a:t>Reservoir: </a:t>
            </a:r>
            <a:r>
              <a:rPr lang="en-US" dirty="0">
                <a:solidFill>
                  <a:srgbClr val="080808"/>
                </a:solidFill>
              </a:rPr>
              <a:t>Container that stores the DI water.</a:t>
            </a:r>
          </a:p>
          <a:p>
            <a:pPr marL="342900" indent="-342900">
              <a:lnSpc>
                <a:spcPct val="150000"/>
              </a:lnSpc>
              <a:buAutoNum type="arabicPeriod"/>
            </a:pPr>
            <a:r>
              <a:rPr lang="en-US" b="1" dirty="0">
                <a:solidFill>
                  <a:srgbClr val="080808"/>
                </a:solidFill>
                <a:latin typeface="+mj-lt"/>
                <a:cs typeface="Times New Roman" panose="02020603050405020304" pitchFamily="18" charset="0"/>
              </a:rPr>
              <a:t>Humidification column:</a:t>
            </a:r>
            <a:r>
              <a:rPr lang="en-US" dirty="0">
                <a:solidFill>
                  <a:srgbClr val="080808"/>
                </a:solidFill>
                <a:latin typeface="+mj-lt"/>
                <a:cs typeface="Times New Roman" panose="02020603050405020304" pitchFamily="18" charset="0"/>
              </a:rPr>
              <a:t> </a:t>
            </a:r>
            <a:r>
              <a:rPr lang="en-US" dirty="0">
                <a:solidFill>
                  <a:srgbClr val="080808"/>
                </a:solidFill>
              </a:rPr>
              <a:t>Plexiglass column where air humidification will occur.</a:t>
            </a:r>
            <a:endParaRPr lang="en-US" dirty="0">
              <a:solidFill>
                <a:srgbClr val="080808"/>
              </a:solidFill>
              <a:latin typeface="+mj-lt"/>
              <a:cs typeface="Times New Roman" panose="02020603050405020304" pitchFamily="18" charset="0"/>
            </a:endParaRPr>
          </a:p>
          <a:p>
            <a:pPr marL="342900" indent="-342900">
              <a:lnSpc>
                <a:spcPct val="150000"/>
              </a:lnSpc>
              <a:buAutoNum type="arabicPeriod"/>
            </a:pPr>
            <a:r>
              <a:rPr lang="en-US" b="1" dirty="0">
                <a:solidFill>
                  <a:srgbClr val="080808"/>
                </a:solidFill>
                <a:latin typeface="+mj-lt"/>
                <a:cs typeface="Times New Roman" panose="02020603050405020304" pitchFamily="18" charset="0"/>
              </a:rPr>
              <a:t>Digital display:</a:t>
            </a:r>
            <a:r>
              <a:rPr lang="en-US" dirty="0">
                <a:solidFill>
                  <a:srgbClr val="080808"/>
                </a:solidFill>
                <a:latin typeface="+mj-lt"/>
                <a:cs typeface="Times New Roman" panose="02020603050405020304" pitchFamily="18" charset="0"/>
              </a:rPr>
              <a:t> displays </a:t>
            </a:r>
            <a:r>
              <a:rPr lang="en-US" dirty="0">
                <a:solidFill>
                  <a:srgbClr val="080808"/>
                </a:solidFill>
              </a:rPr>
              <a:t>temperature values read by thermocouples</a:t>
            </a:r>
          </a:p>
          <a:p>
            <a:pPr marL="342900" indent="-342900">
              <a:lnSpc>
                <a:spcPct val="150000"/>
              </a:lnSpc>
              <a:buAutoNum type="arabicPeriod"/>
            </a:pPr>
            <a:r>
              <a:rPr lang="en-US" b="1" dirty="0">
                <a:solidFill>
                  <a:srgbClr val="080808"/>
                </a:solidFill>
                <a:latin typeface="+mj-lt"/>
                <a:cs typeface="Times New Roman" panose="02020603050405020304" pitchFamily="18" charset="0"/>
              </a:rPr>
              <a:t>Water Rotameter: </a:t>
            </a:r>
            <a:r>
              <a:rPr lang="en-US" dirty="0">
                <a:solidFill>
                  <a:srgbClr val="080808"/>
                </a:solidFill>
              </a:rPr>
              <a:t>Measures the water recirculation rate. </a:t>
            </a:r>
          </a:p>
          <a:p>
            <a:pPr marL="342900" indent="-342900">
              <a:lnSpc>
                <a:spcPct val="150000"/>
              </a:lnSpc>
              <a:buAutoNum type="arabicPeriod"/>
            </a:pPr>
            <a:r>
              <a:rPr lang="en-US" b="1" dirty="0">
                <a:solidFill>
                  <a:srgbClr val="080808"/>
                </a:solidFill>
                <a:latin typeface="+mj-lt"/>
                <a:cs typeface="Times New Roman" panose="02020603050405020304" pitchFamily="18" charset="0"/>
              </a:rPr>
              <a:t>Air Rotameter: </a:t>
            </a:r>
            <a:r>
              <a:rPr lang="en-US" dirty="0">
                <a:solidFill>
                  <a:srgbClr val="080808"/>
                </a:solidFill>
              </a:rPr>
              <a:t>Measures air inlet flow rate. </a:t>
            </a:r>
            <a:endParaRPr lang="en-US" dirty="0">
              <a:solidFill>
                <a:srgbClr val="080808"/>
              </a:solidFill>
              <a:latin typeface="+mj-lt"/>
              <a:cs typeface="Times New Roman" panose="02020603050405020304" pitchFamily="18" charset="0"/>
            </a:endParaRPr>
          </a:p>
          <a:p>
            <a:pPr marL="342900" indent="-342900">
              <a:lnSpc>
                <a:spcPct val="150000"/>
              </a:lnSpc>
              <a:buAutoNum type="arabicPeriod"/>
            </a:pPr>
            <a:r>
              <a:rPr lang="en-US" b="1" dirty="0">
                <a:solidFill>
                  <a:srgbClr val="080808"/>
                </a:solidFill>
                <a:latin typeface="+mj-lt"/>
                <a:cs typeface="Times New Roman" panose="02020603050405020304" pitchFamily="18" charset="0"/>
              </a:rPr>
              <a:t>Pump: </a:t>
            </a:r>
            <a:r>
              <a:rPr lang="en-US" dirty="0">
                <a:solidFill>
                  <a:srgbClr val="080808"/>
                </a:solidFill>
              </a:rPr>
              <a:t>Circulates DI water through the humidification column.</a:t>
            </a:r>
            <a:endParaRPr lang="en-US" dirty="0">
              <a:solidFill>
                <a:srgbClr val="080808"/>
              </a:solidFill>
              <a:latin typeface="+mj-lt"/>
              <a:cs typeface="Times New Roman" panose="02020603050405020304" pitchFamily="18" charset="0"/>
            </a:endParaRPr>
          </a:p>
          <a:p>
            <a:pPr marL="342900" indent="-342900">
              <a:lnSpc>
                <a:spcPct val="150000"/>
              </a:lnSpc>
              <a:buAutoNum type="arabicPeriod"/>
            </a:pPr>
            <a:r>
              <a:rPr lang="en-US" b="1" dirty="0">
                <a:solidFill>
                  <a:srgbClr val="080808"/>
                </a:solidFill>
                <a:latin typeface="+mj-lt"/>
                <a:cs typeface="Times New Roman" panose="02020603050405020304" pitchFamily="18" charset="0"/>
              </a:rPr>
              <a:t>Thermocouples: </a:t>
            </a:r>
            <a:r>
              <a:rPr lang="en-US" dirty="0">
                <a:solidFill>
                  <a:srgbClr val="080808"/>
                </a:solidFill>
                <a:latin typeface="+mj-lt"/>
                <a:cs typeface="Times New Roman" panose="02020603050405020304" pitchFamily="18" charset="0"/>
              </a:rPr>
              <a:t>Measure temperature values at different points of the humidification unit.</a:t>
            </a:r>
            <a:endParaRPr lang="en-US" dirty="0">
              <a:solidFill>
                <a:srgbClr val="080808"/>
              </a:solidFill>
            </a:endParaRPr>
          </a:p>
          <a:p>
            <a:pPr>
              <a:lnSpc>
                <a:spcPct val="150000"/>
              </a:lnSpc>
            </a:pPr>
            <a:endParaRPr lang="en-US" dirty="0">
              <a:solidFill>
                <a:srgbClr val="080808"/>
              </a:solidFill>
            </a:endParaRPr>
          </a:p>
        </p:txBody>
      </p:sp>
      <p:grpSp>
        <p:nvGrpSpPr>
          <p:cNvPr id="13" name="Group 12">
            <a:extLst>
              <a:ext uri="{FF2B5EF4-FFF2-40B4-BE49-F238E27FC236}">
                <a16:creationId xmlns:a16="http://schemas.microsoft.com/office/drawing/2014/main" id="{9D8CF4D0-8B4D-800C-48FD-C385888E9A76}"/>
              </a:ext>
            </a:extLst>
          </p:cNvPr>
          <p:cNvGrpSpPr/>
          <p:nvPr/>
        </p:nvGrpSpPr>
        <p:grpSpPr>
          <a:xfrm>
            <a:off x="747380" y="153889"/>
            <a:ext cx="3488814" cy="6550222"/>
            <a:chOff x="0" y="0"/>
            <a:chExt cx="3627120" cy="6725920"/>
          </a:xfrm>
        </p:grpSpPr>
        <p:pic>
          <p:nvPicPr>
            <p:cNvPr id="14" name="Picture 13" descr="A machine with a pipe and a measuring device&#10;&#10;AI-generated content may be incorrect.">
              <a:extLst>
                <a:ext uri="{FF2B5EF4-FFF2-40B4-BE49-F238E27FC236}">
                  <a16:creationId xmlns:a16="http://schemas.microsoft.com/office/drawing/2014/main" id="{4EA5B453-511A-9C85-ED57-2A5B59CCC5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27120" cy="6725920"/>
            </a:xfrm>
            <a:prstGeom prst="rect">
              <a:avLst/>
            </a:prstGeom>
          </p:spPr>
        </p:pic>
        <p:sp>
          <p:nvSpPr>
            <p:cNvPr id="15" name="Rectangle 14">
              <a:extLst>
                <a:ext uri="{FF2B5EF4-FFF2-40B4-BE49-F238E27FC236}">
                  <a16:creationId xmlns:a16="http://schemas.microsoft.com/office/drawing/2014/main" id="{FD5F9A8E-11E5-E608-B191-20CE2837909A}"/>
                </a:ext>
              </a:extLst>
            </p:cNvPr>
            <p:cNvSpPr/>
            <p:nvPr/>
          </p:nvSpPr>
          <p:spPr>
            <a:xfrm>
              <a:off x="1224366" y="2344118"/>
              <a:ext cx="237157" cy="240948"/>
            </a:xfrm>
            <a:prstGeom prst="rect">
              <a:avLst/>
            </a:prstGeom>
            <a:solidFill>
              <a:srgbClr val="EE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15000"/>
                </a:lnSpc>
                <a:spcAft>
                  <a:spcPts val="800"/>
                </a:spcAft>
                <a:buNone/>
              </a:pPr>
              <a:r>
                <a:rPr lang="en-US" sz="700" kern="100">
                  <a:solidFill>
                    <a:srgbClr val="000000"/>
                  </a:solidFill>
                  <a:effectLst/>
                  <a:ea typeface="Aptos" panose="020B0004020202020204" pitchFamily="34" charset="0"/>
                  <a:cs typeface="Arial" panose="020B0604020202020204" pitchFamily="34" charset="0"/>
                </a:rPr>
                <a:t>7</a:t>
              </a:r>
              <a:r>
                <a:rPr lang="en-US" sz="1200" kern="100">
                  <a:effectLst/>
                  <a:ea typeface="Aptos" panose="020B0004020202020204" pitchFamily="34" charset="0"/>
                  <a:cs typeface="Arial" panose="020B0604020202020204" pitchFamily="34" charset="0"/>
                </a:rPr>
                <a:t> </a:t>
              </a:r>
            </a:p>
          </p:txBody>
        </p:sp>
        <p:cxnSp>
          <p:nvCxnSpPr>
            <p:cNvPr id="16" name="Straight Arrow Connector 15">
              <a:extLst>
                <a:ext uri="{FF2B5EF4-FFF2-40B4-BE49-F238E27FC236}">
                  <a16:creationId xmlns:a16="http://schemas.microsoft.com/office/drawing/2014/main" id="{4D9A43F1-3C19-A040-3980-6F79DD3D2105}"/>
                </a:ext>
              </a:extLst>
            </p:cNvPr>
            <p:cNvCxnSpPr/>
            <p:nvPr/>
          </p:nvCxnSpPr>
          <p:spPr>
            <a:xfrm flipV="1">
              <a:off x="1328980" y="142713"/>
              <a:ext cx="395207" cy="2173637"/>
            </a:xfrm>
            <a:prstGeom prst="straightConnector1">
              <a:avLst/>
            </a:prstGeom>
            <a:ln>
              <a:solidFill>
                <a:srgbClr val="EE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450ADD6-B071-AF6C-43BB-C291364791D6}"/>
                </a:ext>
              </a:extLst>
            </p:cNvPr>
            <p:cNvCxnSpPr/>
            <p:nvPr/>
          </p:nvCxnSpPr>
          <p:spPr>
            <a:xfrm flipV="1">
              <a:off x="1414221" y="1723541"/>
              <a:ext cx="379708" cy="612183"/>
            </a:xfrm>
            <a:prstGeom prst="straightConnector1">
              <a:avLst/>
            </a:prstGeom>
            <a:ln>
              <a:solidFill>
                <a:srgbClr val="EE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CFC07DE-4AAC-03F3-EDDB-C537B4973751}"/>
                </a:ext>
              </a:extLst>
            </p:cNvPr>
            <p:cNvCxnSpPr/>
            <p:nvPr/>
          </p:nvCxnSpPr>
          <p:spPr>
            <a:xfrm>
              <a:off x="1472339" y="2448732"/>
              <a:ext cx="325465" cy="147234"/>
            </a:xfrm>
            <a:prstGeom prst="straightConnector1">
              <a:avLst/>
            </a:prstGeom>
            <a:ln>
              <a:solidFill>
                <a:srgbClr val="EE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A502DA3-4F69-B91A-2201-55D728D4F7C2}"/>
                </a:ext>
              </a:extLst>
            </p:cNvPr>
            <p:cNvCxnSpPr/>
            <p:nvPr/>
          </p:nvCxnSpPr>
          <p:spPr>
            <a:xfrm>
              <a:off x="1460715" y="2595966"/>
              <a:ext cx="340457" cy="895576"/>
            </a:xfrm>
            <a:prstGeom prst="straightConnector1">
              <a:avLst/>
            </a:prstGeom>
            <a:ln>
              <a:solidFill>
                <a:srgbClr val="EE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0F818BD-2EFC-48CE-B1F1-7093E511CBFA}"/>
                </a:ext>
              </a:extLst>
            </p:cNvPr>
            <p:cNvCxnSpPr/>
            <p:nvPr/>
          </p:nvCxnSpPr>
          <p:spPr>
            <a:xfrm flipV="1">
              <a:off x="1383224" y="1142354"/>
              <a:ext cx="383583" cy="1185620"/>
            </a:xfrm>
            <a:prstGeom prst="straightConnector1">
              <a:avLst/>
            </a:prstGeom>
            <a:ln>
              <a:solidFill>
                <a:srgbClr val="EE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9800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6627-6CF0-79E2-6353-E17FB105A94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D678187-578D-4421-E3C2-CA3032DDC40E}"/>
              </a:ext>
            </a:extLst>
          </p:cNvPr>
          <p:cNvSpPr txBox="1"/>
          <p:nvPr/>
        </p:nvSpPr>
        <p:spPr>
          <a:xfrm>
            <a:off x="888125" y="547568"/>
            <a:ext cx="2365659" cy="738664"/>
          </a:xfrm>
          <a:prstGeom prst="rect">
            <a:avLst/>
          </a:prstGeom>
          <a:noFill/>
        </p:spPr>
        <p:txBody>
          <a:bodyPr wrap="square" rtlCol="0">
            <a:spAutoFit/>
          </a:bodyPr>
          <a:lstStyle/>
          <a:p>
            <a:r>
              <a:rPr lang="en-US" sz="2400" b="1" dirty="0">
                <a:solidFill>
                  <a:schemeClr val="accent2"/>
                </a:solidFill>
                <a:latin typeface="+mj-lt"/>
                <a:cs typeface="Times New Roman" panose="02020603050405020304" pitchFamily="18" charset="0"/>
              </a:rPr>
              <a:t>Apparatus</a:t>
            </a:r>
          </a:p>
          <a:p>
            <a:endParaRPr lang="en-NZ" dirty="0"/>
          </a:p>
        </p:txBody>
      </p:sp>
      <p:sp>
        <p:nvSpPr>
          <p:cNvPr id="8" name="TextBox 7">
            <a:extLst>
              <a:ext uri="{FF2B5EF4-FFF2-40B4-BE49-F238E27FC236}">
                <a16:creationId xmlns:a16="http://schemas.microsoft.com/office/drawing/2014/main" id="{1BF77FE3-3E1F-D453-B852-00903A6B81BE}"/>
              </a:ext>
            </a:extLst>
          </p:cNvPr>
          <p:cNvSpPr txBox="1"/>
          <p:nvPr/>
        </p:nvSpPr>
        <p:spPr>
          <a:xfrm>
            <a:off x="888125" y="1909912"/>
            <a:ext cx="4643841" cy="2534027"/>
          </a:xfrm>
          <a:prstGeom prst="rect">
            <a:avLst/>
          </a:prstGeom>
          <a:noFill/>
        </p:spPr>
        <p:txBody>
          <a:bodyPr wrap="square" rtlCol="0">
            <a:spAutoFit/>
          </a:bodyPr>
          <a:lstStyle/>
          <a:p>
            <a:pPr>
              <a:lnSpc>
                <a:spcPct val="150000"/>
              </a:lnSpc>
            </a:pPr>
            <a:r>
              <a:rPr lang="en-US" b="1" dirty="0">
                <a:solidFill>
                  <a:srgbClr val="080808"/>
                </a:solidFill>
                <a:latin typeface="+mj-lt"/>
                <a:cs typeface="Times New Roman" panose="02020603050405020304" pitchFamily="18" charset="0"/>
              </a:rPr>
              <a:t>7. Heat Exchanger</a:t>
            </a:r>
            <a:r>
              <a:rPr lang="en-US" dirty="0">
                <a:solidFill>
                  <a:srgbClr val="080808"/>
                </a:solidFill>
                <a:latin typeface="+mj-lt"/>
                <a:cs typeface="Times New Roman" panose="02020603050405020304" pitchFamily="18" charset="0"/>
              </a:rPr>
              <a:t>: </a:t>
            </a:r>
            <a:r>
              <a:rPr lang="en-US" dirty="0">
                <a:solidFill>
                  <a:srgbClr val="080808"/>
                </a:solidFill>
              </a:rPr>
              <a:t>Heats up air that is entering the column</a:t>
            </a:r>
          </a:p>
          <a:p>
            <a:pPr>
              <a:lnSpc>
                <a:spcPct val="150000"/>
              </a:lnSpc>
            </a:pPr>
            <a:r>
              <a:rPr lang="en-US" b="1" dirty="0">
                <a:solidFill>
                  <a:srgbClr val="080808"/>
                </a:solidFill>
                <a:latin typeface="+mj-lt"/>
                <a:cs typeface="Times New Roman" panose="02020603050405020304" pitchFamily="18" charset="0"/>
              </a:rPr>
              <a:t>9. Analog Thermometer:</a:t>
            </a:r>
            <a:r>
              <a:rPr lang="en-US" dirty="0">
                <a:solidFill>
                  <a:srgbClr val="080808"/>
                </a:solidFill>
                <a:latin typeface="+mj-lt"/>
                <a:cs typeface="Times New Roman" panose="02020603050405020304" pitchFamily="18" charset="0"/>
              </a:rPr>
              <a:t> </a:t>
            </a:r>
            <a:r>
              <a:rPr lang="en-US" dirty="0">
                <a:solidFill>
                  <a:srgbClr val="080808"/>
                </a:solidFill>
              </a:rPr>
              <a:t>Used to read the temperature of the inlet air</a:t>
            </a:r>
          </a:p>
          <a:p>
            <a:pPr>
              <a:lnSpc>
                <a:spcPct val="150000"/>
              </a:lnSpc>
            </a:pPr>
            <a:r>
              <a:rPr lang="en-US" b="1" dirty="0">
                <a:solidFill>
                  <a:srgbClr val="080808"/>
                </a:solidFill>
                <a:latin typeface="+mj-lt"/>
                <a:cs typeface="Times New Roman" panose="02020603050405020304" pitchFamily="18" charset="0"/>
              </a:rPr>
              <a:t>10. Pressure Regulator:</a:t>
            </a:r>
            <a:r>
              <a:rPr lang="en-US" dirty="0">
                <a:solidFill>
                  <a:srgbClr val="080808"/>
                </a:solidFill>
                <a:latin typeface="+mj-lt"/>
                <a:cs typeface="Times New Roman" panose="02020603050405020304" pitchFamily="18" charset="0"/>
              </a:rPr>
              <a:t> </a:t>
            </a:r>
            <a:r>
              <a:rPr lang="en-US" dirty="0">
                <a:solidFill>
                  <a:srgbClr val="080808"/>
                </a:solidFill>
              </a:rPr>
              <a:t>Regulates the pressure of the inlet air.</a:t>
            </a:r>
          </a:p>
        </p:txBody>
      </p:sp>
      <p:grpSp>
        <p:nvGrpSpPr>
          <p:cNvPr id="10" name="Group 9">
            <a:extLst>
              <a:ext uri="{FF2B5EF4-FFF2-40B4-BE49-F238E27FC236}">
                <a16:creationId xmlns:a16="http://schemas.microsoft.com/office/drawing/2014/main" id="{C6E0A002-63A6-FAD4-B75D-A69EBF872342}"/>
              </a:ext>
            </a:extLst>
          </p:cNvPr>
          <p:cNvGrpSpPr/>
          <p:nvPr/>
        </p:nvGrpSpPr>
        <p:grpSpPr>
          <a:xfrm>
            <a:off x="6039443" y="346655"/>
            <a:ext cx="2865755" cy="3284855"/>
            <a:chOff x="0" y="0"/>
            <a:chExt cx="2865755" cy="3284855"/>
          </a:xfrm>
        </p:grpSpPr>
        <p:pic>
          <p:nvPicPr>
            <p:cNvPr id="13" name="Picture 12" descr="A green pipe with a yellow sign&#10;&#10;AI-generated content may be incorrect.">
              <a:extLst>
                <a:ext uri="{FF2B5EF4-FFF2-40B4-BE49-F238E27FC236}">
                  <a16:creationId xmlns:a16="http://schemas.microsoft.com/office/drawing/2014/main" id="{9648CE46-57CD-10BC-73D8-87984C6E20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865755" cy="3284855"/>
            </a:xfrm>
            <a:prstGeom prst="rect">
              <a:avLst/>
            </a:prstGeom>
          </p:spPr>
        </p:pic>
        <p:sp>
          <p:nvSpPr>
            <p:cNvPr id="14" name="Rectangle 13">
              <a:extLst>
                <a:ext uri="{FF2B5EF4-FFF2-40B4-BE49-F238E27FC236}">
                  <a16:creationId xmlns:a16="http://schemas.microsoft.com/office/drawing/2014/main" id="{C0CD518A-5339-EBE9-841C-72596F182771}"/>
                </a:ext>
              </a:extLst>
            </p:cNvPr>
            <p:cNvSpPr/>
            <p:nvPr/>
          </p:nvSpPr>
          <p:spPr>
            <a:xfrm>
              <a:off x="2110958" y="1384663"/>
              <a:ext cx="295351" cy="240948"/>
            </a:xfrm>
            <a:prstGeom prst="rect">
              <a:avLst/>
            </a:prstGeom>
            <a:solidFill>
              <a:srgbClr val="EE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15000"/>
                </a:lnSpc>
                <a:spcAft>
                  <a:spcPts val="800"/>
                </a:spcAft>
                <a:buNone/>
              </a:pPr>
              <a:r>
                <a:rPr lang="en-US" sz="700" kern="100">
                  <a:effectLst/>
                  <a:ea typeface="Aptos" panose="020B0004020202020204" pitchFamily="34" charset="0"/>
                  <a:cs typeface="Arial" panose="020B0604020202020204" pitchFamily="34" charset="0"/>
                </a:rPr>
                <a:t>8</a:t>
              </a:r>
              <a:endParaRPr lang="en-US" sz="1200" kern="100">
                <a:effectLst/>
                <a:ea typeface="Aptos" panose="020B000402020202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C8B4B26F-358C-0E8B-6ECA-663AC0E80C33}"/>
              </a:ext>
            </a:extLst>
          </p:cNvPr>
          <p:cNvGrpSpPr/>
          <p:nvPr/>
        </p:nvGrpSpPr>
        <p:grpSpPr>
          <a:xfrm>
            <a:off x="9108374" y="1609799"/>
            <a:ext cx="2772410" cy="3312795"/>
            <a:chOff x="0" y="0"/>
            <a:chExt cx="2811780" cy="3359785"/>
          </a:xfrm>
        </p:grpSpPr>
        <p:pic>
          <p:nvPicPr>
            <p:cNvPr id="16" name="Picture 15" descr="A close up of a device&#10;&#10;AI-generated content may be incorrect.">
              <a:extLst>
                <a:ext uri="{FF2B5EF4-FFF2-40B4-BE49-F238E27FC236}">
                  <a16:creationId xmlns:a16="http://schemas.microsoft.com/office/drawing/2014/main" id="{90C04DE7-8060-1922-743A-94243EF7F0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811780" cy="3359785"/>
            </a:xfrm>
            <a:prstGeom prst="rect">
              <a:avLst/>
            </a:prstGeom>
          </p:spPr>
        </p:pic>
        <p:sp>
          <p:nvSpPr>
            <p:cNvPr id="17" name="Rectangle 16">
              <a:extLst>
                <a:ext uri="{FF2B5EF4-FFF2-40B4-BE49-F238E27FC236}">
                  <a16:creationId xmlns:a16="http://schemas.microsoft.com/office/drawing/2014/main" id="{F9388D6C-DE88-6945-FF3B-5C93A93EC2A9}"/>
                </a:ext>
              </a:extLst>
            </p:cNvPr>
            <p:cNvSpPr/>
            <p:nvPr/>
          </p:nvSpPr>
          <p:spPr>
            <a:xfrm>
              <a:off x="919566" y="1467173"/>
              <a:ext cx="299545" cy="244366"/>
            </a:xfrm>
            <a:prstGeom prst="rect">
              <a:avLst/>
            </a:prstGeom>
            <a:solidFill>
              <a:srgbClr val="EE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15000"/>
                </a:lnSpc>
                <a:spcAft>
                  <a:spcPts val="800"/>
                </a:spcAft>
                <a:buNone/>
              </a:pPr>
              <a:r>
                <a:rPr lang="en-US" sz="700" kern="100">
                  <a:effectLst/>
                  <a:ea typeface="Aptos" panose="020B0004020202020204" pitchFamily="34" charset="0"/>
                  <a:cs typeface="Arial" panose="020B0604020202020204" pitchFamily="34" charset="0"/>
                </a:rPr>
                <a:t>10</a:t>
              </a:r>
              <a:endParaRPr lang="en-US" sz="1200" kern="100">
                <a:effectLst/>
                <a:ea typeface="Aptos" panose="020B0004020202020204" pitchFamily="34" charset="0"/>
                <a:cs typeface="Arial" panose="020B0604020202020204" pitchFamily="34" charset="0"/>
              </a:endParaRPr>
            </a:p>
          </p:txBody>
        </p:sp>
      </p:grpSp>
      <p:pic>
        <p:nvPicPr>
          <p:cNvPr id="18" name="Picture 17" descr="A close up of a gauge&#10;&#10;AI-generated content may be incorrect.">
            <a:extLst>
              <a:ext uri="{FF2B5EF4-FFF2-40B4-BE49-F238E27FC236}">
                <a16:creationId xmlns:a16="http://schemas.microsoft.com/office/drawing/2014/main" id="{5372A425-B228-BD35-3516-81C80D26EE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39443" y="3922888"/>
            <a:ext cx="2898775" cy="2241550"/>
          </a:xfrm>
          <a:prstGeom prst="rect">
            <a:avLst/>
          </a:prstGeom>
        </p:spPr>
      </p:pic>
    </p:spTree>
    <p:extLst>
      <p:ext uri="{BB962C8B-B14F-4D97-AF65-F5344CB8AC3E}">
        <p14:creationId xmlns:p14="http://schemas.microsoft.com/office/powerpoint/2010/main" val="122816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Cotterman Rolling Ladder with Welded Platform Bahrain | Ubuy">
            <a:extLst>
              <a:ext uri="{FF2B5EF4-FFF2-40B4-BE49-F238E27FC236}">
                <a16:creationId xmlns:a16="http://schemas.microsoft.com/office/drawing/2014/main" id="{96E44B25-FEAA-3CA9-C96A-4E949F715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9482" y="3590680"/>
            <a:ext cx="2364469" cy="2364469"/>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1032453F-A203-EB11-8362-5B79B0D860AD}"/>
              </a:ext>
            </a:extLst>
          </p:cNvPr>
          <p:cNvSpPr>
            <a:spLocks noGrp="1"/>
          </p:cNvSpPr>
          <p:nvPr>
            <p:ph type="title"/>
          </p:nvPr>
        </p:nvSpPr>
        <p:spPr>
          <a:xfrm>
            <a:off x="571499" y="427475"/>
            <a:ext cx="11048999" cy="811005"/>
          </a:xfrm>
          <a:effectLst>
            <a:outerShdw blurRad="50800" dist="50800" dir="7200000" sx="23000" sy="23000" algn="ctr" rotWithShape="0">
              <a:srgbClr val="000000">
                <a:alpha val="90000"/>
              </a:srgbClr>
            </a:outerShdw>
          </a:effectLst>
        </p:spPr>
        <p:txBody>
          <a:bodyPr/>
          <a:lstStyle/>
          <a:p>
            <a:r>
              <a:rPr lang="en-US" dirty="0"/>
              <a:t>Materials and Supplies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E31C623-36E6-0797-D57F-5D27583F07D2}"/>
                  </a:ext>
                </a:extLst>
              </p14:cNvPr>
              <p14:cNvContentPartPr/>
              <p14:nvPr/>
            </p14:nvContentPartPr>
            <p14:xfrm>
              <a:off x="11663589" y="2184531"/>
              <a:ext cx="1080" cy="11880"/>
            </p14:xfrm>
          </p:contentPart>
        </mc:Choice>
        <mc:Fallback xmlns="">
          <p:pic>
            <p:nvPicPr>
              <p:cNvPr id="3" name="Ink 2">
                <a:extLst>
                  <a:ext uri="{FF2B5EF4-FFF2-40B4-BE49-F238E27FC236}">
                    <a16:creationId xmlns:a16="http://schemas.microsoft.com/office/drawing/2014/main" id="{8E31C623-36E6-0797-D57F-5D27583F07D2}"/>
                  </a:ext>
                </a:extLst>
              </p:cNvPr>
              <p:cNvPicPr/>
              <p:nvPr/>
            </p:nvPicPr>
            <p:blipFill>
              <a:blip r:embed="rId11"/>
              <a:stretch>
                <a:fillRect/>
              </a:stretch>
            </p:blipFill>
            <p:spPr>
              <a:xfrm>
                <a:off x="11659269" y="2180211"/>
                <a:ext cx="9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615F057B-AD98-7005-3227-6D7F99EDC4A3}"/>
                  </a:ext>
                </a:extLst>
              </p14:cNvPr>
              <p14:cNvContentPartPr/>
              <p14:nvPr/>
            </p14:nvContentPartPr>
            <p14:xfrm>
              <a:off x="10383429" y="4556931"/>
              <a:ext cx="360" cy="360"/>
            </p14:xfrm>
          </p:contentPart>
        </mc:Choice>
        <mc:Fallback xmlns="">
          <p:pic>
            <p:nvPicPr>
              <p:cNvPr id="4" name="Ink 3">
                <a:extLst>
                  <a:ext uri="{FF2B5EF4-FFF2-40B4-BE49-F238E27FC236}">
                    <a16:creationId xmlns:a16="http://schemas.microsoft.com/office/drawing/2014/main" id="{615F057B-AD98-7005-3227-6D7F99EDC4A3}"/>
                  </a:ext>
                </a:extLst>
              </p:cNvPr>
              <p:cNvPicPr/>
              <p:nvPr/>
            </p:nvPicPr>
            <p:blipFill>
              <a:blip r:embed="rId13"/>
              <a:stretch>
                <a:fillRect/>
              </a:stretch>
            </p:blipFill>
            <p:spPr>
              <a:xfrm>
                <a:off x="10377309" y="4550811"/>
                <a:ext cx="12600" cy="12600"/>
              </a:xfrm>
              <a:prstGeom prst="rect">
                <a:avLst/>
              </a:prstGeom>
            </p:spPr>
          </p:pic>
        </mc:Fallback>
      </mc:AlternateContent>
      <p:graphicFrame>
        <p:nvGraphicFramePr>
          <p:cNvPr id="10" name="Content Placeholder 2">
            <a:extLst>
              <a:ext uri="{FF2B5EF4-FFF2-40B4-BE49-F238E27FC236}">
                <a16:creationId xmlns:a16="http://schemas.microsoft.com/office/drawing/2014/main" id="{76816691-2192-919F-C606-D51B419CA776}"/>
              </a:ext>
            </a:extLst>
          </p:cNvPr>
          <p:cNvGraphicFramePr>
            <a:graphicFrameLocks noGrp="1"/>
          </p:cNvGraphicFramePr>
          <p:nvPr>
            <p:ph idx="1"/>
            <p:extLst>
              <p:ext uri="{D42A27DB-BD31-4B8C-83A1-F6EECF244321}">
                <p14:modId xmlns:p14="http://schemas.microsoft.com/office/powerpoint/2010/main" val="918764558"/>
              </p:ext>
            </p:extLst>
          </p:nvPr>
        </p:nvGraphicFramePr>
        <p:xfrm>
          <a:off x="571499" y="1369859"/>
          <a:ext cx="5192345" cy="4441642"/>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pic>
        <p:nvPicPr>
          <p:cNvPr id="11" name="Picture 12" descr="Lab Measuring Equipment | Types &amp; Significance">
            <a:extLst>
              <a:ext uri="{FF2B5EF4-FFF2-40B4-BE49-F238E27FC236}">
                <a16:creationId xmlns:a16="http://schemas.microsoft.com/office/drawing/2014/main" id="{69A71F2F-B804-D02C-19F3-830A7C271B8C}"/>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12520" r="12665"/>
          <a:stretch>
            <a:fillRect/>
          </a:stretch>
        </p:blipFill>
        <p:spPr bwMode="auto">
          <a:xfrm>
            <a:off x="8804775" y="643005"/>
            <a:ext cx="2858814" cy="193059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Lab Goggles Nitrile Gloves Stock Photo 709923 | Shutterstock">
            <a:extLst>
              <a:ext uri="{FF2B5EF4-FFF2-40B4-BE49-F238E27FC236}">
                <a16:creationId xmlns:a16="http://schemas.microsoft.com/office/drawing/2014/main" id="{A6CAB525-5231-CDFF-E20E-792A5ECDB08E}"/>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t="3855" b="6945"/>
          <a:stretch>
            <a:fillRect/>
          </a:stretch>
        </p:blipFill>
        <p:spPr bwMode="auto">
          <a:xfrm>
            <a:off x="5843750" y="256718"/>
            <a:ext cx="2748455" cy="176012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0" descr="Plastic Funnels">
            <a:extLst>
              <a:ext uri="{FF2B5EF4-FFF2-40B4-BE49-F238E27FC236}">
                <a16:creationId xmlns:a16="http://schemas.microsoft.com/office/drawing/2014/main" id="{BF8BCF5E-804D-2615-5400-4C8A24FA0467}"/>
              </a:ext>
            </a:extLst>
          </p:cNvPr>
          <p:cNvPicPr>
            <a:picLocks noChangeAspect="1" noChangeArrowheads="1"/>
          </p:cNvPicPr>
          <p:nvPr/>
        </p:nvPicPr>
        <p:blipFill>
          <a:blip r:embed="rId21">
            <a:extLst>
              <a:ext uri="{BEBA8EAE-BF5A-486C-A8C5-ECC9F3942E4B}">
                <a14:imgProps xmlns:a14="http://schemas.microsoft.com/office/drawing/2010/main">
                  <a14:imgLayer r:embed="rId22">
                    <a14:imgEffect>
                      <a14:backgroundRemoval t="3500" b="95667" l="10000" r="90000">
                        <a14:foregroundMark x1="58125" y1="90333" x2="70250" y2="90667"/>
                        <a14:foregroundMark x1="57125" y1="93667" x2="67125" y2="95833"/>
                        <a14:foregroundMark x1="38125" y1="7000" x2="38125" y2="7000"/>
                        <a14:foregroundMark x1="38125" y1="3500" x2="38125" y2="3500"/>
                      </a14:backgroundRemoval>
                    </a14:imgEffect>
                  </a14:imgLayer>
                </a14:imgProps>
              </a:ext>
              <a:ext uri="{28A0092B-C50C-407E-A947-70E740481C1C}">
                <a14:useLocalDpi xmlns:a14="http://schemas.microsoft.com/office/drawing/2010/main" val="0"/>
              </a:ext>
            </a:extLst>
          </a:blip>
          <a:srcRect/>
          <a:stretch>
            <a:fillRect/>
          </a:stretch>
        </p:blipFill>
        <p:spPr bwMode="auto">
          <a:xfrm>
            <a:off x="6204371" y="4427261"/>
            <a:ext cx="2159876" cy="161990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aboratory Jack, 6&quot;x6&quot;">
            <a:extLst>
              <a:ext uri="{FF2B5EF4-FFF2-40B4-BE49-F238E27FC236}">
                <a16:creationId xmlns:a16="http://schemas.microsoft.com/office/drawing/2014/main" id="{EF341D7A-DE6A-4297-32C9-13F13AE8350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55272" y="2086658"/>
            <a:ext cx="2640192" cy="176012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Amazon.com: SP Bel-Art Clavies Heat Resistant Biohazard Autoclave/Oven  Gloves; 5 in. Gauntlet (H13201-0000) : Home &amp; Kitchen">
            <a:extLst>
              <a:ext uri="{FF2B5EF4-FFF2-40B4-BE49-F238E27FC236}">
                <a16:creationId xmlns:a16="http://schemas.microsoft.com/office/drawing/2014/main" id="{A341B40B-FEB3-742E-6320-19356AEF68D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rot="2300262">
            <a:off x="8331437" y="3291273"/>
            <a:ext cx="1544669" cy="169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23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5399-9578-D8FB-2EE4-042A1D974EEE}"/>
              </a:ext>
            </a:extLst>
          </p:cNvPr>
          <p:cNvSpPr>
            <a:spLocks noGrp="1"/>
          </p:cNvSpPr>
          <p:nvPr>
            <p:ph type="body" sz="quarter" idx="17"/>
          </p:nvPr>
        </p:nvSpPr>
        <p:spPr>
          <a:xfrm>
            <a:off x="550479" y="1378169"/>
            <a:ext cx="3225800" cy="1562100"/>
          </a:xfrm>
        </p:spPr>
        <p:txBody>
          <a:bodyPr>
            <a:normAutofit/>
          </a:bodyPr>
          <a:lstStyle/>
          <a:p>
            <a:r>
              <a:rPr lang="en-US"/>
              <a:t>Procedure</a:t>
            </a:r>
          </a:p>
        </p:txBody>
      </p:sp>
      <p:pic>
        <p:nvPicPr>
          <p:cNvPr id="8" name="Graphic 7" descr="List with solid fill">
            <a:extLst>
              <a:ext uri="{FF2B5EF4-FFF2-40B4-BE49-F238E27FC236}">
                <a16:creationId xmlns:a16="http://schemas.microsoft.com/office/drawing/2014/main" id="{2A6FC570-6A4F-AC81-132A-C08DCF816F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2151" y="2525111"/>
            <a:ext cx="2667000" cy="2667000"/>
          </a:xfrm>
          <a:prstGeom prst="rect">
            <a:avLst/>
          </a:prstGeom>
        </p:spPr>
      </p:pic>
      <p:sp>
        <p:nvSpPr>
          <p:cNvPr id="9" name="TextBox 8">
            <a:extLst>
              <a:ext uri="{FF2B5EF4-FFF2-40B4-BE49-F238E27FC236}">
                <a16:creationId xmlns:a16="http://schemas.microsoft.com/office/drawing/2014/main" id="{AF3D77DD-E9C7-E637-68DF-3C987DDB4A6E}"/>
              </a:ext>
            </a:extLst>
          </p:cNvPr>
          <p:cNvSpPr txBox="1"/>
          <p:nvPr/>
        </p:nvSpPr>
        <p:spPr>
          <a:xfrm>
            <a:off x="4403834" y="257503"/>
            <a:ext cx="7677808" cy="6247864"/>
          </a:xfrm>
          <a:prstGeom prst="rect">
            <a:avLst/>
          </a:prstGeom>
          <a:noFill/>
        </p:spPr>
        <p:txBody>
          <a:bodyPr wrap="square" rtlCol="0">
            <a:spAutoFit/>
          </a:bodyPr>
          <a:lstStyle/>
          <a:p>
            <a:r>
              <a:rPr lang="en-US" sz="1600" b="1" i="1" dirty="0"/>
              <a:t>Dry Air:</a:t>
            </a:r>
            <a:endParaRPr lang="en-US" sz="1600" b="1" dirty="0"/>
          </a:p>
          <a:p>
            <a:pPr marL="342900" lvl="0" indent="-342900">
              <a:buFont typeface="+mj-lt"/>
              <a:buAutoNum type="arabicPeriod"/>
            </a:pPr>
            <a:r>
              <a:rPr lang="en-US" sz="1600" dirty="0"/>
              <a:t>Fill the water tank with deionized water. </a:t>
            </a:r>
          </a:p>
          <a:p>
            <a:pPr marL="342900" lvl="0" indent="-342900">
              <a:buFont typeface="+mj-lt"/>
              <a:buAutoNum type="arabicPeriod"/>
            </a:pPr>
            <a:r>
              <a:rPr lang="en-US" sz="1600" dirty="0"/>
              <a:t>Turn on the compressed air flow and record inlet pressure.</a:t>
            </a:r>
          </a:p>
          <a:p>
            <a:pPr marL="342900" lvl="0" indent="-342900">
              <a:buFont typeface="+mj-lt"/>
              <a:buAutoNum type="arabicPeriod"/>
            </a:pPr>
            <a:r>
              <a:rPr lang="en-US" sz="1600" dirty="0"/>
              <a:t>Turn on the digital temperature reader.</a:t>
            </a:r>
          </a:p>
          <a:p>
            <a:pPr marL="342900" lvl="0" indent="-342900">
              <a:buFont typeface="+mj-lt"/>
              <a:buAutoNum type="arabicPeriod"/>
            </a:pPr>
            <a:r>
              <a:rPr lang="en-US" sz="1600" dirty="0"/>
              <a:t>Record the temperature readings TC 1-6 from the digital temperature reader and the temperature analog gauge at the bottom of the column. </a:t>
            </a:r>
          </a:p>
          <a:p>
            <a:pPr marL="342900" lvl="0" indent="-342900">
              <a:buFont typeface="+mj-lt"/>
              <a:buAutoNum type="arabicPeriod"/>
            </a:pPr>
            <a:r>
              <a:rPr lang="en-US" sz="1600" dirty="0"/>
              <a:t>Record the humidity and temperature of the dry air using a hygrometer.</a:t>
            </a:r>
          </a:p>
          <a:p>
            <a:pPr marL="342900" lvl="0" indent="-342900">
              <a:buFont typeface="+mj-lt"/>
              <a:buAutoNum type="arabicPeriod"/>
            </a:pPr>
            <a:r>
              <a:rPr lang="en-US" sz="1600" dirty="0"/>
              <a:t>Do this for flow rates of 2, 4, and 6 scfm.</a:t>
            </a:r>
          </a:p>
          <a:p>
            <a:pPr marL="342900" indent="-342900">
              <a:buFont typeface="+mj-lt"/>
              <a:buAutoNum type="arabicPeriod"/>
            </a:pPr>
            <a:r>
              <a:rPr lang="en-US" sz="1600" dirty="0"/>
              <a:t>Open the steam valve to allow steam to enter the heat exchanger.</a:t>
            </a:r>
          </a:p>
          <a:p>
            <a:pPr marL="342900" indent="-342900">
              <a:buFont typeface="+mj-lt"/>
              <a:buAutoNum type="arabicPeriod"/>
            </a:pPr>
            <a:r>
              <a:rPr lang="en-US" sz="1600" dirty="0"/>
              <a:t>Repeat steps 4 to 6 for a warm temperature and a high temperature.</a:t>
            </a:r>
          </a:p>
          <a:p>
            <a:pPr marL="171450" lvl="0" indent="-171450">
              <a:buFont typeface="Arial" panose="020B0604020202020204" pitchFamily="34" charset="0"/>
              <a:buChar char="•"/>
            </a:pPr>
            <a:endParaRPr lang="en-US" sz="1600" dirty="0"/>
          </a:p>
          <a:p>
            <a:r>
              <a:rPr lang="en-US" sz="1600" b="1" i="1" dirty="0"/>
              <a:t>Humidification:</a:t>
            </a:r>
            <a:endParaRPr lang="en-US" sz="1600" b="1" dirty="0"/>
          </a:p>
          <a:p>
            <a:pPr lvl="0"/>
            <a:r>
              <a:rPr lang="en-US" sz="1600" dirty="0"/>
              <a:t>9.   Start the flow of water. </a:t>
            </a:r>
          </a:p>
          <a:p>
            <a:pPr lvl="0"/>
            <a:r>
              <a:rPr lang="en-US" sz="1600" dirty="0"/>
              <a:t>10.  Allow water to overflow the column and then decrease flow to a steady state.</a:t>
            </a:r>
          </a:p>
          <a:p>
            <a:pPr lvl="0"/>
            <a:r>
              <a:rPr lang="en-US" sz="1600" dirty="0"/>
              <a:t>11.  Set the air flow rate to a chosen value.</a:t>
            </a:r>
          </a:p>
          <a:p>
            <a:pPr lvl="0"/>
            <a:r>
              <a:rPr lang="en-US" sz="1600" dirty="0"/>
              <a:t>12.  Allow column to stabilize and record the temperature readings TC 1-6 and the inlet temperature. </a:t>
            </a:r>
          </a:p>
          <a:p>
            <a:pPr lvl="0"/>
            <a:r>
              <a:rPr lang="en-US" sz="1600" dirty="0"/>
              <a:t>13.  Measure the humidity of the outlet air with the hygrometer.</a:t>
            </a:r>
          </a:p>
          <a:p>
            <a:pPr lvl="0"/>
            <a:r>
              <a:rPr lang="en-US" sz="1600" dirty="0"/>
              <a:t>14.  Repeat for flow rates of 2, 4, and 6 scfm.</a:t>
            </a:r>
            <a:endParaRPr lang="en-US" sz="1600" b="1" dirty="0"/>
          </a:p>
          <a:p>
            <a:r>
              <a:rPr lang="en-US" sz="1600" dirty="0"/>
              <a:t>15.  Open the steam valve to allow steam to enter the heat exchanger.</a:t>
            </a:r>
          </a:p>
          <a:p>
            <a:pPr lvl="0"/>
            <a:r>
              <a:rPr lang="en-US" sz="1600" dirty="0"/>
              <a:t>16.  Repeat steps 12 to 14 for a warm temperature and a high temperature.</a:t>
            </a:r>
          </a:p>
          <a:p>
            <a:pPr lvl="0"/>
            <a:endParaRPr lang="en-US" sz="1600" dirty="0"/>
          </a:p>
          <a:p>
            <a:pPr lvl="0"/>
            <a:r>
              <a:rPr lang="en-US" sz="1600" i="1" dirty="0"/>
              <a:t>Note: Temperature can be varied by changing the flow of steam into the heat exchanger.</a:t>
            </a:r>
          </a:p>
          <a:p>
            <a:r>
              <a:rPr lang="en-US" sz="1600" i="1" dirty="0"/>
              <a:t> </a:t>
            </a:r>
          </a:p>
        </p:txBody>
      </p:sp>
    </p:spTree>
    <p:extLst>
      <p:ext uri="{BB962C8B-B14F-4D97-AF65-F5344CB8AC3E}">
        <p14:creationId xmlns:p14="http://schemas.microsoft.com/office/powerpoint/2010/main" val="2953626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FC82-0210-556B-3EB6-8A6B847D6D94}"/>
              </a:ext>
            </a:extLst>
          </p:cNvPr>
          <p:cNvSpPr>
            <a:spLocks noGrp="1"/>
          </p:cNvSpPr>
          <p:nvPr>
            <p:ph type="title"/>
          </p:nvPr>
        </p:nvSpPr>
        <p:spPr>
          <a:xfrm>
            <a:off x="571499" y="427475"/>
            <a:ext cx="11048999" cy="811005"/>
          </a:xfrm>
        </p:spPr>
        <p:txBody>
          <a:bodyPr anchor="t">
            <a:normAutofit/>
          </a:bodyPr>
          <a:lstStyle/>
          <a:p>
            <a:r>
              <a:rPr lang="en-US"/>
              <a:t>Dangers</a:t>
            </a:r>
          </a:p>
        </p:txBody>
      </p:sp>
      <p:graphicFrame>
        <p:nvGraphicFramePr>
          <p:cNvPr id="6" name="Content Placeholder 2">
            <a:extLst>
              <a:ext uri="{FF2B5EF4-FFF2-40B4-BE49-F238E27FC236}">
                <a16:creationId xmlns:a16="http://schemas.microsoft.com/office/drawing/2014/main" id="{48F7BB29-5DF9-DB85-FE37-A1B7372D3861}"/>
              </a:ext>
            </a:extLst>
          </p:cNvPr>
          <p:cNvGraphicFramePr>
            <a:graphicFrameLocks noGrp="1"/>
          </p:cNvGraphicFramePr>
          <p:nvPr>
            <p:ph idx="1"/>
            <p:extLst>
              <p:ext uri="{D42A27DB-BD31-4B8C-83A1-F6EECF244321}">
                <p14:modId xmlns:p14="http://schemas.microsoft.com/office/powerpoint/2010/main" val="1148477470"/>
              </p:ext>
            </p:extLst>
          </p:nvPr>
        </p:nvGraphicFramePr>
        <p:xfrm>
          <a:off x="571500" y="1437126"/>
          <a:ext cx="11049000" cy="4490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2">
            <a:extLst>
              <a:ext uri="{FF2B5EF4-FFF2-40B4-BE49-F238E27FC236}">
                <a16:creationId xmlns:a16="http://schemas.microsoft.com/office/drawing/2014/main" id="{D1F5A70A-5D11-C6FC-E854-2D06FD58D2A7}"/>
              </a:ext>
            </a:extLst>
          </p:cNvPr>
          <p:cNvGraphicFramePr>
            <a:graphicFrameLocks/>
          </p:cNvGraphicFramePr>
          <p:nvPr>
            <p:extLst>
              <p:ext uri="{D42A27DB-BD31-4B8C-83A1-F6EECF244321}">
                <p14:modId xmlns:p14="http://schemas.microsoft.com/office/powerpoint/2010/main" val="1166448741"/>
              </p:ext>
            </p:extLst>
          </p:nvPr>
        </p:nvGraphicFramePr>
        <p:xfrm>
          <a:off x="723900" y="1589526"/>
          <a:ext cx="11049000" cy="449070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68869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FE3CE-201F-114F-BF9D-EBAFAE1CE59C}"/>
              </a:ext>
            </a:extLst>
          </p:cNvPr>
          <p:cNvSpPr>
            <a:spLocks noGrp="1"/>
          </p:cNvSpPr>
          <p:nvPr>
            <p:ph type="title"/>
          </p:nvPr>
        </p:nvSpPr>
        <p:spPr>
          <a:xfrm>
            <a:off x="571499" y="427475"/>
            <a:ext cx="11048999" cy="811005"/>
          </a:xfrm>
        </p:spPr>
        <p:txBody>
          <a:bodyPr anchor="t">
            <a:normAutofit/>
          </a:bodyPr>
          <a:lstStyle/>
          <a:p>
            <a:r>
              <a:rPr lang="en-US"/>
              <a:t>Challenges</a:t>
            </a:r>
            <a:endParaRPr lang="en-NZ"/>
          </a:p>
        </p:txBody>
      </p:sp>
      <p:graphicFrame>
        <p:nvGraphicFramePr>
          <p:cNvPr id="8" name="Content Placeholder 2">
            <a:extLst>
              <a:ext uri="{FF2B5EF4-FFF2-40B4-BE49-F238E27FC236}">
                <a16:creationId xmlns:a16="http://schemas.microsoft.com/office/drawing/2014/main" id="{50ED684F-5909-2505-646F-E88B6CBF1524}"/>
              </a:ext>
            </a:extLst>
          </p:cNvPr>
          <p:cNvGraphicFramePr>
            <a:graphicFrameLocks noGrp="1"/>
          </p:cNvGraphicFramePr>
          <p:nvPr>
            <p:ph idx="1"/>
            <p:extLst>
              <p:ext uri="{D42A27DB-BD31-4B8C-83A1-F6EECF244321}">
                <p14:modId xmlns:p14="http://schemas.microsoft.com/office/powerpoint/2010/main" val="3313343300"/>
              </p:ext>
            </p:extLst>
          </p:nvPr>
        </p:nvGraphicFramePr>
        <p:xfrm>
          <a:off x="571500" y="1437126"/>
          <a:ext cx="11049000" cy="4490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2">
            <a:extLst>
              <a:ext uri="{FF2B5EF4-FFF2-40B4-BE49-F238E27FC236}">
                <a16:creationId xmlns:a16="http://schemas.microsoft.com/office/drawing/2014/main" id="{03371B54-612F-14ED-8EDE-D63611D373A5}"/>
              </a:ext>
            </a:extLst>
          </p:cNvPr>
          <p:cNvGraphicFramePr>
            <a:graphicFrameLocks/>
          </p:cNvGraphicFramePr>
          <p:nvPr>
            <p:extLst>
              <p:ext uri="{D42A27DB-BD31-4B8C-83A1-F6EECF244321}">
                <p14:modId xmlns:p14="http://schemas.microsoft.com/office/powerpoint/2010/main" val="2344240184"/>
              </p:ext>
            </p:extLst>
          </p:nvPr>
        </p:nvGraphicFramePr>
        <p:xfrm>
          <a:off x="723900" y="1589526"/>
          <a:ext cx="11049000" cy="449070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79787693"/>
      </p:ext>
    </p:extLst>
  </p:cSld>
  <p:clrMapOvr>
    <a:masterClrMapping/>
  </p:clrMapOvr>
</p:sld>
</file>

<file path=ppt/theme/theme1.xml><?xml version="1.0" encoding="utf-8"?>
<a:theme xmlns:a="http://schemas.openxmlformats.org/drawingml/2006/main" name="1_UIC">
  <a:themeElements>
    <a:clrScheme name="UIC">
      <a:dk1>
        <a:srgbClr val="575757"/>
      </a:dk1>
      <a:lt1>
        <a:srgbClr val="FFFFFF"/>
      </a:lt1>
      <a:dk2>
        <a:srgbClr val="001D69"/>
      </a:dk2>
      <a:lt2>
        <a:srgbClr val="F2F7EB"/>
      </a:lt2>
      <a:accent1>
        <a:srgbClr val="D40032"/>
      </a:accent1>
      <a:accent2>
        <a:srgbClr val="001E61"/>
      </a:accent2>
      <a:accent3>
        <a:srgbClr val="41B6E5"/>
      </a:accent3>
      <a:accent4>
        <a:srgbClr val="FFBE3E"/>
      </a:accent4>
      <a:accent5>
        <a:srgbClr val="0085AD"/>
      </a:accent5>
      <a:accent6>
        <a:srgbClr val="D0D2CF"/>
      </a:accent6>
      <a:hlink>
        <a:srgbClr val="41B6E6"/>
      </a:hlink>
      <a:folHlink>
        <a:srgbClr val="001E6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id="{B82EF8CA-CF45-B347-9F86-BDCB680E2AB6}" vid="{5E8F787F-D014-A040-8B66-4854019F9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50406bf-ab9f-483b-b303-db1ece28540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B7536DA56B45E49B4127A42CE0BFF03" ma:contentTypeVersion="9" ma:contentTypeDescription="Create a new document." ma:contentTypeScope="" ma:versionID="5286989152088d366424bfb8338881db">
  <xsd:schema xmlns:xsd="http://www.w3.org/2001/XMLSchema" xmlns:xs="http://www.w3.org/2001/XMLSchema" xmlns:p="http://schemas.microsoft.com/office/2006/metadata/properties" xmlns:ns3="a50406bf-ab9f-483b-b303-db1ece28540e" xmlns:ns4="0b9bbc26-84a1-4caf-bda8-7ce090730006" targetNamespace="http://schemas.microsoft.com/office/2006/metadata/properties" ma:root="true" ma:fieldsID="26dadc44a8c39e1be30a9258c456d69e" ns3:_="" ns4:_="">
    <xsd:import namespace="a50406bf-ab9f-483b-b303-db1ece28540e"/>
    <xsd:import namespace="0b9bbc26-84a1-4caf-bda8-7ce09073000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0406bf-ab9f-483b-b303-db1ece2854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9bbc26-84a1-4caf-bda8-7ce09073000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35ED35-8BE3-4CCC-B416-5402A05E8B83}">
  <ds:schemaRefs>
    <ds:schemaRef ds:uri="http://purl.org/dc/dcmitype/"/>
    <ds:schemaRef ds:uri="a50406bf-ab9f-483b-b303-db1ece28540e"/>
    <ds:schemaRef ds:uri="http://schemas.microsoft.com/office/infopath/2007/PartnerControls"/>
    <ds:schemaRef ds:uri="http://purl.org/dc/elements/1.1/"/>
    <ds:schemaRef ds:uri="http://schemas.microsoft.com/office/2006/metadata/properties"/>
    <ds:schemaRef ds:uri="0b9bbc26-84a1-4caf-bda8-7ce090730006"/>
    <ds:schemaRef ds:uri="http://schemas.microsoft.com/office/2006/documentManagement/typ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F224C9C6-16F2-47FF-8924-8CBC1FE8248A}">
  <ds:schemaRefs>
    <ds:schemaRef ds:uri="http://schemas.microsoft.com/sharepoint/v3/contenttype/forms"/>
  </ds:schemaRefs>
</ds:datastoreItem>
</file>

<file path=customXml/itemProps3.xml><?xml version="1.0" encoding="utf-8"?>
<ds:datastoreItem xmlns:ds="http://schemas.openxmlformats.org/officeDocument/2006/customXml" ds:itemID="{865B39C2-E85E-4983-BF8C-946723CED5EE}">
  <ds:schemaRefs>
    <ds:schemaRef ds:uri="0b9bbc26-84a1-4caf-bda8-7ce090730006"/>
    <ds:schemaRef ds:uri="a50406bf-ab9f-483b-b303-db1ece2854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UIC template slides</Template>
  <TotalTime>12</TotalTime>
  <Words>714</Words>
  <Application>Microsoft Office PowerPoint</Application>
  <PresentationFormat>Widescreen</PresentationFormat>
  <Paragraphs>89</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Cambria Math</vt:lpstr>
      <vt:lpstr>Open Sans</vt:lpstr>
      <vt:lpstr>Symbol</vt:lpstr>
      <vt:lpstr>System Font Regular</vt:lpstr>
      <vt:lpstr>1_UIC</vt:lpstr>
      <vt:lpstr>PowerPoint Presentation</vt:lpstr>
      <vt:lpstr>PowerPoint Presentation</vt:lpstr>
      <vt:lpstr>Introduction</vt:lpstr>
      <vt:lpstr>Theory</vt:lpstr>
      <vt:lpstr>PowerPoint Presentation</vt:lpstr>
      <vt:lpstr>PowerPoint Presentation</vt:lpstr>
      <vt:lpstr>Materials and Supplies</vt:lpstr>
      <vt:lpstr>PowerPoint Presentation</vt:lpstr>
      <vt:lpstr>Dangers</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Aca, Jazmin</dc:creator>
  <cp:lastModifiedBy>Zdunek, Alan</cp:lastModifiedBy>
  <cp:revision>8</cp:revision>
  <dcterms:created xsi:type="dcterms:W3CDTF">2025-09-13T20:30:28Z</dcterms:created>
  <dcterms:modified xsi:type="dcterms:W3CDTF">2025-10-30T15:42:03Z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0x0101007B7536DA56B45E49B4127A42CE0BFF03</vt:lpwstr>
  </property>
</Properties>
</file>