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comments/modernComment_17B_4D437748.xml" ContentType="application/vnd.ms-powerpoint.comments+xml"/>
  <Override PartName="/ppt/comments/modernComment_183_12703F3B.xml" ContentType="application/vnd.ms-powerpoint.comments+xml"/>
  <Override PartName="/ppt/charts/chart1.xml" ContentType="application/vnd.openxmlformats-officedocument.drawingml.chart+xml"/>
  <Override PartName="/ppt/comments/modernComment_186_1D93DFAA.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omments/modernComment_187_B00CC2F7.xml" ContentType="application/vnd.ms-powerpoint.comment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omments/modernComment_17A_B6EB3B47.xml" ContentType="application/vnd.ms-powerpoint.comments+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4"/>
  </p:sldMasterIdLst>
  <p:notesMasterIdLst>
    <p:notesMasterId r:id="rId15"/>
  </p:notesMasterIdLst>
  <p:sldIdLst>
    <p:sldId id="379" r:id="rId5"/>
    <p:sldId id="381" r:id="rId6"/>
    <p:sldId id="387" r:id="rId7"/>
    <p:sldId id="389" r:id="rId8"/>
    <p:sldId id="376" r:id="rId9"/>
    <p:sldId id="390" r:id="rId10"/>
    <p:sldId id="391" r:id="rId11"/>
    <p:sldId id="392" r:id="rId12"/>
    <p:sldId id="378" r:id="rId13"/>
    <p:sldId id="383"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F52CCAC-0B66-CA76-A7A3-D551D844506B}" name="Zdunek, Alan" initials="AZ" userId="S::zdunek@uic.edu::5627838d-8155-4d77-aa14-f1ef87cd6a5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333333"/>
    <a:srgbClr val="323232"/>
    <a:srgbClr val="001E62"/>
    <a:srgbClr val="D50032"/>
    <a:srgbClr val="F4F3E8"/>
    <a:srgbClr val="0080A9"/>
    <a:srgbClr val="FEBB37"/>
    <a:srgbClr val="51BF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94CDDE-DBE1-4444-B9D9-8963B8E2EB87}" v="181" dt="2025-09-30T13:59:27.45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5" d="100"/>
          <a:sy n="95" d="100"/>
        </p:scale>
        <p:origin x="456" y="22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oleObject" Target="https://uic365-my.sharepoint.com/personal/hnaqvi2_uic_edu/Documents/Figure_M-39_Ethanol-water-mixture.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328299033169399"/>
          <c:y val="8.8047286918354589E-2"/>
          <c:w val="0.73326670529121318"/>
          <c:h val="0.74712239418286142"/>
        </c:manualLayout>
      </c:layout>
      <c:scatterChart>
        <c:scatterStyle val="smoothMarker"/>
        <c:varyColors val="0"/>
        <c:ser>
          <c:idx val="0"/>
          <c:order val="0"/>
          <c:tx>
            <c:strRef>
              <c:f>Sheet1!$B$65</c:f>
              <c:strCache>
                <c:ptCount val="1"/>
                <c:pt idx="0">
                  <c:v>yEtoh</c:v>
                </c:pt>
              </c:strCache>
            </c:strRef>
          </c:tx>
          <c:spPr>
            <a:ln w="12700">
              <a:solidFill>
                <a:srgbClr val="000000"/>
              </a:solidFill>
              <a:prstDash val="solid"/>
            </a:ln>
          </c:spPr>
          <c:marker>
            <c:symbol val="none"/>
          </c:marker>
          <c:xVal>
            <c:numRef>
              <c:f>Sheet1!$A$66:$A$98</c:f>
              <c:numCache>
                <c:formatCode>General</c:formatCode>
                <c:ptCount val="33"/>
                <c:pt idx="0">
                  <c:v>0</c:v>
                </c:pt>
                <c:pt idx="1">
                  <c:v>1.9E-2</c:v>
                </c:pt>
                <c:pt idx="2">
                  <c:v>7.2099999999999997E-2</c:v>
                </c:pt>
                <c:pt idx="3">
                  <c:v>9.9000000000000005E-2</c:v>
                </c:pt>
                <c:pt idx="4">
                  <c:v>0.12379999999999999</c:v>
                </c:pt>
                <c:pt idx="5">
                  <c:v>0.1661</c:v>
                </c:pt>
                <c:pt idx="6">
                  <c:v>0.23369999999999999</c:v>
                </c:pt>
                <c:pt idx="7">
                  <c:v>0.26079999999999998</c:v>
                </c:pt>
                <c:pt idx="8">
                  <c:v>0.32729999999999998</c:v>
                </c:pt>
                <c:pt idx="9">
                  <c:v>0.39650000000000002</c:v>
                </c:pt>
                <c:pt idx="10">
                  <c:v>0.51980000000000004</c:v>
                </c:pt>
                <c:pt idx="11">
                  <c:v>0.57320000000000004</c:v>
                </c:pt>
                <c:pt idx="12">
                  <c:v>0.67630000000000001</c:v>
                </c:pt>
                <c:pt idx="13">
                  <c:v>0.74719999999999998</c:v>
                </c:pt>
                <c:pt idx="14">
                  <c:v>0.89429999999999998</c:v>
                </c:pt>
                <c:pt idx="15">
                  <c:v>1</c:v>
                </c:pt>
                <c:pt idx="17">
                  <c:v>0</c:v>
                </c:pt>
                <c:pt idx="18">
                  <c:v>0.17</c:v>
                </c:pt>
                <c:pt idx="19">
                  <c:v>0.3891</c:v>
                </c:pt>
                <c:pt idx="20">
                  <c:v>0.4375</c:v>
                </c:pt>
                <c:pt idx="21">
                  <c:v>0.47039999999999998</c:v>
                </c:pt>
                <c:pt idx="22">
                  <c:v>0.50890000000000002</c:v>
                </c:pt>
                <c:pt idx="23">
                  <c:v>0.54449999999999998</c:v>
                </c:pt>
                <c:pt idx="24">
                  <c:v>0.55800000000000005</c:v>
                </c:pt>
                <c:pt idx="25">
                  <c:v>0.58260000000000001</c:v>
                </c:pt>
                <c:pt idx="26">
                  <c:v>0.61219999999999997</c:v>
                </c:pt>
                <c:pt idx="27">
                  <c:v>0.65990000000000004</c:v>
                </c:pt>
                <c:pt idx="28">
                  <c:v>0.68410000000000004</c:v>
                </c:pt>
                <c:pt idx="29">
                  <c:v>0.73850000000000005</c:v>
                </c:pt>
                <c:pt idx="30">
                  <c:v>0.78149999999999997</c:v>
                </c:pt>
                <c:pt idx="31">
                  <c:v>0.89429999999999998</c:v>
                </c:pt>
                <c:pt idx="32">
                  <c:v>1</c:v>
                </c:pt>
              </c:numCache>
            </c:numRef>
          </c:xVal>
          <c:yVal>
            <c:numRef>
              <c:f>Sheet1!$B$66:$B$98</c:f>
              <c:numCache>
                <c:formatCode>General</c:formatCode>
                <c:ptCount val="33"/>
                <c:pt idx="0">
                  <c:v>0</c:v>
                </c:pt>
                <c:pt idx="1">
                  <c:v>0.17</c:v>
                </c:pt>
                <c:pt idx="2">
                  <c:v>0.3891</c:v>
                </c:pt>
                <c:pt idx="3">
                  <c:v>0.4375</c:v>
                </c:pt>
                <c:pt idx="4">
                  <c:v>0.47039999999999998</c:v>
                </c:pt>
                <c:pt idx="5">
                  <c:v>0.50890000000000002</c:v>
                </c:pt>
                <c:pt idx="6">
                  <c:v>0.54449999999999998</c:v>
                </c:pt>
                <c:pt idx="7">
                  <c:v>0.55800000000000005</c:v>
                </c:pt>
                <c:pt idx="8">
                  <c:v>0.58260000000000001</c:v>
                </c:pt>
                <c:pt idx="9">
                  <c:v>0.61219999999999997</c:v>
                </c:pt>
                <c:pt idx="10">
                  <c:v>0.65990000000000004</c:v>
                </c:pt>
                <c:pt idx="11">
                  <c:v>0.68410000000000004</c:v>
                </c:pt>
                <c:pt idx="12">
                  <c:v>0.73850000000000005</c:v>
                </c:pt>
                <c:pt idx="13">
                  <c:v>0.78149999999999997</c:v>
                </c:pt>
                <c:pt idx="14">
                  <c:v>0.89429999999999998</c:v>
                </c:pt>
                <c:pt idx="15">
                  <c:v>1</c:v>
                </c:pt>
                <c:pt idx="17">
                  <c:v>0</c:v>
                </c:pt>
                <c:pt idx="18">
                  <c:v>0.17</c:v>
                </c:pt>
                <c:pt idx="19">
                  <c:v>0.3891</c:v>
                </c:pt>
                <c:pt idx="20">
                  <c:v>0.4375</c:v>
                </c:pt>
                <c:pt idx="21">
                  <c:v>0.47039999999999998</c:v>
                </c:pt>
                <c:pt idx="22">
                  <c:v>0.50890000000000002</c:v>
                </c:pt>
                <c:pt idx="23">
                  <c:v>0.54449999999999998</c:v>
                </c:pt>
                <c:pt idx="24">
                  <c:v>0.55800000000000005</c:v>
                </c:pt>
                <c:pt idx="25">
                  <c:v>0.58260000000000001</c:v>
                </c:pt>
                <c:pt idx="26">
                  <c:v>0.61219999999999997</c:v>
                </c:pt>
                <c:pt idx="27">
                  <c:v>0.65990000000000004</c:v>
                </c:pt>
                <c:pt idx="28">
                  <c:v>0.68410000000000004</c:v>
                </c:pt>
                <c:pt idx="29">
                  <c:v>0.73850000000000005</c:v>
                </c:pt>
                <c:pt idx="30">
                  <c:v>0.78149999999999997</c:v>
                </c:pt>
                <c:pt idx="31">
                  <c:v>0.89429999999999998</c:v>
                </c:pt>
                <c:pt idx="32">
                  <c:v>1</c:v>
                </c:pt>
              </c:numCache>
            </c:numRef>
          </c:yVal>
          <c:smooth val="1"/>
          <c:extLst>
            <c:ext xmlns:c16="http://schemas.microsoft.com/office/drawing/2014/chart" uri="{C3380CC4-5D6E-409C-BE32-E72D297353CC}">
              <c16:uniqueId val="{00000000-0055-41AA-88D5-13E4E3C79A2D}"/>
            </c:ext>
          </c:extLst>
        </c:ser>
        <c:ser>
          <c:idx val="2"/>
          <c:order val="2"/>
          <c:tx>
            <c:strRef>
              <c:f>Sheet1!$D$65</c:f>
              <c:strCache>
                <c:ptCount val="1"/>
              </c:strCache>
            </c:strRef>
          </c:tx>
          <c:spPr>
            <a:ln w="12700"/>
          </c:spPr>
          <c:marker>
            <c:symbol val="none"/>
          </c:marker>
          <c:xVal>
            <c:numRef>
              <c:f>Sheet1!$A$66:$A$98</c:f>
              <c:numCache>
                <c:formatCode>General</c:formatCode>
                <c:ptCount val="33"/>
                <c:pt idx="0">
                  <c:v>0</c:v>
                </c:pt>
                <c:pt idx="1">
                  <c:v>1.9E-2</c:v>
                </c:pt>
                <c:pt idx="2">
                  <c:v>7.2099999999999997E-2</c:v>
                </c:pt>
                <c:pt idx="3">
                  <c:v>9.9000000000000005E-2</c:v>
                </c:pt>
                <c:pt idx="4">
                  <c:v>0.12379999999999999</c:v>
                </c:pt>
                <c:pt idx="5">
                  <c:v>0.1661</c:v>
                </c:pt>
                <c:pt idx="6">
                  <c:v>0.23369999999999999</c:v>
                </c:pt>
                <c:pt idx="7">
                  <c:v>0.26079999999999998</c:v>
                </c:pt>
                <c:pt idx="8">
                  <c:v>0.32729999999999998</c:v>
                </c:pt>
                <c:pt idx="9">
                  <c:v>0.39650000000000002</c:v>
                </c:pt>
                <c:pt idx="10">
                  <c:v>0.51980000000000004</c:v>
                </c:pt>
                <c:pt idx="11">
                  <c:v>0.57320000000000004</c:v>
                </c:pt>
                <c:pt idx="12">
                  <c:v>0.67630000000000001</c:v>
                </c:pt>
                <c:pt idx="13">
                  <c:v>0.74719999999999998</c:v>
                </c:pt>
                <c:pt idx="14">
                  <c:v>0.89429999999999998</c:v>
                </c:pt>
                <c:pt idx="15">
                  <c:v>1</c:v>
                </c:pt>
                <c:pt idx="17">
                  <c:v>0</c:v>
                </c:pt>
                <c:pt idx="18">
                  <c:v>0.17</c:v>
                </c:pt>
                <c:pt idx="19">
                  <c:v>0.3891</c:v>
                </c:pt>
                <c:pt idx="20">
                  <c:v>0.4375</c:v>
                </c:pt>
                <c:pt idx="21">
                  <c:v>0.47039999999999998</c:v>
                </c:pt>
                <c:pt idx="22">
                  <c:v>0.50890000000000002</c:v>
                </c:pt>
                <c:pt idx="23">
                  <c:v>0.54449999999999998</c:v>
                </c:pt>
                <c:pt idx="24">
                  <c:v>0.55800000000000005</c:v>
                </c:pt>
                <c:pt idx="25">
                  <c:v>0.58260000000000001</c:v>
                </c:pt>
                <c:pt idx="26">
                  <c:v>0.61219999999999997</c:v>
                </c:pt>
                <c:pt idx="27">
                  <c:v>0.65990000000000004</c:v>
                </c:pt>
                <c:pt idx="28">
                  <c:v>0.68410000000000004</c:v>
                </c:pt>
                <c:pt idx="29">
                  <c:v>0.73850000000000005</c:v>
                </c:pt>
                <c:pt idx="30">
                  <c:v>0.78149999999999997</c:v>
                </c:pt>
                <c:pt idx="31">
                  <c:v>0.89429999999999998</c:v>
                </c:pt>
                <c:pt idx="32">
                  <c:v>1</c:v>
                </c:pt>
              </c:numCache>
            </c:numRef>
          </c:xVal>
          <c:yVal>
            <c:numRef>
              <c:f>Sheet1!$D$66:$D$98</c:f>
              <c:numCache>
                <c:formatCode>General</c:formatCode>
                <c:ptCount val="33"/>
              </c:numCache>
            </c:numRef>
          </c:yVal>
          <c:smooth val="1"/>
          <c:extLst>
            <c:ext xmlns:c16="http://schemas.microsoft.com/office/drawing/2014/chart" uri="{C3380CC4-5D6E-409C-BE32-E72D297353CC}">
              <c16:uniqueId val="{00000001-0055-41AA-88D5-13E4E3C79A2D}"/>
            </c:ext>
          </c:extLst>
        </c:ser>
        <c:dLbls>
          <c:showLegendKey val="0"/>
          <c:showVal val="0"/>
          <c:showCatName val="0"/>
          <c:showSerName val="0"/>
          <c:showPercent val="0"/>
          <c:showBubbleSize val="0"/>
        </c:dLbls>
        <c:axId val="864229824"/>
        <c:axId val="1"/>
        <c:extLst>
          <c:ext xmlns:c15="http://schemas.microsoft.com/office/drawing/2012/chart" uri="{02D57815-91ED-43cb-92C2-25804820EDAC}">
            <c15:filteredScatterSeries>
              <c15:ser>
                <c:idx val="1"/>
                <c:order val="1"/>
                <c:tx>
                  <c:strRef>
                    <c:extLst>
                      <c:ext uri="{02D57815-91ED-43cb-92C2-25804820EDAC}">
                        <c15:formulaRef>
                          <c15:sqref>Sheet1!$C$65</c15:sqref>
                        </c15:formulaRef>
                      </c:ext>
                    </c:extLst>
                    <c:strCache>
                      <c:ptCount val="1"/>
                      <c:pt idx="0">
                        <c:v>Operating Line for 0.2</c:v>
                      </c:pt>
                    </c:strCache>
                  </c:strRef>
                </c:tx>
                <c:spPr>
                  <a:ln w="12700"/>
                </c:spPr>
                <c:marker>
                  <c:symbol val="none"/>
                </c:marker>
                <c:xVal>
                  <c:numRef>
                    <c:extLst>
                      <c:ext uri="{02D57815-91ED-43cb-92C2-25804820EDAC}">
                        <c15:formulaRef>
                          <c15:sqref>Sheet1!$A$66:$A$98</c15:sqref>
                        </c15:formulaRef>
                      </c:ext>
                    </c:extLst>
                    <c:numCache>
                      <c:formatCode>General</c:formatCode>
                      <c:ptCount val="33"/>
                      <c:pt idx="0">
                        <c:v>0</c:v>
                      </c:pt>
                      <c:pt idx="1">
                        <c:v>1.9E-2</c:v>
                      </c:pt>
                      <c:pt idx="2">
                        <c:v>7.2099999999999997E-2</c:v>
                      </c:pt>
                      <c:pt idx="3">
                        <c:v>9.9000000000000005E-2</c:v>
                      </c:pt>
                      <c:pt idx="4">
                        <c:v>0.12379999999999999</c:v>
                      </c:pt>
                      <c:pt idx="5">
                        <c:v>0.1661</c:v>
                      </c:pt>
                      <c:pt idx="6">
                        <c:v>0.23369999999999999</c:v>
                      </c:pt>
                      <c:pt idx="7">
                        <c:v>0.26079999999999998</c:v>
                      </c:pt>
                      <c:pt idx="8">
                        <c:v>0.32729999999999998</c:v>
                      </c:pt>
                      <c:pt idx="9">
                        <c:v>0.39650000000000002</c:v>
                      </c:pt>
                      <c:pt idx="10">
                        <c:v>0.51980000000000004</c:v>
                      </c:pt>
                      <c:pt idx="11">
                        <c:v>0.57320000000000004</c:v>
                      </c:pt>
                      <c:pt idx="12">
                        <c:v>0.67630000000000001</c:v>
                      </c:pt>
                      <c:pt idx="13">
                        <c:v>0.74719999999999998</c:v>
                      </c:pt>
                      <c:pt idx="14">
                        <c:v>0.89429999999999998</c:v>
                      </c:pt>
                      <c:pt idx="15">
                        <c:v>1</c:v>
                      </c:pt>
                      <c:pt idx="17">
                        <c:v>0</c:v>
                      </c:pt>
                      <c:pt idx="18">
                        <c:v>0.17</c:v>
                      </c:pt>
                      <c:pt idx="19">
                        <c:v>0.3891</c:v>
                      </c:pt>
                      <c:pt idx="20">
                        <c:v>0.4375</c:v>
                      </c:pt>
                      <c:pt idx="21">
                        <c:v>0.47039999999999998</c:v>
                      </c:pt>
                      <c:pt idx="22">
                        <c:v>0.50890000000000002</c:v>
                      </c:pt>
                      <c:pt idx="23">
                        <c:v>0.54449999999999998</c:v>
                      </c:pt>
                      <c:pt idx="24">
                        <c:v>0.55800000000000005</c:v>
                      </c:pt>
                      <c:pt idx="25">
                        <c:v>0.58260000000000001</c:v>
                      </c:pt>
                      <c:pt idx="26">
                        <c:v>0.61219999999999997</c:v>
                      </c:pt>
                      <c:pt idx="27">
                        <c:v>0.65990000000000004</c:v>
                      </c:pt>
                      <c:pt idx="28">
                        <c:v>0.68410000000000004</c:v>
                      </c:pt>
                      <c:pt idx="29">
                        <c:v>0.73850000000000005</c:v>
                      </c:pt>
                      <c:pt idx="30">
                        <c:v>0.78149999999999997</c:v>
                      </c:pt>
                      <c:pt idx="31">
                        <c:v>0.89429999999999998</c:v>
                      </c:pt>
                      <c:pt idx="32">
                        <c:v>1</c:v>
                      </c:pt>
                    </c:numCache>
                  </c:numRef>
                </c:xVal>
                <c:yVal>
                  <c:numRef>
                    <c:extLst>
                      <c:ext uri="{02D57815-91ED-43cb-92C2-25804820EDAC}">
                        <c15:formulaRef>
                          <c15:sqref>Sheet1!$C$66:$C$98</c15:sqref>
                        </c15:formulaRef>
                      </c:ext>
                    </c:extLst>
                    <c:numCache>
                      <c:formatCode>General</c:formatCode>
                      <c:ptCount val="33"/>
                      <c:pt idx="0">
                        <c:v>0.77</c:v>
                      </c:pt>
                      <c:pt idx="1">
                        <c:v>0.77304000000000006</c:v>
                      </c:pt>
                      <c:pt idx="2">
                        <c:v>0.78153600000000001</c:v>
                      </c:pt>
                      <c:pt idx="3">
                        <c:v>0.78583999999999998</c:v>
                      </c:pt>
                      <c:pt idx="4">
                        <c:v>0.78980800000000007</c:v>
                      </c:pt>
                      <c:pt idx="5">
                        <c:v>0.79657600000000006</c:v>
                      </c:pt>
                      <c:pt idx="6">
                        <c:v>0.807392</c:v>
                      </c:pt>
                      <c:pt idx="7">
                        <c:v>0.81172800000000001</c:v>
                      </c:pt>
                      <c:pt idx="8">
                        <c:v>0.82236799999999999</c:v>
                      </c:pt>
                      <c:pt idx="9">
                        <c:v>0.83344000000000007</c:v>
                      </c:pt>
                      <c:pt idx="10">
                        <c:v>0.85316800000000004</c:v>
                      </c:pt>
                      <c:pt idx="11">
                        <c:v>0.86171200000000003</c:v>
                      </c:pt>
                      <c:pt idx="12">
                        <c:v>0.87820799999999999</c:v>
                      </c:pt>
                      <c:pt idx="13">
                        <c:v>0.88955200000000001</c:v>
                      </c:pt>
                      <c:pt idx="14">
                        <c:v>0.91308800000000001</c:v>
                      </c:pt>
                      <c:pt idx="15">
                        <c:v>0.93</c:v>
                      </c:pt>
                      <c:pt idx="16">
                        <c:v>0.77</c:v>
                      </c:pt>
                      <c:pt idx="17">
                        <c:v>0.77</c:v>
                      </c:pt>
                      <c:pt idx="18">
                        <c:v>0.79720000000000002</c:v>
                      </c:pt>
                      <c:pt idx="19">
                        <c:v>0.832256</c:v>
                      </c:pt>
                      <c:pt idx="20">
                        <c:v>0.84000000000000008</c:v>
                      </c:pt>
                      <c:pt idx="21">
                        <c:v>0.84526400000000002</c:v>
                      </c:pt>
                      <c:pt idx="22">
                        <c:v>0.85142400000000007</c:v>
                      </c:pt>
                      <c:pt idx="23">
                        <c:v>0.85711999999999999</c:v>
                      </c:pt>
                      <c:pt idx="24">
                        <c:v>0.85928000000000004</c:v>
                      </c:pt>
                      <c:pt idx="25">
                        <c:v>0.86321599999999998</c:v>
                      </c:pt>
                      <c:pt idx="26">
                        <c:v>0.86795200000000006</c:v>
                      </c:pt>
                      <c:pt idx="27">
                        <c:v>0.87558400000000003</c:v>
                      </c:pt>
                      <c:pt idx="28">
                        <c:v>0.87945600000000002</c:v>
                      </c:pt>
                      <c:pt idx="29">
                        <c:v>0.88816000000000006</c:v>
                      </c:pt>
                      <c:pt idx="30">
                        <c:v>0.89504000000000006</c:v>
                      </c:pt>
                      <c:pt idx="31">
                        <c:v>0.91308800000000001</c:v>
                      </c:pt>
                      <c:pt idx="32">
                        <c:v>0.93</c:v>
                      </c:pt>
                    </c:numCache>
                  </c:numRef>
                </c:yVal>
                <c:smooth val="1"/>
                <c:extLst>
                  <c:ext xmlns:c16="http://schemas.microsoft.com/office/drawing/2014/chart" uri="{C3380CC4-5D6E-409C-BE32-E72D297353CC}">
                    <c16:uniqueId val="{00000002-0055-41AA-88D5-13E4E3C79A2D}"/>
                  </c:ext>
                </c:extLst>
              </c15:ser>
            </c15:filteredScatterSeries>
            <c15:filteredScatterSeries>
              <c15:ser>
                <c:idx val="3"/>
                <c:order val="3"/>
                <c:tx>
                  <c:strRef>
                    <c:extLst xmlns:c15="http://schemas.microsoft.com/office/drawing/2012/chart">
                      <c:ext xmlns:c15="http://schemas.microsoft.com/office/drawing/2012/chart" uri="{02D57815-91ED-43cb-92C2-25804820EDAC}">
                        <c15:formulaRef>
                          <c15:sqref>Sheet1!$E$65</c15:sqref>
                        </c15:formulaRef>
                      </c:ext>
                    </c:extLst>
                    <c:strCache>
                      <c:ptCount val="1"/>
                      <c:pt idx="0">
                        <c:v>Operating Line for 0.4</c:v>
                      </c:pt>
                    </c:strCache>
                  </c:strRef>
                </c:tx>
                <c:spPr>
                  <a:ln w="12700"/>
                </c:spPr>
                <c:marker>
                  <c:symbol val="none"/>
                </c:marker>
                <c:xVal>
                  <c:numRef>
                    <c:extLst xmlns:c15="http://schemas.microsoft.com/office/drawing/2012/chart">
                      <c:ext xmlns:c15="http://schemas.microsoft.com/office/drawing/2012/chart" uri="{02D57815-91ED-43cb-92C2-25804820EDAC}">
                        <c15:formulaRef>
                          <c15:sqref>Sheet1!$A$66:$A$98</c15:sqref>
                        </c15:formulaRef>
                      </c:ext>
                    </c:extLst>
                    <c:numCache>
                      <c:formatCode>General</c:formatCode>
                      <c:ptCount val="33"/>
                      <c:pt idx="0">
                        <c:v>0</c:v>
                      </c:pt>
                      <c:pt idx="1">
                        <c:v>1.9E-2</c:v>
                      </c:pt>
                      <c:pt idx="2">
                        <c:v>7.2099999999999997E-2</c:v>
                      </c:pt>
                      <c:pt idx="3">
                        <c:v>9.9000000000000005E-2</c:v>
                      </c:pt>
                      <c:pt idx="4">
                        <c:v>0.12379999999999999</c:v>
                      </c:pt>
                      <c:pt idx="5">
                        <c:v>0.1661</c:v>
                      </c:pt>
                      <c:pt idx="6">
                        <c:v>0.23369999999999999</c:v>
                      </c:pt>
                      <c:pt idx="7">
                        <c:v>0.26079999999999998</c:v>
                      </c:pt>
                      <c:pt idx="8">
                        <c:v>0.32729999999999998</c:v>
                      </c:pt>
                      <c:pt idx="9">
                        <c:v>0.39650000000000002</c:v>
                      </c:pt>
                      <c:pt idx="10">
                        <c:v>0.51980000000000004</c:v>
                      </c:pt>
                      <c:pt idx="11">
                        <c:v>0.57320000000000004</c:v>
                      </c:pt>
                      <c:pt idx="12">
                        <c:v>0.67630000000000001</c:v>
                      </c:pt>
                      <c:pt idx="13">
                        <c:v>0.74719999999999998</c:v>
                      </c:pt>
                      <c:pt idx="14">
                        <c:v>0.89429999999999998</c:v>
                      </c:pt>
                      <c:pt idx="15">
                        <c:v>1</c:v>
                      </c:pt>
                      <c:pt idx="17">
                        <c:v>0</c:v>
                      </c:pt>
                      <c:pt idx="18">
                        <c:v>0.17</c:v>
                      </c:pt>
                      <c:pt idx="19">
                        <c:v>0.3891</c:v>
                      </c:pt>
                      <c:pt idx="20">
                        <c:v>0.4375</c:v>
                      </c:pt>
                      <c:pt idx="21">
                        <c:v>0.47039999999999998</c:v>
                      </c:pt>
                      <c:pt idx="22">
                        <c:v>0.50890000000000002</c:v>
                      </c:pt>
                      <c:pt idx="23">
                        <c:v>0.54449999999999998</c:v>
                      </c:pt>
                      <c:pt idx="24">
                        <c:v>0.55800000000000005</c:v>
                      </c:pt>
                      <c:pt idx="25">
                        <c:v>0.58260000000000001</c:v>
                      </c:pt>
                      <c:pt idx="26">
                        <c:v>0.61219999999999997</c:v>
                      </c:pt>
                      <c:pt idx="27">
                        <c:v>0.65990000000000004</c:v>
                      </c:pt>
                      <c:pt idx="28">
                        <c:v>0.68410000000000004</c:v>
                      </c:pt>
                      <c:pt idx="29">
                        <c:v>0.73850000000000005</c:v>
                      </c:pt>
                      <c:pt idx="30">
                        <c:v>0.78149999999999997</c:v>
                      </c:pt>
                      <c:pt idx="31">
                        <c:v>0.89429999999999998</c:v>
                      </c:pt>
                      <c:pt idx="32">
                        <c:v>1</c:v>
                      </c:pt>
                    </c:numCache>
                  </c:numRef>
                </c:xVal>
                <c:yVal>
                  <c:numRef>
                    <c:extLst xmlns:c15="http://schemas.microsoft.com/office/drawing/2012/chart">
                      <c:ext xmlns:c15="http://schemas.microsoft.com/office/drawing/2012/chart" uri="{02D57815-91ED-43cb-92C2-25804820EDAC}">
                        <c15:formulaRef>
                          <c15:sqref>Sheet1!$E$66:$E$98</c15:sqref>
                        </c15:formulaRef>
                      </c:ext>
                    </c:extLst>
                    <c:numCache>
                      <c:formatCode>General</c:formatCode>
                      <c:ptCount val="33"/>
                      <c:pt idx="0">
                        <c:v>0.58428571428571419</c:v>
                      </c:pt>
                      <c:pt idx="1">
                        <c:v>0.58971428571428564</c:v>
                      </c:pt>
                      <c:pt idx="2">
                        <c:v>0.60488571428571414</c:v>
                      </c:pt>
                      <c:pt idx="3">
                        <c:v>0.61257142857142843</c:v>
                      </c:pt>
                      <c:pt idx="4">
                        <c:v>0.6196571428571428</c:v>
                      </c:pt>
                      <c:pt idx="5">
                        <c:v>0.63174285714285705</c:v>
                      </c:pt>
                      <c:pt idx="6">
                        <c:v>0.65105714285714278</c:v>
                      </c:pt>
                      <c:pt idx="7">
                        <c:v>0.65879999999999994</c:v>
                      </c:pt>
                      <c:pt idx="8">
                        <c:v>0.67779999999999996</c:v>
                      </c:pt>
                      <c:pt idx="9">
                        <c:v>0.69757142857142851</c:v>
                      </c:pt>
                      <c:pt idx="10">
                        <c:v>0.7327999999999999</c:v>
                      </c:pt>
                      <c:pt idx="11">
                        <c:v>0.74805714285714275</c:v>
                      </c:pt>
                      <c:pt idx="12">
                        <c:v>0.7775142857142856</c:v>
                      </c:pt>
                      <c:pt idx="13">
                        <c:v>0.79777142857142846</c:v>
                      </c:pt>
                      <c:pt idx="14">
                        <c:v>0.83979999999999988</c:v>
                      </c:pt>
                      <c:pt idx="15">
                        <c:v>0.86999999999999988</c:v>
                      </c:pt>
                      <c:pt idx="16">
                        <c:v>0.58428571428571419</c:v>
                      </c:pt>
                      <c:pt idx="17">
                        <c:v>0.58428571428571419</c:v>
                      </c:pt>
                      <c:pt idx="18">
                        <c:v>0.63285714285714278</c:v>
                      </c:pt>
                      <c:pt idx="19">
                        <c:v>0.69545714285714277</c:v>
                      </c:pt>
                      <c:pt idx="20">
                        <c:v>0.70928571428571419</c:v>
                      </c:pt>
                      <c:pt idx="21">
                        <c:v>0.71868571428571415</c:v>
                      </c:pt>
                      <c:pt idx="22">
                        <c:v>0.72968571428571427</c:v>
                      </c:pt>
                      <c:pt idx="23">
                        <c:v>0.73985714285714277</c:v>
                      </c:pt>
                      <c:pt idx="24">
                        <c:v>0.74371428571428566</c:v>
                      </c:pt>
                      <c:pt idx="25">
                        <c:v>0.75074285714285705</c:v>
                      </c:pt>
                      <c:pt idx="26">
                        <c:v>0.75919999999999987</c:v>
                      </c:pt>
                      <c:pt idx="27">
                        <c:v>0.77282857142857142</c:v>
                      </c:pt>
                      <c:pt idx="28">
                        <c:v>0.77974285714285707</c:v>
                      </c:pt>
                      <c:pt idx="29">
                        <c:v>0.79528571428571426</c:v>
                      </c:pt>
                      <c:pt idx="30">
                        <c:v>0.8075714285714285</c:v>
                      </c:pt>
                      <c:pt idx="31">
                        <c:v>0.83979999999999988</c:v>
                      </c:pt>
                      <c:pt idx="32">
                        <c:v>0.86999999999999988</c:v>
                      </c:pt>
                    </c:numCache>
                  </c:numRef>
                </c:yVal>
                <c:smooth val="1"/>
                <c:extLst xmlns:c15="http://schemas.microsoft.com/office/drawing/2012/chart">
                  <c:ext xmlns:c16="http://schemas.microsoft.com/office/drawing/2014/chart" uri="{C3380CC4-5D6E-409C-BE32-E72D297353CC}">
                    <c16:uniqueId val="{00000003-0055-41AA-88D5-13E4E3C79A2D}"/>
                  </c:ext>
                </c:extLst>
              </c15:ser>
            </c15:filteredScatterSeries>
          </c:ext>
        </c:extLst>
      </c:scatterChart>
      <c:valAx>
        <c:axId val="864229824"/>
        <c:scaling>
          <c:orientation val="minMax"/>
          <c:max val="1"/>
        </c:scaling>
        <c:delete val="0"/>
        <c:axPos val="b"/>
        <c:majorGridlines>
          <c:spPr>
            <a:ln w="12700">
              <a:solidFill>
                <a:srgbClr val="000000"/>
              </a:solidFill>
              <a:prstDash val="solid"/>
            </a:ln>
          </c:spPr>
        </c:majorGridlines>
        <c:title>
          <c:tx>
            <c:rich>
              <a:bodyPr/>
              <a:lstStyle/>
              <a:p>
                <a:pPr>
                  <a:defRPr sz="1000" b="0" i="0" u="none" strike="noStrike" baseline="0">
                    <a:solidFill>
                      <a:srgbClr val="000000"/>
                    </a:solidFill>
                    <a:latin typeface="Times New Roman"/>
                    <a:ea typeface="Times New Roman"/>
                    <a:cs typeface="Times New Roman"/>
                  </a:defRPr>
                </a:pPr>
                <a:r>
                  <a:rPr lang="en-NZ" sz="1000" b="0" i="0" u="none" strike="noStrike" baseline="0">
                    <a:solidFill>
                      <a:srgbClr val="000000"/>
                    </a:solidFill>
                    <a:latin typeface="Times New Roman"/>
                    <a:cs typeface="Times New Roman"/>
                  </a:rPr>
                  <a:t>Mole fraction of ethanol in liquid, x</a:t>
                </a:r>
                <a:r>
                  <a:rPr lang="en-NZ" sz="1000" b="0" i="0" u="none" strike="noStrike" baseline="-25000">
                    <a:solidFill>
                      <a:srgbClr val="000000"/>
                    </a:solidFill>
                    <a:latin typeface="Times New Roman"/>
                    <a:cs typeface="Times New Roman"/>
                  </a:rPr>
                  <a:t>E</a:t>
                </a:r>
              </a:p>
            </c:rich>
          </c:tx>
          <c:layout>
            <c:manualLayout>
              <c:xMode val="edge"/>
              <c:yMode val="edge"/>
              <c:x val="0.29128014842300559"/>
              <c:y val="0.90024937655860349"/>
            </c:manualLayout>
          </c:layout>
          <c:overlay val="0"/>
          <c:spPr>
            <a:noFill/>
            <a:ln w="25400">
              <a:noFill/>
            </a:ln>
          </c:spPr>
        </c:title>
        <c:numFmt formatCode="General" sourceLinked="1"/>
        <c:majorTickMark val="out"/>
        <c:minorTickMark val="none"/>
        <c:tickLblPos val="nextTo"/>
        <c:spPr>
          <a:ln w="3175">
            <a:solidFill>
              <a:srgbClr val="000000"/>
            </a:solidFill>
            <a:prstDash val="solid"/>
          </a:ln>
        </c:spPr>
        <c:txPr>
          <a:bodyPr rot="0" vert="horz"/>
          <a:lstStyle/>
          <a:p>
            <a:pPr>
              <a:defRPr sz="1000" b="0" i="0" u="none" strike="noStrike" baseline="0">
                <a:solidFill>
                  <a:srgbClr val="000000"/>
                </a:solidFill>
                <a:latin typeface="Times New Roman"/>
                <a:ea typeface="Times New Roman"/>
                <a:cs typeface="Times New Roman"/>
              </a:defRPr>
            </a:pPr>
            <a:endParaRPr lang="en-US"/>
          </a:p>
        </c:txPr>
        <c:crossAx val="1"/>
        <c:crosses val="autoZero"/>
        <c:crossBetween val="midCat"/>
        <c:majorUnit val="0.1"/>
      </c:valAx>
      <c:valAx>
        <c:axId val="1"/>
        <c:scaling>
          <c:orientation val="minMax"/>
          <c:max val="1"/>
        </c:scaling>
        <c:delete val="0"/>
        <c:axPos val="l"/>
        <c:majorGridlines>
          <c:spPr>
            <a:ln w="12700">
              <a:solidFill>
                <a:srgbClr val="000000"/>
              </a:solidFill>
              <a:prstDash val="solid"/>
            </a:ln>
          </c:spPr>
        </c:majorGridlines>
        <c:title>
          <c:tx>
            <c:rich>
              <a:bodyPr/>
              <a:lstStyle/>
              <a:p>
                <a:pPr>
                  <a:defRPr sz="1000" b="0" i="0" u="none" strike="noStrike" baseline="0">
                    <a:solidFill>
                      <a:srgbClr val="000000"/>
                    </a:solidFill>
                    <a:latin typeface="Times New Roman"/>
                    <a:ea typeface="Times New Roman"/>
                    <a:cs typeface="Times New Roman"/>
                  </a:defRPr>
                </a:pPr>
                <a:r>
                  <a:rPr lang="en-NZ"/>
                  <a:t>Mole fraction of ethanol in vapor, yE</a:t>
                </a:r>
              </a:p>
            </c:rich>
          </c:tx>
          <c:layout>
            <c:manualLayout>
              <c:xMode val="edge"/>
              <c:yMode val="edge"/>
              <c:x val="2.9684601113172542E-2"/>
              <c:y val="0.24189526184538654"/>
            </c:manualLayout>
          </c:layout>
          <c:overlay val="0"/>
          <c:spPr>
            <a:noFill/>
            <a:ln w="25400">
              <a:noFill/>
            </a:ln>
          </c:spPr>
        </c:title>
        <c:numFmt formatCode="General" sourceLinked="1"/>
        <c:majorTickMark val="out"/>
        <c:minorTickMark val="none"/>
        <c:tickLblPos val="nextTo"/>
        <c:spPr>
          <a:ln w="3175">
            <a:solidFill>
              <a:srgbClr val="000000"/>
            </a:solidFill>
            <a:prstDash val="solid"/>
          </a:ln>
        </c:spPr>
        <c:txPr>
          <a:bodyPr rot="0" vert="horz"/>
          <a:lstStyle/>
          <a:p>
            <a:pPr>
              <a:defRPr sz="1000" b="0" i="0" u="none" strike="noStrike" baseline="0">
                <a:solidFill>
                  <a:srgbClr val="000000"/>
                </a:solidFill>
                <a:latin typeface="Times New Roman"/>
                <a:ea typeface="Times New Roman"/>
                <a:cs typeface="Times New Roman"/>
              </a:defRPr>
            </a:pPr>
            <a:endParaRPr lang="en-US"/>
          </a:p>
        </c:txPr>
        <c:crossAx val="864229824"/>
        <c:crosses val="autoZero"/>
        <c:crossBetween val="midCat"/>
        <c:majorUnit val="0.1"/>
      </c:valAx>
      <c:spPr>
        <a:solidFill>
          <a:srgbClr val="FFFFFF"/>
        </a:solidFill>
        <a:ln w="12700">
          <a:solidFill>
            <a:srgbClr val="808080"/>
          </a:solidFill>
          <a:prstDash val="solid"/>
        </a:ln>
      </c:spPr>
    </c:plotArea>
    <c:plotVisOnly val="1"/>
    <c:dispBlanksAs val="gap"/>
    <c:showDLblsOverMax val="0"/>
  </c:chart>
  <c:spPr>
    <a:solidFill>
      <a:srgbClr val="FFFFFF"/>
    </a:solidFill>
    <a:ln w="12700">
      <a:solidFill>
        <a:srgbClr val="000000"/>
      </a:solidFill>
      <a:prstDash val="solid"/>
    </a:ln>
  </c:spPr>
  <c:txPr>
    <a:bodyPr/>
    <a:lstStyle/>
    <a:p>
      <a:pPr>
        <a:defRPr sz="1000" b="0" i="0" u="none" strike="noStrike" baseline="0">
          <a:solidFill>
            <a:srgbClr val="000000"/>
          </a:solidFill>
          <a:latin typeface="Times New Roman"/>
          <a:ea typeface="Times New Roman"/>
          <a:cs typeface="Times New Roman"/>
        </a:defRPr>
      </a:pPr>
      <a:endParaRPr lang="en-US"/>
    </a:p>
  </c:txPr>
  <c:externalData r:id="rId1">
    <c:autoUpdate val="0"/>
  </c:externalData>
</c:chartSpace>
</file>

<file path=ppt/comments/modernComment_17A_B6EB3B47.xml><?xml version="1.0" encoding="utf-8"?>
<p188:cmLst xmlns:a="http://schemas.openxmlformats.org/drawingml/2006/main" xmlns:r="http://schemas.openxmlformats.org/officeDocument/2006/relationships" xmlns:p188="http://schemas.microsoft.com/office/powerpoint/2018/8/main">
  <p188:cm id="{E231BE95-AA62-4E56-BD80-77818C55760A}" authorId="{DF52CCAC-0B66-CA76-A7A3-D551D844506B}" created="2025-10-01T16:57:48.268">
    <ac:deMkLst xmlns:ac="http://schemas.microsoft.com/office/drawing/2013/main/command">
      <pc:docMk xmlns:pc="http://schemas.microsoft.com/office/powerpoint/2013/main/command"/>
      <pc:sldMk xmlns:pc="http://schemas.microsoft.com/office/powerpoint/2013/main/command" cId="3068869447" sldId="378"/>
      <ac:spMk id="2" creationId="{D581FC82-0210-556B-3EB6-8A6B847D6D94}"/>
    </ac:deMkLst>
    <p188:txBody>
      <a:bodyPr/>
      <a:lstStyle/>
      <a:p>
        <a:r>
          <a:rPr lang="en-US"/>
          <a:t>Good.
-1
Also mention the safety control on the reboiler power (low-level shutoff sensor).</a:t>
        </a:r>
      </a:p>
    </p188:txBody>
  </p188:cm>
</p188:cmLst>
</file>

<file path=ppt/comments/modernComment_17B_4D437748.xml><?xml version="1.0" encoding="utf-8"?>
<p188:cmLst xmlns:a="http://schemas.openxmlformats.org/drawingml/2006/main" xmlns:r="http://schemas.openxmlformats.org/officeDocument/2006/relationships" xmlns:p188="http://schemas.microsoft.com/office/powerpoint/2018/8/main">
  <p188:cm id="{6867E5ED-8A4E-448A-9CE3-BC07BEAD6898}" authorId="{DF52CCAC-0B66-CA76-A7A3-D551D844506B}" created="2025-10-01T16:58:58.691">
    <ac:deMkLst xmlns:ac="http://schemas.microsoft.com/office/drawing/2013/main/command">
      <pc:docMk xmlns:pc="http://schemas.microsoft.com/office/powerpoint/2013/main/command"/>
      <pc:sldMk xmlns:pc="http://schemas.microsoft.com/office/powerpoint/2013/main/command" cId="1296267080" sldId="379"/>
      <ac:spMk id="6" creationId="{EFCD1B53-1BFE-8B23-1618-F7A76DC0E3E0}"/>
    </ac:deMkLst>
    <p188:txBody>
      <a:bodyPr/>
      <a:lstStyle/>
      <a:p>
        <a:r>
          <a:rPr lang="en-US"/>
          <a:t>95/100</a:t>
        </a:r>
      </a:p>
    </p188:txBody>
  </p188:cm>
</p188:cmLst>
</file>

<file path=ppt/comments/modernComment_183_12703F3B.xml><?xml version="1.0" encoding="utf-8"?>
<p188:cmLst xmlns:a="http://schemas.openxmlformats.org/drawingml/2006/main" xmlns:r="http://schemas.openxmlformats.org/officeDocument/2006/relationships" xmlns:p188="http://schemas.microsoft.com/office/powerpoint/2018/8/main">
  <p188:cm id="{D68C460C-4FF2-4D73-AC60-E48C93EFB76A}" authorId="{DF52CCAC-0B66-CA76-A7A3-D551D844506B}" created="2025-10-01T16:51:33.068">
    <ac:deMkLst xmlns:ac="http://schemas.microsoft.com/office/drawing/2013/main/command">
      <pc:docMk xmlns:pc="http://schemas.microsoft.com/office/powerpoint/2013/main/command"/>
      <pc:sldMk xmlns:pc="http://schemas.microsoft.com/office/powerpoint/2013/main/command" cId="309346107" sldId="387"/>
      <ac:spMk id="2" creationId="{F29EAEC0-FABC-99EA-70E8-97CEB9C3D70B}"/>
    </ac:deMkLst>
    <p188:txBody>
      <a:bodyPr/>
      <a:lstStyle/>
      <a:p>
        <a:r>
          <a:rPr lang="en-US"/>
          <a:t>Good objective. 
-1
Your picture shows a continuous distillation column, not a batch</a:t>
        </a:r>
      </a:p>
    </p188:txBody>
  </p188:cm>
</p188:cmLst>
</file>

<file path=ppt/comments/modernComment_186_1D93DFAA.xml><?xml version="1.0" encoding="utf-8"?>
<p188:cmLst xmlns:a="http://schemas.openxmlformats.org/drawingml/2006/main" xmlns:r="http://schemas.openxmlformats.org/officeDocument/2006/relationships" xmlns:p188="http://schemas.microsoft.com/office/powerpoint/2018/8/main">
  <p188:cm id="{317A5438-58EE-4567-B486-796A9A3F1DA8}" authorId="{DF52CCAC-0B66-CA76-A7A3-D551D844506B}" created="2025-10-01T16:55:06.364">
    <ac:deMkLst xmlns:ac="http://schemas.microsoft.com/office/drawing/2013/main/command">
      <pc:docMk xmlns:pc="http://schemas.microsoft.com/office/powerpoint/2013/main/command"/>
      <pc:sldMk xmlns:pc="http://schemas.microsoft.com/office/powerpoint/2013/main/command" cId="496230314" sldId="390"/>
      <ac:spMk id="36" creationId="{2C54BB10-84B0-6B0A-B8E1-E592FEC5D6CA}"/>
    </ac:deMkLst>
    <p188:txBody>
      <a:bodyPr/>
      <a:lstStyle/>
      <a:p>
        <a:r>
          <a:rPr lang="en-US"/>
          <a:t>-3
Be more specific regarding the Snap 41 (densitometer),  ethanol (100-proof)
Also add computer, parafilm, test tubes to the list.  Did you use the cooling water bath?</a:t>
        </a:r>
      </a:p>
    </p188:txBody>
  </p188:cm>
</p188:cmLst>
</file>

<file path=ppt/comments/modernComment_187_B00CC2F7.xml><?xml version="1.0" encoding="utf-8"?>
<p188:cmLst xmlns:a="http://schemas.openxmlformats.org/drawingml/2006/main" xmlns:r="http://schemas.openxmlformats.org/officeDocument/2006/relationships" xmlns:p188="http://schemas.microsoft.com/office/powerpoint/2018/8/main">
  <p188:cm id="{BA9E5303-D3C2-4446-ADFC-01E3892AF2B7}" authorId="{DF52CCAC-0B66-CA76-A7A3-D551D844506B}" created="2025-10-01T16:55:51.635">
    <ac:deMkLst xmlns:ac="http://schemas.microsoft.com/office/drawing/2013/main/command">
      <pc:docMk xmlns:pc="http://schemas.microsoft.com/office/powerpoint/2013/main/command"/>
      <pc:sldMk xmlns:pc="http://schemas.microsoft.com/office/powerpoint/2013/main/command" cId="2953626359" sldId="391"/>
      <ac:graphicFrameMk id="24" creationId="{36BAD4C0-9DB7-86EA-42D4-66CEE4E335FD}"/>
    </ac:deMkLst>
    <p188:txBody>
      <a:bodyPr/>
      <a:lstStyle/>
      <a:p>
        <a:r>
          <a:rPr lang="en-US"/>
          <a:t>Using the data acquisition system</a:t>
        </a:r>
      </a:p>
    </p188:txBody>
  </p188:cm>
</p188:cmLst>
</file>

<file path=ppt/diagrams/_rels/data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svg"/><Relationship Id="rId1" Type="http://schemas.openxmlformats.org/officeDocument/2006/relationships/image" Target="../media/image23.png"/><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s>
</file>

<file path=ppt/diagrams/_rels/data5.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svg"/><Relationship Id="rId1" Type="http://schemas.openxmlformats.org/officeDocument/2006/relationships/image" Target="../media/image29.png"/><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32.svg"/></Relationships>
</file>

<file path=ppt/diagrams/_rels/drawing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svg"/><Relationship Id="rId1" Type="http://schemas.openxmlformats.org/officeDocument/2006/relationships/image" Target="../media/image23.png"/><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s>
</file>

<file path=ppt/diagrams/_rels/drawing5.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svg"/><Relationship Id="rId1" Type="http://schemas.openxmlformats.org/officeDocument/2006/relationships/image" Target="../media/image29.png"/><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32.svg"/></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9BD7750-DE0F-453E-9EB0-537570ABC7D4}" type="doc">
      <dgm:prSet loTypeId="urn:microsoft.com/office/officeart/2008/layout/LinedList" loCatId="list" qsTypeId="urn:microsoft.com/office/officeart/2005/8/quickstyle/simple5" qsCatId="simple" csTypeId="urn:microsoft.com/office/officeart/2005/8/colors/accent3_2" csCatId="accent3" phldr="1"/>
      <dgm:spPr/>
      <dgm:t>
        <a:bodyPr/>
        <a:lstStyle/>
        <a:p>
          <a:endParaRPr lang="en-US"/>
        </a:p>
      </dgm:t>
    </dgm:pt>
    <dgm:pt modelId="{6DFEE343-74AB-4001-ADEC-BD45B0112234}">
      <dgm:prSet custT="1"/>
      <dgm:spPr/>
      <dgm:t>
        <a:bodyPr/>
        <a:lstStyle/>
        <a:p>
          <a:r>
            <a:rPr lang="en-US" sz="1800"/>
            <a:t>Ethanol</a:t>
          </a:r>
        </a:p>
      </dgm:t>
    </dgm:pt>
    <dgm:pt modelId="{4BE76C77-9FEE-4D5B-A083-2911C84734E1}" type="parTrans" cxnId="{D24F6F04-A535-41FD-9CFD-6566C140F27B}">
      <dgm:prSet/>
      <dgm:spPr/>
      <dgm:t>
        <a:bodyPr/>
        <a:lstStyle/>
        <a:p>
          <a:endParaRPr lang="en-US" sz="2000"/>
        </a:p>
      </dgm:t>
    </dgm:pt>
    <dgm:pt modelId="{82F8915E-78E3-4923-84C3-A0ABB0642BC8}" type="sibTrans" cxnId="{D24F6F04-A535-41FD-9CFD-6566C140F27B}">
      <dgm:prSet/>
      <dgm:spPr/>
      <dgm:t>
        <a:bodyPr/>
        <a:lstStyle/>
        <a:p>
          <a:endParaRPr lang="en-US" sz="2000"/>
        </a:p>
      </dgm:t>
    </dgm:pt>
    <dgm:pt modelId="{968D8DCF-EA0C-4C8C-96A4-EE76947B816E}">
      <dgm:prSet custT="1"/>
      <dgm:spPr/>
      <dgm:t>
        <a:bodyPr/>
        <a:lstStyle/>
        <a:p>
          <a:r>
            <a:rPr lang="en-US" sz="1800"/>
            <a:t>DI Water</a:t>
          </a:r>
        </a:p>
      </dgm:t>
    </dgm:pt>
    <dgm:pt modelId="{BB319A5D-D2AF-416A-9064-A6DD28C7AF8D}" type="parTrans" cxnId="{F83FF339-53B4-485A-B33C-D32E9A256827}">
      <dgm:prSet/>
      <dgm:spPr/>
      <dgm:t>
        <a:bodyPr/>
        <a:lstStyle/>
        <a:p>
          <a:endParaRPr lang="en-US" sz="2000"/>
        </a:p>
      </dgm:t>
    </dgm:pt>
    <dgm:pt modelId="{08581F01-B2B7-4E4B-8D1D-1E1584D93FFB}" type="sibTrans" cxnId="{F83FF339-53B4-485A-B33C-D32E9A256827}">
      <dgm:prSet/>
      <dgm:spPr/>
      <dgm:t>
        <a:bodyPr/>
        <a:lstStyle/>
        <a:p>
          <a:endParaRPr lang="en-US" sz="2000"/>
        </a:p>
      </dgm:t>
    </dgm:pt>
    <dgm:pt modelId="{35DFC13C-0892-423C-9AD5-EDFFFADB99B2}">
      <dgm:prSet custT="1"/>
      <dgm:spPr/>
      <dgm:t>
        <a:bodyPr/>
        <a:lstStyle/>
        <a:p>
          <a:r>
            <a:rPr lang="en-US" sz="1800"/>
            <a:t>Large Beaker</a:t>
          </a:r>
        </a:p>
      </dgm:t>
    </dgm:pt>
    <dgm:pt modelId="{39F98449-B319-47E6-9DE6-93E844C8079F}" type="parTrans" cxnId="{7E15A9AF-25C5-4C44-B10C-9BB8BBC48C7A}">
      <dgm:prSet/>
      <dgm:spPr/>
      <dgm:t>
        <a:bodyPr/>
        <a:lstStyle/>
        <a:p>
          <a:endParaRPr lang="en-US" sz="2000"/>
        </a:p>
      </dgm:t>
    </dgm:pt>
    <dgm:pt modelId="{A186F554-D39D-4BCA-A17A-367509A7C4E9}" type="sibTrans" cxnId="{7E15A9AF-25C5-4C44-B10C-9BB8BBC48C7A}">
      <dgm:prSet/>
      <dgm:spPr/>
      <dgm:t>
        <a:bodyPr/>
        <a:lstStyle/>
        <a:p>
          <a:endParaRPr lang="en-US" sz="2000"/>
        </a:p>
      </dgm:t>
    </dgm:pt>
    <dgm:pt modelId="{C63B0ECF-D76C-4992-BAB5-CEC29C6B8EBA}">
      <dgm:prSet custT="1"/>
      <dgm:spPr/>
      <dgm:t>
        <a:bodyPr/>
        <a:lstStyle/>
        <a:p>
          <a:r>
            <a:rPr lang="en-US" sz="1800"/>
            <a:t>Snap 41</a:t>
          </a:r>
        </a:p>
      </dgm:t>
    </dgm:pt>
    <dgm:pt modelId="{7AA882FE-3FE2-4902-83AB-56B9CBD2E603}" type="parTrans" cxnId="{6B6C0BC0-6022-4A87-B7D6-299E5FEF73BA}">
      <dgm:prSet/>
      <dgm:spPr/>
      <dgm:t>
        <a:bodyPr/>
        <a:lstStyle/>
        <a:p>
          <a:endParaRPr lang="en-US" sz="2000"/>
        </a:p>
      </dgm:t>
    </dgm:pt>
    <dgm:pt modelId="{5515140B-4315-4EAC-BDD1-E5503654A8C6}" type="sibTrans" cxnId="{6B6C0BC0-6022-4A87-B7D6-299E5FEF73BA}">
      <dgm:prSet/>
      <dgm:spPr/>
      <dgm:t>
        <a:bodyPr/>
        <a:lstStyle/>
        <a:p>
          <a:endParaRPr lang="en-US" sz="2000"/>
        </a:p>
      </dgm:t>
    </dgm:pt>
    <dgm:pt modelId="{6C4EDCB3-4BE7-44C2-84AF-C863890E0A34}">
      <dgm:prSet custT="1"/>
      <dgm:spPr/>
      <dgm:t>
        <a:bodyPr/>
        <a:lstStyle/>
        <a:p>
          <a:r>
            <a:rPr lang="en-US" sz="1800"/>
            <a:t>Graduated Cylinder</a:t>
          </a:r>
        </a:p>
      </dgm:t>
    </dgm:pt>
    <dgm:pt modelId="{C70009A9-0C9C-4DA6-AEB9-E593E0325CC1}" type="parTrans" cxnId="{EEB7944A-2486-4F35-B522-94F1E7F07F92}">
      <dgm:prSet/>
      <dgm:spPr/>
      <dgm:t>
        <a:bodyPr/>
        <a:lstStyle/>
        <a:p>
          <a:endParaRPr lang="en-US" sz="2000"/>
        </a:p>
      </dgm:t>
    </dgm:pt>
    <dgm:pt modelId="{B14A27FC-B836-4359-846D-5FB2DD278458}" type="sibTrans" cxnId="{EEB7944A-2486-4F35-B522-94F1E7F07F92}">
      <dgm:prSet/>
      <dgm:spPr/>
      <dgm:t>
        <a:bodyPr/>
        <a:lstStyle/>
        <a:p>
          <a:endParaRPr lang="en-US" sz="2000"/>
        </a:p>
      </dgm:t>
    </dgm:pt>
    <dgm:pt modelId="{D8AA9593-C968-4C34-9B62-91F6AAE632DD}">
      <dgm:prSet custT="1"/>
      <dgm:spPr/>
      <dgm:t>
        <a:bodyPr/>
        <a:lstStyle/>
        <a:p>
          <a:r>
            <a:rPr lang="en-US" sz="1800" dirty="0"/>
            <a:t>Collecting Flasks</a:t>
          </a:r>
        </a:p>
      </dgm:t>
    </dgm:pt>
    <dgm:pt modelId="{83144CFD-7CA7-42DB-9A35-EC51C70A19D1}" type="parTrans" cxnId="{2244809E-945B-402A-8BD2-F8B815245E94}">
      <dgm:prSet/>
      <dgm:spPr/>
      <dgm:t>
        <a:bodyPr/>
        <a:lstStyle/>
        <a:p>
          <a:endParaRPr lang="en-US" sz="2000"/>
        </a:p>
      </dgm:t>
    </dgm:pt>
    <dgm:pt modelId="{EFBE1535-BD69-4911-89BF-6C46B0F29603}" type="sibTrans" cxnId="{2244809E-945B-402A-8BD2-F8B815245E94}">
      <dgm:prSet/>
      <dgm:spPr/>
      <dgm:t>
        <a:bodyPr/>
        <a:lstStyle/>
        <a:p>
          <a:endParaRPr lang="en-US" sz="2000"/>
        </a:p>
      </dgm:t>
    </dgm:pt>
    <dgm:pt modelId="{FB094C76-ADBB-4084-A198-303BC5033216}">
      <dgm:prSet custT="1"/>
      <dgm:spPr/>
      <dgm:t>
        <a:bodyPr/>
        <a:lstStyle/>
        <a:p>
          <a:r>
            <a:rPr lang="en-US" sz="1800" dirty="0"/>
            <a:t>Control Console</a:t>
          </a:r>
        </a:p>
      </dgm:t>
    </dgm:pt>
    <dgm:pt modelId="{E1DEA6E7-503A-4B59-A7A5-1FA1EE766A90}" type="parTrans" cxnId="{86FDF185-1C34-446C-8DE7-77DE838D470E}">
      <dgm:prSet/>
      <dgm:spPr/>
      <dgm:t>
        <a:bodyPr/>
        <a:lstStyle/>
        <a:p>
          <a:endParaRPr lang="en-US" sz="2000"/>
        </a:p>
      </dgm:t>
    </dgm:pt>
    <dgm:pt modelId="{F0978BC1-C33A-4EC5-A84A-7675E477EE4C}" type="sibTrans" cxnId="{86FDF185-1C34-446C-8DE7-77DE838D470E}">
      <dgm:prSet/>
      <dgm:spPr/>
      <dgm:t>
        <a:bodyPr/>
        <a:lstStyle/>
        <a:p>
          <a:endParaRPr lang="en-US" sz="2000"/>
        </a:p>
      </dgm:t>
    </dgm:pt>
    <dgm:pt modelId="{3C102317-D8BB-4D88-B26B-29EAFB18C9C3}">
      <dgm:prSet custT="1"/>
      <dgm:spPr/>
      <dgm:t>
        <a:bodyPr/>
        <a:lstStyle/>
        <a:p>
          <a:r>
            <a:rPr lang="en-US" sz="1800"/>
            <a:t>Funnel</a:t>
          </a:r>
        </a:p>
      </dgm:t>
    </dgm:pt>
    <dgm:pt modelId="{95C3B7C6-9BE1-49C9-86CB-659FC17E85B1}" type="parTrans" cxnId="{8266D41B-42CC-4778-9B4E-FBF8E9A793F1}">
      <dgm:prSet/>
      <dgm:spPr/>
      <dgm:t>
        <a:bodyPr/>
        <a:lstStyle/>
        <a:p>
          <a:endParaRPr lang="en-US" sz="2000"/>
        </a:p>
      </dgm:t>
    </dgm:pt>
    <dgm:pt modelId="{C5123199-5965-4FD9-849A-8FB8852A6AC8}" type="sibTrans" cxnId="{8266D41B-42CC-4778-9B4E-FBF8E9A793F1}">
      <dgm:prSet/>
      <dgm:spPr/>
      <dgm:t>
        <a:bodyPr/>
        <a:lstStyle/>
        <a:p>
          <a:endParaRPr lang="en-US" sz="2000"/>
        </a:p>
      </dgm:t>
    </dgm:pt>
    <dgm:pt modelId="{690DCC44-98DE-4677-AA84-C3F670483C63}">
      <dgm:prSet custT="1"/>
      <dgm:spPr/>
      <dgm:t>
        <a:bodyPr/>
        <a:lstStyle/>
        <a:p>
          <a:r>
            <a:rPr lang="en-US" sz="1800"/>
            <a:t>Distillation Column</a:t>
          </a:r>
        </a:p>
      </dgm:t>
    </dgm:pt>
    <dgm:pt modelId="{500AD196-4742-40DF-B812-D8406B848171}" type="parTrans" cxnId="{1C2AD462-72E9-430C-84E6-4A08905FDB04}">
      <dgm:prSet/>
      <dgm:spPr/>
      <dgm:t>
        <a:bodyPr/>
        <a:lstStyle/>
        <a:p>
          <a:endParaRPr lang="en-US" sz="2000"/>
        </a:p>
      </dgm:t>
    </dgm:pt>
    <dgm:pt modelId="{AF0380A9-C47A-4068-96C7-71F87B3A3819}" type="sibTrans" cxnId="{1C2AD462-72E9-430C-84E6-4A08905FDB04}">
      <dgm:prSet/>
      <dgm:spPr/>
      <dgm:t>
        <a:bodyPr/>
        <a:lstStyle/>
        <a:p>
          <a:endParaRPr lang="en-US" sz="2000"/>
        </a:p>
      </dgm:t>
    </dgm:pt>
    <dgm:pt modelId="{9BF142BB-F863-48D2-B942-9184D5F61E36}">
      <dgm:prSet custT="1"/>
      <dgm:spPr/>
      <dgm:t>
        <a:bodyPr/>
        <a:lstStyle/>
        <a:p>
          <a:r>
            <a:rPr lang="en-US" sz="1800"/>
            <a:t>Cooling Bath</a:t>
          </a:r>
        </a:p>
      </dgm:t>
    </dgm:pt>
    <dgm:pt modelId="{6418541F-B703-452C-8DD4-F49968513FBC}" type="parTrans" cxnId="{A7617FFE-31A3-4E7D-B8AE-112F8FF6E9D7}">
      <dgm:prSet/>
      <dgm:spPr/>
      <dgm:t>
        <a:bodyPr/>
        <a:lstStyle/>
        <a:p>
          <a:endParaRPr lang="en-US" sz="2000"/>
        </a:p>
      </dgm:t>
    </dgm:pt>
    <dgm:pt modelId="{CF6953A1-6580-4FEE-9EBC-A030DE3295B1}" type="sibTrans" cxnId="{A7617FFE-31A3-4E7D-B8AE-112F8FF6E9D7}">
      <dgm:prSet/>
      <dgm:spPr/>
      <dgm:t>
        <a:bodyPr/>
        <a:lstStyle/>
        <a:p>
          <a:endParaRPr lang="en-US" sz="2000"/>
        </a:p>
      </dgm:t>
    </dgm:pt>
    <dgm:pt modelId="{6D5C225F-EA30-46FF-9B9C-0CA773583FB8}">
      <dgm:prSet custT="1"/>
      <dgm:spPr/>
      <dgm:t>
        <a:bodyPr/>
        <a:lstStyle/>
        <a:p>
          <a:r>
            <a:rPr lang="en-US" sz="1800"/>
            <a:t>Heat gloves</a:t>
          </a:r>
        </a:p>
      </dgm:t>
    </dgm:pt>
    <dgm:pt modelId="{D4BD8780-1846-4450-88F1-972D370BD5BA}" type="parTrans" cxnId="{5F2BA145-DD39-4B97-920D-4A24FA9C67B6}">
      <dgm:prSet/>
      <dgm:spPr/>
      <dgm:t>
        <a:bodyPr/>
        <a:lstStyle/>
        <a:p>
          <a:endParaRPr lang="en-US" sz="2000"/>
        </a:p>
      </dgm:t>
    </dgm:pt>
    <dgm:pt modelId="{53007087-1AF6-4167-9D97-5AC3FFE6D816}" type="sibTrans" cxnId="{5F2BA145-DD39-4B97-920D-4A24FA9C67B6}">
      <dgm:prSet/>
      <dgm:spPr/>
      <dgm:t>
        <a:bodyPr/>
        <a:lstStyle/>
        <a:p>
          <a:endParaRPr lang="en-US" sz="2000"/>
        </a:p>
      </dgm:t>
    </dgm:pt>
    <dgm:pt modelId="{80694CDE-E8D0-41F7-97E8-6D3F0D2022F8}">
      <dgm:prSet custT="1"/>
      <dgm:spPr/>
      <dgm:t>
        <a:bodyPr/>
        <a:lstStyle/>
        <a:p>
          <a:r>
            <a:rPr lang="en-US" sz="1800"/>
            <a:t>Safety Glasses</a:t>
          </a:r>
        </a:p>
      </dgm:t>
    </dgm:pt>
    <dgm:pt modelId="{83828D2B-73F3-47F3-B3F6-246773BE4BBC}" type="parTrans" cxnId="{64F3E029-E364-4805-B9F4-135439D80611}">
      <dgm:prSet/>
      <dgm:spPr/>
      <dgm:t>
        <a:bodyPr/>
        <a:lstStyle/>
        <a:p>
          <a:endParaRPr lang="en-US" sz="2000"/>
        </a:p>
      </dgm:t>
    </dgm:pt>
    <dgm:pt modelId="{4A57857B-A517-4599-8030-0BD7DFBFD765}" type="sibTrans" cxnId="{64F3E029-E364-4805-B9F4-135439D80611}">
      <dgm:prSet/>
      <dgm:spPr/>
      <dgm:t>
        <a:bodyPr/>
        <a:lstStyle/>
        <a:p>
          <a:endParaRPr lang="en-US" sz="2000"/>
        </a:p>
      </dgm:t>
    </dgm:pt>
    <dgm:pt modelId="{C0FAAE04-9486-4AC3-9B2E-15923A597755}">
      <dgm:prSet custT="1"/>
      <dgm:spPr/>
      <dgm:t>
        <a:bodyPr/>
        <a:lstStyle/>
        <a:p>
          <a:r>
            <a:rPr lang="en-US" sz="1800" dirty="0"/>
            <a:t>Timer</a:t>
          </a:r>
        </a:p>
      </dgm:t>
    </dgm:pt>
    <dgm:pt modelId="{2BF98B78-8EA3-4794-9F92-8A18D90D4B22}" type="parTrans" cxnId="{75F92A37-CDE9-4C61-A23D-F4202ABE1777}">
      <dgm:prSet/>
      <dgm:spPr/>
      <dgm:t>
        <a:bodyPr/>
        <a:lstStyle/>
        <a:p>
          <a:endParaRPr lang="en-US" sz="2000"/>
        </a:p>
      </dgm:t>
    </dgm:pt>
    <dgm:pt modelId="{E50BA024-72AF-48D0-8F53-6A4459589B53}" type="sibTrans" cxnId="{75F92A37-CDE9-4C61-A23D-F4202ABE1777}">
      <dgm:prSet/>
      <dgm:spPr/>
      <dgm:t>
        <a:bodyPr/>
        <a:lstStyle/>
        <a:p>
          <a:endParaRPr lang="en-US" sz="2000"/>
        </a:p>
      </dgm:t>
    </dgm:pt>
    <dgm:pt modelId="{E546CB45-A29E-4D9E-B996-C809B45D1AEF}" type="pres">
      <dgm:prSet presAssocID="{59BD7750-DE0F-453E-9EB0-537570ABC7D4}" presName="vert0" presStyleCnt="0">
        <dgm:presLayoutVars>
          <dgm:dir/>
          <dgm:animOne val="branch"/>
          <dgm:animLvl val="lvl"/>
        </dgm:presLayoutVars>
      </dgm:prSet>
      <dgm:spPr/>
    </dgm:pt>
    <dgm:pt modelId="{24D29449-CD14-4602-A832-383447AC7252}" type="pres">
      <dgm:prSet presAssocID="{6DFEE343-74AB-4001-ADEC-BD45B0112234}" presName="thickLine" presStyleLbl="alignNode1" presStyleIdx="0" presStyleCnt="13"/>
      <dgm:spPr/>
    </dgm:pt>
    <dgm:pt modelId="{9D55EC6C-A316-4D46-AC47-49A4D192FF5D}" type="pres">
      <dgm:prSet presAssocID="{6DFEE343-74AB-4001-ADEC-BD45B0112234}" presName="horz1" presStyleCnt="0"/>
      <dgm:spPr/>
    </dgm:pt>
    <dgm:pt modelId="{2E686DE8-9878-4196-952F-19CFE4EEF9C9}" type="pres">
      <dgm:prSet presAssocID="{6DFEE343-74AB-4001-ADEC-BD45B0112234}" presName="tx1" presStyleLbl="revTx" presStyleIdx="0" presStyleCnt="13"/>
      <dgm:spPr/>
    </dgm:pt>
    <dgm:pt modelId="{3E534D52-98C4-4463-B291-7814770B182A}" type="pres">
      <dgm:prSet presAssocID="{6DFEE343-74AB-4001-ADEC-BD45B0112234}" presName="vert1" presStyleCnt="0"/>
      <dgm:spPr/>
    </dgm:pt>
    <dgm:pt modelId="{A2C7C953-1067-43D4-AA69-4368792E22A8}" type="pres">
      <dgm:prSet presAssocID="{968D8DCF-EA0C-4C8C-96A4-EE76947B816E}" presName="thickLine" presStyleLbl="alignNode1" presStyleIdx="1" presStyleCnt="13"/>
      <dgm:spPr/>
    </dgm:pt>
    <dgm:pt modelId="{FFEC170C-6838-42A7-B931-5B16FBD94D15}" type="pres">
      <dgm:prSet presAssocID="{968D8DCF-EA0C-4C8C-96A4-EE76947B816E}" presName="horz1" presStyleCnt="0"/>
      <dgm:spPr/>
    </dgm:pt>
    <dgm:pt modelId="{5ED9D6C4-E542-424A-9D2C-E7031CE344C0}" type="pres">
      <dgm:prSet presAssocID="{968D8DCF-EA0C-4C8C-96A4-EE76947B816E}" presName="tx1" presStyleLbl="revTx" presStyleIdx="1" presStyleCnt="13"/>
      <dgm:spPr/>
    </dgm:pt>
    <dgm:pt modelId="{637E1AFB-7905-474C-ADA3-99EF202BA837}" type="pres">
      <dgm:prSet presAssocID="{968D8DCF-EA0C-4C8C-96A4-EE76947B816E}" presName="vert1" presStyleCnt="0"/>
      <dgm:spPr/>
    </dgm:pt>
    <dgm:pt modelId="{637019DD-B3D5-45CA-AC48-9B34850381F6}" type="pres">
      <dgm:prSet presAssocID="{35DFC13C-0892-423C-9AD5-EDFFFADB99B2}" presName="thickLine" presStyleLbl="alignNode1" presStyleIdx="2" presStyleCnt="13"/>
      <dgm:spPr/>
    </dgm:pt>
    <dgm:pt modelId="{841CB76B-6FEC-4C1E-90F4-E5D71E05CA26}" type="pres">
      <dgm:prSet presAssocID="{35DFC13C-0892-423C-9AD5-EDFFFADB99B2}" presName="horz1" presStyleCnt="0"/>
      <dgm:spPr/>
    </dgm:pt>
    <dgm:pt modelId="{CB19B678-81C3-4A13-AA29-C912C1004D0D}" type="pres">
      <dgm:prSet presAssocID="{35DFC13C-0892-423C-9AD5-EDFFFADB99B2}" presName="tx1" presStyleLbl="revTx" presStyleIdx="2" presStyleCnt="13"/>
      <dgm:spPr/>
    </dgm:pt>
    <dgm:pt modelId="{023AE40F-120C-4A32-8F42-77BE49B24C4C}" type="pres">
      <dgm:prSet presAssocID="{35DFC13C-0892-423C-9AD5-EDFFFADB99B2}" presName="vert1" presStyleCnt="0"/>
      <dgm:spPr/>
    </dgm:pt>
    <dgm:pt modelId="{B7E75779-AD1A-40A3-AD25-712C1E2655F6}" type="pres">
      <dgm:prSet presAssocID="{C63B0ECF-D76C-4992-BAB5-CEC29C6B8EBA}" presName="thickLine" presStyleLbl="alignNode1" presStyleIdx="3" presStyleCnt="13"/>
      <dgm:spPr/>
    </dgm:pt>
    <dgm:pt modelId="{34458739-FBD9-49C0-9E20-F3C1B527C56A}" type="pres">
      <dgm:prSet presAssocID="{C63B0ECF-D76C-4992-BAB5-CEC29C6B8EBA}" presName="horz1" presStyleCnt="0"/>
      <dgm:spPr/>
    </dgm:pt>
    <dgm:pt modelId="{1845E131-5EA0-4C7E-A468-808BA7A24871}" type="pres">
      <dgm:prSet presAssocID="{C63B0ECF-D76C-4992-BAB5-CEC29C6B8EBA}" presName="tx1" presStyleLbl="revTx" presStyleIdx="3" presStyleCnt="13"/>
      <dgm:spPr/>
    </dgm:pt>
    <dgm:pt modelId="{7FCD484E-12BA-4B71-B95C-F1642DB61A26}" type="pres">
      <dgm:prSet presAssocID="{C63B0ECF-D76C-4992-BAB5-CEC29C6B8EBA}" presName="vert1" presStyleCnt="0"/>
      <dgm:spPr/>
    </dgm:pt>
    <dgm:pt modelId="{127EC564-8708-4245-BA98-AF7CC09D7EA5}" type="pres">
      <dgm:prSet presAssocID="{6C4EDCB3-4BE7-44C2-84AF-C863890E0A34}" presName="thickLine" presStyleLbl="alignNode1" presStyleIdx="4" presStyleCnt="13"/>
      <dgm:spPr/>
    </dgm:pt>
    <dgm:pt modelId="{4E4ABA65-55C4-40AE-91D8-A30AB70457C2}" type="pres">
      <dgm:prSet presAssocID="{6C4EDCB3-4BE7-44C2-84AF-C863890E0A34}" presName="horz1" presStyleCnt="0"/>
      <dgm:spPr/>
    </dgm:pt>
    <dgm:pt modelId="{04622D85-20BA-41DE-8B06-3D8821C85CD3}" type="pres">
      <dgm:prSet presAssocID="{6C4EDCB3-4BE7-44C2-84AF-C863890E0A34}" presName="tx1" presStyleLbl="revTx" presStyleIdx="4" presStyleCnt="13"/>
      <dgm:spPr/>
    </dgm:pt>
    <dgm:pt modelId="{CAF72B32-8755-4B51-8B4F-0B053837808C}" type="pres">
      <dgm:prSet presAssocID="{6C4EDCB3-4BE7-44C2-84AF-C863890E0A34}" presName="vert1" presStyleCnt="0"/>
      <dgm:spPr/>
    </dgm:pt>
    <dgm:pt modelId="{D70CB270-6A58-4F7C-838C-5A4340A74AC2}" type="pres">
      <dgm:prSet presAssocID="{D8AA9593-C968-4C34-9B62-91F6AAE632DD}" presName="thickLine" presStyleLbl="alignNode1" presStyleIdx="5" presStyleCnt="13"/>
      <dgm:spPr/>
    </dgm:pt>
    <dgm:pt modelId="{E1DC0D84-1C0D-446F-A7D9-932298CFDE7B}" type="pres">
      <dgm:prSet presAssocID="{D8AA9593-C968-4C34-9B62-91F6AAE632DD}" presName="horz1" presStyleCnt="0"/>
      <dgm:spPr/>
    </dgm:pt>
    <dgm:pt modelId="{4866B32A-DD42-4D4A-A6CA-749AFB7DB431}" type="pres">
      <dgm:prSet presAssocID="{D8AA9593-C968-4C34-9B62-91F6AAE632DD}" presName="tx1" presStyleLbl="revTx" presStyleIdx="5" presStyleCnt="13"/>
      <dgm:spPr/>
    </dgm:pt>
    <dgm:pt modelId="{D348C7D3-F19D-463A-85E4-11E4E07AFEAA}" type="pres">
      <dgm:prSet presAssocID="{D8AA9593-C968-4C34-9B62-91F6AAE632DD}" presName="vert1" presStyleCnt="0"/>
      <dgm:spPr/>
    </dgm:pt>
    <dgm:pt modelId="{AED83EE5-D19B-4191-A462-095A706B16D5}" type="pres">
      <dgm:prSet presAssocID="{FB094C76-ADBB-4084-A198-303BC5033216}" presName="thickLine" presStyleLbl="alignNode1" presStyleIdx="6" presStyleCnt="13"/>
      <dgm:spPr/>
    </dgm:pt>
    <dgm:pt modelId="{FC8C359B-28F8-412B-8AA8-A466A354CD71}" type="pres">
      <dgm:prSet presAssocID="{FB094C76-ADBB-4084-A198-303BC5033216}" presName="horz1" presStyleCnt="0"/>
      <dgm:spPr/>
    </dgm:pt>
    <dgm:pt modelId="{513B6FD0-BFE2-4913-B586-5B1CE6E23DDE}" type="pres">
      <dgm:prSet presAssocID="{FB094C76-ADBB-4084-A198-303BC5033216}" presName="tx1" presStyleLbl="revTx" presStyleIdx="6" presStyleCnt="13"/>
      <dgm:spPr/>
    </dgm:pt>
    <dgm:pt modelId="{DBB4785A-98A0-4F34-A34F-39DE0D1692F7}" type="pres">
      <dgm:prSet presAssocID="{FB094C76-ADBB-4084-A198-303BC5033216}" presName="vert1" presStyleCnt="0"/>
      <dgm:spPr/>
    </dgm:pt>
    <dgm:pt modelId="{EC63B1A3-CE03-4973-B7CC-E4D50061E42B}" type="pres">
      <dgm:prSet presAssocID="{3C102317-D8BB-4D88-B26B-29EAFB18C9C3}" presName="thickLine" presStyleLbl="alignNode1" presStyleIdx="7" presStyleCnt="13"/>
      <dgm:spPr/>
    </dgm:pt>
    <dgm:pt modelId="{8305095D-C4D9-4F4D-B6E2-56E28305473E}" type="pres">
      <dgm:prSet presAssocID="{3C102317-D8BB-4D88-B26B-29EAFB18C9C3}" presName="horz1" presStyleCnt="0"/>
      <dgm:spPr/>
    </dgm:pt>
    <dgm:pt modelId="{D7FCD1B0-8EA6-4B87-858F-51D69AF31142}" type="pres">
      <dgm:prSet presAssocID="{3C102317-D8BB-4D88-B26B-29EAFB18C9C3}" presName="tx1" presStyleLbl="revTx" presStyleIdx="7" presStyleCnt="13"/>
      <dgm:spPr/>
    </dgm:pt>
    <dgm:pt modelId="{879EDF43-59EB-4032-86E1-991F335AA935}" type="pres">
      <dgm:prSet presAssocID="{3C102317-D8BB-4D88-B26B-29EAFB18C9C3}" presName="vert1" presStyleCnt="0"/>
      <dgm:spPr/>
    </dgm:pt>
    <dgm:pt modelId="{38AF2CEA-8AB8-4931-AA08-A88B9F60960F}" type="pres">
      <dgm:prSet presAssocID="{690DCC44-98DE-4677-AA84-C3F670483C63}" presName="thickLine" presStyleLbl="alignNode1" presStyleIdx="8" presStyleCnt="13"/>
      <dgm:spPr/>
    </dgm:pt>
    <dgm:pt modelId="{95039EF1-3353-488E-A0D9-5C27FD5415C8}" type="pres">
      <dgm:prSet presAssocID="{690DCC44-98DE-4677-AA84-C3F670483C63}" presName="horz1" presStyleCnt="0"/>
      <dgm:spPr/>
    </dgm:pt>
    <dgm:pt modelId="{E7DD8C14-EBA4-42BC-A1F5-F9A15352B910}" type="pres">
      <dgm:prSet presAssocID="{690DCC44-98DE-4677-AA84-C3F670483C63}" presName="tx1" presStyleLbl="revTx" presStyleIdx="8" presStyleCnt="13"/>
      <dgm:spPr/>
    </dgm:pt>
    <dgm:pt modelId="{EB79F458-7065-478F-A223-AD0205A6F0E3}" type="pres">
      <dgm:prSet presAssocID="{690DCC44-98DE-4677-AA84-C3F670483C63}" presName="vert1" presStyleCnt="0"/>
      <dgm:spPr/>
    </dgm:pt>
    <dgm:pt modelId="{7BB67843-5583-42D5-8728-EF2B98672762}" type="pres">
      <dgm:prSet presAssocID="{9BF142BB-F863-48D2-B942-9184D5F61E36}" presName="thickLine" presStyleLbl="alignNode1" presStyleIdx="9" presStyleCnt="13"/>
      <dgm:spPr/>
    </dgm:pt>
    <dgm:pt modelId="{8BC5519F-5F5C-46DD-8B74-6A0AEDBC3C92}" type="pres">
      <dgm:prSet presAssocID="{9BF142BB-F863-48D2-B942-9184D5F61E36}" presName="horz1" presStyleCnt="0"/>
      <dgm:spPr/>
    </dgm:pt>
    <dgm:pt modelId="{0F8E2255-5269-4119-BE09-8D6853C1AA0B}" type="pres">
      <dgm:prSet presAssocID="{9BF142BB-F863-48D2-B942-9184D5F61E36}" presName="tx1" presStyleLbl="revTx" presStyleIdx="9" presStyleCnt="13"/>
      <dgm:spPr/>
    </dgm:pt>
    <dgm:pt modelId="{1E9DBD85-BF73-4CC2-8852-99F06AA8B144}" type="pres">
      <dgm:prSet presAssocID="{9BF142BB-F863-48D2-B942-9184D5F61E36}" presName="vert1" presStyleCnt="0"/>
      <dgm:spPr/>
    </dgm:pt>
    <dgm:pt modelId="{9727FA95-040A-45E2-B0F3-8928BF45AC69}" type="pres">
      <dgm:prSet presAssocID="{6D5C225F-EA30-46FF-9B9C-0CA773583FB8}" presName="thickLine" presStyleLbl="alignNode1" presStyleIdx="10" presStyleCnt="13"/>
      <dgm:spPr/>
    </dgm:pt>
    <dgm:pt modelId="{EDE9A2AF-4984-423A-8079-E430026FA892}" type="pres">
      <dgm:prSet presAssocID="{6D5C225F-EA30-46FF-9B9C-0CA773583FB8}" presName="horz1" presStyleCnt="0"/>
      <dgm:spPr/>
    </dgm:pt>
    <dgm:pt modelId="{42FCF8D8-A1FE-401B-B521-EA4B01F0288C}" type="pres">
      <dgm:prSet presAssocID="{6D5C225F-EA30-46FF-9B9C-0CA773583FB8}" presName="tx1" presStyleLbl="revTx" presStyleIdx="10" presStyleCnt="13"/>
      <dgm:spPr/>
    </dgm:pt>
    <dgm:pt modelId="{73BCAC7C-FF77-47EA-A970-8169AC43652B}" type="pres">
      <dgm:prSet presAssocID="{6D5C225F-EA30-46FF-9B9C-0CA773583FB8}" presName="vert1" presStyleCnt="0"/>
      <dgm:spPr/>
    </dgm:pt>
    <dgm:pt modelId="{846C3BA0-07E9-407B-B7D8-35FADFDC7E95}" type="pres">
      <dgm:prSet presAssocID="{80694CDE-E8D0-41F7-97E8-6D3F0D2022F8}" presName="thickLine" presStyleLbl="alignNode1" presStyleIdx="11" presStyleCnt="13"/>
      <dgm:spPr/>
    </dgm:pt>
    <dgm:pt modelId="{D0BB243D-F981-45EC-82F6-09263A89157D}" type="pres">
      <dgm:prSet presAssocID="{80694CDE-E8D0-41F7-97E8-6D3F0D2022F8}" presName="horz1" presStyleCnt="0"/>
      <dgm:spPr/>
    </dgm:pt>
    <dgm:pt modelId="{0627BB4B-C4EC-4210-A5AD-9176A764995E}" type="pres">
      <dgm:prSet presAssocID="{80694CDE-E8D0-41F7-97E8-6D3F0D2022F8}" presName="tx1" presStyleLbl="revTx" presStyleIdx="11" presStyleCnt="13"/>
      <dgm:spPr/>
    </dgm:pt>
    <dgm:pt modelId="{B49CEDD6-4167-45A5-84C4-9181D3198FDC}" type="pres">
      <dgm:prSet presAssocID="{80694CDE-E8D0-41F7-97E8-6D3F0D2022F8}" presName="vert1" presStyleCnt="0"/>
      <dgm:spPr/>
    </dgm:pt>
    <dgm:pt modelId="{75A72B48-57D6-4596-A59C-B72B7CA233D6}" type="pres">
      <dgm:prSet presAssocID="{C0FAAE04-9486-4AC3-9B2E-15923A597755}" presName="thickLine" presStyleLbl="alignNode1" presStyleIdx="12" presStyleCnt="13"/>
      <dgm:spPr/>
    </dgm:pt>
    <dgm:pt modelId="{161C77F6-CF3A-48A8-9730-FE0F274B2500}" type="pres">
      <dgm:prSet presAssocID="{C0FAAE04-9486-4AC3-9B2E-15923A597755}" presName="horz1" presStyleCnt="0"/>
      <dgm:spPr/>
    </dgm:pt>
    <dgm:pt modelId="{DB0EC3E2-AAF0-4EA3-860C-6481D0AB0F53}" type="pres">
      <dgm:prSet presAssocID="{C0FAAE04-9486-4AC3-9B2E-15923A597755}" presName="tx1" presStyleLbl="revTx" presStyleIdx="12" presStyleCnt="13"/>
      <dgm:spPr/>
    </dgm:pt>
    <dgm:pt modelId="{9EC8F4F4-DA32-4308-AD06-5439B8A892B6}" type="pres">
      <dgm:prSet presAssocID="{C0FAAE04-9486-4AC3-9B2E-15923A597755}" presName="vert1" presStyleCnt="0"/>
      <dgm:spPr/>
    </dgm:pt>
  </dgm:ptLst>
  <dgm:cxnLst>
    <dgm:cxn modelId="{D24F6F04-A535-41FD-9CFD-6566C140F27B}" srcId="{59BD7750-DE0F-453E-9EB0-537570ABC7D4}" destId="{6DFEE343-74AB-4001-ADEC-BD45B0112234}" srcOrd="0" destOrd="0" parTransId="{4BE76C77-9FEE-4D5B-A083-2911C84734E1}" sibTransId="{82F8915E-78E3-4923-84C3-A0ABB0642BC8}"/>
    <dgm:cxn modelId="{B1DB701B-C1F7-4C37-9793-A6341089A821}" type="presOf" srcId="{6DFEE343-74AB-4001-ADEC-BD45B0112234}" destId="{2E686DE8-9878-4196-952F-19CFE4EEF9C9}" srcOrd="0" destOrd="0" presId="urn:microsoft.com/office/officeart/2008/layout/LinedList"/>
    <dgm:cxn modelId="{8266D41B-42CC-4778-9B4E-FBF8E9A793F1}" srcId="{59BD7750-DE0F-453E-9EB0-537570ABC7D4}" destId="{3C102317-D8BB-4D88-B26B-29EAFB18C9C3}" srcOrd="7" destOrd="0" parTransId="{95C3B7C6-9BE1-49C9-86CB-659FC17E85B1}" sibTransId="{C5123199-5965-4FD9-849A-8FB8852A6AC8}"/>
    <dgm:cxn modelId="{4BD19F21-E706-4731-94D3-D5EE02F3F9CE}" type="presOf" srcId="{D8AA9593-C968-4C34-9B62-91F6AAE632DD}" destId="{4866B32A-DD42-4D4A-A6CA-749AFB7DB431}" srcOrd="0" destOrd="0" presId="urn:microsoft.com/office/officeart/2008/layout/LinedList"/>
    <dgm:cxn modelId="{8CF01123-8CA3-4108-9DD4-E10C15E14A1D}" type="presOf" srcId="{690DCC44-98DE-4677-AA84-C3F670483C63}" destId="{E7DD8C14-EBA4-42BC-A1F5-F9A15352B910}" srcOrd="0" destOrd="0" presId="urn:microsoft.com/office/officeart/2008/layout/LinedList"/>
    <dgm:cxn modelId="{64F3E029-E364-4805-B9F4-135439D80611}" srcId="{59BD7750-DE0F-453E-9EB0-537570ABC7D4}" destId="{80694CDE-E8D0-41F7-97E8-6D3F0D2022F8}" srcOrd="11" destOrd="0" parTransId="{83828D2B-73F3-47F3-B3F6-246773BE4BBC}" sibTransId="{4A57857B-A517-4599-8030-0BD7DFBFD765}"/>
    <dgm:cxn modelId="{7482DE30-233C-4B5E-8ADF-1CB5D35BBD84}" type="presOf" srcId="{6D5C225F-EA30-46FF-9B9C-0CA773583FB8}" destId="{42FCF8D8-A1FE-401B-B521-EA4B01F0288C}" srcOrd="0" destOrd="0" presId="urn:microsoft.com/office/officeart/2008/layout/LinedList"/>
    <dgm:cxn modelId="{6A638F34-E9B5-47D0-A174-A5884FE5F477}" type="presOf" srcId="{80694CDE-E8D0-41F7-97E8-6D3F0D2022F8}" destId="{0627BB4B-C4EC-4210-A5AD-9176A764995E}" srcOrd="0" destOrd="0" presId="urn:microsoft.com/office/officeart/2008/layout/LinedList"/>
    <dgm:cxn modelId="{75F92A37-CDE9-4C61-A23D-F4202ABE1777}" srcId="{59BD7750-DE0F-453E-9EB0-537570ABC7D4}" destId="{C0FAAE04-9486-4AC3-9B2E-15923A597755}" srcOrd="12" destOrd="0" parTransId="{2BF98B78-8EA3-4794-9F92-8A18D90D4B22}" sibTransId="{E50BA024-72AF-48D0-8F53-6A4459589B53}"/>
    <dgm:cxn modelId="{F83FF339-53B4-485A-B33C-D32E9A256827}" srcId="{59BD7750-DE0F-453E-9EB0-537570ABC7D4}" destId="{968D8DCF-EA0C-4C8C-96A4-EE76947B816E}" srcOrd="1" destOrd="0" parTransId="{BB319A5D-D2AF-416A-9064-A6DD28C7AF8D}" sibTransId="{08581F01-B2B7-4E4B-8D1D-1E1584D93FFB}"/>
    <dgm:cxn modelId="{52D9FD3C-166D-47A3-92F7-D6CD6A72380E}" type="presOf" srcId="{9BF142BB-F863-48D2-B942-9184D5F61E36}" destId="{0F8E2255-5269-4119-BE09-8D6853C1AA0B}" srcOrd="0" destOrd="0" presId="urn:microsoft.com/office/officeart/2008/layout/LinedList"/>
    <dgm:cxn modelId="{B2581E5D-5077-4B23-9FEF-23D5C3AC91F3}" type="presOf" srcId="{C0FAAE04-9486-4AC3-9B2E-15923A597755}" destId="{DB0EC3E2-AAF0-4EA3-860C-6481D0AB0F53}" srcOrd="0" destOrd="0" presId="urn:microsoft.com/office/officeart/2008/layout/LinedList"/>
    <dgm:cxn modelId="{1C2AD462-72E9-430C-84E6-4A08905FDB04}" srcId="{59BD7750-DE0F-453E-9EB0-537570ABC7D4}" destId="{690DCC44-98DE-4677-AA84-C3F670483C63}" srcOrd="8" destOrd="0" parTransId="{500AD196-4742-40DF-B812-D8406B848171}" sibTransId="{AF0380A9-C47A-4068-96C7-71F87B3A3819}"/>
    <dgm:cxn modelId="{5F2BA145-DD39-4B97-920D-4A24FA9C67B6}" srcId="{59BD7750-DE0F-453E-9EB0-537570ABC7D4}" destId="{6D5C225F-EA30-46FF-9B9C-0CA773583FB8}" srcOrd="10" destOrd="0" parTransId="{D4BD8780-1846-4450-88F1-972D370BD5BA}" sibTransId="{53007087-1AF6-4167-9D97-5AC3FFE6D816}"/>
    <dgm:cxn modelId="{EEB7944A-2486-4F35-B522-94F1E7F07F92}" srcId="{59BD7750-DE0F-453E-9EB0-537570ABC7D4}" destId="{6C4EDCB3-4BE7-44C2-84AF-C863890E0A34}" srcOrd="4" destOrd="0" parTransId="{C70009A9-0C9C-4DA6-AEB9-E593E0325CC1}" sibTransId="{B14A27FC-B836-4359-846D-5FB2DD278458}"/>
    <dgm:cxn modelId="{77314775-EAC2-41FD-84D2-2A96DECE04E3}" type="presOf" srcId="{35DFC13C-0892-423C-9AD5-EDFFFADB99B2}" destId="{CB19B678-81C3-4A13-AA29-C912C1004D0D}" srcOrd="0" destOrd="0" presId="urn:microsoft.com/office/officeart/2008/layout/LinedList"/>
    <dgm:cxn modelId="{86FDF185-1C34-446C-8DE7-77DE838D470E}" srcId="{59BD7750-DE0F-453E-9EB0-537570ABC7D4}" destId="{FB094C76-ADBB-4084-A198-303BC5033216}" srcOrd="6" destOrd="0" parTransId="{E1DEA6E7-503A-4B59-A7A5-1FA1EE766A90}" sibTransId="{F0978BC1-C33A-4EC5-A84A-7675E477EE4C}"/>
    <dgm:cxn modelId="{2244809E-945B-402A-8BD2-F8B815245E94}" srcId="{59BD7750-DE0F-453E-9EB0-537570ABC7D4}" destId="{D8AA9593-C968-4C34-9B62-91F6AAE632DD}" srcOrd="5" destOrd="0" parTransId="{83144CFD-7CA7-42DB-9A35-EC51C70A19D1}" sibTransId="{EFBE1535-BD69-4911-89BF-6C46B0F29603}"/>
    <dgm:cxn modelId="{FFDA6CAF-D05A-41A9-95F5-8E531C3AE9B4}" type="presOf" srcId="{FB094C76-ADBB-4084-A198-303BC5033216}" destId="{513B6FD0-BFE2-4913-B586-5B1CE6E23DDE}" srcOrd="0" destOrd="0" presId="urn:microsoft.com/office/officeart/2008/layout/LinedList"/>
    <dgm:cxn modelId="{7E15A9AF-25C5-4C44-B10C-9BB8BBC48C7A}" srcId="{59BD7750-DE0F-453E-9EB0-537570ABC7D4}" destId="{35DFC13C-0892-423C-9AD5-EDFFFADB99B2}" srcOrd="2" destOrd="0" parTransId="{39F98449-B319-47E6-9DE6-93E844C8079F}" sibTransId="{A186F554-D39D-4BCA-A17A-367509A7C4E9}"/>
    <dgm:cxn modelId="{6B6C0BC0-6022-4A87-B7D6-299E5FEF73BA}" srcId="{59BD7750-DE0F-453E-9EB0-537570ABC7D4}" destId="{C63B0ECF-D76C-4992-BAB5-CEC29C6B8EBA}" srcOrd="3" destOrd="0" parTransId="{7AA882FE-3FE2-4902-83AB-56B9CBD2E603}" sibTransId="{5515140B-4315-4EAC-BDD1-E5503654A8C6}"/>
    <dgm:cxn modelId="{9B4FBBE5-1E2A-437E-BD77-496DAFAB9288}" type="presOf" srcId="{6C4EDCB3-4BE7-44C2-84AF-C863890E0A34}" destId="{04622D85-20BA-41DE-8B06-3D8821C85CD3}" srcOrd="0" destOrd="0" presId="urn:microsoft.com/office/officeart/2008/layout/LinedList"/>
    <dgm:cxn modelId="{A004DCE5-9CF8-4DA5-8AA0-A8E391197975}" type="presOf" srcId="{968D8DCF-EA0C-4C8C-96A4-EE76947B816E}" destId="{5ED9D6C4-E542-424A-9D2C-E7031CE344C0}" srcOrd="0" destOrd="0" presId="urn:microsoft.com/office/officeart/2008/layout/LinedList"/>
    <dgm:cxn modelId="{812809E9-C4F3-4046-ACB3-C5C59E746417}" type="presOf" srcId="{59BD7750-DE0F-453E-9EB0-537570ABC7D4}" destId="{E546CB45-A29E-4D9E-B996-C809B45D1AEF}" srcOrd="0" destOrd="0" presId="urn:microsoft.com/office/officeart/2008/layout/LinedList"/>
    <dgm:cxn modelId="{B970B9EC-CD60-45FD-A89B-08BC58739153}" type="presOf" srcId="{3C102317-D8BB-4D88-B26B-29EAFB18C9C3}" destId="{D7FCD1B0-8EA6-4B87-858F-51D69AF31142}" srcOrd="0" destOrd="0" presId="urn:microsoft.com/office/officeart/2008/layout/LinedList"/>
    <dgm:cxn modelId="{A6E035F7-3700-4E1A-83D0-47CFCE3B8669}" type="presOf" srcId="{C63B0ECF-D76C-4992-BAB5-CEC29C6B8EBA}" destId="{1845E131-5EA0-4C7E-A468-808BA7A24871}" srcOrd="0" destOrd="0" presId="urn:microsoft.com/office/officeart/2008/layout/LinedList"/>
    <dgm:cxn modelId="{A7617FFE-31A3-4E7D-B8AE-112F8FF6E9D7}" srcId="{59BD7750-DE0F-453E-9EB0-537570ABC7D4}" destId="{9BF142BB-F863-48D2-B942-9184D5F61E36}" srcOrd="9" destOrd="0" parTransId="{6418541F-B703-452C-8DD4-F49968513FBC}" sibTransId="{CF6953A1-6580-4FEE-9EBC-A030DE3295B1}"/>
    <dgm:cxn modelId="{BA1989F3-9CF6-41B5-8A2A-1DA37D8EC257}" type="presParOf" srcId="{E546CB45-A29E-4D9E-B996-C809B45D1AEF}" destId="{24D29449-CD14-4602-A832-383447AC7252}" srcOrd="0" destOrd="0" presId="urn:microsoft.com/office/officeart/2008/layout/LinedList"/>
    <dgm:cxn modelId="{3E9538A8-E992-47B1-9436-AE6B4783AFAE}" type="presParOf" srcId="{E546CB45-A29E-4D9E-B996-C809B45D1AEF}" destId="{9D55EC6C-A316-4D46-AC47-49A4D192FF5D}" srcOrd="1" destOrd="0" presId="urn:microsoft.com/office/officeart/2008/layout/LinedList"/>
    <dgm:cxn modelId="{4827F749-8031-4E29-854A-868BFD1EBA4C}" type="presParOf" srcId="{9D55EC6C-A316-4D46-AC47-49A4D192FF5D}" destId="{2E686DE8-9878-4196-952F-19CFE4EEF9C9}" srcOrd="0" destOrd="0" presId="urn:microsoft.com/office/officeart/2008/layout/LinedList"/>
    <dgm:cxn modelId="{4D97A1EF-C37D-4B87-BFDB-C78CAB602C47}" type="presParOf" srcId="{9D55EC6C-A316-4D46-AC47-49A4D192FF5D}" destId="{3E534D52-98C4-4463-B291-7814770B182A}" srcOrd="1" destOrd="0" presId="urn:microsoft.com/office/officeart/2008/layout/LinedList"/>
    <dgm:cxn modelId="{56F2FF59-72C1-45E6-810F-5A59938653BA}" type="presParOf" srcId="{E546CB45-A29E-4D9E-B996-C809B45D1AEF}" destId="{A2C7C953-1067-43D4-AA69-4368792E22A8}" srcOrd="2" destOrd="0" presId="urn:microsoft.com/office/officeart/2008/layout/LinedList"/>
    <dgm:cxn modelId="{A894AE3B-471C-417D-B288-B7BEDD1CE50F}" type="presParOf" srcId="{E546CB45-A29E-4D9E-B996-C809B45D1AEF}" destId="{FFEC170C-6838-42A7-B931-5B16FBD94D15}" srcOrd="3" destOrd="0" presId="urn:microsoft.com/office/officeart/2008/layout/LinedList"/>
    <dgm:cxn modelId="{81762DD4-85C9-4761-9D77-FB8C84CDE12D}" type="presParOf" srcId="{FFEC170C-6838-42A7-B931-5B16FBD94D15}" destId="{5ED9D6C4-E542-424A-9D2C-E7031CE344C0}" srcOrd="0" destOrd="0" presId="urn:microsoft.com/office/officeart/2008/layout/LinedList"/>
    <dgm:cxn modelId="{9B2920A7-573F-4B43-94EA-D3BB7C667995}" type="presParOf" srcId="{FFEC170C-6838-42A7-B931-5B16FBD94D15}" destId="{637E1AFB-7905-474C-ADA3-99EF202BA837}" srcOrd="1" destOrd="0" presId="urn:microsoft.com/office/officeart/2008/layout/LinedList"/>
    <dgm:cxn modelId="{5F5997A5-0663-49DE-AE37-21BEAF1E3061}" type="presParOf" srcId="{E546CB45-A29E-4D9E-B996-C809B45D1AEF}" destId="{637019DD-B3D5-45CA-AC48-9B34850381F6}" srcOrd="4" destOrd="0" presId="urn:microsoft.com/office/officeart/2008/layout/LinedList"/>
    <dgm:cxn modelId="{A3E25506-4081-4C1B-A08B-9AA32A427821}" type="presParOf" srcId="{E546CB45-A29E-4D9E-B996-C809B45D1AEF}" destId="{841CB76B-6FEC-4C1E-90F4-E5D71E05CA26}" srcOrd="5" destOrd="0" presId="urn:microsoft.com/office/officeart/2008/layout/LinedList"/>
    <dgm:cxn modelId="{786F2C29-1B63-4582-BB0E-37D84A7B0D9D}" type="presParOf" srcId="{841CB76B-6FEC-4C1E-90F4-E5D71E05CA26}" destId="{CB19B678-81C3-4A13-AA29-C912C1004D0D}" srcOrd="0" destOrd="0" presId="urn:microsoft.com/office/officeart/2008/layout/LinedList"/>
    <dgm:cxn modelId="{708BC5B0-F468-4FDB-A214-588853DAAC54}" type="presParOf" srcId="{841CB76B-6FEC-4C1E-90F4-E5D71E05CA26}" destId="{023AE40F-120C-4A32-8F42-77BE49B24C4C}" srcOrd="1" destOrd="0" presId="urn:microsoft.com/office/officeart/2008/layout/LinedList"/>
    <dgm:cxn modelId="{6019B45F-2866-41EC-8402-45D4FA0218F2}" type="presParOf" srcId="{E546CB45-A29E-4D9E-B996-C809B45D1AEF}" destId="{B7E75779-AD1A-40A3-AD25-712C1E2655F6}" srcOrd="6" destOrd="0" presId="urn:microsoft.com/office/officeart/2008/layout/LinedList"/>
    <dgm:cxn modelId="{82582317-E73A-4E4E-B858-1B60B07F051D}" type="presParOf" srcId="{E546CB45-A29E-4D9E-B996-C809B45D1AEF}" destId="{34458739-FBD9-49C0-9E20-F3C1B527C56A}" srcOrd="7" destOrd="0" presId="urn:microsoft.com/office/officeart/2008/layout/LinedList"/>
    <dgm:cxn modelId="{D12735D7-9EEC-46D4-B140-08CEC9950A1A}" type="presParOf" srcId="{34458739-FBD9-49C0-9E20-F3C1B527C56A}" destId="{1845E131-5EA0-4C7E-A468-808BA7A24871}" srcOrd="0" destOrd="0" presId="urn:microsoft.com/office/officeart/2008/layout/LinedList"/>
    <dgm:cxn modelId="{65787C93-D1E2-4863-9CC5-F13CE7D5301A}" type="presParOf" srcId="{34458739-FBD9-49C0-9E20-F3C1B527C56A}" destId="{7FCD484E-12BA-4B71-B95C-F1642DB61A26}" srcOrd="1" destOrd="0" presId="urn:microsoft.com/office/officeart/2008/layout/LinedList"/>
    <dgm:cxn modelId="{F52B25AA-B743-48CA-8F29-1247C4B603F1}" type="presParOf" srcId="{E546CB45-A29E-4D9E-B996-C809B45D1AEF}" destId="{127EC564-8708-4245-BA98-AF7CC09D7EA5}" srcOrd="8" destOrd="0" presId="urn:microsoft.com/office/officeart/2008/layout/LinedList"/>
    <dgm:cxn modelId="{3D0F1FE3-5309-42A0-A83D-5887F02E5E72}" type="presParOf" srcId="{E546CB45-A29E-4D9E-B996-C809B45D1AEF}" destId="{4E4ABA65-55C4-40AE-91D8-A30AB70457C2}" srcOrd="9" destOrd="0" presId="urn:microsoft.com/office/officeart/2008/layout/LinedList"/>
    <dgm:cxn modelId="{6AC8BA8C-938D-422C-AF5D-2318628B4614}" type="presParOf" srcId="{4E4ABA65-55C4-40AE-91D8-A30AB70457C2}" destId="{04622D85-20BA-41DE-8B06-3D8821C85CD3}" srcOrd="0" destOrd="0" presId="urn:microsoft.com/office/officeart/2008/layout/LinedList"/>
    <dgm:cxn modelId="{850CB137-F644-44BA-8C77-F1CA2418F55D}" type="presParOf" srcId="{4E4ABA65-55C4-40AE-91D8-A30AB70457C2}" destId="{CAF72B32-8755-4B51-8B4F-0B053837808C}" srcOrd="1" destOrd="0" presId="urn:microsoft.com/office/officeart/2008/layout/LinedList"/>
    <dgm:cxn modelId="{ED3BF780-D16D-45FC-824A-7A3F415DE262}" type="presParOf" srcId="{E546CB45-A29E-4D9E-B996-C809B45D1AEF}" destId="{D70CB270-6A58-4F7C-838C-5A4340A74AC2}" srcOrd="10" destOrd="0" presId="urn:microsoft.com/office/officeart/2008/layout/LinedList"/>
    <dgm:cxn modelId="{E52CC861-26BE-4958-93FA-8CA215638FEF}" type="presParOf" srcId="{E546CB45-A29E-4D9E-B996-C809B45D1AEF}" destId="{E1DC0D84-1C0D-446F-A7D9-932298CFDE7B}" srcOrd="11" destOrd="0" presId="urn:microsoft.com/office/officeart/2008/layout/LinedList"/>
    <dgm:cxn modelId="{BCB19CD9-5BF4-4A0E-9C5D-52F8CAE544DF}" type="presParOf" srcId="{E1DC0D84-1C0D-446F-A7D9-932298CFDE7B}" destId="{4866B32A-DD42-4D4A-A6CA-749AFB7DB431}" srcOrd="0" destOrd="0" presId="urn:microsoft.com/office/officeart/2008/layout/LinedList"/>
    <dgm:cxn modelId="{1EE8F413-8298-4007-95E6-B91A3865E23F}" type="presParOf" srcId="{E1DC0D84-1C0D-446F-A7D9-932298CFDE7B}" destId="{D348C7D3-F19D-463A-85E4-11E4E07AFEAA}" srcOrd="1" destOrd="0" presId="urn:microsoft.com/office/officeart/2008/layout/LinedList"/>
    <dgm:cxn modelId="{1AD0FF02-6100-4BD4-9A0A-42FD709DEE9B}" type="presParOf" srcId="{E546CB45-A29E-4D9E-B996-C809B45D1AEF}" destId="{AED83EE5-D19B-4191-A462-095A706B16D5}" srcOrd="12" destOrd="0" presId="urn:microsoft.com/office/officeart/2008/layout/LinedList"/>
    <dgm:cxn modelId="{437B6624-FEBD-43C3-AAED-6731691561CA}" type="presParOf" srcId="{E546CB45-A29E-4D9E-B996-C809B45D1AEF}" destId="{FC8C359B-28F8-412B-8AA8-A466A354CD71}" srcOrd="13" destOrd="0" presId="urn:microsoft.com/office/officeart/2008/layout/LinedList"/>
    <dgm:cxn modelId="{3F150F37-9377-48FA-B084-E1D38E66D9E4}" type="presParOf" srcId="{FC8C359B-28F8-412B-8AA8-A466A354CD71}" destId="{513B6FD0-BFE2-4913-B586-5B1CE6E23DDE}" srcOrd="0" destOrd="0" presId="urn:microsoft.com/office/officeart/2008/layout/LinedList"/>
    <dgm:cxn modelId="{098387E1-0EBE-404B-90C7-2B2E57008278}" type="presParOf" srcId="{FC8C359B-28F8-412B-8AA8-A466A354CD71}" destId="{DBB4785A-98A0-4F34-A34F-39DE0D1692F7}" srcOrd="1" destOrd="0" presId="urn:microsoft.com/office/officeart/2008/layout/LinedList"/>
    <dgm:cxn modelId="{D8928737-D708-44CF-8509-B86F1A8C3448}" type="presParOf" srcId="{E546CB45-A29E-4D9E-B996-C809B45D1AEF}" destId="{EC63B1A3-CE03-4973-B7CC-E4D50061E42B}" srcOrd="14" destOrd="0" presId="urn:microsoft.com/office/officeart/2008/layout/LinedList"/>
    <dgm:cxn modelId="{BAA670D4-4BE2-44DB-80EE-7D3485394932}" type="presParOf" srcId="{E546CB45-A29E-4D9E-B996-C809B45D1AEF}" destId="{8305095D-C4D9-4F4D-B6E2-56E28305473E}" srcOrd="15" destOrd="0" presId="urn:microsoft.com/office/officeart/2008/layout/LinedList"/>
    <dgm:cxn modelId="{7CE46F45-88FD-4E1C-AE88-5C25FDFEA2EC}" type="presParOf" srcId="{8305095D-C4D9-4F4D-B6E2-56E28305473E}" destId="{D7FCD1B0-8EA6-4B87-858F-51D69AF31142}" srcOrd="0" destOrd="0" presId="urn:microsoft.com/office/officeart/2008/layout/LinedList"/>
    <dgm:cxn modelId="{E53A0A56-951F-4576-89E6-D67703CF73B6}" type="presParOf" srcId="{8305095D-C4D9-4F4D-B6E2-56E28305473E}" destId="{879EDF43-59EB-4032-86E1-991F335AA935}" srcOrd="1" destOrd="0" presId="urn:microsoft.com/office/officeart/2008/layout/LinedList"/>
    <dgm:cxn modelId="{8D08ECC7-31BD-4FDC-9D01-4B5C6F62284E}" type="presParOf" srcId="{E546CB45-A29E-4D9E-B996-C809B45D1AEF}" destId="{38AF2CEA-8AB8-4931-AA08-A88B9F60960F}" srcOrd="16" destOrd="0" presId="urn:microsoft.com/office/officeart/2008/layout/LinedList"/>
    <dgm:cxn modelId="{B57964EC-EFE3-4F01-8A86-72FE015A22F9}" type="presParOf" srcId="{E546CB45-A29E-4D9E-B996-C809B45D1AEF}" destId="{95039EF1-3353-488E-A0D9-5C27FD5415C8}" srcOrd="17" destOrd="0" presId="urn:microsoft.com/office/officeart/2008/layout/LinedList"/>
    <dgm:cxn modelId="{F9166F19-DE35-4239-B780-B35E53614AA8}" type="presParOf" srcId="{95039EF1-3353-488E-A0D9-5C27FD5415C8}" destId="{E7DD8C14-EBA4-42BC-A1F5-F9A15352B910}" srcOrd="0" destOrd="0" presId="urn:microsoft.com/office/officeart/2008/layout/LinedList"/>
    <dgm:cxn modelId="{510C6D09-62DD-40BC-921B-DC8FD7F3CE79}" type="presParOf" srcId="{95039EF1-3353-488E-A0D9-5C27FD5415C8}" destId="{EB79F458-7065-478F-A223-AD0205A6F0E3}" srcOrd="1" destOrd="0" presId="urn:microsoft.com/office/officeart/2008/layout/LinedList"/>
    <dgm:cxn modelId="{1B9960C4-EB51-4E18-A585-6145515CD489}" type="presParOf" srcId="{E546CB45-A29E-4D9E-B996-C809B45D1AEF}" destId="{7BB67843-5583-42D5-8728-EF2B98672762}" srcOrd="18" destOrd="0" presId="urn:microsoft.com/office/officeart/2008/layout/LinedList"/>
    <dgm:cxn modelId="{A1200D26-391A-4160-9067-7E1C6EDDD165}" type="presParOf" srcId="{E546CB45-A29E-4D9E-B996-C809B45D1AEF}" destId="{8BC5519F-5F5C-46DD-8B74-6A0AEDBC3C92}" srcOrd="19" destOrd="0" presId="urn:microsoft.com/office/officeart/2008/layout/LinedList"/>
    <dgm:cxn modelId="{51DA0C76-544A-4C97-AFAF-172B0DE3232F}" type="presParOf" srcId="{8BC5519F-5F5C-46DD-8B74-6A0AEDBC3C92}" destId="{0F8E2255-5269-4119-BE09-8D6853C1AA0B}" srcOrd="0" destOrd="0" presId="urn:microsoft.com/office/officeart/2008/layout/LinedList"/>
    <dgm:cxn modelId="{9D48F95C-5B1A-4D8A-85AD-C1556B6A7317}" type="presParOf" srcId="{8BC5519F-5F5C-46DD-8B74-6A0AEDBC3C92}" destId="{1E9DBD85-BF73-4CC2-8852-99F06AA8B144}" srcOrd="1" destOrd="0" presId="urn:microsoft.com/office/officeart/2008/layout/LinedList"/>
    <dgm:cxn modelId="{13C092BE-6BAC-4960-B580-C3FE379E6420}" type="presParOf" srcId="{E546CB45-A29E-4D9E-B996-C809B45D1AEF}" destId="{9727FA95-040A-45E2-B0F3-8928BF45AC69}" srcOrd="20" destOrd="0" presId="urn:microsoft.com/office/officeart/2008/layout/LinedList"/>
    <dgm:cxn modelId="{3AFE31DA-D83C-48F6-B76E-953F2F6CFDE8}" type="presParOf" srcId="{E546CB45-A29E-4D9E-B996-C809B45D1AEF}" destId="{EDE9A2AF-4984-423A-8079-E430026FA892}" srcOrd="21" destOrd="0" presId="urn:microsoft.com/office/officeart/2008/layout/LinedList"/>
    <dgm:cxn modelId="{99447EB9-21B1-48F8-89FF-B9BDD416D8EF}" type="presParOf" srcId="{EDE9A2AF-4984-423A-8079-E430026FA892}" destId="{42FCF8D8-A1FE-401B-B521-EA4B01F0288C}" srcOrd="0" destOrd="0" presId="urn:microsoft.com/office/officeart/2008/layout/LinedList"/>
    <dgm:cxn modelId="{68BC886B-472A-4C17-84BB-1427C19B70CE}" type="presParOf" srcId="{EDE9A2AF-4984-423A-8079-E430026FA892}" destId="{73BCAC7C-FF77-47EA-A970-8169AC43652B}" srcOrd="1" destOrd="0" presId="urn:microsoft.com/office/officeart/2008/layout/LinedList"/>
    <dgm:cxn modelId="{7761CC3E-AA55-4E45-97A7-961B871F339E}" type="presParOf" srcId="{E546CB45-A29E-4D9E-B996-C809B45D1AEF}" destId="{846C3BA0-07E9-407B-B7D8-35FADFDC7E95}" srcOrd="22" destOrd="0" presId="urn:microsoft.com/office/officeart/2008/layout/LinedList"/>
    <dgm:cxn modelId="{A3D8F210-81AC-45FD-9055-908B9030716A}" type="presParOf" srcId="{E546CB45-A29E-4D9E-B996-C809B45D1AEF}" destId="{D0BB243D-F981-45EC-82F6-09263A89157D}" srcOrd="23" destOrd="0" presId="urn:microsoft.com/office/officeart/2008/layout/LinedList"/>
    <dgm:cxn modelId="{19EF58CB-F651-4D0A-879A-D75C0E9D78E7}" type="presParOf" srcId="{D0BB243D-F981-45EC-82F6-09263A89157D}" destId="{0627BB4B-C4EC-4210-A5AD-9176A764995E}" srcOrd="0" destOrd="0" presId="urn:microsoft.com/office/officeart/2008/layout/LinedList"/>
    <dgm:cxn modelId="{8F24DDE4-7353-4B86-8B9F-01193BBA3A98}" type="presParOf" srcId="{D0BB243D-F981-45EC-82F6-09263A89157D}" destId="{B49CEDD6-4167-45A5-84C4-9181D3198FDC}" srcOrd="1" destOrd="0" presId="urn:microsoft.com/office/officeart/2008/layout/LinedList"/>
    <dgm:cxn modelId="{CECF3FF5-5069-4C9F-B6EC-A50C6274A288}" type="presParOf" srcId="{E546CB45-A29E-4D9E-B996-C809B45D1AEF}" destId="{75A72B48-57D6-4596-A59C-B72B7CA233D6}" srcOrd="24" destOrd="0" presId="urn:microsoft.com/office/officeart/2008/layout/LinedList"/>
    <dgm:cxn modelId="{DC0810AE-5441-454A-B1A5-F7C5554B7D40}" type="presParOf" srcId="{E546CB45-A29E-4D9E-B996-C809B45D1AEF}" destId="{161C77F6-CF3A-48A8-9730-FE0F274B2500}" srcOrd="25" destOrd="0" presId="urn:microsoft.com/office/officeart/2008/layout/LinedList"/>
    <dgm:cxn modelId="{21BCE15B-ACDD-4E7B-820E-59A426F4C7E4}" type="presParOf" srcId="{161C77F6-CF3A-48A8-9730-FE0F274B2500}" destId="{DB0EC3E2-AAF0-4EA3-860C-6481D0AB0F53}" srcOrd="0" destOrd="0" presId="urn:microsoft.com/office/officeart/2008/layout/LinedList"/>
    <dgm:cxn modelId="{3F74CBD6-2A78-4307-A086-86F20780D8E1}" type="presParOf" srcId="{161C77F6-CF3A-48A8-9730-FE0F274B2500}" destId="{9EC8F4F4-DA32-4308-AD06-5439B8A892B6}"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E78EED3-903C-4E1F-8D92-041813B78CE1}"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D1DD86F1-0CDE-4A78-8D76-7E998D81A61C}">
      <dgm:prSet custT="1"/>
      <dgm:spPr/>
      <dgm:t>
        <a:bodyPr/>
        <a:lstStyle/>
        <a:p>
          <a:r>
            <a:rPr lang="en-US" sz="1800" dirty="0">
              <a:solidFill>
                <a:srgbClr val="080808"/>
              </a:solidFill>
              <a:latin typeface="+mj-lt"/>
            </a:rPr>
            <a:t>1. Prepare 10 L of a 10 </a:t>
          </a:r>
          <a:r>
            <a:rPr lang="en-US" sz="1800" dirty="0" err="1">
              <a:solidFill>
                <a:srgbClr val="080808"/>
              </a:solidFill>
              <a:latin typeface="+mj-lt"/>
            </a:rPr>
            <a:t>wt</a:t>
          </a:r>
          <a:r>
            <a:rPr lang="en-US" sz="1800" dirty="0">
              <a:solidFill>
                <a:srgbClr val="080808"/>
              </a:solidFill>
              <a:latin typeface="+mj-lt"/>
            </a:rPr>
            <a:t>% ethanol-water mixture and add to reboiler.</a:t>
          </a:r>
        </a:p>
      </dgm:t>
    </dgm:pt>
    <dgm:pt modelId="{A4C3F513-96FF-4197-910A-FF527D981860}" type="parTrans" cxnId="{7915E27E-C0F0-4A18-AFD4-B741B597B5E5}">
      <dgm:prSet/>
      <dgm:spPr/>
      <dgm:t>
        <a:bodyPr/>
        <a:lstStyle/>
        <a:p>
          <a:endParaRPr lang="en-US" sz="3200">
            <a:solidFill>
              <a:srgbClr val="080808"/>
            </a:solidFill>
            <a:latin typeface="+mj-lt"/>
          </a:endParaRPr>
        </a:p>
      </dgm:t>
    </dgm:pt>
    <dgm:pt modelId="{774F8921-5E3D-496A-A9E1-872311BC536E}" type="sibTrans" cxnId="{7915E27E-C0F0-4A18-AFD4-B741B597B5E5}">
      <dgm:prSet/>
      <dgm:spPr/>
      <dgm:t>
        <a:bodyPr/>
        <a:lstStyle/>
        <a:p>
          <a:endParaRPr lang="en-US" sz="3200">
            <a:solidFill>
              <a:srgbClr val="080808"/>
            </a:solidFill>
            <a:latin typeface="+mj-lt"/>
          </a:endParaRPr>
        </a:p>
      </dgm:t>
    </dgm:pt>
    <dgm:pt modelId="{5B8BE14D-7137-4167-9733-56A254BDB89D}">
      <dgm:prSet custT="1"/>
      <dgm:spPr/>
      <dgm:t>
        <a:bodyPr/>
        <a:lstStyle/>
        <a:p>
          <a:r>
            <a:rPr lang="en-US" sz="1800" dirty="0">
              <a:solidFill>
                <a:srgbClr val="080808"/>
              </a:solidFill>
              <a:latin typeface="+mj-lt"/>
            </a:rPr>
            <a:t>2. Start cooling water at 3 L/min. Check that valves are properly positioned.</a:t>
          </a:r>
        </a:p>
      </dgm:t>
    </dgm:pt>
    <dgm:pt modelId="{5477E8B5-C243-4AEB-81B5-DF992425D8D1}" type="parTrans" cxnId="{711CF1F8-FB01-4B12-8888-551B17F7C334}">
      <dgm:prSet/>
      <dgm:spPr/>
      <dgm:t>
        <a:bodyPr/>
        <a:lstStyle/>
        <a:p>
          <a:endParaRPr lang="en-US" sz="3200">
            <a:solidFill>
              <a:srgbClr val="080808"/>
            </a:solidFill>
            <a:latin typeface="+mj-lt"/>
          </a:endParaRPr>
        </a:p>
      </dgm:t>
    </dgm:pt>
    <dgm:pt modelId="{BFFA8604-54BD-47C9-956E-5655A75EC48A}" type="sibTrans" cxnId="{711CF1F8-FB01-4B12-8888-551B17F7C334}">
      <dgm:prSet/>
      <dgm:spPr/>
      <dgm:t>
        <a:bodyPr/>
        <a:lstStyle/>
        <a:p>
          <a:endParaRPr lang="en-US" sz="3200">
            <a:solidFill>
              <a:srgbClr val="080808"/>
            </a:solidFill>
            <a:latin typeface="+mj-lt"/>
          </a:endParaRPr>
        </a:p>
      </dgm:t>
    </dgm:pt>
    <dgm:pt modelId="{DFCD2EB1-8AC3-41EE-9B32-0861D7644F4D}">
      <dgm:prSet custT="1"/>
      <dgm:spPr/>
      <dgm:t>
        <a:bodyPr/>
        <a:lstStyle/>
        <a:p>
          <a:r>
            <a:rPr lang="en-US" sz="1800" dirty="0">
              <a:solidFill>
                <a:srgbClr val="080808"/>
              </a:solidFill>
              <a:latin typeface="+mj-lt"/>
            </a:rPr>
            <a:t>5. Start reboiler at 1.5 kW under total reflux.</a:t>
          </a:r>
        </a:p>
      </dgm:t>
    </dgm:pt>
    <dgm:pt modelId="{7261E950-AC24-44CE-81DF-594787E78DC8}" type="parTrans" cxnId="{722E8B0D-45DE-4CD5-87A8-C0BB8A24144D}">
      <dgm:prSet/>
      <dgm:spPr/>
      <dgm:t>
        <a:bodyPr/>
        <a:lstStyle/>
        <a:p>
          <a:endParaRPr lang="en-US" sz="3200">
            <a:solidFill>
              <a:srgbClr val="080808"/>
            </a:solidFill>
            <a:latin typeface="+mj-lt"/>
          </a:endParaRPr>
        </a:p>
      </dgm:t>
    </dgm:pt>
    <dgm:pt modelId="{4DE12F79-D53D-4A51-B5DC-4C5464753148}" type="sibTrans" cxnId="{722E8B0D-45DE-4CD5-87A8-C0BB8A24144D}">
      <dgm:prSet/>
      <dgm:spPr/>
      <dgm:t>
        <a:bodyPr/>
        <a:lstStyle/>
        <a:p>
          <a:endParaRPr lang="en-US" sz="3200">
            <a:solidFill>
              <a:srgbClr val="080808"/>
            </a:solidFill>
            <a:latin typeface="+mj-lt"/>
          </a:endParaRPr>
        </a:p>
      </dgm:t>
    </dgm:pt>
    <dgm:pt modelId="{08FCAC3B-738A-4D0B-94F1-98BFA445CC0C}">
      <dgm:prSet custT="1"/>
      <dgm:spPr/>
      <dgm:t>
        <a:bodyPr/>
        <a:lstStyle/>
        <a:p>
          <a:r>
            <a:rPr lang="en-US" sz="1800" dirty="0">
              <a:solidFill>
                <a:srgbClr val="080808"/>
              </a:solidFill>
              <a:latin typeface="+mj-lt"/>
            </a:rPr>
            <a:t>6. After solution boils, reduce to 0.75 kW and allow system to reach equilibrium.</a:t>
          </a:r>
        </a:p>
      </dgm:t>
    </dgm:pt>
    <dgm:pt modelId="{D3117029-8AFD-41F3-AA32-0127154F01A7}" type="parTrans" cxnId="{28023518-75A4-4DA6-9C70-2AECE5ACA648}">
      <dgm:prSet/>
      <dgm:spPr/>
      <dgm:t>
        <a:bodyPr/>
        <a:lstStyle/>
        <a:p>
          <a:endParaRPr lang="en-US" sz="3200">
            <a:solidFill>
              <a:srgbClr val="080808"/>
            </a:solidFill>
            <a:latin typeface="+mj-lt"/>
          </a:endParaRPr>
        </a:p>
      </dgm:t>
    </dgm:pt>
    <dgm:pt modelId="{D66A9A4B-8A5D-41D9-A254-ED2484D3F633}" type="sibTrans" cxnId="{28023518-75A4-4DA6-9C70-2AECE5ACA648}">
      <dgm:prSet/>
      <dgm:spPr/>
      <dgm:t>
        <a:bodyPr/>
        <a:lstStyle/>
        <a:p>
          <a:endParaRPr lang="en-US" sz="3200">
            <a:solidFill>
              <a:srgbClr val="080808"/>
            </a:solidFill>
            <a:latin typeface="+mj-lt"/>
          </a:endParaRPr>
        </a:p>
      </dgm:t>
    </dgm:pt>
    <dgm:pt modelId="{4A72899B-36C3-452D-85B1-349C7402D21D}">
      <dgm:prSet custT="1"/>
      <dgm:spPr/>
      <dgm:t>
        <a:bodyPr/>
        <a:lstStyle/>
        <a:p>
          <a:r>
            <a:rPr lang="en-US" sz="1800" dirty="0">
              <a:solidFill>
                <a:srgbClr val="080808"/>
              </a:solidFill>
              <a:latin typeface="+mj-lt"/>
            </a:rPr>
            <a:t>7. Record tray temperatures every 2 minutes until steady.</a:t>
          </a:r>
        </a:p>
      </dgm:t>
    </dgm:pt>
    <dgm:pt modelId="{F94FE5C9-24DF-4C3C-B37E-10BB41B12772}" type="parTrans" cxnId="{308173B0-BA2E-4AA4-B377-BEEC502D1829}">
      <dgm:prSet/>
      <dgm:spPr/>
      <dgm:t>
        <a:bodyPr/>
        <a:lstStyle/>
        <a:p>
          <a:endParaRPr lang="en-US" sz="3200">
            <a:solidFill>
              <a:srgbClr val="080808"/>
            </a:solidFill>
            <a:latin typeface="+mj-lt"/>
          </a:endParaRPr>
        </a:p>
      </dgm:t>
    </dgm:pt>
    <dgm:pt modelId="{B7E98AF8-FA21-4A87-846B-C396825B619F}" type="sibTrans" cxnId="{308173B0-BA2E-4AA4-B377-BEEC502D1829}">
      <dgm:prSet/>
      <dgm:spPr/>
      <dgm:t>
        <a:bodyPr/>
        <a:lstStyle/>
        <a:p>
          <a:endParaRPr lang="en-US" sz="3200">
            <a:solidFill>
              <a:srgbClr val="080808"/>
            </a:solidFill>
            <a:latin typeface="+mj-lt"/>
          </a:endParaRPr>
        </a:p>
      </dgm:t>
    </dgm:pt>
    <dgm:pt modelId="{38CB8518-5069-4E08-8A2F-844BB3CEEBDC}">
      <dgm:prSet custT="1"/>
      <dgm:spPr/>
      <dgm:t>
        <a:bodyPr/>
        <a:lstStyle/>
        <a:p>
          <a:r>
            <a:rPr lang="en-US" sz="1800" dirty="0">
              <a:solidFill>
                <a:srgbClr val="080808"/>
              </a:solidFill>
              <a:latin typeface="+mj-lt"/>
            </a:rPr>
            <a:t>8. Determine the boil-up rate by timing condensate collection.</a:t>
          </a:r>
        </a:p>
      </dgm:t>
    </dgm:pt>
    <dgm:pt modelId="{BEC749E5-64C9-4B76-87EA-A5A3925E8246}" type="parTrans" cxnId="{47708968-58F1-46AE-A58E-0CE821D2AB66}">
      <dgm:prSet/>
      <dgm:spPr/>
      <dgm:t>
        <a:bodyPr/>
        <a:lstStyle/>
        <a:p>
          <a:endParaRPr lang="en-US" sz="3200">
            <a:solidFill>
              <a:srgbClr val="080808"/>
            </a:solidFill>
            <a:latin typeface="+mj-lt"/>
          </a:endParaRPr>
        </a:p>
      </dgm:t>
    </dgm:pt>
    <dgm:pt modelId="{855B1A79-0765-41CF-93A6-66A2475109A7}" type="sibTrans" cxnId="{47708968-58F1-46AE-A58E-0CE821D2AB66}">
      <dgm:prSet/>
      <dgm:spPr/>
      <dgm:t>
        <a:bodyPr/>
        <a:lstStyle/>
        <a:p>
          <a:endParaRPr lang="en-US" sz="3200">
            <a:solidFill>
              <a:srgbClr val="080808"/>
            </a:solidFill>
            <a:latin typeface="+mj-lt"/>
          </a:endParaRPr>
        </a:p>
      </dgm:t>
    </dgm:pt>
    <dgm:pt modelId="{8EF2B9B8-5B6C-4641-BD48-24A8F8C412B9}">
      <dgm:prSet custT="1"/>
      <dgm:spPr/>
      <dgm:t>
        <a:bodyPr/>
        <a:lstStyle/>
        <a:p>
          <a:r>
            <a:rPr lang="en-US" sz="1800" dirty="0">
              <a:solidFill>
                <a:srgbClr val="080808"/>
              </a:solidFill>
              <a:latin typeface="+mj-lt"/>
            </a:rPr>
            <a:t>9. Take top and bottom samples. Dispose of initial 5-10 mL and minimize volume of each sample.</a:t>
          </a:r>
        </a:p>
      </dgm:t>
    </dgm:pt>
    <dgm:pt modelId="{CB075ECB-9300-4409-A200-63EBBDB8A8A9}" type="parTrans" cxnId="{4AC8C901-D695-41F3-B921-6291C0FE848C}">
      <dgm:prSet/>
      <dgm:spPr/>
      <dgm:t>
        <a:bodyPr/>
        <a:lstStyle/>
        <a:p>
          <a:endParaRPr lang="en-US" sz="3200">
            <a:solidFill>
              <a:srgbClr val="080808"/>
            </a:solidFill>
            <a:latin typeface="+mj-lt"/>
          </a:endParaRPr>
        </a:p>
      </dgm:t>
    </dgm:pt>
    <dgm:pt modelId="{E1F9556D-DCAA-4241-9B9B-FFBD54390777}" type="sibTrans" cxnId="{4AC8C901-D695-41F3-B921-6291C0FE848C}">
      <dgm:prSet/>
      <dgm:spPr/>
      <dgm:t>
        <a:bodyPr/>
        <a:lstStyle/>
        <a:p>
          <a:endParaRPr lang="en-US" sz="3200">
            <a:solidFill>
              <a:srgbClr val="080808"/>
            </a:solidFill>
            <a:latin typeface="+mj-lt"/>
          </a:endParaRPr>
        </a:p>
      </dgm:t>
    </dgm:pt>
    <dgm:pt modelId="{9C6BF8A1-23F6-4BA1-A7FC-5C1DBEA161CE}">
      <dgm:prSet custT="1"/>
      <dgm:spPr/>
      <dgm:t>
        <a:bodyPr/>
        <a:lstStyle/>
        <a:p>
          <a:r>
            <a:rPr lang="en-US" sz="1800" dirty="0">
              <a:solidFill>
                <a:srgbClr val="080808"/>
              </a:solidFill>
              <a:latin typeface="+mj-lt"/>
            </a:rPr>
            <a:t>10. Record pressure drop and foaming observations.</a:t>
          </a:r>
        </a:p>
      </dgm:t>
    </dgm:pt>
    <dgm:pt modelId="{F72040A7-1B33-4D23-8FFB-237C59B9207B}" type="parTrans" cxnId="{89393911-5DD3-4BB6-9682-5D6113275B78}">
      <dgm:prSet/>
      <dgm:spPr/>
      <dgm:t>
        <a:bodyPr/>
        <a:lstStyle/>
        <a:p>
          <a:endParaRPr lang="en-US" sz="3200">
            <a:solidFill>
              <a:srgbClr val="080808"/>
            </a:solidFill>
            <a:latin typeface="+mj-lt"/>
          </a:endParaRPr>
        </a:p>
      </dgm:t>
    </dgm:pt>
    <dgm:pt modelId="{AE23D3BF-A22D-476F-A304-43BFFB258B34}" type="sibTrans" cxnId="{89393911-5DD3-4BB6-9682-5D6113275B78}">
      <dgm:prSet/>
      <dgm:spPr/>
      <dgm:t>
        <a:bodyPr/>
        <a:lstStyle/>
        <a:p>
          <a:endParaRPr lang="en-US" sz="3200">
            <a:solidFill>
              <a:srgbClr val="080808"/>
            </a:solidFill>
            <a:latin typeface="+mj-lt"/>
          </a:endParaRPr>
        </a:p>
      </dgm:t>
    </dgm:pt>
    <dgm:pt modelId="{3C4C9B83-F83A-4489-A809-3660D257FAC3}">
      <dgm:prSet custT="1"/>
      <dgm:spPr/>
      <dgm:t>
        <a:bodyPr/>
        <a:lstStyle/>
        <a:p>
          <a:r>
            <a:rPr lang="en-US" sz="1800" dirty="0">
              <a:solidFill>
                <a:srgbClr val="080808"/>
              </a:solidFill>
              <a:latin typeface="+mj-lt"/>
            </a:rPr>
            <a:t>12. Repeat steps for reboiler powers of 1.0 and 1.25 kW</a:t>
          </a:r>
        </a:p>
      </dgm:t>
    </dgm:pt>
    <dgm:pt modelId="{DABE3526-030E-489F-B90C-C0D9E828E2E0}" type="parTrans" cxnId="{0C8AC47C-C64C-41F1-B300-7129C62CCC68}">
      <dgm:prSet/>
      <dgm:spPr/>
      <dgm:t>
        <a:bodyPr/>
        <a:lstStyle/>
        <a:p>
          <a:endParaRPr lang="en-US" sz="3200">
            <a:solidFill>
              <a:srgbClr val="080808"/>
            </a:solidFill>
            <a:latin typeface="+mj-lt"/>
          </a:endParaRPr>
        </a:p>
      </dgm:t>
    </dgm:pt>
    <dgm:pt modelId="{93F92BDA-46FB-4628-B1B4-DB25EECCDC53}" type="sibTrans" cxnId="{0C8AC47C-C64C-41F1-B300-7129C62CCC68}">
      <dgm:prSet/>
      <dgm:spPr/>
      <dgm:t>
        <a:bodyPr/>
        <a:lstStyle/>
        <a:p>
          <a:endParaRPr lang="en-US" sz="3200">
            <a:solidFill>
              <a:srgbClr val="080808"/>
            </a:solidFill>
            <a:latin typeface="+mj-lt"/>
          </a:endParaRPr>
        </a:p>
      </dgm:t>
    </dgm:pt>
    <dgm:pt modelId="{97B25DCB-6744-4507-8AE4-226FDAC515CC}" type="pres">
      <dgm:prSet presAssocID="{9E78EED3-903C-4E1F-8D92-041813B78CE1}" presName="vert0" presStyleCnt="0">
        <dgm:presLayoutVars>
          <dgm:dir/>
          <dgm:animOne val="branch"/>
          <dgm:animLvl val="lvl"/>
        </dgm:presLayoutVars>
      </dgm:prSet>
      <dgm:spPr/>
    </dgm:pt>
    <dgm:pt modelId="{6CDE4559-D1E1-4618-AC10-D3D5FBEFFE59}" type="pres">
      <dgm:prSet presAssocID="{D1DD86F1-0CDE-4A78-8D76-7E998D81A61C}" presName="thickLine" presStyleLbl="alignNode1" presStyleIdx="0" presStyleCnt="9"/>
      <dgm:spPr/>
    </dgm:pt>
    <dgm:pt modelId="{12BFDECD-7B54-47A4-B31C-4BEE955153B2}" type="pres">
      <dgm:prSet presAssocID="{D1DD86F1-0CDE-4A78-8D76-7E998D81A61C}" presName="horz1" presStyleCnt="0"/>
      <dgm:spPr/>
    </dgm:pt>
    <dgm:pt modelId="{54932062-75B5-4CDB-9FE4-EA0BB7FD02A7}" type="pres">
      <dgm:prSet presAssocID="{D1DD86F1-0CDE-4A78-8D76-7E998D81A61C}" presName="tx1" presStyleLbl="revTx" presStyleIdx="0" presStyleCnt="9"/>
      <dgm:spPr/>
    </dgm:pt>
    <dgm:pt modelId="{550AEE89-0A33-4C72-A0B3-88D4C73730E9}" type="pres">
      <dgm:prSet presAssocID="{D1DD86F1-0CDE-4A78-8D76-7E998D81A61C}" presName="vert1" presStyleCnt="0"/>
      <dgm:spPr/>
    </dgm:pt>
    <dgm:pt modelId="{AB62E18A-0BB4-40F9-BF99-DCF080549739}" type="pres">
      <dgm:prSet presAssocID="{5B8BE14D-7137-4167-9733-56A254BDB89D}" presName="thickLine" presStyleLbl="alignNode1" presStyleIdx="1" presStyleCnt="9"/>
      <dgm:spPr/>
    </dgm:pt>
    <dgm:pt modelId="{616C4FD1-F47A-4715-8218-BE9DD5B02FB3}" type="pres">
      <dgm:prSet presAssocID="{5B8BE14D-7137-4167-9733-56A254BDB89D}" presName="horz1" presStyleCnt="0"/>
      <dgm:spPr/>
    </dgm:pt>
    <dgm:pt modelId="{0B9CE72F-CC5A-4CB9-8222-E288DD9972A0}" type="pres">
      <dgm:prSet presAssocID="{5B8BE14D-7137-4167-9733-56A254BDB89D}" presName="tx1" presStyleLbl="revTx" presStyleIdx="1" presStyleCnt="9"/>
      <dgm:spPr/>
    </dgm:pt>
    <dgm:pt modelId="{16BE0528-9091-420C-BF18-A02C3F5D9ED0}" type="pres">
      <dgm:prSet presAssocID="{5B8BE14D-7137-4167-9733-56A254BDB89D}" presName="vert1" presStyleCnt="0"/>
      <dgm:spPr/>
    </dgm:pt>
    <dgm:pt modelId="{A038D793-A5AC-4A27-A5ED-715A694EA811}" type="pres">
      <dgm:prSet presAssocID="{DFCD2EB1-8AC3-41EE-9B32-0861D7644F4D}" presName="thickLine" presStyleLbl="alignNode1" presStyleIdx="2" presStyleCnt="9"/>
      <dgm:spPr/>
    </dgm:pt>
    <dgm:pt modelId="{A644B56C-E025-4094-9AAE-D5C07F52BCFC}" type="pres">
      <dgm:prSet presAssocID="{DFCD2EB1-8AC3-41EE-9B32-0861D7644F4D}" presName="horz1" presStyleCnt="0"/>
      <dgm:spPr/>
    </dgm:pt>
    <dgm:pt modelId="{CFB62AEF-D4E5-485B-B71C-BBDD0B9E7A7B}" type="pres">
      <dgm:prSet presAssocID="{DFCD2EB1-8AC3-41EE-9B32-0861D7644F4D}" presName="tx1" presStyleLbl="revTx" presStyleIdx="2" presStyleCnt="9"/>
      <dgm:spPr/>
    </dgm:pt>
    <dgm:pt modelId="{8D6D43A5-8D94-4FA7-A670-3B95F7B0733B}" type="pres">
      <dgm:prSet presAssocID="{DFCD2EB1-8AC3-41EE-9B32-0861D7644F4D}" presName="vert1" presStyleCnt="0"/>
      <dgm:spPr/>
    </dgm:pt>
    <dgm:pt modelId="{78FA151E-3CC6-48FF-8DC5-947FA214F45D}" type="pres">
      <dgm:prSet presAssocID="{08FCAC3B-738A-4D0B-94F1-98BFA445CC0C}" presName="thickLine" presStyleLbl="alignNode1" presStyleIdx="3" presStyleCnt="9"/>
      <dgm:spPr/>
    </dgm:pt>
    <dgm:pt modelId="{7DC540D6-2FB7-486F-9B3A-DFDA0FB960C4}" type="pres">
      <dgm:prSet presAssocID="{08FCAC3B-738A-4D0B-94F1-98BFA445CC0C}" presName="horz1" presStyleCnt="0"/>
      <dgm:spPr/>
    </dgm:pt>
    <dgm:pt modelId="{38DD4F6C-1B1A-497C-A8D4-990DE16C5A83}" type="pres">
      <dgm:prSet presAssocID="{08FCAC3B-738A-4D0B-94F1-98BFA445CC0C}" presName="tx1" presStyleLbl="revTx" presStyleIdx="3" presStyleCnt="9"/>
      <dgm:spPr/>
    </dgm:pt>
    <dgm:pt modelId="{42FB7303-2F84-4F25-BD9F-E9C6C6F22FBB}" type="pres">
      <dgm:prSet presAssocID="{08FCAC3B-738A-4D0B-94F1-98BFA445CC0C}" presName="vert1" presStyleCnt="0"/>
      <dgm:spPr/>
    </dgm:pt>
    <dgm:pt modelId="{19DA65EF-58B7-49EA-9904-12A193217308}" type="pres">
      <dgm:prSet presAssocID="{4A72899B-36C3-452D-85B1-349C7402D21D}" presName="thickLine" presStyleLbl="alignNode1" presStyleIdx="4" presStyleCnt="9"/>
      <dgm:spPr/>
    </dgm:pt>
    <dgm:pt modelId="{4D4E8A76-2BF9-4107-A656-D9409EDB8437}" type="pres">
      <dgm:prSet presAssocID="{4A72899B-36C3-452D-85B1-349C7402D21D}" presName="horz1" presStyleCnt="0"/>
      <dgm:spPr/>
    </dgm:pt>
    <dgm:pt modelId="{E00EC312-9BE6-4ABF-91AB-965E0E4EDDE0}" type="pres">
      <dgm:prSet presAssocID="{4A72899B-36C3-452D-85B1-349C7402D21D}" presName="tx1" presStyleLbl="revTx" presStyleIdx="4" presStyleCnt="9"/>
      <dgm:spPr/>
    </dgm:pt>
    <dgm:pt modelId="{33A24EC7-886A-434A-A110-EB865FF4095C}" type="pres">
      <dgm:prSet presAssocID="{4A72899B-36C3-452D-85B1-349C7402D21D}" presName="vert1" presStyleCnt="0"/>
      <dgm:spPr/>
    </dgm:pt>
    <dgm:pt modelId="{519CFBAC-C22B-4168-A7F7-86A15A2E2C00}" type="pres">
      <dgm:prSet presAssocID="{38CB8518-5069-4E08-8A2F-844BB3CEEBDC}" presName="thickLine" presStyleLbl="alignNode1" presStyleIdx="5" presStyleCnt="9"/>
      <dgm:spPr/>
    </dgm:pt>
    <dgm:pt modelId="{7BDB4BC4-C389-4CD5-827E-E39AAD806FC0}" type="pres">
      <dgm:prSet presAssocID="{38CB8518-5069-4E08-8A2F-844BB3CEEBDC}" presName="horz1" presStyleCnt="0"/>
      <dgm:spPr/>
    </dgm:pt>
    <dgm:pt modelId="{AF773D18-EFE4-4EAD-A083-17D9DBA43645}" type="pres">
      <dgm:prSet presAssocID="{38CB8518-5069-4E08-8A2F-844BB3CEEBDC}" presName="tx1" presStyleLbl="revTx" presStyleIdx="5" presStyleCnt="9"/>
      <dgm:spPr/>
    </dgm:pt>
    <dgm:pt modelId="{225D3977-5E85-435B-AB69-487A2F8D9B65}" type="pres">
      <dgm:prSet presAssocID="{38CB8518-5069-4E08-8A2F-844BB3CEEBDC}" presName="vert1" presStyleCnt="0"/>
      <dgm:spPr/>
    </dgm:pt>
    <dgm:pt modelId="{09E1993C-036C-41B3-9B97-E727CAEF7659}" type="pres">
      <dgm:prSet presAssocID="{8EF2B9B8-5B6C-4641-BD48-24A8F8C412B9}" presName="thickLine" presStyleLbl="alignNode1" presStyleIdx="6" presStyleCnt="9"/>
      <dgm:spPr/>
    </dgm:pt>
    <dgm:pt modelId="{913132D1-A776-4E95-9C36-96A3372981AE}" type="pres">
      <dgm:prSet presAssocID="{8EF2B9B8-5B6C-4641-BD48-24A8F8C412B9}" presName="horz1" presStyleCnt="0"/>
      <dgm:spPr/>
    </dgm:pt>
    <dgm:pt modelId="{B9672DAA-AB2F-44D2-AFA8-3D2C4286FD42}" type="pres">
      <dgm:prSet presAssocID="{8EF2B9B8-5B6C-4641-BD48-24A8F8C412B9}" presName="tx1" presStyleLbl="revTx" presStyleIdx="6" presStyleCnt="9"/>
      <dgm:spPr/>
    </dgm:pt>
    <dgm:pt modelId="{486ED321-589D-44CE-9864-9753627609A1}" type="pres">
      <dgm:prSet presAssocID="{8EF2B9B8-5B6C-4641-BD48-24A8F8C412B9}" presName="vert1" presStyleCnt="0"/>
      <dgm:spPr/>
    </dgm:pt>
    <dgm:pt modelId="{74915790-EB98-459B-9518-C58CD99EE65B}" type="pres">
      <dgm:prSet presAssocID="{9C6BF8A1-23F6-4BA1-A7FC-5C1DBEA161CE}" presName="thickLine" presStyleLbl="alignNode1" presStyleIdx="7" presStyleCnt="9"/>
      <dgm:spPr/>
    </dgm:pt>
    <dgm:pt modelId="{4AA1113B-F15C-4778-9F32-3110C2CDCB5E}" type="pres">
      <dgm:prSet presAssocID="{9C6BF8A1-23F6-4BA1-A7FC-5C1DBEA161CE}" presName="horz1" presStyleCnt="0"/>
      <dgm:spPr/>
    </dgm:pt>
    <dgm:pt modelId="{FA3101AB-A352-4307-A5B1-250F231C5890}" type="pres">
      <dgm:prSet presAssocID="{9C6BF8A1-23F6-4BA1-A7FC-5C1DBEA161CE}" presName="tx1" presStyleLbl="revTx" presStyleIdx="7" presStyleCnt="9"/>
      <dgm:spPr/>
    </dgm:pt>
    <dgm:pt modelId="{ADE213EB-FCD2-4F7B-B221-D1E2C5207B03}" type="pres">
      <dgm:prSet presAssocID="{9C6BF8A1-23F6-4BA1-A7FC-5C1DBEA161CE}" presName="vert1" presStyleCnt="0"/>
      <dgm:spPr/>
    </dgm:pt>
    <dgm:pt modelId="{B7C92C98-1AA8-4FFE-925E-6DD9D9F430C0}" type="pres">
      <dgm:prSet presAssocID="{3C4C9B83-F83A-4489-A809-3660D257FAC3}" presName="thickLine" presStyleLbl="alignNode1" presStyleIdx="8" presStyleCnt="9"/>
      <dgm:spPr/>
    </dgm:pt>
    <dgm:pt modelId="{33CFD60F-4E5E-4F02-8448-7BC524822C99}" type="pres">
      <dgm:prSet presAssocID="{3C4C9B83-F83A-4489-A809-3660D257FAC3}" presName="horz1" presStyleCnt="0"/>
      <dgm:spPr/>
    </dgm:pt>
    <dgm:pt modelId="{B7B9ECEF-B6C1-4318-84ED-644E48B1B3FF}" type="pres">
      <dgm:prSet presAssocID="{3C4C9B83-F83A-4489-A809-3660D257FAC3}" presName="tx1" presStyleLbl="revTx" presStyleIdx="8" presStyleCnt="9"/>
      <dgm:spPr/>
    </dgm:pt>
    <dgm:pt modelId="{5119EF6D-6B1A-43CB-883D-A50757A100A9}" type="pres">
      <dgm:prSet presAssocID="{3C4C9B83-F83A-4489-A809-3660D257FAC3}" presName="vert1" presStyleCnt="0"/>
      <dgm:spPr/>
    </dgm:pt>
  </dgm:ptLst>
  <dgm:cxnLst>
    <dgm:cxn modelId="{4AC8C901-D695-41F3-B921-6291C0FE848C}" srcId="{9E78EED3-903C-4E1F-8D92-041813B78CE1}" destId="{8EF2B9B8-5B6C-4641-BD48-24A8F8C412B9}" srcOrd="6" destOrd="0" parTransId="{CB075ECB-9300-4409-A200-63EBBDB8A8A9}" sibTransId="{E1F9556D-DCAA-4241-9B9B-FFBD54390777}"/>
    <dgm:cxn modelId="{547DA402-6D4E-4455-9C9F-21C8F1CD0F65}" type="presOf" srcId="{9E78EED3-903C-4E1F-8D92-041813B78CE1}" destId="{97B25DCB-6744-4507-8AE4-226FDAC515CC}" srcOrd="0" destOrd="0" presId="urn:microsoft.com/office/officeart/2008/layout/LinedList"/>
    <dgm:cxn modelId="{722E8B0D-45DE-4CD5-87A8-C0BB8A24144D}" srcId="{9E78EED3-903C-4E1F-8D92-041813B78CE1}" destId="{DFCD2EB1-8AC3-41EE-9B32-0861D7644F4D}" srcOrd="2" destOrd="0" parTransId="{7261E950-AC24-44CE-81DF-594787E78DC8}" sibTransId="{4DE12F79-D53D-4A51-B5DC-4C5464753148}"/>
    <dgm:cxn modelId="{89393911-5DD3-4BB6-9682-5D6113275B78}" srcId="{9E78EED3-903C-4E1F-8D92-041813B78CE1}" destId="{9C6BF8A1-23F6-4BA1-A7FC-5C1DBEA161CE}" srcOrd="7" destOrd="0" parTransId="{F72040A7-1B33-4D23-8FFB-237C59B9207B}" sibTransId="{AE23D3BF-A22D-476F-A304-43BFFB258B34}"/>
    <dgm:cxn modelId="{28023518-75A4-4DA6-9C70-2AECE5ACA648}" srcId="{9E78EED3-903C-4E1F-8D92-041813B78CE1}" destId="{08FCAC3B-738A-4D0B-94F1-98BFA445CC0C}" srcOrd="3" destOrd="0" parTransId="{D3117029-8AFD-41F3-AA32-0127154F01A7}" sibTransId="{D66A9A4B-8A5D-41D9-A254-ED2484D3F633}"/>
    <dgm:cxn modelId="{1861711A-6594-4AE6-BF92-96DD28C23A97}" type="presOf" srcId="{3C4C9B83-F83A-4489-A809-3660D257FAC3}" destId="{B7B9ECEF-B6C1-4318-84ED-644E48B1B3FF}" srcOrd="0" destOrd="0" presId="urn:microsoft.com/office/officeart/2008/layout/LinedList"/>
    <dgm:cxn modelId="{06ED821F-DBFF-4C0A-B623-C920CA8B22BC}" type="presOf" srcId="{D1DD86F1-0CDE-4A78-8D76-7E998D81A61C}" destId="{54932062-75B5-4CDB-9FE4-EA0BB7FD02A7}" srcOrd="0" destOrd="0" presId="urn:microsoft.com/office/officeart/2008/layout/LinedList"/>
    <dgm:cxn modelId="{FD2C1F21-9015-4AA7-8278-00310F93125D}" type="presOf" srcId="{DFCD2EB1-8AC3-41EE-9B32-0861D7644F4D}" destId="{CFB62AEF-D4E5-485B-B71C-BBDD0B9E7A7B}" srcOrd="0" destOrd="0" presId="urn:microsoft.com/office/officeart/2008/layout/LinedList"/>
    <dgm:cxn modelId="{160FE340-584C-44DF-BA34-8C2744B3A39F}" type="presOf" srcId="{4A72899B-36C3-452D-85B1-349C7402D21D}" destId="{E00EC312-9BE6-4ABF-91AB-965E0E4EDDE0}" srcOrd="0" destOrd="0" presId="urn:microsoft.com/office/officeart/2008/layout/LinedList"/>
    <dgm:cxn modelId="{E89FD95F-7998-4B21-8E6A-4094D4344407}" type="presOf" srcId="{8EF2B9B8-5B6C-4641-BD48-24A8F8C412B9}" destId="{B9672DAA-AB2F-44D2-AFA8-3D2C4286FD42}" srcOrd="0" destOrd="0" presId="urn:microsoft.com/office/officeart/2008/layout/LinedList"/>
    <dgm:cxn modelId="{47708968-58F1-46AE-A58E-0CE821D2AB66}" srcId="{9E78EED3-903C-4E1F-8D92-041813B78CE1}" destId="{38CB8518-5069-4E08-8A2F-844BB3CEEBDC}" srcOrd="5" destOrd="0" parTransId="{BEC749E5-64C9-4B76-87EA-A5A3925E8246}" sibTransId="{855B1A79-0765-41CF-93A6-66A2475109A7}"/>
    <dgm:cxn modelId="{69F9C56E-EECE-4AA2-8677-0215E3D18024}" type="presOf" srcId="{38CB8518-5069-4E08-8A2F-844BB3CEEBDC}" destId="{AF773D18-EFE4-4EAD-A083-17D9DBA43645}" srcOrd="0" destOrd="0" presId="urn:microsoft.com/office/officeart/2008/layout/LinedList"/>
    <dgm:cxn modelId="{5E055358-0CF9-42B0-A323-85DF3A502E42}" type="presOf" srcId="{5B8BE14D-7137-4167-9733-56A254BDB89D}" destId="{0B9CE72F-CC5A-4CB9-8222-E288DD9972A0}" srcOrd="0" destOrd="0" presId="urn:microsoft.com/office/officeart/2008/layout/LinedList"/>
    <dgm:cxn modelId="{0C8AC47C-C64C-41F1-B300-7129C62CCC68}" srcId="{9E78EED3-903C-4E1F-8D92-041813B78CE1}" destId="{3C4C9B83-F83A-4489-A809-3660D257FAC3}" srcOrd="8" destOrd="0" parTransId="{DABE3526-030E-489F-B90C-C0D9E828E2E0}" sibTransId="{93F92BDA-46FB-4628-B1B4-DB25EECCDC53}"/>
    <dgm:cxn modelId="{7915E27E-C0F0-4A18-AFD4-B741B597B5E5}" srcId="{9E78EED3-903C-4E1F-8D92-041813B78CE1}" destId="{D1DD86F1-0CDE-4A78-8D76-7E998D81A61C}" srcOrd="0" destOrd="0" parTransId="{A4C3F513-96FF-4197-910A-FF527D981860}" sibTransId="{774F8921-5E3D-496A-A9E1-872311BC536E}"/>
    <dgm:cxn modelId="{308173B0-BA2E-4AA4-B377-BEEC502D1829}" srcId="{9E78EED3-903C-4E1F-8D92-041813B78CE1}" destId="{4A72899B-36C3-452D-85B1-349C7402D21D}" srcOrd="4" destOrd="0" parTransId="{F94FE5C9-24DF-4C3C-B37E-10BB41B12772}" sibTransId="{B7E98AF8-FA21-4A87-846B-C396825B619F}"/>
    <dgm:cxn modelId="{EA65A1B8-BA06-4E70-8985-DCA3A098EC3E}" type="presOf" srcId="{08FCAC3B-738A-4D0B-94F1-98BFA445CC0C}" destId="{38DD4F6C-1B1A-497C-A8D4-990DE16C5A83}" srcOrd="0" destOrd="0" presId="urn:microsoft.com/office/officeart/2008/layout/LinedList"/>
    <dgm:cxn modelId="{C216DBC8-78A7-4A28-9E98-641C1A91D9CA}" type="presOf" srcId="{9C6BF8A1-23F6-4BA1-A7FC-5C1DBEA161CE}" destId="{FA3101AB-A352-4307-A5B1-250F231C5890}" srcOrd="0" destOrd="0" presId="urn:microsoft.com/office/officeart/2008/layout/LinedList"/>
    <dgm:cxn modelId="{711CF1F8-FB01-4B12-8888-551B17F7C334}" srcId="{9E78EED3-903C-4E1F-8D92-041813B78CE1}" destId="{5B8BE14D-7137-4167-9733-56A254BDB89D}" srcOrd="1" destOrd="0" parTransId="{5477E8B5-C243-4AEB-81B5-DF992425D8D1}" sibTransId="{BFFA8604-54BD-47C9-956E-5655A75EC48A}"/>
    <dgm:cxn modelId="{93F1C36E-FF1F-430E-86E1-C5B291D7C655}" type="presParOf" srcId="{97B25DCB-6744-4507-8AE4-226FDAC515CC}" destId="{6CDE4559-D1E1-4618-AC10-D3D5FBEFFE59}" srcOrd="0" destOrd="0" presId="urn:microsoft.com/office/officeart/2008/layout/LinedList"/>
    <dgm:cxn modelId="{FB8F3D06-7FD0-4215-AE53-C6BBC24F225D}" type="presParOf" srcId="{97B25DCB-6744-4507-8AE4-226FDAC515CC}" destId="{12BFDECD-7B54-47A4-B31C-4BEE955153B2}" srcOrd="1" destOrd="0" presId="urn:microsoft.com/office/officeart/2008/layout/LinedList"/>
    <dgm:cxn modelId="{C1C3D8FD-7A88-4DAC-94E0-35F603388076}" type="presParOf" srcId="{12BFDECD-7B54-47A4-B31C-4BEE955153B2}" destId="{54932062-75B5-4CDB-9FE4-EA0BB7FD02A7}" srcOrd="0" destOrd="0" presId="urn:microsoft.com/office/officeart/2008/layout/LinedList"/>
    <dgm:cxn modelId="{9D47E147-887E-471F-969B-66A4FFC50FF2}" type="presParOf" srcId="{12BFDECD-7B54-47A4-B31C-4BEE955153B2}" destId="{550AEE89-0A33-4C72-A0B3-88D4C73730E9}" srcOrd="1" destOrd="0" presId="urn:microsoft.com/office/officeart/2008/layout/LinedList"/>
    <dgm:cxn modelId="{C03E6CC3-486B-46D2-A010-043FA5FCBC0B}" type="presParOf" srcId="{97B25DCB-6744-4507-8AE4-226FDAC515CC}" destId="{AB62E18A-0BB4-40F9-BF99-DCF080549739}" srcOrd="2" destOrd="0" presId="urn:microsoft.com/office/officeart/2008/layout/LinedList"/>
    <dgm:cxn modelId="{0A9EB97E-F9BB-4E9E-9742-984179594A34}" type="presParOf" srcId="{97B25DCB-6744-4507-8AE4-226FDAC515CC}" destId="{616C4FD1-F47A-4715-8218-BE9DD5B02FB3}" srcOrd="3" destOrd="0" presId="urn:microsoft.com/office/officeart/2008/layout/LinedList"/>
    <dgm:cxn modelId="{04D12467-575E-48B7-AF57-5EA27D7E8E05}" type="presParOf" srcId="{616C4FD1-F47A-4715-8218-BE9DD5B02FB3}" destId="{0B9CE72F-CC5A-4CB9-8222-E288DD9972A0}" srcOrd="0" destOrd="0" presId="urn:microsoft.com/office/officeart/2008/layout/LinedList"/>
    <dgm:cxn modelId="{E1D4E790-C1DA-46A9-BAD3-EAB309DF63F4}" type="presParOf" srcId="{616C4FD1-F47A-4715-8218-BE9DD5B02FB3}" destId="{16BE0528-9091-420C-BF18-A02C3F5D9ED0}" srcOrd="1" destOrd="0" presId="urn:microsoft.com/office/officeart/2008/layout/LinedList"/>
    <dgm:cxn modelId="{B55F562D-2778-41AE-81B8-4C77DF5C7172}" type="presParOf" srcId="{97B25DCB-6744-4507-8AE4-226FDAC515CC}" destId="{A038D793-A5AC-4A27-A5ED-715A694EA811}" srcOrd="4" destOrd="0" presId="urn:microsoft.com/office/officeart/2008/layout/LinedList"/>
    <dgm:cxn modelId="{3E95CFF3-CBCC-46D2-95C9-B299C8C04D3E}" type="presParOf" srcId="{97B25DCB-6744-4507-8AE4-226FDAC515CC}" destId="{A644B56C-E025-4094-9AAE-D5C07F52BCFC}" srcOrd="5" destOrd="0" presId="urn:microsoft.com/office/officeart/2008/layout/LinedList"/>
    <dgm:cxn modelId="{F9372B1E-C03B-46D7-B760-2754364D1666}" type="presParOf" srcId="{A644B56C-E025-4094-9AAE-D5C07F52BCFC}" destId="{CFB62AEF-D4E5-485B-B71C-BBDD0B9E7A7B}" srcOrd="0" destOrd="0" presId="urn:microsoft.com/office/officeart/2008/layout/LinedList"/>
    <dgm:cxn modelId="{B244A5A6-FC3F-4768-BBC6-19A80A9B1D20}" type="presParOf" srcId="{A644B56C-E025-4094-9AAE-D5C07F52BCFC}" destId="{8D6D43A5-8D94-4FA7-A670-3B95F7B0733B}" srcOrd="1" destOrd="0" presId="urn:microsoft.com/office/officeart/2008/layout/LinedList"/>
    <dgm:cxn modelId="{C2391751-3D7A-4B0D-925C-2854FD4E4611}" type="presParOf" srcId="{97B25DCB-6744-4507-8AE4-226FDAC515CC}" destId="{78FA151E-3CC6-48FF-8DC5-947FA214F45D}" srcOrd="6" destOrd="0" presId="urn:microsoft.com/office/officeart/2008/layout/LinedList"/>
    <dgm:cxn modelId="{5CB30FFC-0AB7-4F90-A4F8-C672F6A6504B}" type="presParOf" srcId="{97B25DCB-6744-4507-8AE4-226FDAC515CC}" destId="{7DC540D6-2FB7-486F-9B3A-DFDA0FB960C4}" srcOrd="7" destOrd="0" presId="urn:microsoft.com/office/officeart/2008/layout/LinedList"/>
    <dgm:cxn modelId="{C64CB013-7612-4204-9CAE-B27A7747132A}" type="presParOf" srcId="{7DC540D6-2FB7-486F-9B3A-DFDA0FB960C4}" destId="{38DD4F6C-1B1A-497C-A8D4-990DE16C5A83}" srcOrd="0" destOrd="0" presId="urn:microsoft.com/office/officeart/2008/layout/LinedList"/>
    <dgm:cxn modelId="{49D390E4-B039-4EDD-9412-DBC9D08AE663}" type="presParOf" srcId="{7DC540D6-2FB7-486F-9B3A-DFDA0FB960C4}" destId="{42FB7303-2F84-4F25-BD9F-E9C6C6F22FBB}" srcOrd="1" destOrd="0" presId="urn:microsoft.com/office/officeart/2008/layout/LinedList"/>
    <dgm:cxn modelId="{DA1D141E-E93B-4CD0-B9C2-1718608BD365}" type="presParOf" srcId="{97B25DCB-6744-4507-8AE4-226FDAC515CC}" destId="{19DA65EF-58B7-49EA-9904-12A193217308}" srcOrd="8" destOrd="0" presId="urn:microsoft.com/office/officeart/2008/layout/LinedList"/>
    <dgm:cxn modelId="{26511A46-4A1E-49AA-B661-B88098F9BDFB}" type="presParOf" srcId="{97B25DCB-6744-4507-8AE4-226FDAC515CC}" destId="{4D4E8A76-2BF9-4107-A656-D9409EDB8437}" srcOrd="9" destOrd="0" presId="urn:microsoft.com/office/officeart/2008/layout/LinedList"/>
    <dgm:cxn modelId="{D7E1202C-50A7-4E40-93B7-49064E49CB54}" type="presParOf" srcId="{4D4E8A76-2BF9-4107-A656-D9409EDB8437}" destId="{E00EC312-9BE6-4ABF-91AB-965E0E4EDDE0}" srcOrd="0" destOrd="0" presId="urn:microsoft.com/office/officeart/2008/layout/LinedList"/>
    <dgm:cxn modelId="{80D735E7-335E-435F-9142-C87829E11B6A}" type="presParOf" srcId="{4D4E8A76-2BF9-4107-A656-D9409EDB8437}" destId="{33A24EC7-886A-434A-A110-EB865FF4095C}" srcOrd="1" destOrd="0" presId="urn:microsoft.com/office/officeart/2008/layout/LinedList"/>
    <dgm:cxn modelId="{6315FD20-3215-4372-AE0D-AEF104AC2B3E}" type="presParOf" srcId="{97B25DCB-6744-4507-8AE4-226FDAC515CC}" destId="{519CFBAC-C22B-4168-A7F7-86A15A2E2C00}" srcOrd="10" destOrd="0" presId="urn:microsoft.com/office/officeart/2008/layout/LinedList"/>
    <dgm:cxn modelId="{04751CA0-FEC3-4AB2-ABC5-90D1F5F16B08}" type="presParOf" srcId="{97B25DCB-6744-4507-8AE4-226FDAC515CC}" destId="{7BDB4BC4-C389-4CD5-827E-E39AAD806FC0}" srcOrd="11" destOrd="0" presId="urn:microsoft.com/office/officeart/2008/layout/LinedList"/>
    <dgm:cxn modelId="{8B631D14-88B5-4532-BF26-408D8BB2E0A8}" type="presParOf" srcId="{7BDB4BC4-C389-4CD5-827E-E39AAD806FC0}" destId="{AF773D18-EFE4-4EAD-A083-17D9DBA43645}" srcOrd="0" destOrd="0" presId="urn:microsoft.com/office/officeart/2008/layout/LinedList"/>
    <dgm:cxn modelId="{79EF336E-CA50-47E0-9439-68F7B3878A07}" type="presParOf" srcId="{7BDB4BC4-C389-4CD5-827E-E39AAD806FC0}" destId="{225D3977-5E85-435B-AB69-487A2F8D9B65}" srcOrd="1" destOrd="0" presId="urn:microsoft.com/office/officeart/2008/layout/LinedList"/>
    <dgm:cxn modelId="{0C2BE81C-FA97-4749-9DC7-0C49419A6D7B}" type="presParOf" srcId="{97B25DCB-6744-4507-8AE4-226FDAC515CC}" destId="{09E1993C-036C-41B3-9B97-E727CAEF7659}" srcOrd="12" destOrd="0" presId="urn:microsoft.com/office/officeart/2008/layout/LinedList"/>
    <dgm:cxn modelId="{CB54C3EB-0247-4BE5-9677-C52D4E884230}" type="presParOf" srcId="{97B25DCB-6744-4507-8AE4-226FDAC515CC}" destId="{913132D1-A776-4E95-9C36-96A3372981AE}" srcOrd="13" destOrd="0" presId="urn:microsoft.com/office/officeart/2008/layout/LinedList"/>
    <dgm:cxn modelId="{3F565BEC-E2EC-4303-A368-599B598EBC42}" type="presParOf" srcId="{913132D1-A776-4E95-9C36-96A3372981AE}" destId="{B9672DAA-AB2F-44D2-AFA8-3D2C4286FD42}" srcOrd="0" destOrd="0" presId="urn:microsoft.com/office/officeart/2008/layout/LinedList"/>
    <dgm:cxn modelId="{8A735980-1B5B-4C6D-8FE8-06FD09939978}" type="presParOf" srcId="{913132D1-A776-4E95-9C36-96A3372981AE}" destId="{486ED321-589D-44CE-9864-9753627609A1}" srcOrd="1" destOrd="0" presId="urn:microsoft.com/office/officeart/2008/layout/LinedList"/>
    <dgm:cxn modelId="{C79BE62A-0DE8-4833-BE06-FB3B9C95ED5F}" type="presParOf" srcId="{97B25DCB-6744-4507-8AE4-226FDAC515CC}" destId="{74915790-EB98-459B-9518-C58CD99EE65B}" srcOrd="14" destOrd="0" presId="urn:microsoft.com/office/officeart/2008/layout/LinedList"/>
    <dgm:cxn modelId="{F0CC9AEF-480F-44CD-979B-6965925785A5}" type="presParOf" srcId="{97B25DCB-6744-4507-8AE4-226FDAC515CC}" destId="{4AA1113B-F15C-4778-9F32-3110C2CDCB5E}" srcOrd="15" destOrd="0" presId="urn:microsoft.com/office/officeart/2008/layout/LinedList"/>
    <dgm:cxn modelId="{C618C162-2CF5-41F8-8D67-2BA3F2CB6129}" type="presParOf" srcId="{4AA1113B-F15C-4778-9F32-3110C2CDCB5E}" destId="{FA3101AB-A352-4307-A5B1-250F231C5890}" srcOrd="0" destOrd="0" presId="urn:microsoft.com/office/officeart/2008/layout/LinedList"/>
    <dgm:cxn modelId="{530C5782-B538-41BB-9333-57CC3B1526B3}" type="presParOf" srcId="{4AA1113B-F15C-4778-9F32-3110C2CDCB5E}" destId="{ADE213EB-FCD2-4F7B-B221-D1E2C5207B03}" srcOrd="1" destOrd="0" presId="urn:microsoft.com/office/officeart/2008/layout/LinedList"/>
    <dgm:cxn modelId="{B0591397-BA20-4376-B043-378704DB2EE9}" type="presParOf" srcId="{97B25DCB-6744-4507-8AE4-226FDAC515CC}" destId="{B7C92C98-1AA8-4FFE-925E-6DD9D9F430C0}" srcOrd="16" destOrd="0" presId="urn:microsoft.com/office/officeart/2008/layout/LinedList"/>
    <dgm:cxn modelId="{2E93BBA4-1A43-41DC-86FF-154C0F99488C}" type="presParOf" srcId="{97B25DCB-6744-4507-8AE4-226FDAC515CC}" destId="{33CFD60F-4E5E-4F02-8448-7BC524822C99}" srcOrd="17" destOrd="0" presId="urn:microsoft.com/office/officeart/2008/layout/LinedList"/>
    <dgm:cxn modelId="{CF99F2FD-04ED-49CA-89C7-456FB35375D4}" type="presParOf" srcId="{33CFD60F-4E5E-4F02-8448-7BC524822C99}" destId="{B7B9ECEF-B6C1-4318-84ED-644E48B1B3FF}" srcOrd="0" destOrd="0" presId="urn:microsoft.com/office/officeart/2008/layout/LinedList"/>
    <dgm:cxn modelId="{FA5BBB27-CC0F-4D15-9BDA-585543F3A725}" type="presParOf" srcId="{33CFD60F-4E5E-4F02-8448-7BC524822C99}" destId="{5119EF6D-6B1A-43CB-883D-A50757A100A9}"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C0BD222-F0C7-4E5E-9EE8-EF296D9A3F88}"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41B95DA5-870B-4E46-AEEB-DEC5E2051612}">
      <dgm:prSet custT="1"/>
      <dgm:spPr/>
      <dgm:t>
        <a:bodyPr/>
        <a:lstStyle/>
        <a:p>
          <a:r>
            <a:rPr lang="en-US" sz="1800" dirty="0">
              <a:solidFill>
                <a:srgbClr val="080808"/>
              </a:solidFill>
            </a:rPr>
            <a:t>Modulate reflux controller to a given ratio (5:1).</a:t>
          </a:r>
        </a:p>
      </dgm:t>
    </dgm:pt>
    <dgm:pt modelId="{6BC0A6E1-2942-4B00-B4FB-B36026CAE999}" type="parTrans" cxnId="{82E85362-6D5B-46FF-A2A8-1CDEB6E80908}">
      <dgm:prSet/>
      <dgm:spPr/>
      <dgm:t>
        <a:bodyPr/>
        <a:lstStyle/>
        <a:p>
          <a:endParaRPr lang="en-US" sz="1600">
            <a:solidFill>
              <a:srgbClr val="080808"/>
            </a:solidFill>
          </a:endParaRPr>
        </a:p>
      </dgm:t>
    </dgm:pt>
    <dgm:pt modelId="{1F322AB3-BA0B-48E9-B188-497EF792392E}" type="sibTrans" cxnId="{82E85362-6D5B-46FF-A2A8-1CDEB6E80908}">
      <dgm:prSet/>
      <dgm:spPr/>
      <dgm:t>
        <a:bodyPr/>
        <a:lstStyle/>
        <a:p>
          <a:endParaRPr lang="en-US" sz="1600">
            <a:solidFill>
              <a:srgbClr val="080808"/>
            </a:solidFill>
          </a:endParaRPr>
        </a:p>
      </dgm:t>
    </dgm:pt>
    <dgm:pt modelId="{FF1E4066-BB29-45D1-A570-B87DA61380E9}">
      <dgm:prSet custT="1"/>
      <dgm:spPr/>
      <dgm:t>
        <a:bodyPr/>
        <a:lstStyle/>
        <a:p>
          <a:r>
            <a:rPr lang="en-US" sz="1800" dirty="0">
              <a:solidFill>
                <a:srgbClr val="080808"/>
              </a:solidFill>
            </a:rPr>
            <a:t>Wait about 10 minutes for the column to stabilize.</a:t>
          </a:r>
        </a:p>
      </dgm:t>
    </dgm:pt>
    <dgm:pt modelId="{7BBA5986-1433-446C-AC36-DAF379518700}" type="parTrans" cxnId="{A633C5E5-B6D2-47D0-8EAA-0523DDFDEA4E}">
      <dgm:prSet/>
      <dgm:spPr/>
      <dgm:t>
        <a:bodyPr/>
        <a:lstStyle/>
        <a:p>
          <a:endParaRPr lang="en-US" sz="1600">
            <a:solidFill>
              <a:srgbClr val="080808"/>
            </a:solidFill>
          </a:endParaRPr>
        </a:p>
      </dgm:t>
    </dgm:pt>
    <dgm:pt modelId="{1DFEFC69-7CE3-45A0-88E5-1D08E1C88FF3}" type="sibTrans" cxnId="{A633C5E5-B6D2-47D0-8EAA-0523DDFDEA4E}">
      <dgm:prSet/>
      <dgm:spPr/>
      <dgm:t>
        <a:bodyPr/>
        <a:lstStyle/>
        <a:p>
          <a:endParaRPr lang="en-US" sz="1600">
            <a:solidFill>
              <a:srgbClr val="080808"/>
            </a:solidFill>
          </a:endParaRPr>
        </a:p>
      </dgm:t>
    </dgm:pt>
    <dgm:pt modelId="{F54B866A-9EBD-40E0-86FD-3764FB5A0751}">
      <dgm:prSet custT="1"/>
      <dgm:spPr/>
      <dgm:t>
        <a:bodyPr/>
        <a:lstStyle/>
        <a:p>
          <a:r>
            <a:rPr lang="en-US" sz="1800">
              <a:solidFill>
                <a:srgbClr val="080808"/>
              </a:solidFill>
            </a:rPr>
            <a:t>Collect samples of top and bottom product every 5 minutes for a total of 3 trials. </a:t>
          </a:r>
        </a:p>
      </dgm:t>
    </dgm:pt>
    <dgm:pt modelId="{A01B81A8-9672-47C1-BE84-D81552C1EE1C}" type="parTrans" cxnId="{208FC0A3-BA9D-413A-A962-E855377A5DAD}">
      <dgm:prSet/>
      <dgm:spPr/>
      <dgm:t>
        <a:bodyPr/>
        <a:lstStyle/>
        <a:p>
          <a:endParaRPr lang="en-US" sz="1600">
            <a:solidFill>
              <a:srgbClr val="080808"/>
            </a:solidFill>
          </a:endParaRPr>
        </a:p>
      </dgm:t>
    </dgm:pt>
    <dgm:pt modelId="{AE093411-EBA0-43E7-8ADF-F22F83FAA520}" type="sibTrans" cxnId="{208FC0A3-BA9D-413A-A962-E855377A5DAD}">
      <dgm:prSet/>
      <dgm:spPr/>
      <dgm:t>
        <a:bodyPr/>
        <a:lstStyle/>
        <a:p>
          <a:endParaRPr lang="en-US" sz="1600">
            <a:solidFill>
              <a:srgbClr val="080808"/>
            </a:solidFill>
          </a:endParaRPr>
        </a:p>
      </dgm:t>
    </dgm:pt>
    <dgm:pt modelId="{B4A56781-DE00-496E-AEB3-E53CD6D5109F}">
      <dgm:prSet custT="1"/>
      <dgm:spPr/>
      <dgm:t>
        <a:bodyPr/>
        <a:lstStyle/>
        <a:p>
          <a:r>
            <a:rPr lang="en-US" sz="1800">
              <a:solidFill>
                <a:srgbClr val="080808"/>
              </a:solidFill>
            </a:rPr>
            <a:t>Determine boil-up rate by timing the top product collection.</a:t>
          </a:r>
        </a:p>
      </dgm:t>
    </dgm:pt>
    <dgm:pt modelId="{358EA23C-44D9-45ED-B030-D7CE1BB4C48D}" type="parTrans" cxnId="{F3597DF2-0791-48E7-A696-55A17868AB25}">
      <dgm:prSet/>
      <dgm:spPr/>
      <dgm:t>
        <a:bodyPr/>
        <a:lstStyle/>
        <a:p>
          <a:endParaRPr lang="en-US" sz="1600">
            <a:solidFill>
              <a:srgbClr val="080808"/>
            </a:solidFill>
          </a:endParaRPr>
        </a:p>
      </dgm:t>
    </dgm:pt>
    <dgm:pt modelId="{F8ABE5C9-97E0-4291-B78D-3C498FD699A8}" type="sibTrans" cxnId="{F3597DF2-0791-48E7-A696-55A17868AB25}">
      <dgm:prSet/>
      <dgm:spPr/>
      <dgm:t>
        <a:bodyPr/>
        <a:lstStyle/>
        <a:p>
          <a:endParaRPr lang="en-US" sz="1600">
            <a:solidFill>
              <a:srgbClr val="080808"/>
            </a:solidFill>
          </a:endParaRPr>
        </a:p>
      </dgm:t>
    </dgm:pt>
    <dgm:pt modelId="{78963C09-BF99-4DF2-9FAA-AB0C2B0C0C4C}">
      <dgm:prSet custT="1"/>
      <dgm:spPr/>
      <dgm:t>
        <a:bodyPr/>
        <a:lstStyle/>
        <a:p>
          <a:r>
            <a:rPr lang="en-US" sz="1800">
              <a:solidFill>
                <a:srgbClr val="080808"/>
              </a:solidFill>
            </a:rPr>
            <a:t>Record pressure drop and degree of foaming for each trial.</a:t>
          </a:r>
        </a:p>
      </dgm:t>
    </dgm:pt>
    <dgm:pt modelId="{FE060A2E-D8F2-49D4-B548-92CA83926AB9}" type="parTrans" cxnId="{641EB9C4-F448-442E-9784-DE57B5635575}">
      <dgm:prSet/>
      <dgm:spPr/>
      <dgm:t>
        <a:bodyPr/>
        <a:lstStyle/>
        <a:p>
          <a:endParaRPr lang="en-US" sz="1600">
            <a:solidFill>
              <a:srgbClr val="080808"/>
            </a:solidFill>
          </a:endParaRPr>
        </a:p>
      </dgm:t>
    </dgm:pt>
    <dgm:pt modelId="{98E7DE97-405D-4573-89D2-5DAA6D1B16F1}" type="sibTrans" cxnId="{641EB9C4-F448-442E-9784-DE57B5635575}">
      <dgm:prSet/>
      <dgm:spPr/>
      <dgm:t>
        <a:bodyPr/>
        <a:lstStyle/>
        <a:p>
          <a:endParaRPr lang="en-US" sz="1600">
            <a:solidFill>
              <a:srgbClr val="080808"/>
            </a:solidFill>
          </a:endParaRPr>
        </a:p>
      </dgm:t>
    </dgm:pt>
    <dgm:pt modelId="{231D3555-AB12-4DAF-BC34-C6F8803F4F55}">
      <dgm:prSet custT="1"/>
      <dgm:spPr/>
      <dgm:t>
        <a:bodyPr/>
        <a:lstStyle/>
        <a:p>
          <a:r>
            <a:rPr lang="en-US" sz="1800">
              <a:solidFill>
                <a:srgbClr val="080808"/>
              </a:solidFill>
            </a:rPr>
            <a:t>Record temperatures column trays. </a:t>
          </a:r>
        </a:p>
      </dgm:t>
    </dgm:pt>
    <dgm:pt modelId="{6FE8B7A6-EA4E-4E1A-BD6F-280AB4F345B9}" type="parTrans" cxnId="{9A194B3F-7F74-43EA-B722-2981B5EBCBF4}">
      <dgm:prSet/>
      <dgm:spPr/>
      <dgm:t>
        <a:bodyPr/>
        <a:lstStyle/>
        <a:p>
          <a:endParaRPr lang="en-US" sz="1600">
            <a:solidFill>
              <a:srgbClr val="080808"/>
            </a:solidFill>
          </a:endParaRPr>
        </a:p>
      </dgm:t>
    </dgm:pt>
    <dgm:pt modelId="{014C56E3-B479-45CB-8B48-218C8EEC766D}" type="sibTrans" cxnId="{9A194B3F-7F74-43EA-B722-2981B5EBCBF4}">
      <dgm:prSet/>
      <dgm:spPr/>
      <dgm:t>
        <a:bodyPr/>
        <a:lstStyle/>
        <a:p>
          <a:endParaRPr lang="en-US" sz="1600">
            <a:solidFill>
              <a:srgbClr val="080808"/>
            </a:solidFill>
          </a:endParaRPr>
        </a:p>
      </dgm:t>
    </dgm:pt>
    <dgm:pt modelId="{935BE5A1-8451-4DB2-B860-1AE9F6E302A5}">
      <dgm:prSet custT="1"/>
      <dgm:spPr/>
      <dgm:t>
        <a:bodyPr/>
        <a:lstStyle/>
        <a:p>
          <a:r>
            <a:rPr lang="en-US" sz="1800">
              <a:solidFill>
                <a:srgbClr val="080808"/>
              </a:solidFill>
            </a:rPr>
            <a:t>Repeat with at least one more reflux ratio</a:t>
          </a:r>
        </a:p>
      </dgm:t>
    </dgm:pt>
    <dgm:pt modelId="{9C2E6853-4F8F-45DA-8FE2-007C5FF83381}" type="parTrans" cxnId="{6501E64D-A982-4A8C-A521-A6BE455144D7}">
      <dgm:prSet/>
      <dgm:spPr/>
      <dgm:t>
        <a:bodyPr/>
        <a:lstStyle/>
        <a:p>
          <a:endParaRPr lang="en-US" sz="1600">
            <a:solidFill>
              <a:srgbClr val="080808"/>
            </a:solidFill>
          </a:endParaRPr>
        </a:p>
      </dgm:t>
    </dgm:pt>
    <dgm:pt modelId="{4CCCF29E-0B9D-4717-8F9B-00BF1F353506}" type="sibTrans" cxnId="{6501E64D-A982-4A8C-A521-A6BE455144D7}">
      <dgm:prSet/>
      <dgm:spPr/>
      <dgm:t>
        <a:bodyPr/>
        <a:lstStyle/>
        <a:p>
          <a:endParaRPr lang="en-US" sz="1600">
            <a:solidFill>
              <a:srgbClr val="080808"/>
            </a:solidFill>
          </a:endParaRPr>
        </a:p>
      </dgm:t>
    </dgm:pt>
    <dgm:pt modelId="{7B72815A-25C9-4B16-A0DA-2D1D8039D003}" type="pres">
      <dgm:prSet presAssocID="{0C0BD222-F0C7-4E5E-9EE8-EF296D9A3F88}" presName="vert0" presStyleCnt="0">
        <dgm:presLayoutVars>
          <dgm:dir/>
          <dgm:animOne val="branch"/>
          <dgm:animLvl val="lvl"/>
        </dgm:presLayoutVars>
      </dgm:prSet>
      <dgm:spPr/>
    </dgm:pt>
    <dgm:pt modelId="{9DC68267-FDB5-4B88-B9CD-57ED2D237801}" type="pres">
      <dgm:prSet presAssocID="{41B95DA5-870B-4E46-AEEB-DEC5E2051612}" presName="thickLine" presStyleLbl="alignNode1" presStyleIdx="0" presStyleCnt="7"/>
      <dgm:spPr/>
    </dgm:pt>
    <dgm:pt modelId="{C0618742-7EEA-41A4-9840-7748C5CE0A2C}" type="pres">
      <dgm:prSet presAssocID="{41B95DA5-870B-4E46-AEEB-DEC5E2051612}" presName="horz1" presStyleCnt="0"/>
      <dgm:spPr/>
    </dgm:pt>
    <dgm:pt modelId="{E92ACC43-E34F-4F16-A7E0-E8F82560F73D}" type="pres">
      <dgm:prSet presAssocID="{41B95DA5-870B-4E46-AEEB-DEC5E2051612}" presName="tx1" presStyleLbl="revTx" presStyleIdx="0" presStyleCnt="7"/>
      <dgm:spPr/>
    </dgm:pt>
    <dgm:pt modelId="{9679E7C0-22FD-4960-AE46-B5D209DBCF85}" type="pres">
      <dgm:prSet presAssocID="{41B95DA5-870B-4E46-AEEB-DEC5E2051612}" presName="vert1" presStyleCnt="0"/>
      <dgm:spPr/>
    </dgm:pt>
    <dgm:pt modelId="{7681AA6B-9659-4B1A-8DA1-B50057005602}" type="pres">
      <dgm:prSet presAssocID="{FF1E4066-BB29-45D1-A570-B87DA61380E9}" presName="thickLine" presStyleLbl="alignNode1" presStyleIdx="1" presStyleCnt="7"/>
      <dgm:spPr/>
    </dgm:pt>
    <dgm:pt modelId="{3DBC54C9-3EB4-43DE-85E0-E6E64FA44DC2}" type="pres">
      <dgm:prSet presAssocID="{FF1E4066-BB29-45D1-A570-B87DA61380E9}" presName="horz1" presStyleCnt="0"/>
      <dgm:spPr/>
    </dgm:pt>
    <dgm:pt modelId="{CE9472B1-4879-4FAA-9755-9E6D8902000E}" type="pres">
      <dgm:prSet presAssocID="{FF1E4066-BB29-45D1-A570-B87DA61380E9}" presName="tx1" presStyleLbl="revTx" presStyleIdx="1" presStyleCnt="7"/>
      <dgm:spPr/>
    </dgm:pt>
    <dgm:pt modelId="{749C879B-FA6D-42AD-922C-B3E4B187B3EB}" type="pres">
      <dgm:prSet presAssocID="{FF1E4066-BB29-45D1-A570-B87DA61380E9}" presName="vert1" presStyleCnt="0"/>
      <dgm:spPr/>
    </dgm:pt>
    <dgm:pt modelId="{A1633B93-6899-4D4E-A139-8F88FA816848}" type="pres">
      <dgm:prSet presAssocID="{F54B866A-9EBD-40E0-86FD-3764FB5A0751}" presName="thickLine" presStyleLbl="alignNode1" presStyleIdx="2" presStyleCnt="7"/>
      <dgm:spPr/>
    </dgm:pt>
    <dgm:pt modelId="{E2F1DE6C-3537-45E5-A546-59CCB2B37D76}" type="pres">
      <dgm:prSet presAssocID="{F54B866A-9EBD-40E0-86FD-3764FB5A0751}" presName="horz1" presStyleCnt="0"/>
      <dgm:spPr/>
    </dgm:pt>
    <dgm:pt modelId="{775DDAFE-DB38-4AF0-A35B-D0366CFD554D}" type="pres">
      <dgm:prSet presAssocID="{F54B866A-9EBD-40E0-86FD-3764FB5A0751}" presName="tx1" presStyleLbl="revTx" presStyleIdx="2" presStyleCnt="7"/>
      <dgm:spPr/>
    </dgm:pt>
    <dgm:pt modelId="{6391D379-A187-4054-9DE3-1B165F92341C}" type="pres">
      <dgm:prSet presAssocID="{F54B866A-9EBD-40E0-86FD-3764FB5A0751}" presName="vert1" presStyleCnt="0"/>
      <dgm:spPr/>
    </dgm:pt>
    <dgm:pt modelId="{1BF7F920-D75D-4F6B-89EC-3DCFEE4EE1BC}" type="pres">
      <dgm:prSet presAssocID="{B4A56781-DE00-496E-AEB3-E53CD6D5109F}" presName="thickLine" presStyleLbl="alignNode1" presStyleIdx="3" presStyleCnt="7"/>
      <dgm:spPr/>
    </dgm:pt>
    <dgm:pt modelId="{761ABDAD-C059-4477-9925-1424799ADA10}" type="pres">
      <dgm:prSet presAssocID="{B4A56781-DE00-496E-AEB3-E53CD6D5109F}" presName="horz1" presStyleCnt="0"/>
      <dgm:spPr/>
    </dgm:pt>
    <dgm:pt modelId="{E2441A25-A218-4C03-B42B-A1BB2CCACE98}" type="pres">
      <dgm:prSet presAssocID="{B4A56781-DE00-496E-AEB3-E53CD6D5109F}" presName="tx1" presStyleLbl="revTx" presStyleIdx="3" presStyleCnt="7"/>
      <dgm:spPr/>
    </dgm:pt>
    <dgm:pt modelId="{AD5E0ED1-3EC3-4A9F-BDF7-B3F38DB87191}" type="pres">
      <dgm:prSet presAssocID="{B4A56781-DE00-496E-AEB3-E53CD6D5109F}" presName="vert1" presStyleCnt="0"/>
      <dgm:spPr/>
    </dgm:pt>
    <dgm:pt modelId="{07750E06-1E62-4484-AE4A-EB508DB9BC0B}" type="pres">
      <dgm:prSet presAssocID="{78963C09-BF99-4DF2-9FAA-AB0C2B0C0C4C}" presName="thickLine" presStyleLbl="alignNode1" presStyleIdx="4" presStyleCnt="7"/>
      <dgm:spPr/>
    </dgm:pt>
    <dgm:pt modelId="{B0821BFE-9204-4CC1-B466-CAC0181A99BD}" type="pres">
      <dgm:prSet presAssocID="{78963C09-BF99-4DF2-9FAA-AB0C2B0C0C4C}" presName="horz1" presStyleCnt="0"/>
      <dgm:spPr/>
    </dgm:pt>
    <dgm:pt modelId="{F5EEB3BE-0CBB-414D-859F-7FE849285A90}" type="pres">
      <dgm:prSet presAssocID="{78963C09-BF99-4DF2-9FAA-AB0C2B0C0C4C}" presName="tx1" presStyleLbl="revTx" presStyleIdx="4" presStyleCnt="7"/>
      <dgm:spPr/>
    </dgm:pt>
    <dgm:pt modelId="{ED236C08-572C-4C26-801E-A56A2AA83A58}" type="pres">
      <dgm:prSet presAssocID="{78963C09-BF99-4DF2-9FAA-AB0C2B0C0C4C}" presName="vert1" presStyleCnt="0"/>
      <dgm:spPr/>
    </dgm:pt>
    <dgm:pt modelId="{89A651BD-FCEA-49D6-A04A-FC22551A9D92}" type="pres">
      <dgm:prSet presAssocID="{231D3555-AB12-4DAF-BC34-C6F8803F4F55}" presName="thickLine" presStyleLbl="alignNode1" presStyleIdx="5" presStyleCnt="7"/>
      <dgm:spPr/>
    </dgm:pt>
    <dgm:pt modelId="{59C8A08D-B0E4-4FE4-942C-8E0C45B03906}" type="pres">
      <dgm:prSet presAssocID="{231D3555-AB12-4DAF-BC34-C6F8803F4F55}" presName="horz1" presStyleCnt="0"/>
      <dgm:spPr/>
    </dgm:pt>
    <dgm:pt modelId="{E8AC2093-990D-47E2-87F1-6723BFC08A1F}" type="pres">
      <dgm:prSet presAssocID="{231D3555-AB12-4DAF-BC34-C6F8803F4F55}" presName="tx1" presStyleLbl="revTx" presStyleIdx="5" presStyleCnt="7"/>
      <dgm:spPr/>
    </dgm:pt>
    <dgm:pt modelId="{EC107016-CD58-4261-B73D-3538B9E236E8}" type="pres">
      <dgm:prSet presAssocID="{231D3555-AB12-4DAF-BC34-C6F8803F4F55}" presName="vert1" presStyleCnt="0"/>
      <dgm:spPr/>
    </dgm:pt>
    <dgm:pt modelId="{B1B60599-4F23-4043-8562-E8C00EBEDE21}" type="pres">
      <dgm:prSet presAssocID="{935BE5A1-8451-4DB2-B860-1AE9F6E302A5}" presName="thickLine" presStyleLbl="alignNode1" presStyleIdx="6" presStyleCnt="7"/>
      <dgm:spPr/>
    </dgm:pt>
    <dgm:pt modelId="{81689A92-5BEA-46C5-BAC1-F18A54B0749B}" type="pres">
      <dgm:prSet presAssocID="{935BE5A1-8451-4DB2-B860-1AE9F6E302A5}" presName="horz1" presStyleCnt="0"/>
      <dgm:spPr/>
    </dgm:pt>
    <dgm:pt modelId="{DC6FA485-CE03-4AFA-A6D7-7C4B7F4F057C}" type="pres">
      <dgm:prSet presAssocID="{935BE5A1-8451-4DB2-B860-1AE9F6E302A5}" presName="tx1" presStyleLbl="revTx" presStyleIdx="6" presStyleCnt="7"/>
      <dgm:spPr/>
    </dgm:pt>
    <dgm:pt modelId="{AB8905D6-8FA4-4B89-87EB-242C6625A0F6}" type="pres">
      <dgm:prSet presAssocID="{935BE5A1-8451-4DB2-B860-1AE9F6E302A5}" presName="vert1" presStyleCnt="0"/>
      <dgm:spPr/>
    </dgm:pt>
  </dgm:ptLst>
  <dgm:cxnLst>
    <dgm:cxn modelId="{A8F00D00-9EA5-495B-AF21-8CD1EACD87B5}" type="presOf" srcId="{78963C09-BF99-4DF2-9FAA-AB0C2B0C0C4C}" destId="{F5EEB3BE-0CBB-414D-859F-7FE849285A90}" srcOrd="0" destOrd="0" presId="urn:microsoft.com/office/officeart/2008/layout/LinedList"/>
    <dgm:cxn modelId="{3E6FB824-56E9-4D65-ACDE-0E42430A2A50}" type="presOf" srcId="{231D3555-AB12-4DAF-BC34-C6F8803F4F55}" destId="{E8AC2093-990D-47E2-87F1-6723BFC08A1F}" srcOrd="0" destOrd="0" presId="urn:microsoft.com/office/officeart/2008/layout/LinedList"/>
    <dgm:cxn modelId="{3CDFEE2C-10F3-4B61-B602-E8934F30AD94}" type="presOf" srcId="{41B95DA5-870B-4E46-AEEB-DEC5E2051612}" destId="{E92ACC43-E34F-4F16-A7E0-E8F82560F73D}" srcOrd="0" destOrd="0" presId="urn:microsoft.com/office/officeart/2008/layout/LinedList"/>
    <dgm:cxn modelId="{9A194B3F-7F74-43EA-B722-2981B5EBCBF4}" srcId="{0C0BD222-F0C7-4E5E-9EE8-EF296D9A3F88}" destId="{231D3555-AB12-4DAF-BC34-C6F8803F4F55}" srcOrd="5" destOrd="0" parTransId="{6FE8B7A6-EA4E-4E1A-BD6F-280AB4F345B9}" sibTransId="{014C56E3-B479-45CB-8B48-218C8EEC766D}"/>
    <dgm:cxn modelId="{551DB460-25D9-4A67-8E63-E05156B1F683}" type="presOf" srcId="{935BE5A1-8451-4DB2-B860-1AE9F6E302A5}" destId="{DC6FA485-CE03-4AFA-A6D7-7C4B7F4F057C}" srcOrd="0" destOrd="0" presId="urn:microsoft.com/office/officeart/2008/layout/LinedList"/>
    <dgm:cxn modelId="{82E85362-6D5B-46FF-A2A8-1CDEB6E80908}" srcId="{0C0BD222-F0C7-4E5E-9EE8-EF296D9A3F88}" destId="{41B95DA5-870B-4E46-AEEB-DEC5E2051612}" srcOrd="0" destOrd="0" parTransId="{6BC0A6E1-2942-4B00-B4FB-B36026CAE999}" sibTransId="{1F322AB3-BA0B-48E9-B188-497EF792392E}"/>
    <dgm:cxn modelId="{954EF965-21DF-4015-9188-BA8D3412B595}" type="presOf" srcId="{F54B866A-9EBD-40E0-86FD-3764FB5A0751}" destId="{775DDAFE-DB38-4AF0-A35B-D0366CFD554D}" srcOrd="0" destOrd="0" presId="urn:microsoft.com/office/officeart/2008/layout/LinedList"/>
    <dgm:cxn modelId="{6501E64D-A982-4A8C-A521-A6BE455144D7}" srcId="{0C0BD222-F0C7-4E5E-9EE8-EF296D9A3F88}" destId="{935BE5A1-8451-4DB2-B860-1AE9F6E302A5}" srcOrd="6" destOrd="0" parTransId="{9C2E6853-4F8F-45DA-8FE2-007C5FF83381}" sibTransId="{4CCCF29E-0B9D-4717-8F9B-00BF1F353506}"/>
    <dgm:cxn modelId="{B5304174-2826-4086-941B-0D4F47444530}" type="presOf" srcId="{B4A56781-DE00-496E-AEB3-E53CD6D5109F}" destId="{E2441A25-A218-4C03-B42B-A1BB2CCACE98}" srcOrd="0" destOrd="0" presId="urn:microsoft.com/office/officeart/2008/layout/LinedList"/>
    <dgm:cxn modelId="{2E730D82-987A-41DE-BDE1-72AF1EFC7617}" type="presOf" srcId="{0C0BD222-F0C7-4E5E-9EE8-EF296D9A3F88}" destId="{7B72815A-25C9-4B16-A0DA-2D1D8039D003}" srcOrd="0" destOrd="0" presId="urn:microsoft.com/office/officeart/2008/layout/LinedList"/>
    <dgm:cxn modelId="{208FC0A3-BA9D-413A-A962-E855377A5DAD}" srcId="{0C0BD222-F0C7-4E5E-9EE8-EF296D9A3F88}" destId="{F54B866A-9EBD-40E0-86FD-3764FB5A0751}" srcOrd="2" destOrd="0" parTransId="{A01B81A8-9672-47C1-BE84-D81552C1EE1C}" sibTransId="{AE093411-EBA0-43E7-8ADF-F22F83FAA520}"/>
    <dgm:cxn modelId="{641EB9C4-F448-442E-9784-DE57B5635575}" srcId="{0C0BD222-F0C7-4E5E-9EE8-EF296D9A3F88}" destId="{78963C09-BF99-4DF2-9FAA-AB0C2B0C0C4C}" srcOrd="4" destOrd="0" parTransId="{FE060A2E-D8F2-49D4-B548-92CA83926AB9}" sibTransId="{98E7DE97-405D-4573-89D2-5DAA6D1B16F1}"/>
    <dgm:cxn modelId="{CE47DEDA-41DA-450E-8E9F-E385802AC3D9}" type="presOf" srcId="{FF1E4066-BB29-45D1-A570-B87DA61380E9}" destId="{CE9472B1-4879-4FAA-9755-9E6D8902000E}" srcOrd="0" destOrd="0" presId="urn:microsoft.com/office/officeart/2008/layout/LinedList"/>
    <dgm:cxn modelId="{A633C5E5-B6D2-47D0-8EAA-0523DDFDEA4E}" srcId="{0C0BD222-F0C7-4E5E-9EE8-EF296D9A3F88}" destId="{FF1E4066-BB29-45D1-A570-B87DA61380E9}" srcOrd="1" destOrd="0" parTransId="{7BBA5986-1433-446C-AC36-DAF379518700}" sibTransId="{1DFEFC69-7CE3-45A0-88E5-1D08E1C88FF3}"/>
    <dgm:cxn modelId="{F3597DF2-0791-48E7-A696-55A17868AB25}" srcId="{0C0BD222-F0C7-4E5E-9EE8-EF296D9A3F88}" destId="{B4A56781-DE00-496E-AEB3-E53CD6D5109F}" srcOrd="3" destOrd="0" parTransId="{358EA23C-44D9-45ED-B030-D7CE1BB4C48D}" sibTransId="{F8ABE5C9-97E0-4291-B78D-3C498FD699A8}"/>
    <dgm:cxn modelId="{3E6E05B3-E1BC-486F-A5DF-C5F6ACCF523C}" type="presParOf" srcId="{7B72815A-25C9-4B16-A0DA-2D1D8039D003}" destId="{9DC68267-FDB5-4B88-B9CD-57ED2D237801}" srcOrd="0" destOrd="0" presId="urn:microsoft.com/office/officeart/2008/layout/LinedList"/>
    <dgm:cxn modelId="{C135C3EA-162B-475D-8A4D-F74ACBE4BC81}" type="presParOf" srcId="{7B72815A-25C9-4B16-A0DA-2D1D8039D003}" destId="{C0618742-7EEA-41A4-9840-7748C5CE0A2C}" srcOrd="1" destOrd="0" presId="urn:microsoft.com/office/officeart/2008/layout/LinedList"/>
    <dgm:cxn modelId="{50DC5443-0D0F-4A70-8504-5C2E9FFF7A1E}" type="presParOf" srcId="{C0618742-7EEA-41A4-9840-7748C5CE0A2C}" destId="{E92ACC43-E34F-4F16-A7E0-E8F82560F73D}" srcOrd="0" destOrd="0" presId="urn:microsoft.com/office/officeart/2008/layout/LinedList"/>
    <dgm:cxn modelId="{A6C9BC95-0EFE-4E49-AC51-5C9FBC9F6757}" type="presParOf" srcId="{C0618742-7EEA-41A4-9840-7748C5CE0A2C}" destId="{9679E7C0-22FD-4960-AE46-B5D209DBCF85}" srcOrd="1" destOrd="0" presId="urn:microsoft.com/office/officeart/2008/layout/LinedList"/>
    <dgm:cxn modelId="{0A9D8653-1D42-420B-B073-5F4EBFD1564D}" type="presParOf" srcId="{7B72815A-25C9-4B16-A0DA-2D1D8039D003}" destId="{7681AA6B-9659-4B1A-8DA1-B50057005602}" srcOrd="2" destOrd="0" presId="urn:microsoft.com/office/officeart/2008/layout/LinedList"/>
    <dgm:cxn modelId="{54593AD1-B551-40D9-918B-6F9EB7021752}" type="presParOf" srcId="{7B72815A-25C9-4B16-A0DA-2D1D8039D003}" destId="{3DBC54C9-3EB4-43DE-85E0-E6E64FA44DC2}" srcOrd="3" destOrd="0" presId="urn:microsoft.com/office/officeart/2008/layout/LinedList"/>
    <dgm:cxn modelId="{6528F221-038B-42C8-B44F-F1B92C60380C}" type="presParOf" srcId="{3DBC54C9-3EB4-43DE-85E0-E6E64FA44DC2}" destId="{CE9472B1-4879-4FAA-9755-9E6D8902000E}" srcOrd="0" destOrd="0" presId="urn:microsoft.com/office/officeart/2008/layout/LinedList"/>
    <dgm:cxn modelId="{25AEE831-180E-44D1-B7CE-735A71E291F8}" type="presParOf" srcId="{3DBC54C9-3EB4-43DE-85E0-E6E64FA44DC2}" destId="{749C879B-FA6D-42AD-922C-B3E4B187B3EB}" srcOrd="1" destOrd="0" presId="urn:microsoft.com/office/officeart/2008/layout/LinedList"/>
    <dgm:cxn modelId="{50D6235C-4B43-4469-BB53-B90E865D37D2}" type="presParOf" srcId="{7B72815A-25C9-4B16-A0DA-2D1D8039D003}" destId="{A1633B93-6899-4D4E-A139-8F88FA816848}" srcOrd="4" destOrd="0" presId="urn:microsoft.com/office/officeart/2008/layout/LinedList"/>
    <dgm:cxn modelId="{C41DB041-589A-4C0C-A39D-E73A0F5221D0}" type="presParOf" srcId="{7B72815A-25C9-4B16-A0DA-2D1D8039D003}" destId="{E2F1DE6C-3537-45E5-A546-59CCB2B37D76}" srcOrd="5" destOrd="0" presId="urn:microsoft.com/office/officeart/2008/layout/LinedList"/>
    <dgm:cxn modelId="{1C4695AE-5E9E-48BF-9DB1-552CAE9340FA}" type="presParOf" srcId="{E2F1DE6C-3537-45E5-A546-59CCB2B37D76}" destId="{775DDAFE-DB38-4AF0-A35B-D0366CFD554D}" srcOrd="0" destOrd="0" presId="urn:microsoft.com/office/officeart/2008/layout/LinedList"/>
    <dgm:cxn modelId="{51D79CF0-BA00-4CFC-BD12-9D3C68455795}" type="presParOf" srcId="{E2F1DE6C-3537-45E5-A546-59CCB2B37D76}" destId="{6391D379-A187-4054-9DE3-1B165F92341C}" srcOrd="1" destOrd="0" presId="urn:microsoft.com/office/officeart/2008/layout/LinedList"/>
    <dgm:cxn modelId="{D756CAC2-9F61-47BB-B589-34612A8909DA}" type="presParOf" srcId="{7B72815A-25C9-4B16-A0DA-2D1D8039D003}" destId="{1BF7F920-D75D-4F6B-89EC-3DCFEE4EE1BC}" srcOrd="6" destOrd="0" presId="urn:microsoft.com/office/officeart/2008/layout/LinedList"/>
    <dgm:cxn modelId="{0FFF17CF-5048-4EC8-8D6C-F98451D84A5F}" type="presParOf" srcId="{7B72815A-25C9-4B16-A0DA-2D1D8039D003}" destId="{761ABDAD-C059-4477-9925-1424799ADA10}" srcOrd="7" destOrd="0" presId="urn:microsoft.com/office/officeart/2008/layout/LinedList"/>
    <dgm:cxn modelId="{1B22ACB5-01B1-4647-8362-8D09D20BB048}" type="presParOf" srcId="{761ABDAD-C059-4477-9925-1424799ADA10}" destId="{E2441A25-A218-4C03-B42B-A1BB2CCACE98}" srcOrd="0" destOrd="0" presId="urn:microsoft.com/office/officeart/2008/layout/LinedList"/>
    <dgm:cxn modelId="{5A6A7C90-C159-447A-924C-68B993FD48BC}" type="presParOf" srcId="{761ABDAD-C059-4477-9925-1424799ADA10}" destId="{AD5E0ED1-3EC3-4A9F-BDF7-B3F38DB87191}" srcOrd="1" destOrd="0" presId="urn:microsoft.com/office/officeart/2008/layout/LinedList"/>
    <dgm:cxn modelId="{4A0ADFEC-62F1-4093-992A-59C00D5BD0B5}" type="presParOf" srcId="{7B72815A-25C9-4B16-A0DA-2D1D8039D003}" destId="{07750E06-1E62-4484-AE4A-EB508DB9BC0B}" srcOrd="8" destOrd="0" presId="urn:microsoft.com/office/officeart/2008/layout/LinedList"/>
    <dgm:cxn modelId="{4EECCB6A-B3A6-45DE-8F49-456571EA1E29}" type="presParOf" srcId="{7B72815A-25C9-4B16-A0DA-2D1D8039D003}" destId="{B0821BFE-9204-4CC1-B466-CAC0181A99BD}" srcOrd="9" destOrd="0" presId="urn:microsoft.com/office/officeart/2008/layout/LinedList"/>
    <dgm:cxn modelId="{0A6FC9F6-2994-4FC4-B347-8B92CD0BE97D}" type="presParOf" srcId="{B0821BFE-9204-4CC1-B466-CAC0181A99BD}" destId="{F5EEB3BE-0CBB-414D-859F-7FE849285A90}" srcOrd="0" destOrd="0" presId="urn:microsoft.com/office/officeart/2008/layout/LinedList"/>
    <dgm:cxn modelId="{BCF8A541-B661-464F-B314-380FFE446E7B}" type="presParOf" srcId="{B0821BFE-9204-4CC1-B466-CAC0181A99BD}" destId="{ED236C08-572C-4C26-801E-A56A2AA83A58}" srcOrd="1" destOrd="0" presId="urn:microsoft.com/office/officeart/2008/layout/LinedList"/>
    <dgm:cxn modelId="{7F8BE2A5-8E3C-4D0F-8C4F-5B7B287AA583}" type="presParOf" srcId="{7B72815A-25C9-4B16-A0DA-2D1D8039D003}" destId="{89A651BD-FCEA-49D6-A04A-FC22551A9D92}" srcOrd="10" destOrd="0" presId="urn:microsoft.com/office/officeart/2008/layout/LinedList"/>
    <dgm:cxn modelId="{44BB9019-383B-4D9B-9E69-C09637E4F497}" type="presParOf" srcId="{7B72815A-25C9-4B16-A0DA-2D1D8039D003}" destId="{59C8A08D-B0E4-4FE4-942C-8E0C45B03906}" srcOrd="11" destOrd="0" presId="urn:microsoft.com/office/officeart/2008/layout/LinedList"/>
    <dgm:cxn modelId="{27301D46-3024-4A18-A618-09DD855E0D41}" type="presParOf" srcId="{59C8A08D-B0E4-4FE4-942C-8E0C45B03906}" destId="{E8AC2093-990D-47E2-87F1-6723BFC08A1F}" srcOrd="0" destOrd="0" presId="urn:microsoft.com/office/officeart/2008/layout/LinedList"/>
    <dgm:cxn modelId="{29C92F0D-F567-43C5-A0E3-E085DDFDB0A5}" type="presParOf" srcId="{59C8A08D-B0E4-4FE4-942C-8E0C45B03906}" destId="{EC107016-CD58-4261-B73D-3538B9E236E8}" srcOrd="1" destOrd="0" presId="urn:microsoft.com/office/officeart/2008/layout/LinedList"/>
    <dgm:cxn modelId="{5B978DE8-379E-4523-9A38-80DD12DAE499}" type="presParOf" srcId="{7B72815A-25C9-4B16-A0DA-2D1D8039D003}" destId="{B1B60599-4F23-4043-8562-E8C00EBEDE21}" srcOrd="12" destOrd="0" presId="urn:microsoft.com/office/officeart/2008/layout/LinedList"/>
    <dgm:cxn modelId="{B069A1D1-CB9B-4D18-9263-3A36566A8DC8}" type="presParOf" srcId="{7B72815A-25C9-4B16-A0DA-2D1D8039D003}" destId="{81689A92-5BEA-46C5-BAC1-F18A54B0749B}" srcOrd="13" destOrd="0" presId="urn:microsoft.com/office/officeart/2008/layout/LinedList"/>
    <dgm:cxn modelId="{64514564-3BC5-488B-8744-DA5290C93207}" type="presParOf" srcId="{81689A92-5BEA-46C5-BAC1-F18A54B0749B}" destId="{DC6FA485-CE03-4AFA-A6D7-7C4B7F4F057C}" srcOrd="0" destOrd="0" presId="urn:microsoft.com/office/officeart/2008/layout/LinedList"/>
    <dgm:cxn modelId="{6E2CCA63-E070-46E8-A126-02B785CF1A54}" type="presParOf" srcId="{81689A92-5BEA-46C5-BAC1-F18A54B0749B}" destId="{AB8905D6-8FA4-4B89-87EB-242C6625A0F6}"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2868597-27CE-4057-A664-D2B69F2B8914}" type="doc">
      <dgm:prSet loTypeId="urn:microsoft.com/office/officeart/2018/5/layout/IconLeafLabelList" loCatId="icon" qsTypeId="urn:microsoft.com/office/officeart/2005/8/quickstyle/simple1" qsCatId="simple" csTypeId="urn:microsoft.com/office/officeart/2005/8/colors/accent2_2" csCatId="accent2" phldr="1"/>
      <dgm:spPr/>
      <dgm:t>
        <a:bodyPr/>
        <a:lstStyle/>
        <a:p>
          <a:endParaRPr lang="en-US"/>
        </a:p>
      </dgm:t>
    </dgm:pt>
    <dgm:pt modelId="{A7F29716-0E94-4E79-8E67-AD547E07FF4C}">
      <dgm:prSet/>
      <dgm:spPr/>
      <dgm:t>
        <a:bodyPr/>
        <a:lstStyle/>
        <a:p>
          <a:pPr>
            <a:lnSpc>
              <a:spcPct val="100000"/>
            </a:lnSpc>
            <a:defRPr cap="all"/>
          </a:pPr>
          <a:r>
            <a:rPr lang="en-US"/>
            <a:t>Wires can potentially be exposed to water</a:t>
          </a:r>
        </a:p>
      </dgm:t>
    </dgm:pt>
    <dgm:pt modelId="{ED6C0D9C-A5CC-4242-9529-63493E4BB91F}" type="parTrans" cxnId="{39454CE9-B374-4A24-B695-E43945A30E5E}">
      <dgm:prSet/>
      <dgm:spPr/>
      <dgm:t>
        <a:bodyPr/>
        <a:lstStyle/>
        <a:p>
          <a:endParaRPr lang="en-US"/>
        </a:p>
      </dgm:t>
    </dgm:pt>
    <dgm:pt modelId="{1EB10606-24A2-4642-942F-E7B074F2E418}" type="sibTrans" cxnId="{39454CE9-B374-4A24-B695-E43945A30E5E}">
      <dgm:prSet/>
      <dgm:spPr/>
      <dgm:t>
        <a:bodyPr/>
        <a:lstStyle/>
        <a:p>
          <a:endParaRPr lang="en-US"/>
        </a:p>
      </dgm:t>
    </dgm:pt>
    <dgm:pt modelId="{F8C8E872-5B80-4070-88B3-E1E156B20ACB}">
      <dgm:prSet/>
      <dgm:spPr/>
      <dgm:t>
        <a:bodyPr/>
        <a:lstStyle/>
        <a:p>
          <a:pPr>
            <a:lnSpc>
              <a:spcPct val="100000"/>
            </a:lnSpc>
            <a:defRPr cap="all"/>
          </a:pPr>
          <a:r>
            <a:rPr lang="en-US"/>
            <a:t>Distillation and bottom product will be at a high temperature. Heat gloves are needed</a:t>
          </a:r>
        </a:p>
      </dgm:t>
    </dgm:pt>
    <dgm:pt modelId="{4744EF12-3491-416F-B5A9-CFB9CCF54C9D}" type="parTrans" cxnId="{A4A89EEF-3FD7-4A81-A7A6-73B131964E38}">
      <dgm:prSet/>
      <dgm:spPr/>
      <dgm:t>
        <a:bodyPr/>
        <a:lstStyle/>
        <a:p>
          <a:endParaRPr lang="en-US"/>
        </a:p>
      </dgm:t>
    </dgm:pt>
    <dgm:pt modelId="{37BB24AC-C05B-40B3-95DC-E5552F1A3E41}" type="sibTrans" cxnId="{A4A89EEF-3FD7-4A81-A7A6-73B131964E38}">
      <dgm:prSet/>
      <dgm:spPr/>
      <dgm:t>
        <a:bodyPr/>
        <a:lstStyle/>
        <a:p>
          <a:endParaRPr lang="en-US"/>
        </a:p>
      </dgm:t>
    </dgm:pt>
    <dgm:pt modelId="{4227526B-2F26-4DC9-9E10-78B866742888}">
      <dgm:prSet/>
      <dgm:spPr/>
      <dgm:t>
        <a:bodyPr/>
        <a:lstStyle/>
        <a:p>
          <a:pPr>
            <a:lnSpc>
              <a:spcPct val="100000"/>
            </a:lnSpc>
            <a:defRPr cap="all"/>
          </a:pPr>
          <a:r>
            <a:rPr lang="en-US"/>
            <a:t>Ethanol is toxic, and flammable. Must be handled in fume hood</a:t>
          </a:r>
        </a:p>
      </dgm:t>
    </dgm:pt>
    <dgm:pt modelId="{ABAF0DB5-7754-4A3B-BC89-96F3B5F49B40}" type="parTrans" cxnId="{598EEF72-EA56-46AB-B96C-AA16BE92F273}">
      <dgm:prSet/>
      <dgm:spPr/>
      <dgm:t>
        <a:bodyPr/>
        <a:lstStyle/>
        <a:p>
          <a:endParaRPr lang="en-US"/>
        </a:p>
      </dgm:t>
    </dgm:pt>
    <dgm:pt modelId="{873A223A-2B5E-4CF2-83EC-82F29CC9C65E}" type="sibTrans" cxnId="{598EEF72-EA56-46AB-B96C-AA16BE92F273}">
      <dgm:prSet/>
      <dgm:spPr/>
      <dgm:t>
        <a:bodyPr/>
        <a:lstStyle/>
        <a:p>
          <a:endParaRPr lang="en-US"/>
        </a:p>
      </dgm:t>
    </dgm:pt>
    <dgm:pt modelId="{D2354BA2-75E7-4549-A43E-38CE9AF3FACE}" type="pres">
      <dgm:prSet presAssocID="{32868597-27CE-4057-A664-D2B69F2B8914}" presName="root" presStyleCnt="0">
        <dgm:presLayoutVars>
          <dgm:dir/>
          <dgm:resizeHandles val="exact"/>
        </dgm:presLayoutVars>
      </dgm:prSet>
      <dgm:spPr/>
    </dgm:pt>
    <dgm:pt modelId="{2220A7A0-52A4-4557-978F-00444C98C2CE}" type="pres">
      <dgm:prSet presAssocID="{A7F29716-0E94-4E79-8E67-AD547E07FF4C}" presName="compNode" presStyleCnt="0"/>
      <dgm:spPr/>
    </dgm:pt>
    <dgm:pt modelId="{7EEAFBA4-D0F1-421C-8DDB-811D3E8D4450}" type="pres">
      <dgm:prSet presAssocID="{A7F29716-0E94-4E79-8E67-AD547E07FF4C}" presName="iconBgRect" presStyleLbl="bgShp" presStyleIdx="0" presStyleCnt="3"/>
      <dgm:spPr>
        <a:prstGeom prst="round2DiagRect">
          <a:avLst>
            <a:gd name="adj1" fmla="val 29727"/>
            <a:gd name="adj2" fmla="val 0"/>
          </a:avLst>
        </a:prstGeom>
      </dgm:spPr>
    </dgm:pt>
    <dgm:pt modelId="{4D85BABA-6F2F-4845-9416-593087339833}" type="pres">
      <dgm:prSet presAssocID="{A7F29716-0E94-4E79-8E67-AD547E07FF4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arning"/>
        </a:ext>
      </dgm:extLst>
    </dgm:pt>
    <dgm:pt modelId="{408751D0-F24E-4B36-9EB7-BBE2F43AF17B}" type="pres">
      <dgm:prSet presAssocID="{A7F29716-0E94-4E79-8E67-AD547E07FF4C}" presName="spaceRect" presStyleCnt="0"/>
      <dgm:spPr/>
    </dgm:pt>
    <dgm:pt modelId="{60DA937F-B98B-4A87-A796-B96BAF3A4D61}" type="pres">
      <dgm:prSet presAssocID="{A7F29716-0E94-4E79-8E67-AD547E07FF4C}" presName="textRect" presStyleLbl="revTx" presStyleIdx="0" presStyleCnt="3">
        <dgm:presLayoutVars>
          <dgm:chMax val="1"/>
          <dgm:chPref val="1"/>
        </dgm:presLayoutVars>
      </dgm:prSet>
      <dgm:spPr/>
    </dgm:pt>
    <dgm:pt modelId="{67790B4E-2756-467A-B2DB-86BB37B71EB3}" type="pres">
      <dgm:prSet presAssocID="{1EB10606-24A2-4642-942F-E7B074F2E418}" presName="sibTrans" presStyleCnt="0"/>
      <dgm:spPr/>
    </dgm:pt>
    <dgm:pt modelId="{318D6BD7-15B1-46E5-8BD8-17C840CBFFB8}" type="pres">
      <dgm:prSet presAssocID="{F8C8E872-5B80-4070-88B3-E1E156B20ACB}" presName="compNode" presStyleCnt="0"/>
      <dgm:spPr/>
    </dgm:pt>
    <dgm:pt modelId="{789FD755-4F8E-4B8A-A040-0A2FC0EEC4EC}" type="pres">
      <dgm:prSet presAssocID="{F8C8E872-5B80-4070-88B3-E1E156B20ACB}" presName="iconBgRect" presStyleLbl="bgShp" presStyleIdx="1" presStyleCnt="3"/>
      <dgm:spPr>
        <a:prstGeom prst="round2DiagRect">
          <a:avLst>
            <a:gd name="adj1" fmla="val 29727"/>
            <a:gd name="adj2" fmla="val 0"/>
          </a:avLst>
        </a:prstGeom>
      </dgm:spPr>
    </dgm:pt>
    <dgm:pt modelId="{8A18196A-4619-4F55-A97C-EE34B5BD2C80}" type="pres">
      <dgm:prSet presAssocID="{F8C8E872-5B80-4070-88B3-E1E156B20ACB}" presName="iconRect" presStyleLbl="node1" presStyleIdx="1" presStyleCnt="3"/>
      <dgm:spPr>
        <a:blipFill rotWithShape="1">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pt>
    <dgm:pt modelId="{CB474DDF-EC46-49B7-89FC-AEF3A3D0A847}" type="pres">
      <dgm:prSet presAssocID="{F8C8E872-5B80-4070-88B3-E1E156B20ACB}" presName="spaceRect" presStyleCnt="0"/>
      <dgm:spPr/>
    </dgm:pt>
    <dgm:pt modelId="{B441D937-FE10-4AD2-B0B9-447B3E958FCF}" type="pres">
      <dgm:prSet presAssocID="{F8C8E872-5B80-4070-88B3-E1E156B20ACB}" presName="textRect" presStyleLbl="revTx" presStyleIdx="1" presStyleCnt="3">
        <dgm:presLayoutVars>
          <dgm:chMax val="1"/>
          <dgm:chPref val="1"/>
        </dgm:presLayoutVars>
      </dgm:prSet>
      <dgm:spPr/>
    </dgm:pt>
    <dgm:pt modelId="{952D570A-4D5D-442C-B328-1F7390B29BE2}" type="pres">
      <dgm:prSet presAssocID="{37BB24AC-C05B-40B3-95DC-E5552F1A3E41}" presName="sibTrans" presStyleCnt="0"/>
      <dgm:spPr/>
    </dgm:pt>
    <dgm:pt modelId="{4C22A6BA-4D32-4551-B1AC-2FB6ECD13DA7}" type="pres">
      <dgm:prSet presAssocID="{4227526B-2F26-4DC9-9E10-78B866742888}" presName="compNode" presStyleCnt="0"/>
      <dgm:spPr/>
    </dgm:pt>
    <dgm:pt modelId="{EDE5280B-C3DF-4D43-A327-A652E10EDCFE}" type="pres">
      <dgm:prSet presAssocID="{4227526B-2F26-4DC9-9E10-78B866742888}" presName="iconBgRect" presStyleLbl="bgShp" presStyleIdx="2" presStyleCnt="3"/>
      <dgm:spPr>
        <a:prstGeom prst="round2DiagRect">
          <a:avLst>
            <a:gd name="adj1" fmla="val 29727"/>
            <a:gd name="adj2" fmla="val 0"/>
          </a:avLst>
        </a:prstGeom>
      </dgm:spPr>
    </dgm:pt>
    <dgm:pt modelId="{F773ADBF-F247-4293-A149-14E58CAA71BA}" type="pres">
      <dgm:prSet presAssocID="{4227526B-2F26-4DC9-9E10-78B866742888}"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Flammable"/>
        </a:ext>
      </dgm:extLst>
    </dgm:pt>
    <dgm:pt modelId="{3041EBAD-7B04-48A6-9744-BD59DC33CC33}" type="pres">
      <dgm:prSet presAssocID="{4227526B-2F26-4DC9-9E10-78B866742888}" presName="spaceRect" presStyleCnt="0"/>
      <dgm:spPr/>
    </dgm:pt>
    <dgm:pt modelId="{A9888935-371C-487E-BE95-2B815252F3F5}" type="pres">
      <dgm:prSet presAssocID="{4227526B-2F26-4DC9-9E10-78B866742888}" presName="textRect" presStyleLbl="revTx" presStyleIdx="2" presStyleCnt="3">
        <dgm:presLayoutVars>
          <dgm:chMax val="1"/>
          <dgm:chPref val="1"/>
        </dgm:presLayoutVars>
      </dgm:prSet>
      <dgm:spPr/>
    </dgm:pt>
  </dgm:ptLst>
  <dgm:cxnLst>
    <dgm:cxn modelId="{0BA1AB4F-B93D-409F-88EC-D35857CBB7B1}" type="presOf" srcId="{A7F29716-0E94-4E79-8E67-AD547E07FF4C}" destId="{60DA937F-B98B-4A87-A796-B96BAF3A4D61}" srcOrd="0" destOrd="0" presId="urn:microsoft.com/office/officeart/2018/5/layout/IconLeafLabelList"/>
    <dgm:cxn modelId="{598EEF72-EA56-46AB-B96C-AA16BE92F273}" srcId="{32868597-27CE-4057-A664-D2B69F2B8914}" destId="{4227526B-2F26-4DC9-9E10-78B866742888}" srcOrd="2" destOrd="0" parTransId="{ABAF0DB5-7754-4A3B-BC89-96F3B5F49B40}" sibTransId="{873A223A-2B5E-4CF2-83EC-82F29CC9C65E}"/>
    <dgm:cxn modelId="{FF2CB478-C48B-476E-B358-61991A731EAC}" type="presOf" srcId="{4227526B-2F26-4DC9-9E10-78B866742888}" destId="{A9888935-371C-487E-BE95-2B815252F3F5}" srcOrd="0" destOrd="0" presId="urn:microsoft.com/office/officeart/2018/5/layout/IconLeafLabelList"/>
    <dgm:cxn modelId="{C455D3E0-4806-4326-88FA-D01C76625A60}" type="presOf" srcId="{32868597-27CE-4057-A664-D2B69F2B8914}" destId="{D2354BA2-75E7-4549-A43E-38CE9AF3FACE}" srcOrd="0" destOrd="0" presId="urn:microsoft.com/office/officeart/2018/5/layout/IconLeafLabelList"/>
    <dgm:cxn modelId="{31118BE4-7D34-45ED-91E6-09AC0A12F364}" type="presOf" srcId="{F8C8E872-5B80-4070-88B3-E1E156B20ACB}" destId="{B441D937-FE10-4AD2-B0B9-447B3E958FCF}" srcOrd="0" destOrd="0" presId="urn:microsoft.com/office/officeart/2018/5/layout/IconLeafLabelList"/>
    <dgm:cxn modelId="{39454CE9-B374-4A24-B695-E43945A30E5E}" srcId="{32868597-27CE-4057-A664-D2B69F2B8914}" destId="{A7F29716-0E94-4E79-8E67-AD547E07FF4C}" srcOrd="0" destOrd="0" parTransId="{ED6C0D9C-A5CC-4242-9529-63493E4BB91F}" sibTransId="{1EB10606-24A2-4642-942F-E7B074F2E418}"/>
    <dgm:cxn modelId="{A4A89EEF-3FD7-4A81-A7A6-73B131964E38}" srcId="{32868597-27CE-4057-A664-D2B69F2B8914}" destId="{F8C8E872-5B80-4070-88B3-E1E156B20ACB}" srcOrd="1" destOrd="0" parTransId="{4744EF12-3491-416F-B5A9-CFB9CCF54C9D}" sibTransId="{37BB24AC-C05B-40B3-95DC-E5552F1A3E41}"/>
    <dgm:cxn modelId="{7CB68597-59E5-4EAE-83A6-033B40B5C339}" type="presParOf" srcId="{D2354BA2-75E7-4549-A43E-38CE9AF3FACE}" destId="{2220A7A0-52A4-4557-978F-00444C98C2CE}" srcOrd="0" destOrd="0" presId="urn:microsoft.com/office/officeart/2018/5/layout/IconLeafLabelList"/>
    <dgm:cxn modelId="{D58466F9-CCF1-4F30-A79B-A197F3667AAE}" type="presParOf" srcId="{2220A7A0-52A4-4557-978F-00444C98C2CE}" destId="{7EEAFBA4-D0F1-421C-8DDB-811D3E8D4450}" srcOrd="0" destOrd="0" presId="urn:microsoft.com/office/officeart/2018/5/layout/IconLeafLabelList"/>
    <dgm:cxn modelId="{56BFF736-249C-46ED-A87A-C60E64217109}" type="presParOf" srcId="{2220A7A0-52A4-4557-978F-00444C98C2CE}" destId="{4D85BABA-6F2F-4845-9416-593087339833}" srcOrd="1" destOrd="0" presId="urn:microsoft.com/office/officeart/2018/5/layout/IconLeafLabelList"/>
    <dgm:cxn modelId="{39EB5A42-D1F6-4BCD-AC77-F738FFA5C24B}" type="presParOf" srcId="{2220A7A0-52A4-4557-978F-00444C98C2CE}" destId="{408751D0-F24E-4B36-9EB7-BBE2F43AF17B}" srcOrd="2" destOrd="0" presId="urn:microsoft.com/office/officeart/2018/5/layout/IconLeafLabelList"/>
    <dgm:cxn modelId="{44939BEB-CE1E-4FA7-9C75-C229EF380B95}" type="presParOf" srcId="{2220A7A0-52A4-4557-978F-00444C98C2CE}" destId="{60DA937F-B98B-4A87-A796-B96BAF3A4D61}" srcOrd="3" destOrd="0" presId="urn:microsoft.com/office/officeart/2018/5/layout/IconLeafLabelList"/>
    <dgm:cxn modelId="{9E93E828-3A8A-457C-BCA3-2CFA3517DCE4}" type="presParOf" srcId="{D2354BA2-75E7-4549-A43E-38CE9AF3FACE}" destId="{67790B4E-2756-467A-B2DB-86BB37B71EB3}" srcOrd="1" destOrd="0" presId="urn:microsoft.com/office/officeart/2018/5/layout/IconLeafLabelList"/>
    <dgm:cxn modelId="{00FEE305-66CC-4AEE-AA26-15054291B4DF}" type="presParOf" srcId="{D2354BA2-75E7-4549-A43E-38CE9AF3FACE}" destId="{318D6BD7-15B1-46E5-8BD8-17C840CBFFB8}" srcOrd="2" destOrd="0" presId="urn:microsoft.com/office/officeart/2018/5/layout/IconLeafLabelList"/>
    <dgm:cxn modelId="{E6F64709-C7CE-4938-B50C-27408D3CFA7F}" type="presParOf" srcId="{318D6BD7-15B1-46E5-8BD8-17C840CBFFB8}" destId="{789FD755-4F8E-4B8A-A040-0A2FC0EEC4EC}" srcOrd="0" destOrd="0" presId="urn:microsoft.com/office/officeart/2018/5/layout/IconLeafLabelList"/>
    <dgm:cxn modelId="{E15CA18E-41A6-43A5-95D7-904C45AF6000}" type="presParOf" srcId="{318D6BD7-15B1-46E5-8BD8-17C840CBFFB8}" destId="{8A18196A-4619-4F55-A97C-EE34B5BD2C80}" srcOrd="1" destOrd="0" presId="urn:microsoft.com/office/officeart/2018/5/layout/IconLeafLabelList"/>
    <dgm:cxn modelId="{90B036BD-E9E2-44EA-AD89-26ED343FCFED}" type="presParOf" srcId="{318D6BD7-15B1-46E5-8BD8-17C840CBFFB8}" destId="{CB474DDF-EC46-49B7-89FC-AEF3A3D0A847}" srcOrd="2" destOrd="0" presId="urn:microsoft.com/office/officeart/2018/5/layout/IconLeafLabelList"/>
    <dgm:cxn modelId="{F02BA8F0-8F5D-474F-929B-6B08F5432D35}" type="presParOf" srcId="{318D6BD7-15B1-46E5-8BD8-17C840CBFFB8}" destId="{B441D937-FE10-4AD2-B0B9-447B3E958FCF}" srcOrd="3" destOrd="0" presId="urn:microsoft.com/office/officeart/2018/5/layout/IconLeafLabelList"/>
    <dgm:cxn modelId="{99C324DE-1EAC-4F1E-B3E3-61F53D46E8A1}" type="presParOf" srcId="{D2354BA2-75E7-4549-A43E-38CE9AF3FACE}" destId="{952D570A-4D5D-442C-B328-1F7390B29BE2}" srcOrd="3" destOrd="0" presId="urn:microsoft.com/office/officeart/2018/5/layout/IconLeafLabelList"/>
    <dgm:cxn modelId="{7082A448-F367-4FAB-A7FD-26A71439FCE6}" type="presParOf" srcId="{D2354BA2-75E7-4549-A43E-38CE9AF3FACE}" destId="{4C22A6BA-4D32-4551-B1AC-2FB6ECD13DA7}" srcOrd="4" destOrd="0" presId="urn:microsoft.com/office/officeart/2018/5/layout/IconLeafLabelList"/>
    <dgm:cxn modelId="{5413F719-022A-4946-929B-7C2C2CC589A0}" type="presParOf" srcId="{4C22A6BA-4D32-4551-B1AC-2FB6ECD13DA7}" destId="{EDE5280B-C3DF-4D43-A327-A652E10EDCFE}" srcOrd="0" destOrd="0" presId="urn:microsoft.com/office/officeart/2018/5/layout/IconLeafLabelList"/>
    <dgm:cxn modelId="{2EB3DF39-6FA4-4F38-A854-BB565654C51E}" type="presParOf" srcId="{4C22A6BA-4D32-4551-B1AC-2FB6ECD13DA7}" destId="{F773ADBF-F247-4293-A149-14E58CAA71BA}" srcOrd="1" destOrd="0" presId="urn:microsoft.com/office/officeart/2018/5/layout/IconLeafLabelList"/>
    <dgm:cxn modelId="{16C94EF2-6241-430E-AA15-448FB66985F1}" type="presParOf" srcId="{4C22A6BA-4D32-4551-B1AC-2FB6ECD13DA7}" destId="{3041EBAD-7B04-48A6-9744-BD59DC33CC33}" srcOrd="2" destOrd="0" presId="urn:microsoft.com/office/officeart/2018/5/layout/IconLeafLabelList"/>
    <dgm:cxn modelId="{EDD73564-BF39-40E7-91AF-206591B70F15}" type="presParOf" srcId="{4C22A6BA-4D32-4551-B1AC-2FB6ECD13DA7}" destId="{A9888935-371C-487E-BE95-2B815252F3F5}"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021892D-E54C-43FB-A6F7-A5F140137F6F}" type="doc">
      <dgm:prSet loTypeId="urn:microsoft.com/office/officeart/2018/5/layout/IconLeafLabelList" loCatId="icon" qsTypeId="urn:microsoft.com/office/officeart/2005/8/quickstyle/simple1" qsCatId="simple" csTypeId="urn:microsoft.com/office/officeart/2005/8/colors/accent2_2" csCatId="accent2" phldr="1"/>
      <dgm:spPr/>
      <dgm:t>
        <a:bodyPr/>
        <a:lstStyle/>
        <a:p>
          <a:endParaRPr lang="en-US"/>
        </a:p>
      </dgm:t>
    </dgm:pt>
    <dgm:pt modelId="{1ACECAF5-9ADD-4AAE-AF1D-304AA32AAE58}">
      <dgm:prSet/>
      <dgm:spPr/>
      <dgm:t>
        <a:bodyPr/>
        <a:lstStyle/>
        <a:p>
          <a:pPr>
            <a:defRPr cap="all"/>
          </a:pPr>
          <a:r>
            <a:rPr lang="en-US" b="1"/>
            <a:t>Ensure that valve of reboiler tank is closed before adding the liquid mixture</a:t>
          </a:r>
        </a:p>
      </dgm:t>
    </dgm:pt>
    <dgm:pt modelId="{0B1C12EC-9997-4313-8AD9-8B67A20F7466}" type="parTrans" cxnId="{3F1A306E-7D25-4517-A1B5-54559224EB10}">
      <dgm:prSet/>
      <dgm:spPr/>
      <dgm:t>
        <a:bodyPr/>
        <a:lstStyle/>
        <a:p>
          <a:endParaRPr lang="en-US"/>
        </a:p>
      </dgm:t>
    </dgm:pt>
    <dgm:pt modelId="{117F3516-84C5-42CB-96F2-FBF343FA6BBB}" type="sibTrans" cxnId="{3F1A306E-7D25-4517-A1B5-54559224EB10}">
      <dgm:prSet/>
      <dgm:spPr/>
      <dgm:t>
        <a:bodyPr/>
        <a:lstStyle/>
        <a:p>
          <a:endParaRPr lang="en-US"/>
        </a:p>
      </dgm:t>
    </dgm:pt>
    <dgm:pt modelId="{D4212B3D-128B-45D8-AC4C-634B06D4C2E4}">
      <dgm:prSet/>
      <dgm:spPr/>
      <dgm:t>
        <a:bodyPr/>
        <a:lstStyle/>
        <a:p>
          <a:pPr>
            <a:defRPr cap="all"/>
          </a:pPr>
          <a:r>
            <a:rPr lang="en-US" b="1"/>
            <a:t>Experiment is time consuming. Arrive early</a:t>
          </a:r>
        </a:p>
      </dgm:t>
    </dgm:pt>
    <dgm:pt modelId="{005F0FA4-A81E-4D27-B4EF-EE7AE0C4A095}" type="parTrans" cxnId="{3DDE97D4-2D98-49B4-BB55-9DE211D9FC0C}">
      <dgm:prSet/>
      <dgm:spPr/>
      <dgm:t>
        <a:bodyPr/>
        <a:lstStyle/>
        <a:p>
          <a:endParaRPr lang="en-US"/>
        </a:p>
      </dgm:t>
    </dgm:pt>
    <dgm:pt modelId="{7BCD0B53-F25F-4162-8D3D-BE82881EA396}" type="sibTrans" cxnId="{3DDE97D4-2D98-49B4-BB55-9DE211D9FC0C}">
      <dgm:prSet/>
      <dgm:spPr/>
      <dgm:t>
        <a:bodyPr/>
        <a:lstStyle/>
        <a:p>
          <a:endParaRPr lang="en-US"/>
        </a:p>
      </dgm:t>
    </dgm:pt>
    <dgm:pt modelId="{12D256DF-7E93-4480-B63E-23CC1D2D8A27}">
      <dgm:prSet/>
      <dgm:spPr/>
      <dgm:t>
        <a:bodyPr/>
        <a:lstStyle/>
        <a:p>
          <a:pPr>
            <a:defRPr cap="all"/>
          </a:pPr>
          <a:r>
            <a:rPr lang="en-US" b="1"/>
            <a:t>When measuring Pressure open valve V6 first and then V7 to prevent steam from entering the manometer.</a:t>
          </a:r>
        </a:p>
      </dgm:t>
    </dgm:pt>
    <dgm:pt modelId="{F06DA657-9999-4AD6-8CF7-3CE219D78041}" type="parTrans" cxnId="{949F9046-4FBF-4646-B010-7D8FD3E65518}">
      <dgm:prSet/>
      <dgm:spPr/>
      <dgm:t>
        <a:bodyPr/>
        <a:lstStyle/>
        <a:p>
          <a:endParaRPr lang="en-US"/>
        </a:p>
      </dgm:t>
    </dgm:pt>
    <dgm:pt modelId="{E3F3CBEE-EE9F-4465-A7F2-83170BC30763}" type="sibTrans" cxnId="{949F9046-4FBF-4646-B010-7D8FD3E65518}">
      <dgm:prSet/>
      <dgm:spPr/>
      <dgm:t>
        <a:bodyPr/>
        <a:lstStyle/>
        <a:p>
          <a:endParaRPr lang="en-US"/>
        </a:p>
      </dgm:t>
    </dgm:pt>
    <dgm:pt modelId="{BE314C18-BA5E-448D-B22B-95BE9AECBDB1}">
      <dgm:prSet/>
      <dgm:spPr/>
      <dgm:t>
        <a:bodyPr/>
        <a:lstStyle/>
        <a:p>
          <a:pPr>
            <a:defRPr cap="all"/>
          </a:pPr>
          <a:r>
            <a:rPr lang="en-US" b="1"/>
            <a:t>Do a trial run before starting the actual experiment</a:t>
          </a:r>
        </a:p>
      </dgm:t>
    </dgm:pt>
    <dgm:pt modelId="{8606F93E-1202-4E47-8080-02FE5B6C4C97}" type="parTrans" cxnId="{F05A86E4-DECC-422D-A87C-F7D8BE8CFDA3}">
      <dgm:prSet/>
      <dgm:spPr/>
      <dgm:t>
        <a:bodyPr/>
        <a:lstStyle/>
        <a:p>
          <a:endParaRPr lang="en-US"/>
        </a:p>
      </dgm:t>
    </dgm:pt>
    <dgm:pt modelId="{904ED112-86D3-4ECC-80AB-D4A2CFDEC141}" type="sibTrans" cxnId="{F05A86E4-DECC-422D-A87C-F7D8BE8CFDA3}">
      <dgm:prSet/>
      <dgm:spPr/>
      <dgm:t>
        <a:bodyPr/>
        <a:lstStyle/>
        <a:p>
          <a:endParaRPr lang="en-US"/>
        </a:p>
      </dgm:t>
    </dgm:pt>
    <dgm:pt modelId="{C9CAC79E-7441-42CA-B76A-3B9DE0FFE3F7}" type="pres">
      <dgm:prSet presAssocID="{F021892D-E54C-43FB-A6F7-A5F140137F6F}" presName="root" presStyleCnt="0">
        <dgm:presLayoutVars>
          <dgm:dir/>
          <dgm:resizeHandles val="exact"/>
        </dgm:presLayoutVars>
      </dgm:prSet>
      <dgm:spPr/>
    </dgm:pt>
    <dgm:pt modelId="{B2C881F5-64DA-430B-8F0B-51EA91966A67}" type="pres">
      <dgm:prSet presAssocID="{1ACECAF5-9ADD-4AAE-AF1D-304AA32AAE58}" presName="compNode" presStyleCnt="0"/>
      <dgm:spPr/>
    </dgm:pt>
    <dgm:pt modelId="{A1940178-07B8-4B50-9639-A3032C275BDD}" type="pres">
      <dgm:prSet presAssocID="{1ACECAF5-9ADD-4AAE-AF1D-304AA32AAE58}" presName="iconBgRect" presStyleLbl="bgShp" presStyleIdx="0" presStyleCnt="4"/>
      <dgm:spPr>
        <a:prstGeom prst="round2DiagRect">
          <a:avLst>
            <a:gd name="adj1" fmla="val 29727"/>
            <a:gd name="adj2" fmla="val 0"/>
          </a:avLst>
        </a:prstGeom>
      </dgm:spPr>
    </dgm:pt>
    <dgm:pt modelId="{79301CFD-FBCB-4D2B-91B1-F5432CB260A4}" type="pres">
      <dgm:prSet presAssocID="{1ACECAF5-9ADD-4AAE-AF1D-304AA32AAE58}" presName="iconRect" presStyleLbl="node1" presStyleIdx="0" presStyleCnt="4"/>
      <dgm:spPr>
        <a:blipFill rotWithShape="1">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pt>
    <dgm:pt modelId="{B8049933-243F-4DEA-AFA0-F9D78CF1CB5E}" type="pres">
      <dgm:prSet presAssocID="{1ACECAF5-9ADD-4AAE-AF1D-304AA32AAE58}" presName="spaceRect" presStyleCnt="0"/>
      <dgm:spPr/>
    </dgm:pt>
    <dgm:pt modelId="{44B934EA-1A20-43F8-ACD6-2D9565B426C4}" type="pres">
      <dgm:prSet presAssocID="{1ACECAF5-9ADD-4AAE-AF1D-304AA32AAE58}" presName="textRect" presStyleLbl="revTx" presStyleIdx="0" presStyleCnt="4">
        <dgm:presLayoutVars>
          <dgm:chMax val="1"/>
          <dgm:chPref val="1"/>
        </dgm:presLayoutVars>
      </dgm:prSet>
      <dgm:spPr/>
    </dgm:pt>
    <dgm:pt modelId="{37285F23-7081-44A0-9AFD-D97E6A4A7597}" type="pres">
      <dgm:prSet presAssocID="{117F3516-84C5-42CB-96F2-FBF343FA6BBB}" presName="sibTrans" presStyleCnt="0"/>
      <dgm:spPr/>
    </dgm:pt>
    <dgm:pt modelId="{DC10EDEF-FADC-48D0-BC8A-2DBC9788157A}" type="pres">
      <dgm:prSet presAssocID="{D4212B3D-128B-45D8-AC4C-634B06D4C2E4}" presName="compNode" presStyleCnt="0"/>
      <dgm:spPr/>
    </dgm:pt>
    <dgm:pt modelId="{F76AC6B8-ED2B-494B-A8E9-B33BAE4C852F}" type="pres">
      <dgm:prSet presAssocID="{D4212B3D-128B-45D8-AC4C-634B06D4C2E4}" presName="iconBgRect" presStyleLbl="bgShp" presStyleIdx="1" presStyleCnt="4"/>
      <dgm:spPr>
        <a:prstGeom prst="round2DiagRect">
          <a:avLst>
            <a:gd name="adj1" fmla="val 29727"/>
            <a:gd name="adj2" fmla="val 0"/>
          </a:avLst>
        </a:prstGeom>
      </dgm:spPr>
    </dgm:pt>
    <dgm:pt modelId="{765869CD-0C14-428C-951E-8AA6334AC735}" type="pres">
      <dgm:prSet presAssocID="{D4212B3D-128B-45D8-AC4C-634B06D4C2E4}" presName="iconRect" presStyleLbl="node1" presStyleIdx="1" presStyleCnt="4"/>
      <dgm:spPr>
        <a:blipFill rotWithShape="1">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pt>
    <dgm:pt modelId="{90FC6DF4-B971-4C72-81A4-C495143E395C}" type="pres">
      <dgm:prSet presAssocID="{D4212B3D-128B-45D8-AC4C-634B06D4C2E4}" presName="spaceRect" presStyleCnt="0"/>
      <dgm:spPr/>
    </dgm:pt>
    <dgm:pt modelId="{69C2AE8F-E6F0-458E-AA1C-06FA56323184}" type="pres">
      <dgm:prSet presAssocID="{D4212B3D-128B-45D8-AC4C-634B06D4C2E4}" presName="textRect" presStyleLbl="revTx" presStyleIdx="1" presStyleCnt="4">
        <dgm:presLayoutVars>
          <dgm:chMax val="1"/>
          <dgm:chPref val="1"/>
        </dgm:presLayoutVars>
      </dgm:prSet>
      <dgm:spPr/>
    </dgm:pt>
    <dgm:pt modelId="{A8F4040A-E858-4A43-8012-F9853A5999B7}" type="pres">
      <dgm:prSet presAssocID="{7BCD0B53-F25F-4162-8D3D-BE82881EA396}" presName="sibTrans" presStyleCnt="0"/>
      <dgm:spPr/>
    </dgm:pt>
    <dgm:pt modelId="{77B8E0DF-C8C5-4C81-AD28-6A024AA726F8}" type="pres">
      <dgm:prSet presAssocID="{12D256DF-7E93-4480-B63E-23CC1D2D8A27}" presName="compNode" presStyleCnt="0"/>
      <dgm:spPr/>
    </dgm:pt>
    <dgm:pt modelId="{41391D85-26FD-489D-8E87-84A123821EEA}" type="pres">
      <dgm:prSet presAssocID="{12D256DF-7E93-4480-B63E-23CC1D2D8A27}" presName="iconBgRect" presStyleLbl="bgShp" presStyleIdx="2" presStyleCnt="4"/>
      <dgm:spPr>
        <a:prstGeom prst="round2DiagRect">
          <a:avLst>
            <a:gd name="adj1" fmla="val 29727"/>
            <a:gd name="adj2" fmla="val 0"/>
          </a:avLst>
        </a:prstGeom>
      </dgm:spPr>
    </dgm:pt>
    <dgm:pt modelId="{FFAA64FE-8CF4-403D-B772-AD46A02A7BD2}" type="pres">
      <dgm:prSet presAssocID="{12D256DF-7E93-4480-B63E-23CC1D2D8A27}" presName="iconRect" presStyleLbl="node1" presStyleIdx="2" presStyleCnt="4"/>
      <dgm:spPr>
        <a:blipFill rotWithShape="1">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dgm:spPr>
    </dgm:pt>
    <dgm:pt modelId="{F94F4006-F1F6-4EF9-B829-6F1B7BA37E84}" type="pres">
      <dgm:prSet presAssocID="{12D256DF-7E93-4480-B63E-23CC1D2D8A27}" presName="spaceRect" presStyleCnt="0"/>
      <dgm:spPr/>
    </dgm:pt>
    <dgm:pt modelId="{C943FC6E-C790-4D57-A184-2B0EC635EE7B}" type="pres">
      <dgm:prSet presAssocID="{12D256DF-7E93-4480-B63E-23CC1D2D8A27}" presName="textRect" presStyleLbl="revTx" presStyleIdx="2" presStyleCnt="4">
        <dgm:presLayoutVars>
          <dgm:chMax val="1"/>
          <dgm:chPref val="1"/>
        </dgm:presLayoutVars>
      </dgm:prSet>
      <dgm:spPr/>
    </dgm:pt>
    <dgm:pt modelId="{E01E38FF-E1E0-4B03-B47F-E5E18E570A74}" type="pres">
      <dgm:prSet presAssocID="{E3F3CBEE-EE9F-4465-A7F2-83170BC30763}" presName="sibTrans" presStyleCnt="0"/>
      <dgm:spPr/>
    </dgm:pt>
    <dgm:pt modelId="{7ED38F0D-F42F-4093-A3D6-4F3FE6477389}" type="pres">
      <dgm:prSet presAssocID="{BE314C18-BA5E-448D-B22B-95BE9AECBDB1}" presName="compNode" presStyleCnt="0"/>
      <dgm:spPr/>
    </dgm:pt>
    <dgm:pt modelId="{B2AB3253-58D6-4A1B-95CD-D7A66D04A737}" type="pres">
      <dgm:prSet presAssocID="{BE314C18-BA5E-448D-B22B-95BE9AECBDB1}" presName="iconBgRect" presStyleLbl="bgShp" presStyleIdx="3" presStyleCnt="4"/>
      <dgm:spPr>
        <a:prstGeom prst="round2DiagRect">
          <a:avLst>
            <a:gd name="adj1" fmla="val 29727"/>
            <a:gd name="adj2" fmla="val 0"/>
          </a:avLst>
        </a:prstGeom>
      </dgm:spPr>
    </dgm:pt>
    <dgm:pt modelId="{A65A2111-920A-4119-B8D8-0ACAE8AA2E50}" type="pres">
      <dgm:prSet presAssocID="{BE314C18-BA5E-448D-B22B-95BE9AECBDB1}"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Run"/>
        </a:ext>
      </dgm:extLst>
    </dgm:pt>
    <dgm:pt modelId="{A679479D-D110-4A7B-BC1E-40DBDCE7D76E}" type="pres">
      <dgm:prSet presAssocID="{BE314C18-BA5E-448D-B22B-95BE9AECBDB1}" presName="spaceRect" presStyleCnt="0"/>
      <dgm:spPr/>
    </dgm:pt>
    <dgm:pt modelId="{0D99DF6E-03C1-4CC3-961F-0A1E84CF4BB6}" type="pres">
      <dgm:prSet presAssocID="{BE314C18-BA5E-448D-B22B-95BE9AECBDB1}" presName="textRect" presStyleLbl="revTx" presStyleIdx="3" presStyleCnt="4">
        <dgm:presLayoutVars>
          <dgm:chMax val="1"/>
          <dgm:chPref val="1"/>
        </dgm:presLayoutVars>
      </dgm:prSet>
      <dgm:spPr/>
    </dgm:pt>
  </dgm:ptLst>
  <dgm:cxnLst>
    <dgm:cxn modelId="{E0A64B26-E586-4D5B-8C50-F5BD7D991F10}" type="presOf" srcId="{F021892D-E54C-43FB-A6F7-A5F140137F6F}" destId="{C9CAC79E-7441-42CA-B76A-3B9DE0FFE3F7}" srcOrd="0" destOrd="0" presId="urn:microsoft.com/office/officeart/2018/5/layout/IconLeafLabelList"/>
    <dgm:cxn modelId="{8173DB43-2D5A-4436-B105-30C6D686FB81}" type="presOf" srcId="{D4212B3D-128B-45D8-AC4C-634B06D4C2E4}" destId="{69C2AE8F-E6F0-458E-AA1C-06FA56323184}" srcOrd="0" destOrd="0" presId="urn:microsoft.com/office/officeart/2018/5/layout/IconLeafLabelList"/>
    <dgm:cxn modelId="{949F9046-4FBF-4646-B010-7D8FD3E65518}" srcId="{F021892D-E54C-43FB-A6F7-A5F140137F6F}" destId="{12D256DF-7E93-4480-B63E-23CC1D2D8A27}" srcOrd="2" destOrd="0" parTransId="{F06DA657-9999-4AD6-8CF7-3CE219D78041}" sibTransId="{E3F3CBEE-EE9F-4465-A7F2-83170BC30763}"/>
    <dgm:cxn modelId="{3F1A306E-7D25-4517-A1B5-54559224EB10}" srcId="{F021892D-E54C-43FB-A6F7-A5F140137F6F}" destId="{1ACECAF5-9ADD-4AAE-AF1D-304AA32AAE58}" srcOrd="0" destOrd="0" parTransId="{0B1C12EC-9997-4313-8AD9-8B67A20F7466}" sibTransId="{117F3516-84C5-42CB-96F2-FBF343FA6BBB}"/>
    <dgm:cxn modelId="{E21A1C70-61F4-4E94-AFB1-E20D480FFE8F}" type="presOf" srcId="{1ACECAF5-9ADD-4AAE-AF1D-304AA32AAE58}" destId="{44B934EA-1A20-43F8-ACD6-2D9565B426C4}" srcOrd="0" destOrd="0" presId="urn:microsoft.com/office/officeart/2018/5/layout/IconLeafLabelList"/>
    <dgm:cxn modelId="{D58CD591-F2F9-4B82-A3F4-CBFD83718E84}" type="presOf" srcId="{BE314C18-BA5E-448D-B22B-95BE9AECBDB1}" destId="{0D99DF6E-03C1-4CC3-961F-0A1E84CF4BB6}" srcOrd="0" destOrd="0" presId="urn:microsoft.com/office/officeart/2018/5/layout/IconLeafLabelList"/>
    <dgm:cxn modelId="{C28AEA98-EE7A-4DBF-BCEB-4BC9D8893178}" type="presOf" srcId="{12D256DF-7E93-4480-B63E-23CC1D2D8A27}" destId="{C943FC6E-C790-4D57-A184-2B0EC635EE7B}" srcOrd="0" destOrd="0" presId="urn:microsoft.com/office/officeart/2018/5/layout/IconLeafLabelList"/>
    <dgm:cxn modelId="{3DDE97D4-2D98-49B4-BB55-9DE211D9FC0C}" srcId="{F021892D-E54C-43FB-A6F7-A5F140137F6F}" destId="{D4212B3D-128B-45D8-AC4C-634B06D4C2E4}" srcOrd="1" destOrd="0" parTransId="{005F0FA4-A81E-4D27-B4EF-EE7AE0C4A095}" sibTransId="{7BCD0B53-F25F-4162-8D3D-BE82881EA396}"/>
    <dgm:cxn modelId="{F05A86E4-DECC-422D-A87C-F7D8BE8CFDA3}" srcId="{F021892D-E54C-43FB-A6F7-A5F140137F6F}" destId="{BE314C18-BA5E-448D-B22B-95BE9AECBDB1}" srcOrd="3" destOrd="0" parTransId="{8606F93E-1202-4E47-8080-02FE5B6C4C97}" sibTransId="{904ED112-86D3-4ECC-80AB-D4A2CFDEC141}"/>
    <dgm:cxn modelId="{9060AE6F-C4A7-4582-95E8-2DC9D74D7B3D}" type="presParOf" srcId="{C9CAC79E-7441-42CA-B76A-3B9DE0FFE3F7}" destId="{B2C881F5-64DA-430B-8F0B-51EA91966A67}" srcOrd="0" destOrd="0" presId="urn:microsoft.com/office/officeart/2018/5/layout/IconLeafLabelList"/>
    <dgm:cxn modelId="{120CD589-FCC8-41BF-A7B8-37D275F06C77}" type="presParOf" srcId="{B2C881F5-64DA-430B-8F0B-51EA91966A67}" destId="{A1940178-07B8-4B50-9639-A3032C275BDD}" srcOrd="0" destOrd="0" presId="urn:microsoft.com/office/officeart/2018/5/layout/IconLeafLabelList"/>
    <dgm:cxn modelId="{A947D123-9704-4F66-9CE9-EF3D02097606}" type="presParOf" srcId="{B2C881F5-64DA-430B-8F0B-51EA91966A67}" destId="{79301CFD-FBCB-4D2B-91B1-F5432CB260A4}" srcOrd="1" destOrd="0" presId="urn:microsoft.com/office/officeart/2018/5/layout/IconLeafLabelList"/>
    <dgm:cxn modelId="{A3D06546-FD65-48FA-8210-AAD6D2C5BB70}" type="presParOf" srcId="{B2C881F5-64DA-430B-8F0B-51EA91966A67}" destId="{B8049933-243F-4DEA-AFA0-F9D78CF1CB5E}" srcOrd="2" destOrd="0" presId="urn:microsoft.com/office/officeart/2018/5/layout/IconLeafLabelList"/>
    <dgm:cxn modelId="{A59F201C-2042-4C7D-B9E9-706C5661685A}" type="presParOf" srcId="{B2C881F5-64DA-430B-8F0B-51EA91966A67}" destId="{44B934EA-1A20-43F8-ACD6-2D9565B426C4}" srcOrd="3" destOrd="0" presId="urn:microsoft.com/office/officeart/2018/5/layout/IconLeafLabelList"/>
    <dgm:cxn modelId="{FE69298E-B853-4531-A65C-AD1EC4D8B4A5}" type="presParOf" srcId="{C9CAC79E-7441-42CA-B76A-3B9DE0FFE3F7}" destId="{37285F23-7081-44A0-9AFD-D97E6A4A7597}" srcOrd="1" destOrd="0" presId="urn:microsoft.com/office/officeart/2018/5/layout/IconLeafLabelList"/>
    <dgm:cxn modelId="{31768CE5-4B03-4262-B942-9967EA74100E}" type="presParOf" srcId="{C9CAC79E-7441-42CA-B76A-3B9DE0FFE3F7}" destId="{DC10EDEF-FADC-48D0-BC8A-2DBC9788157A}" srcOrd="2" destOrd="0" presId="urn:microsoft.com/office/officeart/2018/5/layout/IconLeafLabelList"/>
    <dgm:cxn modelId="{1C11C43D-A70B-473D-AD09-768D7AFEF44B}" type="presParOf" srcId="{DC10EDEF-FADC-48D0-BC8A-2DBC9788157A}" destId="{F76AC6B8-ED2B-494B-A8E9-B33BAE4C852F}" srcOrd="0" destOrd="0" presId="urn:microsoft.com/office/officeart/2018/5/layout/IconLeafLabelList"/>
    <dgm:cxn modelId="{F79E3EF0-9BEA-4D49-84F0-9D37C8C4514F}" type="presParOf" srcId="{DC10EDEF-FADC-48D0-BC8A-2DBC9788157A}" destId="{765869CD-0C14-428C-951E-8AA6334AC735}" srcOrd="1" destOrd="0" presId="urn:microsoft.com/office/officeart/2018/5/layout/IconLeafLabelList"/>
    <dgm:cxn modelId="{1AF57413-C0F4-4552-8BC7-5A21CB695FD9}" type="presParOf" srcId="{DC10EDEF-FADC-48D0-BC8A-2DBC9788157A}" destId="{90FC6DF4-B971-4C72-81A4-C495143E395C}" srcOrd="2" destOrd="0" presId="urn:microsoft.com/office/officeart/2018/5/layout/IconLeafLabelList"/>
    <dgm:cxn modelId="{6F6956DF-EE2A-487C-A0FC-7D67C90CECD5}" type="presParOf" srcId="{DC10EDEF-FADC-48D0-BC8A-2DBC9788157A}" destId="{69C2AE8F-E6F0-458E-AA1C-06FA56323184}" srcOrd="3" destOrd="0" presId="urn:microsoft.com/office/officeart/2018/5/layout/IconLeafLabelList"/>
    <dgm:cxn modelId="{28D7662F-0CA9-4094-BFF4-E50B342F913E}" type="presParOf" srcId="{C9CAC79E-7441-42CA-B76A-3B9DE0FFE3F7}" destId="{A8F4040A-E858-4A43-8012-F9853A5999B7}" srcOrd="3" destOrd="0" presId="urn:microsoft.com/office/officeart/2018/5/layout/IconLeafLabelList"/>
    <dgm:cxn modelId="{B452F55D-DCBE-49E2-A843-E53DC4B8CD3C}" type="presParOf" srcId="{C9CAC79E-7441-42CA-B76A-3B9DE0FFE3F7}" destId="{77B8E0DF-C8C5-4C81-AD28-6A024AA726F8}" srcOrd="4" destOrd="0" presId="urn:microsoft.com/office/officeart/2018/5/layout/IconLeafLabelList"/>
    <dgm:cxn modelId="{AB31865D-F0FA-4183-A91B-CE1C0259532D}" type="presParOf" srcId="{77B8E0DF-C8C5-4C81-AD28-6A024AA726F8}" destId="{41391D85-26FD-489D-8E87-84A123821EEA}" srcOrd="0" destOrd="0" presId="urn:microsoft.com/office/officeart/2018/5/layout/IconLeafLabelList"/>
    <dgm:cxn modelId="{14A0B32C-D3E5-4CB6-AFBD-ECCA7099EBF1}" type="presParOf" srcId="{77B8E0DF-C8C5-4C81-AD28-6A024AA726F8}" destId="{FFAA64FE-8CF4-403D-B772-AD46A02A7BD2}" srcOrd="1" destOrd="0" presId="urn:microsoft.com/office/officeart/2018/5/layout/IconLeafLabelList"/>
    <dgm:cxn modelId="{2EDD823A-A726-45C4-A5DA-234828B630BC}" type="presParOf" srcId="{77B8E0DF-C8C5-4C81-AD28-6A024AA726F8}" destId="{F94F4006-F1F6-4EF9-B829-6F1B7BA37E84}" srcOrd="2" destOrd="0" presId="urn:microsoft.com/office/officeart/2018/5/layout/IconLeafLabelList"/>
    <dgm:cxn modelId="{D433408E-5BD6-4243-BEFB-B37CD066C5F0}" type="presParOf" srcId="{77B8E0DF-C8C5-4C81-AD28-6A024AA726F8}" destId="{C943FC6E-C790-4D57-A184-2B0EC635EE7B}" srcOrd="3" destOrd="0" presId="urn:microsoft.com/office/officeart/2018/5/layout/IconLeafLabelList"/>
    <dgm:cxn modelId="{87419785-3C43-4CD6-9CE0-6F2257615CB5}" type="presParOf" srcId="{C9CAC79E-7441-42CA-B76A-3B9DE0FFE3F7}" destId="{E01E38FF-E1E0-4B03-B47F-E5E18E570A74}" srcOrd="5" destOrd="0" presId="urn:microsoft.com/office/officeart/2018/5/layout/IconLeafLabelList"/>
    <dgm:cxn modelId="{5B5CE231-179E-4764-B66E-0B150A52690E}" type="presParOf" srcId="{C9CAC79E-7441-42CA-B76A-3B9DE0FFE3F7}" destId="{7ED38F0D-F42F-4093-A3D6-4F3FE6477389}" srcOrd="6" destOrd="0" presId="urn:microsoft.com/office/officeart/2018/5/layout/IconLeafLabelList"/>
    <dgm:cxn modelId="{DA1534AC-CA06-4281-BAAA-25A78F60E87B}" type="presParOf" srcId="{7ED38F0D-F42F-4093-A3D6-4F3FE6477389}" destId="{B2AB3253-58D6-4A1B-95CD-D7A66D04A737}" srcOrd="0" destOrd="0" presId="urn:microsoft.com/office/officeart/2018/5/layout/IconLeafLabelList"/>
    <dgm:cxn modelId="{45FB2F47-556A-4E11-B7E0-D86F9ED49050}" type="presParOf" srcId="{7ED38F0D-F42F-4093-A3D6-4F3FE6477389}" destId="{A65A2111-920A-4119-B8D8-0ACAE8AA2E50}" srcOrd="1" destOrd="0" presId="urn:microsoft.com/office/officeart/2018/5/layout/IconLeafLabelList"/>
    <dgm:cxn modelId="{5D8D1629-6016-49AB-B712-E6ABE5464F6E}" type="presParOf" srcId="{7ED38F0D-F42F-4093-A3D6-4F3FE6477389}" destId="{A679479D-D110-4A7B-BC1E-40DBDCE7D76E}" srcOrd="2" destOrd="0" presId="urn:microsoft.com/office/officeart/2018/5/layout/IconLeafLabelList"/>
    <dgm:cxn modelId="{FC269F8C-2D5C-4A80-A1CF-4AF2E6860F8B}" type="presParOf" srcId="{7ED38F0D-F42F-4093-A3D6-4F3FE6477389}" destId="{0D99DF6E-03C1-4CC3-961F-0A1E84CF4BB6}"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D29449-CD14-4602-A832-383447AC7252}">
      <dsp:nvSpPr>
        <dsp:cNvPr id="0" name=""/>
        <dsp:cNvSpPr/>
      </dsp:nvSpPr>
      <dsp:spPr>
        <a:xfrm>
          <a:off x="0" y="548"/>
          <a:ext cx="5257800" cy="0"/>
        </a:xfrm>
        <a:prstGeom prst="lin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accent3">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2E686DE8-9878-4196-952F-19CFE4EEF9C9}">
      <dsp:nvSpPr>
        <dsp:cNvPr id="0" name=""/>
        <dsp:cNvSpPr/>
      </dsp:nvSpPr>
      <dsp:spPr>
        <a:xfrm>
          <a:off x="0" y="548"/>
          <a:ext cx="5257800" cy="3453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Ethanol</a:t>
          </a:r>
        </a:p>
      </dsp:txBody>
      <dsp:txXfrm>
        <a:off x="0" y="548"/>
        <a:ext cx="5257800" cy="345354"/>
      </dsp:txXfrm>
    </dsp:sp>
    <dsp:sp modelId="{A2C7C953-1067-43D4-AA69-4368792E22A8}">
      <dsp:nvSpPr>
        <dsp:cNvPr id="0" name=""/>
        <dsp:cNvSpPr/>
      </dsp:nvSpPr>
      <dsp:spPr>
        <a:xfrm>
          <a:off x="0" y="345902"/>
          <a:ext cx="5257800" cy="0"/>
        </a:xfrm>
        <a:prstGeom prst="lin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accent3">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5ED9D6C4-E542-424A-9D2C-E7031CE344C0}">
      <dsp:nvSpPr>
        <dsp:cNvPr id="0" name=""/>
        <dsp:cNvSpPr/>
      </dsp:nvSpPr>
      <dsp:spPr>
        <a:xfrm>
          <a:off x="0" y="345902"/>
          <a:ext cx="5257800" cy="3453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DI Water</a:t>
          </a:r>
        </a:p>
      </dsp:txBody>
      <dsp:txXfrm>
        <a:off x="0" y="345902"/>
        <a:ext cx="5257800" cy="345354"/>
      </dsp:txXfrm>
    </dsp:sp>
    <dsp:sp modelId="{637019DD-B3D5-45CA-AC48-9B34850381F6}">
      <dsp:nvSpPr>
        <dsp:cNvPr id="0" name=""/>
        <dsp:cNvSpPr/>
      </dsp:nvSpPr>
      <dsp:spPr>
        <a:xfrm>
          <a:off x="0" y="691257"/>
          <a:ext cx="5257800" cy="0"/>
        </a:xfrm>
        <a:prstGeom prst="lin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accent3">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CB19B678-81C3-4A13-AA29-C912C1004D0D}">
      <dsp:nvSpPr>
        <dsp:cNvPr id="0" name=""/>
        <dsp:cNvSpPr/>
      </dsp:nvSpPr>
      <dsp:spPr>
        <a:xfrm>
          <a:off x="0" y="691257"/>
          <a:ext cx="5257800" cy="3453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Large Beaker</a:t>
          </a:r>
        </a:p>
      </dsp:txBody>
      <dsp:txXfrm>
        <a:off x="0" y="691257"/>
        <a:ext cx="5257800" cy="345354"/>
      </dsp:txXfrm>
    </dsp:sp>
    <dsp:sp modelId="{B7E75779-AD1A-40A3-AD25-712C1E2655F6}">
      <dsp:nvSpPr>
        <dsp:cNvPr id="0" name=""/>
        <dsp:cNvSpPr/>
      </dsp:nvSpPr>
      <dsp:spPr>
        <a:xfrm>
          <a:off x="0" y="1036612"/>
          <a:ext cx="5257800" cy="0"/>
        </a:xfrm>
        <a:prstGeom prst="lin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accent3">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1845E131-5EA0-4C7E-A468-808BA7A24871}">
      <dsp:nvSpPr>
        <dsp:cNvPr id="0" name=""/>
        <dsp:cNvSpPr/>
      </dsp:nvSpPr>
      <dsp:spPr>
        <a:xfrm>
          <a:off x="0" y="1036612"/>
          <a:ext cx="5257800" cy="3453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Snap 41</a:t>
          </a:r>
        </a:p>
      </dsp:txBody>
      <dsp:txXfrm>
        <a:off x="0" y="1036612"/>
        <a:ext cx="5257800" cy="345354"/>
      </dsp:txXfrm>
    </dsp:sp>
    <dsp:sp modelId="{127EC564-8708-4245-BA98-AF7CC09D7EA5}">
      <dsp:nvSpPr>
        <dsp:cNvPr id="0" name=""/>
        <dsp:cNvSpPr/>
      </dsp:nvSpPr>
      <dsp:spPr>
        <a:xfrm>
          <a:off x="0" y="1381967"/>
          <a:ext cx="5257800" cy="0"/>
        </a:xfrm>
        <a:prstGeom prst="lin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accent3">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04622D85-20BA-41DE-8B06-3D8821C85CD3}">
      <dsp:nvSpPr>
        <dsp:cNvPr id="0" name=""/>
        <dsp:cNvSpPr/>
      </dsp:nvSpPr>
      <dsp:spPr>
        <a:xfrm>
          <a:off x="0" y="1381967"/>
          <a:ext cx="5257800" cy="3453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Graduated Cylinder</a:t>
          </a:r>
        </a:p>
      </dsp:txBody>
      <dsp:txXfrm>
        <a:off x="0" y="1381967"/>
        <a:ext cx="5257800" cy="345354"/>
      </dsp:txXfrm>
    </dsp:sp>
    <dsp:sp modelId="{D70CB270-6A58-4F7C-838C-5A4340A74AC2}">
      <dsp:nvSpPr>
        <dsp:cNvPr id="0" name=""/>
        <dsp:cNvSpPr/>
      </dsp:nvSpPr>
      <dsp:spPr>
        <a:xfrm>
          <a:off x="0" y="1727321"/>
          <a:ext cx="5257800" cy="0"/>
        </a:xfrm>
        <a:prstGeom prst="lin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accent3">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4866B32A-DD42-4D4A-A6CA-749AFB7DB431}">
      <dsp:nvSpPr>
        <dsp:cNvPr id="0" name=""/>
        <dsp:cNvSpPr/>
      </dsp:nvSpPr>
      <dsp:spPr>
        <a:xfrm>
          <a:off x="0" y="1727321"/>
          <a:ext cx="5257800" cy="3453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t>Collecting Flasks</a:t>
          </a:r>
        </a:p>
      </dsp:txBody>
      <dsp:txXfrm>
        <a:off x="0" y="1727321"/>
        <a:ext cx="5257800" cy="345354"/>
      </dsp:txXfrm>
    </dsp:sp>
    <dsp:sp modelId="{AED83EE5-D19B-4191-A462-095A706B16D5}">
      <dsp:nvSpPr>
        <dsp:cNvPr id="0" name=""/>
        <dsp:cNvSpPr/>
      </dsp:nvSpPr>
      <dsp:spPr>
        <a:xfrm>
          <a:off x="0" y="2072676"/>
          <a:ext cx="5257800" cy="0"/>
        </a:xfrm>
        <a:prstGeom prst="lin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accent3">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513B6FD0-BFE2-4913-B586-5B1CE6E23DDE}">
      <dsp:nvSpPr>
        <dsp:cNvPr id="0" name=""/>
        <dsp:cNvSpPr/>
      </dsp:nvSpPr>
      <dsp:spPr>
        <a:xfrm>
          <a:off x="0" y="2072676"/>
          <a:ext cx="5257800" cy="3453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t>Control Console</a:t>
          </a:r>
        </a:p>
      </dsp:txBody>
      <dsp:txXfrm>
        <a:off x="0" y="2072676"/>
        <a:ext cx="5257800" cy="345354"/>
      </dsp:txXfrm>
    </dsp:sp>
    <dsp:sp modelId="{EC63B1A3-CE03-4973-B7CC-E4D50061E42B}">
      <dsp:nvSpPr>
        <dsp:cNvPr id="0" name=""/>
        <dsp:cNvSpPr/>
      </dsp:nvSpPr>
      <dsp:spPr>
        <a:xfrm>
          <a:off x="0" y="2418031"/>
          <a:ext cx="5257800" cy="0"/>
        </a:xfrm>
        <a:prstGeom prst="lin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accent3">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D7FCD1B0-8EA6-4B87-858F-51D69AF31142}">
      <dsp:nvSpPr>
        <dsp:cNvPr id="0" name=""/>
        <dsp:cNvSpPr/>
      </dsp:nvSpPr>
      <dsp:spPr>
        <a:xfrm>
          <a:off x="0" y="2418031"/>
          <a:ext cx="5257800" cy="3453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Funnel</a:t>
          </a:r>
        </a:p>
      </dsp:txBody>
      <dsp:txXfrm>
        <a:off x="0" y="2418031"/>
        <a:ext cx="5257800" cy="345354"/>
      </dsp:txXfrm>
    </dsp:sp>
    <dsp:sp modelId="{38AF2CEA-8AB8-4931-AA08-A88B9F60960F}">
      <dsp:nvSpPr>
        <dsp:cNvPr id="0" name=""/>
        <dsp:cNvSpPr/>
      </dsp:nvSpPr>
      <dsp:spPr>
        <a:xfrm>
          <a:off x="0" y="2763386"/>
          <a:ext cx="5257800" cy="0"/>
        </a:xfrm>
        <a:prstGeom prst="lin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accent3">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E7DD8C14-EBA4-42BC-A1F5-F9A15352B910}">
      <dsp:nvSpPr>
        <dsp:cNvPr id="0" name=""/>
        <dsp:cNvSpPr/>
      </dsp:nvSpPr>
      <dsp:spPr>
        <a:xfrm>
          <a:off x="0" y="2763386"/>
          <a:ext cx="5257800" cy="3453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Distillation Column</a:t>
          </a:r>
        </a:p>
      </dsp:txBody>
      <dsp:txXfrm>
        <a:off x="0" y="2763386"/>
        <a:ext cx="5257800" cy="345354"/>
      </dsp:txXfrm>
    </dsp:sp>
    <dsp:sp modelId="{7BB67843-5583-42D5-8728-EF2B98672762}">
      <dsp:nvSpPr>
        <dsp:cNvPr id="0" name=""/>
        <dsp:cNvSpPr/>
      </dsp:nvSpPr>
      <dsp:spPr>
        <a:xfrm>
          <a:off x="0" y="3108740"/>
          <a:ext cx="5257800" cy="0"/>
        </a:xfrm>
        <a:prstGeom prst="lin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accent3">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0F8E2255-5269-4119-BE09-8D6853C1AA0B}">
      <dsp:nvSpPr>
        <dsp:cNvPr id="0" name=""/>
        <dsp:cNvSpPr/>
      </dsp:nvSpPr>
      <dsp:spPr>
        <a:xfrm>
          <a:off x="0" y="3108740"/>
          <a:ext cx="5257800" cy="3453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Cooling Bath</a:t>
          </a:r>
        </a:p>
      </dsp:txBody>
      <dsp:txXfrm>
        <a:off x="0" y="3108740"/>
        <a:ext cx="5257800" cy="345354"/>
      </dsp:txXfrm>
    </dsp:sp>
    <dsp:sp modelId="{9727FA95-040A-45E2-B0F3-8928BF45AC69}">
      <dsp:nvSpPr>
        <dsp:cNvPr id="0" name=""/>
        <dsp:cNvSpPr/>
      </dsp:nvSpPr>
      <dsp:spPr>
        <a:xfrm>
          <a:off x="0" y="3454095"/>
          <a:ext cx="5257800" cy="0"/>
        </a:xfrm>
        <a:prstGeom prst="lin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accent3">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42FCF8D8-A1FE-401B-B521-EA4B01F0288C}">
      <dsp:nvSpPr>
        <dsp:cNvPr id="0" name=""/>
        <dsp:cNvSpPr/>
      </dsp:nvSpPr>
      <dsp:spPr>
        <a:xfrm>
          <a:off x="0" y="3454095"/>
          <a:ext cx="5257800" cy="3453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Heat gloves</a:t>
          </a:r>
        </a:p>
      </dsp:txBody>
      <dsp:txXfrm>
        <a:off x="0" y="3454095"/>
        <a:ext cx="5257800" cy="345354"/>
      </dsp:txXfrm>
    </dsp:sp>
    <dsp:sp modelId="{846C3BA0-07E9-407B-B7D8-35FADFDC7E95}">
      <dsp:nvSpPr>
        <dsp:cNvPr id="0" name=""/>
        <dsp:cNvSpPr/>
      </dsp:nvSpPr>
      <dsp:spPr>
        <a:xfrm>
          <a:off x="0" y="3799450"/>
          <a:ext cx="5257800" cy="0"/>
        </a:xfrm>
        <a:prstGeom prst="lin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accent3">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0627BB4B-C4EC-4210-A5AD-9176A764995E}">
      <dsp:nvSpPr>
        <dsp:cNvPr id="0" name=""/>
        <dsp:cNvSpPr/>
      </dsp:nvSpPr>
      <dsp:spPr>
        <a:xfrm>
          <a:off x="0" y="3799450"/>
          <a:ext cx="5257800" cy="3453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Safety Glasses</a:t>
          </a:r>
        </a:p>
      </dsp:txBody>
      <dsp:txXfrm>
        <a:off x="0" y="3799450"/>
        <a:ext cx="5257800" cy="345354"/>
      </dsp:txXfrm>
    </dsp:sp>
    <dsp:sp modelId="{75A72B48-57D6-4596-A59C-B72B7CA233D6}">
      <dsp:nvSpPr>
        <dsp:cNvPr id="0" name=""/>
        <dsp:cNvSpPr/>
      </dsp:nvSpPr>
      <dsp:spPr>
        <a:xfrm>
          <a:off x="0" y="4144805"/>
          <a:ext cx="5257800" cy="0"/>
        </a:xfrm>
        <a:prstGeom prst="lin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accent3">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DB0EC3E2-AAF0-4EA3-860C-6481D0AB0F53}">
      <dsp:nvSpPr>
        <dsp:cNvPr id="0" name=""/>
        <dsp:cNvSpPr/>
      </dsp:nvSpPr>
      <dsp:spPr>
        <a:xfrm>
          <a:off x="0" y="4144805"/>
          <a:ext cx="5257800" cy="3453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t>Timer</a:t>
          </a:r>
        </a:p>
      </dsp:txBody>
      <dsp:txXfrm>
        <a:off x="0" y="4144805"/>
        <a:ext cx="5257800" cy="34535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DE4559-D1E1-4618-AC10-D3D5FBEFFE59}">
      <dsp:nvSpPr>
        <dsp:cNvPr id="0" name=""/>
        <dsp:cNvSpPr/>
      </dsp:nvSpPr>
      <dsp:spPr>
        <a:xfrm>
          <a:off x="0" y="696"/>
          <a:ext cx="752856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4932062-75B5-4CDB-9FE4-EA0BB7FD02A7}">
      <dsp:nvSpPr>
        <dsp:cNvPr id="0" name=""/>
        <dsp:cNvSpPr/>
      </dsp:nvSpPr>
      <dsp:spPr>
        <a:xfrm>
          <a:off x="0" y="696"/>
          <a:ext cx="7528560" cy="6338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solidFill>
                <a:srgbClr val="080808"/>
              </a:solidFill>
              <a:latin typeface="+mj-lt"/>
            </a:rPr>
            <a:t>1. Prepare 10 L of a 10 </a:t>
          </a:r>
          <a:r>
            <a:rPr lang="en-US" sz="1800" kern="1200" dirty="0" err="1">
              <a:solidFill>
                <a:srgbClr val="080808"/>
              </a:solidFill>
              <a:latin typeface="+mj-lt"/>
            </a:rPr>
            <a:t>wt</a:t>
          </a:r>
          <a:r>
            <a:rPr lang="en-US" sz="1800" kern="1200" dirty="0">
              <a:solidFill>
                <a:srgbClr val="080808"/>
              </a:solidFill>
              <a:latin typeface="+mj-lt"/>
            </a:rPr>
            <a:t>% ethanol-water mixture and add to reboiler.</a:t>
          </a:r>
        </a:p>
      </dsp:txBody>
      <dsp:txXfrm>
        <a:off x="0" y="696"/>
        <a:ext cx="7528560" cy="633864"/>
      </dsp:txXfrm>
    </dsp:sp>
    <dsp:sp modelId="{AB62E18A-0BB4-40F9-BF99-DCF080549739}">
      <dsp:nvSpPr>
        <dsp:cNvPr id="0" name=""/>
        <dsp:cNvSpPr/>
      </dsp:nvSpPr>
      <dsp:spPr>
        <a:xfrm>
          <a:off x="0" y="634561"/>
          <a:ext cx="752856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B9CE72F-CC5A-4CB9-8222-E288DD9972A0}">
      <dsp:nvSpPr>
        <dsp:cNvPr id="0" name=""/>
        <dsp:cNvSpPr/>
      </dsp:nvSpPr>
      <dsp:spPr>
        <a:xfrm>
          <a:off x="0" y="634561"/>
          <a:ext cx="7528560" cy="6338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solidFill>
                <a:srgbClr val="080808"/>
              </a:solidFill>
              <a:latin typeface="+mj-lt"/>
            </a:rPr>
            <a:t>2. Start cooling water at 3 L/min. Check that valves are properly positioned.</a:t>
          </a:r>
        </a:p>
      </dsp:txBody>
      <dsp:txXfrm>
        <a:off x="0" y="634561"/>
        <a:ext cx="7528560" cy="633864"/>
      </dsp:txXfrm>
    </dsp:sp>
    <dsp:sp modelId="{A038D793-A5AC-4A27-A5ED-715A694EA811}">
      <dsp:nvSpPr>
        <dsp:cNvPr id="0" name=""/>
        <dsp:cNvSpPr/>
      </dsp:nvSpPr>
      <dsp:spPr>
        <a:xfrm>
          <a:off x="0" y="1268426"/>
          <a:ext cx="752856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FB62AEF-D4E5-485B-B71C-BBDD0B9E7A7B}">
      <dsp:nvSpPr>
        <dsp:cNvPr id="0" name=""/>
        <dsp:cNvSpPr/>
      </dsp:nvSpPr>
      <dsp:spPr>
        <a:xfrm>
          <a:off x="0" y="1268426"/>
          <a:ext cx="7528560" cy="6338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solidFill>
                <a:srgbClr val="080808"/>
              </a:solidFill>
              <a:latin typeface="+mj-lt"/>
            </a:rPr>
            <a:t>5. Start reboiler at 1.5 kW under total reflux.</a:t>
          </a:r>
        </a:p>
      </dsp:txBody>
      <dsp:txXfrm>
        <a:off x="0" y="1268426"/>
        <a:ext cx="7528560" cy="633864"/>
      </dsp:txXfrm>
    </dsp:sp>
    <dsp:sp modelId="{78FA151E-3CC6-48FF-8DC5-947FA214F45D}">
      <dsp:nvSpPr>
        <dsp:cNvPr id="0" name=""/>
        <dsp:cNvSpPr/>
      </dsp:nvSpPr>
      <dsp:spPr>
        <a:xfrm>
          <a:off x="0" y="1902291"/>
          <a:ext cx="752856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8DD4F6C-1B1A-497C-A8D4-990DE16C5A83}">
      <dsp:nvSpPr>
        <dsp:cNvPr id="0" name=""/>
        <dsp:cNvSpPr/>
      </dsp:nvSpPr>
      <dsp:spPr>
        <a:xfrm>
          <a:off x="0" y="1902291"/>
          <a:ext cx="7528560" cy="6338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solidFill>
                <a:srgbClr val="080808"/>
              </a:solidFill>
              <a:latin typeface="+mj-lt"/>
            </a:rPr>
            <a:t>6. After solution boils, reduce to 0.75 kW and allow system to reach equilibrium.</a:t>
          </a:r>
        </a:p>
      </dsp:txBody>
      <dsp:txXfrm>
        <a:off x="0" y="1902291"/>
        <a:ext cx="7528560" cy="633864"/>
      </dsp:txXfrm>
    </dsp:sp>
    <dsp:sp modelId="{19DA65EF-58B7-49EA-9904-12A193217308}">
      <dsp:nvSpPr>
        <dsp:cNvPr id="0" name=""/>
        <dsp:cNvSpPr/>
      </dsp:nvSpPr>
      <dsp:spPr>
        <a:xfrm>
          <a:off x="0" y="2536156"/>
          <a:ext cx="752856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00EC312-9BE6-4ABF-91AB-965E0E4EDDE0}">
      <dsp:nvSpPr>
        <dsp:cNvPr id="0" name=""/>
        <dsp:cNvSpPr/>
      </dsp:nvSpPr>
      <dsp:spPr>
        <a:xfrm>
          <a:off x="0" y="2536156"/>
          <a:ext cx="7528560" cy="6338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solidFill>
                <a:srgbClr val="080808"/>
              </a:solidFill>
              <a:latin typeface="+mj-lt"/>
            </a:rPr>
            <a:t>7. Record tray temperatures every 2 minutes until steady.</a:t>
          </a:r>
        </a:p>
      </dsp:txBody>
      <dsp:txXfrm>
        <a:off x="0" y="2536156"/>
        <a:ext cx="7528560" cy="633864"/>
      </dsp:txXfrm>
    </dsp:sp>
    <dsp:sp modelId="{519CFBAC-C22B-4168-A7F7-86A15A2E2C00}">
      <dsp:nvSpPr>
        <dsp:cNvPr id="0" name=""/>
        <dsp:cNvSpPr/>
      </dsp:nvSpPr>
      <dsp:spPr>
        <a:xfrm>
          <a:off x="0" y="3170020"/>
          <a:ext cx="752856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F773D18-EFE4-4EAD-A083-17D9DBA43645}">
      <dsp:nvSpPr>
        <dsp:cNvPr id="0" name=""/>
        <dsp:cNvSpPr/>
      </dsp:nvSpPr>
      <dsp:spPr>
        <a:xfrm>
          <a:off x="0" y="3170020"/>
          <a:ext cx="7528560" cy="6338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solidFill>
                <a:srgbClr val="080808"/>
              </a:solidFill>
              <a:latin typeface="+mj-lt"/>
            </a:rPr>
            <a:t>8. Determine the boil-up rate by timing condensate collection.</a:t>
          </a:r>
        </a:p>
      </dsp:txBody>
      <dsp:txXfrm>
        <a:off x="0" y="3170020"/>
        <a:ext cx="7528560" cy="633864"/>
      </dsp:txXfrm>
    </dsp:sp>
    <dsp:sp modelId="{09E1993C-036C-41B3-9B97-E727CAEF7659}">
      <dsp:nvSpPr>
        <dsp:cNvPr id="0" name=""/>
        <dsp:cNvSpPr/>
      </dsp:nvSpPr>
      <dsp:spPr>
        <a:xfrm>
          <a:off x="0" y="3803885"/>
          <a:ext cx="752856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9672DAA-AB2F-44D2-AFA8-3D2C4286FD42}">
      <dsp:nvSpPr>
        <dsp:cNvPr id="0" name=""/>
        <dsp:cNvSpPr/>
      </dsp:nvSpPr>
      <dsp:spPr>
        <a:xfrm>
          <a:off x="0" y="3803885"/>
          <a:ext cx="7528560" cy="6338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solidFill>
                <a:srgbClr val="080808"/>
              </a:solidFill>
              <a:latin typeface="+mj-lt"/>
            </a:rPr>
            <a:t>9. Take top and bottom samples. Dispose of initial 5-10 mL and minimize volume of each sample.</a:t>
          </a:r>
        </a:p>
      </dsp:txBody>
      <dsp:txXfrm>
        <a:off x="0" y="3803885"/>
        <a:ext cx="7528560" cy="633864"/>
      </dsp:txXfrm>
    </dsp:sp>
    <dsp:sp modelId="{74915790-EB98-459B-9518-C58CD99EE65B}">
      <dsp:nvSpPr>
        <dsp:cNvPr id="0" name=""/>
        <dsp:cNvSpPr/>
      </dsp:nvSpPr>
      <dsp:spPr>
        <a:xfrm>
          <a:off x="0" y="4437750"/>
          <a:ext cx="752856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A3101AB-A352-4307-A5B1-250F231C5890}">
      <dsp:nvSpPr>
        <dsp:cNvPr id="0" name=""/>
        <dsp:cNvSpPr/>
      </dsp:nvSpPr>
      <dsp:spPr>
        <a:xfrm>
          <a:off x="0" y="4437750"/>
          <a:ext cx="7528560" cy="6338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solidFill>
                <a:srgbClr val="080808"/>
              </a:solidFill>
              <a:latin typeface="+mj-lt"/>
            </a:rPr>
            <a:t>10. Record pressure drop and foaming observations.</a:t>
          </a:r>
        </a:p>
      </dsp:txBody>
      <dsp:txXfrm>
        <a:off x="0" y="4437750"/>
        <a:ext cx="7528560" cy="633864"/>
      </dsp:txXfrm>
    </dsp:sp>
    <dsp:sp modelId="{B7C92C98-1AA8-4FFE-925E-6DD9D9F430C0}">
      <dsp:nvSpPr>
        <dsp:cNvPr id="0" name=""/>
        <dsp:cNvSpPr/>
      </dsp:nvSpPr>
      <dsp:spPr>
        <a:xfrm>
          <a:off x="0" y="5071615"/>
          <a:ext cx="752856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7B9ECEF-B6C1-4318-84ED-644E48B1B3FF}">
      <dsp:nvSpPr>
        <dsp:cNvPr id="0" name=""/>
        <dsp:cNvSpPr/>
      </dsp:nvSpPr>
      <dsp:spPr>
        <a:xfrm>
          <a:off x="0" y="5071615"/>
          <a:ext cx="7528560" cy="6338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solidFill>
                <a:srgbClr val="080808"/>
              </a:solidFill>
              <a:latin typeface="+mj-lt"/>
            </a:rPr>
            <a:t>12. Repeat steps for reboiler powers of 1.0 and 1.25 kW</a:t>
          </a:r>
        </a:p>
      </dsp:txBody>
      <dsp:txXfrm>
        <a:off x="0" y="5071615"/>
        <a:ext cx="7528560" cy="63386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C68267-FDB5-4B88-B9CD-57ED2D237801}">
      <dsp:nvSpPr>
        <dsp:cNvPr id="0" name=""/>
        <dsp:cNvSpPr/>
      </dsp:nvSpPr>
      <dsp:spPr>
        <a:xfrm>
          <a:off x="0" y="590"/>
          <a:ext cx="679691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2ACC43-E34F-4F16-A7E0-E8F82560F73D}">
      <dsp:nvSpPr>
        <dsp:cNvPr id="0" name=""/>
        <dsp:cNvSpPr/>
      </dsp:nvSpPr>
      <dsp:spPr>
        <a:xfrm>
          <a:off x="0" y="590"/>
          <a:ext cx="6796915" cy="6913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solidFill>
                <a:srgbClr val="080808"/>
              </a:solidFill>
            </a:rPr>
            <a:t>Modulate reflux controller to a given ratio (5:1).</a:t>
          </a:r>
        </a:p>
      </dsp:txBody>
      <dsp:txXfrm>
        <a:off x="0" y="590"/>
        <a:ext cx="6796915" cy="691332"/>
      </dsp:txXfrm>
    </dsp:sp>
    <dsp:sp modelId="{7681AA6B-9659-4B1A-8DA1-B50057005602}">
      <dsp:nvSpPr>
        <dsp:cNvPr id="0" name=""/>
        <dsp:cNvSpPr/>
      </dsp:nvSpPr>
      <dsp:spPr>
        <a:xfrm>
          <a:off x="0" y="691923"/>
          <a:ext cx="679691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E9472B1-4879-4FAA-9755-9E6D8902000E}">
      <dsp:nvSpPr>
        <dsp:cNvPr id="0" name=""/>
        <dsp:cNvSpPr/>
      </dsp:nvSpPr>
      <dsp:spPr>
        <a:xfrm>
          <a:off x="0" y="691923"/>
          <a:ext cx="6796915" cy="6913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solidFill>
                <a:srgbClr val="080808"/>
              </a:solidFill>
            </a:rPr>
            <a:t>Wait about 10 minutes for the column to stabilize.</a:t>
          </a:r>
        </a:p>
      </dsp:txBody>
      <dsp:txXfrm>
        <a:off x="0" y="691923"/>
        <a:ext cx="6796915" cy="691332"/>
      </dsp:txXfrm>
    </dsp:sp>
    <dsp:sp modelId="{A1633B93-6899-4D4E-A139-8F88FA816848}">
      <dsp:nvSpPr>
        <dsp:cNvPr id="0" name=""/>
        <dsp:cNvSpPr/>
      </dsp:nvSpPr>
      <dsp:spPr>
        <a:xfrm>
          <a:off x="0" y="1383255"/>
          <a:ext cx="679691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75DDAFE-DB38-4AF0-A35B-D0366CFD554D}">
      <dsp:nvSpPr>
        <dsp:cNvPr id="0" name=""/>
        <dsp:cNvSpPr/>
      </dsp:nvSpPr>
      <dsp:spPr>
        <a:xfrm>
          <a:off x="0" y="1383255"/>
          <a:ext cx="6796915" cy="6913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solidFill>
                <a:srgbClr val="080808"/>
              </a:solidFill>
            </a:rPr>
            <a:t>Collect samples of top and bottom product every 5 minutes for a total of 3 trials. </a:t>
          </a:r>
        </a:p>
      </dsp:txBody>
      <dsp:txXfrm>
        <a:off x="0" y="1383255"/>
        <a:ext cx="6796915" cy="691332"/>
      </dsp:txXfrm>
    </dsp:sp>
    <dsp:sp modelId="{1BF7F920-D75D-4F6B-89EC-3DCFEE4EE1BC}">
      <dsp:nvSpPr>
        <dsp:cNvPr id="0" name=""/>
        <dsp:cNvSpPr/>
      </dsp:nvSpPr>
      <dsp:spPr>
        <a:xfrm>
          <a:off x="0" y="2074587"/>
          <a:ext cx="679691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2441A25-A218-4C03-B42B-A1BB2CCACE98}">
      <dsp:nvSpPr>
        <dsp:cNvPr id="0" name=""/>
        <dsp:cNvSpPr/>
      </dsp:nvSpPr>
      <dsp:spPr>
        <a:xfrm>
          <a:off x="0" y="2074587"/>
          <a:ext cx="6796915" cy="6913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solidFill>
                <a:srgbClr val="080808"/>
              </a:solidFill>
            </a:rPr>
            <a:t>Determine boil-up rate by timing the top product collection.</a:t>
          </a:r>
        </a:p>
      </dsp:txBody>
      <dsp:txXfrm>
        <a:off x="0" y="2074587"/>
        <a:ext cx="6796915" cy="691332"/>
      </dsp:txXfrm>
    </dsp:sp>
    <dsp:sp modelId="{07750E06-1E62-4484-AE4A-EB508DB9BC0B}">
      <dsp:nvSpPr>
        <dsp:cNvPr id="0" name=""/>
        <dsp:cNvSpPr/>
      </dsp:nvSpPr>
      <dsp:spPr>
        <a:xfrm>
          <a:off x="0" y="2765920"/>
          <a:ext cx="679691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5EEB3BE-0CBB-414D-859F-7FE849285A90}">
      <dsp:nvSpPr>
        <dsp:cNvPr id="0" name=""/>
        <dsp:cNvSpPr/>
      </dsp:nvSpPr>
      <dsp:spPr>
        <a:xfrm>
          <a:off x="0" y="2765920"/>
          <a:ext cx="6796915" cy="6913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solidFill>
                <a:srgbClr val="080808"/>
              </a:solidFill>
            </a:rPr>
            <a:t>Record pressure drop and degree of foaming for each trial.</a:t>
          </a:r>
        </a:p>
      </dsp:txBody>
      <dsp:txXfrm>
        <a:off x="0" y="2765920"/>
        <a:ext cx="6796915" cy="691332"/>
      </dsp:txXfrm>
    </dsp:sp>
    <dsp:sp modelId="{89A651BD-FCEA-49D6-A04A-FC22551A9D92}">
      <dsp:nvSpPr>
        <dsp:cNvPr id="0" name=""/>
        <dsp:cNvSpPr/>
      </dsp:nvSpPr>
      <dsp:spPr>
        <a:xfrm>
          <a:off x="0" y="3457252"/>
          <a:ext cx="679691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8AC2093-990D-47E2-87F1-6723BFC08A1F}">
      <dsp:nvSpPr>
        <dsp:cNvPr id="0" name=""/>
        <dsp:cNvSpPr/>
      </dsp:nvSpPr>
      <dsp:spPr>
        <a:xfrm>
          <a:off x="0" y="3457252"/>
          <a:ext cx="6796915" cy="6913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solidFill>
                <a:srgbClr val="080808"/>
              </a:solidFill>
            </a:rPr>
            <a:t>Record temperatures column trays. </a:t>
          </a:r>
        </a:p>
      </dsp:txBody>
      <dsp:txXfrm>
        <a:off x="0" y="3457252"/>
        <a:ext cx="6796915" cy="691332"/>
      </dsp:txXfrm>
    </dsp:sp>
    <dsp:sp modelId="{B1B60599-4F23-4043-8562-E8C00EBEDE21}">
      <dsp:nvSpPr>
        <dsp:cNvPr id="0" name=""/>
        <dsp:cNvSpPr/>
      </dsp:nvSpPr>
      <dsp:spPr>
        <a:xfrm>
          <a:off x="0" y="4148584"/>
          <a:ext cx="679691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C6FA485-CE03-4AFA-A6D7-7C4B7F4F057C}">
      <dsp:nvSpPr>
        <dsp:cNvPr id="0" name=""/>
        <dsp:cNvSpPr/>
      </dsp:nvSpPr>
      <dsp:spPr>
        <a:xfrm>
          <a:off x="0" y="4148584"/>
          <a:ext cx="6796915" cy="6913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solidFill>
                <a:srgbClr val="080808"/>
              </a:solidFill>
            </a:rPr>
            <a:t>Repeat with at least one more reflux ratio</a:t>
          </a:r>
        </a:p>
      </dsp:txBody>
      <dsp:txXfrm>
        <a:off x="0" y="4148584"/>
        <a:ext cx="6796915" cy="69133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EAFBA4-D0F1-421C-8DDB-811D3E8D4450}">
      <dsp:nvSpPr>
        <dsp:cNvPr id="0" name=""/>
        <dsp:cNvSpPr/>
      </dsp:nvSpPr>
      <dsp:spPr>
        <a:xfrm>
          <a:off x="696000" y="580353"/>
          <a:ext cx="1990125" cy="1990125"/>
        </a:xfrm>
        <a:prstGeom prst="round2DiagRect">
          <a:avLst>
            <a:gd name="adj1" fmla="val 29727"/>
            <a:gd name="adj2" fmla="val 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D85BABA-6F2F-4845-9416-593087339833}">
      <dsp:nvSpPr>
        <dsp:cNvPr id="0" name=""/>
        <dsp:cNvSpPr/>
      </dsp:nvSpPr>
      <dsp:spPr>
        <a:xfrm>
          <a:off x="1120125" y="1004478"/>
          <a:ext cx="1141875" cy="114187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0DA937F-B98B-4A87-A796-B96BAF3A4D61}">
      <dsp:nvSpPr>
        <dsp:cNvPr id="0" name=""/>
        <dsp:cNvSpPr/>
      </dsp:nvSpPr>
      <dsp:spPr>
        <a:xfrm>
          <a:off x="59812" y="3190354"/>
          <a:ext cx="326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defRPr cap="all"/>
          </a:pPr>
          <a:r>
            <a:rPr lang="en-US" sz="1300" kern="1200"/>
            <a:t>Wires can potentially be exposed to water</a:t>
          </a:r>
        </a:p>
      </dsp:txBody>
      <dsp:txXfrm>
        <a:off x="59812" y="3190354"/>
        <a:ext cx="3262500" cy="720000"/>
      </dsp:txXfrm>
    </dsp:sp>
    <dsp:sp modelId="{789FD755-4F8E-4B8A-A040-0A2FC0EEC4EC}">
      <dsp:nvSpPr>
        <dsp:cNvPr id="0" name=""/>
        <dsp:cNvSpPr/>
      </dsp:nvSpPr>
      <dsp:spPr>
        <a:xfrm>
          <a:off x="4529437" y="580353"/>
          <a:ext cx="1990125" cy="1990125"/>
        </a:xfrm>
        <a:prstGeom prst="round2DiagRect">
          <a:avLst>
            <a:gd name="adj1" fmla="val 29727"/>
            <a:gd name="adj2" fmla="val 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A18196A-4619-4F55-A97C-EE34B5BD2C80}">
      <dsp:nvSpPr>
        <dsp:cNvPr id="0" name=""/>
        <dsp:cNvSpPr/>
      </dsp:nvSpPr>
      <dsp:spPr>
        <a:xfrm>
          <a:off x="4953562" y="1004478"/>
          <a:ext cx="1141875" cy="1141875"/>
        </a:xfrm>
        <a:prstGeom prst="rect">
          <a:avLst/>
        </a:prstGeom>
        <a:blipFill rotWithShape="1">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441D937-FE10-4AD2-B0B9-447B3E958FCF}">
      <dsp:nvSpPr>
        <dsp:cNvPr id="0" name=""/>
        <dsp:cNvSpPr/>
      </dsp:nvSpPr>
      <dsp:spPr>
        <a:xfrm>
          <a:off x="3893250" y="3190354"/>
          <a:ext cx="326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defRPr cap="all"/>
          </a:pPr>
          <a:r>
            <a:rPr lang="en-US" sz="1300" kern="1200"/>
            <a:t>Distillation and bottom product will be at a high temperature. Heat gloves are needed</a:t>
          </a:r>
        </a:p>
      </dsp:txBody>
      <dsp:txXfrm>
        <a:off x="3893250" y="3190354"/>
        <a:ext cx="3262500" cy="720000"/>
      </dsp:txXfrm>
    </dsp:sp>
    <dsp:sp modelId="{EDE5280B-C3DF-4D43-A327-A652E10EDCFE}">
      <dsp:nvSpPr>
        <dsp:cNvPr id="0" name=""/>
        <dsp:cNvSpPr/>
      </dsp:nvSpPr>
      <dsp:spPr>
        <a:xfrm>
          <a:off x="8362875" y="580353"/>
          <a:ext cx="1990125" cy="1990125"/>
        </a:xfrm>
        <a:prstGeom prst="round2DiagRect">
          <a:avLst>
            <a:gd name="adj1" fmla="val 29727"/>
            <a:gd name="adj2" fmla="val 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773ADBF-F247-4293-A149-14E58CAA71BA}">
      <dsp:nvSpPr>
        <dsp:cNvPr id="0" name=""/>
        <dsp:cNvSpPr/>
      </dsp:nvSpPr>
      <dsp:spPr>
        <a:xfrm>
          <a:off x="8787000" y="1004478"/>
          <a:ext cx="1141875" cy="114187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9888935-371C-487E-BE95-2B815252F3F5}">
      <dsp:nvSpPr>
        <dsp:cNvPr id="0" name=""/>
        <dsp:cNvSpPr/>
      </dsp:nvSpPr>
      <dsp:spPr>
        <a:xfrm>
          <a:off x="7726687" y="3190354"/>
          <a:ext cx="326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defRPr cap="all"/>
          </a:pPr>
          <a:r>
            <a:rPr lang="en-US" sz="1300" kern="1200"/>
            <a:t>Ethanol is toxic, and flammable. Must be handled in fume hood</a:t>
          </a:r>
        </a:p>
      </dsp:txBody>
      <dsp:txXfrm>
        <a:off x="7726687" y="3190354"/>
        <a:ext cx="3262500" cy="7200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940178-07B8-4B50-9639-A3032C275BDD}">
      <dsp:nvSpPr>
        <dsp:cNvPr id="0" name=""/>
        <dsp:cNvSpPr/>
      </dsp:nvSpPr>
      <dsp:spPr>
        <a:xfrm>
          <a:off x="607855" y="934128"/>
          <a:ext cx="1450618" cy="1450618"/>
        </a:xfrm>
        <a:prstGeom prst="round2DiagRect">
          <a:avLst>
            <a:gd name="adj1" fmla="val 29727"/>
            <a:gd name="adj2" fmla="val 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9301CFD-FBCB-4D2B-91B1-F5432CB260A4}">
      <dsp:nvSpPr>
        <dsp:cNvPr id="0" name=""/>
        <dsp:cNvSpPr/>
      </dsp:nvSpPr>
      <dsp:spPr>
        <a:xfrm>
          <a:off x="917003" y="1243277"/>
          <a:ext cx="832321" cy="832321"/>
        </a:xfrm>
        <a:prstGeom prst="rect">
          <a:avLst/>
        </a:prstGeom>
        <a:blipFill rotWithShape="1">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4B934EA-1A20-43F8-ACD6-2D9565B426C4}">
      <dsp:nvSpPr>
        <dsp:cNvPr id="0" name=""/>
        <dsp:cNvSpPr/>
      </dsp:nvSpPr>
      <dsp:spPr>
        <a:xfrm>
          <a:off x="144133" y="2836579"/>
          <a:ext cx="23780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b="1" kern="1200"/>
            <a:t>Ensure that valve of reboiler tank is closed before adding the liquid mixture</a:t>
          </a:r>
        </a:p>
      </dsp:txBody>
      <dsp:txXfrm>
        <a:off x="144133" y="2836579"/>
        <a:ext cx="2378062" cy="720000"/>
      </dsp:txXfrm>
    </dsp:sp>
    <dsp:sp modelId="{F76AC6B8-ED2B-494B-A8E9-B33BAE4C852F}">
      <dsp:nvSpPr>
        <dsp:cNvPr id="0" name=""/>
        <dsp:cNvSpPr/>
      </dsp:nvSpPr>
      <dsp:spPr>
        <a:xfrm>
          <a:off x="3402079" y="934128"/>
          <a:ext cx="1450618" cy="1450618"/>
        </a:xfrm>
        <a:prstGeom prst="round2DiagRect">
          <a:avLst>
            <a:gd name="adj1" fmla="val 29727"/>
            <a:gd name="adj2" fmla="val 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65869CD-0C14-428C-951E-8AA6334AC735}">
      <dsp:nvSpPr>
        <dsp:cNvPr id="0" name=""/>
        <dsp:cNvSpPr/>
      </dsp:nvSpPr>
      <dsp:spPr>
        <a:xfrm>
          <a:off x="3711227" y="1243277"/>
          <a:ext cx="832321" cy="832321"/>
        </a:xfrm>
        <a:prstGeom prst="rect">
          <a:avLst/>
        </a:prstGeom>
        <a:blipFill rotWithShape="1">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9C2AE8F-E6F0-458E-AA1C-06FA56323184}">
      <dsp:nvSpPr>
        <dsp:cNvPr id="0" name=""/>
        <dsp:cNvSpPr/>
      </dsp:nvSpPr>
      <dsp:spPr>
        <a:xfrm>
          <a:off x="2938357" y="2836579"/>
          <a:ext cx="23780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b="1" kern="1200"/>
            <a:t>Experiment is time consuming. Arrive early</a:t>
          </a:r>
        </a:p>
      </dsp:txBody>
      <dsp:txXfrm>
        <a:off x="2938357" y="2836579"/>
        <a:ext cx="2378062" cy="720000"/>
      </dsp:txXfrm>
    </dsp:sp>
    <dsp:sp modelId="{41391D85-26FD-489D-8E87-84A123821EEA}">
      <dsp:nvSpPr>
        <dsp:cNvPr id="0" name=""/>
        <dsp:cNvSpPr/>
      </dsp:nvSpPr>
      <dsp:spPr>
        <a:xfrm>
          <a:off x="6196302" y="934128"/>
          <a:ext cx="1450618" cy="1450618"/>
        </a:xfrm>
        <a:prstGeom prst="round2DiagRect">
          <a:avLst>
            <a:gd name="adj1" fmla="val 29727"/>
            <a:gd name="adj2" fmla="val 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AA64FE-8CF4-403D-B772-AD46A02A7BD2}">
      <dsp:nvSpPr>
        <dsp:cNvPr id="0" name=""/>
        <dsp:cNvSpPr/>
      </dsp:nvSpPr>
      <dsp:spPr>
        <a:xfrm>
          <a:off x="6505450" y="1243277"/>
          <a:ext cx="832321" cy="832321"/>
        </a:xfrm>
        <a:prstGeom prst="rect">
          <a:avLst/>
        </a:prstGeom>
        <a:blipFill rotWithShape="1">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943FC6E-C790-4D57-A184-2B0EC635EE7B}">
      <dsp:nvSpPr>
        <dsp:cNvPr id="0" name=""/>
        <dsp:cNvSpPr/>
      </dsp:nvSpPr>
      <dsp:spPr>
        <a:xfrm>
          <a:off x="5732580" y="2836579"/>
          <a:ext cx="23780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b="1" kern="1200"/>
            <a:t>When measuring Pressure open valve V6 first and then V7 to prevent steam from entering the manometer.</a:t>
          </a:r>
        </a:p>
      </dsp:txBody>
      <dsp:txXfrm>
        <a:off x="5732580" y="2836579"/>
        <a:ext cx="2378062" cy="720000"/>
      </dsp:txXfrm>
    </dsp:sp>
    <dsp:sp modelId="{B2AB3253-58D6-4A1B-95CD-D7A66D04A737}">
      <dsp:nvSpPr>
        <dsp:cNvPr id="0" name=""/>
        <dsp:cNvSpPr/>
      </dsp:nvSpPr>
      <dsp:spPr>
        <a:xfrm>
          <a:off x="8990526" y="934128"/>
          <a:ext cx="1450618" cy="1450618"/>
        </a:xfrm>
        <a:prstGeom prst="round2DiagRect">
          <a:avLst>
            <a:gd name="adj1" fmla="val 29727"/>
            <a:gd name="adj2" fmla="val 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65A2111-920A-4119-B8D8-0ACAE8AA2E50}">
      <dsp:nvSpPr>
        <dsp:cNvPr id="0" name=""/>
        <dsp:cNvSpPr/>
      </dsp:nvSpPr>
      <dsp:spPr>
        <a:xfrm>
          <a:off x="9299674" y="1243277"/>
          <a:ext cx="832321" cy="83232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D99DF6E-03C1-4CC3-961F-0A1E84CF4BB6}">
      <dsp:nvSpPr>
        <dsp:cNvPr id="0" name=""/>
        <dsp:cNvSpPr/>
      </dsp:nvSpPr>
      <dsp:spPr>
        <a:xfrm>
          <a:off x="8526803" y="2836579"/>
          <a:ext cx="23780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b="1" kern="1200"/>
            <a:t>Do a trial run before starting the actual experiment</a:t>
          </a:r>
        </a:p>
      </dsp:txBody>
      <dsp:txXfrm>
        <a:off x="8526803" y="2836579"/>
        <a:ext cx="2378062" cy="720000"/>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5.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4A3ED06A-E3B9-0047-8050-B794EA99C6AE}" type="datetimeFigureOut">
              <a:rPr lang="en-US" smtClean="0"/>
              <a:pPr/>
              <a:t>10/1/2025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FCFDF244-9769-4A4F-8A52-7801F8D12EA0}" type="slidenum">
              <a:rPr lang="en-US" smtClean="0"/>
              <a:pPr/>
              <a:t>‹#›</a:t>
            </a:fld>
            <a:endParaRPr lang="en-US"/>
          </a:p>
        </p:txBody>
      </p:sp>
    </p:spTree>
    <p:extLst>
      <p:ext uri="{BB962C8B-B14F-4D97-AF65-F5344CB8AC3E}">
        <p14:creationId xmlns:p14="http://schemas.microsoft.com/office/powerpoint/2010/main" val="2287365438"/>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200" b="0" i="0" kern="1200">
        <a:solidFill>
          <a:schemeClr val="tx1"/>
        </a:solidFill>
        <a:latin typeface="Arial" panose="020B0604020202020204" pitchFamily="34" charset="0"/>
        <a:ea typeface="+mn-ea"/>
        <a:cs typeface="+mn-cs"/>
      </a:defRPr>
    </a:lvl2pPr>
    <a:lvl3pPr marL="914400" algn="l" defTabSz="914400" rtl="0" eaLnBrk="1" latinLnBrk="0" hangingPunct="1">
      <a:defRPr sz="1200" b="0" i="0" kern="1200">
        <a:solidFill>
          <a:schemeClr val="tx1"/>
        </a:solidFill>
        <a:latin typeface="Arial" panose="020B0604020202020204" pitchFamily="34" charset="0"/>
        <a:ea typeface="+mn-ea"/>
        <a:cs typeface="+mn-cs"/>
      </a:defRPr>
    </a:lvl3pPr>
    <a:lvl4pPr marL="1371600" algn="l" defTabSz="914400" rtl="0" eaLnBrk="1" latinLnBrk="0" hangingPunct="1">
      <a:defRPr sz="1200" b="0" i="0" kern="1200">
        <a:solidFill>
          <a:schemeClr val="tx1"/>
        </a:solidFill>
        <a:latin typeface="Arial" panose="020B0604020202020204" pitchFamily="34" charset="0"/>
        <a:ea typeface="+mn-ea"/>
        <a:cs typeface="+mn-cs"/>
      </a:defRPr>
    </a:lvl4pPr>
    <a:lvl5pPr marL="1828800" algn="l" defTabSz="914400" rtl="0" eaLnBrk="1" latinLnBrk="0" hangingPunct="1">
      <a:defRPr sz="1200" b="0" i="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1">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4FE3EE1A-FE2A-D841-84E7-BEC666CBB2FF}"/>
              </a:ext>
            </a:extLst>
          </p:cNvPr>
          <p:cNvSpPr>
            <a:spLocks noGrp="1"/>
          </p:cNvSpPr>
          <p:nvPr>
            <p:ph type="pic" sz="quarter" idx="12"/>
          </p:nvPr>
        </p:nvSpPr>
        <p:spPr>
          <a:xfrm>
            <a:off x="-803275" y="0"/>
            <a:ext cx="6248908" cy="6874625"/>
          </a:xfrm>
          <a:custGeom>
            <a:avLst/>
            <a:gdLst>
              <a:gd name="connsiteX0" fmla="*/ 0 w 6858000"/>
              <a:gd name="connsiteY0" fmla="*/ 0 h 6858000"/>
              <a:gd name="connsiteX1" fmla="*/ 6858000 w 6858000"/>
              <a:gd name="connsiteY1" fmla="*/ 0 h 6858000"/>
              <a:gd name="connsiteX2" fmla="*/ 6858000 w 6858000"/>
              <a:gd name="connsiteY2" fmla="*/ 6858000 h 6858000"/>
              <a:gd name="connsiteX3" fmla="*/ 0 w 6858000"/>
              <a:gd name="connsiteY3" fmla="*/ 6858000 h 6858000"/>
              <a:gd name="connsiteX4" fmla="*/ 0 w 6858000"/>
              <a:gd name="connsiteY4" fmla="*/ 0 h 6858000"/>
              <a:gd name="connsiteX0" fmla="*/ 0 w 6858000"/>
              <a:gd name="connsiteY0" fmla="*/ 0 h 6858000"/>
              <a:gd name="connsiteX1" fmla="*/ 4862945 w 6858000"/>
              <a:gd name="connsiteY1" fmla="*/ 0 h 6858000"/>
              <a:gd name="connsiteX2" fmla="*/ 6858000 w 6858000"/>
              <a:gd name="connsiteY2" fmla="*/ 6858000 h 6858000"/>
              <a:gd name="connsiteX3" fmla="*/ 0 w 6858000"/>
              <a:gd name="connsiteY3" fmla="*/ 6858000 h 6858000"/>
              <a:gd name="connsiteX4" fmla="*/ 0 w 6858000"/>
              <a:gd name="connsiteY4" fmla="*/ 0 h 6858000"/>
              <a:gd name="connsiteX0" fmla="*/ 0 w 4862945"/>
              <a:gd name="connsiteY0" fmla="*/ 0 h 6874625"/>
              <a:gd name="connsiteX1" fmla="*/ 4862945 w 4862945"/>
              <a:gd name="connsiteY1" fmla="*/ 0 h 6874625"/>
              <a:gd name="connsiteX2" fmla="*/ 4846320 w 4862945"/>
              <a:gd name="connsiteY2" fmla="*/ 6874625 h 6874625"/>
              <a:gd name="connsiteX3" fmla="*/ 0 w 4862945"/>
              <a:gd name="connsiteY3" fmla="*/ 6858000 h 6874625"/>
              <a:gd name="connsiteX4" fmla="*/ 0 w 4862945"/>
              <a:gd name="connsiteY4" fmla="*/ 0 h 6874625"/>
              <a:gd name="connsiteX0" fmla="*/ 0 w 6130182"/>
              <a:gd name="connsiteY0" fmla="*/ 0 h 6874625"/>
              <a:gd name="connsiteX1" fmla="*/ 4862945 w 6130182"/>
              <a:gd name="connsiteY1" fmla="*/ 0 h 6874625"/>
              <a:gd name="connsiteX2" fmla="*/ 4846320 w 6130182"/>
              <a:gd name="connsiteY2" fmla="*/ 6874625 h 6874625"/>
              <a:gd name="connsiteX3" fmla="*/ 0 w 6130182"/>
              <a:gd name="connsiteY3" fmla="*/ 6858000 h 6874625"/>
              <a:gd name="connsiteX4" fmla="*/ 0 w 6130182"/>
              <a:gd name="connsiteY4" fmla="*/ 0 h 6874625"/>
              <a:gd name="connsiteX0" fmla="*/ 0 w 6248908"/>
              <a:gd name="connsiteY0" fmla="*/ 0 h 6874625"/>
              <a:gd name="connsiteX1" fmla="*/ 4862945 w 6248908"/>
              <a:gd name="connsiteY1" fmla="*/ 0 h 6874625"/>
              <a:gd name="connsiteX2" fmla="*/ 4846320 w 6248908"/>
              <a:gd name="connsiteY2" fmla="*/ 6874625 h 6874625"/>
              <a:gd name="connsiteX3" fmla="*/ 0 w 6248908"/>
              <a:gd name="connsiteY3" fmla="*/ 6858000 h 6874625"/>
              <a:gd name="connsiteX4" fmla="*/ 0 w 6248908"/>
              <a:gd name="connsiteY4" fmla="*/ 0 h 6874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48908" h="6874625">
                <a:moveTo>
                  <a:pt x="0" y="0"/>
                </a:moveTo>
                <a:lnTo>
                  <a:pt x="4862945" y="0"/>
                </a:lnTo>
                <a:cubicBezTo>
                  <a:pt x="5356167" y="479368"/>
                  <a:pt x="7728066" y="3552305"/>
                  <a:pt x="4846320" y="6874625"/>
                </a:cubicBezTo>
                <a:lnTo>
                  <a:pt x="0" y="6858000"/>
                </a:lnTo>
                <a:lnTo>
                  <a:pt x="0" y="0"/>
                </a:lnTo>
                <a:close/>
              </a:path>
            </a:pathLst>
          </a:custGeom>
          <a:pattFill prst="pct20">
            <a:fgClr>
              <a:schemeClr val="accent1"/>
            </a:fgClr>
            <a:bgClr>
              <a:schemeClr val="bg1"/>
            </a:bgClr>
          </a:pattFill>
        </p:spPr>
        <p:txBody>
          <a:bodyPr/>
          <a:lstStyle/>
          <a:p>
            <a:r>
              <a:rPr lang="en-US"/>
              <a:t>Click icon to add picture</a:t>
            </a:r>
          </a:p>
        </p:txBody>
      </p:sp>
      <p:sp>
        <p:nvSpPr>
          <p:cNvPr id="5" name="Title 1">
            <a:extLst>
              <a:ext uri="{FF2B5EF4-FFF2-40B4-BE49-F238E27FC236}">
                <a16:creationId xmlns:a16="http://schemas.microsoft.com/office/drawing/2014/main" id="{BC3BE6E7-8A11-8F4B-B8D2-E622A7A18957}"/>
              </a:ext>
            </a:extLst>
          </p:cNvPr>
          <p:cNvSpPr>
            <a:spLocks noGrp="1"/>
          </p:cNvSpPr>
          <p:nvPr>
            <p:ph type="ctrTitle" hasCustomPrompt="1"/>
          </p:nvPr>
        </p:nvSpPr>
        <p:spPr>
          <a:xfrm>
            <a:off x="6105008" y="2205037"/>
            <a:ext cx="4920343" cy="1655763"/>
          </a:xfrm>
          <a:prstGeom prst="rect">
            <a:avLst/>
          </a:prstGeom>
        </p:spPr>
        <p:txBody>
          <a:bodyPr lIns="0" tIns="0" rIns="0" bIns="0" anchor="t">
            <a:normAutofit/>
          </a:bodyPr>
          <a:lstStyle>
            <a:lvl1pPr algn="l">
              <a:defRPr sz="3600" b="1">
                <a:solidFill>
                  <a:srgbClr val="001E62"/>
                </a:solidFill>
                <a:latin typeface="Arial" panose="020B0604020202020204" pitchFamily="34" charset="0"/>
                <a:cs typeface="Arial" panose="020B0604020202020204" pitchFamily="34" charset="0"/>
              </a:defRPr>
            </a:lvl1pPr>
          </a:lstStyle>
          <a:p>
            <a:r>
              <a:rPr lang="en-US"/>
              <a:t>Your presentation title goes here</a:t>
            </a:r>
            <a:br>
              <a:rPr lang="en-US"/>
            </a:br>
            <a:br>
              <a:rPr lang="en-US"/>
            </a:br>
            <a:endParaRPr lang="en-US"/>
          </a:p>
        </p:txBody>
      </p:sp>
      <p:sp>
        <p:nvSpPr>
          <p:cNvPr id="6" name="Subtitle 2">
            <a:extLst>
              <a:ext uri="{FF2B5EF4-FFF2-40B4-BE49-F238E27FC236}">
                <a16:creationId xmlns:a16="http://schemas.microsoft.com/office/drawing/2014/main" id="{07644AD0-57F7-094F-A3A4-D5E46E4E56D5}"/>
              </a:ext>
            </a:extLst>
          </p:cNvPr>
          <p:cNvSpPr>
            <a:spLocks noGrp="1"/>
          </p:cNvSpPr>
          <p:nvPr>
            <p:ph type="subTitle" idx="1" hasCustomPrompt="1"/>
          </p:nvPr>
        </p:nvSpPr>
        <p:spPr>
          <a:xfrm>
            <a:off x="6105008" y="4099548"/>
            <a:ext cx="4920344" cy="607572"/>
          </a:xfrm>
          <a:prstGeom prst="rect">
            <a:avLst/>
          </a:prstGeom>
        </p:spPr>
        <p:txBody>
          <a:bodyPr lIns="0" tIns="0" rIns="0" bIns="0"/>
          <a:lstStyle>
            <a:lvl1pPr marL="0" indent="0" algn="l">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name(s) here</a:t>
            </a:r>
          </a:p>
        </p:txBody>
      </p:sp>
      <p:pic>
        <p:nvPicPr>
          <p:cNvPr id="7" name="Picture 6">
            <a:extLst>
              <a:ext uri="{FF2B5EF4-FFF2-40B4-BE49-F238E27FC236}">
                <a16:creationId xmlns:a16="http://schemas.microsoft.com/office/drawing/2014/main" id="{D9F05423-983C-0F42-AD62-09CC5937E61B}"/>
              </a:ext>
            </a:extLst>
          </p:cNvPr>
          <p:cNvPicPr>
            <a:picLocks noChangeAspect="1"/>
          </p:cNvPicPr>
          <p:nvPr/>
        </p:nvPicPr>
        <p:blipFill>
          <a:blip r:embed="rId2"/>
          <a:stretch>
            <a:fillRect/>
          </a:stretch>
        </p:blipFill>
        <p:spPr>
          <a:xfrm>
            <a:off x="6096000" y="5300680"/>
            <a:ext cx="3152330" cy="607572"/>
          </a:xfrm>
          <a:prstGeom prst="rect">
            <a:avLst/>
          </a:prstGeom>
        </p:spPr>
      </p:pic>
      <p:sp>
        <p:nvSpPr>
          <p:cNvPr id="8" name="Text Placeholder 9">
            <a:extLst>
              <a:ext uri="{FF2B5EF4-FFF2-40B4-BE49-F238E27FC236}">
                <a16:creationId xmlns:a16="http://schemas.microsoft.com/office/drawing/2014/main" id="{1B81A75D-6185-754B-94A9-530861CEF5ED}"/>
              </a:ext>
            </a:extLst>
          </p:cNvPr>
          <p:cNvSpPr>
            <a:spLocks noGrp="1"/>
          </p:cNvSpPr>
          <p:nvPr>
            <p:ph type="body" sz="quarter" idx="11" hasCustomPrompt="1"/>
          </p:nvPr>
        </p:nvSpPr>
        <p:spPr>
          <a:xfrm>
            <a:off x="6105008" y="1611477"/>
            <a:ext cx="2902358" cy="295275"/>
          </a:xfrm>
          <a:prstGeom prst="rect">
            <a:avLst/>
          </a:prstGeom>
        </p:spPr>
        <p:txBody>
          <a:bodyPr lIns="0" tIns="0" rIns="0" bIns="0"/>
          <a:lstStyle>
            <a:lvl1pPr marL="0" indent="0">
              <a:buFontTx/>
              <a:buNone/>
              <a:defRPr sz="1400" b="1" cap="all" spc="400" baseline="0">
                <a:solidFill>
                  <a:srgbClr val="D50032"/>
                </a:solidFill>
                <a:latin typeface="Arial" panose="020B0604020202020204" pitchFamily="34" charset="0"/>
                <a:cs typeface="Arial" panose="020B0604020202020204" pitchFamily="34" charset="0"/>
              </a:defRPr>
            </a:lvl1pPr>
            <a:lvl2pPr marL="457200" indent="0">
              <a:buFontTx/>
              <a:buNone/>
              <a:defRPr sz="1400" b="1" spc="300">
                <a:solidFill>
                  <a:srgbClr val="D50032"/>
                </a:solidFill>
                <a:latin typeface="Arial" panose="020B0604020202020204" pitchFamily="34" charset="0"/>
                <a:cs typeface="Arial" panose="020B0604020202020204" pitchFamily="34" charset="0"/>
              </a:defRPr>
            </a:lvl2pPr>
          </a:lstStyle>
          <a:p>
            <a:pPr lvl="0"/>
            <a:r>
              <a:rPr lang="en-US"/>
              <a:t>DATE</a:t>
            </a:r>
          </a:p>
        </p:txBody>
      </p:sp>
      <p:pic>
        <p:nvPicPr>
          <p:cNvPr id="9" name="Picture 8">
            <a:extLst>
              <a:ext uri="{FF2B5EF4-FFF2-40B4-BE49-F238E27FC236}">
                <a16:creationId xmlns:a16="http://schemas.microsoft.com/office/drawing/2014/main" id="{CFA93E4F-6F26-3F4A-B98C-D14E3F97D593}"/>
              </a:ext>
            </a:extLst>
          </p:cNvPr>
          <p:cNvPicPr>
            <a:picLocks noChangeAspect="1"/>
          </p:cNvPicPr>
          <p:nvPr userDrawn="1"/>
        </p:nvPicPr>
        <p:blipFill>
          <a:blip r:embed="rId2"/>
          <a:stretch>
            <a:fillRect/>
          </a:stretch>
        </p:blipFill>
        <p:spPr>
          <a:xfrm>
            <a:off x="6096000" y="5300680"/>
            <a:ext cx="3152330" cy="607572"/>
          </a:xfrm>
          <a:prstGeom prst="rect">
            <a:avLst/>
          </a:prstGeom>
        </p:spPr>
      </p:pic>
      <p:sp>
        <p:nvSpPr>
          <p:cNvPr id="20" name="TextBox 19">
            <a:extLst>
              <a:ext uri="{FF2B5EF4-FFF2-40B4-BE49-F238E27FC236}">
                <a16:creationId xmlns:a16="http://schemas.microsoft.com/office/drawing/2014/main" id="{A766D111-EABD-934E-9606-C1FAEE903FAC}"/>
              </a:ext>
            </a:extLst>
          </p:cNvPr>
          <p:cNvSpPr txBox="1"/>
          <p:nvPr userDrawn="1"/>
        </p:nvSpPr>
        <p:spPr>
          <a:xfrm>
            <a:off x="2514600" y="-444500"/>
            <a:ext cx="184731" cy="369332"/>
          </a:xfrm>
          <a:prstGeom prst="rect">
            <a:avLst/>
          </a:prstGeom>
          <a:noFill/>
        </p:spPr>
        <p:txBody>
          <a:bodyPr wrap="none" rtlCol="0">
            <a:spAutoFit/>
          </a:bodyPr>
          <a:lstStyle/>
          <a:p>
            <a:endParaRPr lang="en-US" b="0" i="0">
              <a:latin typeface="Arial" panose="020B0604020202020204" pitchFamily="34" charset="0"/>
            </a:endParaRPr>
          </a:p>
        </p:txBody>
      </p:sp>
    </p:spTree>
    <p:extLst>
      <p:ext uri="{BB962C8B-B14F-4D97-AF65-F5344CB8AC3E}">
        <p14:creationId xmlns:p14="http://schemas.microsoft.com/office/powerpoint/2010/main" val="24841112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2">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DF84B8C-FA91-C54A-BD6B-A1BC753E5B0F}"/>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1" name="Rectangle 10">
            <a:extLst>
              <a:ext uri="{FF2B5EF4-FFF2-40B4-BE49-F238E27FC236}">
                <a16:creationId xmlns:a16="http://schemas.microsoft.com/office/drawing/2014/main" id="{D67D8984-ADB0-3045-B90A-B42AE6A3D17A}"/>
              </a:ext>
            </a:extLst>
          </p:cNvPr>
          <p:cNvSpPr/>
          <p:nvPr userDrawn="1"/>
        </p:nvSpPr>
        <p:spPr>
          <a:xfrm>
            <a:off x="0" y="0"/>
            <a:ext cx="12192000" cy="6858000"/>
          </a:xfrm>
          <a:prstGeom prst="rect">
            <a:avLst/>
          </a:prstGeom>
          <a:solidFill>
            <a:srgbClr val="001E6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b="0" i="0">
              <a:latin typeface="Arial" panose="020B0604020202020204" pitchFamily="34" charset="0"/>
            </a:endParaRPr>
          </a:p>
        </p:txBody>
      </p:sp>
      <p:pic>
        <p:nvPicPr>
          <p:cNvPr id="10" name="Picture 9">
            <a:extLst>
              <a:ext uri="{FF2B5EF4-FFF2-40B4-BE49-F238E27FC236}">
                <a16:creationId xmlns:a16="http://schemas.microsoft.com/office/drawing/2014/main" id="{94D5E7C4-AA3A-714B-AB65-881F761FB1FA}"/>
              </a:ext>
            </a:extLst>
          </p:cNvPr>
          <p:cNvPicPr>
            <a:picLocks noChangeAspect="1"/>
          </p:cNvPicPr>
          <p:nvPr/>
        </p:nvPicPr>
        <p:blipFill>
          <a:blip r:embed="rId2"/>
          <a:stretch>
            <a:fillRect/>
          </a:stretch>
        </p:blipFill>
        <p:spPr>
          <a:xfrm>
            <a:off x="0" y="0"/>
            <a:ext cx="12192000" cy="6858000"/>
          </a:xfrm>
          <a:prstGeom prst="rect">
            <a:avLst/>
          </a:prstGeom>
        </p:spPr>
      </p:pic>
      <p:sp>
        <p:nvSpPr>
          <p:cNvPr id="8" name="Rectangle 7">
            <a:extLst>
              <a:ext uri="{FF2B5EF4-FFF2-40B4-BE49-F238E27FC236}">
                <a16:creationId xmlns:a16="http://schemas.microsoft.com/office/drawing/2014/main" id="{3D1C8BA7-EEFD-584D-BDC5-F7B7AAD50252}"/>
              </a:ext>
            </a:extLst>
          </p:cNvPr>
          <p:cNvSpPr/>
          <p:nvPr/>
        </p:nvSpPr>
        <p:spPr>
          <a:xfrm>
            <a:off x="0" y="0"/>
            <a:ext cx="12192000" cy="6858000"/>
          </a:xfrm>
          <a:prstGeom prst="rect">
            <a:avLst/>
          </a:prstGeom>
          <a:solidFill>
            <a:srgbClr val="001E6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b="0" i="0">
              <a:latin typeface="Arial" panose="020B0604020202020204" pitchFamily="34" charset="0"/>
            </a:endParaRPr>
          </a:p>
        </p:txBody>
      </p:sp>
      <p:sp>
        <p:nvSpPr>
          <p:cNvPr id="4" name="Title 1">
            <a:extLst>
              <a:ext uri="{FF2B5EF4-FFF2-40B4-BE49-F238E27FC236}">
                <a16:creationId xmlns:a16="http://schemas.microsoft.com/office/drawing/2014/main" id="{881D9BB0-FDB4-1643-A5BC-76B17B0E9E7A}"/>
              </a:ext>
            </a:extLst>
          </p:cNvPr>
          <p:cNvSpPr>
            <a:spLocks noGrp="1"/>
          </p:cNvSpPr>
          <p:nvPr>
            <p:ph type="ctrTitle" hasCustomPrompt="1"/>
          </p:nvPr>
        </p:nvSpPr>
        <p:spPr>
          <a:xfrm>
            <a:off x="2815271" y="2289120"/>
            <a:ext cx="6402301" cy="1655763"/>
          </a:xfrm>
          <a:prstGeom prst="rect">
            <a:avLst/>
          </a:prstGeom>
        </p:spPr>
        <p:txBody>
          <a:bodyPr lIns="0" tIns="0" rIns="0" bIns="0" anchor="t">
            <a:normAutofit/>
          </a:bodyPr>
          <a:lstStyle>
            <a:lvl1pPr algn="ctr">
              <a:defRPr sz="5400" b="1">
                <a:solidFill>
                  <a:schemeClr val="bg1"/>
                </a:solidFill>
                <a:latin typeface="Arial" panose="020B0604020202020204" pitchFamily="34" charset="0"/>
                <a:cs typeface="Arial" panose="020B0604020202020204" pitchFamily="34" charset="0"/>
              </a:defRPr>
            </a:lvl1pPr>
          </a:lstStyle>
          <a:p>
            <a:r>
              <a:rPr lang="en-US"/>
              <a:t>Your presentation title goes here</a:t>
            </a:r>
            <a:br>
              <a:rPr lang="en-US"/>
            </a:br>
            <a:br>
              <a:rPr lang="en-US"/>
            </a:br>
            <a:endParaRPr lang="en-US"/>
          </a:p>
        </p:txBody>
      </p:sp>
      <p:sp>
        <p:nvSpPr>
          <p:cNvPr id="5" name="Text Placeholder 9">
            <a:extLst>
              <a:ext uri="{FF2B5EF4-FFF2-40B4-BE49-F238E27FC236}">
                <a16:creationId xmlns:a16="http://schemas.microsoft.com/office/drawing/2014/main" id="{145D1793-C324-2F44-822B-E01A274F1641}"/>
              </a:ext>
            </a:extLst>
          </p:cNvPr>
          <p:cNvSpPr>
            <a:spLocks noGrp="1"/>
          </p:cNvSpPr>
          <p:nvPr>
            <p:ph type="body" sz="quarter" idx="11" hasCustomPrompt="1"/>
          </p:nvPr>
        </p:nvSpPr>
        <p:spPr>
          <a:xfrm>
            <a:off x="4565242" y="1611477"/>
            <a:ext cx="2902358" cy="295275"/>
          </a:xfrm>
          <a:prstGeom prst="rect">
            <a:avLst/>
          </a:prstGeom>
        </p:spPr>
        <p:txBody>
          <a:bodyPr lIns="0" tIns="0" rIns="0" bIns="0">
            <a:normAutofit/>
          </a:bodyPr>
          <a:lstStyle>
            <a:lvl1pPr marL="0" indent="0" algn="ctr">
              <a:buFontTx/>
              <a:buNone/>
              <a:defRPr sz="1800" b="1" cap="all" spc="400" baseline="0">
                <a:solidFill>
                  <a:schemeClr val="bg1"/>
                </a:solidFill>
                <a:latin typeface="Arial" panose="020B0604020202020204" pitchFamily="34" charset="0"/>
                <a:cs typeface="Arial" panose="020B0604020202020204" pitchFamily="34" charset="0"/>
              </a:defRPr>
            </a:lvl1pPr>
            <a:lvl2pPr marL="457200" indent="0">
              <a:buFontTx/>
              <a:buNone/>
              <a:defRPr sz="1400" b="1" spc="300">
                <a:solidFill>
                  <a:srgbClr val="D50032"/>
                </a:solidFill>
                <a:latin typeface="Arial" panose="020B0604020202020204" pitchFamily="34" charset="0"/>
                <a:cs typeface="Arial" panose="020B0604020202020204" pitchFamily="34" charset="0"/>
              </a:defRPr>
            </a:lvl2pPr>
          </a:lstStyle>
          <a:p>
            <a:pPr lvl="0"/>
            <a:r>
              <a:rPr lang="en-US"/>
              <a:t>DATE</a:t>
            </a:r>
          </a:p>
        </p:txBody>
      </p:sp>
      <p:sp>
        <p:nvSpPr>
          <p:cNvPr id="6" name="Subtitle 2">
            <a:extLst>
              <a:ext uri="{FF2B5EF4-FFF2-40B4-BE49-F238E27FC236}">
                <a16:creationId xmlns:a16="http://schemas.microsoft.com/office/drawing/2014/main" id="{12BC1185-857F-BF4F-A097-153EFBDA80F6}"/>
              </a:ext>
            </a:extLst>
          </p:cNvPr>
          <p:cNvSpPr>
            <a:spLocks noGrp="1"/>
          </p:cNvSpPr>
          <p:nvPr>
            <p:ph type="subTitle" idx="1" hasCustomPrompt="1"/>
          </p:nvPr>
        </p:nvSpPr>
        <p:spPr>
          <a:xfrm>
            <a:off x="3635828" y="4195872"/>
            <a:ext cx="4920344" cy="607572"/>
          </a:xfrm>
          <a:prstGeom prst="rect">
            <a:avLst/>
          </a:prstGeom>
        </p:spPr>
        <p:txBody>
          <a:bodyPr lIns="0" tIns="0" rIns="0" bIns="0"/>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name(s) here</a:t>
            </a:r>
          </a:p>
        </p:txBody>
      </p:sp>
      <p:pic>
        <p:nvPicPr>
          <p:cNvPr id="7" name="Picture 6">
            <a:extLst>
              <a:ext uri="{FF2B5EF4-FFF2-40B4-BE49-F238E27FC236}">
                <a16:creationId xmlns:a16="http://schemas.microsoft.com/office/drawing/2014/main" id="{A5D443CC-0BC6-3D4A-A896-85EAC5F854CA}"/>
              </a:ext>
            </a:extLst>
          </p:cNvPr>
          <p:cNvPicPr>
            <a:picLocks noChangeAspect="1"/>
          </p:cNvPicPr>
          <p:nvPr/>
        </p:nvPicPr>
        <p:blipFill>
          <a:blip r:embed="rId3"/>
          <a:stretch>
            <a:fillRect/>
          </a:stretch>
        </p:blipFill>
        <p:spPr>
          <a:xfrm>
            <a:off x="5657850" y="5246523"/>
            <a:ext cx="876300" cy="876300"/>
          </a:xfrm>
          <a:prstGeom prst="rect">
            <a:avLst/>
          </a:prstGeom>
        </p:spPr>
      </p:pic>
      <p:pic>
        <p:nvPicPr>
          <p:cNvPr id="12" name="Picture 11">
            <a:extLst>
              <a:ext uri="{FF2B5EF4-FFF2-40B4-BE49-F238E27FC236}">
                <a16:creationId xmlns:a16="http://schemas.microsoft.com/office/drawing/2014/main" id="{F19FAC25-A7F3-C24E-B4E9-8EC49C30E529}"/>
              </a:ext>
            </a:extLst>
          </p:cNvPr>
          <p:cNvPicPr>
            <a:picLocks noChangeAspect="1"/>
          </p:cNvPicPr>
          <p:nvPr userDrawn="1"/>
        </p:nvPicPr>
        <p:blipFill>
          <a:blip r:embed="rId3"/>
          <a:stretch>
            <a:fillRect/>
          </a:stretch>
        </p:blipFill>
        <p:spPr>
          <a:xfrm>
            <a:off x="5657850" y="5246523"/>
            <a:ext cx="876300" cy="876300"/>
          </a:xfrm>
          <a:prstGeom prst="rect">
            <a:avLst/>
          </a:prstGeom>
        </p:spPr>
      </p:pic>
    </p:spTree>
    <p:extLst>
      <p:ext uri="{BB962C8B-B14F-4D97-AF65-F5344CB8AC3E}">
        <p14:creationId xmlns:p14="http://schemas.microsoft.com/office/powerpoint/2010/main" val="4579005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3">
    <p:bg>
      <p:bgPr>
        <a:solidFill>
          <a:srgbClr val="D5003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35D4C-E2BA-FC41-B781-35F9710CC052}"/>
              </a:ext>
            </a:extLst>
          </p:cNvPr>
          <p:cNvSpPr>
            <a:spLocks noGrp="1"/>
          </p:cNvSpPr>
          <p:nvPr>
            <p:ph type="ctrTitle" hasCustomPrompt="1"/>
          </p:nvPr>
        </p:nvSpPr>
        <p:spPr>
          <a:xfrm>
            <a:off x="1732705" y="2205037"/>
            <a:ext cx="5876785" cy="1655763"/>
          </a:xfrm>
          <a:prstGeom prst="rect">
            <a:avLst/>
          </a:prstGeom>
        </p:spPr>
        <p:txBody>
          <a:bodyPr lIns="0" tIns="0" rIns="0" bIns="0" anchor="t">
            <a:normAutofit/>
          </a:bodyPr>
          <a:lstStyle>
            <a:lvl1pPr algn="l">
              <a:defRPr sz="5400" b="1">
                <a:solidFill>
                  <a:schemeClr val="bg1"/>
                </a:solidFill>
                <a:latin typeface="Arial" panose="020B0604020202020204" pitchFamily="34" charset="0"/>
                <a:cs typeface="Arial" panose="020B0604020202020204" pitchFamily="34" charset="0"/>
              </a:defRPr>
            </a:lvl1pPr>
          </a:lstStyle>
          <a:p>
            <a:r>
              <a:rPr lang="en-US"/>
              <a:t>Your presentation title goes here</a:t>
            </a:r>
            <a:br>
              <a:rPr lang="en-US"/>
            </a:br>
            <a:br>
              <a:rPr lang="en-US"/>
            </a:br>
            <a:endParaRPr lang="en-US"/>
          </a:p>
        </p:txBody>
      </p:sp>
      <p:sp>
        <p:nvSpPr>
          <p:cNvPr id="3" name="Subtitle 2">
            <a:extLst>
              <a:ext uri="{FF2B5EF4-FFF2-40B4-BE49-F238E27FC236}">
                <a16:creationId xmlns:a16="http://schemas.microsoft.com/office/drawing/2014/main" id="{CF14086E-82B4-ED47-AD55-AB40607C0484}"/>
              </a:ext>
            </a:extLst>
          </p:cNvPr>
          <p:cNvSpPr>
            <a:spLocks noGrp="1"/>
          </p:cNvSpPr>
          <p:nvPr>
            <p:ph type="subTitle" idx="1" hasCustomPrompt="1"/>
          </p:nvPr>
        </p:nvSpPr>
        <p:spPr>
          <a:xfrm>
            <a:off x="1732705" y="4099548"/>
            <a:ext cx="5876784" cy="607572"/>
          </a:xfrm>
          <a:prstGeom prst="rect">
            <a:avLst/>
          </a:prstGeom>
        </p:spPr>
        <p:txBody>
          <a:bodyPr lIns="0" tIns="0" rIns="0" bIns="0"/>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name(s) here</a:t>
            </a:r>
          </a:p>
        </p:txBody>
      </p:sp>
      <p:sp>
        <p:nvSpPr>
          <p:cNvPr id="4" name="Text Placeholder 9">
            <a:extLst>
              <a:ext uri="{FF2B5EF4-FFF2-40B4-BE49-F238E27FC236}">
                <a16:creationId xmlns:a16="http://schemas.microsoft.com/office/drawing/2014/main" id="{20A15A9D-096D-4642-BCED-084CA3DB7794}"/>
              </a:ext>
            </a:extLst>
          </p:cNvPr>
          <p:cNvSpPr>
            <a:spLocks noGrp="1"/>
          </p:cNvSpPr>
          <p:nvPr>
            <p:ph type="body" sz="quarter" idx="11" hasCustomPrompt="1"/>
          </p:nvPr>
        </p:nvSpPr>
        <p:spPr>
          <a:xfrm>
            <a:off x="1732705" y="4945868"/>
            <a:ext cx="2902358" cy="295275"/>
          </a:xfrm>
          <a:prstGeom prst="rect">
            <a:avLst/>
          </a:prstGeom>
        </p:spPr>
        <p:txBody>
          <a:bodyPr lIns="0" tIns="0" rIns="0" bIns="0"/>
          <a:lstStyle>
            <a:lvl1pPr marL="0" indent="0">
              <a:buFontTx/>
              <a:buNone/>
              <a:defRPr sz="1400" b="1" cap="all" spc="400" baseline="0">
                <a:solidFill>
                  <a:schemeClr val="bg1"/>
                </a:solidFill>
                <a:latin typeface="Arial" panose="020B0604020202020204" pitchFamily="34" charset="0"/>
                <a:cs typeface="Arial" panose="020B0604020202020204" pitchFamily="34" charset="0"/>
              </a:defRPr>
            </a:lvl1pPr>
            <a:lvl2pPr marL="457200" indent="0">
              <a:buFontTx/>
              <a:buNone/>
              <a:defRPr sz="1400" b="1" spc="300">
                <a:solidFill>
                  <a:srgbClr val="D50032"/>
                </a:solidFill>
                <a:latin typeface="Arial" panose="020B0604020202020204" pitchFamily="34" charset="0"/>
                <a:cs typeface="Arial" panose="020B0604020202020204" pitchFamily="34" charset="0"/>
              </a:defRPr>
            </a:lvl2pPr>
          </a:lstStyle>
          <a:p>
            <a:pPr lvl="0"/>
            <a:r>
              <a:rPr lang="en-US"/>
              <a:t>DATE</a:t>
            </a:r>
          </a:p>
        </p:txBody>
      </p:sp>
      <p:pic>
        <p:nvPicPr>
          <p:cNvPr id="5" name="Picture 4">
            <a:extLst>
              <a:ext uri="{FF2B5EF4-FFF2-40B4-BE49-F238E27FC236}">
                <a16:creationId xmlns:a16="http://schemas.microsoft.com/office/drawing/2014/main" id="{BF33A904-EC83-5743-9E0B-7E8D3EF4724E}"/>
              </a:ext>
            </a:extLst>
          </p:cNvPr>
          <p:cNvPicPr>
            <a:picLocks noChangeAspect="1"/>
          </p:cNvPicPr>
          <p:nvPr/>
        </p:nvPicPr>
        <p:blipFill rotWithShape="1">
          <a:blip r:embed="rId2"/>
          <a:srcRect l="13534" t="1686" r="76195" b="71329"/>
          <a:stretch/>
        </p:blipFill>
        <p:spPr>
          <a:xfrm>
            <a:off x="1650124" y="115614"/>
            <a:ext cx="1252234" cy="1850675"/>
          </a:xfrm>
          <a:prstGeom prst="rect">
            <a:avLst/>
          </a:prstGeom>
        </p:spPr>
      </p:pic>
      <p:pic>
        <p:nvPicPr>
          <p:cNvPr id="7" name="Picture 6">
            <a:extLst>
              <a:ext uri="{FF2B5EF4-FFF2-40B4-BE49-F238E27FC236}">
                <a16:creationId xmlns:a16="http://schemas.microsoft.com/office/drawing/2014/main" id="{67278586-14BC-D246-91E3-D3363FB09E18}"/>
              </a:ext>
            </a:extLst>
          </p:cNvPr>
          <p:cNvPicPr>
            <a:picLocks noChangeAspect="1"/>
          </p:cNvPicPr>
          <p:nvPr/>
        </p:nvPicPr>
        <p:blipFill>
          <a:blip r:embed="rId3"/>
          <a:stretch>
            <a:fillRect/>
          </a:stretch>
        </p:blipFill>
        <p:spPr>
          <a:xfrm>
            <a:off x="8577469" y="5865392"/>
            <a:ext cx="3091621" cy="595871"/>
          </a:xfrm>
          <a:prstGeom prst="rect">
            <a:avLst/>
          </a:prstGeom>
        </p:spPr>
      </p:pic>
      <p:pic>
        <p:nvPicPr>
          <p:cNvPr id="8" name="Picture 7">
            <a:extLst>
              <a:ext uri="{FF2B5EF4-FFF2-40B4-BE49-F238E27FC236}">
                <a16:creationId xmlns:a16="http://schemas.microsoft.com/office/drawing/2014/main" id="{E828457E-57CF-E648-BAF2-42E9BED8C4C8}"/>
              </a:ext>
            </a:extLst>
          </p:cNvPr>
          <p:cNvPicPr>
            <a:picLocks noChangeAspect="1"/>
          </p:cNvPicPr>
          <p:nvPr userDrawn="1"/>
        </p:nvPicPr>
        <p:blipFill rotWithShape="1">
          <a:blip r:embed="rId2"/>
          <a:srcRect l="13534" t="1686" r="76195" b="71329"/>
          <a:stretch/>
        </p:blipFill>
        <p:spPr>
          <a:xfrm>
            <a:off x="1650124" y="115614"/>
            <a:ext cx="1252234" cy="1850675"/>
          </a:xfrm>
          <a:prstGeom prst="rect">
            <a:avLst/>
          </a:prstGeom>
        </p:spPr>
      </p:pic>
      <p:pic>
        <p:nvPicPr>
          <p:cNvPr id="9" name="Picture 8">
            <a:extLst>
              <a:ext uri="{FF2B5EF4-FFF2-40B4-BE49-F238E27FC236}">
                <a16:creationId xmlns:a16="http://schemas.microsoft.com/office/drawing/2014/main" id="{46EDB8EA-EADE-B64F-8B29-2877668CCB48}"/>
              </a:ext>
            </a:extLst>
          </p:cNvPr>
          <p:cNvPicPr>
            <a:picLocks noChangeAspect="1"/>
          </p:cNvPicPr>
          <p:nvPr userDrawn="1"/>
        </p:nvPicPr>
        <p:blipFill>
          <a:blip r:embed="rId3"/>
          <a:stretch>
            <a:fillRect/>
          </a:stretch>
        </p:blipFill>
        <p:spPr>
          <a:xfrm>
            <a:off x="8577469" y="5865392"/>
            <a:ext cx="3091621" cy="595871"/>
          </a:xfrm>
          <a:prstGeom prst="rect">
            <a:avLst/>
          </a:prstGeom>
        </p:spPr>
      </p:pic>
    </p:spTree>
    <p:extLst>
      <p:ext uri="{BB962C8B-B14F-4D97-AF65-F5344CB8AC3E}">
        <p14:creationId xmlns:p14="http://schemas.microsoft.com/office/powerpoint/2010/main" val="22040571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10" name="Title Placeholder 1">
            <a:extLst>
              <a:ext uri="{FF2B5EF4-FFF2-40B4-BE49-F238E27FC236}">
                <a16:creationId xmlns:a16="http://schemas.microsoft.com/office/drawing/2014/main" id="{AE95BB1C-7367-174E-86AC-B5EAD9C7E3EB}"/>
              </a:ext>
            </a:extLst>
          </p:cNvPr>
          <p:cNvSpPr>
            <a:spLocks noGrp="1"/>
          </p:cNvSpPr>
          <p:nvPr>
            <p:ph type="title"/>
          </p:nvPr>
        </p:nvSpPr>
        <p:spPr>
          <a:xfrm>
            <a:off x="571499" y="427475"/>
            <a:ext cx="11048999" cy="811005"/>
          </a:xfrm>
          <a:prstGeom prst="rect">
            <a:avLst/>
          </a:prstGeom>
        </p:spPr>
        <p:txBody>
          <a:bodyPr vert="horz" lIns="0" tIns="0" rIns="0" bIns="0" rtlCol="0" anchor="t">
            <a:normAutofit/>
          </a:bodyPr>
          <a:lstStyle/>
          <a:p>
            <a:r>
              <a:rPr lang="en-US"/>
              <a:t>Click to edit Master title style</a:t>
            </a:r>
          </a:p>
        </p:txBody>
      </p:sp>
      <p:sp>
        <p:nvSpPr>
          <p:cNvPr id="12" name="Text Placeholder 2">
            <a:extLst>
              <a:ext uri="{FF2B5EF4-FFF2-40B4-BE49-F238E27FC236}">
                <a16:creationId xmlns:a16="http://schemas.microsoft.com/office/drawing/2014/main" id="{13923FF0-91A2-FC4E-B343-37CB42E6761F}"/>
              </a:ext>
            </a:extLst>
          </p:cNvPr>
          <p:cNvSpPr>
            <a:spLocks noGrp="1"/>
          </p:cNvSpPr>
          <p:nvPr>
            <p:ph idx="1"/>
          </p:nvPr>
        </p:nvSpPr>
        <p:spPr>
          <a:xfrm>
            <a:off x="571500" y="1437126"/>
            <a:ext cx="11049000" cy="449070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
        <p:nvSpPr>
          <p:cNvPr id="3" name="Footer Placeholder 2">
            <a:extLst>
              <a:ext uri="{FF2B5EF4-FFF2-40B4-BE49-F238E27FC236}">
                <a16:creationId xmlns:a16="http://schemas.microsoft.com/office/drawing/2014/main" id="{B3F16DF5-01AC-754C-98B2-5EA64B833BB0}"/>
              </a:ext>
            </a:extLst>
          </p:cNvPr>
          <p:cNvSpPr>
            <a:spLocks noGrp="1"/>
          </p:cNvSpPr>
          <p:nvPr>
            <p:ph type="ftr" sz="quarter" idx="10"/>
          </p:nvPr>
        </p:nvSpPr>
        <p:spPr/>
        <p:txBody>
          <a:bodyPr/>
          <a:lstStyle/>
          <a:p>
            <a:r>
              <a:rPr lang="en-US"/>
              <a:t>College/Department/Presentation Name</a:t>
            </a:r>
          </a:p>
        </p:txBody>
      </p:sp>
    </p:spTree>
    <p:extLst>
      <p:ext uri="{BB962C8B-B14F-4D97-AF65-F5344CB8AC3E}">
        <p14:creationId xmlns:p14="http://schemas.microsoft.com/office/powerpoint/2010/main" val="1960948324"/>
      </p:ext>
    </p:extLst>
  </p:cSld>
  <p:clrMapOvr>
    <a:masterClrMapping/>
  </p:clrMapOvr>
  <p:extLst>
    <p:ext uri="{DCECCB84-F9BA-43D5-87BE-67443E8EF086}">
      <p15:sldGuideLst xmlns:p15="http://schemas.microsoft.com/office/powerpoint/2012/main">
        <p15:guide id="3" orient="horz" pos="264">
          <p15:clr>
            <a:srgbClr val="FBAE40"/>
          </p15:clr>
        </p15:guide>
        <p15:guide id="4" pos="3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18F257AB-AF45-934E-BFF1-AE4DC3D9D764}"/>
              </a:ext>
            </a:extLst>
          </p:cNvPr>
          <p:cNvSpPr>
            <a:spLocks noGrp="1"/>
          </p:cNvSpPr>
          <p:nvPr>
            <p:ph type="title"/>
          </p:nvPr>
        </p:nvSpPr>
        <p:spPr>
          <a:xfrm>
            <a:off x="571499" y="427475"/>
            <a:ext cx="11048999" cy="811005"/>
          </a:xfrm>
          <a:prstGeom prst="rect">
            <a:avLst/>
          </a:prstGeom>
        </p:spPr>
        <p:txBody>
          <a:bodyPr vert="horz" lIns="0" tIns="0" rIns="0" bIns="0" rtlCol="0" anchor="t">
            <a:normAutofit/>
          </a:bodyPr>
          <a:lstStyle/>
          <a:p>
            <a:r>
              <a:rPr lang="en-US"/>
              <a:t>Click to edit Master title style</a:t>
            </a:r>
          </a:p>
        </p:txBody>
      </p:sp>
      <p:sp>
        <p:nvSpPr>
          <p:cNvPr id="15" name="Text Placeholder 2">
            <a:extLst>
              <a:ext uri="{FF2B5EF4-FFF2-40B4-BE49-F238E27FC236}">
                <a16:creationId xmlns:a16="http://schemas.microsoft.com/office/drawing/2014/main" id="{4F372C3B-4935-CC40-AD8B-F5A0EA68A95A}"/>
              </a:ext>
            </a:extLst>
          </p:cNvPr>
          <p:cNvSpPr>
            <a:spLocks noGrp="1"/>
          </p:cNvSpPr>
          <p:nvPr>
            <p:ph idx="1"/>
          </p:nvPr>
        </p:nvSpPr>
        <p:spPr>
          <a:xfrm>
            <a:off x="571500" y="1437126"/>
            <a:ext cx="5257800" cy="449070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
        <p:nvSpPr>
          <p:cNvPr id="17" name="Text Placeholder 2">
            <a:extLst>
              <a:ext uri="{FF2B5EF4-FFF2-40B4-BE49-F238E27FC236}">
                <a16:creationId xmlns:a16="http://schemas.microsoft.com/office/drawing/2014/main" id="{9959763C-470E-8D47-8354-F06F0B2376C3}"/>
              </a:ext>
            </a:extLst>
          </p:cNvPr>
          <p:cNvSpPr>
            <a:spLocks noGrp="1"/>
          </p:cNvSpPr>
          <p:nvPr>
            <p:ph idx="10"/>
          </p:nvPr>
        </p:nvSpPr>
        <p:spPr>
          <a:xfrm>
            <a:off x="6388100" y="1437126"/>
            <a:ext cx="5257800" cy="449070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
        <p:nvSpPr>
          <p:cNvPr id="2" name="Footer Placeholder 1">
            <a:extLst>
              <a:ext uri="{FF2B5EF4-FFF2-40B4-BE49-F238E27FC236}">
                <a16:creationId xmlns:a16="http://schemas.microsoft.com/office/drawing/2014/main" id="{C5E7EF66-5690-E042-9372-0EEDCB01E7C0}"/>
              </a:ext>
            </a:extLst>
          </p:cNvPr>
          <p:cNvSpPr>
            <a:spLocks noGrp="1"/>
          </p:cNvSpPr>
          <p:nvPr>
            <p:ph type="ftr" sz="quarter" idx="11"/>
          </p:nvPr>
        </p:nvSpPr>
        <p:spPr/>
        <p:txBody>
          <a:bodyPr/>
          <a:lstStyle/>
          <a:p>
            <a:r>
              <a:rPr lang="en-US"/>
              <a:t>College/Department/Presentation Name</a:t>
            </a:r>
          </a:p>
        </p:txBody>
      </p:sp>
    </p:spTree>
    <p:extLst>
      <p:ext uri="{BB962C8B-B14F-4D97-AF65-F5344CB8AC3E}">
        <p14:creationId xmlns:p14="http://schemas.microsoft.com/office/powerpoint/2010/main" val="700077938"/>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2F6C8-2EBB-C945-9D96-59D1AC7D5F51}"/>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CBEFCDC9-0012-9940-B483-68070FCFA483}"/>
              </a:ext>
            </a:extLst>
          </p:cNvPr>
          <p:cNvSpPr>
            <a:spLocks noGrp="1"/>
          </p:cNvSpPr>
          <p:nvPr>
            <p:ph idx="1"/>
          </p:nvPr>
        </p:nvSpPr>
        <p:spPr>
          <a:xfrm>
            <a:off x="571500" y="1437126"/>
            <a:ext cx="11049000" cy="449070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
        <p:nvSpPr>
          <p:cNvPr id="4" name="Footer Placeholder 3">
            <a:extLst>
              <a:ext uri="{FF2B5EF4-FFF2-40B4-BE49-F238E27FC236}">
                <a16:creationId xmlns:a16="http://schemas.microsoft.com/office/drawing/2014/main" id="{57A52CA9-3359-964B-B846-8B297BC676A2}"/>
              </a:ext>
            </a:extLst>
          </p:cNvPr>
          <p:cNvSpPr>
            <a:spLocks noGrp="1"/>
          </p:cNvSpPr>
          <p:nvPr>
            <p:ph type="ftr" sz="quarter" idx="10"/>
          </p:nvPr>
        </p:nvSpPr>
        <p:spPr/>
        <p:txBody>
          <a:bodyPr/>
          <a:lstStyle/>
          <a:p>
            <a:r>
              <a:rPr lang="en-US"/>
              <a:t>College/Department/Presentation Name</a:t>
            </a:r>
          </a:p>
        </p:txBody>
      </p:sp>
    </p:spTree>
    <p:extLst>
      <p:ext uri="{BB962C8B-B14F-4D97-AF65-F5344CB8AC3E}">
        <p14:creationId xmlns:p14="http://schemas.microsoft.com/office/powerpoint/2010/main" val="3035397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DFD562A-841F-164A-BD9C-341DA56A807C}"/>
              </a:ext>
            </a:extLst>
          </p:cNvPr>
          <p:cNvSpPr>
            <a:spLocks noGrp="1"/>
          </p:cNvSpPr>
          <p:nvPr>
            <p:ph type="title"/>
          </p:nvPr>
        </p:nvSpPr>
        <p:spPr/>
        <p:txBody>
          <a:bodyPr/>
          <a:lstStyle/>
          <a:p>
            <a:r>
              <a:rPr lang="en-US"/>
              <a:t>Click to edit Master title style</a:t>
            </a:r>
          </a:p>
        </p:txBody>
      </p:sp>
      <p:sp>
        <p:nvSpPr>
          <p:cNvPr id="2" name="Footer Placeholder 1">
            <a:extLst>
              <a:ext uri="{FF2B5EF4-FFF2-40B4-BE49-F238E27FC236}">
                <a16:creationId xmlns:a16="http://schemas.microsoft.com/office/drawing/2014/main" id="{5A3D1445-9D6D-964A-AC7A-DE437353B560}"/>
              </a:ext>
            </a:extLst>
          </p:cNvPr>
          <p:cNvSpPr>
            <a:spLocks noGrp="1"/>
          </p:cNvSpPr>
          <p:nvPr>
            <p:ph type="ftr" sz="quarter" idx="10"/>
          </p:nvPr>
        </p:nvSpPr>
        <p:spPr/>
        <p:txBody>
          <a:bodyPr/>
          <a:lstStyle/>
          <a:p>
            <a:r>
              <a:rPr lang="en-US"/>
              <a:t>College/Department/Presentation Name</a:t>
            </a:r>
          </a:p>
        </p:txBody>
      </p:sp>
    </p:spTree>
    <p:extLst>
      <p:ext uri="{BB962C8B-B14F-4D97-AF65-F5344CB8AC3E}">
        <p14:creationId xmlns:p14="http://schemas.microsoft.com/office/powerpoint/2010/main" val="42709358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6670E8F9-5D9E-104F-82AD-62803F277A1F}"/>
              </a:ext>
            </a:extLst>
          </p:cNvPr>
          <p:cNvCxnSpPr/>
          <p:nvPr/>
        </p:nvCxnSpPr>
        <p:spPr>
          <a:xfrm>
            <a:off x="6096000" y="1030014"/>
            <a:ext cx="0" cy="4750676"/>
          </a:xfrm>
          <a:prstGeom prst="line">
            <a:avLst/>
          </a:prstGeom>
          <a:ln>
            <a:solidFill>
              <a:srgbClr val="D50032"/>
            </a:solidFill>
          </a:ln>
        </p:spPr>
        <p:style>
          <a:lnRef idx="1">
            <a:schemeClr val="dk1"/>
          </a:lnRef>
          <a:fillRef idx="0">
            <a:schemeClr val="dk1"/>
          </a:fillRef>
          <a:effectRef idx="0">
            <a:schemeClr val="dk1"/>
          </a:effectRef>
          <a:fontRef idx="minor">
            <a:schemeClr val="tx1"/>
          </a:fontRef>
        </p:style>
      </p:cxnSp>
      <p:sp>
        <p:nvSpPr>
          <p:cNvPr id="7" name="Text Placeholder 9">
            <a:extLst>
              <a:ext uri="{FF2B5EF4-FFF2-40B4-BE49-F238E27FC236}">
                <a16:creationId xmlns:a16="http://schemas.microsoft.com/office/drawing/2014/main" id="{4152CFAA-0912-6041-857E-9E2DB17FF3E5}"/>
              </a:ext>
            </a:extLst>
          </p:cNvPr>
          <p:cNvSpPr>
            <a:spLocks noGrp="1"/>
          </p:cNvSpPr>
          <p:nvPr>
            <p:ph type="body" sz="quarter" idx="12" hasCustomPrompt="1"/>
          </p:nvPr>
        </p:nvSpPr>
        <p:spPr>
          <a:xfrm>
            <a:off x="6926811" y="1439648"/>
            <a:ext cx="4350773" cy="1228725"/>
          </a:xfrm>
          <a:prstGeom prst="rect">
            <a:avLst/>
          </a:prstGeom>
        </p:spPr>
        <p:txBody>
          <a:bodyPr>
            <a:normAutofit/>
          </a:bodyPr>
          <a:lstStyle>
            <a:lvl1pPr>
              <a:defRPr sz="3600" b="1">
                <a:solidFill>
                  <a:srgbClr val="001E62"/>
                </a:solidFill>
              </a:defRPr>
            </a:lvl1pPr>
          </a:lstStyle>
          <a:p>
            <a:pPr lvl="0"/>
            <a:r>
              <a:rPr lang="en-US"/>
              <a:t>Headline goes here and here</a:t>
            </a:r>
          </a:p>
        </p:txBody>
      </p:sp>
      <p:sp>
        <p:nvSpPr>
          <p:cNvPr id="8" name="Content Placeholder 11">
            <a:extLst>
              <a:ext uri="{FF2B5EF4-FFF2-40B4-BE49-F238E27FC236}">
                <a16:creationId xmlns:a16="http://schemas.microsoft.com/office/drawing/2014/main" id="{4534FDD0-98EB-0E4B-BA13-8EFEC697F5A6}"/>
              </a:ext>
            </a:extLst>
          </p:cNvPr>
          <p:cNvSpPr>
            <a:spLocks noGrp="1"/>
          </p:cNvSpPr>
          <p:nvPr>
            <p:ph sz="quarter" idx="13"/>
          </p:nvPr>
        </p:nvSpPr>
        <p:spPr>
          <a:xfrm>
            <a:off x="6926262" y="2759720"/>
            <a:ext cx="4351333" cy="2911475"/>
          </a:xfrm>
          <a:prstGeom prst="rect">
            <a:avLst/>
          </a:prstGeo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p:txBody>
      </p:sp>
      <p:sp>
        <p:nvSpPr>
          <p:cNvPr id="11" name="Picture Placeholder 4">
            <a:extLst>
              <a:ext uri="{FF2B5EF4-FFF2-40B4-BE49-F238E27FC236}">
                <a16:creationId xmlns:a16="http://schemas.microsoft.com/office/drawing/2014/main" id="{2AE6B37B-7A9E-AC4A-8603-521DF936A0CE}"/>
              </a:ext>
            </a:extLst>
          </p:cNvPr>
          <p:cNvSpPr>
            <a:spLocks noGrp="1"/>
          </p:cNvSpPr>
          <p:nvPr>
            <p:ph type="pic" sz="quarter" idx="10"/>
          </p:nvPr>
        </p:nvSpPr>
        <p:spPr>
          <a:xfrm>
            <a:off x="571500" y="996585"/>
            <a:ext cx="4838700" cy="4864830"/>
          </a:xfrm>
          <a:custGeom>
            <a:avLst/>
            <a:gdLst>
              <a:gd name="connsiteX0" fmla="*/ 2686415 w 5372830"/>
              <a:gd name="connsiteY0" fmla="*/ 0 h 5372830"/>
              <a:gd name="connsiteX1" fmla="*/ 5372830 w 5372830"/>
              <a:gd name="connsiteY1" fmla="*/ 2686415 h 5372830"/>
              <a:gd name="connsiteX2" fmla="*/ 2686415 w 5372830"/>
              <a:gd name="connsiteY2" fmla="*/ 5372830 h 5372830"/>
              <a:gd name="connsiteX3" fmla="*/ 0 w 5372830"/>
              <a:gd name="connsiteY3" fmla="*/ 2686415 h 5372830"/>
              <a:gd name="connsiteX4" fmla="*/ 2686415 w 5372830"/>
              <a:gd name="connsiteY4" fmla="*/ 0 h 53728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2830" h="5372830">
                <a:moveTo>
                  <a:pt x="2686415" y="0"/>
                </a:moveTo>
                <a:cubicBezTo>
                  <a:pt x="4170081" y="0"/>
                  <a:pt x="5372830" y="1202749"/>
                  <a:pt x="5372830" y="2686415"/>
                </a:cubicBezTo>
                <a:cubicBezTo>
                  <a:pt x="5372830" y="4170081"/>
                  <a:pt x="4170081" y="5372830"/>
                  <a:pt x="2686415" y="5372830"/>
                </a:cubicBezTo>
                <a:cubicBezTo>
                  <a:pt x="1202749" y="5372830"/>
                  <a:pt x="0" y="4170081"/>
                  <a:pt x="0" y="2686415"/>
                </a:cubicBezTo>
                <a:cubicBezTo>
                  <a:pt x="0" y="1202749"/>
                  <a:pt x="1202749" y="0"/>
                  <a:pt x="2686415" y="0"/>
                </a:cubicBezTo>
                <a:close/>
              </a:path>
            </a:pathLst>
          </a:custGeom>
          <a:pattFill prst="pct20">
            <a:fgClr>
              <a:srgbClr val="D50032"/>
            </a:fgClr>
            <a:bgClr>
              <a:schemeClr val="bg1"/>
            </a:bgClr>
          </a:pattFill>
        </p:spPr>
        <p:txBody>
          <a:bodyPr wrap="square" anchor="ctr">
            <a:noAutofit/>
          </a:bodyPr>
          <a:lstStyle>
            <a:lvl1pPr marL="0" indent="0" algn="ctr">
              <a:buNone/>
              <a:defRPr sz="1200"/>
            </a:lvl1pPr>
          </a:lstStyle>
          <a:p>
            <a:r>
              <a:rPr lang="en-US"/>
              <a:t>Click icon to add picture</a:t>
            </a:r>
            <a:endParaRPr lang="id-ID"/>
          </a:p>
        </p:txBody>
      </p:sp>
      <p:cxnSp>
        <p:nvCxnSpPr>
          <p:cNvPr id="9" name="Straight Connector 8">
            <a:extLst>
              <a:ext uri="{FF2B5EF4-FFF2-40B4-BE49-F238E27FC236}">
                <a16:creationId xmlns:a16="http://schemas.microsoft.com/office/drawing/2014/main" id="{E503B19A-E5F1-7849-87E8-BC837A98B735}"/>
              </a:ext>
            </a:extLst>
          </p:cNvPr>
          <p:cNvCxnSpPr/>
          <p:nvPr userDrawn="1"/>
        </p:nvCxnSpPr>
        <p:spPr>
          <a:xfrm>
            <a:off x="6096000" y="1030014"/>
            <a:ext cx="0" cy="4750676"/>
          </a:xfrm>
          <a:prstGeom prst="line">
            <a:avLst/>
          </a:prstGeom>
          <a:ln>
            <a:solidFill>
              <a:srgbClr val="D50032"/>
            </a:solidFill>
          </a:ln>
        </p:spPr>
        <p:style>
          <a:lnRef idx="1">
            <a:schemeClr val="dk1"/>
          </a:lnRef>
          <a:fillRef idx="0">
            <a:schemeClr val="dk1"/>
          </a:fillRef>
          <a:effectRef idx="0">
            <a:schemeClr val="dk1"/>
          </a:effectRef>
          <a:fontRef idx="minor">
            <a:schemeClr val="tx1"/>
          </a:fontRef>
        </p:style>
      </p:cxnSp>
      <p:sp>
        <p:nvSpPr>
          <p:cNvPr id="2" name="Footer Placeholder 1">
            <a:extLst>
              <a:ext uri="{FF2B5EF4-FFF2-40B4-BE49-F238E27FC236}">
                <a16:creationId xmlns:a16="http://schemas.microsoft.com/office/drawing/2014/main" id="{FCAA305B-15BF-6C42-8F96-6626A688DEAD}"/>
              </a:ext>
            </a:extLst>
          </p:cNvPr>
          <p:cNvSpPr>
            <a:spLocks noGrp="1"/>
          </p:cNvSpPr>
          <p:nvPr>
            <p:ph type="ftr" sz="quarter" idx="14"/>
          </p:nvPr>
        </p:nvSpPr>
        <p:spPr/>
        <p:txBody>
          <a:bodyPr/>
          <a:lstStyle/>
          <a:p>
            <a:r>
              <a:rPr lang="en-US"/>
              <a:t>College/Department/Presentation Name</a:t>
            </a:r>
          </a:p>
        </p:txBody>
      </p:sp>
    </p:spTree>
    <p:extLst>
      <p:ext uri="{BB962C8B-B14F-4D97-AF65-F5344CB8AC3E}">
        <p14:creationId xmlns:p14="http://schemas.microsoft.com/office/powerpoint/2010/main" val="22074834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68475C8-B220-2F40-8250-A8DABF108741}"/>
              </a:ext>
            </a:extLst>
          </p:cNvPr>
          <p:cNvPicPr>
            <a:picLocks noChangeAspect="1"/>
          </p:cNvPicPr>
          <p:nvPr/>
        </p:nvPicPr>
        <p:blipFill rotWithShape="1">
          <a:blip r:embed="rId2"/>
          <a:srcRect t="-2" r="80192" b="1"/>
          <a:stretch/>
        </p:blipFill>
        <p:spPr>
          <a:xfrm>
            <a:off x="0" y="1"/>
            <a:ext cx="2414954" cy="6857999"/>
          </a:xfrm>
          <a:prstGeom prst="rect">
            <a:avLst/>
          </a:prstGeom>
        </p:spPr>
      </p:pic>
      <p:sp>
        <p:nvSpPr>
          <p:cNvPr id="3" name="Rectangle 2">
            <a:extLst>
              <a:ext uri="{FF2B5EF4-FFF2-40B4-BE49-F238E27FC236}">
                <a16:creationId xmlns:a16="http://schemas.microsoft.com/office/drawing/2014/main" id="{DCE3E459-9CC3-0140-8DAD-816081458959}"/>
              </a:ext>
            </a:extLst>
          </p:cNvPr>
          <p:cNvSpPr/>
          <p:nvPr userDrawn="1"/>
        </p:nvSpPr>
        <p:spPr>
          <a:xfrm>
            <a:off x="196645" y="6439768"/>
            <a:ext cx="304800" cy="3077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7" name="TextBox 6">
            <a:extLst>
              <a:ext uri="{FF2B5EF4-FFF2-40B4-BE49-F238E27FC236}">
                <a16:creationId xmlns:a16="http://schemas.microsoft.com/office/drawing/2014/main" id="{E0F14035-00BE-DA4B-8DEA-5CF7088969E9}"/>
              </a:ext>
            </a:extLst>
          </p:cNvPr>
          <p:cNvSpPr txBox="1"/>
          <p:nvPr userDrawn="1"/>
        </p:nvSpPr>
        <p:spPr>
          <a:xfrm>
            <a:off x="157317" y="6409911"/>
            <a:ext cx="601579" cy="307777"/>
          </a:xfrm>
          <a:prstGeom prst="rect">
            <a:avLst/>
          </a:prstGeom>
          <a:noFill/>
        </p:spPr>
        <p:txBody>
          <a:bodyPr wrap="square" rtlCol="0">
            <a:spAutoFit/>
          </a:bodyPr>
          <a:lstStyle/>
          <a:p>
            <a:fld id="{3165C24F-D5A7-7547-9DA1-2768CBD8B2AD}" type="slidenum">
              <a:rPr lang="en-US" sz="1400" b="1" smtClean="0">
                <a:solidFill>
                  <a:schemeClr val="accent2"/>
                </a:solidFill>
                <a:latin typeface="Arial" panose="020B0604020202020204" pitchFamily="34" charset="0"/>
                <a:cs typeface="Arial" panose="020B0604020202020204" pitchFamily="34" charset="0"/>
              </a:rPr>
              <a:t>‹#›</a:t>
            </a:fld>
            <a:endParaRPr lang="en-US" sz="1400" b="1">
              <a:solidFill>
                <a:schemeClr val="accent2"/>
              </a:solidFill>
              <a:latin typeface="Arial" panose="020B0604020202020204" pitchFamily="34" charset="0"/>
              <a:cs typeface="Arial" panose="020B0604020202020204" pitchFamily="34" charset="0"/>
            </a:endParaRPr>
          </a:p>
        </p:txBody>
      </p:sp>
      <p:sp>
        <p:nvSpPr>
          <p:cNvPr id="10" name="Text Placeholder 9">
            <a:extLst>
              <a:ext uri="{FF2B5EF4-FFF2-40B4-BE49-F238E27FC236}">
                <a16:creationId xmlns:a16="http://schemas.microsoft.com/office/drawing/2014/main" id="{EDD3743E-57E4-804E-B8B7-FE965FD0802B}"/>
              </a:ext>
            </a:extLst>
          </p:cNvPr>
          <p:cNvSpPr>
            <a:spLocks noGrp="1"/>
          </p:cNvSpPr>
          <p:nvPr>
            <p:ph type="body" sz="quarter" idx="12" hasCustomPrompt="1"/>
          </p:nvPr>
        </p:nvSpPr>
        <p:spPr>
          <a:xfrm>
            <a:off x="5637229" y="1439648"/>
            <a:ext cx="5948313" cy="1228725"/>
          </a:xfrm>
          <a:prstGeom prst="rect">
            <a:avLst/>
          </a:prstGeom>
        </p:spPr>
        <p:txBody>
          <a:bodyPr>
            <a:normAutofit/>
          </a:bodyPr>
          <a:lstStyle>
            <a:lvl1pPr>
              <a:defRPr sz="3600" b="1">
                <a:solidFill>
                  <a:srgbClr val="001E62"/>
                </a:solidFill>
              </a:defRPr>
            </a:lvl1pPr>
          </a:lstStyle>
          <a:p>
            <a:pPr lvl="0"/>
            <a:r>
              <a:rPr lang="en-US"/>
              <a:t>Headline goes here and here</a:t>
            </a:r>
          </a:p>
        </p:txBody>
      </p:sp>
      <p:sp>
        <p:nvSpPr>
          <p:cNvPr id="11" name="Content Placeholder 11">
            <a:extLst>
              <a:ext uri="{FF2B5EF4-FFF2-40B4-BE49-F238E27FC236}">
                <a16:creationId xmlns:a16="http://schemas.microsoft.com/office/drawing/2014/main" id="{8CD0619C-95A7-664C-8775-F34BF89EE6A4}"/>
              </a:ext>
            </a:extLst>
          </p:cNvPr>
          <p:cNvSpPr>
            <a:spLocks noGrp="1"/>
          </p:cNvSpPr>
          <p:nvPr>
            <p:ph sz="quarter" idx="13"/>
          </p:nvPr>
        </p:nvSpPr>
        <p:spPr>
          <a:xfrm>
            <a:off x="5637230" y="2759720"/>
            <a:ext cx="5948312" cy="3169740"/>
          </a:xfrm>
          <a:prstGeom prst="rect">
            <a:avLst/>
          </a:prstGeom>
        </p:spPr>
        <p:txBody>
          <a:bodyPr/>
          <a:lstStyle>
            <a:lvl1pPr>
              <a:lnSpc>
                <a:spcPct val="100000"/>
              </a:lnSpc>
              <a:defRPr/>
            </a:lvl1pPr>
            <a:lvl2pPr>
              <a:lnSpc>
                <a:spcPct val="100000"/>
              </a:lnSpc>
              <a:defRPr/>
            </a:lvl2pPr>
            <a:lvl3pPr>
              <a:lnSpc>
                <a:spcPct val="100000"/>
              </a:lnSpc>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8" name="Picture Placeholder 9">
            <a:extLst>
              <a:ext uri="{FF2B5EF4-FFF2-40B4-BE49-F238E27FC236}">
                <a16:creationId xmlns:a16="http://schemas.microsoft.com/office/drawing/2014/main" id="{F74CC7FA-159A-A245-AC24-50F9BEA24315}"/>
              </a:ext>
            </a:extLst>
          </p:cNvPr>
          <p:cNvSpPr>
            <a:spLocks noGrp="1"/>
          </p:cNvSpPr>
          <p:nvPr>
            <p:ph type="pic" sz="quarter" idx="11"/>
          </p:nvPr>
        </p:nvSpPr>
        <p:spPr>
          <a:xfrm>
            <a:off x="839435" y="1439648"/>
            <a:ext cx="3859565" cy="3970552"/>
          </a:xfrm>
          <a:custGeom>
            <a:avLst/>
            <a:gdLst>
              <a:gd name="connsiteX0" fmla="*/ 0 w 3181350"/>
              <a:gd name="connsiteY0" fmla="*/ 0 h 3181350"/>
              <a:gd name="connsiteX1" fmla="*/ 3181350 w 3181350"/>
              <a:gd name="connsiteY1" fmla="*/ 0 h 3181350"/>
              <a:gd name="connsiteX2" fmla="*/ 3181350 w 3181350"/>
              <a:gd name="connsiteY2" fmla="*/ 3181350 h 3181350"/>
              <a:gd name="connsiteX3" fmla="*/ 0 w 3181350"/>
              <a:gd name="connsiteY3" fmla="*/ 3181350 h 3181350"/>
            </a:gdLst>
            <a:ahLst/>
            <a:cxnLst>
              <a:cxn ang="0">
                <a:pos x="connsiteX0" y="connsiteY0"/>
              </a:cxn>
              <a:cxn ang="0">
                <a:pos x="connsiteX1" y="connsiteY1"/>
              </a:cxn>
              <a:cxn ang="0">
                <a:pos x="connsiteX2" y="connsiteY2"/>
              </a:cxn>
              <a:cxn ang="0">
                <a:pos x="connsiteX3" y="connsiteY3"/>
              </a:cxn>
            </a:cxnLst>
            <a:rect l="l" t="t" r="r" b="b"/>
            <a:pathLst>
              <a:path w="3181350" h="3181350">
                <a:moveTo>
                  <a:pt x="0" y="0"/>
                </a:moveTo>
                <a:lnTo>
                  <a:pt x="3181350" y="0"/>
                </a:lnTo>
                <a:lnTo>
                  <a:pt x="3181350" y="3181350"/>
                </a:lnTo>
                <a:lnTo>
                  <a:pt x="0" y="3181350"/>
                </a:lnTo>
                <a:close/>
              </a:path>
            </a:pathLst>
          </a:custGeom>
          <a:pattFill prst="pct20">
            <a:fgClr>
              <a:schemeClr val="accent1"/>
            </a:fgClr>
            <a:bgClr>
              <a:schemeClr val="bg1"/>
            </a:bgClr>
          </a:pattFill>
        </p:spPr>
        <p:txBody>
          <a:bodyPr wrap="square" anchor="ctr">
            <a:noAutofit/>
          </a:bodyPr>
          <a:lstStyle>
            <a:lvl1pPr marL="0" indent="0" algn="ctr">
              <a:buNone/>
              <a:defRPr sz="1200"/>
            </a:lvl1pPr>
          </a:lstStyle>
          <a:p>
            <a:r>
              <a:rPr lang="en-US"/>
              <a:t>Click icon to add picture</a:t>
            </a:r>
            <a:endParaRPr lang="id-ID"/>
          </a:p>
        </p:txBody>
      </p:sp>
      <p:sp>
        <p:nvSpPr>
          <p:cNvPr id="2" name="Footer Placeholder 1">
            <a:extLst>
              <a:ext uri="{FF2B5EF4-FFF2-40B4-BE49-F238E27FC236}">
                <a16:creationId xmlns:a16="http://schemas.microsoft.com/office/drawing/2014/main" id="{9F20A646-7949-4A45-83F2-C982BA44660D}"/>
              </a:ext>
            </a:extLst>
          </p:cNvPr>
          <p:cNvSpPr>
            <a:spLocks noGrp="1"/>
          </p:cNvSpPr>
          <p:nvPr>
            <p:ph type="ftr" sz="quarter" idx="14"/>
          </p:nvPr>
        </p:nvSpPr>
        <p:spPr>
          <a:xfrm>
            <a:off x="5637229" y="6419410"/>
            <a:ext cx="4114800" cy="365125"/>
          </a:xfrm>
        </p:spPr>
        <p:txBody>
          <a:bodyPr/>
          <a:lstStyle/>
          <a:p>
            <a:r>
              <a:rPr lang="en-US"/>
              <a:t>College/Department/Presentation Name</a:t>
            </a:r>
          </a:p>
        </p:txBody>
      </p:sp>
    </p:spTree>
    <p:extLst>
      <p:ext uri="{BB962C8B-B14F-4D97-AF65-F5344CB8AC3E}">
        <p14:creationId xmlns:p14="http://schemas.microsoft.com/office/powerpoint/2010/main" val="31542342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709CDF7-6D7C-E843-B704-0D26734AE631}"/>
              </a:ext>
            </a:extLst>
          </p:cNvPr>
          <p:cNvPicPr>
            <a:picLocks noChangeAspect="1"/>
          </p:cNvPicPr>
          <p:nvPr userDrawn="1"/>
        </p:nvPicPr>
        <p:blipFill rotWithShape="1">
          <a:blip r:embed="rId2"/>
          <a:srcRect t="65897" r="80192"/>
          <a:stretch/>
        </p:blipFill>
        <p:spPr>
          <a:xfrm>
            <a:off x="9097108" y="3791960"/>
            <a:ext cx="2414954" cy="2338753"/>
          </a:xfrm>
          <a:prstGeom prst="rect">
            <a:avLst/>
          </a:prstGeom>
        </p:spPr>
      </p:pic>
      <p:sp>
        <p:nvSpPr>
          <p:cNvPr id="9" name="Picture Placeholder 8">
            <a:extLst>
              <a:ext uri="{FF2B5EF4-FFF2-40B4-BE49-F238E27FC236}">
                <a16:creationId xmlns:a16="http://schemas.microsoft.com/office/drawing/2014/main" id="{821B9663-D2FB-0A47-B820-68385720A808}"/>
              </a:ext>
            </a:extLst>
          </p:cNvPr>
          <p:cNvSpPr>
            <a:spLocks noGrp="1"/>
          </p:cNvSpPr>
          <p:nvPr>
            <p:ph type="pic" sz="quarter" idx="10"/>
          </p:nvPr>
        </p:nvSpPr>
        <p:spPr>
          <a:xfrm>
            <a:off x="6362702" y="1437125"/>
            <a:ext cx="4679887" cy="4218683"/>
          </a:xfrm>
          <a:prstGeom prst="rect">
            <a:avLst/>
          </a:prstGeom>
          <a:pattFill prst="pct20">
            <a:fgClr>
              <a:srgbClr val="D50032"/>
            </a:fgClr>
            <a:bgClr>
              <a:schemeClr val="bg1"/>
            </a:bgClr>
          </a:pattFill>
        </p:spPr>
        <p:txBody>
          <a:bodyPr/>
          <a:lstStyle/>
          <a:p>
            <a:r>
              <a:rPr lang="en-US"/>
              <a:t>Click icon to add picture</a:t>
            </a:r>
          </a:p>
        </p:txBody>
      </p:sp>
      <p:sp>
        <p:nvSpPr>
          <p:cNvPr id="10" name="Title Placeholder 1">
            <a:extLst>
              <a:ext uri="{FF2B5EF4-FFF2-40B4-BE49-F238E27FC236}">
                <a16:creationId xmlns:a16="http://schemas.microsoft.com/office/drawing/2014/main" id="{2CF2F6AE-C3BD-8C44-BCE8-28FA6E40252B}"/>
              </a:ext>
            </a:extLst>
          </p:cNvPr>
          <p:cNvSpPr>
            <a:spLocks noGrp="1"/>
          </p:cNvSpPr>
          <p:nvPr>
            <p:ph type="title"/>
          </p:nvPr>
        </p:nvSpPr>
        <p:spPr>
          <a:xfrm>
            <a:off x="571499" y="427475"/>
            <a:ext cx="11048999" cy="811005"/>
          </a:xfrm>
          <a:prstGeom prst="rect">
            <a:avLst/>
          </a:prstGeom>
        </p:spPr>
        <p:txBody>
          <a:bodyPr vert="horz" lIns="0" tIns="0" rIns="0" bIns="0" rtlCol="0" anchor="t">
            <a:normAutofit/>
          </a:bodyPr>
          <a:lstStyle/>
          <a:p>
            <a:r>
              <a:rPr lang="en-US"/>
              <a:t>Click to edit Master title style</a:t>
            </a:r>
          </a:p>
        </p:txBody>
      </p:sp>
      <p:sp>
        <p:nvSpPr>
          <p:cNvPr id="12" name="Text Placeholder 2">
            <a:extLst>
              <a:ext uri="{FF2B5EF4-FFF2-40B4-BE49-F238E27FC236}">
                <a16:creationId xmlns:a16="http://schemas.microsoft.com/office/drawing/2014/main" id="{DA79375B-0A10-644E-AB71-8BC27B044BBA}"/>
              </a:ext>
            </a:extLst>
          </p:cNvPr>
          <p:cNvSpPr>
            <a:spLocks noGrp="1"/>
          </p:cNvSpPr>
          <p:nvPr>
            <p:ph idx="1"/>
          </p:nvPr>
        </p:nvSpPr>
        <p:spPr>
          <a:xfrm>
            <a:off x="571500" y="1437126"/>
            <a:ext cx="5524500" cy="449070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
        <p:nvSpPr>
          <p:cNvPr id="2" name="Footer Placeholder 1">
            <a:extLst>
              <a:ext uri="{FF2B5EF4-FFF2-40B4-BE49-F238E27FC236}">
                <a16:creationId xmlns:a16="http://schemas.microsoft.com/office/drawing/2014/main" id="{33339FA9-D484-2141-9711-92A12FFDCAA3}"/>
              </a:ext>
            </a:extLst>
          </p:cNvPr>
          <p:cNvSpPr>
            <a:spLocks noGrp="1"/>
          </p:cNvSpPr>
          <p:nvPr>
            <p:ph type="ftr" sz="quarter" idx="11"/>
          </p:nvPr>
        </p:nvSpPr>
        <p:spPr/>
        <p:txBody>
          <a:bodyPr/>
          <a:lstStyle/>
          <a:p>
            <a:r>
              <a:rPr lang="en-US"/>
              <a:t>College/Department/Presentation Name</a:t>
            </a:r>
          </a:p>
        </p:txBody>
      </p:sp>
    </p:spTree>
    <p:extLst>
      <p:ext uri="{BB962C8B-B14F-4D97-AF65-F5344CB8AC3E}">
        <p14:creationId xmlns:p14="http://schemas.microsoft.com/office/powerpoint/2010/main" val="10805149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6">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DD96AAD-EBAE-3C45-9A74-FE321ADD86E9}"/>
              </a:ext>
            </a:extLst>
          </p:cNvPr>
          <p:cNvPicPr>
            <a:picLocks noChangeAspect="1"/>
          </p:cNvPicPr>
          <p:nvPr/>
        </p:nvPicPr>
        <p:blipFill rotWithShape="1">
          <a:blip r:embed="rId2"/>
          <a:srcRect l="14776" t="88158" r="80191" b="1"/>
          <a:stretch/>
        </p:blipFill>
        <p:spPr>
          <a:xfrm rot="5400000">
            <a:off x="11507447" y="2192742"/>
            <a:ext cx="613620" cy="812045"/>
          </a:xfrm>
          <a:prstGeom prst="rect">
            <a:avLst/>
          </a:prstGeom>
        </p:spPr>
      </p:pic>
      <p:pic>
        <p:nvPicPr>
          <p:cNvPr id="7" name="Picture 6">
            <a:extLst>
              <a:ext uri="{FF2B5EF4-FFF2-40B4-BE49-F238E27FC236}">
                <a16:creationId xmlns:a16="http://schemas.microsoft.com/office/drawing/2014/main" id="{811B2469-2EB4-F84E-A129-5FBD41497F05}"/>
              </a:ext>
            </a:extLst>
          </p:cNvPr>
          <p:cNvPicPr>
            <a:picLocks noChangeAspect="1"/>
          </p:cNvPicPr>
          <p:nvPr/>
        </p:nvPicPr>
        <p:blipFill rotWithShape="1">
          <a:blip r:embed="rId2"/>
          <a:srcRect l="14776" t="88158" r="80191" b="1"/>
          <a:stretch/>
        </p:blipFill>
        <p:spPr>
          <a:xfrm rot="5400000">
            <a:off x="117451" y="2192743"/>
            <a:ext cx="613620" cy="812045"/>
          </a:xfrm>
          <a:prstGeom prst="rect">
            <a:avLst/>
          </a:prstGeom>
        </p:spPr>
      </p:pic>
      <p:sp>
        <p:nvSpPr>
          <p:cNvPr id="8" name="Title 1">
            <a:extLst>
              <a:ext uri="{FF2B5EF4-FFF2-40B4-BE49-F238E27FC236}">
                <a16:creationId xmlns:a16="http://schemas.microsoft.com/office/drawing/2014/main" id="{E3063953-EAE8-4743-B6C7-C20C322B3AD4}"/>
              </a:ext>
            </a:extLst>
          </p:cNvPr>
          <p:cNvSpPr>
            <a:spLocks noGrp="1"/>
          </p:cNvSpPr>
          <p:nvPr>
            <p:ph type="title" hasCustomPrompt="1"/>
          </p:nvPr>
        </p:nvSpPr>
        <p:spPr>
          <a:xfrm>
            <a:off x="588579" y="430105"/>
            <a:ext cx="11035861" cy="766989"/>
          </a:xfrm>
          <a:prstGeom prst="rect">
            <a:avLst/>
          </a:prstGeom>
        </p:spPr>
        <p:txBody>
          <a:bodyPr lIns="0" tIns="0" rIns="0" bIns="0" anchor="t"/>
          <a:lstStyle>
            <a:lvl1pPr algn="ctr">
              <a:defRPr/>
            </a:lvl1pPr>
          </a:lstStyle>
          <a:p>
            <a:r>
              <a:rPr lang="en-US"/>
              <a:t>Slide Title</a:t>
            </a:r>
          </a:p>
        </p:txBody>
      </p:sp>
      <p:sp>
        <p:nvSpPr>
          <p:cNvPr id="14" name="Text Placeholder 13">
            <a:extLst>
              <a:ext uri="{FF2B5EF4-FFF2-40B4-BE49-F238E27FC236}">
                <a16:creationId xmlns:a16="http://schemas.microsoft.com/office/drawing/2014/main" id="{4CA3B2DB-E136-9F42-8824-29B39C9C739D}"/>
              </a:ext>
            </a:extLst>
          </p:cNvPr>
          <p:cNvSpPr>
            <a:spLocks noGrp="1"/>
          </p:cNvSpPr>
          <p:nvPr>
            <p:ph type="body" sz="quarter" idx="14" hasCustomPrompt="1"/>
          </p:nvPr>
        </p:nvSpPr>
        <p:spPr>
          <a:xfrm>
            <a:off x="4770106" y="4108974"/>
            <a:ext cx="2608263" cy="438150"/>
          </a:xfrm>
          <a:prstGeom prst="rect">
            <a:avLst/>
          </a:prstGeom>
        </p:spPr>
        <p:txBody>
          <a:bodyPr/>
          <a:lstStyle>
            <a:lvl1pPr marL="0" marR="0" indent="0" algn="ctr" defTabSz="914400" rtl="0" eaLnBrk="1" fontAlgn="auto" latinLnBrk="0" hangingPunct="1">
              <a:lnSpc>
                <a:spcPct val="90000"/>
              </a:lnSpc>
              <a:spcBef>
                <a:spcPts val="1000"/>
              </a:spcBef>
              <a:spcAft>
                <a:spcPts val="0"/>
              </a:spcAft>
              <a:buClrTx/>
              <a:buSzTx/>
              <a:buFontTx/>
              <a:buNone/>
              <a:tabLst/>
              <a:defRPr sz="1800" b="1" i="0" baseline="0">
                <a:solidFill>
                  <a:schemeClr val="accent2"/>
                </a:solidFill>
              </a:defRPr>
            </a:lvl1pPr>
          </a:lstStyle>
          <a:p>
            <a:pPr algn="ctr"/>
            <a:r>
              <a:rPr lang="en-US" b="1">
                <a:solidFill>
                  <a:srgbClr val="001E62"/>
                </a:solidFill>
                <a:latin typeface="Arial" panose="020B0604020202020204" pitchFamily="34" charset="0"/>
                <a:cs typeface="Arial" panose="020B0604020202020204" pitchFamily="34" charset="0"/>
              </a:rPr>
              <a:t>Caption goes here</a:t>
            </a:r>
          </a:p>
        </p:txBody>
      </p:sp>
      <p:sp>
        <p:nvSpPr>
          <p:cNvPr id="17" name="Text Placeholder 13">
            <a:extLst>
              <a:ext uri="{FF2B5EF4-FFF2-40B4-BE49-F238E27FC236}">
                <a16:creationId xmlns:a16="http://schemas.microsoft.com/office/drawing/2014/main" id="{17F8106A-D2FC-2D47-99D6-D88B0EE4E5A6}"/>
              </a:ext>
            </a:extLst>
          </p:cNvPr>
          <p:cNvSpPr>
            <a:spLocks noGrp="1"/>
          </p:cNvSpPr>
          <p:nvPr>
            <p:ph type="body" sz="quarter" idx="16" hasCustomPrompt="1"/>
          </p:nvPr>
        </p:nvSpPr>
        <p:spPr>
          <a:xfrm>
            <a:off x="1121932" y="4108974"/>
            <a:ext cx="2608263" cy="438150"/>
          </a:xfrm>
          <a:prstGeom prst="rect">
            <a:avLst/>
          </a:prstGeom>
        </p:spPr>
        <p:txBody>
          <a:bodyPr>
            <a:normAutofit/>
          </a:bodyPr>
          <a:lstStyle>
            <a:lvl1pPr marL="0" marR="0" indent="0" algn="ctr" defTabSz="914400" rtl="0" eaLnBrk="1" fontAlgn="auto" latinLnBrk="0" hangingPunct="1">
              <a:lnSpc>
                <a:spcPct val="90000"/>
              </a:lnSpc>
              <a:spcBef>
                <a:spcPts val="1000"/>
              </a:spcBef>
              <a:spcAft>
                <a:spcPts val="0"/>
              </a:spcAft>
              <a:buClrTx/>
              <a:buSzTx/>
              <a:buFontTx/>
              <a:buNone/>
              <a:tabLst/>
              <a:defRPr sz="1800" b="1" i="0" baseline="0">
                <a:solidFill>
                  <a:schemeClr val="accent2"/>
                </a:solidFill>
                <a:latin typeface="Arial" panose="020B0604020202020204" pitchFamily="34" charset="0"/>
                <a:cs typeface="Arial" panose="020B0604020202020204" pitchFamily="34" charset="0"/>
              </a:defRPr>
            </a:lvl1pPr>
          </a:lstStyle>
          <a:p>
            <a:pPr algn="ctr"/>
            <a:r>
              <a:rPr lang="en-US" b="1">
                <a:solidFill>
                  <a:srgbClr val="001E62"/>
                </a:solidFill>
                <a:latin typeface="Arial" panose="020B0604020202020204" pitchFamily="34" charset="0"/>
                <a:cs typeface="Arial" panose="020B0604020202020204" pitchFamily="34" charset="0"/>
              </a:rPr>
              <a:t>Caption goes here</a:t>
            </a:r>
          </a:p>
        </p:txBody>
      </p:sp>
      <p:sp>
        <p:nvSpPr>
          <p:cNvPr id="19" name="Text Placeholder 13">
            <a:extLst>
              <a:ext uri="{FF2B5EF4-FFF2-40B4-BE49-F238E27FC236}">
                <a16:creationId xmlns:a16="http://schemas.microsoft.com/office/drawing/2014/main" id="{AB39890F-DEC5-6E46-8FE0-5701F842F9B2}"/>
              </a:ext>
            </a:extLst>
          </p:cNvPr>
          <p:cNvSpPr>
            <a:spLocks noGrp="1"/>
          </p:cNvSpPr>
          <p:nvPr>
            <p:ph type="body" sz="quarter" idx="18" hasCustomPrompt="1"/>
          </p:nvPr>
        </p:nvSpPr>
        <p:spPr>
          <a:xfrm>
            <a:off x="8455986" y="4108974"/>
            <a:ext cx="2608263" cy="438150"/>
          </a:xfrm>
          <a:prstGeom prst="rect">
            <a:avLst/>
          </a:prstGeom>
        </p:spPr>
        <p:txBody>
          <a:bodyPr/>
          <a:lstStyle>
            <a:lvl1pPr marL="0" marR="0" indent="0" algn="ctr" defTabSz="914400" rtl="0" eaLnBrk="1" fontAlgn="auto" latinLnBrk="0" hangingPunct="1">
              <a:lnSpc>
                <a:spcPct val="90000"/>
              </a:lnSpc>
              <a:spcBef>
                <a:spcPts val="1000"/>
              </a:spcBef>
              <a:spcAft>
                <a:spcPts val="0"/>
              </a:spcAft>
              <a:buClrTx/>
              <a:buSzTx/>
              <a:buFontTx/>
              <a:buNone/>
              <a:tabLst/>
              <a:defRPr sz="1800" b="1" i="0" baseline="0">
                <a:solidFill>
                  <a:schemeClr val="accent2"/>
                </a:solidFill>
              </a:defRPr>
            </a:lvl1pPr>
          </a:lstStyle>
          <a:p>
            <a:pPr algn="ctr"/>
            <a:r>
              <a:rPr lang="en-US" b="1">
                <a:solidFill>
                  <a:srgbClr val="001E62"/>
                </a:solidFill>
                <a:latin typeface="Arial" panose="020B0604020202020204" pitchFamily="34" charset="0"/>
                <a:cs typeface="Arial" panose="020B0604020202020204" pitchFamily="34" charset="0"/>
              </a:rPr>
              <a:t>Caption goes here</a:t>
            </a:r>
          </a:p>
        </p:txBody>
      </p:sp>
      <p:sp>
        <p:nvSpPr>
          <p:cNvPr id="20" name="Picture Placeholder 4">
            <a:extLst>
              <a:ext uri="{FF2B5EF4-FFF2-40B4-BE49-F238E27FC236}">
                <a16:creationId xmlns:a16="http://schemas.microsoft.com/office/drawing/2014/main" id="{0DA7729A-D4ED-284D-9571-BE3BCD72FD3E}"/>
              </a:ext>
            </a:extLst>
          </p:cNvPr>
          <p:cNvSpPr>
            <a:spLocks noGrp="1"/>
          </p:cNvSpPr>
          <p:nvPr>
            <p:ph type="pic" sz="quarter" idx="11" hasCustomPrompt="1"/>
          </p:nvPr>
        </p:nvSpPr>
        <p:spPr>
          <a:xfrm>
            <a:off x="1094112" y="1294401"/>
            <a:ext cx="2629795" cy="2608727"/>
          </a:xfrm>
          <a:custGeom>
            <a:avLst/>
            <a:gdLst>
              <a:gd name="connsiteX0" fmla="*/ 2686415 w 5372830"/>
              <a:gd name="connsiteY0" fmla="*/ 0 h 5372830"/>
              <a:gd name="connsiteX1" fmla="*/ 5372830 w 5372830"/>
              <a:gd name="connsiteY1" fmla="*/ 2686415 h 5372830"/>
              <a:gd name="connsiteX2" fmla="*/ 2686415 w 5372830"/>
              <a:gd name="connsiteY2" fmla="*/ 5372830 h 5372830"/>
              <a:gd name="connsiteX3" fmla="*/ 0 w 5372830"/>
              <a:gd name="connsiteY3" fmla="*/ 2686415 h 5372830"/>
              <a:gd name="connsiteX4" fmla="*/ 2686415 w 5372830"/>
              <a:gd name="connsiteY4" fmla="*/ 0 h 53728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2830" h="5372830">
                <a:moveTo>
                  <a:pt x="2686415" y="0"/>
                </a:moveTo>
                <a:cubicBezTo>
                  <a:pt x="4170081" y="0"/>
                  <a:pt x="5372830" y="1202749"/>
                  <a:pt x="5372830" y="2686415"/>
                </a:cubicBezTo>
                <a:cubicBezTo>
                  <a:pt x="5372830" y="4170081"/>
                  <a:pt x="4170081" y="5372830"/>
                  <a:pt x="2686415" y="5372830"/>
                </a:cubicBezTo>
                <a:cubicBezTo>
                  <a:pt x="1202749" y="5372830"/>
                  <a:pt x="0" y="4170081"/>
                  <a:pt x="0" y="2686415"/>
                </a:cubicBezTo>
                <a:cubicBezTo>
                  <a:pt x="0" y="1202749"/>
                  <a:pt x="1202749" y="0"/>
                  <a:pt x="2686415" y="0"/>
                </a:cubicBezTo>
                <a:close/>
              </a:path>
            </a:pathLst>
          </a:custGeom>
          <a:pattFill prst="pct20">
            <a:fgClr>
              <a:srgbClr val="D50032"/>
            </a:fgClr>
            <a:bgClr>
              <a:schemeClr val="bg1"/>
            </a:bgClr>
          </a:pattFill>
        </p:spPr>
        <p:txBody>
          <a:bodyPr wrap="square" anchor="ctr">
            <a:noAutofit/>
          </a:bodyPr>
          <a:lstStyle>
            <a:lvl1pPr marL="0" indent="0" algn="ctr">
              <a:buNone/>
              <a:defRPr sz="1200"/>
            </a:lvl1pPr>
          </a:lstStyle>
          <a:p>
            <a:r>
              <a:rPr lang="id-ID" err="1"/>
              <a:t>Click</a:t>
            </a:r>
            <a:r>
              <a:rPr lang="id-ID"/>
              <a:t> </a:t>
            </a:r>
            <a:r>
              <a:rPr lang="id-ID" err="1"/>
              <a:t>to</a:t>
            </a:r>
            <a:r>
              <a:rPr lang="id-ID"/>
              <a:t> </a:t>
            </a:r>
            <a:r>
              <a:rPr lang="id-ID" err="1"/>
              <a:t>add</a:t>
            </a:r>
            <a:r>
              <a:rPr lang="id-ID"/>
              <a:t> </a:t>
            </a:r>
            <a:r>
              <a:rPr lang="id-ID" err="1"/>
              <a:t>photo</a:t>
            </a:r>
            <a:endParaRPr lang="id-ID"/>
          </a:p>
        </p:txBody>
      </p:sp>
      <p:sp>
        <p:nvSpPr>
          <p:cNvPr id="21" name="Picture Placeholder 4">
            <a:extLst>
              <a:ext uri="{FF2B5EF4-FFF2-40B4-BE49-F238E27FC236}">
                <a16:creationId xmlns:a16="http://schemas.microsoft.com/office/drawing/2014/main" id="{AC3DB5E5-FC54-CA41-88A0-0AA6CAECA36F}"/>
              </a:ext>
            </a:extLst>
          </p:cNvPr>
          <p:cNvSpPr>
            <a:spLocks noGrp="1"/>
          </p:cNvSpPr>
          <p:nvPr>
            <p:ph type="pic" sz="quarter" idx="19" hasCustomPrompt="1"/>
          </p:nvPr>
        </p:nvSpPr>
        <p:spPr>
          <a:xfrm>
            <a:off x="8468093" y="1294401"/>
            <a:ext cx="2629795" cy="2608727"/>
          </a:xfrm>
          <a:custGeom>
            <a:avLst/>
            <a:gdLst>
              <a:gd name="connsiteX0" fmla="*/ 2686415 w 5372830"/>
              <a:gd name="connsiteY0" fmla="*/ 0 h 5372830"/>
              <a:gd name="connsiteX1" fmla="*/ 5372830 w 5372830"/>
              <a:gd name="connsiteY1" fmla="*/ 2686415 h 5372830"/>
              <a:gd name="connsiteX2" fmla="*/ 2686415 w 5372830"/>
              <a:gd name="connsiteY2" fmla="*/ 5372830 h 5372830"/>
              <a:gd name="connsiteX3" fmla="*/ 0 w 5372830"/>
              <a:gd name="connsiteY3" fmla="*/ 2686415 h 5372830"/>
              <a:gd name="connsiteX4" fmla="*/ 2686415 w 5372830"/>
              <a:gd name="connsiteY4" fmla="*/ 0 h 53728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2830" h="5372830">
                <a:moveTo>
                  <a:pt x="2686415" y="0"/>
                </a:moveTo>
                <a:cubicBezTo>
                  <a:pt x="4170081" y="0"/>
                  <a:pt x="5372830" y="1202749"/>
                  <a:pt x="5372830" y="2686415"/>
                </a:cubicBezTo>
                <a:cubicBezTo>
                  <a:pt x="5372830" y="4170081"/>
                  <a:pt x="4170081" y="5372830"/>
                  <a:pt x="2686415" y="5372830"/>
                </a:cubicBezTo>
                <a:cubicBezTo>
                  <a:pt x="1202749" y="5372830"/>
                  <a:pt x="0" y="4170081"/>
                  <a:pt x="0" y="2686415"/>
                </a:cubicBezTo>
                <a:cubicBezTo>
                  <a:pt x="0" y="1202749"/>
                  <a:pt x="1202749" y="0"/>
                  <a:pt x="2686415" y="0"/>
                </a:cubicBezTo>
                <a:close/>
              </a:path>
            </a:pathLst>
          </a:custGeom>
          <a:pattFill prst="pct20">
            <a:fgClr>
              <a:srgbClr val="D50032"/>
            </a:fgClr>
            <a:bgClr>
              <a:schemeClr val="bg1"/>
            </a:bgClr>
          </a:pattFill>
        </p:spPr>
        <p:txBody>
          <a:bodyPr wrap="square" anchor="ctr">
            <a:noAutofit/>
          </a:bodyPr>
          <a:lstStyle>
            <a:lvl1pPr marL="0" indent="0" algn="ctr">
              <a:buNone/>
              <a:defRPr sz="1200"/>
            </a:lvl1pPr>
          </a:lstStyle>
          <a:p>
            <a:r>
              <a:rPr lang="id-ID" err="1"/>
              <a:t>Click</a:t>
            </a:r>
            <a:r>
              <a:rPr lang="id-ID"/>
              <a:t> </a:t>
            </a:r>
            <a:r>
              <a:rPr lang="id-ID" err="1"/>
              <a:t>to</a:t>
            </a:r>
            <a:r>
              <a:rPr lang="id-ID"/>
              <a:t> </a:t>
            </a:r>
            <a:r>
              <a:rPr lang="id-ID" err="1"/>
              <a:t>add</a:t>
            </a:r>
            <a:r>
              <a:rPr lang="id-ID"/>
              <a:t> </a:t>
            </a:r>
            <a:r>
              <a:rPr lang="id-ID" err="1"/>
              <a:t>photo</a:t>
            </a:r>
            <a:endParaRPr lang="id-ID"/>
          </a:p>
        </p:txBody>
      </p:sp>
      <p:sp>
        <p:nvSpPr>
          <p:cNvPr id="22" name="Picture Placeholder 4">
            <a:extLst>
              <a:ext uri="{FF2B5EF4-FFF2-40B4-BE49-F238E27FC236}">
                <a16:creationId xmlns:a16="http://schemas.microsoft.com/office/drawing/2014/main" id="{8731F2BB-6641-754F-8594-AC40F886ED3F}"/>
              </a:ext>
            </a:extLst>
          </p:cNvPr>
          <p:cNvSpPr>
            <a:spLocks noGrp="1"/>
          </p:cNvSpPr>
          <p:nvPr>
            <p:ph type="pic" sz="quarter" idx="20" hasCustomPrompt="1"/>
          </p:nvPr>
        </p:nvSpPr>
        <p:spPr>
          <a:xfrm>
            <a:off x="4760678" y="1294401"/>
            <a:ext cx="2629795" cy="2608727"/>
          </a:xfrm>
          <a:custGeom>
            <a:avLst/>
            <a:gdLst>
              <a:gd name="connsiteX0" fmla="*/ 2686415 w 5372830"/>
              <a:gd name="connsiteY0" fmla="*/ 0 h 5372830"/>
              <a:gd name="connsiteX1" fmla="*/ 5372830 w 5372830"/>
              <a:gd name="connsiteY1" fmla="*/ 2686415 h 5372830"/>
              <a:gd name="connsiteX2" fmla="*/ 2686415 w 5372830"/>
              <a:gd name="connsiteY2" fmla="*/ 5372830 h 5372830"/>
              <a:gd name="connsiteX3" fmla="*/ 0 w 5372830"/>
              <a:gd name="connsiteY3" fmla="*/ 2686415 h 5372830"/>
              <a:gd name="connsiteX4" fmla="*/ 2686415 w 5372830"/>
              <a:gd name="connsiteY4" fmla="*/ 0 h 53728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2830" h="5372830">
                <a:moveTo>
                  <a:pt x="2686415" y="0"/>
                </a:moveTo>
                <a:cubicBezTo>
                  <a:pt x="4170081" y="0"/>
                  <a:pt x="5372830" y="1202749"/>
                  <a:pt x="5372830" y="2686415"/>
                </a:cubicBezTo>
                <a:cubicBezTo>
                  <a:pt x="5372830" y="4170081"/>
                  <a:pt x="4170081" y="5372830"/>
                  <a:pt x="2686415" y="5372830"/>
                </a:cubicBezTo>
                <a:cubicBezTo>
                  <a:pt x="1202749" y="5372830"/>
                  <a:pt x="0" y="4170081"/>
                  <a:pt x="0" y="2686415"/>
                </a:cubicBezTo>
                <a:cubicBezTo>
                  <a:pt x="0" y="1202749"/>
                  <a:pt x="1202749" y="0"/>
                  <a:pt x="2686415" y="0"/>
                </a:cubicBezTo>
                <a:close/>
              </a:path>
            </a:pathLst>
          </a:custGeom>
          <a:pattFill prst="pct20">
            <a:fgClr>
              <a:srgbClr val="D50032"/>
            </a:fgClr>
            <a:bgClr>
              <a:schemeClr val="bg1"/>
            </a:bgClr>
          </a:pattFill>
        </p:spPr>
        <p:txBody>
          <a:bodyPr wrap="square" anchor="ctr">
            <a:noAutofit/>
          </a:bodyPr>
          <a:lstStyle>
            <a:lvl1pPr marL="0" indent="0" algn="ctr">
              <a:buNone/>
              <a:defRPr sz="1200"/>
            </a:lvl1pPr>
          </a:lstStyle>
          <a:p>
            <a:r>
              <a:rPr lang="id-ID" err="1"/>
              <a:t>Click</a:t>
            </a:r>
            <a:r>
              <a:rPr lang="id-ID"/>
              <a:t> </a:t>
            </a:r>
            <a:r>
              <a:rPr lang="id-ID" err="1"/>
              <a:t>to</a:t>
            </a:r>
            <a:r>
              <a:rPr lang="id-ID"/>
              <a:t> </a:t>
            </a:r>
            <a:r>
              <a:rPr lang="id-ID" err="1"/>
              <a:t>add</a:t>
            </a:r>
            <a:r>
              <a:rPr lang="id-ID"/>
              <a:t> </a:t>
            </a:r>
            <a:r>
              <a:rPr lang="id-ID" err="1"/>
              <a:t>photo</a:t>
            </a:r>
            <a:endParaRPr lang="id-ID"/>
          </a:p>
        </p:txBody>
      </p:sp>
      <p:pic>
        <p:nvPicPr>
          <p:cNvPr id="15" name="Picture 14">
            <a:extLst>
              <a:ext uri="{FF2B5EF4-FFF2-40B4-BE49-F238E27FC236}">
                <a16:creationId xmlns:a16="http://schemas.microsoft.com/office/drawing/2014/main" id="{3249B61A-EC0D-074E-9EC9-5BF7523BCE24}"/>
              </a:ext>
            </a:extLst>
          </p:cNvPr>
          <p:cNvPicPr>
            <a:picLocks noChangeAspect="1"/>
          </p:cNvPicPr>
          <p:nvPr userDrawn="1"/>
        </p:nvPicPr>
        <p:blipFill rotWithShape="1">
          <a:blip r:embed="rId2"/>
          <a:srcRect l="14776" t="88158" r="80191" b="1"/>
          <a:stretch/>
        </p:blipFill>
        <p:spPr>
          <a:xfrm rot="5400000">
            <a:off x="11507447" y="2192742"/>
            <a:ext cx="613620" cy="812045"/>
          </a:xfrm>
          <a:prstGeom prst="rect">
            <a:avLst/>
          </a:prstGeom>
        </p:spPr>
      </p:pic>
      <p:pic>
        <p:nvPicPr>
          <p:cNvPr id="23" name="Picture 22">
            <a:extLst>
              <a:ext uri="{FF2B5EF4-FFF2-40B4-BE49-F238E27FC236}">
                <a16:creationId xmlns:a16="http://schemas.microsoft.com/office/drawing/2014/main" id="{8C460373-17B6-0F45-9FB4-204627AF6C4A}"/>
              </a:ext>
            </a:extLst>
          </p:cNvPr>
          <p:cNvPicPr>
            <a:picLocks noChangeAspect="1"/>
          </p:cNvPicPr>
          <p:nvPr userDrawn="1"/>
        </p:nvPicPr>
        <p:blipFill rotWithShape="1">
          <a:blip r:embed="rId2"/>
          <a:srcRect l="14776" t="88158" r="80191" b="1"/>
          <a:stretch/>
        </p:blipFill>
        <p:spPr>
          <a:xfrm rot="5400000">
            <a:off x="117451" y="2192743"/>
            <a:ext cx="613620" cy="812045"/>
          </a:xfrm>
          <a:prstGeom prst="rect">
            <a:avLst/>
          </a:prstGeom>
        </p:spPr>
      </p:pic>
      <p:sp>
        <p:nvSpPr>
          <p:cNvPr id="24" name="Content Placeholder 2">
            <a:extLst>
              <a:ext uri="{FF2B5EF4-FFF2-40B4-BE49-F238E27FC236}">
                <a16:creationId xmlns:a16="http://schemas.microsoft.com/office/drawing/2014/main" id="{75FFE1F8-E876-AF49-AF89-78C4F144D4F7}"/>
              </a:ext>
            </a:extLst>
          </p:cNvPr>
          <p:cNvSpPr>
            <a:spLocks noGrp="1"/>
          </p:cNvSpPr>
          <p:nvPr>
            <p:ph idx="1" hasCustomPrompt="1"/>
          </p:nvPr>
        </p:nvSpPr>
        <p:spPr>
          <a:xfrm>
            <a:off x="1115644" y="4752970"/>
            <a:ext cx="2626658" cy="1714500"/>
          </a:xfrm>
          <a:prstGeom prst="rect">
            <a:avLst/>
          </a:prstGeom>
        </p:spPr>
        <p:txBody>
          <a:bodyPr lIns="0" tIns="0" rIns="0" bIns="0">
            <a:normAutofit/>
          </a:bodyPr>
          <a:lstStyle>
            <a:lvl1pPr algn="ctr">
              <a:lnSpc>
                <a:spcPct val="100000"/>
              </a:lnSpc>
              <a:defRPr lang="en-US" sz="1600" b="0" i="0" smtClean="0">
                <a:effectLst/>
                <a:latin typeface="Arial" panose="020B0604020202020204" pitchFamily="34" charset="0"/>
              </a:defRPr>
            </a:lvl1pPr>
            <a:lvl2pPr>
              <a:lnSpc>
                <a:spcPct val="100000"/>
              </a:lnSpc>
              <a:buClr>
                <a:srgbClr val="001E62"/>
              </a:buClr>
              <a:defRPr/>
            </a:lvl2pPr>
            <a:lvl3pPr marL="1030288" indent="-115888">
              <a:lnSpc>
                <a:spcPct val="100000"/>
              </a:lnSpc>
              <a:buClr>
                <a:srgbClr val="001E62"/>
              </a:buClr>
              <a:tabLst/>
              <a:defRPr/>
            </a:lvl3pPr>
            <a:lvl4pPr marL="1485900" indent="-114300">
              <a:lnSpc>
                <a:spcPct val="100000"/>
              </a:lnSpc>
              <a:buClr>
                <a:srgbClr val="001E62"/>
              </a:buClr>
              <a:tabLst/>
              <a:defRPr sz="1200">
                <a:solidFill>
                  <a:schemeClr val="tx1"/>
                </a:solidFill>
              </a:defRPr>
            </a:lvl4pPr>
            <a:lvl5pPr marL="1952625" indent="-123825">
              <a:lnSpc>
                <a:spcPct val="100000"/>
              </a:lnSpc>
              <a:buClr>
                <a:srgbClr val="001E62"/>
              </a:buClr>
              <a:tabLst/>
              <a:defRPr sz="1200">
                <a:solidFill>
                  <a:schemeClr val="tx1"/>
                </a:solidFill>
              </a:defRPr>
            </a:lvl5pPr>
          </a:lstStyle>
          <a:p>
            <a:pPr lvl="0"/>
            <a:r>
              <a:rPr lang="en-US" b="0" i="0">
                <a:solidFill>
                  <a:srgbClr val="000000"/>
                </a:solidFill>
                <a:effectLst/>
                <a:latin typeface="Open Sans" panose="020B0606030504020204" pitchFamily="34" charset="0"/>
              </a:rPr>
              <a:t>Lorem ipsum dolor sit </a:t>
            </a:r>
            <a:r>
              <a:rPr lang="en-US" b="0" i="0" err="1">
                <a:solidFill>
                  <a:srgbClr val="000000"/>
                </a:solidFill>
                <a:effectLst/>
                <a:latin typeface="Open Sans" panose="020B0606030504020204" pitchFamily="34" charset="0"/>
              </a:rPr>
              <a:t>amet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consectetur</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adipiscing</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elit</a:t>
            </a:r>
            <a:r>
              <a:rPr lang="en-US" b="0" i="0">
                <a:solidFill>
                  <a:srgbClr val="000000"/>
                </a:solidFill>
                <a:effectLst/>
                <a:latin typeface="Open Sans" panose="020B0606030504020204" pitchFamily="34" charset="0"/>
              </a:rPr>
              <a:t>, sed do </a:t>
            </a:r>
            <a:r>
              <a:rPr lang="en-US" b="0" i="0" err="1">
                <a:solidFill>
                  <a:srgbClr val="000000"/>
                </a:solidFill>
                <a:effectLst/>
                <a:latin typeface="Open Sans" panose="020B0606030504020204" pitchFamily="34" charset="0"/>
              </a:rPr>
              <a:t>eiusmod</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tempor</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incididunt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ut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labore</a:t>
            </a:r>
            <a:r>
              <a:rPr lang="en-US" b="0" i="0">
                <a:solidFill>
                  <a:srgbClr val="000000"/>
                </a:solidFill>
                <a:effectLst/>
                <a:latin typeface="Open Sans" panose="020B0606030504020204" pitchFamily="34" charset="0"/>
              </a:rPr>
              <a:t> et</a:t>
            </a:r>
            <a:endParaRPr lang="en-US"/>
          </a:p>
        </p:txBody>
      </p:sp>
      <p:sp>
        <p:nvSpPr>
          <p:cNvPr id="25" name="Content Placeholder 2">
            <a:extLst>
              <a:ext uri="{FF2B5EF4-FFF2-40B4-BE49-F238E27FC236}">
                <a16:creationId xmlns:a16="http://schemas.microsoft.com/office/drawing/2014/main" id="{5DF30A05-AE50-F741-836C-FF7CA9FE4CD9}"/>
              </a:ext>
            </a:extLst>
          </p:cNvPr>
          <p:cNvSpPr>
            <a:spLocks noGrp="1"/>
          </p:cNvSpPr>
          <p:nvPr>
            <p:ph idx="21" hasCustomPrompt="1"/>
          </p:nvPr>
        </p:nvSpPr>
        <p:spPr>
          <a:xfrm>
            <a:off x="4760544" y="4752970"/>
            <a:ext cx="2626658" cy="1714500"/>
          </a:xfrm>
          <a:prstGeom prst="rect">
            <a:avLst/>
          </a:prstGeom>
        </p:spPr>
        <p:txBody>
          <a:bodyPr lIns="0" tIns="0" rIns="0" bIns="0">
            <a:normAutofit/>
          </a:bodyPr>
          <a:lstStyle>
            <a:lvl1pPr algn="ctr">
              <a:lnSpc>
                <a:spcPct val="100000"/>
              </a:lnSpc>
              <a:defRPr lang="en-US" sz="1600" b="0" i="0" smtClean="0">
                <a:effectLst/>
                <a:latin typeface="Arial" panose="020B0604020202020204" pitchFamily="34" charset="0"/>
              </a:defRPr>
            </a:lvl1pPr>
            <a:lvl2pPr>
              <a:lnSpc>
                <a:spcPct val="100000"/>
              </a:lnSpc>
              <a:buClr>
                <a:srgbClr val="001E62"/>
              </a:buClr>
              <a:defRPr/>
            </a:lvl2pPr>
            <a:lvl3pPr marL="1030288" indent="-115888">
              <a:lnSpc>
                <a:spcPct val="100000"/>
              </a:lnSpc>
              <a:buClr>
                <a:srgbClr val="001E62"/>
              </a:buClr>
              <a:tabLst/>
              <a:defRPr/>
            </a:lvl3pPr>
            <a:lvl4pPr marL="1485900" indent="-114300">
              <a:lnSpc>
                <a:spcPct val="100000"/>
              </a:lnSpc>
              <a:buClr>
                <a:srgbClr val="001E62"/>
              </a:buClr>
              <a:tabLst/>
              <a:defRPr sz="1200">
                <a:solidFill>
                  <a:schemeClr val="tx1"/>
                </a:solidFill>
              </a:defRPr>
            </a:lvl4pPr>
            <a:lvl5pPr marL="1952625" indent="-123825">
              <a:lnSpc>
                <a:spcPct val="100000"/>
              </a:lnSpc>
              <a:buClr>
                <a:srgbClr val="001E62"/>
              </a:buClr>
              <a:tabLst/>
              <a:defRPr sz="1200">
                <a:solidFill>
                  <a:schemeClr val="tx1"/>
                </a:solidFill>
              </a:defRPr>
            </a:lvl5pPr>
          </a:lstStyle>
          <a:p>
            <a:pPr lvl="0"/>
            <a:r>
              <a:rPr lang="en-US" b="0" i="0">
                <a:solidFill>
                  <a:srgbClr val="000000"/>
                </a:solidFill>
                <a:effectLst/>
                <a:latin typeface="Open Sans" panose="020B0606030504020204" pitchFamily="34" charset="0"/>
              </a:rPr>
              <a:t>Lorem ipsum dolor sit </a:t>
            </a:r>
            <a:r>
              <a:rPr lang="en-US" b="0" i="0" err="1">
                <a:solidFill>
                  <a:srgbClr val="000000"/>
                </a:solidFill>
                <a:effectLst/>
                <a:latin typeface="Open Sans" panose="020B0606030504020204" pitchFamily="34" charset="0"/>
              </a:rPr>
              <a:t>amet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consectetur</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adipiscing</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elit</a:t>
            </a:r>
            <a:r>
              <a:rPr lang="en-US" b="0" i="0">
                <a:solidFill>
                  <a:srgbClr val="000000"/>
                </a:solidFill>
                <a:effectLst/>
                <a:latin typeface="Open Sans" panose="020B0606030504020204" pitchFamily="34" charset="0"/>
              </a:rPr>
              <a:t>, sed do </a:t>
            </a:r>
            <a:r>
              <a:rPr lang="en-US" b="0" i="0" err="1">
                <a:solidFill>
                  <a:srgbClr val="000000"/>
                </a:solidFill>
                <a:effectLst/>
                <a:latin typeface="Open Sans" panose="020B0606030504020204" pitchFamily="34" charset="0"/>
              </a:rPr>
              <a:t>eiusmod</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tempor</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incididunt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ut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labore</a:t>
            </a:r>
            <a:r>
              <a:rPr lang="en-US" b="0" i="0">
                <a:solidFill>
                  <a:srgbClr val="000000"/>
                </a:solidFill>
                <a:effectLst/>
                <a:latin typeface="Open Sans" panose="020B0606030504020204" pitchFamily="34" charset="0"/>
              </a:rPr>
              <a:t> et</a:t>
            </a:r>
            <a:endParaRPr lang="en-US"/>
          </a:p>
        </p:txBody>
      </p:sp>
      <p:sp>
        <p:nvSpPr>
          <p:cNvPr id="26" name="Content Placeholder 2">
            <a:extLst>
              <a:ext uri="{FF2B5EF4-FFF2-40B4-BE49-F238E27FC236}">
                <a16:creationId xmlns:a16="http://schemas.microsoft.com/office/drawing/2014/main" id="{8C8A6EEC-8002-B04B-AFBA-7676415749B9}"/>
              </a:ext>
            </a:extLst>
          </p:cNvPr>
          <p:cNvSpPr>
            <a:spLocks noGrp="1"/>
          </p:cNvSpPr>
          <p:nvPr>
            <p:ph idx="22" hasCustomPrompt="1"/>
          </p:nvPr>
        </p:nvSpPr>
        <p:spPr>
          <a:xfrm>
            <a:off x="8456244" y="4752970"/>
            <a:ext cx="2626658" cy="1714500"/>
          </a:xfrm>
          <a:prstGeom prst="rect">
            <a:avLst/>
          </a:prstGeom>
        </p:spPr>
        <p:txBody>
          <a:bodyPr lIns="0" tIns="0" rIns="0" bIns="0">
            <a:normAutofit/>
          </a:bodyPr>
          <a:lstStyle>
            <a:lvl1pPr algn="ctr">
              <a:lnSpc>
                <a:spcPct val="100000"/>
              </a:lnSpc>
              <a:defRPr lang="en-US" sz="1600" b="0" i="0" smtClean="0">
                <a:effectLst/>
                <a:latin typeface="Arial" panose="020B0604020202020204" pitchFamily="34" charset="0"/>
              </a:defRPr>
            </a:lvl1pPr>
            <a:lvl2pPr>
              <a:lnSpc>
                <a:spcPct val="100000"/>
              </a:lnSpc>
              <a:buClr>
                <a:srgbClr val="001E62"/>
              </a:buClr>
              <a:defRPr/>
            </a:lvl2pPr>
            <a:lvl3pPr marL="1030288" indent="-115888">
              <a:lnSpc>
                <a:spcPct val="100000"/>
              </a:lnSpc>
              <a:buClr>
                <a:srgbClr val="001E62"/>
              </a:buClr>
              <a:tabLst/>
              <a:defRPr/>
            </a:lvl3pPr>
            <a:lvl4pPr marL="1485900" indent="-114300">
              <a:lnSpc>
                <a:spcPct val="100000"/>
              </a:lnSpc>
              <a:buClr>
                <a:srgbClr val="001E62"/>
              </a:buClr>
              <a:tabLst/>
              <a:defRPr sz="1200">
                <a:solidFill>
                  <a:schemeClr val="tx1"/>
                </a:solidFill>
              </a:defRPr>
            </a:lvl4pPr>
            <a:lvl5pPr marL="1952625" indent="-123825">
              <a:lnSpc>
                <a:spcPct val="100000"/>
              </a:lnSpc>
              <a:buClr>
                <a:srgbClr val="001E62"/>
              </a:buClr>
              <a:tabLst/>
              <a:defRPr sz="1200">
                <a:solidFill>
                  <a:schemeClr val="tx1"/>
                </a:solidFill>
              </a:defRPr>
            </a:lvl5pPr>
          </a:lstStyle>
          <a:p>
            <a:pPr lvl="0"/>
            <a:r>
              <a:rPr lang="en-US" b="0" i="0">
                <a:solidFill>
                  <a:srgbClr val="000000"/>
                </a:solidFill>
                <a:effectLst/>
                <a:latin typeface="Open Sans" panose="020B0606030504020204" pitchFamily="34" charset="0"/>
              </a:rPr>
              <a:t>Lorem ipsum dolor sit </a:t>
            </a:r>
            <a:r>
              <a:rPr lang="en-US" b="0" i="0" err="1">
                <a:solidFill>
                  <a:srgbClr val="000000"/>
                </a:solidFill>
                <a:effectLst/>
                <a:latin typeface="Open Sans" panose="020B0606030504020204" pitchFamily="34" charset="0"/>
              </a:rPr>
              <a:t>amet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consectetur</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adipiscing</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elit</a:t>
            </a:r>
            <a:r>
              <a:rPr lang="en-US" b="0" i="0">
                <a:solidFill>
                  <a:srgbClr val="000000"/>
                </a:solidFill>
                <a:effectLst/>
                <a:latin typeface="Open Sans" panose="020B0606030504020204" pitchFamily="34" charset="0"/>
              </a:rPr>
              <a:t>, sed do </a:t>
            </a:r>
            <a:r>
              <a:rPr lang="en-US" b="0" i="0" err="1">
                <a:solidFill>
                  <a:srgbClr val="000000"/>
                </a:solidFill>
                <a:effectLst/>
                <a:latin typeface="Open Sans" panose="020B0606030504020204" pitchFamily="34" charset="0"/>
              </a:rPr>
              <a:t>eiusmod</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tempor</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incididunt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ut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labore</a:t>
            </a:r>
            <a:r>
              <a:rPr lang="en-US" b="0" i="0">
                <a:solidFill>
                  <a:srgbClr val="000000"/>
                </a:solidFill>
                <a:effectLst/>
                <a:latin typeface="Open Sans" panose="020B0606030504020204" pitchFamily="34" charset="0"/>
              </a:rPr>
              <a:t> et</a:t>
            </a:r>
            <a:endParaRPr lang="en-US"/>
          </a:p>
        </p:txBody>
      </p:sp>
      <p:sp>
        <p:nvSpPr>
          <p:cNvPr id="2" name="Footer Placeholder 1">
            <a:extLst>
              <a:ext uri="{FF2B5EF4-FFF2-40B4-BE49-F238E27FC236}">
                <a16:creationId xmlns:a16="http://schemas.microsoft.com/office/drawing/2014/main" id="{AFE77721-8DDD-CD44-88F4-DABDABC2E014}"/>
              </a:ext>
            </a:extLst>
          </p:cNvPr>
          <p:cNvSpPr>
            <a:spLocks noGrp="1"/>
          </p:cNvSpPr>
          <p:nvPr>
            <p:ph type="ftr" sz="quarter" idx="23"/>
          </p:nvPr>
        </p:nvSpPr>
        <p:spPr/>
        <p:txBody>
          <a:bodyPr/>
          <a:lstStyle/>
          <a:p>
            <a:r>
              <a:rPr lang="en-US"/>
              <a:t>College/Department/Presentation Name</a:t>
            </a:r>
          </a:p>
        </p:txBody>
      </p:sp>
    </p:spTree>
    <p:extLst>
      <p:ext uri="{BB962C8B-B14F-4D97-AF65-F5344CB8AC3E}">
        <p14:creationId xmlns:p14="http://schemas.microsoft.com/office/powerpoint/2010/main" val="21305318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D59D45DC-DD11-2B43-BCCA-0080D714F989}"/>
              </a:ext>
            </a:extLst>
          </p:cNvPr>
          <p:cNvSpPr>
            <a:spLocks noGrp="1"/>
          </p:cNvSpPr>
          <p:nvPr>
            <p:ph type="pic" sz="quarter" idx="14" hasCustomPrompt="1"/>
          </p:nvPr>
        </p:nvSpPr>
        <p:spPr>
          <a:xfrm>
            <a:off x="6096000" y="1437126"/>
            <a:ext cx="5524500" cy="4050861"/>
          </a:xfrm>
          <a:prstGeom prst="rect">
            <a:avLst/>
          </a:prstGeom>
          <a:pattFill prst="pct20">
            <a:fgClr>
              <a:schemeClr val="accent1"/>
            </a:fgClr>
            <a:bgClr>
              <a:schemeClr val="bg1"/>
            </a:bgClr>
          </a:pattFill>
        </p:spPr>
        <p:txBody>
          <a:bodyPr/>
          <a:lstStyle/>
          <a:p>
            <a:r>
              <a:rPr lang="en-US"/>
              <a:t>Click to add picture</a:t>
            </a:r>
          </a:p>
        </p:txBody>
      </p:sp>
      <p:sp>
        <p:nvSpPr>
          <p:cNvPr id="13" name="Text Placeholder 2">
            <a:extLst>
              <a:ext uri="{FF2B5EF4-FFF2-40B4-BE49-F238E27FC236}">
                <a16:creationId xmlns:a16="http://schemas.microsoft.com/office/drawing/2014/main" id="{C9E570CE-B5C1-B148-9C81-45F1379592DF}"/>
              </a:ext>
            </a:extLst>
          </p:cNvPr>
          <p:cNvSpPr>
            <a:spLocks noGrp="1"/>
          </p:cNvSpPr>
          <p:nvPr>
            <p:ph idx="1"/>
          </p:nvPr>
        </p:nvSpPr>
        <p:spPr>
          <a:xfrm>
            <a:off x="571500" y="1437126"/>
            <a:ext cx="5054600" cy="449070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
        <p:nvSpPr>
          <p:cNvPr id="3" name="Title 2">
            <a:extLst>
              <a:ext uri="{FF2B5EF4-FFF2-40B4-BE49-F238E27FC236}">
                <a16:creationId xmlns:a16="http://schemas.microsoft.com/office/drawing/2014/main" id="{2481760B-E6B6-E948-9991-95ED7BC8EE1E}"/>
              </a:ext>
            </a:extLst>
          </p:cNvPr>
          <p:cNvSpPr>
            <a:spLocks noGrp="1"/>
          </p:cNvSpPr>
          <p:nvPr>
            <p:ph type="title"/>
          </p:nvPr>
        </p:nvSpPr>
        <p:spPr/>
        <p:txBody>
          <a:bodyPr/>
          <a:lstStyle/>
          <a:p>
            <a:r>
              <a:rPr lang="en-US"/>
              <a:t>Click to edit Master title style</a:t>
            </a:r>
          </a:p>
        </p:txBody>
      </p:sp>
      <p:sp>
        <p:nvSpPr>
          <p:cNvPr id="7" name="Footer Placeholder 1">
            <a:extLst>
              <a:ext uri="{FF2B5EF4-FFF2-40B4-BE49-F238E27FC236}">
                <a16:creationId xmlns:a16="http://schemas.microsoft.com/office/drawing/2014/main" id="{851C9981-623A-2D46-88F7-7E89F2C9A50C}"/>
              </a:ext>
            </a:extLst>
          </p:cNvPr>
          <p:cNvSpPr>
            <a:spLocks noGrp="1"/>
          </p:cNvSpPr>
          <p:nvPr>
            <p:ph type="ftr" sz="quarter" idx="15"/>
          </p:nvPr>
        </p:nvSpPr>
        <p:spPr>
          <a:xfrm>
            <a:off x="571499" y="6419410"/>
            <a:ext cx="4114800" cy="365125"/>
          </a:xfrm>
        </p:spPr>
        <p:txBody>
          <a:bodyPr/>
          <a:lstStyle/>
          <a:p>
            <a:r>
              <a:rPr lang="en-US"/>
              <a:t>College/Department/Presentation Name</a:t>
            </a:r>
          </a:p>
        </p:txBody>
      </p:sp>
    </p:spTree>
    <p:extLst>
      <p:ext uri="{BB962C8B-B14F-4D97-AF65-F5344CB8AC3E}">
        <p14:creationId xmlns:p14="http://schemas.microsoft.com/office/powerpoint/2010/main" val="30016855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8">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A54390B8-F5A6-DC4C-95B7-DC0760C0D9E3}"/>
              </a:ext>
            </a:extLst>
          </p:cNvPr>
          <p:cNvSpPr>
            <a:spLocks noGrp="1"/>
          </p:cNvSpPr>
          <p:nvPr>
            <p:ph type="pic" sz="quarter" idx="13"/>
          </p:nvPr>
        </p:nvSpPr>
        <p:spPr>
          <a:xfrm>
            <a:off x="7727950" y="427475"/>
            <a:ext cx="3892550" cy="2566047"/>
          </a:xfrm>
          <a:prstGeom prst="rect">
            <a:avLst/>
          </a:prstGeom>
          <a:pattFill prst="pct20">
            <a:fgClr>
              <a:srgbClr val="D50032"/>
            </a:fgClr>
            <a:bgClr>
              <a:schemeClr val="bg1"/>
            </a:bgClr>
          </a:pattFill>
        </p:spPr>
        <p:txBody>
          <a:bodyPr/>
          <a:lstStyle/>
          <a:p>
            <a:r>
              <a:rPr lang="en-US"/>
              <a:t>Click icon to add picture</a:t>
            </a:r>
          </a:p>
        </p:txBody>
      </p:sp>
      <p:sp>
        <p:nvSpPr>
          <p:cNvPr id="13" name="Picture Placeholder 11">
            <a:extLst>
              <a:ext uri="{FF2B5EF4-FFF2-40B4-BE49-F238E27FC236}">
                <a16:creationId xmlns:a16="http://schemas.microsoft.com/office/drawing/2014/main" id="{B8FF2F8D-D4EF-6049-A031-899F44F0E30A}"/>
              </a:ext>
            </a:extLst>
          </p:cNvPr>
          <p:cNvSpPr>
            <a:spLocks noGrp="1"/>
          </p:cNvSpPr>
          <p:nvPr>
            <p:ph type="pic" sz="quarter" idx="14"/>
          </p:nvPr>
        </p:nvSpPr>
        <p:spPr>
          <a:xfrm>
            <a:off x="7727950" y="3293224"/>
            <a:ext cx="3892550" cy="2566047"/>
          </a:xfrm>
          <a:prstGeom prst="rect">
            <a:avLst/>
          </a:prstGeom>
          <a:pattFill prst="pct20">
            <a:fgClr>
              <a:srgbClr val="D50032"/>
            </a:fgClr>
            <a:bgClr>
              <a:schemeClr val="bg1"/>
            </a:bgClr>
          </a:pattFill>
        </p:spPr>
        <p:txBody>
          <a:bodyPr/>
          <a:lstStyle/>
          <a:p>
            <a:r>
              <a:rPr lang="en-US"/>
              <a:t>Click icon to add picture</a:t>
            </a:r>
          </a:p>
        </p:txBody>
      </p:sp>
      <p:sp>
        <p:nvSpPr>
          <p:cNvPr id="3" name="Title 2">
            <a:extLst>
              <a:ext uri="{FF2B5EF4-FFF2-40B4-BE49-F238E27FC236}">
                <a16:creationId xmlns:a16="http://schemas.microsoft.com/office/drawing/2014/main" id="{69A2A977-0915-D942-8D9B-557EB78D8118}"/>
              </a:ext>
            </a:extLst>
          </p:cNvPr>
          <p:cNvSpPr>
            <a:spLocks noGrp="1"/>
          </p:cNvSpPr>
          <p:nvPr>
            <p:ph type="title" hasCustomPrompt="1"/>
          </p:nvPr>
        </p:nvSpPr>
        <p:spPr>
          <a:xfrm>
            <a:off x="571499" y="427475"/>
            <a:ext cx="6642100" cy="811005"/>
          </a:xfrm>
          <a:prstGeom prst="rect">
            <a:avLst/>
          </a:prstGeom>
        </p:spPr>
        <p:txBody>
          <a:bodyPr/>
          <a:lstStyle/>
          <a:p>
            <a:r>
              <a:rPr lang="en-US"/>
              <a:t>Slide Title</a:t>
            </a:r>
          </a:p>
        </p:txBody>
      </p:sp>
      <p:sp>
        <p:nvSpPr>
          <p:cNvPr id="16" name="Text Placeholder 2">
            <a:extLst>
              <a:ext uri="{FF2B5EF4-FFF2-40B4-BE49-F238E27FC236}">
                <a16:creationId xmlns:a16="http://schemas.microsoft.com/office/drawing/2014/main" id="{0EF65F6D-A292-1047-808C-B11F4A287E9E}"/>
              </a:ext>
            </a:extLst>
          </p:cNvPr>
          <p:cNvSpPr>
            <a:spLocks noGrp="1"/>
          </p:cNvSpPr>
          <p:nvPr>
            <p:ph idx="1"/>
          </p:nvPr>
        </p:nvSpPr>
        <p:spPr>
          <a:xfrm>
            <a:off x="571500" y="1437126"/>
            <a:ext cx="6642100" cy="449070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
        <p:nvSpPr>
          <p:cNvPr id="2" name="Footer Placeholder 1">
            <a:extLst>
              <a:ext uri="{FF2B5EF4-FFF2-40B4-BE49-F238E27FC236}">
                <a16:creationId xmlns:a16="http://schemas.microsoft.com/office/drawing/2014/main" id="{DCCE80CA-7BF4-554F-846B-768483360BCB}"/>
              </a:ext>
            </a:extLst>
          </p:cNvPr>
          <p:cNvSpPr>
            <a:spLocks noGrp="1"/>
          </p:cNvSpPr>
          <p:nvPr>
            <p:ph type="ftr" sz="quarter" idx="15"/>
          </p:nvPr>
        </p:nvSpPr>
        <p:spPr/>
        <p:txBody>
          <a:bodyPr/>
          <a:lstStyle/>
          <a:p>
            <a:r>
              <a:rPr lang="en-US"/>
              <a:t>College/Department/Presentation Name</a:t>
            </a:r>
          </a:p>
        </p:txBody>
      </p:sp>
    </p:spTree>
    <p:extLst>
      <p:ext uri="{BB962C8B-B14F-4D97-AF65-F5344CB8AC3E}">
        <p14:creationId xmlns:p14="http://schemas.microsoft.com/office/powerpoint/2010/main" val="38475061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9">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45AF2651-3E17-AA4E-9587-82202DB57AD4}"/>
              </a:ext>
            </a:extLst>
          </p:cNvPr>
          <p:cNvSpPr>
            <a:spLocks noGrp="1"/>
          </p:cNvSpPr>
          <p:nvPr>
            <p:ph type="pic" sz="quarter" idx="13"/>
          </p:nvPr>
        </p:nvSpPr>
        <p:spPr>
          <a:xfrm>
            <a:off x="571500" y="1196599"/>
            <a:ext cx="11049000" cy="3157474"/>
          </a:xfrm>
          <a:prstGeom prst="rect">
            <a:avLst/>
          </a:prstGeom>
          <a:pattFill prst="pct20">
            <a:fgClr>
              <a:srgbClr val="D50032"/>
            </a:fgClr>
            <a:bgClr>
              <a:schemeClr val="bg1"/>
            </a:bgClr>
          </a:pattFill>
        </p:spPr>
        <p:txBody>
          <a:bodyPr/>
          <a:lstStyle/>
          <a:p>
            <a:r>
              <a:rPr lang="en-US"/>
              <a:t>Click icon to add picture</a:t>
            </a:r>
          </a:p>
        </p:txBody>
      </p:sp>
      <p:sp>
        <p:nvSpPr>
          <p:cNvPr id="9" name="Title 1">
            <a:extLst>
              <a:ext uri="{FF2B5EF4-FFF2-40B4-BE49-F238E27FC236}">
                <a16:creationId xmlns:a16="http://schemas.microsoft.com/office/drawing/2014/main" id="{2E70F768-77C3-C24C-A38F-BE1E1E8A4EF9}"/>
              </a:ext>
            </a:extLst>
          </p:cNvPr>
          <p:cNvSpPr>
            <a:spLocks noGrp="1"/>
          </p:cNvSpPr>
          <p:nvPr>
            <p:ph type="title" hasCustomPrompt="1"/>
          </p:nvPr>
        </p:nvSpPr>
        <p:spPr>
          <a:xfrm>
            <a:off x="571500" y="429610"/>
            <a:ext cx="5980129" cy="766989"/>
          </a:xfrm>
          <a:prstGeom prst="rect">
            <a:avLst/>
          </a:prstGeom>
        </p:spPr>
        <p:txBody>
          <a:bodyPr lIns="0" tIns="0" rIns="0" bIns="0" anchor="t"/>
          <a:lstStyle/>
          <a:p>
            <a:r>
              <a:rPr lang="en-US"/>
              <a:t>Slide Title</a:t>
            </a:r>
          </a:p>
        </p:txBody>
      </p:sp>
      <p:sp>
        <p:nvSpPr>
          <p:cNvPr id="12" name="Content Placeholder 2">
            <a:extLst>
              <a:ext uri="{FF2B5EF4-FFF2-40B4-BE49-F238E27FC236}">
                <a16:creationId xmlns:a16="http://schemas.microsoft.com/office/drawing/2014/main" id="{43387113-3CA6-3242-ACA0-2304DF785AF1}"/>
              </a:ext>
            </a:extLst>
          </p:cNvPr>
          <p:cNvSpPr>
            <a:spLocks noGrp="1"/>
          </p:cNvSpPr>
          <p:nvPr>
            <p:ph idx="1" hasCustomPrompt="1"/>
          </p:nvPr>
        </p:nvSpPr>
        <p:spPr>
          <a:xfrm>
            <a:off x="571500" y="4654550"/>
            <a:ext cx="6196944" cy="1606550"/>
          </a:xfrm>
          <a:prstGeom prst="rect">
            <a:avLst/>
          </a:prstGeom>
        </p:spPr>
        <p:txBody>
          <a:bodyPr lIns="0" tIns="0" rIns="0" bIns="0"/>
          <a:lstStyle>
            <a:lvl1pPr>
              <a:lnSpc>
                <a:spcPct val="100000"/>
              </a:lnSpc>
              <a:defRPr lang="en-US" b="0" i="0" smtClean="0">
                <a:effectLst/>
                <a:latin typeface="Arial" panose="020B0604020202020204" pitchFamily="34" charset="0"/>
              </a:defRPr>
            </a:lvl1pPr>
            <a:lvl2pPr>
              <a:lnSpc>
                <a:spcPct val="100000"/>
              </a:lnSpc>
              <a:buClr>
                <a:srgbClr val="001E62"/>
              </a:buClr>
              <a:defRPr/>
            </a:lvl2pPr>
            <a:lvl3pPr marL="1030288" indent="-115888">
              <a:lnSpc>
                <a:spcPct val="100000"/>
              </a:lnSpc>
              <a:buClr>
                <a:srgbClr val="001E62"/>
              </a:buClr>
              <a:tabLst/>
              <a:defRPr/>
            </a:lvl3pPr>
            <a:lvl4pPr marL="1485900" indent="-114300">
              <a:lnSpc>
                <a:spcPct val="100000"/>
              </a:lnSpc>
              <a:buClr>
                <a:srgbClr val="001E62"/>
              </a:buClr>
              <a:tabLst/>
              <a:defRPr sz="1200">
                <a:solidFill>
                  <a:schemeClr val="tx1"/>
                </a:solidFill>
              </a:defRPr>
            </a:lvl4pPr>
            <a:lvl5pPr marL="1952625" indent="-123825">
              <a:lnSpc>
                <a:spcPct val="100000"/>
              </a:lnSpc>
              <a:buClr>
                <a:srgbClr val="001E62"/>
              </a:buClr>
              <a:tabLst/>
              <a:defRPr sz="1200">
                <a:solidFill>
                  <a:schemeClr val="tx1"/>
                </a:solidFill>
              </a:defRPr>
            </a:lvl5pPr>
          </a:lstStyle>
          <a:p>
            <a:pPr lvl="0"/>
            <a:r>
              <a:rPr lang="en-US" b="0" i="0">
                <a:solidFill>
                  <a:srgbClr val="000000"/>
                </a:solidFill>
                <a:effectLst/>
                <a:latin typeface="Open Sans" panose="020B0606030504020204" pitchFamily="34" charset="0"/>
              </a:rPr>
              <a:t>Lorem ipsum dolor sit </a:t>
            </a:r>
            <a:r>
              <a:rPr lang="en-US" b="0" i="0" err="1">
                <a:solidFill>
                  <a:srgbClr val="000000"/>
                </a:solidFill>
                <a:effectLst/>
                <a:latin typeface="Open Sans" panose="020B0606030504020204" pitchFamily="34" charset="0"/>
              </a:rPr>
              <a:t>amet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consectetur</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adipiscing</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elit</a:t>
            </a:r>
            <a:r>
              <a:rPr lang="en-US" b="0" i="0">
                <a:solidFill>
                  <a:srgbClr val="000000"/>
                </a:solidFill>
                <a:effectLst/>
                <a:latin typeface="Open Sans" panose="020B0606030504020204" pitchFamily="34" charset="0"/>
              </a:rPr>
              <a:t>, sed do </a:t>
            </a:r>
            <a:r>
              <a:rPr lang="en-US" b="0" i="0" err="1">
                <a:solidFill>
                  <a:srgbClr val="000000"/>
                </a:solidFill>
                <a:effectLst/>
                <a:latin typeface="Open Sans" panose="020B0606030504020204" pitchFamily="34" charset="0"/>
              </a:rPr>
              <a:t>eiusmod</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tempor</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incididunt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ut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labore</a:t>
            </a:r>
            <a:r>
              <a:rPr lang="en-US" b="0" i="0">
                <a:solidFill>
                  <a:srgbClr val="000000"/>
                </a:solidFill>
                <a:effectLst/>
                <a:latin typeface="Open Sans" panose="020B0606030504020204" pitchFamily="34" charset="0"/>
              </a:rPr>
              <a:t> et dolore magna </a:t>
            </a:r>
            <a:r>
              <a:rPr lang="en-US" b="0" i="0" err="1">
                <a:solidFill>
                  <a:srgbClr val="000000"/>
                </a:solidFill>
                <a:effectLst/>
                <a:latin typeface="Open Sans" panose="020B0606030504020204" pitchFamily="34" charset="0"/>
              </a:rPr>
              <a:t>aliqua</a:t>
            </a:r>
            <a:r>
              <a:rPr lang="en-US" b="0" i="0">
                <a:solidFill>
                  <a:srgbClr val="000000"/>
                </a:solidFill>
                <a:effectLst/>
                <a:latin typeface="Open Sans" panose="020B0606030504020204" pitchFamily="34" charset="0"/>
              </a:rPr>
              <a:t>. Ut </a:t>
            </a:r>
            <a:r>
              <a:rPr lang="en-US" b="0" i="0" err="1">
                <a:solidFill>
                  <a:srgbClr val="000000"/>
                </a:solidFill>
                <a:effectLst/>
                <a:latin typeface="Open Sans" panose="020B0606030504020204" pitchFamily="34" charset="0"/>
              </a:rPr>
              <a:t>enim</a:t>
            </a:r>
            <a:r>
              <a:rPr lang="en-US" b="0" i="0">
                <a:solidFill>
                  <a:srgbClr val="000000"/>
                </a:solidFill>
                <a:effectLst/>
                <a:latin typeface="Open Sans" panose="020B0606030504020204" pitchFamily="34" charset="0"/>
              </a:rPr>
              <a:t> ad minim </a:t>
            </a:r>
            <a:r>
              <a:rPr lang="en-US" b="0" i="0" err="1">
                <a:solidFill>
                  <a:srgbClr val="000000"/>
                </a:solidFill>
                <a:effectLst/>
                <a:latin typeface="Open Sans" panose="020B0606030504020204" pitchFamily="34" charset="0"/>
              </a:rPr>
              <a:t>veniam</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quis</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nostrud</a:t>
            </a:r>
            <a:r>
              <a:rPr lang="en-US" b="0" i="0">
                <a:solidFill>
                  <a:srgbClr val="000000"/>
                </a:solidFill>
                <a:effectLst/>
                <a:latin typeface="Open Sans" panose="020B0606030504020204" pitchFamily="34" charset="0"/>
              </a:rPr>
              <a:t> exercitation </a:t>
            </a:r>
            <a:r>
              <a:rPr lang="en-US" b="0" i="0" err="1">
                <a:solidFill>
                  <a:srgbClr val="000000"/>
                </a:solidFill>
                <a:effectLst/>
                <a:latin typeface="Open Sans" panose="020B0606030504020204" pitchFamily="34" charset="0"/>
              </a:rPr>
              <a:t>ullamco</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laboris</a:t>
            </a:r>
            <a:r>
              <a:rPr lang="en-US" b="0" i="0">
                <a:solidFill>
                  <a:srgbClr val="000000"/>
                </a:solidFill>
                <a:effectLst/>
                <a:latin typeface="Open Sans" panose="020B0606030504020204" pitchFamily="34" charset="0"/>
              </a:rPr>
              <a:t> nisi </a:t>
            </a:r>
            <a:r>
              <a:rPr lang="en-US" b="0" i="0" err="1">
                <a:solidFill>
                  <a:srgbClr val="000000"/>
                </a:solidFill>
                <a:effectLst/>
                <a:latin typeface="Open Sans" panose="020B0606030504020204" pitchFamily="34" charset="0"/>
              </a:rPr>
              <a:t>ut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aliquip</a:t>
            </a:r>
            <a:r>
              <a:rPr lang="en-US" b="0" i="0">
                <a:solidFill>
                  <a:srgbClr val="000000"/>
                </a:solidFill>
                <a:effectLst/>
                <a:latin typeface="Open Sans" panose="020B0606030504020204" pitchFamily="34" charset="0"/>
              </a:rPr>
              <a:t> ex </a:t>
            </a:r>
            <a:r>
              <a:rPr lang="en-US" b="0" i="0" err="1">
                <a:solidFill>
                  <a:srgbClr val="000000"/>
                </a:solidFill>
                <a:effectLst/>
                <a:latin typeface="Open Sans" panose="020B0606030504020204" pitchFamily="34" charset="0"/>
              </a:rPr>
              <a:t>ea</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commodo</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consequat</a:t>
            </a:r>
            <a:r>
              <a:rPr lang="en-US" b="0" i="0">
                <a:solidFill>
                  <a:srgbClr val="000000"/>
                </a:solidFill>
                <a:effectLst/>
                <a:latin typeface="Open Sans" panose="020B0606030504020204" pitchFamily="34" charset="0"/>
              </a:rPr>
              <a:t>.</a:t>
            </a:r>
            <a:endParaRPr lang="en-US"/>
          </a:p>
        </p:txBody>
      </p:sp>
      <p:sp>
        <p:nvSpPr>
          <p:cNvPr id="2" name="Footer Placeholder 1">
            <a:extLst>
              <a:ext uri="{FF2B5EF4-FFF2-40B4-BE49-F238E27FC236}">
                <a16:creationId xmlns:a16="http://schemas.microsoft.com/office/drawing/2014/main" id="{547F7ABE-10AB-4E4D-AC47-355D922C8F7B}"/>
              </a:ext>
            </a:extLst>
          </p:cNvPr>
          <p:cNvSpPr>
            <a:spLocks noGrp="1"/>
          </p:cNvSpPr>
          <p:nvPr>
            <p:ph type="ftr" sz="quarter" idx="14"/>
          </p:nvPr>
        </p:nvSpPr>
        <p:spPr/>
        <p:txBody>
          <a:bodyPr/>
          <a:lstStyle/>
          <a:p>
            <a:r>
              <a:rPr lang="en-US"/>
              <a:t>College/Department/Presentation Name</a:t>
            </a:r>
          </a:p>
        </p:txBody>
      </p:sp>
    </p:spTree>
    <p:extLst>
      <p:ext uri="{BB962C8B-B14F-4D97-AF65-F5344CB8AC3E}">
        <p14:creationId xmlns:p14="http://schemas.microsoft.com/office/powerpoint/2010/main" val="4931861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10">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E585415-ECAB-7749-9438-98667466F0EE}"/>
              </a:ext>
            </a:extLst>
          </p:cNvPr>
          <p:cNvSpPr/>
          <p:nvPr/>
        </p:nvSpPr>
        <p:spPr>
          <a:xfrm>
            <a:off x="-1" y="0"/>
            <a:ext cx="4249271" cy="6858000"/>
          </a:xfrm>
          <a:prstGeom prst="rect">
            <a:avLst/>
          </a:prstGeom>
          <a:solidFill>
            <a:srgbClr val="001E62">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rgbClr val="001E62"/>
              </a:solidFill>
              <a:latin typeface="Arial" panose="020B0604020202020204" pitchFamily="34" charset="0"/>
            </a:endParaRPr>
          </a:p>
        </p:txBody>
      </p:sp>
      <p:sp>
        <p:nvSpPr>
          <p:cNvPr id="10" name="Rectangle 9">
            <a:extLst>
              <a:ext uri="{FF2B5EF4-FFF2-40B4-BE49-F238E27FC236}">
                <a16:creationId xmlns:a16="http://schemas.microsoft.com/office/drawing/2014/main" id="{E05B460D-E86D-3A4C-92BA-4EDF763DFAFA}"/>
              </a:ext>
            </a:extLst>
          </p:cNvPr>
          <p:cNvSpPr/>
          <p:nvPr userDrawn="1"/>
        </p:nvSpPr>
        <p:spPr>
          <a:xfrm>
            <a:off x="-1" y="0"/>
            <a:ext cx="4249271" cy="6858000"/>
          </a:xfrm>
          <a:prstGeom prst="rect">
            <a:avLst/>
          </a:prstGeom>
          <a:solidFill>
            <a:srgbClr val="001E62">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bg1"/>
              </a:solidFill>
              <a:latin typeface="Arial" panose="020B0604020202020204" pitchFamily="34" charset="0"/>
            </a:endParaRPr>
          </a:p>
        </p:txBody>
      </p:sp>
      <p:pic>
        <p:nvPicPr>
          <p:cNvPr id="9" name="Picture 8">
            <a:extLst>
              <a:ext uri="{FF2B5EF4-FFF2-40B4-BE49-F238E27FC236}">
                <a16:creationId xmlns:a16="http://schemas.microsoft.com/office/drawing/2014/main" id="{753367FE-A03A-0D4B-8464-6EA90E8DA41F}"/>
              </a:ext>
            </a:extLst>
          </p:cNvPr>
          <p:cNvPicPr>
            <a:picLocks noChangeAspect="1"/>
          </p:cNvPicPr>
          <p:nvPr/>
        </p:nvPicPr>
        <p:blipFill rotWithShape="1">
          <a:blip r:embed="rId2"/>
          <a:srcRect l="17162" t="77592" r="78736"/>
          <a:stretch/>
        </p:blipFill>
        <p:spPr>
          <a:xfrm rot="10800000">
            <a:off x="571500" y="-737549"/>
            <a:ext cx="500083" cy="1536790"/>
          </a:xfrm>
          <a:prstGeom prst="rect">
            <a:avLst/>
          </a:prstGeom>
        </p:spPr>
      </p:pic>
      <p:sp>
        <p:nvSpPr>
          <p:cNvPr id="11" name="Text Placeholder 14">
            <a:extLst>
              <a:ext uri="{FF2B5EF4-FFF2-40B4-BE49-F238E27FC236}">
                <a16:creationId xmlns:a16="http://schemas.microsoft.com/office/drawing/2014/main" id="{A239BCF8-7759-3A41-A514-3A4A72C6F9AF}"/>
              </a:ext>
            </a:extLst>
          </p:cNvPr>
          <p:cNvSpPr>
            <a:spLocks noGrp="1"/>
          </p:cNvSpPr>
          <p:nvPr>
            <p:ph type="body" sz="quarter" idx="15" hasCustomPrompt="1"/>
          </p:nvPr>
        </p:nvSpPr>
        <p:spPr>
          <a:xfrm>
            <a:off x="589420" y="3622452"/>
            <a:ext cx="3239719" cy="2706862"/>
          </a:xfrm>
          <a:prstGeom prst="rect">
            <a:avLst/>
          </a:prstGeom>
        </p:spPr>
        <p:txBody>
          <a:bodyPr/>
          <a:lstStyle>
            <a:lvl1pPr>
              <a:lnSpc>
                <a:spcPct val="100000"/>
              </a:lnSpc>
              <a:defRPr b="0" i="0" baseline="0">
                <a:solidFill>
                  <a:schemeClr val="bg1"/>
                </a:solidFill>
              </a:defRPr>
            </a:lvl1pPr>
          </a:lstStyle>
          <a:p>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lorem</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ipsum</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dolor</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sit</a:t>
            </a:r>
            <a:r>
              <a:rPr lang="en-US" sz="2000">
                <a:solidFill>
                  <a:schemeClr val="bg1"/>
                </a:solidFill>
                <a:latin typeface="Arial" panose="020B0604020202020204" pitchFamily="34" charset="0"/>
                <a:ea typeface="Open Sans" panose="020B0606030504020204" pitchFamily="34" charset="0"/>
                <a:cs typeface="Arial" panose="020B0604020202020204" pitchFamily="34" charset="0"/>
              </a:rPr>
              <a:t>a</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amet</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con</a:t>
            </a:r>
            <a:r>
              <a:rPr lang="en-US"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tetur</a:t>
            </a:r>
            <a:r>
              <a:rPr lang="en-US" sz="2000">
                <a:solidFill>
                  <a:schemeClr val="bg1"/>
                </a:solidFill>
                <a:latin typeface="Arial" panose="020B0604020202020204" pitchFamily="34" charset="0"/>
                <a:ea typeface="Open Sans" panose="020B0606030504020204" pitchFamily="34" charset="0"/>
                <a:cs typeface="Arial" panose="020B0604020202020204" pitchFamily="34" charset="0"/>
              </a:rPr>
              <a:t>al</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adipiscinge</a:t>
            </a:r>
            <a:r>
              <a:rPr lang="en-US" sz="2000">
                <a:solidFill>
                  <a:schemeClr val="bg1"/>
                </a:solidFill>
                <a:latin typeface="Arial" panose="020B0604020202020204" pitchFamily="34" charset="0"/>
                <a:ea typeface="Open Sans" panose="020B0606030504020204" pitchFamily="34" charset="0"/>
                <a:cs typeface="Arial" panose="020B0604020202020204" pitchFamily="34" charset="0"/>
              </a:rPr>
              <a:t>l </a:t>
            </a:r>
            <a:r>
              <a:rPr lang="en-US" sz="2000" err="1">
                <a:solidFill>
                  <a:schemeClr val="bg1"/>
                </a:solidFill>
                <a:latin typeface="Arial" panose="020B0604020202020204" pitchFamily="34" charset="0"/>
                <a:ea typeface="Open Sans" panose="020B0606030504020204" pitchFamily="34" charset="0"/>
                <a:cs typeface="Arial" panose="020B0604020202020204" pitchFamily="34" charset="0"/>
              </a:rPr>
              <a:t>sahanis</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nib</a:t>
            </a:r>
            <a:r>
              <a:rPr lang="en-US" sz="2000">
                <a:solidFill>
                  <a:schemeClr val="bg1"/>
                </a:solidFill>
                <a:latin typeface="Arial" panose="020B0604020202020204" pitchFamily="34" charset="0"/>
                <a:ea typeface="Open Sans" panose="020B0606030504020204" pitchFamily="34" charset="0"/>
                <a:cs typeface="Arial" panose="020B0604020202020204" pitchFamily="34" charset="0"/>
              </a:rPr>
              <a:t>u</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h</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eget</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justo</a:t>
            </a:r>
            <a:r>
              <a:rPr lang="en-US" sz="2000">
                <a:solidFill>
                  <a:schemeClr val="bg1"/>
                </a:solidFill>
                <a:latin typeface="Arial" panose="020B0604020202020204" pitchFamily="34" charset="0"/>
                <a:ea typeface="Open Sans" panose="020B0606030504020204" pitchFamily="34" charset="0"/>
                <a:cs typeface="Arial" panose="020B0604020202020204" pitchFamily="34" charset="0"/>
              </a:rPr>
              <a:t>ne</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sed</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gravida</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est</a:t>
            </a:r>
            <a:r>
              <a:rPr lang="en-US" sz="2000" err="1">
                <a:solidFill>
                  <a:schemeClr val="bg1"/>
                </a:solidFill>
                <a:latin typeface="Arial" panose="020B0604020202020204" pitchFamily="34" charset="0"/>
                <a:ea typeface="Open Sans" panose="020B0606030504020204" pitchFamily="34" charset="0"/>
                <a:cs typeface="Arial" panose="020B0604020202020204" pitchFamily="34" charset="0"/>
              </a:rPr>
              <a:t>asa</a:t>
            </a:r>
            <a:r>
              <a:rPr lang="en-US"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lorem</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ipsum</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dolor</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sit</a:t>
            </a:r>
            <a:r>
              <a:rPr lang="en-US" sz="2000">
                <a:solidFill>
                  <a:schemeClr val="bg1"/>
                </a:solidFill>
                <a:latin typeface="Arial" panose="020B0604020202020204" pitchFamily="34" charset="0"/>
                <a:ea typeface="Open Sans" panose="020B0606030504020204" pitchFamily="34" charset="0"/>
                <a:cs typeface="Arial" panose="020B0604020202020204" pitchFamily="34" charset="0"/>
              </a:rPr>
              <a:t>a</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amet</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endParaRPr lang="en-US" sz="2000">
              <a:solidFill>
                <a:schemeClr val="bg1"/>
              </a:solidFill>
              <a:latin typeface="Arial" panose="020B0604020202020204" pitchFamily="34" charset="0"/>
              <a:ea typeface="Open Sans" panose="020B0606030504020204" pitchFamily="34" charset="0"/>
              <a:cs typeface="Arial" panose="020B0604020202020204" pitchFamily="34" charset="0"/>
            </a:endParaRPr>
          </a:p>
        </p:txBody>
      </p:sp>
      <p:sp>
        <p:nvSpPr>
          <p:cNvPr id="13" name="Text Placeholder 12">
            <a:extLst>
              <a:ext uri="{FF2B5EF4-FFF2-40B4-BE49-F238E27FC236}">
                <a16:creationId xmlns:a16="http://schemas.microsoft.com/office/drawing/2014/main" id="{0E3A340C-ED98-6C4F-A999-F28C9BE643E9}"/>
              </a:ext>
            </a:extLst>
          </p:cNvPr>
          <p:cNvSpPr>
            <a:spLocks noGrp="1"/>
          </p:cNvSpPr>
          <p:nvPr>
            <p:ph type="body" sz="quarter" idx="16" hasCustomPrompt="1"/>
          </p:nvPr>
        </p:nvSpPr>
        <p:spPr>
          <a:xfrm>
            <a:off x="571499" y="1222362"/>
            <a:ext cx="3257639" cy="461962"/>
          </a:xfrm>
          <a:prstGeom prst="rect">
            <a:avLst/>
          </a:prstGeom>
        </p:spPr>
        <p:txBody>
          <a:bodyPr>
            <a:normAutofit/>
          </a:bodyPr>
          <a:lstStyle>
            <a:lvl1pPr>
              <a:defRPr sz="1800" b="1" i="0" cap="all" spc="400" baseline="0">
                <a:solidFill>
                  <a:schemeClr val="bg1"/>
                </a:solidFill>
              </a:defRPr>
            </a:lvl1pPr>
          </a:lstStyle>
          <a:p>
            <a:r>
              <a:rPr lang="en-US" sz="2000" b="1" spc="300">
                <a:ln w="19050">
                  <a:noFill/>
                </a:ln>
                <a:solidFill>
                  <a:schemeClr val="bg1"/>
                </a:solidFill>
                <a:latin typeface="Arial" panose="020B0604020202020204" pitchFamily="34" charset="0"/>
                <a:cs typeface="Arial" panose="020B0604020202020204" pitchFamily="34" charset="0"/>
              </a:rPr>
              <a:t>SECTION HERE</a:t>
            </a:r>
          </a:p>
        </p:txBody>
      </p:sp>
      <p:sp>
        <p:nvSpPr>
          <p:cNvPr id="18" name="Text Placeholder 17">
            <a:extLst>
              <a:ext uri="{FF2B5EF4-FFF2-40B4-BE49-F238E27FC236}">
                <a16:creationId xmlns:a16="http://schemas.microsoft.com/office/drawing/2014/main" id="{4607F020-7CB7-FA45-8230-53C05BB43EA1}"/>
              </a:ext>
            </a:extLst>
          </p:cNvPr>
          <p:cNvSpPr>
            <a:spLocks noGrp="1"/>
          </p:cNvSpPr>
          <p:nvPr>
            <p:ph type="body" sz="quarter" idx="17" hasCustomPrompt="1"/>
          </p:nvPr>
        </p:nvSpPr>
        <p:spPr>
          <a:xfrm>
            <a:off x="571500" y="1866900"/>
            <a:ext cx="3225800" cy="1562100"/>
          </a:xfrm>
          <a:prstGeom prst="rect">
            <a:avLst/>
          </a:prstGeom>
        </p:spPr>
        <p:txBody>
          <a:bodyPr>
            <a:noAutofit/>
          </a:bodyPr>
          <a:lstStyle>
            <a:lvl1pPr>
              <a:defRPr sz="3600" b="1">
                <a:solidFill>
                  <a:schemeClr val="bg1"/>
                </a:solidFill>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lang="en-US"/>
              <a:t>Headline Goes Here and Here</a:t>
            </a:r>
          </a:p>
        </p:txBody>
      </p:sp>
      <p:pic>
        <p:nvPicPr>
          <p:cNvPr id="12" name="Picture 11">
            <a:extLst>
              <a:ext uri="{FF2B5EF4-FFF2-40B4-BE49-F238E27FC236}">
                <a16:creationId xmlns:a16="http://schemas.microsoft.com/office/drawing/2014/main" id="{A19D2A7B-D949-D84A-B563-9285D56DA79D}"/>
              </a:ext>
            </a:extLst>
          </p:cNvPr>
          <p:cNvPicPr>
            <a:picLocks noChangeAspect="1"/>
          </p:cNvPicPr>
          <p:nvPr userDrawn="1"/>
        </p:nvPicPr>
        <p:blipFill rotWithShape="1">
          <a:blip r:embed="rId2"/>
          <a:srcRect l="17162" t="77592" r="78736"/>
          <a:stretch/>
        </p:blipFill>
        <p:spPr>
          <a:xfrm rot="10800000">
            <a:off x="571500" y="-737549"/>
            <a:ext cx="500083" cy="1536790"/>
          </a:xfrm>
          <a:prstGeom prst="rect">
            <a:avLst/>
          </a:prstGeom>
        </p:spPr>
      </p:pic>
      <p:sp>
        <p:nvSpPr>
          <p:cNvPr id="17" name="Content Placeholder 2">
            <a:extLst>
              <a:ext uri="{FF2B5EF4-FFF2-40B4-BE49-F238E27FC236}">
                <a16:creationId xmlns:a16="http://schemas.microsoft.com/office/drawing/2014/main" id="{A4D5C75C-330E-FF43-B40F-90030894A767}"/>
              </a:ext>
            </a:extLst>
          </p:cNvPr>
          <p:cNvSpPr>
            <a:spLocks noGrp="1"/>
          </p:cNvSpPr>
          <p:nvPr>
            <p:ph idx="18"/>
          </p:nvPr>
        </p:nvSpPr>
        <p:spPr>
          <a:xfrm>
            <a:off x="4805665" y="1222362"/>
            <a:ext cx="6796915" cy="4840508"/>
          </a:xfrm>
          <a:prstGeom prst="rect">
            <a:avLst/>
          </a:prstGeom>
        </p:spPr>
        <p:txBody>
          <a:bodyPr lIns="0" tIns="0" rIns="0" bIns="0"/>
          <a:lstStyle>
            <a:lvl1pPr>
              <a:defRPr sz="1600" b="1" cap="all" spc="300" baseline="0">
                <a:solidFill>
                  <a:schemeClr val="accent1"/>
                </a:solidFill>
              </a:defRPr>
            </a:lvl1pPr>
            <a:lvl2pPr marL="12700" indent="0">
              <a:buClr>
                <a:srgbClr val="001E62"/>
              </a:buClr>
              <a:buFontTx/>
              <a:buNone/>
              <a:tabLst/>
              <a:defRPr/>
            </a:lvl2pPr>
            <a:lvl3pPr marL="641350" indent="-171450">
              <a:buClr>
                <a:srgbClr val="001E62"/>
              </a:buClr>
              <a:buFont typeface="Arial" panose="020B0604020202020204" pitchFamily="34" charset="0"/>
              <a:buChar char="•"/>
              <a:tabLst/>
              <a:defRPr/>
            </a:lvl3pPr>
            <a:lvl4pPr marL="1485900" indent="-114300">
              <a:buClr>
                <a:srgbClr val="001E62"/>
              </a:buClr>
              <a:tabLst/>
              <a:defRPr sz="1200">
                <a:solidFill>
                  <a:schemeClr val="tx1"/>
                </a:solidFill>
              </a:defRPr>
            </a:lvl4pPr>
            <a:lvl5pPr marL="1952625" indent="-123825">
              <a:buClr>
                <a:srgbClr val="001E62"/>
              </a:buClr>
              <a:tabLst/>
              <a:defRPr sz="1200">
                <a:solidFill>
                  <a:schemeClr val="tx1"/>
                </a:solidFill>
              </a:defRPr>
            </a:lvl5pPr>
          </a:lstStyle>
          <a:p>
            <a:pPr lvl="0"/>
            <a:r>
              <a:rPr lang="en-US"/>
              <a:t>Click to edit Master text styles</a:t>
            </a:r>
          </a:p>
          <a:p>
            <a:pPr lvl="1"/>
            <a:r>
              <a:rPr lang="en-US"/>
              <a:t>Second level</a:t>
            </a:r>
          </a:p>
          <a:p>
            <a:pPr lvl="2"/>
            <a:r>
              <a:rPr lang="en-US"/>
              <a:t>Third level</a:t>
            </a:r>
          </a:p>
        </p:txBody>
      </p:sp>
      <p:sp>
        <p:nvSpPr>
          <p:cNvPr id="19" name="TextBox 18">
            <a:extLst>
              <a:ext uri="{FF2B5EF4-FFF2-40B4-BE49-F238E27FC236}">
                <a16:creationId xmlns:a16="http://schemas.microsoft.com/office/drawing/2014/main" id="{52DFFB21-BBD8-584B-AD40-5FF15F1975E2}"/>
              </a:ext>
            </a:extLst>
          </p:cNvPr>
          <p:cNvSpPr txBox="1"/>
          <p:nvPr userDrawn="1"/>
        </p:nvSpPr>
        <p:spPr>
          <a:xfrm>
            <a:off x="125425" y="6439768"/>
            <a:ext cx="601579" cy="307777"/>
          </a:xfrm>
          <a:prstGeom prst="rect">
            <a:avLst/>
          </a:prstGeom>
          <a:noFill/>
        </p:spPr>
        <p:txBody>
          <a:bodyPr wrap="square" rtlCol="0">
            <a:spAutoFit/>
          </a:bodyPr>
          <a:lstStyle/>
          <a:p>
            <a:fld id="{3165C24F-D5A7-7547-9DA1-2768CBD8B2AD}" type="slidenum">
              <a:rPr lang="en-US" sz="1400" b="1" smtClean="0">
                <a:solidFill>
                  <a:schemeClr val="bg1"/>
                </a:solidFill>
                <a:latin typeface="Arial" panose="020B0604020202020204" pitchFamily="34" charset="0"/>
                <a:cs typeface="Arial" panose="020B0604020202020204" pitchFamily="34" charset="0"/>
              </a:rPr>
              <a:t>‹#›</a:t>
            </a:fld>
            <a:endParaRPr lang="en-US" sz="1400" b="1">
              <a:solidFill>
                <a:schemeClr val="bg1"/>
              </a:solidFill>
              <a:latin typeface="Arial" panose="020B0604020202020204" pitchFamily="34" charset="0"/>
              <a:cs typeface="Arial" panose="020B0604020202020204" pitchFamily="34" charset="0"/>
            </a:endParaRPr>
          </a:p>
        </p:txBody>
      </p:sp>
      <p:sp>
        <p:nvSpPr>
          <p:cNvPr id="2" name="Footer Placeholder 1">
            <a:extLst>
              <a:ext uri="{FF2B5EF4-FFF2-40B4-BE49-F238E27FC236}">
                <a16:creationId xmlns:a16="http://schemas.microsoft.com/office/drawing/2014/main" id="{CF9A3847-D44C-1045-9746-270828EEC7AD}"/>
              </a:ext>
            </a:extLst>
          </p:cNvPr>
          <p:cNvSpPr>
            <a:spLocks noGrp="1"/>
          </p:cNvSpPr>
          <p:nvPr>
            <p:ph type="ftr" sz="quarter" idx="19"/>
          </p:nvPr>
        </p:nvSpPr>
        <p:spPr>
          <a:xfrm>
            <a:off x="4805665" y="6419410"/>
            <a:ext cx="4114800" cy="365125"/>
          </a:xfrm>
        </p:spPr>
        <p:txBody>
          <a:bodyPr/>
          <a:lstStyle/>
          <a:p>
            <a:r>
              <a:rPr lang="en-US"/>
              <a:t>College/Department/Presentation Name</a:t>
            </a:r>
          </a:p>
        </p:txBody>
      </p:sp>
    </p:spTree>
    <p:extLst>
      <p:ext uri="{BB962C8B-B14F-4D97-AF65-F5344CB8AC3E}">
        <p14:creationId xmlns:p14="http://schemas.microsoft.com/office/powerpoint/2010/main" val="4056754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63A040F-DDFD-4E49-B911-5258CAF2D3E7}"/>
              </a:ext>
            </a:extLst>
          </p:cNvPr>
          <p:cNvPicPr>
            <a:picLocks noChangeAspect="1"/>
          </p:cNvPicPr>
          <p:nvPr userDrawn="1"/>
        </p:nvPicPr>
        <p:blipFill rotWithShape="1">
          <a:blip r:embed="rId2"/>
          <a:srcRect t="61111" b="7037"/>
          <a:stretch/>
        </p:blipFill>
        <p:spPr>
          <a:xfrm>
            <a:off x="0" y="2331188"/>
            <a:ext cx="12192000" cy="2184400"/>
          </a:xfrm>
          <a:prstGeom prst="rect">
            <a:avLst/>
          </a:prstGeom>
        </p:spPr>
      </p:pic>
      <p:sp>
        <p:nvSpPr>
          <p:cNvPr id="5" name="Rectangle 4">
            <a:extLst>
              <a:ext uri="{FF2B5EF4-FFF2-40B4-BE49-F238E27FC236}">
                <a16:creationId xmlns:a16="http://schemas.microsoft.com/office/drawing/2014/main" id="{048638E0-CDBC-DC4F-8BB3-C27A3270B4E9}"/>
              </a:ext>
            </a:extLst>
          </p:cNvPr>
          <p:cNvSpPr/>
          <p:nvPr userDrawn="1"/>
        </p:nvSpPr>
        <p:spPr>
          <a:xfrm>
            <a:off x="-1" y="2340565"/>
            <a:ext cx="12192000" cy="2184400"/>
          </a:xfrm>
          <a:prstGeom prst="rect">
            <a:avLst/>
          </a:prstGeom>
          <a:solidFill>
            <a:srgbClr val="001E6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b="0" i="0">
              <a:latin typeface="Arial" panose="020B0604020202020204" pitchFamily="34" charset="0"/>
            </a:endParaRPr>
          </a:p>
        </p:txBody>
      </p:sp>
      <p:sp>
        <p:nvSpPr>
          <p:cNvPr id="3" name="Title 1">
            <a:extLst>
              <a:ext uri="{FF2B5EF4-FFF2-40B4-BE49-F238E27FC236}">
                <a16:creationId xmlns:a16="http://schemas.microsoft.com/office/drawing/2014/main" id="{658EDC3A-B0ED-8A4D-8488-7A4C581CFDA2}"/>
              </a:ext>
            </a:extLst>
          </p:cNvPr>
          <p:cNvSpPr>
            <a:spLocks noGrp="1"/>
          </p:cNvSpPr>
          <p:nvPr>
            <p:ph type="title" hasCustomPrompt="1"/>
          </p:nvPr>
        </p:nvSpPr>
        <p:spPr>
          <a:xfrm>
            <a:off x="578068" y="3156054"/>
            <a:ext cx="11035861" cy="766989"/>
          </a:xfrm>
          <a:prstGeom prst="rect">
            <a:avLst/>
          </a:prstGeom>
        </p:spPr>
        <p:txBody>
          <a:bodyPr lIns="0" tIns="0" rIns="0" bIns="0" anchor="ctr"/>
          <a:lstStyle>
            <a:lvl1pPr algn="ctr">
              <a:defRPr>
                <a:solidFill>
                  <a:schemeClr val="bg1"/>
                </a:solidFill>
              </a:defRPr>
            </a:lvl1pPr>
          </a:lstStyle>
          <a:p>
            <a:r>
              <a:rPr lang="en-US"/>
              <a:t>Divider Slide</a:t>
            </a:r>
          </a:p>
        </p:txBody>
      </p:sp>
      <p:sp>
        <p:nvSpPr>
          <p:cNvPr id="2" name="Footer Placeholder 1">
            <a:extLst>
              <a:ext uri="{FF2B5EF4-FFF2-40B4-BE49-F238E27FC236}">
                <a16:creationId xmlns:a16="http://schemas.microsoft.com/office/drawing/2014/main" id="{D4781056-D049-3547-BEAF-CEE287C4E45D}"/>
              </a:ext>
            </a:extLst>
          </p:cNvPr>
          <p:cNvSpPr>
            <a:spLocks noGrp="1"/>
          </p:cNvSpPr>
          <p:nvPr>
            <p:ph type="ftr" sz="quarter" idx="10"/>
          </p:nvPr>
        </p:nvSpPr>
        <p:spPr/>
        <p:txBody>
          <a:bodyPr/>
          <a:lstStyle/>
          <a:p>
            <a:r>
              <a:rPr lang="en-US"/>
              <a:t>College/Department/Presentation Name</a:t>
            </a:r>
          </a:p>
        </p:txBody>
      </p:sp>
    </p:spTree>
    <p:extLst>
      <p:ext uri="{BB962C8B-B14F-4D97-AF65-F5344CB8AC3E}">
        <p14:creationId xmlns:p14="http://schemas.microsoft.com/office/powerpoint/2010/main" val="21561862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Divider 2">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C6736B9-CC46-8040-9B10-88C725D129B4}"/>
              </a:ext>
            </a:extLst>
          </p:cNvPr>
          <p:cNvPicPr>
            <a:picLocks noChangeAspect="1"/>
          </p:cNvPicPr>
          <p:nvPr userDrawn="1"/>
        </p:nvPicPr>
        <p:blipFill rotWithShape="1">
          <a:blip r:embed="rId2"/>
          <a:srcRect l="1" t="85786" r="3" b="1251"/>
          <a:stretch/>
        </p:blipFill>
        <p:spPr>
          <a:xfrm>
            <a:off x="0" y="6007100"/>
            <a:ext cx="12192000" cy="889000"/>
          </a:xfrm>
          <a:prstGeom prst="rect">
            <a:avLst/>
          </a:prstGeom>
        </p:spPr>
      </p:pic>
      <p:sp>
        <p:nvSpPr>
          <p:cNvPr id="5" name="Rectangle 4">
            <a:extLst>
              <a:ext uri="{FF2B5EF4-FFF2-40B4-BE49-F238E27FC236}">
                <a16:creationId xmlns:a16="http://schemas.microsoft.com/office/drawing/2014/main" id="{37BE2AD0-F3DD-C74E-AD44-71463A9CACDB}"/>
              </a:ext>
            </a:extLst>
          </p:cNvPr>
          <p:cNvSpPr/>
          <p:nvPr userDrawn="1"/>
        </p:nvSpPr>
        <p:spPr>
          <a:xfrm>
            <a:off x="196645" y="6409044"/>
            <a:ext cx="304800" cy="3077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3" name="Title 1">
            <a:extLst>
              <a:ext uri="{FF2B5EF4-FFF2-40B4-BE49-F238E27FC236}">
                <a16:creationId xmlns:a16="http://schemas.microsoft.com/office/drawing/2014/main" id="{658EDC3A-B0ED-8A4D-8488-7A4C581CFDA2}"/>
              </a:ext>
            </a:extLst>
          </p:cNvPr>
          <p:cNvSpPr>
            <a:spLocks noGrp="1"/>
          </p:cNvSpPr>
          <p:nvPr>
            <p:ph type="title" hasCustomPrompt="1"/>
          </p:nvPr>
        </p:nvSpPr>
        <p:spPr>
          <a:xfrm>
            <a:off x="578069" y="2793176"/>
            <a:ext cx="11035861" cy="766989"/>
          </a:xfrm>
          <a:prstGeom prst="rect">
            <a:avLst/>
          </a:prstGeom>
        </p:spPr>
        <p:txBody>
          <a:bodyPr lIns="0" tIns="0" rIns="0" bIns="0" anchor="ctr"/>
          <a:lstStyle>
            <a:lvl1pPr algn="ctr">
              <a:defRPr>
                <a:solidFill>
                  <a:schemeClr val="accent2"/>
                </a:solidFill>
              </a:defRPr>
            </a:lvl1pPr>
          </a:lstStyle>
          <a:p>
            <a:r>
              <a:rPr lang="en-US"/>
              <a:t>Divider Slide</a:t>
            </a:r>
          </a:p>
        </p:txBody>
      </p:sp>
      <p:sp>
        <p:nvSpPr>
          <p:cNvPr id="4" name="TextBox 3">
            <a:extLst>
              <a:ext uri="{FF2B5EF4-FFF2-40B4-BE49-F238E27FC236}">
                <a16:creationId xmlns:a16="http://schemas.microsoft.com/office/drawing/2014/main" id="{F6AA68CF-ED20-AF4E-B696-23793AE24597}"/>
              </a:ext>
            </a:extLst>
          </p:cNvPr>
          <p:cNvSpPr txBox="1"/>
          <p:nvPr userDrawn="1"/>
        </p:nvSpPr>
        <p:spPr>
          <a:xfrm>
            <a:off x="157317" y="6369355"/>
            <a:ext cx="601579" cy="307777"/>
          </a:xfrm>
          <a:prstGeom prst="rect">
            <a:avLst/>
          </a:prstGeom>
          <a:noFill/>
        </p:spPr>
        <p:txBody>
          <a:bodyPr wrap="square" rtlCol="0">
            <a:spAutoFit/>
          </a:bodyPr>
          <a:lstStyle/>
          <a:p>
            <a:fld id="{3165C24F-D5A7-7547-9DA1-2768CBD8B2AD}" type="slidenum">
              <a:rPr lang="en-US" sz="1400" b="1" smtClean="0">
                <a:solidFill>
                  <a:schemeClr val="accent2"/>
                </a:solidFill>
                <a:latin typeface="Arial" panose="020B0604020202020204" pitchFamily="34" charset="0"/>
                <a:cs typeface="Arial" panose="020B0604020202020204" pitchFamily="34" charset="0"/>
              </a:rPr>
              <a:t>‹#›</a:t>
            </a:fld>
            <a:endParaRPr lang="en-US" sz="1400" b="1">
              <a:solidFill>
                <a:schemeClr val="accent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510630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End Slide">
    <p:bg>
      <p:bgPr>
        <a:solidFill>
          <a:schemeClr val="accent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4466824-B371-3F4A-BBC7-17B5B0E28245}"/>
              </a:ext>
            </a:extLst>
          </p:cNvPr>
          <p:cNvPicPr>
            <a:picLocks noChangeAspect="1"/>
          </p:cNvPicPr>
          <p:nvPr/>
        </p:nvPicPr>
        <p:blipFill>
          <a:blip r:embed="rId2"/>
          <a:stretch>
            <a:fillRect/>
          </a:stretch>
        </p:blipFill>
        <p:spPr>
          <a:xfrm>
            <a:off x="4932751" y="2295148"/>
            <a:ext cx="2326497" cy="2267704"/>
          </a:xfrm>
          <a:prstGeom prst="rect">
            <a:avLst/>
          </a:prstGeom>
        </p:spPr>
      </p:pic>
      <p:pic>
        <p:nvPicPr>
          <p:cNvPr id="3" name="Picture 2">
            <a:extLst>
              <a:ext uri="{FF2B5EF4-FFF2-40B4-BE49-F238E27FC236}">
                <a16:creationId xmlns:a16="http://schemas.microsoft.com/office/drawing/2014/main" id="{19AE039C-5A95-5E48-B5F3-0DE41F24E20F}"/>
              </a:ext>
            </a:extLst>
          </p:cNvPr>
          <p:cNvPicPr>
            <a:picLocks noChangeAspect="1"/>
          </p:cNvPicPr>
          <p:nvPr userDrawn="1"/>
        </p:nvPicPr>
        <p:blipFill>
          <a:blip r:embed="rId2"/>
          <a:stretch>
            <a:fillRect/>
          </a:stretch>
        </p:blipFill>
        <p:spPr>
          <a:xfrm>
            <a:off x="4932751" y="2295148"/>
            <a:ext cx="2326497" cy="2267704"/>
          </a:xfrm>
          <a:prstGeom prst="rect">
            <a:avLst/>
          </a:prstGeom>
        </p:spPr>
      </p:pic>
    </p:spTree>
    <p:extLst>
      <p:ext uri="{BB962C8B-B14F-4D97-AF65-F5344CB8AC3E}">
        <p14:creationId xmlns:p14="http://schemas.microsoft.com/office/powerpoint/2010/main" val="39287878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24016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4218E8F-10A9-6445-A422-50AED2FB7719}"/>
              </a:ext>
            </a:extLst>
          </p:cNvPr>
          <p:cNvSpPr txBox="1"/>
          <p:nvPr userDrawn="1"/>
        </p:nvSpPr>
        <p:spPr>
          <a:xfrm>
            <a:off x="125425" y="6439768"/>
            <a:ext cx="601579" cy="307777"/>
          </a:xfrm>
          <a:prstGeom prst="rect">
            <a:avLst/>
          </a:prstGeom>
          <a:noFill/>
        </p:spPr>
        <p:txBody>
          <a:bodyPr wrap="square" rtlCol="0">
            <a:spAutoFit/>
          </a:bodyPr>
          <a:lstStyle/>
          <a:p>
            <a:fld id="{3165C24F-D5A7-7547-9DA1-2768CBD8B2AD}" type="slidenum">
              <a:rPr lang="en-US" sz="1400" b="1" smtClean="0">
                <a:solidFill>
                  <a:schemeClr val="accent2"/>
                </a:solidFill>
                <a:latin typeface="Arial" panose="020B0604020202020204" pitchFamily="34" charset="0"/>
                <a:cs typeface="Arial" panose="020B0604020202020204" pitchFamily="34" charset="0"/>
              </a:rPr>
              <a:t>‹#›</a:t>
            </a:fld>
            <a:endParaRPr lang="en-US" sz="1400" b="1">
              <a:solidFill>
                <a:schemeClr val="accent2"/>
              </a:solidFill>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BDBB5935-E507-3B44-AD51-1D3B1F0405E1}"/>
              </a:ext>
            </a:extLst>
          </p:cNvPr>
          <p:cNvPicPr>
            <a:picLocks noChangeAspect="1"/>
          </p:cNvPicPr>
          <p:nvPr/>
        </p:nvPicPr>
        <p:blipFill>
          <a:blip r:embed="rId21"/>
          <a:stretch>
            <a:fillRect/>
          </a:stretch>
        </p:blipFill>
        <p:spPr>
          <a:xfrm>
            <a:off x="11462017" y="6126480"/>
            <a:ext cx="604558" cy="589280"/>
          </a:xfrm>
          <a:prstGeom prst="rect">
            <a:avLst/>
          </a:prstGeom>
        </p:spPr>
      </p:pic>
      <p:sp>
        <p:nvSpPr>
          <p:cNvPr id="9" name="Title Placeholder 1">
            <a:extLst>
              <a:ext uri="{FF2B5EF4-FFF2-40B4-BE49-F238E27FC236}">
                <a16:creationId xmlns:a16="http://schemas.microsoft.com/office/drawing/2014/main" id="{DBA86899-E688-504E-A570-178B715EA3C8}"/>
              </a:ext>
            </a:extLst>
          </p:cNvPr>
          <p:cNvSpPr>
            <a:spLocks noGrp="1"/>
          </p:cNvSpPr>
          <p:nvPr>
            <p:ph type="title"/>
          </p:nvPr>
        </p:nvSpPr>
        <p:spPr>
          <a:xfrm>
            <a:off x="571499" y="427475"/>
            <a:ext cx="11048999" cy="811005"/>
          </a:xfrm>
          <a:prstGeom prst="rect">
            <a:avLst/>
          </a:prstGeom>
        </p:spPr>
        <p:txBody>
          <a:bodyPr vert="horz" lIns="0" tIns="0" rIns="0" bIns="0" rtlCol="0" anchor="t">
            <a:normAutofit/>
          </a:bodyPr>
          <a:lstStyle/>
          <a:p>
            <a:r>
              <a:rPr lang="en-US"/>
              <a:t>Slide Title</a:t>
            </a:r>
          </a:p>
        </p:txBody>
      </p:sp>
      <p:sp>
        <p:nvSpPr>
          <p:cNvPr id="10" name="Text Placeholder 2">
            <a:extLst>
              <a:ext uri="{FF2B5EF4-FFF2-40B4-BE49-F238E27FC236}">
                <a16:creationId xmlns:a16="http://schemas.microsoft.com/office/drawing/2014/main" id="{005117A9-42CA-BD41-9D8D-547D5CDB2A2B}"/>
              </a:ext>
            </a:extLst>
          </p:cNvPr>
          <p:cNvSpPr>
            <a:spLocks noGrp="1"/>
          </p:cNvSpPr>
          <p:nvPr>
            <p:ph type="body" idx="1"/>
          </p:nvPr>
        </p:nvSpPr>
        <p:spPr>
          <a:xfrm>
            <a:off x="571500" y="1437126"/>
            <a:ext cx="11049000" cy="449070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pic>
        <p:nvPicPr>
          <p:cNvPr id="8" name="Picture 7">
            <a:extLst>
              <a:ext uri="{FF2B5EF4-FFF2-40B4-BE49-F238E27FC236}">
                <a16:creationId xmlns:a16="http://schemas.microsoft.com/office/drawing/2014/main" id="{51353ED9-6758-5C4A-B0DC-BD4F58B26932}"/>
              </a:ext>
            </a:extLst>
          </p:cNvPr>
          <p:cNvPicPr>
            <a:picLocks noChangeAspect="1"/>
          </p:cNvPicPr>
          <p:nvPr userDrawn="1"/>
        </p:nvPicPr>
        <p:blipFill>
          <a:blip r:embed="rId21"/>
          <a:stretch>
            <a:fillRect/>
          </a:stretch>
        </p:blipFill>
        <p:spPr>
          <a:xfrm>
            <a:off x="11462017" y="6126480"/>
            <a:ext cx="604558" cy="589280"/>
          </a:xfrm>
          <a:prstGeom prst="rect">
            <a:avLst/>
          </a:prstGeom>
        </p:spPr>
      </p:pic>
      <p:sp>
        <p:nvSpPr>
          <p:cNvPr id="2" name="Footer Placeholder 1">
            <a:extLst>
              <a:ext uri="{FF2B5EF4-FFF2-40B4-BE49-F238E27FC236}">
                <a16:creationId xmlns:a16="http://schemas.microsoft.com/office/drawing/2014/main" id="{C7EA0ADE-DED0-334D-AE1C-0EBE7C7C1CF1}"/>
              </a:ext>
            </a:extLst>
          </p:cNvPr>
          <p:cNvSpPr>
            <a:spLocks noGrp="1"/>
          </p:cNvSpPr>
          <p:nvPr>
            <p:ph type="ftr" sz="quarter" idx="3"/>
          </p:nvPr>
        </p:nvSpPr>
        <p:spPr>
          <a:xfrm>
            <a:off x="571499" y="6419410"/>
            <a:ext cx="4114800" cy="365125"/>
          </a:xfrm>
          <a:prstGeom prst="rect">
            <a:avLst/>
          </a:prstGeom>
        </p:spPr>
        <p:txBody>
          <a:bodyPr vert="horz" lIns="91440" tIns="45720" rIns="91440" bIns="45720" rtlCol="0" anchor="ctr"/>
          <a:lstStyle>
            <a:lvl1pPr algn="l">
              <a:defRPr sz="1200">
                <a:solidFill>
                  <a:schemeClr val="tx1"/>
                </a:solidFill>
                <a:latin typeface="Arial" panose="020B0604020202020204" pitchFamily="34" charset="0"/>
                <a:cs typeface="Arial" panose="020B0604020202020204" pitchFamily="34" charset="0"/>
              </a:defRPr>
            </a:lvl1pPr>
          </a:lstStyle>
          <a:p>
            <a:r>
              <a:rPr lang="en-US"/>
              <a:t>College/Department/Presentation Name</a:t>
            </a:r>
          </a:p>
        </p:txBody>
      </p:sp>
    </p:spTree>
    <p:extLst>
      <p:ext uri="{BB962C8B-B14F-4D97-AF65-F5344CB8AC3E}">
        <p14:creationId xmlns:p14="http://schemas.microsoft.com/office/powerpoint/2010/main" val="2305179192"/>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21" r:id="rId6"/>
    <p:sldLayoutId id="2147483715" r:id="rId7"/>
    <p:sldLayoutId id="2147483707" r:id="rId8"/>
    <p:sldLayoutId id="2147483708" r:id="rId9"/>
    <p:sldLayoutId id="2147483709" r:id="rId10"/>
    <p:sldLayoutId id="2147483710" r:id="rId11"/>
    <p:sldLayoutId id="2147483711" r:id="rId12"/>
    <p:sldLayoutId id="2147483712" r:id="rId13"/>
    <p:sldLayoutId id="2147483713" r:id="rId14"/>
    <p:sldLayoutId id="2147483714" r:id="rId15"/>
    <p:sldLayoutId id="2147483716" r:id="rId16"/>
    <p:sldLayoutId id="2147483718" r:id="rId17"/>
    <p:sldLayoutId id="2147483719" r:id="rId18"/>
    <p:sldLayoutId id="2147483720" r:id="rId19"/>
  </p:sldLayoutIdLst>
  <p:hf sldNum="0" hdr="0" dt="0"/>
  <p:txStyles>
    <p:titleStyle>
      <a:lvl1pPr algn="l" defTabSz="914400" rtl="0" eaLnBrk="1" latinLnBrk="0" hangingPunct="1">
        <a:lnSpc>
          <a:spcPct val="90000"/>
        </a:lnSpc>
        <a:spcBef>
          <a:spcPct val="0"/>
        </a:spcBef>
        <a:buNone/>
        <a:defRPr sz="3600" b="1" i="0" kern="1200">
          <a:solidFill>
            <a:srgbClr val="001E62"/>
          </a:solidFill>
          <a:latin typeface="Arial" panose="020B0604020202020204" pitchFamily="34" charset="0"/>
          <a:ea typeface="+mj-ea"/>
          <a:cs typeface="+mj-cs"/>
        </a:defRPr>
      </a:lvl1pPr>
    </p:titleStyle>
    <p:bodyStyle>
      <a:lvl1pPr marL="0" indent="0" algn="l" defTabSz="914400" rtl="0" eaLnBrk="1" latinLnBrk="0" hangingPunct="1">
        <a:lnSpc>
          <a:spcPct val="100000"/>
        </a:lnSpc>
        <a:spcBef>
          <a:spcPts val="1000"/>
        </a:spcBef>
        <a:buFontTx/>
        <a:buNone/>
        <a:defRPr sz="2000" b="0" i="0" kern="1200">
          <a:solidFill>
            <a:schemeClr val="tx1"/>
          </a:solidFill>
          <a:latin typeface="Arial" panose="020B0604020202020204" pitchFamily="34" charset="0"/>
          <a:ea typeface="+mn-ea"/>
          <a:cs typeface="+mn-cs"/>
        </a:defRPr>
      </a:lvl1pPr>
      <a:lvl2pPr marL="635000" indent="-177800" algn="l" defTabSz="914400" rtl="0" eaLnBrk="1" latinLnBrk="0" hangingPunct="1">
        <a:lnSpc>
          <a:spcPct val="100000"/>
        </a:lnSpc>
        <a:spcBef>
          <a:spcPts val="500"/>
        </a:spcBef>
        <a:buClr>
          <a:srgbClr val="001E62"/>
        </a:buClr>
        <a:buFont typeface="Arial" panose="020B0604020202020204" pitchFamily="34" charset="0"/>
        <a:buChar char="•"/>
        <a:tabLst/>
        <a:defRPr sz="2000" b="0" i="0" kern="1200">
          <a:solidFill>
            <a:schemeClr val="tx1"/>
          </a:solidFill>
          <a:latin typeface="Arial" panose="020B0604020202020204" pitchFamily="34" charset="0"/>
          <a:ea typeface="+mn-ea"/>
          <a:cs typeface="+mn-cs"/>
        </a:defRPr>
      </a:lvl2pPr>
      <a:lvl3pPr marL="1098550" indent="-184150" algn="l" defTabSz="914400" rtl="0" eaLnBrk="1" latinLnBrk="0" hangingPunct="1">
        <a:lnSpc>
          <a:spcPct val="100000"/>
        </a:lnSpc>
        <a:spcBef>
          <a:spcPts val="500"/>
        </a:spcBef>
        <a:buClr>
          <a:srgbClr val="001E62"/>
        </a:buClr>
        <a:buFont typeface="System Font Regular"/>
        <a:buChar char="–"/>
        <a:tabLst/>
        <a:defRPr sz="1600" b="0" i="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lumMod val="50000"/>
              <a:lumOff val="50000"/>
            </a:schemeClr>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lumMod val="50000"/>
              <a:lumOff val="50000"/>
            </a:schemeClr>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64">
          <p15:clr>
            <a:srgbClr val="F26B43"/>
          </p15:clr>
        </p15:guide>
        <p15:guide id="4" pos="36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jpeg"/><Relationship Id="rId2" Type="http://schemas.microsoft.com/office/2018/10/relationships/comments" Target="../comments/modernComment_17B_4D437748.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pexels.com/photo/raindrops-and-ripples-on-still-water-3394939/" TargetMode="External"/><Relationship Id="rId2" Type="http://schemas.openxmlformats.org/officeDocument/2006/relationships/image" Target="../media/image10.jpe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11.jpeg"/><Relationship Id="rId2" Type="http://schemas.microsoft.com/office/2018/10/relationships/comments" Target="../comments/modernComment_183_12703F3B.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12.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8" Type="http://schemas.openxmlformats.org/officeDocument/2006/relationships/image" Target="../media/image14.jpeg"/><Relationship Id="rId13" Type="http://schemas.openxmlformats.org/officeDocument/2006/relationships/image" Target="../media/image18.jpeg"/><Relationship Id="rId3" Type="http://schemas.openxmlformats.org/officeDocument/2006/relationships/diagramData" Target="../diagrams/data1.xml"/><Relationship Id="rId7" Type="http://schemas.microsoft.com/office/2007/relationships/diagramDrawing" Target="../diagrams/drawing1.xml"/><Relationship Id="rId12" Type="http://schemas.openxmlformats.org/officeDocument/2006/relationships/image" Target="../media/image17.jpeg"/><Relationship Id="rId2" Type="http://schemas.microsoft.com/office/2018/10/relationships/comments" Target="../comments/modernComment_186_1D93DFAA.xml"/><Relationship Id="rId16" Type="http://schemas.openxmlformats.org/officeDocument/2006/relationships/image" Target="../media/image20.png"/><Relationship Id="rId1" Type="http://schemas.openxmlformats.org/officeDocument/2006/relationships/slideLayout" Target="../slideLayouts/slideLayout5.xml"/><Relationship Id="rId6" Type="http://schemas.openxmlformats.org/officeDocument/2006/relationships/diagramColors" Target="../diagrams/colors1.xml"/><Relationship Id="rId11" Type="http://schemas.microsoft.com/office/2007/relationships/hdphoto" Target="../media/hdphoto1.wdp"/><Relationship Id="rId5" Type="http://schemas.openxmlformats.org/officeDocument/2006/relationships/diagramQuickStyle" Target="../diagrams/quickStyle1.xml"/><Relationship Id="rId15" Type="http://schemas.microsoft.com/office/2007/relationships/hdphoto" Target="../media/hdphoto2.wdp"/><Relationship Id="rId10" Type="http://schemas.openxmlformats.org/officeDocument/2006/relationships/image" Target="../media/image16.png"/><Relationship Id="rId4" Type="http://schemas.openxmlformats.org/officeDocument/2006/relationships/diagramLayout" Target="../diagrams/layout1.xml"/><Relationship Id="rId9" Type="http://schemas.openxmlformats.org/officeDocument/2006/relationships/image" Target="../media/image15.jpeg"/><Relationship Id="rId14" Type="http://schemas.openxmlformats.org/officeDocument/2006/relationships/image" Target="../media/image19.png"/></Relationships>
</file>

<file path=ppt/slides/_rels/slide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diagramData" Target="../diagrams/data2.xml"/><Relationship Id="rId7" Type="http://schemas.microsoft.com/office/2007/relationships/diagramDrawing" Target="../diagrams/drawing2.xml"/><Relationship Id="rId2" Type="http://schemas.microsoft.com/office/2018/10/relationships/comments" Target="../comments/modernComment_187_B00CC2F7.xml"/><Relationship Id="rId1" Type="http://schemas.openxmlformats.org/officeDocument/2006/relationships/slideLayout" Target="../slideLayouts/slideLayout15.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 Id="rId9" Type="http://schemas.openxmlformats.org/officeDocument/2006/relationships/image" Target="../media/image22.svg"/></Relationships>
</file>

<file path=ppt/slides/_rels/slide8.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diagramLayout" Target="../diagrams/layout3.xml"/><Relationship Id="rId7" Type="http://schemas.openxmlformats.org/officeDocument/2006/relationships/image" Target="../media/image21.png"/><Relationship Id="rId2" Type="http://schemas.openxmlformats.org/officeDocument/2006/relationships/diagramData" Target="../diagrams/data3.xml"/><Relationship Id="rId1" Type="http://schemas.openxmlformats.org/officeDocument/2006/relationships/slideLayout" Target="../slideLayouts/slideLayout15.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microsoft.com/office/2018/10/relationships/comments" Target="../comments/modernComment_17A_B6EB3B47.xml"/><Relationship Id="rId1" Type="http://schemas.openxmlformats.org/officeDocument/2006/relationships/slideLayout" Target="../slideLayouts/slideLayout4.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4.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descr="Blue smoke">
            <a:extLst>
              <a:ext uri="{FF2B5EF4-FFF2-40B4-BE49-F238E27FC236}">
                <a16:creationId xmlns:a16="http://schemas.microsoft.com/office/drawing/2014/main" id="{6B91D468-B9F6-05D7-C0C8-3A065221F972}"/>
              </a:ext>
            </a:extLst>
          </p:cNvPr>
          <p:cNvPicPr>
            <a:picLocks noGrp="1" noChangeAspect="1"/>
          </p:cNvPicPr>
          <p:nvPr>
            <p:ph type="pic" sz="quarter" idx="12"/>
          </p:nvPr>
        </p:nvPicPr>
        <p:blipFill>
          <a:blip r:embed="rId3"/>
          <a:srcRect l="15908" r="15908"/>
          <a:stretch>
            <a:fillRect/>
          </a:stretch>
        </p:blipFill>
        <p:spPr/>
      </p:pic>
      <p:sp>
        <p:nvSpPr>
          <p:cNvPr id="6" name="Title 2">
            <a:extLst>
              <a:ext uri="{FF2B5EF4-FFF2-40B4-BE49-F238E27FC236}">
                <a16:creationId xmlns:a16="http://schemas.microsoft.com/office/drawing/2014/main" id="{EFCD1B53-1BFE-8B23-1618-F7A76DC0E3E0}"/>
              </a:ext>
            </a:extLst>
          </p:cNvPr>
          <p:cNvSpPr txBox="1">
            <a:spLocks/>
          </p:cNvSpPr>
          <p:nvPr/>
        </p:nvSpPr>
        <p:spPr>
          <a:xfrm>
            <a:off x="6257408" y="2357437"/>
            <a:ext cx="5428624" cy="1655763"/>
          </a:xfrm>
          <a:prstGeom prst="rect">
            <a:avLst/>
          </a:prstGeom>
        </p:spPr>
        <p:txBody>
          <a:bodyPr vert="horz" lIns="0" tIns="0" rIns="0" bIns="0" rtlCol="0" anchor="t">
            <a:normAutofit/>
          </a:bodyPr>
          <a:lstStyle>
            <a:lvl1pPr algn="l" defTabSz="914400" rtl="0" eaLnBrk="1" latinLnBrk="0" hangingPunct="1">
              <a:lnSpc>
                <a:spcPct val="90000"/>
              </a:lnSpc>
              <a:spcBef>
                <a:spcPct val="0"/>
              </a:spcBef>
              <a:buNone/>
              <a:defRPr sz="3600" b="1" i="0" kern="1200">
                <a:solidFill>
                  <a:srgbClr val="001E62"/>
                </a:solidFill>
                <a:latin typeface="Arial" panose="020B0604020202020204" pitchFamily="34" charset="0"/>
                <a:ea typeface="+mj-ea"/>
                <a:cs typeface="Arial" panose="020B0604020202020204" pitchFamily="34" charset="0"/>
              </a:defRPr>
            </a:lvl1pPr>
          </a:lstStyle>
          <a:p>
            <a:r>
              <a:rPr lang="en-US" dirty="0"/>
              <a:t>Binary Batch Distillation</a:t>
            </a:r>
          </a:p>
        </p:txBody>
      </p:sp>
      <p:sp>
        <p:nvSpPr>
          <p:cNvPr id="7" name="Subtitle 3">
            <a:extLst>
              <a:ext uri="{FF2B5EF4-FFF2-40B4-BE49-F238E27FC236}">
                <a16:creationId xmlns:a16="http://schemas.microsoft.com/office/drawing/2014/main" id="{91043E3E-E824-1721-6D91-9588E9E43ACE}"/>
              </a:ext>
            </a:extLst>
          </p:cNvPr>
          <p:cNvSpPr txBox="1">
            <a:spLocks/>
          </p:cNvSpPr>
          <p:nvPr/>
        </p:nvSpPr>
        <p:spPr>
          <a:xfrm>
            <a:off x="6257408" y="4251948"/>
            <a:ext cx="4920344" cy="607572"/>
          </a:xfrm>
          <a:prstGeom prst="rect">
            <a:avLst/>
          </a:prstGeom>
        </p:spPr>
        <p:txBody>
          <a:bodyPr vert="horz" lIns="0" tIns="0" rIns="0" bIns="0" rtlCol="0">
            <a:normAutofit fontScale="92500" lnSpcReduction="10000"/>
          </a:bodyPr>
          <a:lstStyle>
            <a:lvl1pPr marL="0" indent="0" algn="l" defTabSz="914400" rtl="0" eaLnBrk="1" latinLnBrk="0" hangingPunct="1">
              <a:lnSpc>
                <a:spcPct val="100000"/>
              </a:lnSpc>
              <a:spcBef>
                <a:spcPts val="1000"/>
              </a:spcBef>
              <a:buFontTx/>
              <a:buNone/>
              <a:defRPr sz="2400" b="0" i="0" kern="1200">
                <a:solidFill>
                  <a:schemeClr val="tx1"/>
                </a:solidFill>
                <a:latin typeface="Arial" panose="020B0604020202020204" pitchFamily="34" charset="0"/>
                <a:ea typeface="+mn-ea"/>
                <a:cs typeface="+mn-cs"/>
              </a:defRPr>
            </a:lvl1pPr>
            <a:lvl2pPr marL="457200" indent="0" algn="ctr" defTabSz="914400" rtl="0" eaLnBrk="1" latinLnBrk="0" hangingPunct="1">
              <a:lnSpc>
                <a:spcPct val="100000"/>
              </a:lnSpc>
              <a:spcBef>
                <a:spcPts val="500"/>
              </a:spcBef>
              <a:buClr>
                <a:srgbClr val="001E62"/>
              </a:buClr>
              <a:buFont typeface="Arial" panose="020B0604020202020204" pitchFamily="34" charset="0"/>
              <a:buNone/>
              <a:tabLst/>
              <a:defRPr sz="2000" b="0" i="0" kern="1200">
                <a:solidFill>
                  <a:schemeClr val="tx1"/>
                </a:solidFill>
                <a:latin typeface="Arial" panose="020B0604020202020204" pitchFamily="34" charset="0"/>
                <a:ea typeface="+mn-ea"/>
                <a:cs typeface="+mn-cs"/>
              </a:defRPr>
            </a:lvl2pPr>
            <a:lvl3pPr marL="914400" indent="0" algn="ctr" defTabSz="914400" rtl="0" eaLnBrk="1" latinLnBrk="0" hangingPunct="1">
              <a:lnSpc>
                <a:spcPct val="100000"/>
              </a:lnSpc>
              <a:spcBef>
                <a:spcPts val="500"/>
              </a:spcBef>
              <a:buClr>
                <a:srgbClr val="001E62"/>
              </a:buClr>
              <a:buFont typeface="System Font Regular"/>
              <a:buNone/>
              <a:tabLst/>
              <a:defRPr sz="1800" b="0" i="0" kern="1200">
                <a:solidFill>
                  <a:schemeClr val="tx1"/>
                </a:solidFill>
                <a:latin typeface="Arial" panose="020B06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lumMod val="50000"/>
                    <a:lumOff val="50000"/>
                  </a:schemeClr>
                </a:solidFill>
                <a:latin typeface="Arial" panose="020B06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lumMod val="50000"/>
                    <a:lumOff val="50000"/>
                  </a:schemeClr>
                </a:solidFill>
                <a:latin typeface="Arial" panose="020B06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solidFill>
                  <a:srgbClr val="080808"/>
                </a:solidFill>
              </a:rPr>
              <a:t>Angelica Ramirez, Hiba Naqvi, Jazmin Aca, Srija </a:t>
            </a:r>
            <a:r>
              <a:rPr lang="en-US" dirty="0" err="1">
                <a:solidFill>
                  <a:srgbClr val="080808"/>
                </a:solidFill>
              </a:rPr>
              <a:t>Bomma</a:t>
            </a:r>
            <a:endParaRPr lang="en-US" dirty="0">
              <a:solidFill>
                <a:srgbClr val="080808"/>
              </a:solidFill>
            </a:endParaRPr>
          </a:p>
        </p:txBody>
      </p:sp>
      <p:sp>
        <p:nvSpPr>
          <p:cNvPr id="8" name="Text Placeholder 4">
            <a:extLst>
              <a:ext uri="{FF2B5EF4-FFF2-40B4-BE49-F238E27FC236}">
                <a16:creationId xmlns:a16="http://schemas.microsoft.com/office/drawing/2014/main" id="{C3EA8842-9C16-1424-F755-F65DF35477E8}"/>
              </a:ext>
            </a:extLst>
          </p:cNvPr>
          <p:cNvSpPr txBox="1">
            <a:spLocks/>
          </p:cNvSpPr>
          <p:nvPr/>
        </p:nvSpPr>
        <p:spPr>
          <a:xfrm>
            <a:off x="6257408" y="1763877"/>
            <a:ext cx="2902358" cy="295275"/>
          </a:xfrm>
          <a:prstGeom prst="rect">
            <a:avLst/>
          </a:prstGeom>
        </p:spPr>
        <p:txBody>
          <a:bodyPr vert="horz" lIns="0" tIns="0" rIns="0" bIns="0" rtlCol="0">
            <a:normAutofit/>
          </a:bodyPr>
          <a:lstStyle>
            <a:lvl1pPr marL="0" indent="0" algn="l" defTabSz="914400" rtl="0" eaLnBrk="1" latinLnBrk="0" hangingPunct="1">
              <a:lnSpc>
                <a:spcPct val="100000"/>
              </a:lnSpc>
              <a:spcBef>
                <a:spcPts val="1000"/>
              </a:spcBef>
              <a:buFontTx/>
              <a:buNone/>
              <a:defRPr sz="1400" b="1" i="0" kern="1200" cap="all" spc="400" baseline="0">
                <a:solidFill>
                  <a:srgbClr val="D50032"/>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100000"/>
              </a:lnSpc>
              <a:spcBef>
                <a:spcPts val="500"/>
              </a:spcBef>
              <a:buClr>
                <a:srgbClr val="001E62"/>
              </a:buClr>
              <a:buFontTx/>
              <a:buNone/>
              <a:tabLst/>
              <a:defRPr sz="1400" b="1" i="0" kern="1200" spc="300">
                <a:solidFill>
                  <a:srgbClr val="D50032"/>
                </a:solidFill>
                <a:latin typeface="Arial" panose="020B0604020202020204" pitchFamily="34" charset="0"/>
                <a:ea typeface="+mn-ea"/>
                <a:cs typeface="Arial" panose="020B0604020202020204" pitchFamily="34" charset="0"/>
              </a:defRPr>
            </a:lvl2pPr>
            <a:lvl3pPr marL="1098550" indent="-184150" algn="l" defTabSz="914400" rtl="0" eaLnBrk="1" latinLnBrk="0" hangingPunct="1">
              <a:lnSpc>
                <a:spcPct val="100000"/>
              </a:lnSpc>
              <a:spcBef>
                <a:spcPts val="500"/>
              </a:spcBef>
              <a:buClr>
                <a:srgbClr val="001E62"/>
              </a:buClr>
              <a:buFont typeface="System Font Regular"/>
              <a:buChar char="–"/>
              <a:tabLst/>
              <a:defRPr sz="1600" b="0" i="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lumMod val="50000"/>
                    <a:lumOff val="50000"/>
                  </a:schemeClr>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lumMod val="50000"/>
                    <a:lumOff val="50000"/>
                  </a:schemeClr>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9/30/25</a:t>
            </a:r>
          </a:p>
        </p:txBody>
      </p:sp>
    </p:spTree>
    <p:extLst>
      <p:ext uri="{BB962C8B-B14F-4D97-AF65-F5344CB8AC3E}">
        <p14:creationId xmlns:p14="http://schemas.microsoft.com/office/powerpoint/2010/main" val="1296267080"/>
      </p:ext>
    </p:extLst>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1D9EB6A-3C22-23A4-65D2-403EC1677973}"/>
              </a:ext>
            </a:extLst>
          </p:cNvPr>
          <p:cNvSpPr>
            <a:spLocks noGrp="1"/>
          </p:cNvSpPr>
          <p:nvPr>
            <p:ph type="body" sz="quarter" idx="12"/>
          </p:nvPr>
        </p:nvSpPr>
        <p:spPr/>
        <p:txBody>
          <a:bodyPr/>
          <a:lstStyle/>
          <a:p>
            <a:r>
              <a:rPr lang="en-US"/>
              <a:t>Table of Contents</a:t>
            </a:r>
            <a:endParaRPr lang="en-NZ"/>
          </a:p>
        </p:txBody>
      </p:sp>
      <p:sp>
        <p:nvSpPr>
          <p:cNvPr id="3" name="Content Placeholder 2">
            <a:extLst>
              <a:ext uri="{FF2B5EF4-FFF2-40B4-BE49-F238E27FC236}">
                <a16:creationId xmlns:a16="http://schemas.microsoft.com/office/drawing/2014/main" id="{515D3B9F-CE63-6374-496A-A142BC985E58}"/>
              </a:ext>
            </a:extLst>
          </p:cNvPr>
          <p:cNvSpPr>
            <a:spLocks noGrp="1"/>
          </p:cNvSpPr>
          <p:nvPr>
            <p:ph sz="quarter" idx="13"/>
          </p:nvPr>
        </p:nvSpPr>
        <p:spPr/>
        <p:txBody>
          <a:bodyPr>
            <a:normAutofit/>
          </a:bodyPr>
          <a:lstStyle/>
          <a:p>
            <a:pPr marL="457200" indent="-457200">
              <a:buAutoNum type="arabicPeriod"/>
            </a:pPr>
            <a:r>
              <a:rPr lang="en-US" dirty="0">
                <a:solidFill>
                  <a:srgbClr val="080808"/>
                </a:solidFill>
              </a:rPr>
              <a:t>Introduction</a:t>
            </a:r>
          </a:p>
          <a:p>
            <a:pPr marL="457200" indent="-457200">
              <a:buAutoNum type="arabicPeriod"/>
            </a:pPr>
            <a:r>
              <a:rPr lang="en-US" dirty="0">
                <a:solidFill>
                  <a:srgbClr val="080808"/>
                </a:solidFill>
              </a:rPr>
              <a:t>Theory</a:t>
            </a:r>
          </a:p>
          <a:p>
            <a:pPr marL="457200" indent="-457200">
              <a:buAutoNum type="arabicPeriod"/>
            </a:pPr>
            <a:r>
              <a:rPr lang="en-US" dirty="0">
                <a:solidFill>
                  <a:srgbClr val="080808"/>
                </a:solidFill>
              </a:rPr>
              <a:t>Apparatus</a:t>
            </a:r>
          </a:p>
          <a:p>
            <a:pPr marL="457200" indent="-457200">
              <a:buAutoNum type="arabicPeriod"/>
            </a:pPr>
            <a:r>
              <a:rPr lang="en-US" dirty="0">
                <a:solidFill>
                  <a:srgbClr val="080808"/>
                </a:solidFill>
              </a:rPr>
              <a:t>Materials and Supplies</a:t>
            </a:r>
          </a:p>
          <a:p>
            <a:pPr marL="457200" indent="-457200">
              <a:buAutoNum type="arabicPeriod"/>
            </a:pPr>
            <a:r>
              <a:rPr lang="en-US" dirty="0">
                <a:solidFill>
                  <a:srgbClr val="080808"/>
                </a:solidFill>
              </a:rPr>
              <a:t>Procedure</a:t>
            </a:r>
          </a:p>
          <a:p>
            <a:pPr marL="457200" indent="-457200">
              <a:buAutoNum type="arabicPeriod"/>
            </a:pPr>
            <a:r>
              <a:rPr lang="en-US" dirty="0">
                <a:solidFill>
                  <a:srgbClr val="080808"/>
                </a:solidFill>
              </a:rPr>
              <a:t>Dangers</a:t>
            </a:r>
          </a:p>
          <a:p>
            <a:pPr marL="457200" indent="-457200">
              <a:buAutoNum type="arabicPeriod"/>
            </a:pPr>
            <a:r>
              <a:rPr lang="en-US" dirty="0">
                <a:solidFill>
                  <a:srgbClr val="080808"/>
                </a:solidFill>
              </a:rPr>
              <a:t>Challenges</a:t>
            </a:r>
          </a:p>
          <a:p>
            <a:endParaRPr lang="en-US" dirty="0"/>
          </a:p>
          <a:p>
            <a:pPr marL="457200" indent="-457200">
              <a:buAutoNum type="arabicPeriod"/>
            </a:pPr>
            <a:endParaRPr lang="en-US" dirty="0"/>
          </a:p>
          <a:p>
            <a:pPr marL="457200" indent="-457200">
              <a:buAutoNum type="arabicPeriod"/>
            </a:pPr>
            <a:endParaRPr lang="en-NZ" dirty="0"/>
          </a:p>
        </p:txBody>
      </p:sp>
      <p:pic>
        <p:nvPicPr>
          <p:cNvPr id="12" name="Picture Placeholder 11" descr="A water droplet falling into a ripple&#10;&#10;AI-generated content may be incorrect.">
            <a:extLst>
              <a:ext uri="{FF2B5EF4-FFF2-40B4-BE49-F238E27FC236}">
                <a16:creationId xmlns:a16="http://schemas.microsoft.com/office/drawing/2014/main" id="{3AEE8A03-0A2E-8AE6-584A-2236789667F0}"/>
              </a:ext>
            </a:extLst>
          </p:cNvPr>
          <p:cNvPicPr>
            <a:picLocks noGrp="1" noChangeAspect="1"/>
          </p:cNvPicPr>
          <p:nvPr>
            <p:ph type="pic" sz="quarter" idx="10"/>
          </p:nvPr>
        </p:nvPicPr>
        <p:blipFill>
          <a:blip r:embed="rId2">
            <a:extLst>
              <a:ext uri="{837473B0-CC2E-450A-ABE3-18F120FF3D39}">
                <a1611:picAttrSrcUrl xmlns:a1611="http://schemas.microsoft.com/office/drawing/2016/11/main" r:id="rId3"/>
              </a:ext>
            </a:extLst>
          </a:blip>
          <a:srcRect l="12696" r="12696"/>
          <a:stretch>
            <a:fillRect/>
          </a:stretch>
        </p:blipFill>
        <p:spPr/>
      </p:pic>
    </p:spTree>
    <p:extLst>
      <p:ext uri="{BB962C8B-B14F-4D97-AF65-F5344CB8AC3E}">
        <p14:creationId xmlns:p14="http://schemas.microsoft.com/office/powerpoint/2010/main" val="20804379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13090-EEB3-25CB-BF0D-6C8F34E44BDB}"/>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92B9D41B-E737-81AA-539D-DA58B1843994}"/>
              </a:ext>
            </a:extLst>
          </p:cNvPr>
          <p:cNvSpPr>
            <a:spLocks noGrp="1"/>
          </p:cNvSpPr>
          <p:nvPr>
            <p:ph type="body" sz="quarter" idx="15"/>
          </p:nvPr>
        </p:nvSpPr>
        <p:spPr>
          <a:xfrm>
            <a:off x="319912" y="2002536"/>
            <a:ext cx="3785744" cy="3611880"/>
          </a:xfrm>
        </p:spPr>
        <p:txBody>
          <a:bodyPr>
            <a:normAutofit fontScale="92500"/>
          </a:bodyPr>
          <a:lstStyle/>
          <a:p>
            <a:pPr>
              <a:lnSpc>
                <a:spcPct val="90000"/>
              </a:lnSpc>
            </a:pPr>
            <a:r>
              <a:rPr lang="en-US" sz="1800" dirty="0"/>
              <a:t>The objective of this experiment is to determine the boil-up rate, pressure drop, and overall distillation column efficiency of a batch distillation separation of a 10 </a:t>
            </a:r>
            <a:r>
              <a:rPr lang="en-US" sz="1800" dirty="0" err="1"/>
              <a:t>wt</a:t>
            </a:r>
            <a:r>
              <a:rPr lang="en-US" sz="1800" dirty="0"/>
              <a:t>% ethanol-water mixture. This is achieved by evaluating the effects of reboiler power at total reflux and reflux ratio. Distillation is an equilibrium separation where ethanol favors the vapor phase and water the liquid phase. However, real columns deviate from ideal behavior due to tray inefficiencies, and foaming making experimental analysis essential to evaluate actual column performance. </a:t>
            </a:r>
            <a:endParaRPr lang="en-US" sz="1900" dirty="0"/>
          </a:p>
        </p:txBody>
      </p:sp>
      <p:sp>
        <p:nvSpPr>
          <p:cNvPr id="2" name="Title 1">
            <a:extLst>
              <a:ext uri="{FF2B5EF4-FFF2-40B4-BE49-F238E27FC236}">
                <a16:creationId xmlns:a16="http://schemas.microsoft.com/office/drawing/2014/main" id="{F29EAEC0-FABC-99EA-70E8-97CEB9C3D70B}"/>
              </a:ext>
            </a:extLst>
          </p:cNvPr>
          <p:cNvSpPr>
            <a:spLocks noGrp="1"/>
          </p:cNvSpPr>
          <p:nvPr>
            <p:ph type="body" sz="quarter" idx="17"/>
          </p:nvPr>
        </p:nvSpPr>
        <p:spPr>
          <a:xfrm>
            <a:off x="589420" y="1096879"/>
            <a:ext cx="3225800" cy="799298"/>
          </a:xfrm>
        </p:spPr>
        <p:txBody>
          <a:bodyPr>
            <a:normAutofit/>
          </a:bodyPr>
          <a:lstStyle/>
          <a:p>
            <a:r>
              <a:rPr lang="en-US" dirty="0"/>
              <a:t>Introduction</a:t>
            </a:r>
            <a:endParaRPr lang="en-NZ" dirty="0"/>
          </a:p>
        </p:txBody>
      </p:sp>
      <p:sp>
        <p:nvSpPr>
          <p:cNvPr id="1033" name="Footer Placeholder 4">
            <a:extLst>
              <a:ext uri="{FF2B5EF4-FFF2-40B4-BE49-F238E27FC236}">
                <a16:creationId xmlns:a16="http://schemas.microsoft.com/office/drawing/2014/main" id="{EEC80FA6-B4B4-1224-63A5-2761F064F3FB}"/>
              </a:ext>
            </a:extLst>
          </p:cNvPr>
          <p:cNvSpPr>
            <a:spLocks noGrp="1"/>
          </p:cNvSpPr>
          <p:nvPr>
            <p:ph type="ftr" sz="quarter" idx="19"/>
          </p:nvPr>
        </p:nvSpPr>
        <p:spPr>
          <a:xfrm>
            <a:off x="4805665" y="6419410"/>
            <a:ext cx="4114800" cy="365125"/>
          </a:xfrm>
        </p:spPr>
        <p:txBody>
          <a:bodyPr anchor="ctr">
            <a:normAutofit/>
          </a:bodyPr>
          <a:lstStyle/>
          <a:p>
            <a:pPr>
              <a:spcAft>
                <a:spcPts val="600"/>
              </a:spcAft>
            </a:pPr>
            <a:r>
              <a:rPr lang="en-US"/>
              <a:t>College/Department/Presentation Name</a:t>
            </a:r>
          </a:p>
        </p:txBody>
      </p:sp>
      <p:pic>
        <p:nvPicPr>
          <p:cNvPr id="1034" name="Picture 10" descr="Distillation Columns: How They Work and Why They Matter. - Make Piping Easy">
            <a:extLst>
              <a:ext uri="{FF2B5EF4-FFF2-40B4-BE49-F238E27FC236}">
                <a16:creationId xmlns:a16="http://schemas.microsoft.com/office/drawing/2014/main" id="{76D61D3D-6D7D-EB7F-FAFD-F2C1265570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915" r="9770"/>
          <a:stretch>
            <a:fillRect/>
          </a:stretch>
        </p:blipFill>
        <p:spPr bwMode="auto">
          <a:xfrm>
            <a:off x="4729919" y="1096879"/>
            <a:ext cx="7142169" cy="4571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346107"/>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CF97E-B9DB-4193-A4F7-6447708D750D}"/>
              </a:ext>
            </a:extLst>
          </p:cNvPr>
          <p:cNvSpPr>
            <a:spLocks noGrp="1"/>
          </p:cNvSpPr>
          <p:nvPr>
            <p:ph type="title"/>
          </p:nvPr>
        </p:nvSpPr>
        <p:spPr>
          <a:xfrm>
            <a:off x="571499" y="427475"/>
            <a:ext cx="11048999" cy="811005"/>
          </a:xfrm>
        </p:spPr>
        <p:txBody>
          <a:bodyPr anchor="t">
            <a:normAutofit/>
          </a:bodyPr>
          <a:lstStyle/>
          <a:p>
            <a:r>
              <a:rPr lang="en-US" dirty="0"/>
              <a:t>Theory</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E0CC41A9-803D-0E95-BCF9-DA7EB2413623}"/>
                  </a:ext>
                </a:extLst>
              </p:cNvPr>
              <p:cNvSpPr>
                <a:spLocks noGrp="1"/>
              </p:cNvSpPr>
              <p:nvPr>
                <p:ph idx="1"/>
              </p:nvPr>
            </p:nvSpPr>
            <p:spPr>
              <a:xfrm>
                <a:off x="571499" y="1238480"/>
                <a:ext cx="5692140" cy="4826514"/>
              </a:xfrm>
            </p:spPr>
            <p:txBody>
              <a:bodyPr>
                <a:normAutofit fontScale="77500" lnSpcReduction="20000"/>
              </a:bodyPr>
              <a:lstStyle/>
              <a:p>
                <a:pPr marL="342900" indent="-342900">
                  <a:buFont typeface="Wingdings" panose="05000000000000000000" pitchFamily="2" charset="2"/>
                  <a:buChar char="q"/>
                </a:pPr>
                <a:r>
                  <a:rPr lang="en-US" dirty="0">
                    <a:solidFill>
                      <a:srgbClr val="080808"/>
                    </a:solidFill>
                    <a:latin typeface="+mn-lt"/>
                    <a:cs typeface="Times New Roman" panose="02020603050405020304" pitchFamily="18" charset="0"/>
                  </a:rPr>
                  <a:t>Distillation separates liquid mixtures based on volatility differences (ethanol is more volatile than water)</a:t>
                </a:r>
              </a:p>
              <a:p>
                <a:pPr marL="342900" indent="-342900">
                  <a:buFont typeface="Wingdings" panose="05000000000000000000" pitchFamily="2" charset="2"/>
                  <a:buChar char="q"/>
                </a:pPr>
                <a:r>
                  <a:rPr lang="en-US" dirty="0">
                    <a:solidFill>
                      <a:srgbClr val="080808"/>
                    </a:solidFill>
                    <a:latin typeface="+mn-lt"/>
                    <a:cs typeface="Times New Roman" panose="02020603050405020304" pitchFamily="18" charset="0"/>
                  </a:rPr>
                  <a:t>Vapor–liquid equilibrium (VLE) governs phase behavior</a:t>
                </a:r>
              </a:p>
              <a:p>
                <a:pPr marL="342900" indent="-342900">
                  <a:buFont typeface="Wingdings" panose="05000000000000000000" pitchFamily="2" charset="2"/>
                  <a:buChar char="q"/>
                </a:pPr>
                <a:r>
                  <a:rPr lang="en-US" dirty="0">
                    <a:solidFill>
                      <a:srgbClr val="080808"/>
                    </a:solidFill>
                    <a:latin typeface="+mn-lt"/>
                    <a:cs typeface="Times New Roman" panose="02020603050405020304" pitchFamily="18" charset="0"/>
                  </a:rPr>
                  <a:t>McCabe–Thiele method can be used to determine theoretical stages. </a:t>
                </a:r>
              </a:p>
              <a:p>
                <a:pPr marL="342900" indent="-342900">
                  <a:buFont typeface="Wingdings" panose="05000000000000000000" pitchFamily="2" charset="2"/>
                  <a:buChar char="q"/>
                </a:pPr>
                <a:r>
                  <a:rPr lang="en-US" dirty="0">
                    <a:solidFill>
                      <a:srgbClr val="080808"/>
                    </a:solidFill>
                    <a:latin typeface="+mn-lt"/>
                    <a:cs typeface="Times New Roman" panose="02020603050405020304" pitchFamily="18" charset="0"/>
                  </a:rPr>
                  <a:t>Governing equations:</a:t>
                </a:r>
              </a:p>
              <a:p>
                <a:pPr lvl="1"/>
                <a:r>
                  <a:rPr lang="en-US" dirty="0">
                    <a:solidFill>
                      <a:srgbClr val="080808"/>
                    </a:solidFill>
                    <a:latin typeface="+mn-lt"/>
                    <a:cs typeface="Times New Roman" panose="02020603050405020304" pitchFamily="18" charset="0"/>
                  </a:rPr>
                  <a:t>Fenske: </a:t>
                </a:r>
                <a14:m>
                  <m:oMath xmlns:m="http://schemas.openxmlformats.org/officeDocument/2006/math">
                    <m:r>
                      <a:rPr lang="en-US" b="0" i="1" smtClean="0">
                        <a:solidFill>
                          <a:srgbClr val="080808"/>
                        </a:solidFill>
                        <a:latin typeface="Cambria Math" panose="02040503050406030204" pitchFamily="18" charset="0"/>
                      </a:rPr>
                      <m:t>𝑁</m:t>
                    </m:r>
                    <m:r>
                      <a:rPr lang="en-US" b="0" smtClean="0">
                        <a:solidFill>
                          <a:srgbClr val="080808"/>
                        </a:solidFill>
                        <a:latin typeface="Cambria Math" panose="02040503050406030204" pitchFamily="18" charset="0"/>
                      </a:rPr>
                      <m:t>=</m:t>
                    </m:r>
                    <m:f>
                      <m:fPr>
                        <m:ctrlPr>
                          <a:rPr lang="ar-AE" i="1">
                            <a:solidFill>
                              <a:srgbClr val="080808"/>
                            </a:solidFill>
                            <a:latin typeface="Cambria Math" panose="02040503050406030204" pitchFamily="18" charset="0"/>
                          </a:rPr>
                        </m:ctrlPr>
                      </m:fPr>
                      <m:num>
                        <m:func>
                          <m:funcPr>
                            <m:ctrlPr>
                              <a:rPr lang="ar-AE" i="1">
                                <a:solidFill>
                                  <a:srgbClr val="080808"/>
                                </a:solidFill>
                                <a:latin typeface="Cambria Math" panose="02040503050406030204" pitchFamily="18" charset="0"/>
                              </a:rPr>
                            </m:ctrlPr>
                          </m:funcPr>
                          <m:fName>
                            <m:r>
                              <a:rPr lang="en-US" b="0" i="1" smtClean="0">
                                <a:solidFill>
                                  <a:srgbClr val="080808"/>
                                </a:solidFill>
                                <a:latin typeface="Cambria Math" panose="02040503050406030204" pitchFamily="18" charset="0"/>
                              </a:rPr>
                              <m:t>𝑙𝑛</m:t>
                            </m:r>
                          </m:fName>
                          <m:e>
                            <m:d>
                              <m:dPr>
                                <m:ctrlPr>
                                  <a:rPr lang="ar-AE" i="1">
                                    <a:solidFill>
                                      <a:srgbClr val="080808"/>
                                    </a:solidFill>
                                    <a:latin typeface="Cambria Math" panose="02040503050406030204" pitchFamily="18" charset="0"/>
                                  </a:rPr>
                                </m:ctrlPr>
                              </m:dPr>
                              <m:e>
                                <m:f>
                                  <m:fPr>
                                    <m:ctrlPr>
                                      <a:rPr lang="ar-AE" i="1">
                                        <a:solidFill>
                                          <a:srgbClr val="080808"/>
                                        </a:solidFill>
                                        <a:latin typeface="Cambria Math" panose="02040503050406030204" pitchFamily="18" charset="0"/>
                                      </a:rPr>
                                    </m:ctrlPr>
                                  </m:fPr>
                                  <m:num>
                                    <m:sSub>
                                      <m:sSubPr>
                                        <m:ctrlPr>
                                          <a:rPr lang="ar-AE" i="1">
                                            <a:solidFill>
                                              <a:srgbClr val="080808"/>
                                            </a:solidFill>
                                            <a:latin typeface="Cambria Math" panose="02040503050406030204" pitchFamily="18" charset="0"/>
                                          </a:rPr>
                                        </m:ctrlPr>
                                      </m:sSubPr>
                                      <m:e>
                                        <m:r>
                                          <a:rPr lang="ar-AE" b="0" i="1" smtClean="0">
                                            <a:solidFill>
                                              <a:srgbClr val="080808"/>
                                            </a:solidFill>
                                            <a:latin typeface="Cambria Math" panose="02040503050406030204" pitchFamily="18" charset="0"/>
                                          </a:rPr>
                                          <m:t>𝑥</m:t>
                                        </m:r>
                                      </m:e>
                                      <m:sub>
                                        <m:r>
                                          <a:rPr lang="ar-AE" b="0" i="1" smtClean="0">
                                            <a:solidFill>
                                              <a:srgbClr val="080808"/>
                                            </a:solidFill>
                                            <a:latin typeface="Cambria Math" panose="02040503050406030204" pitchFamily="18" charset="0"/>
                                          </a:rPr>
                                          <m:t>𝐷</m:t>
                                        </m:r>
                                      </m:sub>
                                    </m:sSub>
                                  </m:num>
                                  <m:den>
                                    <m:r>
                                      <a:rPr lang="ar-AE" b="0" i="1" smtClean="0">
                                        <a:solidFill>
                                          <a:srgbClr val="080808"/>
                                        </a:solidFill>
                                        <a:latin typeface="Cambria Math" panose="02040503050406030204" pitchFamily="18" charset="0"/>
                                      </a:rPr>
                                      <m:t>1</m:t>
                                    </m:r>
                                    <m:r>
                                      <a:rPr lang="ar-AE" b="0" smtClean="0">
                                        <a:solidFill>
                                          <a:srgbClr val="080808"/>
                                        </a:solidFill>
                                        <a:latin typeface="Cambria Math" panose="02040503050406030204" pitchFamily="18" charset="0"/>
                                      </a:rPr>
                                      <m:t>−</m:t>
                                    </m:r>
                                    <m:sSub>
                                      <m:sSubPr>
                                        <m:ctrlPr>
                                          <a:rPr lang="ar-AE" i="1">
                                            <a:solidFill>
                                              <a:srgbClr val="080808"/>
                                            </a:solidFill>
                                            <a:latin typeface="Cambria Math" panose="02040503050406030204" pitchFamily="18" charset="0"/>
                                          </a:rPr>
                                        </m:ctrlPr>
                                      </m:sSubPr>
                                      <m:e>
                                        <m:r>
                                          <a:rPr lang="ar-AE" b="0" i="1" smtClean="0">
                                            <a:solidFill>
                                              <a:srgbClr val="080808"/>
                                            </a:solidFill>
                                            <a:latin typeface="Cambria Math" panose="02040503050406030204" pitchFamily="18" charset="0"/>
                                          </a:rPr>
                                          <m:t>𝑥</m:t>
                                        </m:r>
                                      </m:e>
                                      <m:sub>
                                        <m:r>
                                          <a:rPr lang="ar-AE" b="0" i="1" smtClean="0">
                                            <a:solidFill>
                                              <a:srgbClr val="080808"/>
                                            </a:solidFill>
                                            <a:latin typeface="Cambria Math" panose="02040503050406030204" pitchFamily="18" charset="0"/>
                                          </a:rPr>
                                          <m:t>𝐷</m:t>
                                        </m:r>
                                      </m:sub>
                                    </m:sSub>
                                  </m:den>
                                </m:f>
                                <m:r>
                                  <a:rPr lang="ar-AE" b="0" smtClean="0">
                                    <a:solidFill>
                                      <a:srgbClr val="080808"/>
                                    </a:solidFill>
                                    <a:latin typeface="Cambria Math" panose="02040503050406030204" pitchFamily="18" charset="0"/>
                                  </a:rPr>
                                  <m:t>⋅</m:t>
                                </m:r>
                                <m:f>
                                  <m:fPr>
                                    <m:ctrlPr>
                                      <a:rPr lang="ar-AE" i="1">
                                        <a:solidFill>
                                          <a:srgbClr val="080808"/>
                                        </a:solidFill>
                                        <a:latin typeface="Cambria Math" panose="02040503050406030204" pitchFamily="18" charset="0"/>
                                      </a:rPr>
                                    </m:ctrlPr>
                                  </m:fPr>
                                  <m:num>
                                    <m:r>
                                      <a:rPr lang="ar-AE" b="0" i="1" smtClean="0">
                                        <a:solidFill>
                                          <a:srgbClr val="080808"/>
                                        </a:solidFill>
                                        <a:latin typeface="Cambria Math" panose="02040503050406030204" pitchFamily="18" charset="0"/>
                                      </a:rPr>
                                      <m:t>1</m:t>
                                    </m:r>
                                    <m:r>
                                      <a:rPr lang="ar-AE" b="0" smtClean="0">
                                        <a:solidFill>
                                          <a:srgbClr val="080808"/>
                                        </a:solidFill>
                                        <a:latin typeface="Cambria Math" panose="02040503050406030204" pitchFamily="18" charset="0"/>
                                      </a:rPr>
                                      <m:t>−</m:t>
                                    </m:r>
                                    <m:sSub>
                                      <m:sSubPr>
                                        <m:ctrlPr>
                                          <a:rPr lang="ar-AE" i="1">
                                            <a:solidFill>
                                              <a:srgbClr val="080808"/>
                                            </a:solidFill>
                                            <a:latin typeface="Cambria Math" panose="02040503050406030204" pitchFamily="18" charset="0"/>
                                          </a:rPr>
                                        </m:ctrlPr>
                                      </m:sSubPr>
                                      <m:e>
                                        <m:r>
                                          <a:rPr lang="ar-AE" b="0" i="1" smtClean="0">
                                            <a:solidFill>
                                              <a:srgbClr val="080808"/>
                                            </a:solidFill>
                                            <a:latin typeface="Cambria Math" panose="02040503050406030204" pitchFamily="18" charset="0"/>
                                          </a:rPr>
                                          <m:t>𝑥</m:t>
                                        </m:r>
                                      </m:e>
                                      <m:sub>
                                        <m:r>
                                          <a:rPr lang="ar-AE" b="0" i="1" smtClean="0">
                                            <a:solidFill>
                                              <a:srgbClr val="080808"/>
                                            </a:solidFill>
                                            <a:latin typeface="Cambria Math" panose="02040503050406030204" pitchFamily="18" charset="0"/>
                                          </a:rPr>
                                          <m:t>𝐵</m:t>
                                        </m:r>
                                      </m:sub>
                                    </m:sSub>
                                  </m:num>
                                  <m:den>
                                    <m:sSub>
                                      <m:sSubPr>
                                        <m:ctrlPr>
                                          <a:rPr lang="ar-AE" i="1">
                                            <a:solidFill>
                                              <a:srgbClr val="080808"/>
                                            </a:solidFill>
                                            <a:latin typeface="Cambria Math" panose="02040503050406030204" pitchFamily="18" charset="0"/>
                                          </a:rPr>
                                        </m:ctrlPr>
                                      </m:sSubPr>
                                      <m:e>
                                        <m:r>
                                          <a:rPr lang="ar-AE" b="0" i="1" smtClean="0">
                                            <a:solidFill>
                                              <a:srgbClr val="080808"/>
                                            </a:solidFill>
                                            <a:latin typeface="Cambria Math" panose="02040503050406030204" pitchFamily="18" charset="0"/>
                                          </a:rPr>
                                          <m:t>𝑥</m:t>
                                        </m:r>
                                      </m:e>
                                      <m:sub>
                                        <m:r>
                                          <a:rPr lang="ar-AE" b="0" i="1" smtClean="0">
                                            <a:solidFill>
                                              <a:srgbClr val="080808"/>
                                            </a:solidFill>
                                            <a:latin typeface="Cambria Math" panose="02040503050406030204" pitchFamily="18" charset="0"/>
                                          </a:rPr>
                                          <m:t>𝐵</m:t>
                                        </m:r>
                                      </m:sub>
                                    </m:sSub>
                                  </m:den>
                                </m:f>
                              </m:e>
                            </m:d>
                          </m:e>
                        </m:func>
                      </m:num>
                      <m:den>
                        <m:func>
                          <m:funcPr>
                            <m:ctrlPr>
                              <a:rPr lang="ar-AE" i="1">
                                <a:solidFill>
                                  <a:srgbClr val="080808"/>
                                </a:solidFill>
                                <a:latin typeface="Cambria Math" panose="02040503050406030204" pitchFamily="18" charset="0"/>
                              </a:rPr>
                            </m:ctrlPr>
                          </m:funcPr>
                          <m:fName>
                            <m:r>
                              <a:rPr lang="en-US" b="0" i="1" smtClean="0">
                                <a:solidFill>
                                  <a:srgbClr val="080808"/>
                                </a:solidFill>
                                <a:latin typeface="Cambria Math" panose="02040503050406030204" pitchFamily="18" charset="0"/>
                              </a:rPr>
                              <m:t>𝑙𝑛</m:t>
                            </m:r>
                          </m:fName>
                          <m:e>
                            <m:sSub>
                              <m:sSubPr>
                                <m:ctrlPr>
                                  <a:rPr lang="ar-AE" i="1">
                                    <a:solidFill>
                                      <a:srgbClr val="080808"/>
                                    </a:solidFill>
                                    <a:latin typeface="Cambria Math" panose="02040503050406030204" pitchFamily="18" charset="0"/>
                                  </a:rPr>
                                </m:ctrlPr>
                              </m:sSubPr>
                              <m:e>
                                <m:r>
                                  <a:rPr lang="ar-AE" b="0" i="1" smtClean="0">
                                    <a:solidFill>
                                      <a:srgbClr val="080808"/>
                                    </a:solidFill>
                                    <a:latin typeface="Cambria Math" panose="02040503050406030204" pitchFamily="18" charset="0"/>
                                  </a:rPr>
                                  <m:t>𝛼</m:t>
                                </m:r>
                              </m:e>
                              <m:sub>
                                <m:r>
                                  <a:rPr lang="ar-AE" b="0" i="1" smtClean="0">
                                    <a:solidFill>
                                      <a:srgbClr val="080808"/>
                                    </a:solidFill>
                                    <a:latin typeface="Cambria Math" panose="02040503050406030204" pitchFamily="18" charset="0"/>
                                  </a:rPr>
                                  <m:t>𝑎𝑣𝑔</m:t>
                                </m:r>
                              </m:sub>
                            </m:sSub>
                          </m:e>
                        </m:func>
                      </m:den>
                    </m:f>
                  </m:oMath>
                </a14:m>
                <a:endParaRPr lang="ar-AE" dirty="0">
                  <a:solidFill>
                    <a:srgbClr val="080808"/>
                  </a:solidFill>
                  <a:latin typeface="+mn-lt"/>
                  <a:cs typeface="Times New Roman" panose="02020603050405020304" pitchFamily="18" charset="0"/>
                </a:endParaRPr>
              </a:p>
              <a:p>
                <a:pPr lvl="1"/>
                <a:r>
                  <a:rPr lang="en-US" dirty="0">
                    <a:solidFill>
                      <a:srgbClr val="080808"/>
                    </a:solidFill>
                    <a:latin typeface="+mn-lt"/>
                    <a:cs typeface="Times New Roman" panose="02020603050405020304" pitchFamily="18" charset="0"/>
                  </a:rPr>
                  <a:t>Relative volatility: </a:t>
                </a:r>
                <a14:m>
                  <m:oMath xmlns:m="http://schemas.openxmlformats.org/officeDocument/2006/math">
                    <m:r>
                      <a:rPr lang="en-US" b="0" i="1" smtClean="0">
                        <a:solidFill>
                          <a:srgbClr val="080808"/>
                        </a:solidFill>
                        <a:latin typeface="Cambria Math" panose="02040503050406030204" pitchFamily="18" charset="0"/>
                      </a:rPr>
                      <m:t>𝛼</m:t>
                    </m:r>
                    <m:r>
                      <a:rPr lang="en-US" b="0" smtClean="0">
                        <a:solidFill>
                          <a:srgbClr val="080808"/>
                        </a:solidFill>
                        <a:latin typeface="Cambria Math" panose="02040503050406030204" pitchFamily="18" charset="0"/>
                      </a:rPr>
                      <m:t>=</m:t>
                    </m:r>
                    <m:f>
                      <m:fPr>
                        <m:ctrlPr>
                          <a:rPr lang="ar-AE" i="1">
                            <a:solidFill>
                              <a:srgbClr val="080808"/>
                            </a:solidFill>
                            <a:latin typeface="Cambria Math" panose="02040503050406030204" pitchFamily="18" charset="0"/>
                          </a:rPr>
                        </m:ctrlPr>
                      </m:fPr>
                      <m:num>
                        <m:r>
                          <a:rPr lang="ar-AE" b="0" i="1" smtClean="0">
                            <a:solidFill>
                              <a:srgbClr val="080808"/>
                            </a:solidFill>
                            <a:latin typeface="Cambria Math" panose="02040503050406030204" pitchFamily="18" charset="0"/>
                          </a:rPr>
                          <m:t>𝑦</m:t>
                        </m:r>
                        <m:r>
                          <a:rPr lang="ar-AE" b="0" smtClean="0">
                            <a:solidFill>
                              <a:srgbClr val="080808"/>
                            </a:solidFill>
                            <a:latin typeface="Cambria Math" panose="02040503050406030204" pitchFamily="18" charset="0"/>
                          </a:rPr>
                          <m:t>/</m:t>
                        </m:r>
                        <m:d>
                          <m:dPr>
                            <m:ctrlPr>
                              <a:rPr lang="ar-AE" i="1">
                                <a:solidFill>
                                  <a:srgbClr val="080808"/>
                                </a:solidFill>
                                <a:latin typeface="Cambria Math" panose="02040503050406030204" pitchFamily="18" charset="0"/>
                              </a:rPr>
                            </m:ctrlPr>
                          </m:dPr>
                          <m:e>
                            <m:r>
                              <a:rPr lang="ar-AE" b="0" i="1" smtClean="0">
                                <a:solidFill>
                                  <a:srgbClr val="080808"/>
                                </a:solidFill>
                                <a:latin typeface="Cambria Math" panose="02040503050406030204" pitchFamily="18" charset="0"/>
                              </a:rPr>
                              <m:t>1</m:t>
                            </m:r>
                            <m:r>
                              <a:rPr lang="ar-AE" b="0" smtClean="0">
                                <a:solidFill>
                                  <a:srgbClr val="080808"/>
                                </a:solidFill>
                                <a:latin typeface="Cambria Math" panose="02040503050406030204" pitchFamily="18" charset="0"/>
                              </a:rPr>
                              <m:t>−</m:t>
                            </m:r>
                            <m:r>
                              <a:rPr lang="ar-AE" b="0" i="1" smtClean="0">
                                <a:solidFill>
                                  <a:srgbClr val="080808"/>
                                </a:solidFill>
                                <a:latin typeface="Cambria Math" panose="02040503050406030204" pitchFamily="18" charset="0"/>
                              </a:rPr>
                              <m:t>𝑦</m:t>
                            </m:r>
                          </m:e>
                        </m:d>
                      </m:num>
                      <m:den>
                        <m:r>
                          <a:rPr lang="ar-AE" b="0" i="1" smtClean="0">
                            <a:solidFill>
                              <a:srgbClr val="080808"/>
                            </a:solidFill>
                            <a:latin typeface="Cambria Math" panose="02040503050406030204" pitchFamily="18" charset="0"/>
                          </a:rPr>
                          <m:t>𝑥</m:t>
                        </m:r>
                        <m:r>
                          <a:rPr lang="ar-AE" b="0" smtClean="0">
                            <a:solidFill>
                              <a:srgbClr val="080808"/>
                            </a:solidFill>
                            <a:latin typeface="Cambria Math" panose="02040503050406030204" pitchFamily="18" charset="0"/>
                          </a:rPr>
                          <m:t>/</m:t>
                        </m:r>
                        <m:d>
                          <m:dPr>
                            <m:ctrlPr>
                              <a:rPr lang="ar-AE" i="1">
                                <a:solidFill>
                                  <a:srgbClr val="080808"/>
                                </a:solidFill>
                                <a:latin typeface="Cambria Math" panose="02040503050406030204" pitchFamily="18" charset="0"/>
                              </a:rPr>
                            </m:ctrlPr>
                          </m:dPr>
                          <m:e>
                            <m:r>
                              <a:rPr lang="ar-AE" b="0" i="1" smtClean="0">
                                <a:solidFill>
                                  <a:srgbClr val="080808"/>
                                </a:solidFill>
                                <a:latin typeface="Cambria Math" panose="02040503050406030204" pitchFamily="18" charset="0"/>
                              </a:rPr>
                              <m:t>1</m:t>
                            </m:r>
                            <m:r>
                              <a:rPr lang="ar-AE" b="0" smtClean="0">
                                <a:solidFill>
                                  <a:srgbClr val="080808"/>
                                </a:solidFill>
                                <a:latin typeface="Cambria Math" panose="02040503050406030204" pitchFamily="18" charset="0"/>
                              </a:rPr>
                              <m:t>−</m:t>
                            </m:r>
                            <m:r>
                              <a:rPr lang="ar-AE" b="0" i="1" smtClean="0">
                                <a:solidFill>
                                  <a:srgbClr val="080808"/>
                                </a:solidFill>
                                <a:latin typeface="Cambria Math" panose="02040503050406030204" pitchFamily="18" charset="0"/>
                              </a:rPr>
                              <m:t>𝑥</m:t>
                            </m:r>
                          </m:e>
                        </m:d>
                      </m:den>
                    </m:f>
                  </m:oMath>
                </a14:m>
                <a:endParaRPr lang="en-US" dirty="0">
                  <a:solidFill>
                    <a:srgbClr val="080808"/>
                  </a:solidFill>
                  <a:latin typeface="+mn-lt"/>
                  <a:cs typeface="Times New Roman" panose="02020603050405020304" pitchFamily="18" charset="0"/>
                </a:endParaRPr>
              </a:p>
              <a:p>
                <a:pPr lvl="1"/>
                <a:r>
                  <a:rPr lang="en-US" dirty="0">
                    <a:solidFill>
                      <a:srgbClr val="080808"/>
                    </a:solidFill>
                    <a:latin typeface="+mn-lt"/>
                    <a:cs typeface="Times New Roman" panose="02020603050405020304" pitchFamily="18" charset="0"/>
                  </a:rPr>
                  <a:t>Average Volatility:</a:t>
                </a:r>
                <a:r>
                  <a:rPr lang="en-US" dirty="0">
                    <a:solidFill>
                      <a:srgbClr val="080808"/>
                    </a:solidFill>
                    <a:latin typeface="+mn-lt"/>
                  </a:rPr>
                  <a:t> </a:t>
                </a:r>
                <a14:m>
                  <m:oMath xmlns:m="http://schemas.openxmlformats.org/officeDocument/2006/math">
                    <m:sSub>
                      <m:sSubPr>
                        <m:ctrlPr>
                          <a:rPr lang="en-US" i="1">
                            <a:solidFill>
                              <a:srgbClr val="080808"/>
                            </a:solidFill>
                            <a:latin typeface="Cambria Math" panose="02040503050406030204" pitchFamily="18" charset="0"/>
                          </a:rPr>
                        </m:ctrlPr>
                      </m:sSubPr>
                      <m:e>
                        <m:r>
                          <a:rPr lang="en-US">
                            <a:solidFill>
                              <a:srgbClr val="080808"/>
                            </a:solidFill>
                            <a:latin typeface="Cambria Math" panose="02040503050406030204" pitchFamily="18" charset="0"/>
                          </a:rPr>
                          <m:t>𝛼</m:t>
                        </m:r>
                      </m:e>
                      <m:sub>
                        <m:r>
                          <a:rPr lang="en-US">
                            <a:solidFill>
                              <a:srgbClr val="080808"/>
                            </a:solidFill>
                            <a:latin typeface="Cambria Math" panose="02040503050406030204" pitchFamily="18" charset="0"/>
                          </a:rPr>
                          <m:t>𝑎𝑣𝑔</m:t>
                        </m:r>
                      </m:sub>
                    </m:sSub>
                    <m:r>
                      <a:rPr lang="en-US">
                        <a:solidFill>
                          <a:srgbClr val="080808"/>
                        </a:solidFill>
                        <a:latin typeface="Cambria Math" panose="02040503050406030204" pitchFamily="18" charset="0"/>
                      </a:rPr>
                      <m:t>= </m:t>
                    </m:r>
                    <m:rad>
                      <m:radPr>
                        <m:degHide m:val="on"/>
                        <m:ctrlPr>
                          <a:rPr lang="en-US" i="1">
                            <a:solidFill>
                              <a:srgbClr val="080808"/>
                            </a:solidFill>
                            <a:latin typeface="Cambria Math" panose="02040503050406030204" pitchFamily="18" charset="0"/>
                          </a:rPr>
                        </m:ctrlPr>
                      </m:radPr>
                      <m:deg/>
                      <m:e>
                        <m:sSub>
                          <m:sSubPr>
                            <m:ctrlPr>
                              <a:rPr lang="en-US" i="1">
                                <a:solidFill>
                                  <a:srgbClr val="080808"/>
                                </a:solidFill>
                                <a:latin typeface="Cambria Math" panose="02040503050406030204" pitchFamily="18" charset="0"/>
                              </a:rPr>
                            </m:ctrlPr>
                          </m:sSubPr>
                          <m:e>
                            <m:r>
                              <a:rPr lang="en-US">
                                <a:solidFill>
                                  <a:srgbClr val="080808"/>
                                </a:solidFill>
                                <a:latin typeface="Cambria Math" panose="02040503050406030204" pitchFamily="18" charset="0"/>
                              </a:rPr>
                              <m:t>𝛼</m:t>
                            </m:r>
                          </m:e>
                          <m:sub>
                            <m:r>
                              <a:rPr lang="en-US">
                                <a:solidFill>
                                  <a:srgbClr val="080808"/>
                                </a:solidFill>
                                <a:latin typeface="Cambria Math" panose="02040503050406030204" pitchFamily="18" charset="0"/>
                              </a:rPr>
                              <m:t>𝐷</m:t>
                            </m:r>
                          </m:sub>
                        </m:sSub>
                        <m:r>
                          <a:rPr lang="en-US">
                            <a:solidFill>
                              <a:srgbClr val="080808"/>
                            </a:solidFill>
                            <a:latin typeface="Cambria Math" panose="02040503050406030204" pitchFamily="18" charset="0"/>
                          </a:rPr>
                          <m:t>∗ </m:t>
                        </m:r>
                        <m:sSub>
                          <m:sSubPr>
                            <m:ctrlPr>
                              <a:rPr lang="en-US" i="1">
                                <a:solidFill>
                                  <a:srgbClr val="080808"/>
                                </a:solidFill>
                                <a:latin typeface="Cambria Math" panose="02040503050406030204" pitchFamily="18" charset="0"/>
                              </a:rPr>
                            </m:ctrlPr>
                          </m:sSubPr>
                          <m:e>
                            <m:r>
                              <a:rPr lang="en-US">
                                <a:solidFill>
                                  <a:srgbClr val="080808"/>
                                </a:solidFill>
                                <a:latin typeface="Cambria Math" panose="02040503050406030204" pitchFamily="18" charset="0"/>
                              </a:rPr>
                              <m:t>𝛼</m:t>
                            </m:r>
                          </m:e>
                          <m:sub>
                            <m:r>
                              <a:rPr lang="en-US">
                                <a:solidFill>
                                  <a:srgbClr val="080808"/>
                                </a:solidFill>
                                <a:latin typeface="Cambria Math" panose="02040503050406030204" pitchFamily="18" charset="0"/>
                              </a:rPr>
                              <m:t>𝐵</m:t>
                            </m:r>
                          </m:sub>
                        </m:sSub>
                      </m:e>
                    </m:rad>
                  </m:oMath>
                </a14:m>
                <a:endParaRPr lang="en-US" dirty="0">
                  <a:solidFill>
                    <a:srgbClr val="080808"/>
                  </a:solidFill>
                  <a:latin typeface="+mn-lt"/>
                  <a:cs typeface="Times New Roman" panose="02020603050405020304" pitchFamily="18" charset="0"/>
                </a:endParaRPr>
              </a:p>
              <a:p>
                <a:pPr lvl="1"/>
                <a:r>
                  <a:rPr lang="en-US" dirty="0">
                    <a:solidFill>
                      <a:srgbClr val="080808"/>
                    </a:solidFill>
                    <a:latin typeface="+mn-lt"/>
                    <a:cs typeface="Times New Roman" panose="02020603050405020304" pitchFamily="18" charset="0"/>
                  </a:rPr>
                  <a:t>Column Efficiency: </a:t>
                </a:r>
                <a14:m>
                  <m:oMath xmlns:m="http://schemas.openxmlformats.org/officeDocument/2006/math">
                    <m:r>
                      <a:rPr lang="en-US">
                        <a:solidFill>
                          <a:srgbClr val="080808"/>
                        </a:solidFill>
                        <a:latin typeface="Cambria Math" panose="02040503050406030204" pitchFamily="18" charset="0"/>
                      </a:rPr>
                      <m:t>𝐸</m:t>
                    </m:r>
                    <m:r>
                      <a:rPr lang="en-US">
                        <a:solidFill>
                          <a:srgbClr val="080808"/>
                        </a:solidFill>
                        <a:latin typeface="Cambria Math" panose="02040503050406030204" pitchFamily="18" charset="0"/>
                      </a:rPr>
                      <m:t>= </m:t>
                    </m:r>
                    <m:f>
                      <m:fPr>
                        <m:ctrlPr>
                          <a:rPr lang="en-US" i="1">
                            <a:solidFill>
                              <a:srgbClr val="080808"/>
                            </a:solidFill>
                            <a:latin typeface="Cambria Math" panose="02040503050406030204" pitchFamily="18" charset="0"/>
                          </a:rPr>
                        </m:ctrlPr>
                      </m:fPr>
                      <m:num>
                        <m:r>
                          <a:rPr lang="en-US">
                            <a:solidFill>
                              <a:srgbClr val="080808"/>
                            </a:solidFill>
                            <a:latin typeface="Cambria Math" panose="02040503050406030204" pitchFamily="18" charset="0"/>
                          </a:rPr>
                          <m:t>𝑁</m:t>
                        </m:r>
                      </m:num>
                      <m:den>
                        <m:sSub>
                          <m:sSubPr>
                            <m:ctrlPr>
                              <a:rPr lang="en-US" i="1">
                                <a:solidFill>
                                  <a:srgbClr val="080808"/>
                                </a:solidFill>
                                <a:latin typeface="Cambria Math" panose="02040503050406030204" pitchFamily="18" charset="0"/>
                              </a:rPr>
                            </m:ctrlPr>
                          </m:sSubPr>
                          <m:e>
                            <m:r>
                              <a:rPr lang="en-US">
                                <a:solidFill>
                                  <a:srgbClr val="080808"/>
                                </a:solidFill>
                                <a:latin typeface="Cambria Math" panose="02040503050406030204" pitchFamily="18" charset="0"/>
                              </a:rPr>
                              <m:t>𝑁</m:t>
                            </m:r>
                          </m:e>
                          <m:sub>
                            <m:r>
                              <a:rPr lang="en-US">
                                <a:solidFill>
                                  <a:srgbClr val="080808"/>
                                </a:solidFill>
                                <a:latin typeface="Cambria Math" panose="02040503050406030204" pitchFamily="18" charset="0"/>
                              </a:rPr>
                              <m:t>𝑎𝑐𝑡𝑢𝑎𝑙</m:t>
                            </m:r>
                          </m:sub>
                        </m:sSub>
                      </m:den>
                    </m:f>
                    <m:r>
                      <a:rPr lang="en-US">
                        <a:solidFill>
                          <a:srgbClr val="080808"/>
                        </a:solidFill>
                        <a:latin typeface="Cambria Math" panose="02040503050406030204" pitchFamily="18" charset="0"/>
                      </a:rPr>
                      <m:t>∗</m:t>
                    </m:r>
                    <m:r>
                      <a:rPr lang="en-US">
                        <a:solidFill>
                          <a:srgbClr val="080808"/>
                        </a:solidFill>
                        <a:latin typeface="Cambria Math" panose="02040503050406030204" pitchFamily="18" charset="0"/>
                      </a:rPr>
                      <m:t>100</m:t>
                    </m:r>
                    <m:r>
                      <a:rPr lang="en-US">
                        <a:solidFill>
                          <a:srgbClr val="080808"/>
                        </a:solidFill>
                        <a:latin typeface="Cambria Math" panose="02040503050406030204" pitchFamily="18" charset="0"/>
                      </a:rPr>
                      <m:t>%</m:t>
                    </m:r>
                  </m:oMath>
                </a14:m>
                <a:endParaRPr lang="en-US" dirty="0">
                  <a:solidFill>
                    <a:srgbClr val="080808"/>
                  </a:solidFill>
                  <a:latin typeface="+mn-lt"/>
                </a:endParaRPr>
              </a:p>
              <a:p>
                <a:pPr marL="342900" indent="-342900">
                  <a:buFont typeface="Wingdings" panose="05000000000000000000" pitchFamily="2" charset="2"/>
                  <a:buChar char="q"/>
                </a:pPr>
                <a:r>
                  <a:rPr lang="en-US" dirty="0">
                    <a:solidFill>
                      <a:srgbClr val="080808"/>
                    </a:solidFill>
                    <a:latin typeface="+mn-lt"/>
                    <a:cs typeface="Times New Roman" panose="02020603050405020304" pitchFamily="18" charset="0"/>
                  </a:rPr>
                  <a:t>Equilibrium between vapor and liquid is assumed, however, trays do not reach full equilibrium.</a:t>
                </a:r>
              </a:p>
              <a:p>
                <a:pPr marL="342900" indent="-342900">
                  <a:buFont typeface="Wingdings" panose="05000000000000000000" pitchFamily="2" charset="2"/>
                  <a:buChar char="q"/>
                </a:pPr>
                <a:r>
                  <a:rPr lang="en-US" dirty="0">
                    <a:solidFill>
                      <a:srgbClr val="080808"/>
                    </a:solidFill>
                    <a:latin typeface="+mn-lt"/>
                    <a:cs typeface="Times New Roman" panose="02020603050405020304" pitchFamily="18" charset="0"/>
                  </a:rPr>
                  <a:t>Pressure drops, foaming, and heat loss can introduce deviations from ideal models</a:t>
                </a:r>
              </a:p>
              <a:p>
                <a:pPr marL="342900" indent="-342900">
                  <a:buFont typeface="Wingdings" panose="05000000000000000000" pitchFamily="2" charset="2"/>
                  <a:buChar char="q"/>
                </a:pPr>
                <a:r>
                  <a:rPr lang="en-US" dirty="0">
                    <a:solidFill>
                      <a:srgbClr val="080808"/>
                    </a:solidFill>
                    <a:latin typeface="+mn-lt"/>
                    <a:cs typeface="Times New Roman" panose="02020603050405020304" pitchFamily="18" charset="0"/>
                  </a:rPr>
                  <a:t>Reboiler power and reflux ratio can influence product purity and column efficiency.  </a:t>
                </a:r>
              </a:p>
              <a:p>
                <a:pPr marL="342900" indent="-342900">
                  <a:buFont typeface="Wingdings" panose="05000000000000000000" pitchFamily="2" charset="2"/>
                  <a:buChar char="q"/>
                </a:pPr>
                <a:endParaRPr lang="en-US" dirty="0">
                  <a:solidFill>
                    <a:srgbClr val="080808"/>
                  </a:solidFill>
                  <a:latin typeface="Times New Roman" panose="02020603050405020304" pitchFamily="18" charset="0"/>
                  <a:cs typeface="Times New Roman" panose="02020603050405020304" pitchFamily="18" charset="0"/>
                </a:endParaRPr>
              </a:p>
              <a:p>
                <a:pPr lvl="1"/>
                <a:endParaRPr lang="en-US" dirty="0">
                  <a:solidFill>
                    <a:srgbClr val="080808"/>
                  </a:solidFill>
                  <a:latin typeface="Cambria Math" panose="02040503050406030204" pitchFamily="18" charset="0"/>
                </a:endParaRPr>
              </a:p>
              <a:p>
                <a:pPr lvl="1"/>
                <a:endParaRPr lang="ar-AE" dirty="0">
                  <a:solidFill>
                    <a:srgbClr val="080808"/>
                  </a:solidFill>
                  <a:latin typeface="Times New Roman" panose="02020603050405020304" pitchFamily="18" charset="0"/>
                  <a:cs typeface="Times New Roman" panose="02020603050405020304" pitchFamily="18" charset="0"/>
                </a:endParaRPr>
              </a:p>
              <a:p>
                <a:endParaRPr lang="en-US" dirty="0">
                  <a:solidFill>
                    <a:srgbClr val="080808"/>
                  </a:solidFill>
                  <a:latin typeface="Cambria Math" panose="02040503050406030204" pitchFamily="18" charset="0"/>
                </a:endParaRPr>
              </a:p>
            </p:txBody>
          </p:sp>
        </mc:Choice>
        <mc:Fallback xmlns="">
          <p:sp>
            <p:nvSpPr>
              <p:cNvPr id="5" name="Content Placeholder 4">
                <a:extLst>
                  <a:ext uri="{FF2B5EF4-FFF2-40B4-BE49-F238E27FC236}">
                    <a16:creationId xmlns:a16="http://schemas.microsoft.com/office/drawing/2014/main" id="{E0CC41A9-803D-0E95-BCF9-DA7EB2413623}"/>
                  </a:ext>
                </a:extLst>
              </p:cNvPr>
              <p:cNvSpPr>
                <a:spLocks noGrp="1" noRot="1" noChangeAspect="1" noMove="1" noResize="1" noEditPoints="1" noAdjustHandles="1" noChangeArrowheads="1" noChangeShapeType="1" noTextEdit="1"/>
              </p:cNvSpPr>
              <p:nvPr>
                <p:ph idx="1"/>
              </p:nvPr>
            </p:nvSpPr>
            <p:spPr>
              <a:xfrm>
                <a:off x="571499" y="1238480"/>
                <a:ext cx="5692140" cy="4826514"/>
              </a:xfrm>
              <a:blipFill>
                <a:blip r:embed="rId2"/>
                <a:stretch>
                  <a:fillRect l="-2036" t="-2273" r="-2787"/>
                </a:stretch>
              </a:blipFill>
            </p:spPr>
            <p:txBody>
              <a:bodyPr/>
              <a:lstStyle/>
              <a:p>
                <a:r>
                  <a:rPr lang="en-US">
                    <a:noFill/>
                  </a:rPr>
                  <a:t> </a:t>
                </a:r>
              </a:p>
            </p:txBody>
          </p:sp>
        </mc:Fallback>
      </mc:AlternateContent>
      <p:graphicFrame>
        <p:nvGraphicFramePr>
          <p:cNvPr id="7" name="Picture Placeholder 6">
            <a:extLst>
              <a:ext uri="{FF2B5EF4-FFF2-40B4-BE49-F238E27FC236}">
                <a16:creationId xmlns:a16="http://schemas.microsoft.com/office/drawing/2014/main" id="{22377FB3-160C-A5D9-567C-365A40651145}"/>
              </a:ext>
            </a:extLst>
          </p:cNvPr>
          <p:cNvGraphicFramePr>
            <a:graphicFrameLocks noGrp="1"/>
          </p:cNvGraphicFramePr>
          <p:nvPr>
            <p:ph type="pic" sz="quarter" idx="10"/>
            <p:extLst>
              <p:ext uri="{D42A27DB-BD31-4B8C-83A1-F6EECF244321}">
                <p14:modId xmlns:p14="http://schemas.microsoft.com/office/powerpoint/2010/main" val="4259859325"/>
              </p:ext>
            </p:extLst>
          </p:nvPr>
        </p:nvGraphicFramePr>
        <p:xfrm>
          <a:off x="6536436" y="1399462"/>
          <a:ext cx="5257798" cy="4154722"/>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id="{6726EA92-550D-6863-5EA3-F8CED9F1833B}"/>
              </a:ext>
            </a:extLst>
          </p:cNvPr>
          <p:cNvSpPr txBox="1"/>
          <p:nvPr/>
        </p:nvSpPr>
        <p:spPr>
          <a:xfrm>
            <a:off x="6835141" y="1122463"/>
            <a:ext cx="5356859" cy="276999"/>
          </a:xfrm>
          <a:prstGeom prst="rect">
            <a:avLst/>
          </a:prstGeom>
          <a:noFill/>
        </p:spPr>
        <p:txBody>
          <a:bodyPr wrap="square" rtlCol="0">
            <a:spAutoFit/>
          </a:bodyPr>
          <a:lstStyle/>
          <a:p>
            <a:r>
              <a:rPr lang="en-US" sz="1200" b="1" dirty="0">
                <a:solidFill>
                  <a:srgbClr val="080808"/>
                </a:solidFill>
                <a:latin typeface="+mj-lt"/>
              </a:rPr>
              <a:t>Figure 1: Vapor-Liquid Equilibrium for Ethanol-Water System</a:t>
            </a:r>
          </a:p>
        </p:txBody>
      </p:sp>
    </p:spTree>
    <p:extLst>
      <p:ext uri="{BB962C8B-B14F-4D97-AF65-F5344CB8AC3E}">
        <p14:creationId xmlns:p14="http://schemas.microsoft.com/office/powerpoint/2010/main" val="39543060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64A3A27-F170-2F91-716A-70F40A02417A}"/>
              </a:ext>
            </a:extLst>
          </p:cNvPr>
          <p:cNvSpPr txBox="1"/>
          <p:nvPr/>
        </p:nvSpPr>
        <p:spPr>
          <a:xfrm>
            <a:off x="5426529" y="176872"/>
            <a:ext cx="5529943" cy="738664"/>
          </a:xfrm>
          <a:prstGeom prst="rect">
            <a:avLst/>
          </a:prstGeom>
          <a:noFill/>
        </p:spPr>
        <p:txBody>
          <a:bodyPr wrap="square" rtlCol="0">
            <a:spAutoFit/>
          </a:bodyPr>
          <a:lstStyle/>
          <a:p>
            <a:r>
              <a:rPr lang="en-US" sz="2400" b="1" dirty="0">
                <a:solidFill>
                  <a:schemeClr val="accent2"/>
                </a:solidFill>
                <a:latin typeface="+mj-lt"/>
                <a:cs typeface="Times New Roman" panose="02020603050405020304" pitchFamily="18" charset="0"/>
              </a:rPr>
              <a:t>Apparatus</a:t>
            </a:r>
          </a:p>
          <a:p>
            <a:endParaRPr lang="en-NZ" dirty="0"/>
          </a:p>
        </p:txBody>
      </p:sp>
      <p:sp>
        <p:nvSpPr>
          <p:cNvPr id="8" name="TextBox 7">
            <a:extLst>
              <a:ext uri="{FF2B5EF4-FFF2-40B4-BE49-F238E27FC236}">
                <a16:creationId xmlns:a16="http://schemas.microsoft.com/office/drawing/2014/main" id="{4B7592FE-3E33-3BDE-5792-5913A5BF0E29}"/>
              </a:ext>
            </a:extLst>
          </p:cNvPr>
          <p:cNvSpPr txBox="1"/>
          <p:nvPr/>
        </p:nvSpPr>
        <p:spPr>
          <a:xfrm>
            <a:off x="5709558" y="1052313"/>
            <a:ext cx="5529943" cy="872034"/>
          </a:xfrm>
          <a:prstGeom prst="rect">
            <a:avLst/>
          </a:prstGeom>
          <a:noFill/>
        </p:spPr>
        <p:txBody>
          <a:bodyPr wrap="square" rtlCol="0">
            <a:spAutoFit/>
          </a:bodyPr>
          <a:lstStyle/>
          <a:p>
            <a:pPr marL="342900" indent="-342900">
              <a:lnSpc>
                <a:spcPct val="150000"/>
              </a:lnSpc>
              <a:buAutoNum type="arabicPeriod"/>
            </a:pPr>
            <a:endParaRPr lang="en-US" dirty="0"/>
          </a:p>
          <a:p>
            <a:pPr>
              <a:lnSpc>
                <a:spcPct val="150000"/>
              </a:lnSpc>
            </a:pPr>
            <a:endParaRPr lang="en-US" dirty="0"/>
          </a:p>
        </p:txBody>
      </p:sp>
      <p:sp>
        <p:nvSpPr>
          <p:cNvPr id="3" name="Content Placeholder 2">
            <a:extLst>
              <a:ext uri="{FF2B5EF4-FFF2-40B4-BE49-F238E27FC236}">
                <a16:creationId xmlns:a16="http://schemas.microsoft.com/office/drawing/2014/main" id="{D014542A-0600-2026-7A62-D66EF55B7DDE}"/>
              </a:ext>
            </a:extLst>
          </p:cNvPr>
          <p:cNvSpPr>
            <a:spLocks noGrp="1"/>
          </p:cNvSpPr>
          <p:nvPr>
            <p:ph idx="1"/>
          </p:nvPr>
        </p:nvSpPr>
        <p:spPr>
          <a:xfrm>
            <a:off x="5992587" y="778758"/>
            <a:ext cx="5529943" cy="5781583"/>
          </a:xfrm>
          <a:noFill/>
        </p:spPr>
        <p:txBody>
          <a:bodyPr wrap="square" rtlCol="0">
            <a:spAutoFit/>
          </a:bodyPr>
          <a:lstStyle/>
          <a:p>
            <a:pPr marL="342900" indent="-342900">
              <a:lnSpc>
                <a:spcPct val="150000"/>
              </a:lnSpc>
              <a:buAutoNum type="arabicPeriod"/>
            </a:pPr>
            <a:r>
              <a:rPr lang="en-US" sz="1600" b="1" dirty="0">
                <a:solidFill>
                  <a:srgbClr val="080808"/>
                </a:solidFill>
                <a:latin typeface="+mj-lt"/>
                <a:cs typeface="Times New Roman" panose="02020603050405020304" pitchFamily="18" charset="0"/>
              </a:rPr>
              <a:t>Condenser: </a:t>
            </a:r>
            <a:r>
              <a:rPr lang="en-US" sz="1600" dirty="0">
                <a:solidFill>
                  <a:srgbClr val="080808"/>
                </a:solidFill>
                <a:latin typeface="+mj-lt"/>
                <a:cs typeface="Times New Roman" panose="02020603050405020304" pitchFamily="18" charset="0"/>
              </a:rPr>
              <a:t>Cools and liquefies product</a:t>
            </a:r>
          </a:p>
          <a:p>
            <a:pPr marL="342900" indent="-342900">
              <a:lnSpc>
                <a:spcPct val="150000"/>
              </a:lnSpc>
              <a:buAutoNum type="arabicPeriod"/>
            </a:pPr>
            <a:r>
              <a:rPr lang="en-US" sz="1600" b="1" dirty="0">
                <a:solidFill>
                  <a:srgbClr val="080808"/>
                </a:solidFill>
                <a:latin typeface="+mj-lt"/>
                <a:cs typeface="Times New Roman" panose="02020603050405020304" pitchFamily="18" charset="0"/>
              </a:rPr>
              <a:t>Decanter: </a:t>
            </a:r>
            <a:r>
              <a:rPr lang="en-US" sz="1600" dirty="0">
                <a:solidFill>
                  <a:srgbClr val="080808"/>
                </a:solidFill>
                <a:latin typeface="+mj-lt"/>
                <a:cs typeface="Times New Roman" panose="02020603050405020304" pitchFamily="18" charset="0"/>
              </a:rPr>
              <a:t>Collects condensed product and allows part of it to be returned to the column</a:t>
            </a:r>
          </a:p>
          <a:p>
            <a:pPr marL="342900" indent="-342900">
              <a:lnSpc>
                <a:spcPct val="150000"/>
              </a:lnSpc>
              <a:buAutoNum type="arabicPeriod"/>
            </a:pPr>
            <a:r>
              <a:rPr lang="en-US" sz="1600" b="1" dirty="0">
                <a:solidFill>
                  <a:srgbClr val="080808"/>
                </a:solidFill>
                <a:latin typeface="+mj-lt"/>
                <a:cs typeface="Times New Roman" panose="02020603050405020304" pitchFamily="18" charset="0"/>
              </a:rPr>
              <a:t>Reboiler: </a:t>
            </a:r>
            <a:r>
              <a:rPr lang="en-US" sz="1600" dirty="0">
                <a:solidFill>
                  <a:srgbClr val="080808"/>
                </a:solidFill>
                <a:latin typeface="+mj-lt"/>
                <a:cs typeface="Times New Roman" panose="02020603050405020304" pitchFamily="18" charset="0"/>
              </a:rPr>
              <a:t>Heats the solution to generate vapor</a:t>
            </a:r>
          </a:p>
          <a:p>
            <a:pPr marL="342900" indent="-342900">
              <a:lnSpc>
                <a:spcPct val="150000"/>
              </a:lnSpc>
              <a:buAutoNum type="arabicPeriod"/>
            </a:pPr>
            <a:r>
              <a:rPr lang="en-US" sz="1600" b="1" dirty="0">
                <a:solidFill>
                  <a:srgbClr val="080808"/>
                </a:solidFill>
                <a:latin typeface="+mj-lt"/>
                <a:cs typeface="Times New Roman" panose="02020603050405020304" pitchFamily="18" charset="0"/>
              </a:rPr>
              <a:t>Distillation Column: </a:t>
            </a:r>
            <a:r>
              <a:rPr lang="en-US" sz="1600" dirty="0">
                <a:solidFill>
                  <a:srgbClr val="080808"/>
                </a:solidFill>
                <a:latin typeface="+mj-lt"/>
                <a:cs typeface="Times New Roman" panose="02020603050405020304" pitchFamily="18" charset="0"/>
              </a:rPr>
              <a:t>Provides trays for repeated vapor-liquid contact</a:t>
            </a:r>
          </a:p>
          <a:p>
            <a:pPr marL="342900" indent="-342900">
              <a:lnSpc>
                <a:spcPct val="150000"/>
              </a:lnSpc>
              <a:buAutoNum type="arabicPeriod"/>
            </a:pPr>
            <a:r>
              <a:rPr lang="en-US" sz="1600" b="1" dirty="0">
                <a:solidFill>
                  <a:srgbClr val="080808"/>
                </a:solidFill>
                <a:latin typeface="+mj-lt"/>
                <a:cs typeface="Times New Roman" panose="02020603050405020304" pitchFamily="18" charset="0"/>
              </a:rPr>
              <a:t>Bottom Receiver: </a:t>
            </a:r>
            <a:r>
              <a:rPr lang="en-US" sz="1600" dirty="0">
                <a:solidFill>
                  <a:srgbClr val="080808"/>
                </a:solidFill>
                <a:latin typeface="+mj-lt"/>
                <a:cs typeface="Times New Roman" panose="02020603050405020304" pitchFamily="18" charset="0"/>
              </a:rPr>
              <a:t>Collects bottom product</a:t>
            </a:r>
          </a:p>
          <a:p>
            <a:pPr marL="342900" indent="-342900">
              <a:lnSpc>
                <a:spcPct val="150000"/>
              </a:lnSpc>
              <a:buAutoNum type="arabicPeriod"/>
            </a:pPr>
            <a:r>
              <a:rPr lang="en-US" sz="1600" b="1" dirty="0">
                <a:solidFill>
                  <a:srgbClr val="080808"/>
                </a:solidFill>
                <a:latin typeface="+mj-lt"/>
                <a:cs typeface="Times New Roman" panose="02020603050405020304" pitchFamily="18" charset="0"/>
              </a:rPr>
              <a:t>Top Receiver: </a:t>
            </a:r>
            <a:r>
              <a:rPr lang="en-US" sz="1600" dirty="0">
                <a:solidFill>
                  <a:srgbClr val="080808"/>
                </a:solidFill>
                <a:latin typeface="+mj-lt"/>
                <a:cs typeface="Times New Roman" panose="02020603050405020304" pitchFamily="18" charset="0"/>
              </a:rPr>
              <a:t>Collects distillate</a:t>
            </a:r>
          </a:p>
          <a:p>
            <a:pPr marL="342900" indent="-342900">
              <a:lnSpc>
                <a:spcPct val="150000"/>
              </a:lnSpc>
              <a:buAutoNum type="arabicPeriod"/>
            </a:pPr>
            <a:r>
              <a:rPr lang="en-US" sz="1600" b="1" dirty="0">
                <a:solidFill>
                  <a:srgbClr val="080808"/>
                </a:solidFill>
                <a:latin typeface="+mj-lt"/>
                <a:cs typeface="Times New Roman" panose="02020603050405020304" pitchFamily="18" charset="0"/>
              </a:rPr>
              <a:t>Manometer: </a:t>
            </a:r>
            <a:r>
              <a:rPr lang="en-US" sz="1600" dirty="0">
                <a:solidFill>
                  <a:srgbClr val="080808"/>
                </a:solidFill>
                <a:latin typeface="+mj-lt"/>
                <a:cs typeface="Times New Roman" panose="02020603050405020304" pitchFamily="18" charset="0"/>
              </a:rPr>
              <a:t>Measures pressure of the column</a:t>
            </a:r>
          </a:p>
          <a:p>
            <a:pPr marL="342900" indent="-342900">
              <a:lnSpc>
                <a:spcPct val="150000"/>
              </a:lnSpc>
              <a:buAutoNum type="arabicPeriod"/>
            </a:pPr>
            <a:r>
              <a:rPr lang="en-US" sz="1600" b="1" dirty="0">
                <a:solidFill>
                  <a:srgbClr val="080808"/>
                </a:solidFill>
                <a:latin typeface="+mj-lt"/>
                <a:cs typeface="Times New Roman" panose="02020603050405020304" pitchFamily="18" charset="0"/>
              </a:rPr>
              <a:t>Cooling Water Rotameter: </a:t>
            </a:r>
            <a:r>
              <a:rPr lang="en-US" sz="1600" dirty="0">
                <a:solidFill>
                  <a:srgbClr val="080808"/>
                </a:solidFill>
                <a:latin typeface="+mj-lt"/>
                <a:cs typeface="Times New Roman" panose="02020603050405020304" pitchFamily="18" charset="0"/>
              </a:rPr>
              <a:t>Measures cooling water flowrate</a:t>
            </a:r>
          </a:p>
          <a:p>
            <a:pPr marL="342900" indent="-342900">
              <a:lnSpc>
                <a:spcPct val="150000"/>
              </a:lnSpc>
              <a:buAutoNum type="arabicPeriod"/>
            </a:pPr>
            <a:r>
              <a:rPr lang="en-US" sz="1600" b="1" dirty="0">
                <a:solidFill>
                  <a:srgbClr val="080808"/>
                </a:solidFill>
                <a:latin typeface="+mj-lt"/>
                <a:cs typeface="Times New Roman" panose="02020603050405020304" pitchFamily="18" charset="0"/>
              </a:rPr>
              <a:t>Thermocouples: </a:t>
            </a:r>
            <a:r>
              <a:rPr lang="en-US" sz="1600" dirty="0">
                <a:solidFill>
                  <a:srgbClr val="080808"/>
                </a:solidFill>
                <a:latin typeface="+mj-lt"/>
                <a:cs typeface="Times New Roman" panose="02020603050405020304" pitchFamily="18" charset="0"/>
              </a:rPr>
              <a:t>Measure temperatures at different trays of the column</a:t>
            </a:r>
          </a:p>
        </p:txBody>
      </p:sp>
      <p:pic>
        <p:nvPicPr>
          <p:cNvPr id="2" name="image1.png">
            <a:extLst>
              <a:ext uri="{FF2B5EF4-FFF2-40B4-BE49-F238E27FC236}">
                <a16:creationId xmlns:a16="http://schemas.microsoft.com/office/drawing/2014/main" id="{953A2D12-2B81-D895-B961-2BE8AF5959BE}"/>
              </a:ext>
            </a:extLst>
          </p:cNvPr>
          <p:cNvPicPr/>
          <p:nvPr/>
        </p:nvPicPr>
        <p:blipFill>
          <a:blip r:embed="rId2"/>
          <a:srcRect/>
          <a:stretch>
            <a:fillRect/>
          </a:stretch>
        </p:blipFill>
        <p:spPr>
          <a:xfrm>
            <a:off x="0" y="0"/>
            <a:ext cx="5143500" cy="6854063"/>
          </a:xfrm>
          <a:prstGeom prst="rect">
            <a:avLst/>
          </a:prstGeom>
          <a:ln/>
        </p:spPr>
      </p:pic>
    </p:spTree>
    <p:extLst>
      <p:ext uri="{BB962C8B-B14F-4D97-AF65-F5344CB8AC3E}">
        <p14:creationId xmlns:p14="http://schemas.microsoft.com/office/powerpoint/2010/main" val="15698005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Title 1">
            <a:extLst>
              <a:ext uri="{FF2B5EF4-FFF2-40B4-BE49-F238E27FC236}">
                <a16:creationId xmlns:a16="http://schemas.microsoft.com/office/drawing/2014/main" id="{2C54BB10-84B0-6B0A-B8E1-E592FEC5D6CA}"/>
              </a:ext>
            </a:extLst>
          </p:cNvPr>
          <p:cNvSpPr>
            <a:spLocks noGrp="1"/>
          </p:cNvSpPr>
          <p:nvPr>
            <p:ph type="title"/>
          </p:nvPr>
        </p:nvSpPr>
        <p:spPr>
          <a:xfrm>
            <a:off x="571499" y="427475"/>
            <a:ext cx="11048999" cy="811005"/>
          </a:xfrm>
        </p:spPr>
        <p:txBody>
          <a:bodyPr>
            <a:normAutofit fontScale="90000"/>
          </a:bodyPr>
          <a:lstStyle/>
          <a:p>
            <a:r>
              <a:rPr lang="en-US" dirty="0"/>
              <a:t>Materials and Supplies</a:t>
            </a:r>
            <a:br>
              <a:rPr lang="en-US" dirty="0"/>
            </a:br>
            <a:endParaRPr lang="en-US" dirty="0"/>
          </a:p>
        </p:txBody>
      </p:sp>
      <p:sp>
        <p:nvSpPr>
          <p:cNvPr id="24" name="Footer Placeholder 5">
            <a:extLst>
              <a:ext uri="{FF2B5EF4-FFF2-40B4-BE49-F238E27FC236}">
                <a16:creationId xmlns:a16="http://schemas.microsoft.com/office/drawing/2014/main" id="{89810DC9-61C1-FA3F-BA6D-DBFC08FB525C}"/>
              </a:ext>
            </a:extLst>
          </p:cNvPr>
          <p:cNvSpPr>
            <a:spLocks noGrp="1"/>
          </p:cNvSpPr>
          <p:nvPr>
            <p:ph type="ftr" sz="quarter" idx="11"/>
          </p:nvPr>
        </p:nvSpPr>
        <p:spPr>
          <a:xfrm>
            <a:off x="571499" y="6419410"/>
            <a:ext cx="4114800" cy="365125"/>
          </a:xfrm>
        </p:spPr>
        <p:txBody>
          <a:bodyPr anchor="ctr">
            <a:normAutofit/>
          </a:bodyPr>
          <a:lstStyle/>
          <a:p>
            <a:pPr>
              <a:spcAft>
                <a:spcPts val="600"/>
              </a:spcAft>
            </a:pPr>
            <a:r>
              <a:rPr lang="en-US"/>
              <a:t>College/Department/Presentation Name</a:t>
            </a:r>
          </a:p>
        </p:txBody>
      </p:sp>
      <p:graphicFrame>
        <p:nvGraphicFramePr>
          <p:cNvPr id="16" name="Content Placeholder 2">
            <a:extLst>
              <a:ext uri="{FF2B5EF4-FFF2-40B4-BE49-F238E27FC236}">
                <a16:creationId xmlns:a16="http://schemas.microsoft.com/office/drawing/2014/main" id="{E1225040-D6C3-9051-B2F3-FFD838C93CBB}"/>
              </a:ext>
            </a:extLst>
          </p:cNvPr>
          <p:cNvGraphicFramePr>
            <a:graphicFrameLocks noGrp="1"/>
          </p:cNvGraphicFramePr>
          <p:nvPr>
            <p:ph idx="10"/>
            <p:extLst>
              <p:ext uri="{D42A27DB-BD31-4B8C-83A1-F6EECF244321}">
                <p14:modId xmlns:p14="http://schemas.microsoft.com/office/powerpoint/2010/main" val="3237419355"/>
              </p:ext>
            </p:extLst>
          </p:nvPr>
        </p:nvGraphicFramePr>
        <p:xfrm>
          <a:off x="6388100" y="1437126"/>
          <a:ext cx="5257800" cy="44907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 name="Picture 14" descr="Lab Goggles Nitrile Gloves Stock Photo 709923 | Shutterstock">
            <a:extLst>
              <a:ext uri="{FF2B5EF4-FFF2-40B4-BE49-F238E27FC236}">
                <a16:creationId xmlns:a16="http://schemas.microsoft.com/office/drawing/2014/main" id="{D81D5D71-023B-4D1A-F29C-0110E6916E0D}"/>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t="3855" b="6945"/>
          <a:stretch>
            <a:fillRect/>
          </a:stretch>
        </p:blipFill>
        <p:spPr bwMode="auto">
          <a:xfrm>
            <a:off x="280415" y="987293"/>
            <a:ext cx="2490218" cy="159475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12" descr="Lab Measuring Equipment | Types &amp; Significance">
            <a:extLst>
              <a:ext uri="{FF2B5EF4-FFF2-40B4-BE49-F238E27FC236}">
                <a16:creationId xmlns:a16="http://schemas.microsoft.com/office/drawing/2014/main" id="{C318B386-4CC6-A688-3639-1C88D61E0E43}"/>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2520" r="12665"/>
          <a:stretch>
            <a:fillRect/>
          </a:stretch>
        </p:blipFill>
        <p:spPr bwMode="auto">
          <a:xfrm>
            <a:off x="3197516" y="1055409"/>
            <a:ext cx="2606385" cy="176012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0" descr="Plastic Funnels">
            <a:extLst>
              <a:ext uri="{FF2B5EF4-FFF2-40B4-BE49-F238E27FC236}">
                <a16:creationId xmlns:a16="http://schemas.microsoft.com/office/drawing/2014/main" id="{3A5A45EB-B57E-5FBB-B5F7-7EA057013C3B}"/>
              </a:ext>
            </a:extLst>
          </p:cNvPr>
          <p:cNvPicPr>
            <a:picLocks noChangeAspect="1" noChangeArrowheads="1"/>
          </p:cNvPicPr>
          <p:nvPr/>
        </p:nvPicPr>
        <p:blipFill>
          <a:blip r:embed="rId10">
            <a:extLst>
              <a:ext uri="{BEBA8EAE-BF5A-486C-A8C5-ECC9F3942E4B}">
                <a14:imgProps xmlns:a14="http://schemas.microsoft.com/office/drawing/2010/main">
                  <a14:imgLayer r:embed="rId11">
                    <a14:imgEffect>
                      <a14:backgroundRemoval t="3500" b="95667" l="10000" r="90000">
                        <a14:foregroundMark x1="58125" y1="90333" x2="70250" y2="90667"/>
                        <a14:foregroundMark x1="57125" y1="93667" x2="67125" y2="95833"/>
                        <a14:foregroundMark x1="38125" y1="7000" x2="38125" y2="7000"/>
                        <a14:foregroundMark x1="38125" y1="3500" x2="38125" y2="3500"/>
                      </a14:backgroundRemoval>
                    </a14:imgEffect>
                  </a14:imgLayer>
                </a14:imgProps>
              </a:ext>
              <a:ext uri="{28A0092B-C50C-407E-A947-70E740481C1C}">
                <a14:useLocalDpi xmlns:a14="http://schemas.microsoft.com/office/drawing/2010/main" val="0"/>
              </a:ext>
            </a:extLst>
          </a:blip>
          <a:srcRect/>
          <a:stretch>
            <a:fillRect/>
          </a:stretch>
        </p:blipFill>
        <p:spPr bwMode="auto">
          <a:xfrm>
            <a:off x="280414" y="2670260"/>
            <a:ext cx="2159876" cy="1619907"/>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Amazon.com: SP Bel-Art Clavies Heat Resistant Biohazard Autoclave/Oven  Gloves; 5 in. Gauntlet (H13201-0000) : Home &amp; Kitchen">
            <a:extLst>
              <a:ext uri="{FF2B5EF4-FFF2-40B4-BE49-F238E27FC236}">
                <a16:creationId xmlns:a16="http://schemas.microsoft.com/office/drawing/2014/main" id="{2C5EAA68-87FA-F48A-BD9F-5E825C9DC08C}"/>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15220" y="4547617"/>
            <a:ext cx="1544669" cy="1691501"/>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105,041 Clock Timer Stock Photos - Free &amp; Royalty-Free Stock Photos from  Dreamstime">
            <a:extLst>
              <a:ext uri="{FF2B5EF4-FFF2-40B4-BE49-F238E27FC236}">
                <a16:creationId xmlns:a16="http://schemas.microsoft.com/office/drawing/2014/main" id="{7B6169DD-B336-D819-789A-4FA4BEF52191}"/>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626498" y="2913889"/>
            <a:ext cx="1633728" cy="1633728"/>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Anton Paar Digital Alcohol Meter |In Stock">
            <a:extLst>
              <a:ext uri="{FF2B5EF4-FFF2-40B4-BE49-F238E27FC236}">
                <a16:creationId xmlns:a16="http://schemas.microsoft.com/office/drawing/2014/main" id="{468A6D47-A20B-7DA3-D1BD-08C1788AC881}"/>
              </a:ext>
            </a:extLst>
          </p:cNvPr>
          <p:cNvPicPr>
            <a:picLocks noChangeAspect="1" noChangeArrowheads="1"/>
          </p:cNvPicPr>
          <p:nvPr/>
        </p:nvPicPr>
        <p:blipFill>
          <a:blip r:embed="rId14">
            <a:extLst>
              <a:ext uri="{BEBA8EAE-BF5A-486C-A8C5-ECC9F3942E4B}">
                <a14:imgProps xmlns:a14="http://schemas.microsoft.com/office/drawing/2010/main">
                  <a14:imgLayer r:embed="rId15">
                    <a14:imgEffect>
                      <a14:backgroundRemoval t="9992" b="99802" l="9992" r="89924">
                        <a14:foregroundMark x1="42365" y1="80977" x2="42027" y2="90573"/>
                        <a14:foregroundMark x1="43014" y1="81654" x2="58227" y2="83968"/>
                        <a14:foregroundMark x1="43353" y1="81315" x2="39712" y2="98165"/>
                        <a14:foregroundMark x1="38075" y1="90234" x2="54332" y2="96161"/>
                        <a14:foregroundMark x1="54332" y1="96161" x2="42196" y2="74795"/>
                        <a14:foregroundMark x1="42196" y1="74795" x2="32120" y2="74372"/>
                        <a14:foregroundMark x1="39712" y1="66780" x2="34434" y2="83968"/>
                        <a14:foregroundMark x1="34434" y1="83968" x2="34434" y2="84618"/>
                        <a14:foregroundMark x1="37736" y1="70082" x2="37426" y2="99802"/>
                      </a14:backgroundRemoval>
                    </a14:imgEffect>
                  </a14:imgLayer>
                </a14:imgProps>
              </a:ext>
              <a:ext uri="{28A0092B-C50C-407E-A947-70E740481C1C}">
                <a14:useLocalDpi xmlns:a14="http://schemas.microsoft.com/office/drawing/2010/main" val="0"/>
              </a:ext>
            </a:extLst>
          </a:blip>
          <a:srcRect/>
          <a:stretch>
            <a:fillRect/>
          </a:stretch>
        </p:blipFill>
        <p:spPr bwMode="auto">
          <a:xfrm>
            <a:off x="4191480" y="2732444"/>
            <a:ext cx="2768968" cy="2768968"/>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EC2D45A0-2D3B-13F6-2416-E4C9D35221F8}"/>
              </a:ext>
            </a:extLst>
          </p:cNvPr>
          <p:cNvPicPr>
            <a:picLocks noChangeAspect="1"/>
          </p:cNvPicPr>
          <p:nvPr/>
        </p:nvPicPr>
        <p:blipFill>
          <a:blip r:embed="rId16"/>
          <a:stretch>
            <a:fillRect/>
          </a:stretch>
        </p:blipFill>
        <p:spPr>
          <a:xfrm>
            <a:off x="2918157" y="4710010"/>
            <a:ext cx="1768142" cy="1511209"/>
          </a:xfrm>
          <a:prstGeom prst="rect">
            <a:avLst/>
          </a:prstGeom>
        </p:spPr>
      </p:pic>
    </p:spTree>
    <p:extLst>
      <p:ext uri="{BB962C8B-B14F-4D97-AF65-F5344CB8AC3E}">
        <p14:creationId xmlns:p14="http://schemas.microsoft.com/office/powerpoint/2010/main" val="496230314"/>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2">
            <a:extLst>
              <a:ext uri="{FF2B5EF4-FFF2-40B4-BE49-F238E27FC236}">
                <a16:creationId xmlns:a16="http://schemas.microsoft.com/office/drawing/2014/main" id="{8B861323-A09E-ABA3-A797-81EC019E3087}"/>
              </a:ext>
            </a:extLst>
          </p:cNvPr>
          <p:cNvSpPr>
            <a:spLocks noGrp="1"/>
          </p:cNvSpPr>
          <p:nvPr>
            <p:ph type="body" sz="quarter" idx="16"/>
          </p:nvPr>
        </p:nvSpPr>
        <p:spPr>
          <a:xfrm>
            <a:off x="571499" y="1222362"/>
            <a:ext cx="3257639" cy="461962"/>
          </a:xfrm>
        </p:spPr>
        <p:txBody>
          <a:bodyPr vert="horz" lIns="0" tIns="0" rIns="0" bIns="0" rtlCol="0">
            <a:normAutofit/>
          </a:bodyPr>
          <a:lstStyle/>
          <a:p>
            <a:r>
              <a:rPr lang="en-US" sz="2000" b="1" i="0" kern="1200" cap="all" spc="300" baseline="0" dirty="0">
                <a:ln w="19050">
                  <a:noFill/>
                </a:ln>
                <a:latin typeface="Arial" panose="020B0604020202020204" pitchFamily="34" charset="0"/>
                <a:ea typeface="+mn-ea"/>
                <a:cs typeface="Arial" panose="020B0604020202020204" pitchFamily="34" charset="0"/>
              </a:rPr>
              <a:t>Procedure</a:t>
            </a:r>
          </a:p>
        </p:txBody>
      </p:sp>
      <p:sp>
        <p:nvSpPr>
          <p:cNvPr id="2" name="Title 1">
            <a:extLst>
              <a:ext uri="{FF2B5EF4-FFF2-40B4-BE49-F238E27FC236}">
                <a16:creationId xmlns:a16="http://schemas.microsoft.com/office/drawing/2014/main" id="{19F15399-9578-D8FB-2EE4-042A1D974EEE}"/>
              </a:ext>
            </a:extLst>
          </p:cNvPr>
          <p:cNvSpPr>
            <a:spLocks noGrp="1"/>
          </p:cNvSpPr>
          <p:nvPr>
            <p:ph type="body" sz="quarter" idx="17"/>
          </p:nvPr>
        </p:nvSpPr>
        <p:spPr>
          <a:xfrm>
            <a:off x="571500" y="1866900"/>
            <a:ext cx="3225800" cy="1562100"/>
          </a:xfrm>
        </p:spPr>
        <p:txBody>
          <a:bodyPr vert="horz" lIns="0" tIns="0" rIns="0" bIns="0" rtlCol="0">
            <a:normAutofit/>
          </a:bodyPr>
          <a:lstStyle/>
          <a:p>
            <a:r>
              <a:rPr lang="en-US" sz="3200" b="1" i="0" kern="1200" dirty="0">
                <a:latin typeface="Arial" panose="020B0604020202020204" pitchFamily="34" charset="0"/>
                <a:ea typeface="+mn-ea"/>
                <a:cs typeface="+mn-cs"/>
              </a:rPr>
              <a:t>Experiment A</a:t>
            </a:r>
          </a:p>
        </p:txBody>
      </p:sp>
      <p:sp>
        <p:nvSpPr>
          <p:cNvPr id="17" name="Footer Placeholder 5">
            <a:extLst>
              <a:ext uri="{FF2B5EF4-FFF2-40B4-BE49-F238E27FC236}">
                <a16:creationId xmlns:a16="http://schemas.microsoft.com/office/drawing/2014/main" id="{1A7377D1-C1F7-8622-D391-5893FEF11728}"/>
              </a:ext>
            </a:extLst>
          </p:cNvPr>
          <p:cNvSpPr>
            <a:spLocks noGrp="1"/>
          </p:cNvSpPr>
          <p:nvPr>
            <p:ph type="ftr" sz="quarter" idx="19"/>
          </p:nvPr>
        </p:nvSpPr>
        <p:spPr>
          <a:xfrm>
            <a:off x="4805665" y="6419410"/>
            <a:ext cx="4114800" cy="365125"/>
          </a:xfrm>
        </p:spPr>
        <p:txBody>
          <a:bodyPr vert="horz" lIns="91440" tIns="45720" rIns="91440" bIns="45720" rtlCol="0" anchor="ctr">
            <a:normAutofit/>
          </a:bodyPr>
          <a:lstStyle/>
          <a:p>
            <a:pPr>
              <a:spcAft>
                <a:spcPts val="600"/>
              </a:spcAft>
            </a:pPr>
            <a:r>
              <a:rPr lang="en-US" kern="1200">
                <a:latin typeface="Arial" panose="020B0604020202020204" pitchFamily="34" charset="0"/>
                <a:ea typeface="+mn-ea"/>
                <a:cs typeface="Arial" panose="020B0604020202020204" pitchFamily="34" charset="0"/>
              </a:rPr>
              <a:t>College/Department/Presentation Name</a:t>
            </a:r>
          </a:p>
        </p:txBody>
      </p:sp>
      <p:graphicFrame>
        <p:nvGraphicFramePr>
          <p:cNvPr id="24" name="TextBox 5">
            <a:extLst>
              <a:ext uri="{FF2B5EF4-FFF2-40B4-BE49-F238E27FC236}">
                <a16:creationId xmlns:a16="http://schemas.microsoft.com/office/drawing/2014/main" id="{36BAD4C0-9DB7-86EA-42D4-66CEE4E335FD}"/>
              </a:ext>
            </a:extLst>
          </p:cNvPr>
          <p:cNvGraphicFramePr/>
          <p:nvPr>
            <p:extLst>
              <p:ext uri="{D42A27DB-BD31-4B8C-83A1-F6EECF244321}">
                <p14:modId xmlns:p14="http://schemas.microsoft.com/office/powerpoint/2010/main" val="3641230500"/>
              </p:ext>
            </p:extLst>
          </p:nvPr>
        </p:nvGraphicFramePr>
        <p:xfrm>
          <a:off x="4517136" y="575911"/>
          <a:ext cx="7528560" cy="570617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7" name="Graphic 6" descr="List with solid fill">
            <a:extLst>
              <a:ext uri="{FF2B5EF4-FFF2-40B4-BE49-F238E27FC236}">
                <a16:creationId xmlns:a16="http://schemas.microsoft.com/office/drawing/2014/main" id="{4351BEF3-6D2C-53E4-F7A7-95CC3832718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81402" y="3021031"/>
            <a:ext cx="2667000" cy="2667000"/>
          </a:xfrm>
          <a:prstGeom prst="rect">
            <a:avLst/>
          </a:prstGeom>
        </p:spPr>
      </p:pic>
    </p:spTree>
    <p:extLst>
      <p:ext uri="{BB962C8B-B14F-4D97-AF65-F5344CB8AC3E}">
        <p14:creationId xmlns:p14="http://schemas.microsoft.com/office/powerpoint/2010/main" val="2953626359"/>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53F4A-D4DA-9240-BD98-1C9C87005F4F}"/>
            </a:ext>
          </a:extLst>
        </p:cNvPr>
        <p:cNvGrpSpPr/>
        <p:nvPr/>
      </p:nvGrpSpPr>
      <p:grpSpPr>
        <a:xfrm>
          <a:off x="0" y="0"/>
          <a:ext cx="0" cy="0"/>
          <a:chOff x="0" y="0"/>
          <a:chExt cx="0" cy="0"/>
        </a:xfrm>
      </p:grpSpPr>
      <p:sp>
        <p:nvSpPr>
          <p:cNvPr id="12" name="Text Placeholder 2">
            <a:extLst>
              <a:ext uri="{FF2B5EF4-FFF2-40B4-BE49-F238E27FC236}">
                <a16:creationId xmlns:a16="http://schemas.microsoft.com/office/drawing/2014/main" id="{05782249-0527-025B-82ED-A33D893433B4}"/>
              </a:ext>
            </a:extLst>
          </p:cNvPr>
          <p:cNvSpPr txBox="1">
            <a:spLocks/>
          </p:cNvSpPr>
          <p:nvPr/>
        </p:nvSpPr>
        <p:spPr>
          <a:xfrm>
            <a:off x="571499" y="1222362"/>
            <a:ext cx="3257639" cy="461962"/>
          </a:xfrm>
          <a:prstGeom prst="rect">
            <a:avLst/>
          </a:prstGeom>
        </p:spPr>
        <p:txBody>
          <a:bodyPr vert="horz" lIns="0" tIns="0" rIns="0" bIns="0" rtlCol="0">
            <a:normAutofit/>
          </a:bodyPr>
          <a:lstStyle>
            <a:lvl1pPr marL="0" indent="0" algn="l" defTabSz="914400" rtl="0" eaLnBrk="1" latinLnBrk="0" hangingPunct="1">
              <a:lnSpc>
                <a:spcPct val="100000"/>
              </a:lnSpc>
              <a:spcBef>
                <a:spcPts val="1000"/>
              </a:spcBef>
              <a:buFontTx/>
              <a:buNone/>
              <a:defRPr sz="1800" b="1" i="0" kern="1200" cap="all" spc="400" baseline="0">
                <a:solidFill>
                  <a:schemeClr val="bg1"/>
                </a:solidFill>
                <a:latin typeface="Arial" panose="020B0604020202020204" pitchFamily="34" charset="0"/>
                <a:ea typeface="+mn-ea"/>
                <a:cs typeface="+mn-cs"/>
              </a:defRPr>
            </a:lvl1pPr>
            <a:lvl2pPr marL="635000" indent="-177800" algn="l" defTabSz="914400" rtl="0" eaLnBrk="1" latinLnBrk="0" hangingPunct="1">
              <a:lnSpc>
                <a:spcPct val="100000"/>
              </a:lnSpc>
              <a:spcBef>
                <a:spcPts val="500"/>
              </a:spcBef>
              <a:buClr>
                <a:srgbClr val="001E62"/>
              </a:buClr>
              <a:buFont typeface="Arial" panose="020B0604020202020204" pitchFamily="34" charset="0"/>
              <a:buChar char="•"/>
              <a:tabLst/>
              <a:defRPr sz="2000" b="0" i="0" kern="1200">
                <a:solidFill>
                  <a:schemeClr val="tx1"/>
                </a:solidFill>
                <a:latin typeface="Arial" panose="020B0604020202020204" pitchFamily="34" charset="0"/>
                <a:ea typeface="+mn-ea"/>
                <a:cs typeface="+mn-cs"/>
              </a:defRPr>
            </a:lvl2pPr>
            <a:lvl3pPr marL="1098550" indent="-184150" algn="l" defTabSz="914400" rtl="0" eaLnBrk="1" latinLnBrk="0" hangingPunct="1">
              <a:lnSpc>
                <a:spcPct val="100000"/>
              </a:lnSpc>
              <a:spcBef>
                <a:spcPts val="500"/>
              </a:spcBef>
              <a:buClr>
                <a:srgbClr val="001E62"/>
              </a:buClr>
              <a:buFont typeface="System Font Regular"/>
              <a:buChar char="–"/>
              <a:tabLst/>
              <a:defRPr sz="1600" b="0" i="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lumMod val="50000"/>
                    <a:lumOff val="50000"/>
                  </a:schemeClr>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lumMod val="50000"/>
                    <a:lumOff val="50000"/>
                  </a:schemeClr>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b="1" i="0" kern="1200" cap="all" spc="300" baseline="0">
                <a:ln w="19050">
                  <a:noFill/>
                </a:ln>
                <a:latin typeface="Arial" panose="020B0604020202020204" pitchFamily="34" charset="0"/>
                <a:ea typeface="+mn-ea"/>
                <a:cs typeface="Arial" panose="020B0604020202020204" pitchFamily="34" charset="0"/>
              </a:rPr>
              <a:t>Procedure</a:t>
            </a:r>
          </a:p>
        </p:txBody>
      </p:sp>
      <p:sp>
        <p:nvSpPr>
          <p:cNvPr id="13" name="Title 1">
            <a:extLst>
              <a:ext uri="{FF2B5EF4-FFF2-40B4-BE49-F238E27FC236}">
                <a16:creationId xmlns:a16="http://schemas.microsoft.com/office/drawing/2014/main" id="{47FDF2CA-594F-5969-989E-B723166540A8}"/>
              </a:ext>
            </a:extLst>
          </p:cNvPr>
          <p:cNvSpPr txBox="1">
            <a:spLocks/>
          </p:cNvSpPr>
          <p:nvPr/>
        </p:nvSpPr>
        <p:spPr>
          <a:xfrm>
            <a:off x="571500" y="1866900"/>
            <a:ext cx="3225800" cy="1562100"/>
          </a:xfrm>
          <a:prstGeom prst="rect">
            <a:avLst/>
          </a:prstGeom>
        </p:spPr>
        <p:txBody>
          <a:bodyPr vert="horz" lIns="0" tIns="0" rIns="0" bIns="0" rtlCol="0">
            <a:normAutofit/>
          </a:bodyPr>
          <a:lstStyle>
            <a:lvl1pPr marL="0" indent="0" algn="l" defTabSz="914400" rtl="0" eaLnBrk="1" latinLnBrk="0" hangingPunct="1">
              <a:lnSpc>
                <a:spcPct val="100000"/>
              </a:lnSpc>
              <a:spcBef>
                <a:spcPts val="1000"/>
              </a:spcBef>
              <a:buFontTx/>
              <a:buNone/>
              <a:defRPr sz="3600" b="1" i="0" kern="1200">
                <a:solidFill>
                  <a:schemeClr val="bg1"/>
                </a:solidFill>
                <a:latin typeface="Arial" panose="020B0604020202020204" pitchFamily="34" charset="0"/>
                <a:ea typeface="+mn-ea"/>
                <a:cs typeface="+mn-cs"/>
              </a:defRPr>
            </a:lvl1pPr>
            <a:lvl2pPr marL="635000" indent="-177800" algn="l" defTabSz="914400" rtl="0" eaLnBrk="1" latinLnBrk="0" hangingPunct="1">
              <a:lnSpc>
                <a:spcPct val="100000"/>
              </a:lnSpc>
              <a:spcBef>
                <a:spcPts val="500"/>
              </a:spcBef>
              <a:buClr>
                <a:srgbClr val="001E62"/>
              </a:buClr>
              <a:buFont typeface="Arial" panose="020B0604020202020204" pitchFamily="34" charset="0"/>
              <a:buChar char="•"/>
              <a:tabLst/>
              <a:defRPr sz="2000" b="1" i="0" kern="1200">
                <a:solidFill>
                  <a:schemeClr val="bg1"/>
                </a:solidFill>
                <a:latin typeface="Arial" panose="020B0604020202020204" pitchFamily="34" charset="0"/>
                <a:ea typeface="+mn-ea"/>
                <a:cs typeface="+mn-cs"/>
              </a:defRPr>
            </a:lvl2pPr>
            <a:lvl3pPr marL="1098550" indent="-184150" algn="l" defTabSz="914400" rtl="0" eaLnBrk="1" latinLnBrk="0" hangingPunct="1">
              <a:lnSpc>
                <a:spcPct val="100000"/>
              </a:lnSpc>
              <a:spcBef>
                <a:spcPts val="500"/>
              </a:spcBef>
              <a:buClr>
                <a:srgbClr val="001E62"/>
              </a:buClr>
              <a:buFont typeface="System Font Regular"/>
              <a:buChar char="–"/>
              <a:tabLst/>
              <a:defRPr sz="1600" b="1" i="0" kern="1200">
                <a:solidFill>
                  <a:schemeClr val="bg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1" i="0" kern="1200">
                <a:solidFill>
                  <a:schemeClr val="bg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1" i="0" kern="1200">
                <a:solidFill>
                  <a:schemeClr val="bg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i="0" kern="1200">
                <a:latin typeface="Arial" panose="020B0604020202020204" pitchFamily="34" charset="0"/>
                <a:ea typeface="+mn-ea"/>
                <a:cs typeface="+mn-cs"/>
              </a:rPr>
              <a:t>Experiment B</a:t>
            </a:r>
          </a:p>
        </p:txBody>
      </p:sp>
      <p:sp>
        <p:nvSpPr>
          <p:cNvPr id="17" name="Footer Placeholder 5">
            <a:extLst>
              <a:ext uri="{FF2B5EF4-FFF2-40B4-BE49-F238E27FC236}">
                <a16:creationId xmlns:a16="http://schemas.microsoft.com/office/drawing/2014/main" id="{F69520BC-55DE-B060-AB0E-FC9736D31F44}"/>
              </a:ext>
            </a:extLst>
          </p:cNvPr>
          <p:cNvSpPr>
            <a:spLocks noGrp="1"/>
          </p:cNvSpPr>
          <p:nvPr>
            <p:ph type="ftr" sz="quarter" idx="19"/>
          </p:nvPr>
        </p:nvSpPr>
        <p:spPr>
          <a:xfrm>
            <a:off x="4805665" y="6419410"/>
            <a:ext cx="4114800" cy="365125"/>
          </a:xfrm>
        </p:spPr>
        <p:txBody>
          <a:bodyPr vert="horz" lIns="91440" tIns="45720" rIns="91440" bIns="45720" rtlCol="0" anchor="ctr">
            <a:normAutofit/>
          </a:bodyPr>
          <a:lstStyle/>
          <a:p>
            <a:pPr>
              <a:spcAft>
                <a:spcPts val="600"/>
              </a:spcAft>
            </a:pPr>
            <a:r>
              <a:rPr lang="en-US" kern="1200">
                <a:latin typeface="Arial" panose="020B0604020202020204" pitchFamily="34" charset="0"/>
                <a:ea typeface="+mn-ea"/>
                <a:cs typeface="Arial" panose="020B0604020202020204" pitchFamily="34" charset="0"/>
              </a:rPr>
              <a:t>College/Department/Presentation Name</a:t>
            </a:r>
          </a:p>
        </p:txBody>
      </p:sp>
      <p:graphicFrame>
        <p:nvGraphicFramePr>
          <p:cNvPr id="19" name="TextBox 13">
            <a:extLst>
              <a:ext uri="{FF2B5EF4-FFF2-40B4-BE49-F238E27FC236}">
                <a16:creationId xmlns:a16="http://schemas.microsoft.com/office/drawing/2014/main" id="{FAD007B2-47DD-1BF4-DB87-3086117F67DF}"/>
              </a:ext>
            </a:extLst>
          </p:cNvPr>
          <p:cNvGraphicFramePr/>
          <p:nvPr>
            <p:extLst>
              <p:ext uri="{D42A27DB-BD31-4B8C-83A1-F6EECF244321}">
                <p14:modId xmlns:p14="http://schemas.microsoft.com/office/powerpoint/2010/main" val="339924498"/>
              </p:ext>
            </p:extLst>
          </p:nvPr>
        </p:nvGraphicFramePr>
        <p:xfrm>
          <a:off x="4805665" y="1222362"/>
          <a:ext cx="6796915" cy="48405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6" name="Graphic 15" descr="List with solid fill">
            <a:extLst>
              <a:ext uri="{FF2B5EF4-FFF2-40B4-BE49-F238E27FC236}">
                <a16:creationId xmlns:a16="http://schemas.microsoft.com/office/drawing/2014/main" id="{661A7A2E-5BB3-80EE-7A4E-A2D203A3B6D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81402" y="3021031"/>
            <a:ext cx="2667000" cy="2667000"/>
          </a:xfrm>
          <a:prstGeom prst="rect">
            <a:avLst/>
          </a:prstGeom>
        </p:spPr>
      </p:pic>
    </p:spTree>
    <p:extLst>
      <p:ext uri="{BB962C8B-B14F-4D97-AF65-F5344CB8AC3E}">
        <p14:creationId xmlns:p14="http://schemas.microsoft.com/office/powerpoint/2010/main" val="8155630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1FC82-0210-556B-3EB6-8A6B847D6D94}"/>
              </a:ext>
            </a:extLst>
          </p:cNvPr>
          <p:cNvSpPr>
            <a:spLocks noGrp="1"/>
          </p:cNvSpPr>
          <p:nvPr>
            <p:ph type="title"/>
          </p:nvPr>
        </p:nvSpPr>
        <p:spPr>
          <a:xfrm>
            <a:off x="571499" y="427475"/>
            <a:ext cx="11048999" cy="811005"/>
          </a:xfrm>
        </p:spPr>
        <p:txBody>
          <a:bodyPr anchor="t">
            <a:normAutofit/>
          </a:bodyPr>
          <a:lstStyle/>
          <a:p>
            <a:r>
              <a:rPr lang="en-US" dirty="0"/>
              <a:t>Dangers</a:t>
            </a:r>
          </a:p>
        </p:txBody>
      </p:sp>
      <p:sp>
        <p:nvSpPr>
          <p:cNvPr id="11" name="Footer Placeholder 3">
            <a:extLst>
              <a:ext uri="{FF2B5EF4-FFF2-40B4-BE49-F238E27FC236}">
                <a16:creationId xmlns:a16="http://schemas.microsoft.com/office/drawing/2014/main" id="{EC93153E-6E67-866D-5B05-C68F8533E6C9}"/>
              </a:ext>
            </a:extLst>
          </p:cNvPr>
          <p:cNvSpPr>
            <a:spLocks noGrp="1"/>
          </p:cNvSpPr>
          <p:nvPr>
            <p:ph type="ftr" sz="quarter" idx="10"/>
          </p:nvPr>
        </p:nvSpPr>
        <p:spPr>
          <a:xfrm>
            <a:off x="571499" y="6419410"/>
            <a:ext cx="4114800" cy="365125"/>
          </a:xfrm>
        </p:spPr>
        <p:txBody>
          <a:bodyPr anchor="ctr">
            <a:normAutofit/>
          </a:bodyPr>
          <a:lstStyle/>
          <a:p>
            <a:pPr>
              <a:spcAft>
                <a:spcPts val="600"/>
              </a:spcAft>
            </a:pPr>
            <a:r>
              <a:rPr lang="en-US"/>
              <a:t>College/Department/Presentation Name</a:t>
            </a:r>
          </a:p>
        </p:txBody>
      </p:sp>
      <p:graphicFrame>
        <p:nvGraphicFramePr>
          <p:cNvPr id="7" name="Content Placeholder 4">
            <a:extLst>
              <a:ext uri="{FF2B5EF4-FFF2-40B4-BE49-F238E27FC236}">
                <a16:creationId xmlns:a16="http://schemas.microsoft.com/office/drawing/2014/main" id="{EA77D3D9-737B-53CA-02B1-29683766603B}"/>
              </a:ext>
            </a:extLst>
          </p:cNvPr>
          <p:cNvGraphicFramePr>
            <a:graphicFrameLocks noGrp="1"/>
          </p:cNvGraphicFramePr>
          <p:nvPr>
            <p:ph idx="1"/>
            <p:extLst>
              <p:ext uri="{D42A27DB-BD31-4B8C-83A1-F6EECF244321}">
                <p14:modId xmlns:p14="http://schemas.microsoft.com/office/powerpoint/2010/main" val="19586745"/>
              </p:ext>
            </p:extLst>
          </p:nvPr>
        </p:nvGraphicFramePr>
        <p:xfrm>
          <a:off x="571500" y="1437126"/>
          <a:ext cx="11049000" cy="44907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68869447"/>
      </p:ext>
    </p:extLst>
  </p:cSld>
  <p:clrMapOvr>
    <a:masterClrMapping/>
  </p:clrMapOvr>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FE3CE-201F-114F-BF9D-EBAFAE1CE59C}"/>
              </a:ext>
            </a:extLst>
          </p:cNvPr>
          <p:cNvSpPr>
            <a:spLocks noGrp="1"/>
          </p:cNvSpPr>
          <p:nvPr>
            <p:ph type="title"/>
          </p:nvPr>
        </p:nvSpPr>
        <p:spPr>
          <a:xfrm>
            <a:off x="571499" y="427475"/>
            <a:ext cx="11048999" cy="811005"/>
          </a:xfrm>
        </p:spPr>
        <p:txBody>
          <a:bodyPr anchor="t">
            <a:normAutofit/>
          </a:bodyPr>
          <a:lstStyle/>
          <a:p>
            <a:r>
              <a:rPr lang="en-US"/>
              <a:t>Challenges</a:t>
            </a:r>
            <a:endParaRPr lang="en-NZ"/>
          </a:p>
        </p:txBody>
      </p:sp>
      <p:sp>
        <p:nvSpPr>
          <p:cNvPr id="13" name="Footer Placeholder 3">
            <a:extLst>
              <a:ext uri="{FF2B5EF4-FFF2-40B4-BE49-F238E27FC236}">
                <a16:creationId xmlns:a16="http://schemas.microsoft.com/office/drawing/2014/main" id="{33C445DA-4246-89CA-5EAF-665C8A1A2D81}"/>
              </a:ext>
            </a:extLst>
          </p:cNvPr>
          <p:cNvSpPr>
            <a:spLocks noGrp="1"/>
          </p:cNvSpPr>
          <p:nvPr>
            <p:ph type="ftr" sz="quarter" idx="10"/>
          </p:nvPr>
        </p:nvSpPr>
        <p:spPr>
          <a:xfrm>
            <a:off x="571499" y="6419410"/>
            <a:ext cx="4114800" cy="365125"/>
          </a:xfrm>
        </p:spPr>
        <p:txBody>
          <a:bodyPr/>
          <a:lstStyle/>
          <a:p>
            <a:pPr>
              <a:spcAft>
                <a:spcPts val="600"/>
              </a:spcAft>
            </a:pPr>
            <a:r>
              <a:rPr lang="en-US"/>
              <a:t>College/Department/Presentation Name</a:t>
            </a:r>
          </a:p>
        </p:txBody>
      </p:sp>
      <p:graphicFrame>
        <p:nvGraphicFramePr>
          <p:cNvPr id="8" name="Content Placeholder 2">
            <a:extLst>
              <a:ext uri="{FF2B5EF4-FFF2-40B4-BE49-F238E27FC236}">
                <a16:creationId xmlns:a16="http://schemas.microsoft.com/office/drawing/2014/main" id="{50ED684F-5909-2505-646F-E88B6CBF1524}"/>
              </a:ext>
            </a:extLst>
          </p:cNvPr>
          <p:cNvGraphicFramePr>
            <a:graphicFrameLocks noGrp="1"/>
          </p:cNvGraphicFramePr>
          <p:nvPr>
            <p:ph idx="1"/>
            <p:extLst>
              <p:ext uri="{D42A27DB-BD31-4B8C-83A1-F6EECF244321}">
                <p14:modId xmlns:p14="http://schemas.microsoft.com/office/powerpoint/2010/main" val="2916885852"/>
              </p:ext>
            </p:extLst>
          </p:nvPr>
        </p:nvGraphicFramePr>
        <p:xfrm>
          <a:off x="571500" y="1437126"/>
          <a:ext cx="11049000" cy="44907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79787693"/>
      </p:ext>
    </p:extLst>
  </p:cSld>
  <p:clrMapOvr>
    <a:masterClrMapping/>
  </p:clrMapOvr>
</p:sld>
</file>

<file path=ppt/theme/theme1.xml><?xml version="1.0" encoding="utf-8"?>
<a:theme xmlns:a="http://schemas.openxmlformats.org/drawingml/2006/main" name="1_UIC">
  <a:themeElements>
    <a:clrScheme name="UIC">
      <a:dk1>
        <a:srgbClr val="575757"/>
      </a:dk1>
      <a:lt1>
        <a:srgbClr val="FFFFFF"/>
      </a:lt1>
      <a:dk2>
        <a:srgbClr val="001D69"/>
      </a:dk2>
      <a:lt2>
        <a:srgbClr val="F2F7EB"/>
      </a:lt2>
      <a:accent1>
        <a:srgbClr val="D40032"/>
      </a:accent1>
      <a:accent2>
        <a:srgbClr val="001E61"/>
      </a:accent2>
      <a:accent3>
        <a:srgbClr val="41B6E5"/>
      </a:accent3>
      <a:accent4>
        <a:srgbClr val="FFBE3E"/>
      </a:accent4>
      <a:accent5>
        <a:srgbClr val="0085AD"/>
      </a:accent5>
      <a:accent6>
        <a:srgbClr val="D0D2CF"/>
      </a:accent6>
      <a:hlink>
        <a:srgbClr val="41B6E6"/>
      </a:hlink>
      <a:folHlink>
        <a:srgbClr val="001E61"/>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IC" id="{B82EF8CA-CF45-B347-9F86-BDCB680E2AB6}" vid="{5E8F787F-D014-A040-8B66-4854019F9F3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B7536DA56B45E49B4127A42CE0BFF03" ma:contentTypeVersion="9" ma:contentTypeDescription="Create a new document." ma:contentTypeScope="" ma:versionID="5286989152088d366424bfb8338881db">
  <xsd:schema xmlns:xsd="http://www.w3.org/2001/XMLSchema" xmlns:xs="http://www.w3.org/2001/XMLSchema" xmlns:p="http://schemas.microsoft.com/office/2006/metadata/properties" xmlns:ns3="a50406bf-ab9f-483b-b303-db1ece28540e" xmlns:ns4="0b9bbc26-84a1-4caf-bda8-7ce090730006" targetNamespace="http://schemas.microsoft.com/office/2006/metadata/properties" ma:root="true" ma:fieldsID="26dadc44a8c39e1be30a9258c456d69e" ns3:_="" ns4:_="">
    <xsd:import namespace="a50406bf-ab9f-483b-b303-db1ece28540e"/>
    <xsd:import namespace="0b9bbc26-84a1-4caf-bda8-7ce090730006"/>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element ref="ns4:SharedWithUsers" minOccurs="0"/>
                <xsd:element ref="ns4:SharedWithDetails" minOccurs="0"/>
                <xsd:element ref="ns4:SharingHintHash" minOccurs="0"/>
                <xsd:element ref="ns3:_activity"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50406bf-ab9f-483b-b303-db1ece2854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5" nillable="true" ma:displayName="_activity" ma:hidden="true" ma:internalName="_activity">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b9bbc26-84a1-4caf-bda8-7ce090730006"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a50406bf-ab9f-483b-b303-db1ece28540e" xsi:nil="true"/>
  </documentManagement>
</p:properties>
</file>

<file path=customXml/itemProps1.xml><?xml version="1.0" encoding="utf-8"?>
<ds:datastoreItem xmlns:ds="http://schemas.openxmlformats.org/officeDocument/2006/customXml" ds:itemID="{F224C9C6-16F2-47FF-8924-8CBC1FE8248A}">
  <ds:schemaRefs>
    <ds:schemaRef ds:uri="http://schemas.microsoft.com/sharepoint/v3/contenttype/forms"/>
  </ds:schemaRefs>
</ds:datastoreItem>
</file>

<file path=customXml/itemProps2.xml><?xml version="1.0" encoding="utf-8"?>
<ds:datastoreItem xmlns:ds="http://schemas.openxmlformats.org/officeDocument/2006/customXml" ds:itemID="{865B39C2-E85E-4983-BF8C-946723CED5EE}">
  <ds:schemaRefs>
    <ds:schemaRef ds:uri="0b9bbc26-84a1-4caf-bda8-7ce090730006"/>
    <ds:schemaRef ds:uri="a50406bf-ab9f-483b-b303-db1ece28540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B735ED35-8BE3-4CCC-B416-5402A05E8B83}">
  <ds:schemaRefs>
    <ds:schemaRef ds:uri="http://schemas.openxmlformats.org/package/2006/metadata/core-properties"/>
    <ds:schemaRef ds:uri="http://schemas.microsoft.com/office/2006/metadata/properties"/>
    <ds:schemaRef ds:uri="http://www.w3.org/XML/1998/namespace"/>
    <ds:schemaRef ds:uri="http://schemas.microsoft.com/office/infopath/2007/PartnerControls"/>
    <ds:schemaRef ds:uri="http://purl.org/dc/elements/1.1/"/>
    <ds:schemaRef ds:uri="0b9bbc26-84a1-4caf-bda8-7ce090730006"/>
    <ds:schemaRef ds:uri="http://schemas.microsoft.com/office/2006/documentManagement/types"/>
    <ds:schemaRef ds:uri="a50406bf-ab9f-483b-b303-db1ece28540e"/>
    <ds:schemaRef ds:uri="http://purl.org/dc/dcmitype/"/>
    <ds:schemaRef ds:uri="http://purl.org/dc/terms/"/>
  </ds:schemaRefs>
</ds:datastoreItem>
</file>

<file path=docMetadata/LabelInfo.xml><?xml version="1.0" encoding="utf-8"?>
<clbl:labelList xmlns:clbl="http://schemas.microsoft.com/office/2020/mipLabelMetadata">
  <clbl:label id="{e202cd47-7a56-4baa-99e3-e3b71a7c77dd}" enabled="0" method="" siteId="{e202cd47-7a56-4baa-99e3-e3b71a7c77dd}" removed="1"/>
</clbl:labelList>
</file>

<file path=docProps/app.xml><?xml version="1.0" encoding="utf-8"?>
<Properties xmlns="http://schemas.openxmlformats.org/officeDocument/2006/extended-properties" xmlns:vt="http://schemas.openxmlformats.org/officeDocument/2006/docPropsVTypes">
  <Template>UIC template slides</Template>
  <TotalTime>1143</TotalTime>
  <Words>682</Words>
  <Application>Microsoft Office PowerPoint</Application>
  <PresentationFormat>Widescreen</PresentationFormat>
  <Paragraphs>90</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Cambria Math</vt:lpstr>
      <vt:lpstr>Open Sans</vt:lpstr>
      <vt:lpstr>System Font Regular</vt:lpstr>
      <vt:lpstr>Times New Roman</vt:lpstr>
      <vt:lpstr>Wingdings</vt:lpstr>
      <vt:lpstr>1_UIC</vt:lpstr>
      <vt:lpstr>PowerPoint Presentation</vt:lpstr>
      <vt:lpstr>PowerPoint Presentation</vt:lpstr>
      <vt:lpstr>PowerPoint Presentation</vt:lpstr>
      <vt:lpstr>Theory</vt:lpstr>
      <vt:lpstr>PowerPoint Presentation</vt:lpstr>
      <vt:lpstr>Materials and Supplies </vt:lpstr>
      <vt:lpstr>PowerPoint Presentation</vt:lpstr>
      <vt:lpstr>PowerPoint Presentation</vt:lpstr>
      <vt:lpstr>Dangers</vt:lpstr>
      <vt:lpstr>Challenges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Aca, Jazmin</dc:creator>
  <cp:lastModifiedBy>Zdunek, Alan</cp:lastModifiedBy>
  <cp:revision>3</cp:revision>
  <dcterms:created xsi:type="dcterms:W3CDTF">2025-09-13T20:30:28Z</dcterms:created>
  <dcterms:modified xsi:type="dcterms:W3CDTF">2025-10-01T16:59:11Z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0x0101007B7536DA56B45E49B4127A42CE0BFF03</vt:lpwstr>
  </property>
</Properties>
</file>