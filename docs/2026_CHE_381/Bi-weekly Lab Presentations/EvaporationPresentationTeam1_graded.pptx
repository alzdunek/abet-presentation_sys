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comments/modernComment_17B_4D437748.xml" ContentType="application/vnd.ms-powerpoint.comments+xml"/>
  <Override PartName="/ppt/comments/modernComment_178_5D91416C.xml" ContentType="application/vnd.ms-powerpoint.comments+xml"/>
  <Override PartName="/ppt/comments/modernComment_17C_4767004F.xml" ContentType="application/vnd.ms-powerpoint.comment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omments/modernComment_187_B00CC2F7.xml" ContentType="application/vnd.ms-powerpoint.comment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omments/modernComment_17F_228EDBAD.xml" ContentType="application/vnd.ms-powerpoint.comments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4"/>
  </p:sldMasterIdLst>
  <p:notesMasterIdLst>
    <p:notesMasterId r:id="rId16"/>
  </p:notesMasterIdLst>
  <p:sldIdLst>
    <p:sldId id="379" r:id="rId5"/>
    <p:sldId id="381" r:id="rId6"/>
    <p:sldId id="387" r:id="rId7"/>
    <p:sldId id="389" r:id="rId8"/>
    <p:sldId id="376" r:id="rId9"/>
    <p:sldId id="380" r:id="rId10"/>
    <p:sldId id="390" r:id="rId11"/>
    <p:sldId id="391" r:id="rId12"/>
    <p:sldId id="382" r:id="rId13"/>
    <p:sldId id="378" r:id="rId14"/>
    <p:sldId id="38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F52CCAC-0B66-CA76-A7A3-D551D844506B}" name="Zdunek, Alan" initials="AZ" userId="S::zdunek@uic.edu::5627838d-8155-4d77-aa14-f1ef87cd6a5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0808"/>
    <a:srgbClr val="333333"/>
    <a:srgbClr val="323232"/>
    <a:srgbClr val="001E62"/>
    <a:srgbClr val="D50032"/>
    <a:srgbClr val="F4F3E8"/>
    <a:srgbClr val="0080A9"/>
    <a:srgbClr val="FEBB37"/>
    <a:srgbClr val="51BF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94C7C8-A566-3D8F-BAEF-EE897C159E1B}" v="61" dt="2025-09-15T15:51:27.457"/>
    <p1510:client id="{50DD9A0E-BD2A-8848-A7D0-D0C1D87A92C5}" v="501" dt="2025-09-15T15:30:03.030"/>
    <p1510:client id="{6D2C306C-E39E-4804-823A-531541E4D146}" v="1235" dt="2025-09-16T00:56:34.674"/>
    <p1510:client id="{6DCA24FE-5D41-4C96-9655-4A8F6E4F102C}" v="1578" dt="2025-09-16T14:13:47.0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456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comments/modernComment_17B_4D43774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AA05AB2-6E18-446D-83DE-B25DF1706C54}" authorId="{DF52CCAC-0B66-CA76-A7A3-D551D844506B}" created="2025-09-17T22:27:49.29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296267080" sldId="379"/>
      <ac:spMk id="6" creationId="{EFCD1B53-1BFE-8B23-1618-F7A76DC0E3E0}"/>
    </ac:deMkLst>
    <p188:txBody>
      <a:bodyPr/>
      <a:lstStyle/>
      <a:p>
        <a:r>
          <a:rPr lang="en-US"/>
          <a:t>92/100</a:t>
        </a:r>
      </a:p>
    </p188:txBody>
  </p188:cm>
</p188:cmLst>
</file>

<file path=ppt/comments/modernComment_17C_4767004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CA9300D-A31E-4229-841E-BA8714BA186A}" authorId="{DF52CCAC-0B66-CA76-A7A3-D551D844506B}" created="2025-09-17T22:23:45.79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197932623" sldId="380"/>
      <ac:spMk id="4" creationId="{F0BD34A0-783E-FBAE-7C54-F403693822E4}"/>
      <ac:txMk cp="30" len="5">
        <ac:context len="267" hash="2430629271"/>
      </ac:txMk>
    </ac:txMkLst>
    <p188:pos x="1212235" y="657145"/>
    <p188:txBody>
      <a:bodyPr/>
      <a:lstStyle/>
      <a:p>
        <a:r>
          <a:rPr lang="en-US"/>
          <a:t>Valves is a better term to use.</a:t>
        </a:r>
      </a:p>
    </p188:txBody>
  </p188:cm>
  <p188:cm id="{56AE2C27-318F-4081-A13A-0FBE58FEA291}" authorId="{DF52CCAC-0B66-CA76-A7A3-D551D844506B}" created="2025-09-17T22:24:41.49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197932623" sldId="380"/>
      <ac:spMk id="4" creationId="{F0BD34A0-783E-FBAE-7C54-F403693822E4}"/>
    </ac:deMkLst>
    <p188:txBody>
      <a:bodyPr/>
      <a:lstStyle/>
      <a:p>
        <a:r>
          <a:rPr lang="en-US"/>
          <a:t>-1
Don’t forget the temperature reader.</a:t>
        </a:r>
      </a:p>
    </p188:txBody>
  </p188:cm>
</p188:cmLst>
</file>

<file path=ppt/comments/modernComment_17F_228EDBA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CBB9ED0-8BEA-4594-9D60-A5B3CF7D218D}" authorId="{DF52CCAC-0B66-CA76-A7A3-D551D844506B}" created="2025-09-17T22:27:18.59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579787693" sldId="383"/>
      <ac:spMk id="2" creationId="{993FE3CE-201F-114F-BF9D-EBAFAE1CE59C}"/>
    </ac:deMkLst>
    <p188:txBody>
      <a:bodyPr/>
      <a:lstStyle/>
      <a:p>
        <a:r>
          <a:rPr lang="en-US"/>
          <a:t>Good!</a:t>
        </a:r>
      </a:p>
    </p188:txBody>
  </p188:cm>
</p188:cmLst>
</file>

<file path=ppt/comments/modernComment_178_5D91416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31A80FB-9FEC-48C9-98ED-7E779442D5F4}" authorId="{DF52CCAC-0B66-CA76-A7A3-D551D844506B}" created="2025-09-17T22:21:58.66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569800556" sldId="376"/>
      <ac:spMk id="8" creationId="{4B7592FE-3E33-3BDE-5792-5913A5BF0E29}"/>
    </ac:deMkLst>
    <p188:txBody>
      <a:bodyPr/>
      <a:lstStyle/>
      <a:p>
        <a:r>
          <a:rPr lang="en-US"/>
          <a:t>-1
Pressure gauge to be more specific</a:t>
        </a:r>
      </a:p>
    </p188:txBody>
  </p188:cm>
  <p188:cm id="{BBEA65AE-78C0-4EC1-8C6F-DE263624B94B}" authorId="{DF52CCAC-0B66-CA76-A7A3-D551D844506B}" created="2025-09-17T22:22:37.45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569800556" sldId="376"/>
      <ac:spMk id="7" creationId="{C64A3A27-F170-2F91-716A-70F40A02417A}"/>
    </ac:deMkLst>
    <p188:txBody>
      <a:bodyPr/>
      <a:lstStyle/>
      <a:p>
        <a:r>
          <a:rPr lang="en-US"/>
          <a:t>-2
It is difficult to see the numbers, consider a text box.</a:t>
        </a:r>
      </a:p>
    </p188:txBody>
  </p188:cm>
  <p188:cm id="{FF80A30F-1E6D-42A0-9E87-9EF2610FA90C}" authorId="{DF52CCAC-0B66-CA76-A7A3-D551D844506B}" created="2025-09-17T22:23:06.61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569800556" sldId="376"/>
      <ac:spMk id="8" creationId="{4B7592FE-3E33-3BDE-5792-5913A5BF0E29}"/>
    </ac:deMkLst>
    <p188:txBody>
      <a:bodyPr/>
      <a:lstStyle/>
      <a:p>
        <a:r>
          <a:rPr lang="en-US"/>
          <a:t>-1
Arrow not pointing to the DI water feed container</a:t>
        </a:r>
      </a:p>
    </p188:txBody>
  </p188:cm>
</p188:cmLst>
</file>

<file path=ppt/comments/modernComment_187_B00CC2F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07B78DF-F7A7-42B6-BF76-CAE5D113D4D5}" authorId="{DF52CCAC-0B66-CA76-A7A3-D551D844506B}" created="2025-09-17T22:25:56.13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953626359" sldId="391"/>
      <ac:graphicFrameMk id="7" creationId="{DD07CE9F-5057-D760-CE77-0040170F1ABA}"/>
    </ac:deMkLst>
    <p188:txBody>
      <a:bodyPr/>
      <a:lstStyle/>
      <a:p>
        <a:r>
          <a:rPr lang="en-US"/>
          <a:t>-2
Also need to collect the steam condensate</a:t>
        </a:r>
      </a:p>
    </p188:txBody>
  </p188:cm>
  <p188:cm id="{2C92C453-E2F8-47EF-A1D9-4EC9C6CFE400}" authorId="{DF52CCAC-0B66-CA76-A7A3-D551D844506B}" created="2025-09-17T22:26:38.07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953626359" sldId="391"/>
      <ac:graphicFrameMk id="7" creationId="{DD07CE9F-5057-D760-CE77-0040170F1ABA}"/>
    </ac:deMkLst>
    <p188:txBody>
      <a:bodyPr/>
      <a:lstStyle/>
      <a:p>
        <a:r>
          <a:rPr lang="en-US"/>
          <a:t>-1
Two more vacuum pressures</a:t>
        </a:r>
      </a:p>
    </p188:txBody>
  </p188:cm>
</p188:cmLst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svg"/><Relationship Id="rId1" Type="http://schemas.openxmlformats.org/officeDocument/2006/relationships/image" Target="../media/image51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image" Target="../media/image54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sv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12" Type="http://schemas.openxmlformats.org/officeDocument/2006/relationships/image" Target="../media/image68.svg"/><Relationship Id="rId2" Type="http://schemas.openxmlformats.org/officeDocument/2006/relationships/image" Target="../media/image58.svg"/><Relationship Id="rId1" Type="http://schemas.openxmlformats.org/officeDocument/2006/relationships/image" Target="../media/image57.png"/><Relationship Id="rId6" Type="http://schemas.openxmlformats.org/officeDocument/2006/relationships/image" Target="../media/image62.sv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0" Type="http://schemas.openxmlformats.org/officeDocument/2006/relationships/image" Target="../media/image66.svg"/><Relationship Id="rId4" Type="http://schemas.openxmlformats.org/officeDocument/2006/relationships/image" Target="../media/image60.svg"/><Relationship Id="rId9" Type="http://schemas.openxmlformats.org/officeDocument/2006/relationships/image" Target="../media/image65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svg"/><Relationship Id="rId1" Type="http://schemas.openxmlformats.org/officeDocument/2006/relationships/image" Target="../media/image51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image" Target="../media/image54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sv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12" Type="http://schemas.openxmlformats.org/officeDocument/2006/relationships/image" Target="../media/image68.svg"/><Relationship Id="rId2" Type="http://schemas.openxmlformats.org/officeDocument/2006/relationships/image" Target="../media/image58.svg"/><Relationship Id="rId1" Type="http://schemas.openxmlformats.org/officeDocument/2006/relationships/image" Target="../media/image57.png"/><Relationship Id="rId6" Type="http://schemas.openxmlformats.org/officeDocument/2006/relationships/image" Target="../media/image62.sv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0" Type="http://schemas.openxmlformats.org/officeDocument/2006/relationships/image" Target="../media/image66.svg"/><Relationship Id="rId4" Type="http://schemas.openxmlformats.org/officeDocument/2006/relationships/image" Target="../media/image60.svg"/><Relationship Id="rId9" Type="http://schemas.openxmlformats.org/officeDocument/2006/relationships/image" Target="../media/image6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C9C1F0-56AF-4416-AE62-7186D922D099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B65BD74F-2100-4FF9-8084-48310AD1FAF8}">
      <dgm:prSet/>
      <dgm:spPr/>
      <dgm:t>
        <a:bodyPr/>
        <a:lstStyle/>
        <a:p>
          <a:r>
            <a:rPr lang="en-US">
              <a:solidFill>
                <a:srgbClr val="080808"/>
              </a:solidFill>
            </a:rPr>
            <a:t>Sugar</a:t>
          </a:r>
          <a:endParaRPr lang="en-US" dirty="0">
            <a:solidFill>
              <a:srgbClr val="080808"/>
            </a:solidFill>
          </a:endParaRPr>
        </a:p>
      </dgm:t>
    </dgm:pt>
    <dgm:pt modelId="{4565D69C-D4BF-44C6-BAC9-822D394D4580}" type="parTrans" cxnId="{96FC390C-AF50-4BAD-9F0F-88C51628662E}">
      <dgm:prSet/>
      <dgm:spPr/>
      <dgm:t>
        <a:bodyPr/>
        <a:lstStyle/>
        <a:p>
          <a:endParaRPr lang="en-US"/>
        </a:p>
      </dgm:t>
    </dgm:pt>
    <dgm:pt modelId="{E0C7A350-C9A4-4454-AFBF-F5BF699EBD69}" type="sibTrans" cxnId="{96FC390C-AF50-4BAD-9F0F-88C51628662E}">
      <dgm:prSet/>
      <dgm:spPr/>
      <dgm:t>
        <a:bodyPr/>
        <a:lstStyle/>
        <a:p>
          <a:endParaRPr lang="en-US"/>
        </a:p>
      </dgm:t>
    </dgm:pt>
    <dgm:pt modelId="{B1A6FD0B-4ADE-4B35-AAB1-14D673B285F5}">
      <dgm:prSet/>
      <dgm:spPr/>
      <dgm:t>
        <a:bodyPr/>
        <a:lstStyle/>
        <a:p>
          <a:r>
            <a:rPr lang="en-US">
              <a:solidFill>
                <a:srgbClr val="080808"/>
              </a:solidFill>
            </a:rPr>
            <a:t>Deionized water</a:t>
          </a:r>
          <a:endParaRPr lang="en-US" dirty="0">
            <a:solidFill>
              <a:srgbClr val="080808"/>
            </a:solidFill>
          </a:endParaRPr>
        </a:p>
      </dgm:t>
    </dgm:pt>
    <dgm:pt modelId="{9D3135C0-5BA0-4681-BC6B-62F6BF6E36E7}" type="parTrans" cxnId="{2EDFDF5D-5D81-45FC-8AB3-7EBE5095694F}">
      <dgm:prSet/>
      <dgm:spPr/>
      <dgm:t>
        <a:bodyPr/>
        <a:lstStyle/>
        <a:p>
          <a:endParaRPr lang="en-US"/>
        </a:p>
      </dgm:t>
    </dgm:pt>
    <dgm:pt modelId="{C7965340-5DE5-426A-BBFB-AC57E10EE5A8}" type="sibTrans" cxnId="{2EDFDF5D-5D81-45FC-8AB3-7EBE5095694F}">
      <dgm:prSet/>
      <dgm:spPr/>
      <dgm:t>
        <a:bodyPr/>
        <a:lstStyle/>
        <a:p>
          <a:endParaRPr lang="en-US"/>
        </a:p>
      </dgm:t>
    </dgm:pt>
    <dgm:pt modelId="{86EC790A-2F1F-4660-8ADE-6EE379BF5264}">
      <dgm:prSet/>
      <dgm:spPr/>
      <dgm:t>
        <a:bodyPr/>
        <a:lstStyle/>
        <a:p>
          <a:r>
            <a:rPr lang="en-US">
              <a:solidFill>
                <a:srgbClr val="080808"/>
              </a:solidFill>
            </a:rPr>
            <a:t>Steam</a:t>
          </a:r>
          <a:r>
            <a:rPr lang="en-US"/>
            <a:t> </a:t>
          </a:r>
          <a:endParaRPr lang="en-US" dirty="0"/>
        </a:p>
      </dgm:t>
    </dgm:pt>
    <dgm:pt modelId="{97FDE03F-6BA8-4AC9-B5DC-CF131DF5C1F5}" type="parTrans" cxnId="{8CC8913A-DA9D-483C-B8EC-3A3BB29F5A16}">
      <dgm:prSet/>
      <dgm:spPr/>
      <dgm:t>
        <a:bodyPr/>
        <a:lstStyle/>
        <a:p>
          <a:endParaRPr lang="en-US"/>
        </a:p>
      </dgm:t>
    </dgm:pt>
    <dgm:pt modelId="{28A417B3-2226-4955-A4EB-7841D1FA00CA}" type="sibTrans" cxnId="{8CC8913A-DA9D-483C-B8EC-3A3BB29F5A16}">
      <dgm:prSet/>
      <dgm:spPr/>
      <dgm:t>
        <a:bodyPr/>
        <a:lstStyle/>
        <a:p>
          <a:endParaRPr lang="en-US"/>
        </a:p>
      </dgm:t>
    </dgm:pt>
    <dgm:pt modelId="{80C2A18D-F8CF-403F-9F8D-AD2E88DC0DD4}">
      <dgm:prSet/>
      <dgm:spPr/>
      <dgm:t>
        <a:bodyPr/>
        <a:lstStyle/>
        <a:p>
          <a:r>
            <a:rPr lang="en-US">
              <a:solidFill>
                <a:srgbClr val="080808"/>
              </a:solidFill>
            </a:rPr>
            <a:t>Cooling Water</a:t>
          </a:r>
          <a:endParaRPr lang="en-US" dirty="0">
            <a:solidFill>
              <a:srgbClr val="080808"/>
            </a:solidFill>
          </a:endParaRPr>
        </a:p>
      </dgm:t>
    </dgm:pt>
    <dgm:pt modelId="{7A56F482-FF5D-422F-95DF-6D3B0E2EDE8A}" type="parTrans" cxnId="{D3D4FD15-31DD-43EC-92C2-A5896E96CCBF}">
      <dgm:prSet/>
      <dgm:spPr/>
      <dgm:t>
        <a:bodyPr/>
        <a:lstStyle/>
        <a:p>
          <a:endParaRPr lang="en-US"/>
        </a:p>
      </dgm:t>
    </dgm:pt>
    <dgm:pt modelId="{03F6A7C6-0085-4CD9-9A44-D92B040C2659}" type="sibTrans" cxnId="{D3D4FD15-31DD-43EC-92C2-A5896E96CCBF}">
      <dgm:prSet/>
      <dgm:spPr/>
      <dgm:t>
        <a:bodyPr/>
        <a:lstStyle/>
        <a:p>
          <a:endParaRPr lang="en-US"/>
        </a:p>
      </dgm:t>
    </dgm:pt>
    <dgm:pt modelId="{EEFB48B7-B14A-4D56-9DAD-89794F31D6CA}">
      <dgm:prSet/>
      <dgm:spPr/>
      <dgm:t>
        <a:bodyPr/>
        <a:lstStyle/>
        <a:p>
          <a:r>
            <a:rPr lang="en-US">
              <a:solidFill>
                <a:srgbClr val="080808"/>
              </a:solidFill>
            </a:rPr>
            <a:t>Scale</a:t>
          </a:r>
          <a:endParaRPr lang="en-US" dirty="0">
            <a:solidFill>
              <a:srgbClr val="080808"/>
            </a:solidFill>
          </a:endParaRPr>
        </a:p>
      </dgm:t>
    </dgm:pt>
    <dgm:pt modelId="{A04645E6-C6AE-4675-8505-9E71CB222ED0}" type="parTrans" cxnId="{82BB8A20-63B5-4D9F-B5E4-8637C2A2E3AC}">
      <dgm:prSet/>
      <dgm:spPr/>
      <dgm:t>
        <a:bodyPr/>
        <a:lstStyle/>
        <a:p>
          <a:endParaRPr lang="en-US"/>
        </a:p>
      </dgm:t>
    </dgm:pt>
    <dgm:pt modelId="{6D20D050-796B-463C-9CC6-D91F30258F3C}" type="sibTrans" cxnId="{82BB8A20-63B5-4D9F-B5E4-8637C2A2E3AC}">
      <dgm:prSet/>
      <dgm:spPr/>
      <dgm:t>
        <a:bodyPr/>
        <a:lstStyle/>
        <a:p>
          <a:endParaRPr lang="en-US"/>
        </a:p>
      </dgm:t>
    </dgm:pt>
    <dgm:pt modelId="{FE11522B-8A05-459F-86A2-6284D9E8BBE5}">
      <dgm:prSet/>
      <dgm:spPr/>
      <dgm:t>
        <a:bodyPr/>
        <a:lstStyle/>
        <a:p>
          <a:r>
            <a:rPr lang="en-US">
              <a:solidFill>
                <a:srgbClr val="080808"/>
              </a:solidFill>
            </a:rPr>
            <a:t>Funnels</a:t>
          </a:r>
          <a:endParaRPr lang="en-US" dirty="0">
            <a:solidFill>
              <a:srgbClr val="080808"/>
            </a:solidFill>
          </a:endParaRPr>
        </a:p>
      </dgm:t>
    </dgm:pt>
    <dgm:pt modelId="{AC1C6F25-473F-49C0-935F-44E043AEC952}" type="parTrans" cxnId="{A6E175F2-999A-44A8-A797-6783638CACB3}">
      <dgm:prSet/>
      <dgm:spPr/>
      <dgm:t>
        <a:bodyPr/>
        <a:lstStyle/>
        <a:p>
          <a:endParaRPr lang="en-US"/>
        </a:p>
      </dgm:t>
    </dgm:pt>
    <dgm:pt modelId="{F9B3C83B-44A4-442C-8DE0-2CBB999FF9D7}" type="sibTrans" cxnId="{A6E175F2-999A-44A8-A797-6783638CACB3}">
      <dgm:prSet/>
      <dgm:spPr/>
      <dgm:t>
        <a:bodyPr/>
        <a:lstStyle/>
        <a:p>
          <a:endParaRPr lang="en-US"/>
        </a:p>
      </dgm:t>
    </dgm:pt>
    <dgm:pt modelId="{279E072E-E82F-43B3-A43E-92D70C29116E}">
      <dgm:prSet/>
      <dgm:spPr/>
      <dgm:t>
        <a:bodyPr/>
        <a:lstStyle/>
        <a:p>
          <a:r>
            <a:rPr lang="en-US">
              <a:solidFill>
                <a:srgbClr val="080808"/>
              </a:solidFill>
            </a:rPr>
            <a:t>Gloves</a:t>
          </a:r>
          <a:endParaRPr lang="en-US" dirty="0">
            <a:solidFill>
              <a:srgbClr val="080808"/>
            </a:solidFill>
          </a:endParaRPr>
        </a:p>
      </dgm:t>
    </dgm:pt>
    <dgm:pt modelId="{9E756439-8C37-4EAC-AC88-77297CEC3CD6}" type="parTrans" cxnId="{C0C8FC23-7CFA-4336-903E-69A83B9C1B27}">
      <dgm:prSet/>
      <dgm:spPr/>
      <dgm:t>
        <a:bodyPr/>
        <a:lstStyle/>
        <a:p>
          <a:endParaRPr lang="en-US"/>
        </a:p>
      </dgm:t>
    </dgm:pt>
    <dgm:pt modelId="{5DCF6180-8326-4724-B03D-21EF04CE7727}" type="sibTrans" cxnId="{C0C8FC23-7CFA-4336-903E-69A83B9C1B27}">
      <dgm:prSet/>
      <dgm:spPr/>
      <dgm:t>
        <a:bodyPr/>
        <a:lstStyle/>
        <a:p>
          <a:endParaRPr lang="en-US"/>
        </a:p>
      </dgm:t>
    </dgm:pt>
    <dgm:pt modelId="{D12624FD-766D-44E2-A497-95832E4B9B26}">
      <dgm:prSet/>
      <dgm:spPr/>
      <dgm:t>
        <a:bodyPr/>
        <a:lstStyle/>
        <a:p>
          <a:r>
            <a:rPr lang="en-US">
              <a:solidFill>
                <a:srgbClr val="080808"/>
              </a:solidFill>
            </a:rPr>
            <a:t>Safety glasses</a:t>
          </a:r>
          <a:endParaRPr lang="en-US" dirty="0">
            <a:solidFill>
              <a:srgbClr val="080808"/>
            </a:solidFill>
          </a:endParaRPr>
        </a:p>
      </dgm:t>
    </dgm:pt>
    <dgm:pt modelId="{A5AB61C0-58EF-4C4B-BF38-84AB22C9990F}" type="parTrans" cxnId="{EC4BE560-8360-4EE2-B4B5-57F59D49358F}">
      <dgm:prSet/>
      <dgm:spPr/>
      <dgm:t>
        <a:bodyPr/>
        <a:lstStyle/>
        <a:p>
          <a:endParaRPr lang="en-US"/>
        </a:p>
      </dgm:t>
    </dgm:pt>
    <dgm:pt modelId="{1D0965DA-978D-46BB-96C8-FE85CE1A0655}" type="sibTrans" cxnId="{EC4BE560-8360-4EE2-B4B5-57F59D49358F}">
      <dgm:prSet/>
      <dgm:spPr/>
      <dgm:t>
        <a:bodyPr/>
        <a:lstStyle/>
        <a:p>
          <a:endParaRPr lang="en-US"/>
        </a:p>
      </dgm:t>
    </dgm:pt>
    <dgm:pt modelId="{67DCC19D-F4ED-4FCC-946C-9A8971D13E63}">
      <dgm:prSet/>
      <dgm:spPr/>
      <dgm:t>
        <a:bodyPr/>
        <a:lstStyle/>
        <a:p>
          <a:r>
            <a:rPr lang="en-US">
              <a:solidFill>
                <a:srgbClr val="080808"/>
              </a:solidFill>
            </a:rPr>
            <a:t>2000 mL Beaker</a:t>
          </a:r>
          <a:endParaRPr lang="en-US" dirty="0">
            <a:solidFill>
              <a:srgbClr val="080808"/>
            </a:solidFill>
          </a:endParaRPr>
        </a:p>
      </dgm:t>
    </dgm:pt>
    <dgm:pt modelId="{C4F92A74-0F77-470B-AFF8-73ADDF467EDD}" type="parTrans" cxnId="{C1DA9E5D-EE8A-43DE-B1C3-E01EC11FFC25}">
      <dgm:prSet/>
      <dgm:spPr/>
      <dgm:t>
        <a:bodyPr/>
        <a:lstStyle/>
        <a:p>
          <a:endParaRPr lang="en-US"/>
        </a:p>
      </dgm:t>
    </dgm:pt>
    <dgm:pt modelId="{B45882D1-9DB3-4C5F-9714-F81435A80539}" type="sibTrans" cxnId="{C1DA9E5D-EE8A-43DE-B1C3-E01EC11FFC25}">
      <dgm:prSet/>
      <dgm:spPr/>
      <dgm:t>
        <a:bodyPr/>
        <a:lstStyle/>
        <a:p>
          <a:endParaRPr lang="en-US"/>
        </a:p>
      </dgm:t>
    </dgm:pt>
    <dgm:pt modelId="{86A92A98-2546-4B77-8312-D2EDC5461036}">
      <dgm:prSet/>
      <dgm:spPr/>
      <dgm:t>
        <a:bodyPr/>
        <a:lstStyle/>
        <a:p>
          <a:r>
            <a:rPr lang="en-US">
              <a:solidFill>
                <a:srgbClr val="080808"/>
              </a:solidFill>
            </a:rPr>
            <a:t>Graduated cylinder</a:t>
          </a:r>
          <a:endParaRPr lang="en-US" dirty="0">
            <a:solidFill>
              <a:srgbClr val="080808"/>
            </a:solidFill>
          </a:endParaRPr>
        </a:p>
      </dgm:t>
    </dgm:pt>
    <dgm:pt modelId="{227A7C54-A1CA-49B7-AE1D-473A7E312AA3}" type="parTrans" cxnId="{B42C8BBD-69A4-4326-8155-32398AF07BE7}">
      <dgm:prSet/>
      <dgm:spPr/>
      <dgm:t>
        <a:bodyPr/>
        <a:lstStyle/>
        <a:p>
          <a:endParaRPr lang="en-US"/>
        </a:p>
      </dgm:t>
    </dgm:pt>
    <dgm:pt modelId="{5D65B549-E6BC-4793-82C1-A4F10C9D1573}" type="sibTrans" cxnId="{B42C8BBD-69A4-4326-8155-32398AF07BE7}">
      <dgm:prSet/>
      <dgm:spPr/>
      <dgm:t>
        <a:bodyPr/>
        <a:lstStyle/>
        <a:p>
          <a:endParaRPr lang="en-US"/>
        </a:p>
      </dgm:t>
    </dgm:pt>
    <dgm:pt modelId="{9DF75805-83FC-4255-986A-AB27532AE4A1}" type="pres">
      <dgm:prSet presAssocID="{C1C9C1F0-56AF-4416-AE62-7186D922D099}" presName="vert0" presStyleCnt="0">
        <dgm:presLayoutVars>
          <dgm:dir/>
          <dgm:animOne val="branch"/>
          <dgm:animLvl val="lvl"/>
        </dgm:presLayoutVars>
      </dgm:prSet>
      <dgm:spPr/>
    </dgm:pt>
    <dgm:pt modelId="{639A72F9-1A1C-4E90-BFEE-26A56CAC9A99}" type="pres">
      <dgm:prSet presAssocID="{B65BD74F-2100-4FF9-8084-48310AD1FAF8}" presName="thickLine" presStyleLbl="alignNode1" presStyleIdx="0" presStyleCnt="10"/>
      <dgm:spPr/>
    </dgm:pt>
    <dgm:pt modelId="{8D7A5226-8978-4D99-A97B-491463A1B945}" type="pres">
      <dgm:prSet presAssocID="{B65BD74F-2100-4FF9-8084-48310AD1FAF8}" presName="horz1" presStyleCnt="0"/>
      <dgm:spPr/>
    </dgm:pt>
    <dgm:pt modelId="{50D7B4D3-A836-442C-9638-8DB8B0C4C9FF}" type="pres">
      <dgm:prSet presAssocID="{B65BD74F-2100-4FF9-8084-48310AD1FAF8}" presName="tx1" presStyleLbl="revTx" presStyleIdx="0" presStyleCnt="10"/>
      <dgm:spPr/>
    </dgm:pt>
    <dgm:pt modelId="{D9BFEE18-B729-46E9-A1AD-623253F6DE17}" type="pres">
      <dgm:prSet presAssocID="{B65BD74F-2100-4FF9-8084-48310AD1FAF8}" presName="vert1" presStyleCnt="0"/>
      <dgm:spPr/>
    </dgm:pt>
    <dgm:pt modelId="{F4C6A55D-DAB7-4FEE-82A6-D029474CD5FA}" type="pres">
      <dgm:prSet presAssocID="{B1A6FD0B-4ADE-4B35-AAB1-14D673B285F5}" presName="thickLine" presStyleLbl="alignNode1" presStyleIdx="1" presStyleCnt="10"/>
      <dgm:spPr/>
    </dgm:pt>
    <dgm:pt modelId="{944275B2-4C00-4946-85B3-E076858650BC}" type="pres">
      <dgm:prSet presAssocID="{B1A6FD0B-4ADE-4B35-AAB1-14D673B285F5}" presName="horz1" presStyleCnt="0"/>
      <dgm:spPr/>
    </dgm:pt>
    <dgm:pt modelId="{2221A0EA-A7EB-4352-985F-501BA2DE6211}" type="pres">
      <dgm:prSet presAssocID="{B1A6FD0B-4ADE-4B35-AAB1-14D673B285F5}" presName="tx1" presStyleLbl="revTx" presStyleIdx="1" presStyleCnt="10"/>
      <dgm:spPr/>
    </dgm:pt>
    <dgm:pt modelId="{AAC32E25-8CF6-4227-A88E-E9C47DF1590F}" type="pres">
      <dgm:prSet presAssocID="{B1A6FD0B-4ADE-4B35-AAB1-14D673B285F5}" presName="vert1" presStyleCnt="0"/>
      <dgm:spPr/>
    </dgm:pt>
    <dgm:pt modelId="{C16371C4-A7A1-4F24-BF69-9070BA406CF4}" type="pres">
      <dgm:prSet presAssocID="{86EC790A-2F1F-4660-8ADE-6EE379BF5264}" presName="thickLine" presStyleLbl="alignNode1" presStyleIdx="2" presStyleCnt="10"/>
      <dgm:spPr/>
    </dgm:pt>
    <dgm:pt modelId="{F1879EAE-60A8-4BC7-8864-4C59E189AE1F}" type="pres">
      <dgm:prSet presAssocID="{86EC790A-2F1F-4660-8ADE-6EE379BF5264}" presName="horz1" presStyleCnt="0"/>
      <dgm:spPr/>
    </dgm:pt>
    <dgm:pt modelId="{7EB66E98-15E3-49CD-A10D-4903BF7D5D80}" type="pres">
      <dgm:prSet presAssocID="{86EC790A-2F1F-4660-8ADE-6EE379BF5264}" presName="tx1" presStyleLbl="revTx" presStyleIdx="2" presStyleCnt="10"/>
      <dgm:spPr/>
    </dgm:pt>
    <dgm:pt modelId="{6F90302D-79BC-488E-A419-916CC7925D6D}" type="pres">
      <dgm:prSet presAssocID="{86EC790A-2F1F-4660-8ADE-6EE379BF5264}" presName="vert1" presStyleCnt="0"/>
      <dgm:spPr/>
    </dgm:pt>
    <dgm:pt modelId="{59700633-2F12-4593-A703-F3AF71A42EEE}" type="pres">
      <dgm:prSet presAssocID="{80C2A18D-F8CF-403F-9F8D-AD2E88DC0DD4}" presName="thickLine" presStyleLbl="alignNode1" presStyleIdx="3" presStyleCnt="10"/>
      <dgm:spPr/>
    </dgm:pt>
    <dgm:pt modelId="{0231A578-83DE-4422-A94F-C6ED98EECE19}" type="pres">
      <dgm:prSet presAssocID="{80C2A18D-F8CF-403F-9F8D-AD2E88DC0DD4}" presName="horz1" presStyleCnt="0"/>
      <dgm:spPr/>
    </dgm:pt>
    <dgm:pt modelId="{38AAB5C8-2336-4409-9329-80F002ECB828}" type="pres">
      <dgm:prSet presAssocID="{80C2A18D-F8CF-403F-9F8D-AD2E88DC0DD4}" presName="tx1" presStyleLbl="revTx" presStyleIdx="3" presStyleCnt="10"/>
      <dgm:spPr/>
    </dgm:pt>
    <dgm:pt modelId="{50B40064-DDA3-48F5-ABAA-B38E06F873EA}" type="pres">
      <dgm:prSet presAssocID="{80C2A18D-F8CF-403F-9F8D-AD2E88DC0DD4}" presName="vert1" presStyleCnt="0"/>
      <dgm:spPr/>
    </dgm:pt>
    <dgm:pt modelId="{DC6B9D64-E1A1-4D5F-9481-8BCE71AA54FA}" type="pres">
      <dgm:prSet presAssocID="{EEFB48B7-B14A-4D56-9DAD-89794F31D6CA}" presName="thickLine" presStyleLbl="alignNode1" presStyleIdx="4" presStyleCnt="10"/>
      <dgm:spPr/>
    </dgm:pt>
    <dgm:pt modelId="{FB1B8506-1DBB-47D8-91BA-36A61D6D681C}" type="pres">
      <dgm:prSet presAssocID="{EEFB48B7-B14A-4D56-9DAD-89794F31D6CA}" presName="horz1" presStyleCnt="0"/>
      <dgm:spPr/>
    </dgm:pt>
    <dgm:pt modelId="{6E086932-FC46-4E45-A123-6889A8B106BB}" type="pres">
      <dgm:prSet presAssocID="{EEFB48B7-B14A-4D56-9DAD-89794F31D6CA}" presName="tx1" presStyleLbl="revTx" presStyleIdx="4" presStyleCnt="10"/>
      <dgm:spPr/>
    </dgm:pt>
    <dgm:pt modelId="{75E6F1C4-493D-46B7-A5E8-882258AE1FF4}" type="pres">
      <dgm:prSet presAssocID="{EEFB48B7-B14A-4D56-9DAD-89794F31D6CA}" presName="vert1" presStyleCnt="0"/>
      <dgm:spPr/>
    </dgm:pt>
    <dgm:pt modelId="{260B11B7-2EEB-4FAE-8264-AF3D6C4C7939}" type="pres">
      <dgm:prSet presAssocID="{FE11522B-8A05-459F-86A2-6284D9E8BBE5}" presName="thickLine" presStyleLbl="alignNode1" presStyleIdx="5" presStyleCnt="10"/>
      <dgm:spPr/>
    </dgm:pt>
    <dgm:pt modelId="{4BCBA6E3-3B0F-42CD-81AE-191C53C6F827}" type="pres">
      <dgm:prSet presAssocID="{FE11522B-8A05-459F-86A2-6284D9E8BBE5}" presName="horz1" presStyleCnt="0"/>
      <dgm:spPr/>
    </dgm:pt>
    <dgm:pt modelId="{2DE1C272-B93E-453D-85E0-A4CE84DFB70A}" type="pres">
      <dgm:prSet presAssocID="{FE11522B-8A05-459F-86A2-6284D9E8BBE5}" presName="tx1" presStyleLbl="revTx" presStyleIdx="5" presStyleCnt="10"/>
      <dgm:spPr/>
    </dgm:pt>
    <dgm:pt modelId="{9D52E079-B8D6-4F52-8225-E15172960382}" type="pres">
      <dgm:prSet presAssocID="{FE11522B-8A05-459F-86A2-6284D9E8BBE5}" presName="vert1" presStyleCnt="0"/>
      <dgm:spPr/>
    </dgm:pt>
    <dgm:pt modelId="{D710FF4E-A0E7-45D7-9B70-628588E15A8B}" type="pres">
      <dgm:prSet presAssocID="{279E072E-E82F-43B3-A43E-92D70C29116E}" presName="thickLine" presStyleLbl="alignNode1" presStyleIdx="6" presStyleCnt="10"/>
      <dgm:spPr/>
    </dgm:pt>
    <dgm:pt modelId="{86DF9DCF-98AF-4FD2-9E40-412900844EE3}" type="pres">
      <dgm:prSet presAssocID="{279E072E-E82F-43B3-A43E-92D70C29116E}" presName="horz1" presStyleCnt="0"/>
      <dgm:spPr/>
    </dgm:pt>
    <dgm:pt modelId="{0DAE020D-AFDD-449B-BF11-5C73F394A364}" type="pres">
      <dgm:prSet presAssocID="{279E072E-E82F-43B3-A43E-92D70C29116E}" presName="tx1" presStyleLbl="revTx" presStyleIdx="6" presStyleCnt="10"/>
      <dgm:spPr/>
    </dgm:pt>
    <dgm:pt modelId="{8B9AD6DE-4909-4E4B-81C2-3B91DEDF1C5D}" type="pres">
      <dgm:prSet presAssocID="{279E072E-E82F-43B3-A43E-92D70C29116E}" presName="vert1" presStyleCnt="0"/>
      <dgm:spPr/>
    </dgm:pt>
    <dgm:pt modelId="{4E35027D-25C5-4193-A92C-A5CE959A3845}" type="pres">
      <dgm:prSet presAssocID="{D12624FD-766D-44E2-A497-95832E4B9B26}" presName="thickLine" presStyleLbl="alignNode1" presStyleIdx="7" presStyleCnt="10"/>
      <dgm:spPr/>
    </dgm:pt>
    <dgm:pt modelId="{27732706-287F-4E87-8AE5-5EAB30F1C747}" type="pres">
      <dgm:prSet presAssocID="{D12624FD-766D-44E2-A497-95832E4B9B26}" presName="horz1" presStyleCnt="0"/>
      <dgm:spPr/>
    </dgm:pt>
    <dgm:pt modelId="{ABD7B087-1E3D-4A2F-BF70-D9DA354A921F}" type="pres">
      <dgm:prSet presAssocID="{D12624FD-766D-44E2-A497-95832E4B9B26}" presName="tx1" presStyleLbl="revTx" presStyleIdx="7" presStyleCnt="10"/>
      <dgm:spPr/>
    </dgm:pt>
    <dgm:pt modelId="{242AD8B7-4707-429B-A06C-0D5101D31A26}" type="pres">
      <dgm:prSet presAssocID="{D12624FD-766D-44E2-A497-95832E4B9B26}" presName="vert1" presStyleCnt="0"/>
      <dgm:spPr/>
    </dgm:pt>
    <dgm:pt modelId="{D2800546-873F-48AA-99E0-652B8166E322}" type="pres">
      <dgm:prSet presAssocID="{67DCC19D-F4ED-4FCC-946C-9A8971D13E63}" presName="thickLine" presStyleLbl="alignNode1" presStyleIdx="8" presStyleCnt="10"/>
      <dgm:spPr/>
    </dgm:pt>
    <dgm:pt modelId="{E9C6A047-9652-4E90-9ED4-D810B14CF5E6}" type="pres">
      <dgm:prSet presAssocID="{67DCC19D-F4ED-4FCC-946C-9A8971D13E63}" presName="horz1" presStyleCnt="0"/>
      <dgm:spPr/>
    </dgm:pt>
    <dgm:pt modelId="{003F1AA4-4C46-4A28-9139-853AABE4D7AF}" type="pres">
      <dgm:prSet presAssocID="{67DCC19D-F4ED-4FCC-946C-9A8971D13E63}" presName="tx1" presStyleLbl="revTx" presStyleIdx="8" presStyleCnt="10"/>
      <dgm:spPr/>
    </dgm:pt>
    <dgm:pt modelId="{234C2D0E-D07B-4B05-8EBB-C4071714D788}" type="pres">
      <dgm:prSet presAssocID="{67DCC19D-F4ED-4FCC-946C-9A8971D13E63}" presName="vert1" presStyleCnt="0"/>
      <dgm:spPr/>
    </dgm:pt>
    <dgm:pt modelId="{40392E65-1FB0-4723-9A68-17FB1D36627F}" type="pres">
      <dgm:prSet presAssocID="{86A92A98-2546-4B77-8312-D2EDC5461036}" presName="thickLine" presStyleLbl="alignNode1" presStyleIdx="9" presStyleCnt="10"/>
      <dgm:spPr/>
    </dgm:pt>
    <dgm:pt modelId="{3ECDBD40-F7C0-4614-9A28-6AD0E917BCD4}" type="pres">
      <dgm:prSet presAssocID="{86A92A98-2546-4B77-8312-D2EDC5461036}" presName="horz1" presStyleCnt="0"/>
      <dgm:spPr/>
    </dgm:pt>
    <dgm:pt modelId="{43D1EE5E-18FC-4C43-A8DA-2CE5BA487AC0}" type="pres">
      <dgm:prSet presAssocID="{86A92A98-2546-4B77-8312-D2EDC5461036}" presName="tx1" presStyleLbl="revTx" presStyleIdx="9" presStyleCnt="10"/>
      <dgm:spPr/>
    </dgm:pt>
    <dgm:pt modelId="{69E89907-F91F-4C76-9EBA-9B652DB7DE6B}" type="pres">
      <dgm:prSet presAssocID="{86A92A98-2546-4B77-8312-D2EDC5461036}" presName="vert1" presStyleCnt="0"/>
      <dgm:spPr/>
    </dgm:pt>
  </dgm:ptLst>
  <dgm:cxnLst>
    <dgm:cxn modelId="{96FC390C-AF50-4BAD-9F0F-88C51628662E}" srcId="{C1C9C1F0-56AF-4416-AE62-7186D922D099}" destId="{B65BD74F-2100-4FF9-8084-48310AD1FAF8}" srcOrd="0" destOrd="0" parTransId="{4565D69C-D4BF-44C6-BAC9-822D394D4580}" sibTransId="{E0C7A350-C9A4-4454-AFBF-F5BF699EBD69}"/>
    <dgm:cxn modelId="{ABDDCB11-BE3E-4D10-92F5-CE453F0831DC}" type="presOf" srcId="{B65BD74F-2100-4FF9-8084-48310AD1FAF8}" destId="{50D7B4D3-A836-442C-9638-8DB8B0C4C9FF}" srcOrd="0" destOrd="0" presId="urn:microsoft.com/office/officeart/2008/layout/LinedList"/>
    <dgm:cxn modelId="{D3D4FD15-31DD-43EC-92C2-A5896E96CCBF}" srcId="{C1C9C1F0-56AF-4416-AE62-7186D922D099}" destId="{80C2A18D-F8CF-403F-9F8D-AD2E88DC0DD4}" srcOrd="3" destOrd="0" parTransId="{7A56F482-FF5D-422F-95DF-6D3B0E2EDE8A}" sibTransId="{03F6A7C6-0085-4CD9-9A44-D92B040C2659}"/>
    <dgm:cxn modelId="{82BB8A20-63B5-4D9F-B5E4-8637C2A2E3AC}" srcId="{C1C9C1F0-56AF-4416-AE62-7186D922D099}" destId="{EEFB48B7-B14A-4D56-9DAD-89794F31D6CA}" srcOrd="4" destOrd="0" parTransId="{A04645E6-C6AE-4675-8505-9E71CB222ED0}" sibTransId="{6D20D050-796B-463C-9CC6-D91F30258F3C}"/>
    <dgm:cxn modelId="{C0C8FC23-7CFA-4336-903E-69A83B9C1B27}" srcId="{C1C9C1F0-56AF-4416-AE62-7186D922D099}" destId="{279E072E-E82F-43B3-A43E-92D70C29116E}" srcOrd="6" destOrd="0" parTransId="{9E756439-8C37-4EAC-AC88-77297CEC3CD6}" sibTransId="{5DCF6180-8326-4724-B03D-21EF04CE7727}"/>
    <dgm:cxn modelId="{96EEC626-56C9-4DCD-B749-1B50DD541C2B}" type="presOf" srcId="{B1A6FD0B-4ADE-4B35-AAB1-14D673B285F5}" destId="{2221A0EA-A7EB-4352-985F-501BA2DE6211}" srcOrd="0" destOrd="0" presId="urn:microsoft.com/office/officeart/2008/layout/LinedList"/>
    <dgm:cxn modelId="{8CC8913A-DA9D-483C-B8EC-3A3BB29F5A16}" srcId="{C1C9C1F0-56AF-4416-AE62-7186D922D099}" destId="{86EC790A-2F1F-4660-8ADE-6EE379BF5264}" srcOrd="2" destOrd="0" parTransId="{97FDE03F-6BA8-4AC9-B5DC-CF131DF5C1F5}" sibTransId="{28A417B3-2226-4955-A4EB-7841D1FA00CA}"/>
    <dgm:cxn modelId="{DAE56840-2AE2-4D3D-9840-C833644CC9BA}" type="presOf" srcId="{67DCC19D-F4ED-4FCC-946C-9A8971D13E63}" destId="{003F1AA4-4C46-4A28-9139-853AABE4D7AF}" srcOrd="0" destOrd="0" presId="urn:microsoft.com/office/officeart/2008/layout/LinedList"/>
    <dgm:cxn modelId="{C1DA9E5D-EE8A-43DE-B1C3-E01EC11FFC25}" srcId="{C1C9C1F0-56AF-4416-AE62-7186D922D099}" destId="{67DCC19D-F4ED-4FCC-946C-9A8971D13E63}" srcOrd="8" destOrd="0" parTransId="{C4F92A74-0F77-470B-AFF8-73ADDF467EDD}" sibTransId="{B45882D1-9DB3-4C5F-9714-F81435A80539}"/>
    <dgm:cxn modelId="{2EDFDF5D-5D81-45FC-8AB3-7EBE5095694F}" srcId="{C1C9C1F0-56AF-4416-AE62-7186D922D099}" destId="{B1A6FD0B-4ADE-4B35-AAB1-14D673B285F5}" srcOrd="1" destOrd="0" parTransId="{9D3135C0-5BA0-4681-BC6B-62F6BF6E36E7}" sibTransId="{C7965340-5DE5-426A-BBFB-AC57E10EE5A8}"/>
    <dgm:cxn modelId="{EC4BE560-8360-4EE2-B4B5-57F59D49358F}" srcId="{C1C9C1F0-56AF-4416-AE62-7186D922D099}" destId="{D12624FD-766D-44E2-A497-95832E4B9B26}" srcOrd="7" destOrd="0" parTransId="{A5AB61C0-58EF-4C4B-BF38-84AB22C9990F}" sibTransId="{1D0965DA-978D-46BB-96C8-FE85CE1A0655}"/>
    <dgm:cxn modelId="{8B20C680-4DD3-469B-A26D-D5EC16D1E5A8}" type="presOf" srcId="{C1C9C1F0-56AF-4416-AE62-7186D922D099}" destId="{9DF75805-83FC-4255-986A-AB27532AE4A1}" srcOrd="0" destOrd="0" presId="urn:microsoft.com/office/officeart/2008/layout/LinedList"/>
    <dgm:cxn modelId="{7C2A09AE-1C62-4118-B4BB-096FAE6EC9FA}" type="presOf" srcId="{EEFB48B7-B14A-4D56-9DAD-89794F31D6CA}" destId="{6E086932-FC46-4E45-A123-6889A8B106BB}" srcOrd="0" destOrd="0" presId="urn:microsoft.com/office/officeart/2008/layout/LinedList"/>
    <dgm:cxn modelId="{55BD0CBB-81C4-4E99-A667-64CE2EC07DDD}" type="presOf" srcId="{D12624FD-766D-44E2-A497-95832E4B9B26}" destId="{ABD7B087-1E3D-4A2F-BF70-D9DA354A921F}" srcOrd="0" destOrd="0" presId="urn:microsoft.com/office/officeart/2008/layout/LinedList"/>
    <dgm:cxn modelId="{B42C8BBD-69A4-4326-8155-32398AF07BE7}" srcId="{C1C9C1F0-56AF-4416-AE62-7186D922D099}" destId="{86A92A98-2546-4B77-8312-D2EDC5461036}" srcOrd="9" destOrd="0" parTransId="{227A7C54-A1CA-49B7-AE1D-473A7E312AA3}" sibTransId="{5D65B549-E6BC-4793-82C1-A4F10C9D1573}"/>
    <dgm:cxn modelId="{5B2F24D2-F7B5-4F86-835B-A081A934B3D3}" type="presOf" srcId="{80C2A18D-F8CF-403F-9F8D-AD2E88DC0DD4}" destId="{38AAB5C8-2336-4409-9329-80F002ECB828}" srcOrd="0" destOrd="0" presId="urn:microsoft.com/office/officeart/2008/layout/LinedList"/>
    <dgm:cxn modelId="{775721DB-36AE-486C-ADB2-8C0AB4FA264C}" type="presOf" srcId="{86A92A98-2546-4B77-8312-D2EDC5461036}" destId="{43D1EE5E-18FC-4C43-A8DA-2CE5BA487AC0}" srcOrd="0" destOrd="0" presId="urn:microsoft.com/office/officeart/2008/layout/LinedList"/>
    <dgm:cxn modelId="{638F98E7-9DF1-44F4-8481-1F3051ABA28C}" type="presOf" srcId="{86EC790A-2F1F-4660-8ADE-6EE379BF5264}" destId="{7EB66E98-15E3-49CD-A10D-4903BF7D5D80}" srcOrd="0" destOrd="0" presId="urn:microsoft.com/office/officeart/2008/layout/LinedList"/>
    <dgm:cxn modelId="{5F54BCF1-B59C-4DC2-BFDA-ABF7EC059A4C}" type="presOf" srcId="{FE11522B-8A05-459F-86A2-6284D9E8BBE5}" destId="{2DE1C272-B93E-453D-85E0-A4CE84DFB70A}" srcOrd="0" destOrd="0" presId="urn:microsoft.com/office/officeart/2008/layout/LinedList"/>
    <dgm:cxn modelId="{A6E175F2-999A-44A8-A797-6783638CACB3}" srcId="{C1C9C1F0-56AF-4416-AE62-7186D922D099}" destId="{FE11522B-8A05-459F-86A2-6284D9E8BBE5}" srcOrd="5" destOrd="0" parTransId="{AC1C6F25-473F-49C0-935F-44E043AEC952}" sibTransId="{F9B3C83B-44A4-442C-8DE0-2CBB999FF9D7}"/>
    <dgm:cxn modelId="{4F8AD2F9-DE0B-404C-9EDD-157720549185}" type="presOf" srcId="{279E072E-E82F-43B3-A43E-92D70C29116E}" destId="{0DAE020D-AFDD-449B-BF11-5C73F394A364}" srcOrd="0" destOrd="0" presId="urn:microsoft.com/office/officeart/2008/layout/LinedList"/>
    <dgm:cxn modelId="{55CA5583-4DAB-49FA-A49C-C6211080543C}" type="presParOf" srcId="{9DF75805-83FC-4255-986A-AB27532AE4A1}" destId="{639A72F9-1A1C-4E90-BFEE-26A56CAC9A99}" srcOrd="0" destOrd="0" presId="urn:microsoft.com/office/officeart/2008/layout/LinedList"/>
    <dgm:cxn modelId="{F94822AB-627C-4137-AF49-7DFA74248D61}" type="presParOf" srcId="{9DF75805-83FC-4255-986A-AB27532AE4A1}" destId="{8D7A5226-8978-4D99-A97B-491463A1B945}" srcOrd="1" destOrd="0" presId="urn:microsoft.com/office/officeart/2008/layout/LinedList"/>
    <dgm:cxn modelId="{67E55260-5848-4DED-A024-0C5837C6728D}" type="presParOf" srcId="{8D7A5226-8978-4D99-A97B-491463A1B945}" destId="{50D7B4D3-A836-442C-9638-8DB8B0C4C9FF}" srcOrd="0" destOrd="0" presId="urn:microsoft.com/office/officeart/2008/layout/LinedList"/>
    <dgm:cxn modelId="{BA9AFDDF-A3B7-4AE2-84E8-7C28D22D6B52}" type="presParOf" srcId="{8D7A5226-8978-4D99-A97B-491463A1B945}" destId="{D9BFEE18-B729-46E9-A1AD-623253F6DE17}" srcOrd="1" destOrd="0" presId="urn:microsoft.com/office/officeart/2008/layout/LinedList"/>
    <dgm:cxn modelId="{8D1A9728-DE95-4F30-81B5-0647E86E3C42}" type="presParOf" srcId="{9DF75805-83FC-4255-986A-AB27532AE4A1}" destId="{F4C6A55D-DAB7-4FEE-82A6-D029474CD5FA}" srcOrd="2" destOrd="0" presId="urn:microsoft.com/office/officeart/2008/layout/LinedList"/>
    <dgm:cxn modelId="{25C115FF-F72E-4A15-B353-4BD3B3E2950F}" type="presParOf" srcId="{9DF75805-83FC-4255-986A-AB27532AE4A1}" destId="{944275B2-4C00-4946-85B3-E076858650BC}" srcOrd="3" destOrd="0" presId="urn:microsoft.com/office/officeart/2008/layout/LinedList"/>
    <dgm:cxn modelId="{9192D53C-EB56-4E66-BAC1-095517B9521B}" type="presParOf" srcId="{944275B2-4C00-4946-85B3-E076858650BC}" destId="{2221A0EA-A7EB-4352-985F-501BA2DE6211}" srcOrd="0" destOrd="0" presId="urn:microsoft.com/office/officeart/2008/layout/LinedList"/>
    <dgm:cxn modelId="{7226E722-FB87-4054-A78E-0A757B68C564}" type="presParOf" srcId="{944275B2-4C00-4946-85B3-E076858650BC}" destId="{AAC32E25-8CF6-4227-A88E-E9C47DF1590F}" srcOrd="1" destOrd="0" presId="urn:microsoft.com/office/officeart/2008/layout/LinedList"/>
    <dgm:cxn modelId="{1F3FD630-0F39-409B-81BC-3F6CA895BBD9}" type="presParOf" srcId="{9DF75805-83FC-4255-986A-AB27532AE4A1}" destId="{C16371C4-A7A1-4F24-BF69-9070BA406CF4}" srcOrd="4" destOrd="0" presId="urn:microsoft.com/office/officeart/2008/layout/LinedList"/>
    <dgm:cxn modelId="{F5D6D9B0-549A-4235-8C14-855523E8555E}" type="presParOf" srcId="{9DF75805-83FC-4255-986A-AB27532AE4A1}" destId="{F1879EAE-60A8-4BC7-8864-4C59E189AE1F}" srcOrd="5" destOrd="0" presId="urn:microsoft.com/office/officeart/2008/layout/LinedList"/>
    <dgm:cxn modelId="{95BEDC30-0EF4-493B-ACFD-5919C17B2879}" type="presParOf" srcId="{F1879EAE-60A8-4BC7-8864-4C59E189AE1F}" destId="{7EB66E98-15E3-49CD-A10D-4903BF7D5D80}" srcOrd="0" destOrd="0" presId="urn:microsoft.com/office/officeart/2008/layout/LinedList"/>
    <dgm:cxn modelId="{39A972DA-63D3-46AF-85B2-0723FBF8CC5B}" type="presParOf" srcId="{F1879EAE-60A8-4BC7-8864-4C59E189AE1F}" destId="{6F90302D-79BC-488E-A419-916CC7925D6D}" srcOrd="1" destOrd="0" presId="urn:microsoft.com/office/officeart/2008/layout/LinedList"/>
    <dgm:cxn modelId="{773FE385-E83C-4567-B531-A4A517256FA1}" type="presParOf" srcId="{9DF75805-83FC-4255-986A-AB27532AE4A1}" destId="{59700633-2F12-4593-A703-F3AF71A42EEE}" srcOrd="6" destOrd="0" presId="urn:microsoft.com/office/officeart/2008/layout/LinedList"/>
    <dgm:cxn modelId="{94DF7673-954E-4724-83B6-A31E1E451757}" type="presParOf" srcId="{9DF75805-83FC-4255-986A-AB27532AE4A1}" destId="{0231A578-83DE-4422-A94F-C6ED98EECE19}" srcOrd="7" destOrd="0" presId="urn:microsoft.com/office/officeart/2008/layout/LinedList"/>
    <dgm:cxn modelId="{F6DA7537-5038-416C-A0A8-F14A8D9929A0}" type="presParOf" srcId="{0231A578-83DE-4422-A94F-C6ED98EECE19}" destId="{38AAB5C8-2336-4409-9329-80F002ECB828}" srcOrd="0" destOrd="0" presId="urn:microsoft.com/office/officeart/2008/layout/LinedList"/>
    <dgm:cxn modelId="{0AFA449C-8210-4C44-BABD-C0C6BC9D665C}" type="presParOf" srcId="{0231A578-83DE-4422-A94F-C6ED98EECE19}" destId="{50B40064-DDA3-48F5-ABAA-B38E06F873EA}" srcOrd="1" destOrd="0" presId="urn:microsoft.com/office/officeart/2008/layout/LinedList"/>
    <dgm:cxn modelId="{D74D8B0D-1E12-40DE-BA54-F591427ACF06}" type="presParOf" srcId="{9DF75805-83FC-4255-986A-AB27532AE4A1}" destId="{DC6B9D64-E1A1-4D5F-9481-8BCE71AA54FA}" srcOrd="8" destOrd="0" presId="urn:microsoft.com/office/officeart/2008/layout/LinedList"/>
    <dgm:cxn modelId="{318A0376-E8D3-42EF-9953-F085AF672E22}" type="presParOf" srcId="{9DF75805-83FC-4255-986A-AB27532AE4A1}" destId="{FB1B8506-1DBB-47D8-91BA-36A61D6D681C}" srcOrd="9" destOrd="0" presId="urn:microsoft.com/office/officeart/2008/layout/LinedList"/>
    <dgm:cxn modelId="{09200167-6006-4A2E-8137-9373B8D1FB23}" type="presParOf" srcId="{FB1B8506-1DBB-47D8-91BA-36A61D6D681C}" destId="{6E086932-FC46-4E45-A123-6889A8B106BB}" srcOrd="0" destOrd="0" presId="urn:microsoft.com/office/officeart/2008/layout/LinedList"/>
    <dgm:cxn modelId="{C89AC62A-70B9-42DE-9384-7F601AE67DF9}" type="presParOf" srcId="{FB1B8506-1DBB-47D8-91BA-36A61D6D681C}" destId="{75E6F1C4-493D-46B7-A5E8-882258AE1FF4}" srcOrd="1" destOrd="0" presId="urn:microsoft.com/office/officeart/2008/layout/LinedList"/>
    <dgm:cxn modelId="{0AAF683F-897D-45FB-B7FB-E0EF9629832C}" type="presParOf" srcId="{9DF75805-83FC-4255-986A-AB27532AE4A1}" destId="{260B11B7-2EEB-4FAE-8264-AF3D6C4C7939}" srcOrd="10" destOrd="0" presId="urn:microsoft.com/office/officeart/2008/layout/LinedList"/>
    <dgm:cxn modelId="{3FFA8055-7F95-45DE-BE5B-FDCDC6254490}" type="presParOf" srcId="{9DF75805-83FC-4255-986A-AB27532AE4A1}" destId="{4BCBA6E3-3B0F-42CD-81AE-191C53C6F827}" srcOrd="11" destOrd="0" presId="urn:microsoft.com/office/officeart/2008/layout/LinedList"/>
    <dgm:cxn modelId="{3C343939-54CE-4D39-BEE5-4C1B0F62F526}" type="presParOf" srcId="{4BCBA6E3-3B0F-42CD-81AE-191C53C6F827}" destId="{2DE1C272-B93E-453D-85E0-A4CE84DFB70A}" srcOrd="0" destOrd="0" presId="urn:microsoft.com/office/officeart/2008/layout/LinedList"/>
    <dgm:cxn modelId="{EAE308D9-9911-49A9-B981-B0B18A5BB8BA}" type="presParOf" srcId="{4BCBA6E3-3B0F-42CD-81AE-191C53C6F827}" destId="{9D52E079-B8D6-4F52-8225-E15172960382}" srcOrd="1" destOrd="0" presId="urn:microsoft.com/office/officeart/2008/layout/LinedList"/>
    <dgm:cxn modelId="{851C9087-2933-4D0D-A933-714BAE4FD688}" type="presParOf" srcId="{9DF75805-83FC-4255-986A-AB27532AE4A1}" destId="{D710FF4E-A0E7-45D7-9B70-628588E15A8B}" srcOrd="12" destOrd="0" presId="urn:microsoft.com/office/officeart/2008/layout/LinedList"/>
    <dgm:cxn modelId="{31E9DF4E-EA51-4711-A255-58891AF1D81E}" type="presParOf" srcId="{9DF75805-83FC-4255-986A-AB27532AE4A1}" destId="{86DF9DCF-98AF-4FD2-9E40-412900844EE3}" srcOrd="13" destOrd="0" presId="urn:microsoft.com/office/officeart/2008/layout/LinedList"/>
    <dgm:cxn modelId="{2482346E-2AFD-4D48-8442-4F25D4066420}" type="presParOf" srcId="{86DF9DCF-98AF-4FD2-9E40-412900844EE3}" destId="{0DAE020D-AFDD-449B-BF11-5C73F394A364}" srcOrd="0" destOrd="0" presId="urn:microsoft.com/office/officeart/2008/layout/LinedList"/>
    <dgm:cxn modelId="{230E1A97-AA81-4DB3-95A1-E62FB415EF05}" type="presParOf" srcId="{86DF9DCF-98AF-4FD2-9E40-412900844EE3}" destId="{8B9AD6DE-4909-4E4B-81C2-3B91DEDF1C5D}" srcOrd="1" destOrd="0" presId="urn:microsoft.com/office/officeart/2008/layout/LinedList"/>
    <dgm:cxn modelId="{C39619FC-5D57-44ED-BA5F-336B24F40289}" type="presParOf" srcId="{9DF75805-83FC-4255-986A-AB27532AE4A1}" destId="{4E35027D-25C5-4193-A92C-A5CE959A3845}" srcOrd="14" destOrd="0" presId="urn:microsoft.com/office/officeart/2008/layout/LinedList"/>
    <dgm:cxn modelId="{02B7494F-830A-4657-B81D-CD1BDFF9561F}" type="presParOf" srcId="{9DF75805-83FC-4255-986A-AB27532AE4A1}" destId="{27732706-287F-4E87-8AE5-5EAB30F1C747}" srcOrd="15" destOrd="0" presId="urn:microsoft.com/office/officeart/2008/layout/LinedList"/>
    <dgm:cxn modelId="{4211B6E8-5C0D-43E2-8DFB-EAB3884CBB1D}" type="presParOf" srcId="{27732706-287F-4E87-8AE5-5EAB30F1C747}" destId="{ABD7B087-1E3D-4A2F-BF70-D9DA354A921F}" srcOrd="0" destOrd="0" presId="urn:microsoft.com/office/officeart/2008/layout/LinedList"/>
    <dgm:cxn modelId="{2E5648BC-F039-47AE-8739-BA654B6BF0F5}" type="presParOf" srcId="{27732706-287F-4E87-8AE5-5EAB30F1C747}" destId="{242AD8B7-4707-429B-A06C-0D5101D31A26}" srcOrd="1" destOrd="0" presId="urn:microsoft.com/office/officeart/2008/layout/LinedList"/>
    <dgm:cxn modelId="{08FCA59E-F32B-43FF-AE83-C0FB0441A8A2}" type="presParOf" srcId="{9DF75805-83FC-4255-986A-AB27532AE4A1}" destId="{D2800546-873F-48AA-99E0-652B8166E322}" srcOrd="16" destOrd="0" presId="urn:microsoft.com/office/officeart/2008/layout/LinedList"/>
    <dgm:cxn modelId="{020937C3-D875-417D-A869-87FC5F424BE6}" type="presParOf" srcId="{9DF75805-83FC-4255-986A-AB27532AE4A1}" destId="{E9C6A047-9652-4E90-9ED4-D810B14CF5E6}" srcOrd="17" destOrd="0" presId="urn:microsoft.com/office/officeart/2008/layout/LinedList"/>
    <dgm:cxn modelId="{C027815D-AFD5-46F8-BE65-E028062F22CF}" type="presParOf" srcId="{E9C6A047-9652-4E90-9ED4-D810B14CF5E6}" destId="{003F1AA4-4C46-4A28-9139-853AABE4D7AF}" srcOrd="0" destOrd="0" presId="urn:microsoft.com/office/officeart/2008/layout/LinedList"/>
    <dgm:cxn modelId="{2A2FB1E7-0FFB-45D7-8100-7895D742941A}" type="presParOf" srcId="{E9C6A047-9652-4E90-9ED4-D810B14CF5E6}" destId="{234C2D0E-D07B-4B05-8EBB-C4071714D788}" srcOrd="1" destOrd="0" presId="urn:microsoft.com/office/officeart/2008/layout/LinedList"/>
    <dgm:cxn modelId="{9269F4F9-4E8C-498E-A26E-92D15D0D554B}" type="presParOf" srcId="{9DF75805-83FC-4255-986A-AB27532AE4A1}" destId="{40392E65-1FB0-4723-9A68-17FB1D36627F}" srcOrd="18" destOrd="0" presId="urn:microsoft.com/office/officeart/2008/layout/LinedList"/>
    <dgm:cxn modelId="{FB6ACFF9-CF97-4717-B4B0-8A0B05514E21}" type="presParOf" srcId="{9DF75805-83FC-4255-986A-AB27532AE4A1}" destId="{3ECDBD40-F7C0-4614-9A28-6AD0E917BCD4}" srcOrd="19" destOrd="0" presId="urn:microsoft.com/office/officeart/2008/layout/LinedList"/>
    <dgm:cxn modelId="{69273B18-F82A-4DB7-883D-4FDB2AC5427C}" type="presParOf" srcId="{3ECDBD40-F7C0-4614-9A28-6AD0E917BCD4}" destId="{43D1EE5E-18FC-4C43-A8DA-2CE5BA487AC0}" srcOrd="0" destOrd="0" presId="urn:microsoft.com/office/officeart/2008/layout/LinedList"/>
    <dgm:cxn modelId="{6DCF5C5E-7358-45F8-B53B-AFACF26F0CD4}" type="presParOf" srcId="{3ECDBD40-F7C0-4614-9A28-6AD0E917BCD4}" destId="{69E89907-F91F-4C76-9EBA-9B652DB7DE6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40BD6EB-74A3-4B5E-9E3C-C5E5F3C5E4E1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9A37305-E1E9-4EC8-9C4B-73B16C45DF70}">
      <dgm:prSet/>
      <dgm:spPr/>
      <dgm:t>
        <a:bodyPr/>
        <a:lstStyle/>
        <a:p>
          <a:r>
            <a:rPr lang="en-US">
              <a:solidFill>
                <a:srgbClr val="080808"/>
              </a:solidFill>
            </a:rPr>
            <a:t>Ensure separator is empty</a:t>
          </a:r>
          <a:endParaRPr lang="en-US" dirty="0">
            <a:solidFill>
              <a:srgbClr val="080808"/>
            </a:solidFill>
          </a:endParaRPr>
        </a:p>
      </dgm:t>
    </dgm:pt>
    <dgm:pt modelId="{D66EA98D-45CB-4B21-B679-6846BD209ECD}" type="parTrans" cxnId="{D1E95AF2-5F52-4500-8E00-2DA9588A46A1}">
      <dgm:prSet/>
      <dgm:spPr/>
      <dgm:t>
        <a:bodyPr/>
        <a:lstStyle/>
        <a:p>
          <a:endParaRPr lang="en-US"/>
        </a:p>
      </dgm:t>
    </dgm:pt>
    <dgm:pt modelId="{B734E3DB-E457-4EF9-91DC-223012556DB0}" type="sibTrans" cxnId="{D1E95AF2-5F52-4500-8E00-2DA9588A46A1}">
      <dgm:prSet/>
      <dgm:spPr/>
      <dgm:t>
        <a:bodyPr/>
        <a:lstStyle/>
        <a:p>
          <a:endParaRPr lang="en-US"/>
        </a:p>
      </dgm:t>
    </dgm:pt>
    <dgm:pt modelId="{1FB4A1D6-CF40-41F5-901D-B956CAE5C687}">
      <dgm:prSet/>
      <dgm:spPr/>
      <dgm:t>
        <a:bodyPr/>
        <a:lstStyle/>
        <a:p>
          <a:r>
            <a:rPr lang="en-US">
              <a:solidFill>
                <a:srgbClr val="080808"/>
              </a:solidFill>
            </a:rPr>
            <a:t>Prepare sugar solution</a:t>
          </a:r>
          <a:endParaRPr lang="en-US" dirty="0">
            <a:solidFill>
              <a:srgbClr val="080808"/>
            </a:solidFill>
          </a:endParaRPr>
        </a:p>
      </dgm:t>
    </dgm:pt>
    <dgm:pt modelId="{FBEFC861-402F-46DE-A6B7-45C6A1CA7AB9}" type="parTrans" cxnId="{56905E41-8AD2-4C7F-8FE4-3592817384E3}">
      <dgm:prSet/>
      <dgm:spPr/>
      <dgm:t>
        <a:bodyPr/>
        <a:lstStyle/>
        <a:p>
          <a:endParaRPr lang="en-US"/>
        </a:p>
      </dgm:t>
    </dgm:pt>
    <dgm:pt modelId="{015EE6F9-EE89-4FD7-A99B-C5155A3FA6EA}" type="sibTrans" cxnId="{56905E41-8AD2-4C7F-8FE4-3592817384E3}">
      <dgm:prSet/>
      <dgm:spPr/>
      <dgm:t>
        <a:bodyPr/>
        <a:lstStyle/>
        <a:p>
          <a:endParaRPr lang="en-US"/>
        </a:p>
      </dgm:t>
    </dgm:pt>
    <dgm:pt modelId="{AE6AAEBA-B535-4E81-AF4D-171746AAF008}">
      <dgm:prSet/>
      <dgm:spPr/>
      <dgm:t>
        <a:bodyPr/>
        <a:lstStyle/>
        <a:p>
          <a:r>
            <a:rPr lang="en-US">
              <a:solidFill>
                <a:srgbClr val="080808"/>
              </a:solidFill>
            </a:rPr>
            <a:t>Fill separator with solution to fill line</a:t>
          </a:r>
          <a:endParaRPr lang="en-US" dirty="0">
            <a:solidFill>
              <a:srgbClr val="080808"/>
            </a:solidFill>
          </a:endParaRPr>
        </a:p>
      </dgm:t>
    </dgm:pt>
    <dgm:pt modelId="{189FF6AF-B2F2-4E08-9BD8-6FA032761809}" type="parTrans" cxnId="{7BF3B601-FF12-410D-B1F4-5BA611CB666C}">
      <dgm:prSet/>
      <dgm:spPr/>
      <dgm:t>
        <a:bodyPr/>
        <a:lstStyle/>
        <a:p>
          <a:endParaRPr lang="en-US"/>
        </a:p>
      </dgm:t>
    </dgm:pt>
    <dgm:pt modelId="{619B43A0-DB49-46B1-BD63-5FB19A9369C6}" type="sibTrans" cxnId="{7BF3B601-FF12-410D-B1F4-5BA611CB666C}">
      <dgm:prSet/>
      <dgm:spPr/>
      <dgm:t>
        <a:bodyPr/>
        <a:lstStyle/>
        <a:p>
          <a:endParaRPr lang="en-US"/>
        </a:p>
      </dgm:t>
    </dgm:pt>
    <dgm:pt modelId="{B1CD85DF-2FF8-40E0-84A4-4BEADEB3B658}">
      <dgm:prSet/>
      <dgm:spPr/>
      <dgm:t>
        <a:bodyPr/>
        <a:lstStyle/>
        <a:p>
          <a:r>
            <a:rPr lang="en-US">
              <a:solidFill>
                <a:srgbClr val="080808"/>
              </a:solidFill>
            </a:rPr>
            <a:t>Fill makeup tank with DI water</a:t>
          </a:r>
          <a:endParaRPr lang="en-US" dirty="0">
            <a:solidFill>
              <a:srgbClr val="080808"/>
            </a:solidFill>
          </a:endParaRPr>
        </a:p>
      </dgm:t>
    </dgm:pt>
    <dgm:pt modelId="{DE6E819D-5F3E-4E79-8BC2-4EE2A1D5C93D}" type="parTrans" cxnId="{C8337751-7BC5-4853-A378-A0A857BE45B5}">
      <dgm:prSet/>
      <dgm:spPr/>
      <dgm:t>
        <a:bodyPr/>
        <a:lstStyle/>
        <a:p>
          <a:endParaRPr lang="en-US"/>
        </a:p>
      </dgm:t>
    </dgm:pt>
    <dgm:pt modelId="{FF9F518B-6341-40B8-8F58-9A35E062084F}" type="sibTrans" cxnId="{C8337751-7BC5-4853-A378-A0A857BE45B5}">
      <dgm:prSet/>
      <dgm:spPr/>
      <dgm:t>
        <a:bodyPr/>
        <a:lstStyle/>
        <a:p>
          <a:endParaRPr lang="en-US"/>
        </a:p>
      </dgm:t>
    </dgm:pt>
    <dgm:pt modelId="{F20D06A3-5775-453B-A4A9-822A0C07AEC5}">
      <dgm:prSet/>
      <dgm:spPr/>
      <dgm:t>
        <a:bodyPr/>
        <a:lstStyle/>
        <a:p>
          <a:r>
            <a:rPr lang="en-US">
              <a:solidFill>
                <a:srgbClr val="080808"/>
              </a:solidFill>
            </a:rPr>
            <a:t>Start flow of steam</a:t>
          </a:r>
          <a:endParaRPr lang="en-US" dirty="0">
            <a:solidFill>
              <a:srgbClr val="080808"/>
            </a:solidFill>
          </a:endParaRPr>
        </a:p>
      </dgm:t>
    </dgm:pt>
    <dgm:pt modelId="{22C24FAC-88A8-41DE-80C3-43A6B6F214E6}" type="parTrans" cxnId="{639C88E7-D095-4369-B5C3-EDCBA950A2DC}">
      <dgm:prSet/>
      <dgm:spPr/>
      <dgm:t>
        <a:bodyPr/>
        <a:lstStyle/>
        <a:p>
          <a:endParaRPr lang="en-US"/>
        </a:p>
      </dgm:t>
    </dgm:pt>
    <dgm:pt modelId="{D9F2C6AB-B084-4EE8-98BF-FCD2BA1668AB}" type="sibTrans" cxnId="{639C88E7-D095-4369-B5C3-EDCBA950A2DC}">
      <dgm:prSet/>
      <dgm:spPr/>
      <dgm:t>
        <a:bodyPr/>
        <a:lstStyle/>
        <a:p>
          <a:endParaRPr lang="en-US"/>
        </a:p>
      </dgm:t>
    </dgm:pt>
    <dgm:pt modelId="{8A6B9F40-F883-4379-B04E-8CE16F22A545}">
      <dgm:prSet/>
      <dgm:spPr/>
      <dgm:t>
        <a:bodyPr/>
        <a:lstStyle/>
        <a:p>
          <a:r>
            <a:rPr lang="en-US">
              <a:solidFill>
                <a:srgbClr val="080808"/>
              </a:solidFill>
            </a:rPr>
            <a:t>Start cooling water to steam trap and condenser</a:t>
          </a:r>
          <a:endParaRPr lang="en-US" dirty="0">
            <a:solidFill>
              <a:srgbClr val="080808"/>
            </a:solidFill>
          </a:endParaRPr>
        </a:p>
      </dgm:t>
    </dgm:pt>
    <dgm:pt modelId="{8F6112BF-814F-4EB2-864D-C2CD2992EA2A}" type="parTrans" cxnId="{F9A81CC1-B406-42AF-B38F-26BCB7334B93}">
      <dgm:prSet/>
      <dgm:spPr/>
      <dgm:t>
        <a:bodyPr/>
        <a:lstStyle/>
        <a:p>
          <a:endParaRPr lang="en-US"/>
        </a:p>
      </dgm:t>
    </dgm:pt>
    <dgm:pt modelId="{92276E52-9357-4172-86B3-AA30257F3C2A}" type="sibTrans" cxnId="{F9A81CC1-B406-42AF-B38F-26BCB7334B93}">
      <dgm:prSet/>
      <dgm:spPr/>
      <dgm:t>
        <a:bodyPr/>
        <a:lstStyle/>
        <a:p>
          <a:endParaRPr lang="en-US"/>
        </a:p>
      </dgm:t>
    </dgm:pt>
    <dgm:pt modelId="{BB7AD7CE-EF1E-41D2-893D-A141289E8DA0}">
      <dgm:prSet/>
      <dgm:spPr/>
      <dgm:t>
        <a:bodyPr/>
        <a:lstStyle/>
        <a:p>
          <a:r>
            <a:rPr lang="en-US">
              <a:solidFill>
                <a:srgbClr val="080808"/>
              </a:solidFill>
            </a:rPr>
            <a:t>Turn on the vacuum pump</a:t>
          </a:r>
          <a:endParaRPr lang="en-US" dirty="0">
            <a:solidFill>
              <a:srgbClr val="080808"/>
            </a:solidFill>
          </a:endParaRPr>
        </a:p>
      </dgm:t>
    </dgm:pt>
    <dgm:pt modelId="{94346023-0751-46E3-9ADB-D21F3586B36D}" type="parTrans" cxnId="{EF6BA0D0-5399-469E-8BF7-D108B8C88943}">
      <dgm:prSet/>
      <dgm:spPr/>
      <dgm:t>
        <a:bodyPr/>
        <a:lstStyle/>
        <a:p>
          <a:endParaRPr lang="en-US"/>
        </a:p>
      </dgm:t>
    </dgm:pt>
    <dgm:pt modelId="{2D8C8E78-275B-4D5B-8127-4E1D448FCB2B}" type="sibTrans" cxnId="{EF6BA0D0-5399-469E-8BF7-D108B8C88943}">
      <dgm:prSet/>
      <dgm:spPr/>
      <dgm:t>
        <a:bodyPr/>
        <a:lstStyle/>
        <a:p>
          <a:endParaRPr lang="en-US"/>
        </a:p>
      </dgm:t>
    </dgm:pt>
    <dgm:pt modelId="{BBE00C24-7D83-480A-BAB3-3B3F9B4FF4F1}">
      <dgm:prSet/>
      <dgm:spPr/>
      <dgm:t>
        <a:bodyPr/>
        <a:lstStyle/>
        <a:p>
          <a:r>
            <a:rPr lang="en-US">
              <a:solidFill>
                <a:srgbClr val="080808"/>
              </a:solidFill>
            </a:rPr>
            <a:t>Adjust valve to desired pressure</a:t>
          </a:r>
          <a:endParaRPr lang="en-US" dirty="0">
            <a:solidFill>
              <a:srgbClr val="080808"/>
            </a:solidFill>
          </a:endParaRPr>
        </a:p>
      </dgm:t>
    </dgm:pt>
    <dgm:pt modelId="{C9545EDF-0A9F-4348-850F-AEF54AA40331}" type="parTrans" cxnId="{C8F33539-8D7E-420A-A71D-40A23C3DEC8E}">
      <dgm:prSet/>
      <dgm:spPr/>
      <dgm:t>
        <a:bodyPr/>
        <a:lstStyle/>
        <a:p>
          <a:endParaRPr lang="en-US"/>
        </a:p>
      </dgm:t>
    </dgm:pt>
    <dgm:pt modelId="{376BCBA7-59A3-402B-ADC0-59E8800256F5}" type="sibTrans" cxnId="{C8F33539-8D7E-420A-A71D-40A23C3DEC8E}">
      <dgm:prSet/>
      <dgm:spPr/>
      <dgm:t>
        <a:bodyPr/>
        <a:lstStyle/>
        <a:p>
          <a:endParaRPr lang="en-US"/>
        </a:p>
      </dgm:t>
    </dgm:pt>
    <dgm:pt modelId="{1559ED81-690B-4D71-9BCA-9E3825FC9168}">
      <dgm:prSet/>
      <dgm:spPr/>
      <dgm:t>
        <a:bodyPr/>
        <a:lstStyle/>
        <a:p>
          <a:r>
            <a:rPr lang="en-US">
              <a:solidFill>
                <a:srgbClr val="080808"/>
              </a:solidFill>
            </a:rPr>
            <a:t>Wait for the system to reach steady state</a:t>
          </a:r>
          <a:endParaRPr lang="en-US" dirty="0">
            <a:solidFill>
              <a:srgbClr val="080808"/>
            </a:solidFill>
          </a:endParaRPr>
        </a:p>
      </dgm:t>
    </dgm:pt>
    <dgm:pt modelId="{0AF3CEB1-34B8-4151-AC43-9B8847289807}" type="parTrans" cxnId="{5A79E0B0-ABBA-40B3-8F1A-F3297D7BD5D0}">
      <dgm:prSet/>
      <dgm:spPr/>
      <dgm:t>
        <a:bodyPr/>
        <a:lstStyle/>
        <a:p>
          <a:endParaRPr lang="en-US"/>
        </a:p>
      </dgm:t>
    </dgm:pt>
    <dgm:pt modelId="{0BC903BA-C5CF-40D1-BE9D-DE000E1854C6}" type="sibTrans" cxnId="{5A79E0B0-ABBA-40B3-8F1A-F3297D7BD5D0}">
      <dgm:prSet/>
      <dgm:spPr/>
      <dgm:t>
        <a:bodyPr/>
        <a:lstStyle/>
        <a:p>
          <a:endParaRPr lang="en-US"/>
        </a:p>
      </dgm:t>
    </dgm:pt>
    <dgm:pt modelId="{E1A39B72-5127-4767-8C8A-9B88F62202F5}">
      <dgm:prSet/>
      <dgm:spPr/>
      <dgm:t>
        <a:bodyPr/>
        <a:lstStyle/>
        <a:p>
          <a:r>
            <a:rPr lang="en-US" dirty="0">
              <a:solidFill>
                <a:srgbClr val="080808"/>
              </a:solidFill>
            </a:rPr>
            <a:t>Switch outlet valve to an empty Erlenmeyer flask</a:t>
          </a:r>
        </a:p>
      </dgm:t>
    </dgm:pt>
    <dgm:pt modelId="{B9D1FA9B-D3AD-4FB3-BC78-589A82405F31}" type="parTrans" cxnId="{610249B1-CF45-4E27-B353-27981B99BD37}">
      <dgm:prSet/>
      <dgm:spPr/>
      <dgm:t>
        <a:bodyPr/>
        <a:lstStyle/>
        <a:p>
          <a:endParaRPr lang="en-US"/>
        </a:p>
      </dgm:t>
    </dgm:pt>
    <dgm:pt modelId="{2D78124A-2AEE-456E-90DD-C88190517CC1}" type="sibTrans" cxnId="{610249B1-CF45-4E27-B353-27981B99BD37}">
      <dgm:prSet/>
      <dgm:spPr/>
      <dgm:t>
        <a:bodyPr/>
        <a:lstStyle/>
        <a:p>
          <a:endParaRPr lang="en-US"/>
        </a:p>
      </dgm:t>
    </dgm:pt>
    <dgm:pt modelId="{FD35F46D-5EC7-4B28-B9A8-04EFC6892BE5}">
      <dgm:prSet/>
      <dgm:spPr/>
      <dgm:t>
        <a:bodyPr/>
        <a:lstStyle/>
        <a:p>
          <a:r>
            <a:rPr lang="en-US">
              <a:solidFill>
                <a:srgbClr val="080808"/>
              </a:solidFill>
            </a:rPr>
            <a:t>Begin measuring volume of outlet water with respect to time. Repeat after 5-10 min.</a:t>
          </a:r>
          <a:endParaRPr lang="en-US" dirty="0">
            <a:solidFill>
              <a:srgbClr val="080808"/>
            </a:solidFill>
          </a:endParaRPr>
        </a:p>
      </dgm:t>
    </dgm:pt>
    <dgm:pt modelId="{AA8B050D-09EB-4C22-A225-DC3BFB1F310E}" type="parTrans" cxnId="{85ADBE5B-871B-44F5-BF0F-1B0566E9FAE4}">
      <dgm:prSet/>
      <dgm:spPr/>
      <dgm:t>
        <a:bodyPr/>
        <a:lstStyle/>
        <a:p>
          <a:endParaRPr lang="en-US"/>
        </a:p>
      </dgm:t>
    </dgm:pt>
    <dgm:pt modelId="{A10AC7F7-1BD8-41FE-99A5-CEA89522680A}" type="sibTrans" cxnId="{85ADBE5B-871B-44F5-BF0F-1B0566E9FAE4}">
      <dgm:prSet/>
      <dgm:spPr/>
      <dgm:t>
        <a:bodyPr/>
        <a:lstStyle/>
        <a:p>
          <a:endParaRPr lang="en-US"/>
        </a:p>
      </dgm:t>
    </dgm:pt>
    <dgm:pt modelId="{26AB8C87-2B59-4CBE-83D5-F93C3EF42577}">
      <dgm:prSet/>
      <dgm:spPr/>
      <dgm:t>
        <a:bodyPr/>
        <a:lstStyle/>
        <a:p>
          <a:r>
            <a:rPr lang="en-US">
              <a:solidFill>
                <a:srgbClr val="080808"/>
              </a:solidFill>
            </a:rPr>
            <a:t>Record flow rate of cooling water, and inlet and outlet temperatures.</a:t>
          </a:r>
          <a:endParaRPr lang="en-US" dirty="0">
            <a:solidFill>
              <a:srgbClr val="080808"/>
            </a:solidFill>
          </a:endParaRPr>
        </a:p>
      </dgm:t>
    </dgm:pt>
    <dgm:pt modelId="{B9BE1443-E092-4DB6-84B4-15CF91928FFA}" type="parTrans" cxnId="{80AB44D8-FF2C-4137-9452-36F0972A624E}">
      <dgm:prSet/>
      <dgm:spPr/>
      <dgm:t>
        <a:bodyPr/>
        <a:lstStyle/>
        <a:p>
          <a:endParaRPr lang="en-US"/>
        </a:p>
      </dgm:t>
    </dgm:pt>
    <dgm:pt modelId="{BCC44C2B-13A7-4CB8-A021-B9C90C34F735}" type="sibTrans" cxnId="{80AB44D8-FF2C-4137-9452-36F0972A624E}">
      <dgm:prSet/>
      <dgm:spPr/>
      <dgm:t>
        <a:bodyPr/>
        <a:lstStyle/>
        <a:p>
          <a:endParaRPr lang="en-US"/>
        </a:p>
      </dgm:t>
    </dgm:pt>
    <dgm:pt modelId="{139F6880-7BC6-4A55-A75F-01EEB13DC080}">
      <dgm:prSet/>
      <dgm:spPr/>
      <dgm:t>
        <a:bodyPr/>
        <a:lstStyle/>
        <a:p>
          <a:r>
            <a:rPr lang="en-US" dirty="0">
              <a:solidFill>
                <a:srgbClr val="080808"/>
              </a:solidFill>
            </a:rPr>
            <a:t>Repeat process at a different pressure. </a:t>
          </a:r>
        </a:p>
      </dgm:t>
    </dgm:pt>
    <dgm:pt modelId="{6DC16EF7-46DE-48EC-957D-A8652938FDB0}" type="parTrans" cxnId="{95FB9E9C-0E06-4A5C-9EDB-D0C266AE1ED8}">
      <dgm:prSet/>
      <dgm:spPr/>
      <dgm:t>
        <a:bodyPr/>
        <a:lstStyle/>
        <a:p>
          <a:endParaRPr lang="en-US"/>
        </a:p>
      </dgm:t>
    </dgm:pt>
    <dgm:pt modelId="{EBD6A219-1495-4604-884F-F1247966012E}" type="sibTrans" cxnId="{95FB9E9C-0E06-4A5C-9EDB-D0C266AE1ED8}">
      <dgm:prSet/>
      <dgm:spPr/>
      <dgm:t>
        <a:bodyPr/>
        <a:lstStyle/>
        <a:p>
          <a:endParaRPr lang="en-US"/>
        </a:p>
      </dgm:t>
    </dgm:pt>
    <dgm:pt modelId="{50C2F447-9A87-4A9D-8D43-9C0A11CC82F5}" type="pres">
      <dgm:prSet presAssocID="{B40BD6EB-74A3-4B5E-9E3C-C5E5F3C5E4E1}" presName="vert0" presStyleCnt="0">
        <dgm:presLayoutVars>
          <dgm:dir/>
          <dgm:animOne val="branch"/>
          <dgm:animLvl val="lvl"/>
        </dgm:presLayoutVars>
      </dgm:prSet>
      <dgm:spPr/>
    </dgm:pt>
    <dgm:pt modelId="{EED1BF1C-F5F4-4AD6-ABAC-941A6DEA2D39}" type="pres">
      <dgm:prSet presAssocID="{09A37305-E1E9-4EC8-9C4B-73B16C45DF70}" presName="thickLine" presStyleLbl="alignNode1" presStyleIdx="0" presStyleCnt="13"/>
      <dgm:spPr/>
    </dgm:pt>
    <dgm:pt modelId="{E9DFB903-34F1-46AA-A275-6E7CC5756752}" type="pres">
      <dgm:prSet presAssocID="{09A37305-E1E9-4EC8-9C4B-73B16C45DF70}" presName="horz1" presStyleCnt="0"/>
      <dgm:spPr/>
    </dgm:pt>
    <dgm:pt modelId="{D7BB3F90-FECC-44F6-A2DA-68C624825E69}" type="pres">
      <dgm:prSet presAssocID="{09A37305-E1E9-4EC8-9C4B-73B16C45DF70}" presName="tx1" presStyleLbl="revTx" presStyleIdx="0" presStyleCnt="13"/>
      <dgm:spPr/>
    </dgm:pt>
    <dgm:pt modelId="{34D112A0-EFDD-47CF-8B46-506D811C0C4A}" type="pres">
      <dgm:prSet presAssocID="{09A37305-E1E9-4EC8-9C4B-73B16C45DF70}" presName="vert1" presStyleCnt="0"/>
      <dgm:spPr/>
    </dgm:pt>
    <dgm:pt modelId="{D062B7D5-EF63-44EE-AB17-6199928E1273}" type="pres">
      <dgm:prSet presAssocID="{1FB4A1D6-CF40-41F5-901D-B956CAE5C687}" presName="thickLine" presStyleLbl="alignNode1" presStyleIdx="1" presStyleCnt="13"/>
      <dgm:spPr/>
    </dgm:pt>
    <dgm:pt modelId="{EB78A381-2648-47C7-BF1D-AC4AEAE2C1FE}" type="pres">
      <dgm:prSet presAssocID="{1FB4A1D6-CF40-41F5-901D-B956CAE5C687}" presName="horz1" presStyleCnt="0"/>
      <dgm:spPr/>
    </dgm:pt>
    <dgm:pt modelId="{26FA77BC-A2F2-4DBD-B454-456A97D236FA}" type="pres">
      <dgm:prSet presAssocID="{1FB4A1D6-CF40-41F5-901D-B956CAE5C687}" presName="tx1" presStyleLbl="revTx" presStyleIdx="1" presStyleCnt="13"/>
      <dgm:spPr/>
    </dgm:pt>
    <dgm:pt modelId="{7EFDE78C-97BE-4C78-9771-DA3B8AF3615A}" type="pres">
      <dgm:prSet presAssocID="{1FB4A1D6-CF40-41F5-901D-B956CAE5C687}" presName="vert1" presStyleCnt="0"/>
      <dgm:spPr/>
    </dgm:pt>
    <dgm:pt modelId="{B8082986-0F8B-40DD-BD9E-D94086FF41EA}" type="pres">
      <dgm:prSet presAssocID="{AE6AAEBA-B535-4E81-AF4D-171746AAF008}" presName="thickLine" presStyleLbl="alignNode1" presStyleIdx="2" presStyleCnt="13"/>
      <dgm:spPr/>
    </dgm:pt>
    <dgm:pt modelId="{4454B0DD-F971-49DB-8A0D-0D5180DCF256}" type="pres">
      <dgm:prSet presAssocID="{AE6AAEBA-B535-4E81-AF4D-171746AAF008}" presName="horz1" presStyleCnt="0"/>
      <dgm:spPr/>
    </dgm:pt>
    <dgm:pt modelId="{0A6754CB-B969-433F-91C9-F9741310F9F5}" type="pres">
      <dgm:prSet presAssocID="{AE6AAEBA-B535-4E81-AF4D-171746AAF008}" presName="tx1" presStyleLbl="revTx" presStyleIdx="2" presStyleCnt="13"/>
      <dgm:spPr/>
    </dgm:pt>
    <dgm:pt modelId="{56B80ABB-F658-461D-A70A-5D0379DED177}" type="pres">
      <dgm:prSet presAssocID="{AE6AAEBA-B535-4E81-AF4D-171746AAF008}" presName="vert1" presStyleCnt="0"/>
      <dgm:spPr/>
    </dgm:pt>
    <dgm:pt modelId="{AEC576FF-1054-4DB7-894A-9047E01F9D5D}" type="pres">
      <dgm:prSet presAssocID="{B1CD85DF-2FF8-40E0-84A4-4BEADEB3B658}" presName="thickLine" presStyleLbl="alignNode1" presStyleIdx="3" presStyleCnt="13"/>
      <dgm:spPr/>
    </dgm:pt>
    <dgm:pt modelId="{FEAC2BD4-6936-4A7E-A617-A8311E429C0D}" type="pres">
      <dgm:prSet presAssocID="{B1CD85DF-2FF8-40E0-84A4-4BEADEB3B658}" presName="horz1" presStyleCnt="0"/>
      <dgm:spPr/>
    </dgm:pt>
    <dgm:pt modelId="{974B873D-2C44-454F-B915-3954D99FA5A1}" type="pres">
      <dgm:prSet presAssocID="{B1CD85DF-2FF8-40E0-84A4-4BEADEB3B658}" presName="tx1" presStyleLbl="revTx" presStyleIdx="3" presStyleCnt="13"/>
      <dgm:spPr/>
    </dgm:pt>
    <dgm:pt modelId="{50D308CC-8901-4F4D-B3C2-4EE014BE1B92}" type="pres">
      <dgm:prSet presAssocID="{B1CD85DF-2FF8-40E0-84A4-4BEADEB3B658}" presName="vert1" presStyleCnt="0"/>
      <dgm:spPr/>
    </dgm:pt>
    <dgm:pt modelId="{E2FE9643-D073-41D6-B03E-48F93B8EB1FC}" type="pres">
      <dgm:prSet presAssocID="{F20D06A3-5775-453B-A4A9-822A0C07AEC5}" presName="thickLine" presStyleLbl="alignNode1" presStyleIdx="4" presStyleCnt="13"/>
      <dgm:spPr/>
    </dgm:pt>
    <dgm:pt modelId="{E322A3CA-7DD3-49FC-9945-45487B4639C8}" type="pres">
      <dgm:prSet presAssocID="{F20D06A3-5775-453B-A4A9-822A0C07AEC5}" presName="horz1" presStyleCnt="0"/>
      <dgm:spPr/>
    </dgm:pt>
    <dgm:pt modelId="{9EE2C8E5-5405-4F03-B258-D02DF9189D27}" type="pres">
      <dgm:prSet presAssocID="{F20D06A3-5775-453B-A4A9-822A0C07AEC5}" presName="tx1" presStyleLbl="revTx" presStyleIdx="4" presStyleCnt="13"/>
      <dgm:spPr/>
    </dgm:pt>
    <dgm:pt modelId="{38D7206A-54AF-4831-BAF5-8712A763CEE7}" type="pres">
      <dgm:prSet presAssocID="{F20D06A3-5775-453B-A4A9-822A0C07AEC5}" presName="vert1" presStyleCnt="0"/>
      <dgm:spPr/>
    </dgm:pt>
    <dgm:pt modelId="{21030C83-8D31-45EB-82A6-2EF02B1E1B7F}" type="pres">
      <dgm:prSet presAssocID="{8A6B9F40-F883-4379-B04E-8CE16F22A545}" presName="thickLine" presStyleLbl="alignNode1" presStyleIdx="5" presStyleCnt="13"/>
      <dgm:spPr/>
    </dgm:pt>
    <dgm:pt modelId="{35116A02-ADB9-4533-BE4E-F57DD36AE60D}" type="pres">
      <dgm:prSet presAssocID="{8A6B9F40-F883-4379-B04E-8CE16F22A545}" presName="horz1" presStyleCnt="0"/>
      <dgm:spPr/>
    </dgm:pt>
    <dgm:pt modelId="{8422CAA8-A935-493D-89A9-528BF57E1205}" type="pres">
      <dgm:prSet presAssocID="{8A6B9F40-F883-4379-B04E-8CE16F22A545}" presName="tx1" presStyleLbl="revTx" presStyleIdx="5" presStyleCnt="13"/>
      <dgm:spPr/>
    </dgm:pt>
    <dgm:pt modelId="{7C3F00E8-BABF-4B18-80C8-6270B79DE621}" type="pres">
      <dgm:prSet presAssocID="{8A6B9F40-F883-4379-B04E-8CE16F22A545}" presName="vert1" presStyleCnt="0"/>
      <dgm:spPr/>
    </dgm:pt>
    <dgm:pt modelId="{B42BC482-110B-40ED-BED0-E2946E8C5A80}" type="pres">
      <dgm:prSet presAssocID="{BB7AD7CE-EF1E-41D2-893D-A141289E8DA0}" presName="thickLine" presStyleLbl="alignNode1" presStyleIdx="6" presStyleCnt="13"/>
      <dgm:spPr/>
    </dgm:pt>
    <dgm:pt modelId="{9FF4E785-9483-4679-A156-DF3B16FFD8C3}" type="pres">
      <dgm:prSet presAssocID="{BB7AD7CE-EF1E-41D2-893D-A141289E8DA0}" presName="horz1" presStyleCnt="0"/>
      <dgm:spPr/>
    </dgm:pt>
    <dgm:pt modelId="{A358AFB8-B486-49A6-935E-1AA0E988D38A}" type="pres">
      <dgm:prSet presAssocID="{BB7AD7CE-EF1E-41D2-893D-A141289E8DA0}" presName="tx1" presStyleLbl="revTx" presStyleIdx="6" presStyleCnt="13"/>
      <dgm:spPr/>
    </dgm:pt>
    <dgm:pt modelId="{B27EE2B5-DFD2-41DC-92CD-3BF379C8BE63}" type="pres">
      <dgm:prSet presAssocID="{BB7AD7CE-EF1E-41D2-893D-A141289E8DA0}" presName="vert1" presStyleCnt="0"/>
      <dgm:spPr/>
    </dgm:pt>
    <dgm:pt modelId="{DD2C03A7-B2F4-4067-AD12-D824E896C044}" type="pres">
      <dgm:prSet presAssocID="{BBE00C24-7D83-480A-BAB3-3B3F9B4FF4F1}" presName="thickLine" presStyleLbl="alignNode1" presStyleIdx="7" presStyleCnt="13"/>
      <dgm:spPr/>
    </dgm:pt>
    <dgm:pt modelId="{A2CAFAD4-DD03-4863-BB4C-900E5CC002F8}" type="pres">
      <dgm:prSet presAssocID="{BBE00C24-7D83-480A-BAB3-3B3F9B4FF4F1}" presName="horz1" presStyleCnt="0"/>
      <dgm:spPr/>
    </dgm:pt>
    <dgm:pt modelId="{51E707ED-2BAD-4559-BBB7-D1BCD88930B3}" type="pres">
      <dgm:prSet presAssocID="{BBE00C24-7D83-480A-BAB3-3B3F9B4FF4F1}" presName="tx1" presStyleLbl="revTx" presStyleIdx="7" presStyleCnt="13"/>
      <dgm:spPr/>
    </dgm:pt>
    <dgm:pt modelId="{F75B9AC1-87F6-4A46-945F-0E92DF13146A}" type="pres">
      <dgm:prSet presAssocID="{BBE00C24-7D83-480A-BAB3-3B3F9B4FF4F1}" presName="vert1" presStyleCnt="0"/>
      <dgm:spPr/>
    </dgm:pt>
    <dgm:pt modelId="{3732CA41-64C9-431E-872B-FD1F999FEB09}" type="pres">
      <dgm:prSet presAssocID="{1559ED81-690B-4D71-9BCA-9E3825FC9168}" presName="thickLine" presStyleLbl="alignNode1" presStyleIdx="8" presStyleCnt="13"/>
      <dgm:spPr/>
    </dgm:pt>
    <dgm:pt modelId="{0AE0AA34-8E88-4504-AF95-EB37F1B766C5}" type="pres">
      <dgm:prSet presAssocID="{1559ED81-690B-4D71-9BCA-9E3825FC9168}" presName="horz1" presStyleCnt="0"/>
      <dgm:spPr/>
    </dgm:pt>
    <dgm:pt modelId="{033EE245-B7AC-4B52-B8B0-38ECA9992F98}" type="pres">
      <dgm:prSet presAssocID="{1559ED81-690B-4D71-9BCA-9E3825FC9168}" presName="tx1" presStyleLbl="revTx" presStyleIdx="8" presStyleCnt="13"/>
      <dgm:spPr/>
    </dgm:pt>
    <dgm:pt modelId="{2D696936-B4A4-48C8-BE58-44DF60B15C42}" type="pres">
      <dgm:prSet presAssocID="{1559ED81-690B-4D71-9BCA-9E3825FC9168}" presName="vert1" presStyleCnt="0"/>
      <dgm:spPr/>
    </dgm:pt>
    <dgm:pt modelId="{33208594-95AC-4769-9122-7CE96718E41B}" type="pres">
      <dgm:prSet presAssocID="{E1A39B72-5127-4767-8C8A-9B88F62202F5}" presName="thickLine" presStyleLbl="alignNode1" presStyleIdx="9" presStyleCnt="13"/>
      <dgm:spPr/>
    </dgm:pt>
    <dgm:pt modelId="{CD6F250F-51C2-42FB-9909-A7FF001AA137}" type="pres">
      <dgm:prSet presAssocID="{E1A39B72-5127-4767-8C8A-9B88F62202F5}" presName="horz1" presStyleCnt="0"/>
      <dgm:spPr/>
    </dgm:pt>
    <dgm:pt modelId="{3D869992-B771-4CBE-97CF-107B4A036D0A}" type="pres">
      <dgm:prSet presAssocID="{E1A39B72-5127-4767-8C8A-9B88F62202F5}" presName="tx1" presStyleLbl="revTx" presStyleIdx="9" presStyleCnt="13"/>
      <dgm:spPr/>
    </dgm:pt>
    <dgm:pt modelId="{5B5D77BE-296A-4D0F-9B31-20C7193CF8E4}" type="pres">
      <dgm:prSet presAssocID="{E1A39B72-5127-4767-8C8A-9B88F62202F5}" presName="vert1" presStyleCnt="0"/>
      <dgm:spPr/>
    </dgm:pt>
    <dgm:pt modelId="{1F71353A-90D8-419F-BE4C-1B0059FA8458}" type="pres">
      <dgm:prSet presAssocID="{FD35F46D-5EC7-4B28-B9A8-04EFC6892BE5}" presName="thickLine" presStyleLbl="alignNode1" presStyleIdx="10" presStyleCnt="13"/>
      <dgm:spPr/>
    </dgm:pt>
    <dgm:pt modelId="{6DEE0D15-F479-4689-904C-0291310D724D}" type="pres">
      <dgm:prSet presAssocID="{FD35F46D-5EC7-4B28-B9A8-04EFC6892BE5}" presName="horz1" presStyleCnt="0"/>
      <dgm:spPr/>
    </dgm:pt>
    <dgm:pt modelId="{C0FBDCF7-8258-478A-AB21-621C70676478}" type="pres">
      <dgm:prSet presAssocID="{FD35F46D-5EC7-4B28-B9A8-04EFC6892BE5}" presName="tx1" presStyleLbl="revTx" presStyleIdx="10" presStyleCnt="13"/>
      <dgm:spPr/>
    </dgm:pt>
    <dgm:pt modelId="{F358C886-558F-472F-9C0E-4F636F907121}" type="pres">
      <dgm:prSet presAssocID="{FD35F46D-5EC7-4B28-B9A8-04EFC6892BE5}" presName="vert1" presStyleCnt="0"/>
      <dgm:spPr/>
    </dgm:pt>
    <dgm:pt modelId="{AB24E4A2-73C9-4CB2-BBAD-7B212073AF72}" type="pres">
      <dgm:prSet presAssocID="{26AB8C87-2B59-4CBE-83D5-F93C3EF42577}" presName="thickLine" presStyleLbl="alignNode1" presStyleIdx="11" presStyleCnt="13"/>
      <dgm:spPr/>
    </dgm:pt>
    <dgm:pt modelId="{03AE3607-0392-41E6-BA65-303FA1C9AF98}" type="pres">
      <dgm:prSet presAssocID="{26AB8C87-2B59-4CBE-83D5-F93C3EF42577}" presName="horz1" presStyleCnt="0"/>
      <dgm:spPr/>
    </dgm:pt>
    <dgm:pt modelId="{CB097FA6-78D2-4C9A-8337-74602BBEFBB5}" type="pres">
      <dgm:prSet presAssocID="{26AB8C87-2B59-4CBE-83D5-F93C3EF42577}" presName="tx1" presStyleLbl="revTx" presStyleIdx="11" presStyleCnt="13"/>
      <dgm:spPr/>
    </dgm:pt>
    <dgm:pt modelId="{6EFE08AC-49AC-4695-9579-6275DB78412D}" type="pres">
      <dgm:prSet presAssocID="{26AB8C87-2B59-4CBE-83D5-F93C3EF42577}" presName="vert1" presStyleCnt="0"/>
      <dgm:spPr/>
    </dgm:pt>
    <dgm:pt modelId="{B9FDA204-85CE-497F-AEB8-D1B85CAD90CA}" type="pres">
      <dgm:prSet presAssocID="{139F6880-7BC6-4A55-A75F-01EEB13DC080}" presName="thickLine" presStyleLbl="alignNode1" presStyleIdx="12" presStyleCnt="13"/>
      <dgm:spPr/>
    </dgm:pt>
    <dgm:pt modelId="{7F035860-DFD7-41A6-8677-739AA6B13CFF}" type="pres">
      <dgm:prSet presAssocID="{139F6880-7BC6-4A55-A75F-01EEB13DC080}" presName="horz1" presStyleCnt="0"/>
      <dgm:spPr/>
    </dgm:pt>
    <dgm:pt modelId="{5947F3E3-1CC0-4430-8E61-FDD5FA24C114}" type="pres">
      <dgm:prSet presAssocID="{139F6880-7BC6-4A55-A75F-01EEB13DC080}" presName="tx1" presStyleLbl="revTx" presStyleIdx="12" presStyleCnt="13"/>
      <dgm:spPr/>
    </dgm:pt>
    <dgm:pt modelId="{62AC130F-2869-4DAE-BC08-4C5F33CB8E18}" type="pres">
      <dgm:prSet presAssocID="{139F6880-7BC6-4A55-A75F-01EEB13DC080}" presName="vert1" presStyleCnt="0"/>
      <dgm:spPr/>
    </dgm:pt>
  </dgm:ptLst>
  <dgm:cxnLst>
    <dgm:cxn modelId="{7BF3B601-FF12-410D-B1F4-5BA611CB666C}" srcId="{B40BD6EB-74A3-4B5E-9E3C-C5E5F3C5E4E1}" destId="{AE6AAEBA-B535-4E81-AF4D-171746AAF008}" srcOrd="2" destOrd="0" parTransId="{189FF6AF-B2F2-4E08-9BD8-6FA032761809}" sibTransId="{619B43A0-DB49-46B1-BD63-5FB19A9369C6}"/>
    <dgm:cxn modelId="{8D26B525-A42E-4E19-A980-D34B5FD3C140}" type="presOf" srcId="{AE6AAEBA-B535-4E81-AF4D-171746AAF008}" destId="{0A6754CB-B969-433F-91C9-F9741310F9F5}" srcOrd="0" destOrd="0" presId="urn:microsoft.com/office/officeart/2008/layout/LinedList"/>
    <dgm:cxn modelId="{C8F33539-8D7E-420A-A71D-40A23C3DEC8E}" srcId="{B40BD6EB-74A3-4B5E-9E3C-C5E5F3C5E4E1}" destId="{BBE00C24-7D83-480A-BAB3-3B3F9B4FF4F1}" srcOrd="7" destOrd="0" parTransId="{C9545EDF-0A9F-4348-850F-AEF54AA40331}" sibTransId="{376BCBA7-59A3-402B-ADC0-59E8800256F5}"/>
    <dgm:cxn modelId="{B74A753D-BDF4-4296-A933-0F73D26D1B8E}" type="presOf" srcId="{FD35F46D-5EC7-4B28-B9A8-04EFC6892BE5}" destId="{C0FBDCF7-8258-478A-AB21-621C70676478}" srcOrd="0" destOrd="0" presId="urn:microsoft.com/office/officeart/2008/layout/LinedList"/>
    <dgm:cxn modelId="{85ADBE5B-871B-44F5-BF0F-1B0566E9FAE4}" srcId="{B40BD6EB-74A3-4B5E-9E3C-C5E5F3C5E4E1}" destId="{FD35F46D-5EC7-4B28-B9A8-04EFC6892BE5}" srcOrd="10" destOrd="0" parTransId="{AA8B050D-09EB-4C22-A225-DC3BFB1F310E}" sibTransId="{A10AC7F7-1BD8-41FE-99A5-CEA89522680A}"/>
    <dgm:cxn modelId="{56905E41-8AD2-4C7F-8FE4-3592817384E3}" srcId="{B40BD6EB-74A3-4B5E-9E3C-C5E5F3C5E4E1}" destId="{1FB4A1D6-CF40-41F5-901D-B956CAE5C687}" srcOrd="1" destOrd="0" parTransId="{FBEFC861-402F-46DE-A6B7-45C6A1CA7AB9}" sibTransId="{015EE6F9-EE89-4FD7-A99B-C5155A3FA6EA}"/>
    <dgm:cxn modelId="{71A8E14C-D2FF-44ED-8B94-8479CCFFB978}" type="presOf" srcId="{09A37305-E1E9-4EC8-9C4B-73B16C45DF70}" destId="{D7BB3F90-FECC-44F6-A2DA-68C624825E69}" srcOrd="0" destOrd="0" presId="urn:microsoft.com/office/officeart/2008/layout/LinedList"/>
    <dgm:cxn modelId="{CED0664E-61DB-4DA9-8E4B-C66AD498DFE4}" type="presOf" srcId="{F20D06A3-5775-453B-A4A9-822A0C07AEC5}" destId="{9EE2C8E5-5405-4F03-B258-D02DF9189D27}" srcOrd="0" destOrd="0" presId="urn:microsoft.com/office/officeart/2008/layout/LinedList"/>
    <dgm:cxn modelId="{C8337751-7BC5-4853-A378-A0A857BE45B5}" srcId="{B40BD6EB-74A3-4B5E-9E3C-C5E5F3C5E4E1}" destId="{B1CD85DF-2FF8-40E0-84A4-4BEADEB3B658}" srcOrd="3" destOrd="0" parTransId="{DE6E819D-5F3E-4E79-8BC2-4EE2A1D5C93D}" sibTransId="{FF9F518B-6341-40B8-8F58-9A35E062084F}"/>
    <dgm:cxn modelId="{604F3D85-E39C-4CF8-801D-5C53FFF85E00}" type="presOf" srcId="{8A6B9F40-F883-4379-B04E-8CE16F22A545}" destId="{8422CAA8-A935-493D-89A9-528BF57E1205}" srcOrd="0" destOrd="0" presId="urn:microsoft.com/office/officeart/2008/layout/LinedList"/>
    <dgm:cxn modelId="{95FB9E9C-0E06-4A5C-9EDB-D0C266AE1ED8}" srcId="{B40BD6EB-74A3-4B5E-9E3C-C5E5F3C5E4E1}" destId="{139F6880-7BC6-4A55-A75F-01EEB13DC080}" srcOrd="12" destOrd="0" parTransId="{6DC16EF7-46DE-48EC-957D-A8652938FDB0}" sibTransId="{EBD6A219-1495-4604-884F-F1247966012E}"/>
    <dgm:cxn modelId="{CDF92A9E-F63A-4B9F-868C-3C68AE8BE133}" type="presOf" srcId="{139F6880-7BC6-4A55-A75F-01EEB13DC080}" destId="{5947F3E3-1CC0-4430-8E61-FDD5FA24C114}" srcOrd="0" destOrd="0" presId="urn:microsoft.com/office/officeart/2008/layout/LinedList"/>
    <dgm:cxn modelId="{32C8B7AD-68AE-4FF1-A3BE-CFC318D7EC70}" type="presOf" srcId="{BB7AD7CE-EF1E-41D2-893D-A141289E8DA0}" destId="{A358AFB8-B486-49A6-935E-1AA0E988D38A}" srcOrd="0" destOrd="0" presId="urn:microsoft.com/office/officeart/2008/layout/LinedList"/>
    <dgm:cxn modelId="{5A79E0B0-ABBA-40B3-8F1A-F3297D7BD5D0}" srcId="{B40BD6EB-74A3-4B5E-9E3C-C5E5F3C5E4E1}" destId="{1559ED81-690B-4D71-9BCA-9E3825FC9168}" srcOrd="8" destOrd="0" parTransId="{0AF3CEB1-34B8-4151-AC43-9B8847289807}" sibTransId="{0BC903BA-C5CF-40D1-BE9D-DE000E1854C6}"/>
    <dgm:cxn modelId="{610249B1-CF45-4E27-B353-27981B99BD37}" srcId="{B40BD6EB-74A3-4B5E-9E3C-C5E5F3C5E4E1}" destId="{E1A39B72-5127-4767-8C8A-9B88F62202F5}" srcOrd="9" destOrd="0" parTransId="{B9D1FA9B-D3AD-4FB3-BC78-589A82405F31}" sibTransId="{2D78124A-2AEE-456E-90DD-C88190517CC1}"/>
    <dgm:cxn modelId="{628F1AB7-6340-4373-BBD5-9CB7842572C8}" type="presOf" srcId="{BBE00C24-7D83-480A-BAB3-3B3F9B4FF4F1}" destId="{51E707ED-2BAD-4559-BBB7-D1BCD88930B3}" srcOrd="0" destOrd="0" presId="urn:microsoft.com/office/officeart/2008/layout/LinedList"/>
    <dgm:cxn modelId="{6F9A0DBE-F38F-469F-B67F-FDCA989C27FB}" type="presOf" srcId="{1FB4A1D6-CF40-41F5-901D-B956CAE5C687}" destId="{26FA77BC-A2F2-4DBD-B454-456A97D236FA}" srcOrd="0" destOrd="0" presId="urn:microsoft.com/office/officeart/2008/layout/LinedList"/>
    <dgm:cxn modelId="{F9A81CC1-B406-42AF-B38F-26BCB7334B93}" srcId="{B40BD6EB-74A3-4B5E-9E3C-C5E5F3C5E4E1}" destId="{8A6B9F40-F883-4379-B04E-8CE16F22A545}" srcOrd="5" destOrd="0" parTransId="{8F6112BF-814F-4EB2-864D-C2CD2992EA2A}" sibTransId="{92276E52-9357-4172-86B3-AA30257F3C2A}"/>
    <dgm:cxn modelId="{EF6BA0D0-5399-469E-8BF7-D108B8C88943}" srcId="{B40BD6EB-74A3-4B5E-9E3C-C5E5F3C5E4E1}" destId="{BB7AD7CE-EF1E-41D2-893D-A141289E8DA0}" srcOrd="6" destOrd="0" parTransId="{94346023-0751-46E3-9ADB-D21F3586B36D}" sibTransId="{2D8C8E78-275B-4D5B-8127-4E1D448FCB2B}"/>
    <dgm:cxn modelId="{80AB44D8-FF2C-4137-9452-36F0972A624E}" srcId="{B40BD6EB-74A3-4B5E-9E3C-C5E5F3C5E4E1}" destId="{26AB8C87-2B59-4CBE-83D5-F93C3EF42577}" srcOrd="11" destOrd="0" parTransId="{B9BE1443-E092-4DB6-84B4-15CF91928FFA}" sibTransId="{BCC44C2B-13A7-4CB8-A021-B9C90C34F735}"/>
    <dgm:cxn modelId="{639C88E7-D095-4369-B5C3-EDCBA950A2DC}" srcId="{B40BD6EB-74A3-4B5E-9E3C-C5E5F3C5E4E1}" destId="{F20D06A3-5775-453B-A4A9-822A0C07AEC5}" srcOrd="4" destOrd="0" parTransId="{22C24FAC-88A8-41DE-80C3-43A6B6F214E6}" sibTransId="{D9F2C6AB-B084-4EE8-98BF-FCD2BA1668AB}"/>
    <dgm:cxn modelId="{0A0998EA-1879-4148-B878-25BBEE35C8EB}" type="presOf" srcId="{B40BD6EB-74A3-4B5E-9E3C-C5E5F3C5E4E1}" destId="{50C2F447-9A87-4A9D-8D43-9C0A11CC82F5}" srcOrd="0" destOrd="0" presId="urn:microsoft.com/office/officeart/2008/layout/LinedList"/>
    <dgm:cxn modelId="{572CE7EA-FB34-407C-B90A-4B7C07420747}" type="presOf" srcId="{B1CD85DF-2FF8-40E0-84A4-4BEADEB3B658}" destId="{974B873D-2C44-454F-B915-3954D99FA5A1}" srcOrd="0" destOrd="0" presId="urn:microsoft.com/office/officeart/2008/layout/LinedList"/>
    <dgm:cxn modelId="{D1E95AF2-5F52-4500-8E00-2DA9588A46A1}" srcId="{B40BD6EB-74A3-4B5E-9E3C-C5E5F3C5E4E1}" destId="{09A37305-E1E9-4EC8-9C4B-73B16C45DF70}" srcOrd="0" destOrd="0" parTransId="{D66EA98D-45CB-4B21-B679-6846BD209ECD}" sibTransId="{B734E3DB-E457-4EF9-91DC-223012556DB0}"/>
    <dgm:cxn modelId="{59CEC0F4-AB9F-417E-BD12-8DD94BCA71E4}" type="presOf" srcId="{26AB8C87-2B59-4CBE-83D5-F93C3EF42577}" destId="{CB097FA6-78D2-4C9A-8337-74602BBEFBB5}" srcOrd="0" destOrd="0" presId="urn:microsoft.com/office/officeart/2008/layout/LinedList"/>
    <dgm:cxn modelId="{C2E8CAF5-98D3-4735-8A84-5FF7E0FD8E29}" type="presOf" srcId="{1559ED81-690B-4D71-9BCA-9E3825FC9168}" destId="{033EE245-B7AC-4B52-B8B0-38ECA9992F98}" srcOrd="0" destOrd="0" presId="urn:microsoft.com/office/officeart/2008/layout/LinedList"/>
    <dgm:cxn modelId="{CAE0B7FB-D1C4-4122-9305-FA69C4C7314F}" type="presOf" srcId="{E1A39B72-5127-4767-8C8A-9B88F62202F5}" destId="{3D869992-B771-4CBE-97CF-107B4A036D0A}" srcOrd="0" destOrd="0" presId="urn:microsoft.com/office/officeart/2008/layout/LinedList"/>
    <dgm:cxn modelId="{45806D9D-E5E0-4CB3-B94D-64DD610C7A7A}" type="presParOf" srcId="{50C2F447-9A87-4A9D-8D43-9C0A11CC82F5}" destId="{EED1BF1C-F5F4-4AD6-ABAC-941A6DEA2D39}" srcOrd="0" destOrd="0" presId="urn:microsoft.com/office/officeart/2008/layout/LinedList"/>
    <dgm:cxn modelId="{00A51B8F-0E4D-4261-A948-E56B841B318B}" type="presParOf" srcId="{50C2F447-9A87-4A9D-8D43-9C0A11CC82F5}" destId="{E9DFB903-34F1-46AA-A275-6E7CC5756752}" srcOrd="1" destOrd="0" presId="urn:microsoft.com/office/officeart/2008/layout/LinedList"/>
    <dgm:cxn modelId="{D1510455-72FD-4007-B8A4-0B50D9365BF0}" type="presParOf" srcId="{E9DFB903-34F1-46AA-A275-6E7CC5756752}" destId="{D7BB3F90-FECC-44F6-A2DA-68C624825E69}" srcOrd="0" destOrd="0" presId="urn:microsoft.com/office/officeart/2008/layout/LinedList"/>
    <dgm:cxn modelId="{B9707468-64C7-4AED-843A-2CEFEBE77740}" type="presParOf" srcId="{E9DFB903-34F1-46AA-A275-6E7CC5756752}" destId="{34D112A0-EFDD-47CF-8B46-506D811C0C4A}" srcOrd="1" destOrd="0" presId="urn:microsoft.com/office/officeart/2008/layout/LinedList"/>
    <dgm:cxn modelId="{EC22CD66-16D9-4EEC-9199-7122DF3F69C2}" type="presParOf" srcId="{50C2F447-9A87-4A9D-8D43-9C0A11CC82F5}" destId="{D062B7D5-EF63-44EE-AB17-6199928E1273}" srcOrd="2" destOrd="0" presId="urn:microsoft.com/office/officeart/2008/layout/LinedList"/>
    <dgm:cxn modelId="{1B9BF26F-8470-4F40-B1B4-0341320D8043}" type="presParOf" srcId="{50C2F447-9A87-4A9D-8D43-9C0A11CC82F5}" destId="{EB78A381-2648-47C7-BF1D-AC4AEAE2C1FE}" srcOrd="3" destOrd="0" presId="urn:microsoft.com/office/officeart/2008/layout/LinedList"/>
    <dgm:cxn modelId="{D33BF468-2F52-4E7E-869D-798CA09CFA2D}" type="presParOf" srcId="{EB78A381-2648-47C7-BF1D-AC4AEAE2C1FE}" destId="{26FA77BC-A2F2-4DBD-B454-456A97D236FA}" srcOrd="0" destOrd="0" presId="urn:microsoft.com/office/officeart/2008/layout/LinedList"/>
    <dgm:cxn modelId="{650D405B-6816-4656-BC57-D931121CF322}" type="presParOf" srcId="{EB78A381-2648-47C7-BF1D-AC4AEAE2C1FE}" destId="{7EFDE78C-97BE-4C78-9771-DA3B8AF3615A}" srcOrd="1" destOrd="0" presId="urn:microsoft.com/office/officeart/2008/layout/LinedList"/>
    <dgm:cxn modelId="{79B50359-8F70-465E-8182-2D5B7777549A}" type="presParOf" srcId="{50C2F447-9A87-4A9D-8D43-9C0A11CC82F5}" destId="{B8082986-0F8B-40DD-BD9E-D94086FF41EA}" srcOrd="4" destOrd="0" presId="urn:microsoft.com/office/officeart/2008/layout/LinedList"/>
    <dgm:cxn modelId="{20FF00CA-780D-49E8-B2A5-980AB0264032}" type="presParOf" srcId="{50C2F447-9A87-4A9D-8D43-9C0A11CC82F5}" destId="{4454B0DD-F971-49DB-8A0D-0D5180DCF256}" srcOrd="5" destOrd="0" presId="urn:microsoft.com/office/officeart/2008/layout/LinedList"/>
    <dgm:cxn modelId="{C879A207-E5B8-4082-BA29-E57D8B60F18F}" type="presParOf" srcId="{4454B0DD-F971-49DB-8A0D-0D5180DCF256}" destId="{0A6754CB-B969-433F-91C9-F9741310F9F5}" srcOrd="0" destOrd="0" presId="urn:microsoft.com/office/officeart/2008/layout/LinedList"/>
    <dgm:cxn modelId="{3734D448-96AB-4905-BBC3-A48038AA25BA}" type="presParOf" srcId="{4454B0DD-F971-49DB-8A0D-0D5180DCF256}" destId="{56B80ABB-F658-461D-A70A-5D0379DED177}" srcOrd="1" destOrd="0" presId="urn:microsoft.com/office/officeart/2008/layout/LinedList"/>
    <dgm:cxn modelId="{CD4D18B8-5E2C-4132-B906-8E51BC7D83F7}" type="presParOf" srcId="{50C2F447-9A87-4A9D-8D43-9C0A11CC82F5}" destId="{AEC576FF-1054-4DB7-894A-9047E01F9D5D}" srcOrd="6" destOrd="0" presId="urn:microsoft.com/office/officeart/2008/layout/LinedList"/>
    <dgm:cxn modelId="{EB0A76E8-0AA8-491C-B27C-D9AFB350352A}" type="presParOf" srcId="{50C2F447-9A87-4A9D-8D43-9C0A11CC82F5}" destId="{FEAC2BD4-6936-4A7E-A617-A8311E429C0D}" srcOrd="7" destOrd="0" presId="urn:microsoft.com/office/officeart/2008/layout/LinedList"/>
    <dgm:cxn modelId="{64F80151-7FF8-4467-A8D9-88E3E06FF87A}" type="presParOf" srcId="{FEAC2BD4-6936-4A7E-A617-A8311E429C0D}" destId="{974B873D-2C44-454F-B915-3954D99FA5A1}" srcOrd="0" destOrd="0" presId="urn:microsoft.com/office/officeart/2008/layout/LinedList"/>
    <dgm:cxn modelId="{BD22DD89-FD9D-4B99-BE79-616DEDD09EB8}" type="presParOf" srcId="{FEAC2BD4-6936-4A7E-A617-A8311E429C0D}" destId="{50D308CC-8901-4F4D-B3C2-4EE014BE1B92}" srcOrd="1" destOrd="0" presId="urn:microsoft.com/office/officeart/2008/layout/LinedList"/>
    <dgm:cxn modelId="{D7898029-98F5-4953-8AC8-A04B6986EE10}" type="presParOf" srcId="{50C2F447-9A87-4A9D-8D43-9C0A11CC82F5}" destId="{E2FE9643-D073-41D6-B03E-48F93B8EB1FC}" srcOrd="8" destOrd="0" presId="urn:microsoft.com/office/officeart/2008/layout/LinedList"/>
    <dgm:cxn modelId="{A03D561E-6086-401B-AB9E-06584F041C60}" type="presParOf" srcId="{50C2F447-9A87-4A9D-8D43-9C0A11CC82F5}" destId="{E322A3CA-7DD3-49FC-9945-45487B4639C8}" srcOrd="9" destOrd="0" presId="urn:microsoft.com/office/officeart/2008/layout/LinedList"/>
    <dgm:cxn modelId="{18E8C69D-177D-4E77-8286-A1FBC2C37172}" type="presParOf" srcId="{E322A3CA-7DD3-49FC-9945-45487B4639C8}" destId="{9EE2C8E5-5405-4F03-B258-D02DF9189D27}" srcOrd="0" destOrd="0" presId="urn:microsoft.com/office/officeart/2008/layout/LinedList"/>
    <dgm:cxn modelId="{1F02C4A8-B688-48A4-BA8A-DF86A3B31A28}" type="presParOf" srcId="{E322A3CA-7DD3-49FC-9945-45487B4639C8}" destId="{38D7206A-54AF-4831-BAF5-8712A763CEE7}" srcOrd="1" destOrd="0" presId="urn:microsoft.com/office/officeart/2008/layout/LinedList"/>
    <dgm:cxn modelId="{C2566C40-10E5-49BE-9343-A530744DD83C}" type="presParOf" srcId="{50C2F447-9A87-4A9D-8D43-9C0A11CC82F5}" destId="{21030C83-8D31-45EB-82A6-2EF02B1E1B7F}" srcOrd="10" destOrd="0" presId="urn:microsoft.com/office/officeart/2008/layout/LinedList"/>
    <dgm:cxn modelId="{99A106A6-605B-4693-BE7B-CE782FBEF3E5}" type="presParOf" srcId="{50C2F447-9A87-4A9D-8D43-9C0A11CC82F5}" destId="{35116A02-ADB9-4533-BE4E-F57DD36AE60D}" srcOrd="11" destOrd="0" presId="urn:microsoft.com/office/officeart/2008/layout/LinedList"/>
    <dgm:cxn modelId="{04A4DDB4-8923-4D27-80E3-3474A72C180E}" type="presParOf" srcId="{35116A02-ADB9-4533-BE4E-F57DD36AE60D}" destId="{8422CAA8-A935-493D-89A9-528BF57E1205}" srcOrd="0" destOrd="0" presId="urn:microsoft.com/office/officeart/2008/layout/LinedList"/>
    <dgm:cxn modelId="{2DDB6781-E809-4142-BD5C-7E4C7F54CA52}" type="presParOf" srcId="{35116A02-ADB9-4533-BE4E-F57DD36AE60D}" destId="{7C3F00E8-BABF-4B18-80C8-6270B79DE621}" srcOrd="1" destOrd="0" presId="urn:microsoft.com/office/officeart/2008/layout/LinedList"/>
    <dgm:cxn modelId="{59DEC8DA-1FDD-4DBB-90CE-DCEB631BBDB9}" type="presParOf" srcId="{50C2F447-9A87-4A9D-8D43-9C0A11CC82F5}" destId="{B42BC482-110B-40ED-BED0-E2946E8C5A80}" srcOrd="12" destOrd="0" presId="urn:microsoft.com/office/officeart/2008/layout/LinedList"/>
    <dgm:cxn modelId="{10869A72-252E-4070-98B8-3F8A29153F3E}" type="presParOf" srcId="{50C2F447-9A87-4A9D-8D43-9C0A11CC82F5}" destId="{9FF4E785-9483-4679-A156-DF3B16FFD8C3}" srcOrd="13" destOrd="0" presId="urn:microsoft.com/office/officeart/2008/layout/LinedList"/>
    <dgm:cxn modelId="{51121637-64BA-4523-A250-9CAE311929B5}" type="presParOf" srcId="{9FF4E785-9483-4679-A156-DF3B16FFD8C3}" destId="{A358AFB8-B486-49A6-935E-1AA0E988D38A}" srcOrd="0" destOrd="0" presId="urn:microsoft.com/office/officeart/2008/layout/LinedList"/>
    <dgm:cxn modelId="{7F1CD5FF-B71F-409C-9B02-38D3EE5114A4}" type="presParOf" srcId="{9FF4E785-9483-4679-A156-DF3B16FFD8C3}" destId="{B27EE2B5-DFD2-41DC-92CD-3BF379C8BE63}" srcOrd="1" destOrd="0" presId="urn:microsoft.com/office/officeart/2008/layout/LinedList"/>
    <dgm:cxn modelId="{B3415354-6D41-4F59-81EE-C2C9650F9355}" type="presParOf" srcId="{50C2F447-9A87-4A9D-8D43-9C0A11CC82F5}" destId="{DD2C03A7-B2F4-4067-AD12-D824E896C044}" srcOrd="14" destOrd="0" presId="urn:microsoft.com/office/officeart/2008/layout/LinedList"/>
    <dgm:cxn modelId="{A4F798AA-0398-4280-A50E-71157A22AB1C}" type="presParOf" srcId="{50C2F447-9A87-4A9D-8D43-9C0A11CC82F5}" destId="{A2CAFAD4-DD03-4863-BB4C-900E5CC002F8}" srcOrd="15" destOrd="0" presId="urn:microsoft.com/office/officeart/2008/layout/LinedList"/>
    <dgm:cxn modelId="{B0BB2B0A-1E35-4B0C-8CEC-9501AC1FE3D4}" type="presParOf" srcId="{A2CAFAD4-DD03-4863-BB4C-900E5CC002F8}" destId="{51E707ED-2BAD-4559-BBB7-D1BCD88930B3}" srcOrd="0" destOrd="0" presId="urn:microsoft.com/office/officeart/2008/layout/LinedList"/>
    <dgm:cxn modelId="{13E056D9-9D10-4BA1-BA5D-34B2A2F8A8DD}" type="presParOf" srcId="{A2CAFAD4-DD03-4863-BB4C-900E5CC002F8}" destId="{F75B9AC1-87F6-4A46-945F-0E92DF13146A}" srcOrd="1" destOrd="0" presId="urn:microsoft.com/office/officeart/2008/layout/LinedList"/>
    <dgm:cxn modelId="{78875925-4212-43BB-9F4D-6D74C36E3ADB}" type="presParOf" srcId="{50C2F447-9A87-4A9D-8D43-9C0A11CC82F5}" destId="{3732CA41-64C9-431E-872B-FD1F999FEB09}" srcOrd="16" destOrd="0" presId="urn:microsoft.com/office/officeart/2008/layout/LinedList"/>
    <dgm:cxn modelId="{78C5F3A4-B062-4979-BEAA-E388A54E43ED}" type="presParOf" srcId="{50C2F447-9A87-4A9D-8D43-9C0A11CC82F5}" destId="{0AE0AA34-8E88-4504-AF95-EB37F1B766C5}" srcOrd="17" destOrd="0" presId="urn:microsoft.com/office/officeart/2008/layout/LinedList"/>
    <dgm:cxn modelId="{CBE9D56D-E9FC-492E-B440-1B0B909125AF}" type="presParOf" srcId="{0AE0AA34-8E88-4504-AF95-EB37F1B766C5}" destId="{033EE245-B7AC-4B52-B8B0-38ECA9992F98}" srcOrd="0" destOrd="0" presId="urn:microsoft.com/office/officeart/2008/layout/LinedList"/>
    <dgm:cxn modelId="{E340285D-7B60-45AE-9CAB-0FE33C779E4A}" type="presParOf" srcId="{0AE0AA34-8E88-4504-AF95-EB37F1B766C5}" destId="{2D696936-B4A4-48C8-BE58-44DF60B15C42}" srcOrd="1" destOrd="0" presId="urn:microsoft.com/office/officeart/2008/layout/LinedList"/>
    <dgm:cxn modelId="{0C10FB23-8E0D-47C5-BC8E-78572678C9DE}" type="presParOf" srcId="{50C2F447-9A87-4A9D-8D43-9C0A11CC82F5}" destId="{33208594-95AC-4769-9122-7CE96718E41B}" srcOrd="18" destOrd="0" presId="urn:microsoft.com/office/officeart/2008/layout/LinedList"/>
    <dgm:cxn modelId="{F9E63810-7E89-40E1-BC4B-878DB77C2241}" type="presParOf" srcId="{50C2F447-9A87-4A9D-8D43-9C0A11CC82F5}" destId="{CD6F250F-51C2-42FB-9909-A7FF001AA137}" srcOrd="19" destOrd="0" presId="urn:microsoft.com/office/officeart/2008/layout/LinedList"/>
    <dgm:cxn modelId="{053B0674-45AA-4A55-8721-1960B892820C}" type="presParOf" srcId="{CD6F250F-51C2-42FB-9909-A7FF001AA137}" destId="{3D869992-B771-4CBE-97CF-107B4A036D0A}" srcOrd="0" destOrd="0" presId="urn:microsoft.com/office/officeart/2008/layout/LinedList"/>
    <dgm:cxn modelId="{46683BA2-5ADD-4503-A2B2-0587C0CA4920}" type="presParOf" srcId="{CD6F250F-51C2-42FB-9909-A7FF001AA137}" destId="{5B5D77BE-296A-4D0F-9B31-20C7193CF8E4}" srcOrd="1" destOrd="0" presId="urn:microsoft.com/office/officeart/2008/layout/LinedList"/>
    <dgm:cxn modelId="{8E194EEA-7816-462F-986B-A33E0A906712}" type="presParOf" srcId="{50C2F447-9A87-4A9D-8D43-9C0A11CC82F5}" destId="{1F71353A-90D8-419F-BE4C-1B0059FA8458}" srcOrd="20" destOrd="0" presId="urn:microsoft.com/office/officeart/2008/layout/LinedList"/>
    <dgm:cxn modelId="{6DB5B67E-0162-449B-811C-68BDA46E4B8D}" type="presParOf" srcId="{50C2F447-9A87-4A9D-8D43-9C0A11CC82F5}" destId="{6DEE0D15-F479-4689-904C-0291310D724D}" srcOrd="21" destOrd="0" presId="urn:microsoft.com/office/officeart/2008/layout/LinedList"/>
    <dgm:cxn modelId="{A4CA1FD0-B22E-40E8-900F-D22B5E1ABA47}" type="presParOf" srcId="{6DEE0D15-F479-4689-904C-0291310D724D}" destId="{C0FBDCF7-8258-478A-AB21-621C70676478}" srcOrd="0" destOrd="0" presId="urn:microsoft.com/office/officeart/2008/layout/LinedList"/>
    <dgm:cxn modelId="{CE0DAD6E-035F-4719-B9FD-933C12AC885E}" type="presParOf" srcId="{6DEE0D15-F479-4689-904C-0291310D724D}" destId="{F358C886-558F-472F-9C0E-4F636F907121}" srcOrd="1" destOrd="0" presId="urn:microsoft.com/office/officeart/2008/layout/LinedList"/>
    <dgm:cxn modelId="{0511904F-8DA3-498B-8457-2B96F7534E78}" type="presParOf" srcId="{50C2F447-9A87-4A9D-8D43-9C0A11CC82F5}" destId="{AB24E4A2-73C9-4CB2-BBAD-7B212073AF72}" srcOrd="22" destOrd="0" presId="urn:microsoft.com/office/officeart/2008/layout/LinedList"/>
    <dgm:cxn modelId="{5C265905-4134-4B6D-A680-6DCE57225441}" type="presParOf" srcId="{50C2F447-9A87-4A9D-8D43-9C0A11CC82F5}" destId="{03AE3607-0392-41E6-BA65-303FA1C9AF98}" srcOrd="23" destOrd="0" presId="urn:microsoft.com/office/officeart/2008/layout/LinedList"/>
    <dgm:cxn modelId="{C548DC14-DC0E-4B01-9DA7-75628CA66A77}" type="presParOf" srcId="{03AE3607-0392-41E6-BA65-303FA1C9AF98}" destId="{CB097FA6-78D2-4C9A-8337-74602BBEFBB5}" srcOrd="0" destOrd="0" presId="urn:microsoft.com/office/officeart/2008/layout/LinedList"/>
    <dgm:cxn modelId="{99B99A94-F589-4399-99F0-E689CF1E8AB8}" type="presParOf" srcId="{03AE3607-0392-41E6-BA65-303FA1C9AF98}" destId="{6EFE08AC-49AC-4695-9579-6275DB78412D}" srcOrd="1" destOrd="0" presId="urn:microsoft.com/office/officeart/2008/layout/LinedList"/>
    <dgm:cxn modelId="{DFA28C7B-748B-4C37-BE9D-13B944F295D2}" type="presParOf" srcId="{50C2F447-9A87-4A9D-8D43-9C0A11CC82F5}" destId="{B9FDA204-85CE-497F-AEB8-D1B85CAD90CA}" srcOrd="24" destOrd="0" presId="urn:microsoft.com/office/officeart/2008/layout/LinedList"/>
    <dgm:cxn modelId="{FCD78718-4CE2-403A-A221-3AFA1F3439BC}" type="presParOf" srcId="{50C2F447-9A87-4A9D-8D43-9C0A11CC82F5}" destId="{7F035860-DFD7-41A6-8677-739AA6B13CFF}" srcOrd="25" destOrd="0" presId="urn:microsoft.com/office/officeart/2008/layout/LinedList"/>
    <dgm:cxn modelId="{BCA18777-9004-4965-8444-8E4C0F4AD83C}" type="presParOf" srcId="{7F035860-DFD7-41A6-8677-739AA6B13CFF}" destId="{5947F3E3-1CC0-4430-8E61-FDD5FA24C114}" srcOrd="0" destOrd="0" presId="urn:microsoft.com/office/officeart/2008/layout/LinedList"/>
    <dgm:cxn modelId="{ACA8133D-D5D9-4F06-B73D-8185801C3553}" type="presParOf" srcId="{7F035860-DFD7-41A6-8677-739AA6B13CFF}" destId="{62AC130F-2869-4DAE-BC08-4C5F33CB8E1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C4A11EC-7AEF-44B6-88CA-03629491D148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CCDB6F91-7D45-462D-B0A0-E6FEF13D7FE2}">
      <dgm:prSet/>
      <dgm:spPr/>
      <dgm:t>
        <a:bodyPr/>
        <a:lstStyle/>
        <a:p>
          <a:pPr>
            <a:defRPr cap="all"/>
          </a:pPr>
          <a:r>
            <a:rPr lang="en-US" b="0" i="0">
              <a:solidFill>
                <a:srgbClr val="080808"/>
              </a:solidFill>
            </a:rPr>
            <a:t>Wires can potentially be exposed to water</a:t>
          </a:r>
          <a:endParaRPr lang="en-US">
            <a:solidFill>
              <a:srgbClr val="080808"/>
            </a:solidFill>
          </a:endParaRPr>
        </a:p>
      </dgm:t>
    </dgm:pt>
    <dgm:pt modelId="{8ED9DB14-1D6E-4C24-B0C6-CFAEAE7E23B6}" type="parTrans" cxnId="{1F4ED1AE-D0DC-4725-9A0E-88571B159042}">
      <dgm:prSet/>
      <dgm:spPr/>
      <dgm:t>
        <a:bodyPr/>
        <a:lstStyle/>
        <a:p>
          <a:endParaRPr lang="en-US"/>
        </a:p>
      </dgm:t>
    </dgm:pt>
    <dgm:pt modelId="{87B84D69-E9B4-42A5-B18B-72C9C5AA450A}" type="sibTrans" cxnId="{1F4ED1AE-D0DC-4725-9A0E-88571B159042}">
      <dgm:prSet/>
      <dgm:spPr/>
      <dgm:t>
        <a:bodyPr/>
        <a:lstStyle/>
        <a:p>
          <a:endParaRPr lang="en-US"/>
        </a:p>
      </dgm:t>
    </dgm:pt>
    <dgm:pt modelId="{112ECDDF-CF75-463E-B312-C092ADA6ED16}">
      <dgm:prSet/>
      <dgm:spPr/>
      <dgm:t>
        <a:bodyPr/>
        <a:lstStyle/>
        <a:p>
          <a:pPr>
            <a:defRPr cap="all"/>
          </a:pPr>
          <a:r>
            <a:rPr lang="en-US" b="0" i="0">
              <a:solidFill>
                <a:srgbClr val="080808"/>
              </a:solidFill>
            </a:rPr>
            <a:t>Vessels could implode due to pressure</a:t>
          </a:r>
          <a:endParaRPr lang="en-US">
            <a:solidFill>
              <a:srgbClr val="080808"/>
            </a:solidFill>
          </a:endParaRPr>
        </a:p>
      </dgm:t>
    </dgm:pt>
    <dgm:pt modelId="{7AE8E784-FE74-403F-B286-E3E9B4A213B4}" type="parTrans" cxnId="{6916B986-C93A-433D-9927-2E9E5B23F351}">
      <dgm:prSet/>
      <dgm:spPr/>
      <dgm:t>
        <a:bodyPr/>
        <a:lstStyle/>
        <a:p>
          <a:endParaRPr lang="en-US"/>
        </a:p>
      </dgm:t>
    </dgm:pt>
    <dgm:pt modelId="{469467CC-A36E-4641-893F-D6784BB8B8A8}" type="sibTrans" cxnId="{6916B986-C93A-433D-9927-2E9E5B23F351}">
      <dgm:prSet/>
      <dgm:spPr/>
      <dgm:t>
        <a:bodyPr/>
        <a:lstStyle/>
        <a:p>
          <a:endParaRPr lang="en-US"/>
        </a:p>
      </dgm:t>
    </dgm:pt>
    <dgm:pt modelId="{00CC5779-E501-4C2E-BED0-F042E20D3EEA}">
      <dgm:prSet/>
      <dgm:spPr/>
      <dgm:t>
        <a:bodyPr/>
        <a:lstStyle/>
        <a:p>
          <a:pPr>
            <a:defRPr cap="all"/>
          </a:pPr>
          <a:r>
            <a:rPr lang="en-US" b="0" i="0">
              <a:solidFill>
                <a:srgbClr val="080808"/>
              </a:solidFill>
            </a:rPr>
            <a:t>Steam and water will be at a high temperature </a:t>
          </a:r>
          <a:endParaRPr lang="en-US">
            <a:solidFill>
              <a:srgbClr val="080808"/>
            </a:solidFill>
          </a:endParaRPr>
        </a:p>
      </dgm:t>
    </dgm:pt>
    <dgm:pt modelId="{FFE38DC8-92B6-4D77-AED3-24639D303AA5}" type="parTrans" cxnId="{68A6AEB7-AD64-40E6-85FD-AEC3CCBD3424}">
      <dgm:prSet/>
      <dgm:spPr/>
      <dgm:t>
        <a:bodyPr/>
        <a:lstStyle/>
        <a:p>
          <a:endParaRPr lang="en-US"/>
        </a:p>
      </dgm:t>
    </dgm:pt>
    <dgm:pt modelId="{92D1D8E1-09F2-43AF-8F58-FF2C42D86B2A}" type="sibTrans" cxnId="{68A6AEB7-AD64-40E6-85FD-AEC3CCBD3424}">
      <dgm:prSet/>
      <dgm:spPr/>
      <dgm:t>
        <a:bodyPr/>
        <a:lstStyle/>
        <a:p>
          <a:endParaRPr lang="en-US"/>
        </a:p>
      </dgm:t>
    </dgm:pt>
    <dgm:pt modelId="{DB81C9D4-9AA8-49E1-86A8-A66D6FB92F13}" type="pres">
      <dgm:prSet presAssocID="{DC4A11EC-7AEF-44B6-88CA-03629491D148}" presName="root" presStyleCnt="0">
        <dgm:presLayoutVars>
          <dgm:dir/>
          <dgm:resizeHandles val="exact"/>
        </dgm:presLayoutVars>
      </dgm:prSet>
      <dgm:spPr/>
    </dgm:pt>
    <dgm:pt modelId="{04A032E6-9B29-4A42-95F6-44357A76C143}" type="pres">
      <dgm:prSet presAssocID="{CCDB6F91-7D45-462D-B0A0-E6FEF13D7FE2}" presName="compNode" presStyleCnt="0"/>
      <dgm:spPr/>
    </dgm:pt>
    <dgm:pt modelId="{ACC847AC-8835-403A-85CC-DDA713C37621}" type="pres">
      <dgm:prSet presAssocID="{CCDB6F91-7D45-462D-B0A0-E6FEF13D7FE2}" presName="iconBgRect" presStyleLbl="bgShp" presStyleIdx="0" presStyleCnt="3"/>
      <dgm:spPr/>
    </dgm:pt>
    <dgm:pt modelId="{E7DEE6FE-0C15-4787-8510-30A2D73153CD}" type="pres">
      <dgm:prSet presAssocID="{CCDB6F91-7D45-462D-B0A0-E6FEF13D7FE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C40FD397-C54B-4F67-9A20-3C19F5C281AB}" type="pres">
      <dgm:prSet presAssocID="{CCDB6F91-7D45-462D-B0A0-E6FEF13D7FE2}" presName="spaceRect" presStyleCnt="0"/>
      <dgm:spPr/>
    </dgm:pt>
    <dgm:pt modelId="{99127B00-7B58-46F4-A13B-3A4A4C537E4B}" type="pres">
      <dgm:prSet presAssocID="{CCDB6F91-7D45-462D-B0A0-E6FEF13D7FE2}" presName="textRect" presStyleLbl="revTx" presStyleIdx="0" presStyleCnt="3">
        <dgm:presLayoutVars>
          <dgm:chMax val="1"/>
          <dgm:chPref val="1"/>
        </dgm:presLayoutVars>
      </dgm:prSet>
      <dgm:spPr/>
    </dgm:pt>
    <dgm:pt modelId="{64CCB217-678A-4C5A-BE27-375FAFDD5C5E}" type="pres">
      <dgm:prSet presAssocID="{87B84D69-E9B4-42A5-B18B-72C9C5AA450A}" presName="sibTrans" presStyleCnt="0"/>
      <dgm:spPr/>
    </dgm:pt>
    <dgm:pt modelId="{24656C87-52DA-4F97-919D-7A0417CE743F}" type="pres">
      <dgm:prSet presAssocID="{112ECDDF-CF75-463E-B312-C092ADA6ED16}" presName="compNode" presStyleCnt="0"/>
      <dgm:spPr/>
    </dgm:pt>
    <dgm:pt modelId="{754D401C-26EA-4ACC-BA4E-9371E8221966}" type="pres">
      <dgm:prSet presAssocID="{112ECDDF-CF75-463E-B312-C092ADA6ED16}" presName="iconBgRect" presStyleLbl="bgShp" presStyleIdx="1" presStyleCnt="3"/>
      <dgm:spPr/>
    </dgm:pt>
    <dgm:pt modelId="{3763F08A-0A38-4D43-BC53-15DDBE7225ED}" type="pres">
      <dgm:prSet presAssocID="{112ECDDF-CF75-463E-B312-C092ADA6ED1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 with solid fill"/>
        </a:ext>
      </dgm:extLst>
    </dgm:pt>
    <dgm:pt modelId="{FF5C410D-B87D-4F14-BC14-90357F032219}" type="pres">
      <dgm:prSet presAssocID="{112ECDDF-CF75-463E-B312-C092ADA6ED16}" presName="spaceRect" presStyleCnt="0"/>
      <dgm:spPr/>
    </dgm:pt>
    <dgm:pt modelId="{E7D6A1B3-6322-4EF1-B0A1-800021810DA9}" type="pres">
      <dgm:prSet presAssocID="{112ECDDF-CF75-463E-B312-C092ADA6ED16}" presName="textRect" presStyleLbl="revTx" presStyleIdx="1" presStyleCnt="3">
        <dgm:presLayoutVars>
          <dgm:chMax val="1"/>
          <dgm:chPref val="1"/>
        </dgm:presLayoutVars>
      </dgm:prSet>
      <dgm:spPr/>
    </dgm:pt>
    <dgm:pt modelId="{C996AF7D-288B-4692-BF76-109A11629685}" type="pres">
      <dgm:prSet presAssocID="{469467CC-A36E-4641-893F-D6784BB8B8A8}" presName="sibTrans" presStyleCnt="0"/>
      <dgm:spPr/>
    </dgm:pt>
    <dgm:pt modelId="{4D9B67EA-47F3-4FCB-8789-C94F808BFC96}" type="pres">
      <dgm:prSet presAssocID="{00CC5779-E501-4C2E-BED0-F042E20D3EEA}" presName="compNode" presStyleCnt="0"/>
      <dgm:spPr/>
    </dgm:pt>
    <dgm:pt modelId="{EBC0BE36-5AC3-47C9-AE70-5AE4E1B8137A}" type="pres">
      <dgm:prSet presAssocID="{00CC5779-E501-4C2E-BED0-F042E20D3EEA}" presName="iconBgRect" presStyleLbl="bgShp" presStyleIdx="2" presStyleCnt="3"/>
      <dgm:spPr/>
    </dgm:pt>
    <dgm:pt modelId="{20EB1735-7E45-4597-A640-3ADAF8B039E9}" type="pres">
      <dgm:prSet presAssocID="{00CC5779-E501-4C2E-BED0-F042E20D3EE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ermometer"/>
        </a:ext>
      </dgm:extLst>
    </dgm:pt>
    <dgm:pt modelId="{B023D60F-D940-470B-BA04-3277304036A8}" type="pres">
      <dgm:prSet presAssocID="{00CC5779-E501-4C2E-BED0-F042E20D3EEA}" presName="spaceRect" presStyleCnt="0"/>
      <dgm:spPr/>
    </dgm:pt>
    <dgm:pt modelId="{7712B8A8-6998-43BA-AE93-40101BE79D25}" type="pres">
      <dgm:prSet presAssocID="{00CC5779-E501-4C2E-BED0-F042E20D3EE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A576309-8962-436D-93C2-8CFF10ACCBF6}" type="presOf" srcId="{CCDB6F91-7D45-462D-B0A0-E6FEF13D7FE2}" destId="{99127B00-7B58-46F4-A13B-3A4A4C537E4B}" srcOrd="0" destOrd="0" presId="urn:microsoft.com/office/officeart/2018/5/layout/IconCircleLabelList"/>
    <dgm:cxn modelId="{06C5C736-4E06-403B-AF76-AB649F0AC689}" type="presOf" srcId="{00CC5779-E501-4C2E-BED0-F042E20D3EEA}" destId="{7712B8A8-6998-43BA-AE93-40101BE79D25}" srcOrd="0" destOrd="0" presId="urn:microsoft.com/office/officeart/2018/5/layout/IconCircleLabelList"/>
    <dgm:cxn modelId="{6916B986-C93A-433D-9927-2E9E5B23F351}" srcId="{DC4A11EC-7AEF-44B6-88CA-03629491D148}" destId="{112ECDDF-CF75-463E-B312-C092ADA6ED16}" srcOrd="1" destOrd="0" parTransId="{7AE8E784-FE74-403F-B286-E3E9B4A213B4}" sibTransId="{469467CC-A36E-4641-893F-D6784BB8B8A8}"/>
    <dgm:cxn modelId="{AA2A259F-8E15-469E-945B-E6A157041936}" type="presOf" srcId="{112ECDDF-CF75-463E-B312-C092ADA6ED16}" destId="{E7D6A1B3-6322-4EF1-B0A1-800021810DA9}" srcOrd="0" destOrd="0" presId="urn:microsoft.com/office/officeart/2018/5/layout/IconCircleLabelList"/>
    <dgm:cxn modelId="{1F4ED1AE-D0DC-4725-9A0E-88571B159042}" srcId="{DC4A11EC-7AEF-44B6-88CA-03629491D148}" destId="{CCDB6F91-7D45-462D-B0A0-E6FEF13D7FE2}" srcOrd="0" destOrd="0" parTransId="{8ED9DB14-1D6E-4C24-B0C6-CFAEAE7E23B6}" sibTransId="{87B84D69-E9B4-42A5-B18B-72C9C5AA450A}"/>
    <dgm:cxn modelId="{68A6AEB7-AD64-40E6-85FD-AEC3CCBD3424}" srcId="{DC4A11EC-7AEF-44B6-88CA-03629491D148}" destId="{00CC5779-E501-4C2E-BED0-F042E20D3EEA}" srcOrd="2" destOrd="0" parTransId="{FFE38DC8-92B6-4D77-AED3-24639D303AA5}" sibTransId="{92D1D8E1-09F2-43AF-8F58-FF2C42D86B2A}"/>
    <dgm:cxn modelId="{F32F92D6-5D26-4697-9CDB-A6362AD4BC1B}" type="presOf" srcId="{DC4A11EC-7AEF-44B6-88CA-03629491D148}" destId="{DB81C9D4-9AA8-49E1-86A8-A66D6FB92F13}" srcOrd="0" destOrd="0" presId="urn:microsoft.com/office/officeart/2018/5/layout/IconCircleLabelList"/>
    <dgm:cxn modelId="{12E1E60F-0C2E-4372-B88F-00F8021F98B5}" type="presParOf" srcId="{DB81C9D4-9AA8-49E1-86A8-A66D6FB92F13}" destId="{04A032E6-9B29-4A42-95F6-44357A76C143}" srcOrd="0" destOrd="0" presId="urn:microsoft.com/office/officeart/2018/5/layout/IconCircleLabelList"/>
    <dgm:cxn modelId="{8B4D6000-1FAA-4C24-87B0-BA15991B8544}" type="presParOf" srcId="{04A032E6-9B29-4A42-95F6-44357A76C143}" destId="{ACC847AC-8835-403A-85CC-DDA713C37621}" srcOrd="0" destOrd="0" presId="urn:microsoft.com/office/officeart/2018/5/layout/IconCircleLabelList"/>
    <dgm:cxn modelId="{2ABB2F53-8415-4798-BF80-3118FD3D2AFD}" type="presParOf" srcId="{04A032E6-9B29-4A42-95F6-44357A76C143}" destId="{E7DEE6FE-0C15-4787-8510-30A2D73153CD}" srcOrd="1" destOrd="0" presId="urn:microsoft.com/office/officeart/2018/5/layout/IconCircleLabelList"/>
    <dgm:cxn modelId="{51218C9C-790E-4091-B171-3B01FA5EA906}" type="presParOf" srcId="{04A032E6-9B29-4A42-95F6-44357A76C143}" destId="{C40FD397-C54B-4F67-9A20-3C19F5C281AB}" srcOrd="2" destOrd="0" presId="urn:microsoft.com/office/officeart/2018/5/layout/IconCircleLabelList"/>
    <dgm:cxn modelId="{C5A4EE8F-115C-413C-AFFA-8EB3A02299C3}" type="presParOf" srcId="{04A032E6-9B29-4A42-95F6-44357A76C143}" destId="{99127B00-7B58-46F4-A13B-3A4A4C537E4B}" srcOrd="3" destOrd="0" presId="urn:microsoft.com/office/officeart/2018/5/layout/IconCircleLabelList"/>
    <dgm:cxn modelId="{1833E771-B630-42A6-BD99-81776BCD05DE}" type="presParOf" srcId="{DB81C9D4-9AA8-49E1-86A8-A66D6FB92F13}" destId="{64CCB217-678A-4C5A-BE27-375FAFDD5C5E}" srcOrd="1" destOrd="0" presId="urn:microsoft.com/office/officeart/2018/5/layout/IconCircleLabelList"/>
    <dgm:cxn modelId="{8A778B59-2740-4D16-9C39-FB872A2AFC22}" type="presParOf" srcId="{DB81C9D4-9AA8-49E1-86A8-A66D6FB92F13}" destId="{24656C87-52DA-4F97-919D-7A0417CE743F}" srcOrd="2" destOrd="0" presId="urn:microsoft.com/office/officeart/2018/5/layout/IconCircleLabelList"/>
    <dgm:cxn modelId="{B9A26A9C-BCB8-4153-AB94-C21D789F6A72}" type="presParOf" srcId="{24656C87-52DA-4F97-919D-7A0417CE743F}" destId="{754D401C-26EA-4ACC-BA4E-9371E8221966}" srcOrd="0" destOrd="0" presId="urn:microsoft.com/office/officeart/2018/5/layout/IconCircleLabelList"/>
    <dgm:cxn modelId="{AAAE59EC-591E-46F1-B53F-CFEBAD36C6F4}" type="presParOf" srcId="{24656C87-52DA-4F97-919D-7A0417CE743F}" destId="{3763F08A-0A38-4D43-BC53-15DDBE7225ED}" srcOrd="1" destOrd="0" presId="urn:microsoft.com/office/officeart/2018/5/layout/IconCircleLabelList"/>
    <dgm:cxn modelId="{E803A733-5424-45A9-A3ED-AC270CEF8C9C}" type="presParOf" srcId="{24656C87-52DA-4F97-919D-7A0417CE743F}" destId="{FF5C410D-B87D-4F14-BC14-90357F032219}" srcOrd="2" destOrd="0" presId="urn:microsoft.com/office/officeart/2018/5/layout/IconCircleLabelList"/>
    <dgm:cxn modelId="{BC5C2B28-7146-4AED-A8A1-A5EC27484D6E}" type="presParOf" srcId="{24656C87-52DA-4F97-919D-7A0417CE743F}" destId="{E7D6A1B3-6322-4EF1-B0A1-800021810DA9}" srcOrd="3" destOrd="0" presId="urn:microsoft.com/office/officeart/2018/5/layout/IconCircleLabelList"/>
    <dgm:cxn modelId="{6777EB0C-F826-4984-B6A4-7F204616829C}" type="presParOf" srcId="{DB81C9D4-9AA8-49E1-86A8-A66D6FB92F13}" destId="{C996AF7D-288B-4692-BF76-109A11629685}" srcOrd="3" destOrd="0" presId="urn:microsoft.com/office/officeart/2018/5/layout/IconCircleLabelList"/>
    <dgm:cxn modelId="{AF6B8124-8435-431E-AD4C-F1432B4AE075}" type="presParOf" srcId="{DB81C9D4-9AA8-49E1-86A8-A66D6FB92F13}" destId="{4D9B67EA-47F3-4FCB-8789-C94F808BFC96}" srcOrd="4" destOrd="0" presId="urn:microsoft.com/office/officeart/2018/5/layout/IconCircleLabelList"/>
    <dgm:cxn modelId="{0A79117E-7A28-4F3F-BF20-7D33A18F1A87}" type="presParOf" srcId="{4D9B67EA-47F3-4FCB-8789-C94F808BFC96}" destId="{EBC0BE36-5AC3-47C9-AE70-5AE4E1B8137A}" srcOrd="0" destOrd="0" presId="urn:microsoft.com/office/officeart/2018/5/layout/IconCircleLabelList"/>
    <dgm:cxn modelId="{4460775B-2702-4DF9-87D2-9B478401E1E1}" type="presParOf" srcId="{4D9B67EA-47F3-4FCB-8789-C94F808BFC96}" destId="{20EB1735-7E45-4597-A640-3ADAF8B039E9}" srcOrd="1" destOrd="0" presId="urn:microsoft.com/office/officeart/2018/5/layout/IconCircleLabelList"/>
    <dgm:cxn modelId="{5B0E368A-AA54-48B0-8BA5-F4138EAE87C5}" type="presParOf" srcId="{4D9B67EA-47F3-4FCB-8789-C94F808BFC96}" destId="{B023D60F-D940-470B-BA04-3277304036A8}" srcOrd="2" destOrd="0" presId="urn:microsoft.com/office/officeart/2018/5/layout/IconCircleLabelList"/>
    <dgm:cxn modelId="{526D46C2-5B7D-4645-9596-1806739DECAE}" type="presParOf" srcId="{4D9B67EA-47F3-4FCB-8789-C94F808BFC96}" destId="{7712B8A8-6998-43BA-AE93-40101BE79D2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021892D-E54C-43FB-A6F7-A5F140137F6F}" type="doc">
      <dgm:prSet loTypeId="urn:microsoft.com/office/officeart/2018/5/layout/IconLeafLabelList" loCatId="icon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ACECAF5-9ADD-4AAE-AF1D-304AA32AAE5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>
              <a:solidFill>
                <a:srgbClr val="080808"/>
              </a:solidFill>
            </a:rPr>
            <a:t>Always keep the water level constant. Make sure to have a person watching it</a:t>
          </a:r>
          <a:endParaRPr lang="en-US" b="1" dirty="0">
            <a:solidFill>
              <a:srgbClr val="080808"/>
            </a:solidFill>
          </a:endParaRPr>
        </a:p>
      </dgm:t>
    </dgm:pt>
    <dgm:pt modelId="{0B1C12EC-9997-4313-8AD9-8B67A20F7466}" type="parTrans" cxnId="{3F1A306E-7D25-4517-A1B5-54559224EB10}">
      <dgm:prSet/>
      <dgm:spPr/>
      <dgm:t>
        <a:bodyPr/>
        <a:lstStyle/>
        <a:p>
          <a:endParaRPr lang="en-US"/>
        </a:p>
      </dgm:t>
    </dgm:pt>
    <dgm:pt modelId="{117F3516-84C5-42CB-96F2-FBF343FA6BBB}" type="sibTrans" cxnId="{3F1A306E-7D25-4517-A1B5-54559224EB10}">
      <dgm:prSet/>
      <dgm:spPr/>
      <dgm:t>
        <a:bodyPr/>
        <a:lstStyle/>
        <a:p>
          <a:endParaRPr lang="en-US"/>
        </a:p>
      </dgm:t>
    </dgm:pt>
    <dgm:pt modelId="{F848CFB1-7BB0-4439-96D0-6588C11722C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>
              <a:solidFill>
                <a:srgbClr val="080808"/>
              </a:solidFill>
            </a:rPr>
            <a:t>Have distilled water at the bench</a:t>
          </a:r>
          <a:endParaRPr lang="en-US" b="1" dirty="0">
            <a:solidFill>
              <a:srgbClr val="080808"/>
            </a:solidFill>
          </a:endParaRPr>
        </a:p>
      </dgm:t>
    </dgm:pt>
    <dgm:pt modelId="{1190F148-BEA9-46A4-B0ED-199C2B5FE159}" type="parTrans" cxnId="{1FE7BDAF-D115-4160-8702-FFEB3512CABF}">
      <dgm:prSet/>
      <dgm:spPr/>
      <dgm:t>
        <a:bodyPr/>
        <a:lstStyle/>
        <a:p>
          <a:endParaRPr lang="en-US"/>
        </a:p>
      </dgm:t>
    </dgm:pt>
    <dgm:pt modelId="{EC3EE9E2-D710-46B5-B102-21157B9F9B6D}" type="sibTrans" cxnId="{1FE7BDAF-D115-4160-8702-FFEB3512CABF}">
      <dgm:prSet/>
      <dgm:spPr/>
      <dgm:t>
        <a:bodyPr/>
        <a:lstStyle/>
        <a:p>
          <a:endParaRPr lang="en-US"/>
        </a:p>
      </dgm:t>
    </dgm:pt>
    <dgm:pt modelId="{35C74A36-CB96-4BEF-BCB8-3ADCBA7C525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>
              <a:solidFill>
                <a:srgbClr val="080808"/>
              </a:solidFill>
            </a:rPr>
            <a:t>Be quick with draining so the vacuum doesn’t stay closed for long periods of time</a:t>
          </a:r>
          <a:endParaRPr lang="en-US" b="1" dirty="0">
            <a:solidFill>
              <a:srgbClr val="080808"/>
            </a:solidFill>
          </a:endParaRPr>
        </a:p>
      </dgm:t>
    </dgm:pt>
    <dgm:pt modelId="{19746276-9A1A-4718-A742-D5926D59389C}" type="parTrans" cxnId="{398FB3B0-0C3C-4332-8F71-FF598A263CFD}">
      <dgm:prSet/>
      <dgm:spPr/>
      <dgm:t>
        <a:bodyPr/>
        <a:lstStyle/>
        <a:p>
          <a:endParaRPr lang="en-US"/>
        </a:p>
      </dgm:t>
    </dgm:pt>
    <dgm:pt modelId="{D8E11378-C092-4A08-B44C-086CCD9C0E96}" type="sibTrans" cxnId="{398FB3B0-0C3C-4332-8F71-FF598A263CFD}">
      <dgm:prSet/>
      <dgm:spPr/>
      <dgm:t>
        <a:bodyPr/>
        <a:lstStyle/>
        <a:p>
          <a:endParaRPr lang="en-US"/>
        </a:p>
      </dgm:t>
    </dgm:pt>
    <dgm:pt modelId="{D4212B3D-128B-45D8-AC4C-634B06D4C2E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>
              <a:solidFill>
                <a:srgbClr val="080808"/>
              </a:solidFill>
            </a:rPr>
            <a:t>Have someone holding the pressure adjusting knob to keep pressure constant</a:t>
          </a:r>
          <a:endParaRPr lang="en-US" b="1" dirty="0">
            <a:solidFill>
              <a:srgbClr val="080808"/>
            </a:solidFill>
          </a:endParaRPr>
        </a:p>
      </dgm:t>
    </dgm:pt>
    <dgm:pt modelId="{005F0FA4-A81E-4D27-B4EF-EE7AE0C4A095}" type="parTrans" cxnId="{3DDE97D4-2D98-49B4-BB55-9DE211D9FC0C}">
      <dgm:prSet/>
      <dgm:spPr/>
      <dgm:t>
        <a:bodyPr/>
        <a:lstStyle/>
        <a:p>
          <a:endParaRPr lang="en-US"/>
        </a:p>
      </dgm:t>
    </dgm:pt>
    <dgm:pt modelId="{7BCD0B53-F25F-4162-8D3D-BE82881EA396}" type="sibTrans" cxnId="{3DDE97D4-2D98-49B4-BB55-9DE211D9FC0C}">
      <dgm:prSet/>
      <dgm:spPr/>
      <dgm:t>
        <a:bodyPr/>
        <a:lstStyle/>
        <a:p>
          <a:endParaRPr lang="en-US"/>
        </a:p>
      </dgm:t>
    </dgm:pt>
    <dgm:pt modelId="{12D256DF-7E93-4480-B63E-23CC1D2D8A2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>
              <a:solidFill>
                <a:srgbClr val="080808"/>
              </a:solidFill>
            </a:rPr>
            <a:t>Open both streams at the same time during the collecting period to ensure you have accurate readings</a:t>
          </a:r>
          <a:endParaRPr lang="en-US" b="1" dirty="0">
            <a:solidFill>
              <a:srgbClr val="080808"/>
            </a:solidFill>
          </a:endParaRPr>
        </a:p>
      </dgm:t>
    </dgm:pt>
    <dgm:pt modelId="{F06DA657-9999-4AD6-8CF7-3CE219D78041}" type="parTrans" cxnId="{949F9046-4FBF-4646-B010-7D8FD3E65518}">
      <dgm:prSet/>
      <dgm:spPr/>
      <dgm:t>
        <a:bodyPr/>
        <a:lstStyle/>
        <a:p>
          <a:endParaRPr lang="en-US"/>
        </a:p>
      </dgm:t>
    </dgm:pt>
    <dgm:pt modelId="{E3F3CBEE-EE9F-4465-A7F2-83170BC30763}" type="sibTrans" cxnId="{949F9046-4FBF-4646-B010-7D8FD3E65518}">
      <dgm:prSet/>
      <dgm:spPr/>
      <dgm:t>
        <a:bodyPr/>
        <a:lstStyle/>
        <a:p>
          <a:endParaRPr lang="en-US"/>
        </a:p>
      </dgm:t>
    </dgm:pt>
    <dgm:pt modelId="{BE314C18-BA5E-448D-B22B-95BE9AECBDB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>
              <a:solidFill>
                <a:srgbClr val="080808"/>
              </a:solidFill>
            </a:rPr>
            <a:t>Do a trial run before starting the actual experiment</a:t>
          </a:r>
          <a:endParaRPr lang="en-US" b="1" dirty="0">
            <a:solidFill>
              <a:srgbClr val="080808"/>
            </a:solidFill>
          </a:endParaRPr>
        </a:p>
      </dgm:t>
    </dgm:pt>
    <dgm:pt modelId="{8606F93E-1202-4E47-8080-02FE5B6C4C97}" type="parTrans" cxnId="{F05A86E4-DECC-422D-A87C-F7D8BE8CFDA3}">
      <dgm:prSet/>
      <dgm:spPr/>
      <dgm:t>
        <a:bodyPr/>
        <a:lstStyle/>
        <a:p>
          <a:endParaRPr lang="en-US"/>
        </a:p>
      </dgm:t>
    </dgm:pt>
    <dgm:pt modelId="{904ED112-86D3-4ECC-80AB-D4A2CFDEC141}" type="sibTrans" cxnId="{F05A86E4-DECC-422D-A87C-F7D8BE8CFDA3}">
      <dgm:prSet/>
      <dgm:spPr/>
      <dgm:t>
        <a:bodyPr/>
        <a:lstStyle/>
        <a:p>
          <a:endParaRPr lang="en-US"/>
        </a:p>
      </dgm:t>
    </dgm:pt>
    <dgm:pt modelId="{C9CAC79E-7441-42CA-B76A-3B9DE0FFE3F7}" type="pres">
      <dgm:prSet presAssocID="{F021892D-E54C-43FB-A6F7-A5F140137F6F}" presName="root" presStyleCnt="0">
        <dgm:presLayoutVars>
          <dgm:dir/>
          <dgm:resizeHandles val="exact"/>
        </dgm:presLayoutVars>
      </dgm:prSet>
      <dgm:spPr/>
    </dgm:pt>
    <dgm:pt modelId="{B2C881F5-64DA-430B-8F0B-51EA91966A67}" type="pres">
      <dgm:prSet presAssocID="{1ACECAF5-9ADD-4AAE-AF1D-304AA32AAE58}" presName="compNode" presStyleCnt="0"/>
      <dgm:spPr/>
    </dgm:pt>
    <dgm:pt modelId="{A1940178-07B8-4B50-9639-A3032C275BDD}" type="pres">
      <dgm:prSet presAssocID="{1ACECAF5-9ADD-4AAE-AF1D-304AA32AAE58}" presName="iconBgRect" presStyleLbl="bgShp" presStyleIdx="0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79301CFD-FBCB-4D2B-91B1-F5432CB260A4}" type="pres">
      <dgm:prSet presAssocID="{1ACECAF5-9ADD-4AAE-AF1D-304AA32AAE58}" presName="iconRect" presStyleLbl="node1" presStyleIdx="0" presStyleCnt="6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B8049933-243F-4DEA-AFA0-F9D78CF1CB5E}" type="pres">
      <dgm:prSet presAssocID="{1ACECAF5-9ADD-4AAE-AF1D-304AA32AAE58}" presName="spaceRect" presStyleCnt="0"/>
      <dgm:spPr/>
    </dgm:pt>
    <dgm:pt modelId="{44B934EA-1A20-43F8-ACD6-2D9565B426C4}" type="pres">
      <dgm:prSet presAssocID="{1ACECAF5-9ADD-4AAE-AF1D-304AA32AAE58}" presName="textRect" presStyleLbl="revTx" presStyleIdx="0" presStyleCnt="6">
        <dgm:presLayoutVars>
          <dgm:chMax val="1"/>
          <dgm:chPref val="1"/>
        </dgm:presLayoutVars>
      </dgm:prSet>
      <dgm:spPr/>
    </dgm:pt>
    <dgm:pt modelId="{37285F23-7081-44A0-9AFD-D97E6A4A7597}" type="pres">
      <dgm:prSet presAssocID="{117F3516-84C5-42CB-96F2-FBF343FA6BBB}" presName="sibTrans" presStyleCnt="0"/>
      <dgm:spPr/>
    </dgm:pt>
    <dgm:pt modelId="{F708E25B-838B-41BE-BB07-45B12246434F}" type="pres">
      <dgm:prSet presAssocID="{F848CFB1-7BB0-4439-96D0-6588C11722CB}" presName="compNode" presStyleCnt="0"/>
      <dgm:spPr/>
    </dgm:pt>
    <dgm:pt modelId="{37012568-DC78-4413-91CB-5960B76373CC}" type="pres">
      <dgm:prSet presAssocID="{F848CFB1-7BB0-4439-96D0-6588C11722CB}" presName="iconBgRect" presStyleLbl="bgShp" presStyleIdx="1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A776204D-9E7E-4893-A4B0-8FE47C090B9F}" type="pres">
      <dgm:prSet presAssocID="{F848CFB1-7BB0-4439-96D0-6588C11722CB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ter"/>
        </a:ext>
      </dgm:extLst>
    </dgm:pt>
    <dgm:pt modelId="{CD0592B0-7F5D-45E2-9865-C322D896A8C2}" type="pres">
      <dgm:prSet presAssocID="{F848CFB1-7BB0-4439-96D0-6588C11722CB}" presName="spaceRect" presStyleCnt="0"/>
      <dgm:spPr/>
    </dgm:pt>
    <dgm:pt modelId="{A89BBD37-84BA-4977-991F-F1EDD31A1A49}" type="pres">
      <dgm:prSet presAssocID="{F848CFB1-7BB0-4439-96D0-6588C11722CB}" presName="textRect" presStyleLbl="revTx" presStyleIdx="1" presStyleCnt="6">
        <dgm:presLayoutVars>
          <dgm:chMax val="1"/>
          <dgm:chPref val="1"/>
        </dgm:presLayoutVars>
      </dgm:prSet>
      <dgm:spPr/>
    </dgm:pt>
    <dgm:pt modelId="{A9A6417B-0F76-4A3D-AF65-6F4F61A8E887}" type="pres">
      <dgm:prSet presAssocID="{EC3EE9E2-D710-46B5-B102-21157B9F9B6D}" presName="sibTrans" presStyleCnt="0"/>
      <dgm:spPr/>
    </dgm:pt>
    <dgm:pt modelId="{D8650347-4678-44EA-868B-E7C2FF7C81AF}" type="pres">
      <dgm:prSet presAssocID="{35C74A36-CB96-4BEF-BCB8-3ADCBA7C5251}" presName="compNode" presStyleCnt="0"/>
      <dgm:spPr/>
    </dgm:pt>
    <dgm:pt modelId="{A40F1B95-E78E-487D-BF97-7D0C5D8CC46F}" type="pres">
      <dgm:prSet presAssocID="{35C74A36-CB96-4BEF-BCB8-3ADCBA7C5251}" presName="iconBgRect" presStyleLbl="bgShp" presStyleIdx="2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EED0F4A2-5BDC-4822-B599-BFE1198FD0BD}" type="pres">
      <dgm:prSet presAssocID="{35C74A36-CB96-4BEF-BCB8-3ADCBA7C5251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6435881B-1629-4022-B1C5-06BE73E0056C}" type="pres">
      <dgm:prSet presAssocID="{35C74A36-CB96-4BEF-BCB8-3ADCBA7C5251}" presName="spaceRect" presStyleCnt="0"/>
      <dgm:spPr/>
    </dgm:pt>
    <dgm:pt modelId="{3B061C9D-6F88-4DB2-8B14-7371F46DBBA9}" type="pres">
      <dgm:prSet presAssocID="{35C74A36-CB96-4BEF-BCB8-3ADCBA7C5251}" presName="textRect" presStyleLbl="revTx" presStyleIdx="2" presStyleCnt="6">
        <dgm:presLayoutVars>
          <dgm:chMax val="1"/>
          <dgm:chPref val="1"/>
        </dgm:presLayoutVars>
      </dgm:prSet>
      <dgm:spPr/>
    </dgm:pt>
    <dgm:pt modelId="{73E8187F-C6C8-4B60-8042-329B5526B4BA}" type="pres">
      <dgm:prSet presAssocID="{D8E11378-C092-4A08-B44C-086CCD9C0E96}" presName="sibTrans" presStyleCnt="0"/>
      <dgm:spPr/>
    </dgm:pt>
    <dgm:pt modelId="{DC10EDEF-FADC-48D0-BC8A-2DBC9788157A}" type="pres">
      <dgm:prSet presAssocID="{D4212B3D-128B-45D8-AC4C-634B06D4C2E4}" presName="compNode" presStyleCnt="0"/>
      <dgm:spPr/>
    </dgm:pt>
    <dgm:pt modelId="{F76AC6B8-ED2B-494B-A8E9-B33BAE4C852F}" type="pres">
      <dgm:prSet presAssocID="{D4212B3D-128B-45D8-AC4C-634B06D4C2E4}" presName="iconBgRect" presStyleLbl="bgShp" presStyleIdx="3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765869CD-0C14-428C-951E-8AA6334AC735}" type="pres">
      <dgm:prSet presAssocID="{D4212B3D-128B-45D8-AC4C-634B06D4C2E4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90FC6DF4-B971-4C72-81A4-C495143E395C}" type="pres">
      <dgm:prSet presAssocID="{D4212B3D-128B-45D8-AC4C-634B06D4C2E4}" presName="spaceRect" presStyleCnt="0"/>
      <dgm:spPr/>
    </dgm:pt>
    <dgm:pt modelId="{69C2AE8F-E6F0-458E-AA1C-06FA56323184}" type="pres">
      <dgm:prSet presAssocID="{D4212B3D-128B-45D8-AC4C-634B06D4C2E4}" presName="textRect" presStyleLbl="revTx" presStyleIdx="3" presStyleCnt="6">
        <dgm:presLayoutVars>
          <dgm:chMax val="1"/>
          <dgm:chPref val="1"/>
        </dgm:presLayoutVars>
      </dgm:prSet>
      <dgm:spPr/>
    </dgm:pt>
    <dgm:pt modelId="{A8F4040A-E858-4A43-8012-F9853A5999B7}" type="pres">
      <dgm:prSet presAssocID="{7BCD0B53-F25F-4162-8D3D-BE82881EA396}" presName="sibTrans" presStyleCnt="0"/>
      <dgm:spPr/>
    </dgm:pt>
    <dgm:pt modelId="{77B8E0DF-C8C5-4C81-AD28-6A024AA726F8}" type="pres">
      <dgm:prSet presAssocID="{12D256DF-7E93-4480-B63E-23CC1D2D8A27}" presName="compNode" presStyleCnt="0"/>
      <dgm:spPr/>
    </dgm:pt>
    <dgm:pt modelId="{41391D85-26FD-489D-8E87-84A123821EEA}" type="pres">
      <dgm:prSet presAssocID="{12D256DF-7E93-4480-B63E-23CC1D2D8A27}" presName="iconBgRect" presStyleLbl="bgShp" presStyleIdx="4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FFAA64FE-8CF4-403D-B772-AD46A02A7BD2}" type="pres">
      <dgm:prSet presAssocID="{12D256DF-7E93-4480-B63E-23CC1D2D8A27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F94F4006-F1F6-4EF9-B829-6F1B7BA37E84}" type="pres">
      <dgm:prSet presAssocID="{12D256DF-7E93-4480-B63E-23CC1D2D8A27}" presName="spaceRect" presStyleCnt="0"/>
      <dgm:spPr/>
    </dgm:pt>
    <dgm:pt modelId="{C943FC6E-C790-4D57-A184-2B0EC635EE7B}" type="pres">
      <dgm:prSet presAssocID="{12D256DF-7E93-4480-B63E-23CC1D2D8A27}" presName="textRect" presStyleLbl="revTx" presStyleIdx="4" presStyleCnt="6">
        <dgm:presLayoutVars>
          <dgm:chMax val="1"/>
          <dgm:chPref val="1"/>
        </dgm:presLayoutVars>
      </dgm:prSet>
      <dgm:spPr/>
    </dgm:pt>
    <dgm:pt modelId="{E01E38FF-E1E0-4B03-B47F-E5E18E570A74}" type="pres">
      <dgm:prSet presAssocID="{E3F3CBEE-EE9F-4465-A7F2-83170BC30763}" presName="sibTrans" presStyleCnt="0"/>
      <dgm:spPr/>
    </dgm:pt>
    <dgm:pt modelId="{7ED38F0D-F42F-4093-A3D6-4F3FE6477389}" type="pres">
      <dgm:prSet presAssocID="{BE314C18-BA5E-448D-B22B-95BE9AECBDB1}" presName="compNode" presStyleCnt="0"/>
      <dgm:spPr/>
    </dgm:pt>
    <dgm:pt modelId="{B2AB3253-58D6-4A1B-95CD-D7A66D04A737}" type="pres">
      <dgm:prSet presAssocID="{BE314C18-BA5E-448D-B22B-95BE9AECBDB1}" presName="iconBgRect" presStyleLbl="bgShp" presStyleIdx="5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A65A2111-920A-4119-B8D8-0ACAE8AA2E50}" type="pres">
      <dgm:prSet presAssocID="{BE314C18-BA5E-448D-B22B-95BE9AECBDB1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A679479D-D110-4A7B-BC1E-40DBDCE7D76E}" type="pres">
      <dgm:prSet presAssocID="{BE314C18-BA5E-448D-B22B-95BE9AECBDB1}" presName="spaceRect" presStyleCnt="0"/>
      <dgm:spPr/>
    </dgm:pt>
    <dgm:pt modelId="{0D99DF6E-03C1-4CC3-961F-0A1E84CF4BB6}" type="pres">
      <dgm:prSet presAssocID="{BE314C18-BA5E-448D-B22B-95BE9AECBDB1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E0A64B26-E586-4D5B-8C50-F5BD7D991F10}" type="presOf" srcId="{F021892D-E54C-43FB-A6F7-A5F140137F6F}" destId="{C9CAC79E-7441-42CA-B76A-3B9DE0FFE3F7}" srcOrd="0" destOrd="0" presId="urn:microsoft.com/office/officeart/2018/5/layout/IconLeafLabelList"/>
    <dgm:cxn modelId="{8173DB43-2D5A-4436-B105-30C6D686FB81}" type="presOf" srcId="{D4212B3D-128B-45D8-AC4C-634B06D4C2E4}" destId="{69C2AE8F-E6F0-458E-AA1C-06FA56323184}" srcOrd="0" destOrd="0" presId="urn:microsoft.com/office/officeart/2018/5/layout/IconLeafLabelList"/>
    <dgm:cxn modelId="{949F9046-4FBF-4646-B010-7D8FD3E65518}" srcId="{F021892D-E54C-43FB-A6F7-A5F140137F6F}" destId="{12D256DF-7E93-4480-B63E-23CC1D2D8A27}" srcOrd="4" destOrd="0" parTransId="{F06DA657-9999-4AD6-8CF7-3CE219D78041}" sibTransId="{E3F3CBEE-EE9F-4465-A7F2-83170BC30763}"/>
    <dgm:cxn modelId="{3F1A306E-7D25-4517-A1B5-54559224EB10}" srcId="{F021892D-E54C-43FB-A6F7-A5F140137F6F}" destId="{1ACECAF5-9ADD-4AAE-AF1D-304AA32AAE58}" srcOrd="0" destOrd="0" parTransId="{0B1C12EC-9997-4313-8AD9-8B67A20F7466}" sibTransId="{117F3516-84C5-42CB-96F2-FBF343FA6BBB}"/>
    <dgm:cxn modelId="{E21A1C70-61F4-4E94-AFB1-E20D480FFE8F}" type="presOf" srcId="{1ACECAF5-9ADD-4AAE-AF1D-304AA32AAE58}" destId="{44B934EA-1A20-43F8-ACD6-2D9565B426C4}" srcOrd="0" destOrd="0" presId="urn:microsoft.com/office/officeart/2018/5/layout/IconLeafLabelList"/>
    <dgm:cxn modelId="{D58CD591-F2F9-4B82-A3F4-CBFD83718E84}" type="presOf" srcId="{BE314C18-BA5E-448D-B22B-95BE9AECBDB1}" destId="{0D99DF6E-03C1-4CC3-961F-0A1E84CF4BB6}" srcOrd="0" destOrd="0" presId="urn:microsoft.com/office/officeart/2018/5/layout/IconLeafLabelList"/>
    <dgm:cxn modelId="{C28AEA98-EE7A-4DBF-BCEB-4BC9D8893178}" type="presOf" srcId="{12D256DF-7E93-4480-B63E-23CC1D2D8A27}" destId="{C943FC6E-C790-4D57-A184-2B0EC635EE7B}" srcOrd="0" destOrd="0" presId="urn:microsoft.com/office/officeart/2018/5/layout/IconLeafLabelList"/>
    <dgm:cxn modelId="{07511E9A-49E9-41A6-A6E7-C791CDE493FE}" type="presOf" srcId="{F848CFB1-7BB0-4439-96D0-6588C11722CB}" destId="{A89BBD37-84BA-4977-991F-F1EDD31A1A49}" srcOrd="0" destOrd="0" presId="urn:microsoft.com/office/officeart/2018/5/layout/IconLeafLabelList"/>
    <dgm:cxn modelId="{1FE7BDAF-D115-4160-8702-FFEB3512CABF}" srcId="{F021892D-E54C-43FB-A6F7-A5F140137F6F}" destId="{F848CFB1-7BB0-4439-96D0-6588C11722CB}" srcOrd="1" destOrd="0" parTransId="{1190F148-BEA9-46A4-B0ED-199C2B5FE159}" sibTransId="{EC3EE9E2-D710-46B5-B102-21157B9F9B6D}"/>
    <dgm:cxn modelId="{398FB3B0-0C3C-4332-8F71-FF598A263CFD}" srcId="{F021892D-E54C-43FB-A6F7-A5F140137F6F}" destId="{35C74A36-CB96-4BEF-BCB8-3ADCBA7C5251}" srcOrd="2" destOrd="0" parTransId="{19746276-9A1A-4718-A742-D5926D59389C}" sibTransId="{D8E11378-C092-4A08-B44C-086CCD9C0E96}"/>
    <dgm:cxn modelId="{3DDE97D4-2D98-49B4-BB55-9DE211D9FC0C}" srcId="{F021892D-E54C-43FB-A6F7-A5F140137F6F}" destId="{D4212B3D-128B-45D8-AC4C-634B06D4C2E4}" srcOrd="3" destOrd="0" parTransId="{005F0FA4-A81E-4D27-B4EF-EE7AE0C4A095}" sibTransId="{7BCD0B53-F25F-4162-8D3D-BE82881EA396}"/>
    <dgm:cxn modelId="{1C9B91E1-17B1-492E-8DBA-C0E1A944EA20}" type="presOf" srcId="{35C74A36-CB96-4BEF-BCB8-3ADCBA7C5251}" destId="{3B061C9D-6F88-4DB2-8B14-7371F46DBBA9}" srcOrd="0" destOrd="0" presId="urn:microsoft.com/office/officeart/2018/5/layout/IconLeafLabelList"/>
    <dgm:cxn modelId="{F05A86E4-DECC-422D-A87C-F7D8BE8CFDA3}" srcId="{F021892D-E54C-43FB-A6F7-A5F140137F6F}" destId="{BE314C18-BA5E-448D-B22B-95BE9AECBDB1}" srcOrd="5" destOrd="0" parTransId="{8606F93E-1202-4E47-8080-02FE5B6C4C97}" sibTransId="{904ED112-86D3-4ECC-80AB-D4A2CFDEC141}"/>
    <dgm:cxn modelId="{9060AE6F-C4A7-4582-95E8-2DC9D74D7B3D}" type="presParOf" srcId="{C9CAC79E-7441-42CA-B76A-3B9DE0FFE3F7}" destId="{B2C881F5-64DA-430B-8F0B-51EA91966A67}" srcOrd="0" destOrd="0" presId="urn:microsoft.com/office/officeart/2018/5/layout/IconLeafLabelList"/>
    <dgm:cxn modelId="{120CD589-FCC8-41BF-A7B8-37D275F06C77}" type="presParOf" srcId="{B2C881F5-64DA-430B-8F0B-51EA91966A67}" destId="{A1940178-07B8-4B50-9639-A3032C275BDD}" srcOrd="0" destOrd="0" presId="urn:microsoft.com/office/officeart/2018/5/layout/IconLeafLabelList"/>
    <dgm:cxn modelId="{A947D123-9704-4F66-9CE9-EF3D02097606}" type="presParOf" srcId="{B2C881F5-64DA-430B-8F0B-51EA91966A67}" destId="{79301CFD-FBCB-4D2B-91B1-F5432CB260A4}" srcOrd="1" destOrd="0" presId="urn:microsoft.com/office/officeart/2018/5/layout/IconLeafLabelList"/>
    <dgm:cxn modelId="{A3D06546-FD65-48FA-8210-AAD6D2C5BB70}" type="presParOf" srcId="{B2C881F5-64DA-430B-8F0B-51EA91966A67}" destId="{B8049933-243F-4DEA-AFA0-F9D78CF1CB5E}" srcOrd="2" destOrd="0" presId="urn:microsoft.com/office/officeart/2018/5/layout/IconLeafLabelList"/>
    <dgm:cxn modelId="{A59F201C-2042-4C7D-B9E9-706C5661685A}" type="presParOf" srcId="{B2C881F5-64DA-430B-8F0B-51EA91966A67}" destId="{44B934EA-1A20-43F8-ACD6-2D9565B426C4}" srcOrd="3" destOrd="0" presId="urn:microsoft.com/office/officeart/2018/5/layout/IconLeafLabelList"/>
    <dgm:cxn modelId="{FE69298E-B853-4531-A65C-AD1EC4D8B4A5}" type="presParOf" srcId="{C9CAC79E-7441-42CA-B76A-3B9DE0FFE3F7}" destId="{37285F23-7081-44A0-9AFD-D97E6A4A7597}" srcOrd="1" destOrd="0" presId="urn:microsoft.com/office/officeart/2018/5/layout/IconLeafLabelList"/>
    <dgm:cxn modelId="{6238998F-CF3A-417A-AA7D-BAA243529676}" type="presParOf" srcId="{C9CAC79E-7441-42CA-B76A-3B9DE0FFE3F7}" destId="{F708E25B-838B-41BE-BB07-45B12246434F}" srcOrd="2" destOrd="0" presId="urn:microsoft.com/office/officeart/2018/5/layout/IconLeafLabelList"/>
    <dgm:cxn modelId="{49D01457-EE30-43A9-AB80-DA88D1E1E178}" type="presParOf" srcId="{F708E25B-838B-41BE-BB07-45B12246434F}" destId="{37012568-DC78-4413-91CB-5960B76373CC}" srcOrd="0" destOrd="0" presId="urn:microsoft.com/office/officeart/2018/5/layout/IconLeafLabelList"/>
    <dgm:cxn modelId="{62A691EF-0CBA-4433-B1CF-4B2C433AF7FB}" type="presParOf" srcId="{F708E25B-838B-41BE-BB07-45B12246434F}" destId="{A776204D-9E7E-4893-A4B0-8FE47C090B9F}" srcOrd="1" destOrd="0" presId="urn:microsoft.com/office/officeart/2018/5/layout/IconLeafLabelList"/>
    <dgm:cxn modelId="{F8A8F86F-7047-4201-8146-9E006D9809F8}" type="presParOf" srcId="{F708E25B-838B-41BE-BB07-45B12246434F}" destId="{CD0592B0-7F5D-45E2-9865-C322D896A8C2}" srcOrd="2" destOrd="0" presId="urn:microsoft.com/office/officeart/2018/5/layout/IconLeafLabelList"/>
    <dgm:cxn modelId="{DC123BC0-A10F-4D1D-8F1E-9766C173D62D}" type="presParOf" srcId="{F708E25B-838B-41BE-BB07-45B12246434F}" destId="{A89BBD37-84BA-4977-991F-F1EDD31A1A49}" srcOrd="3" destOrd="0" presId="urn:microsoft.com/office/officeart/2018/5/layout/IconLeafLabelList"/>
    <dgm:cxn modelId="{AE5DEE11-5295-4F79-8384-340A8A3705F9}" type="presParOf" srcId="{C9CAC79E-7441-42CA-B76A-3B9DE0FFE3F7}" destId="{A9A6417B-0F76-4A3D-AF65-6F4F61A8E887}" srcOrd="3" destOrd="0" presId="urn:microsoft.com/office/officeart/2018/5/layout/IconLeafLabelList"/>
    <dgm:cxn modelId="{E004560F-70BC-4C0B-81B5-BF9EA88BA95F}" type="presParOf" srcId="{C9CAC79E-7441-42CA-B76A-3B9DE0FFE3F7}" destId="{D8650347-4678-44EA-868B-E7C2FF7C81AF}" srcOrd="4" destOrd="0" presId="urn:microsoft.com/office/officeart/2018/5/layout/IconLeafLabelList"/>
    <dgm:cxn modelId="{E7F776E1-C87C-47B3-9BE0-E559B027F141}" type="presParOf" srcId="{D8650347-4678-44EA-868B-E7C2FF7C81AF}" destId="{A40F1B95-E78E-487D-BF97-7D0C5D8CC46F}" srcOrd="0" destOrd="0" presId="urn:microsoft.com/office/officeart/2018/5/layout/IconLeafLabelList"/>
    <dgm:cxn modelId="{1E5264C2-33B9-4720-9B4A-830F1F632704}" type="presParOf" srcId="{D8650347-4678-44EA-868B-E7C2FF7C81AF}" destId="{EED0F4A2-5BDC-4822-B599-BFE1198FD0BD}" srcOrd="1" destOrd="0" presId="urn:microsoft.com/office/officeart/2018/5/layout/IconLeafLabelList"/>
    <dgm:cxn modelId="{9F15C7AE-CDB5-4B4B-A058-6E3E3D97D36D}" type="presParOf" srcId="{D8650347-4678-44EA-868B-E7C2FF7C81AF}" destId="{6435881B-1629-4022-B1C5-06BE73E0056C}" srcOrd="2" destOrd="0" presId="urn:microsoft.com/office/officeart/2018/5/layout/IconLeafLabelList"/>
    <dgm:cxn modelId="{00A4FCFD-4C93-457C-8B78-3D0972F0A016}" type="presParOf" srcId="{D8650347-4678-44EA-868B-E7C2FF7C81AF}" destId="{3B061C9D-6F88-4DB2-8B14-7371F46DBBA9}" srcOrd="3" destOrd="0" presId="urn:microsoft.com/office/officeart/2018/5/layout/IconLeafLabelList"/>
    <dgm:cxn modelId="{459F52C5-A2F5-4D9E-9EC5-42D2C9B270B1}" type="presParOf" srcId="{C9CAC79E-7441-42CA-B76A-3B9DE0FFE3F7}" destId="{73E8187F-C6C8-4B60-8042-329B5526B4BA}" srcOrd="5" destOrd="0" presId="urn:microsoft.com/office/officeart/2018/5/layout/IconLeafLabelList"/>
    <dgm:cxn modelId="{31768CE5-4B03-4262-B942-9967EA74100E}" type="presParOf" srcId="{C9CAC79E-7441-42CA-B76A-3B9DE0FFE3F7}" destId="{DC10EDEF-FADC-48D0-BC8A-2DBC9788157A}" srcOrd="6" destOrd="0" presId="urn:microsoft.com/office/officeart/2018/5/layout/IconLeafLabelList"/>
    <dgm:cxn modelId="{1C11C43D-A70B-473D-AD09-768D7AFEF44B}" type="presParOf" srcId="{DC10EDEF-FADC-48D0-BC8A-2DBC9788157A}" destId="{F76AC6B8-ED2B-494B-A8E9-B33BAE4C852F}" srcOrd="0" destOrd="0" presId="urn:microsoft.com/office/officeart/2018/5/layout/IconLeafLabelList"/>
    <dgm:cxn modelId="{F79E3EF0-9BEA-4D49-84F0-9D37C8C4514F}" type="presParOf" srcId="{DC10EDEF-FADC-48D0-BC8A-2DBC9788157A}" destId="{765869CD-0C14-428C-951E-8AA6334AC735}" srcOrd="1" destOrd="0" presId="urn:microsoft.com/office/officeart/2018/5/layout/IconLeafLabelList"/>
    <dgm:cxn modelId="{1AF57413-C0F4-4552-8BC7-5A21CB695FD9}" type="presParOf" srcId="{DC10EDEF-FADC-48D0-BC8A-2DBC9788157A}" destId="{90FC6DF4-B971-4C72-81A4-C495143E395C}" srcOrd="2" destOrd="0" presId="urn:microsoft.com/office/officeart/2018/5/layout/IconLeafLabelList"/>
    <dgm:cxn modelId="{6F6956DF-EE2A-487C-A0FC-7D67C90CECD5}" type="presParOf" srcId="{DC10EDEF-FADC-48D0-BC8A-2DBC9788157A}" destId="{69C2AE8F-E6F0-458E-AA1C-06FA56323184}" srcOrd="3" destOrd="0" presId="urn:microsoft.com/office/officeart/2018/5/layout/IconLeafLabelList"/>
    <dgm:cxn modelId="{28D7662F-0CA9-4094-BFF4-E50B342F913E}" type="presParOf" srcId="{C9CAC79E-7441-42CA-B76A-3B9DE0FFE3F7}" destId="{A8F4040A-E858-4A43-8012-F9853A5999B7}" srcOrd="7" destOrd="0" presId="urn:microsoft.com/office/officeart/2018/5/layout/IconLeafLabelList"/>
    <dgm:cxn modelId="{B452F55D-DCBE-49E2-A843-E53DC4B8CD3C}" type="presParOf" srcId="{C9CAC79E-7441-42CA-B76A-3B9DE0FFE3F7}" destId="{77B8E0DF-C8C5-4C81-AD28-6A024AA726F8}" srcOrd="8" destOrd="0" presId="urn:microsoft.com/office/officeart/2018/5/layout/IconLeafLabelList"/>
    <dgm:cxn modelId="{AB31865D-F0FA-4183-A91B-CE1C0259532D}" type="presParOf" srcId="{77B8E0DF-C8C5-4C81-AD28-6A024AA726F8}" destId="{41391D85-26FD-489D-8E87-84A123821EEA}" srcOrd="0" destOrd="0" presId="urn:microsoft.com/office/officeart/2018/5/layout/IconLeafLabelList"/>
    <dgm:cxn modelId="{14A0B32C-D3E5-4CB6-AFBD-ECCA7099EBF1}" type="presParOf" srcId="{77B8E0DF-C8C5-4C81-AD28-6A024AA726F8}" destId="{FFAA64FE-8CF4-403D-B772-AD46A02A7BD2}" srcOrd="1" destOrd="0" presId="urn:microsoft.com/office/officeart/2018/5/layout/IconLeafLabelList"/>
    <dgm:cxn modelId="{2EDD823A-A726-45C4-A5DA-234828B630BC}" type="presParOf" srcId="{77B8E0DF-C8C5-4C81-AD28-6A024AA726F8}" destId="{F94F4006-F1F6-4EF9-B829-6F1B7BA37E84}" srcOrd="2" destOrd="0" presId="urn:microsoft.com/office/officeart/2018/5/layout/IconLeafLabelList"/>
    <dgm:cxn modelId="{D433408E-5BD6-4243-BEFB-B37CD066C5F0}" type="presParOf" srcId="{77B8E0DF-C8C5-4C81-AD28-6A024AA726F8}" destId="{C943FC6E-C790-4D57-A184-2B0EC635EE7B}" srcOrd="3" destOrd="0" presId="urn:microsoft.com/office/officeart/2018/5/layout/IconLeafLabelList"/>
    <dgm:cxn modelId="{87419785-3C43-4CD6-9CE0-6F2257615CB5}" type="presParOf" srcId="{C9CAC79E-7441-42CA-B76A-3B9DE0FFE3F7}" destId="{E01E38FF-E1E0-4B03-B47F-E5E18E570A74}" srcOrd="9" destOrd="0" presId="urn:microsoft.com/office/officeart/2018/5/layout/IconLeafLabelList"/>
    <dgm:cxn modelId="{5B5CE231-179E-4764-B66E-0B150A52690E}" type="presParOf" srcId="{C9CAC79E-7441-42CA-B76A-3B9DE0FFE3F7}" destId="{7ED38F0D-F42F-4093-A3D6-4F3FE6477389}" srcOrd="10" destOrd="0" presId="urn:microsoft.com/office/officeart/2018/5/layout/IconLeafLabelList"/>
    <dgm:cxn modelId="{DA1534AC-CA06-4281-BAAA-25A78F60E87B}" type="presParOf" srcId="{7ED38F0D-F42F-4093-A3D6-4F3FE6477389}" destId="{B2AB3253-58D6-4A1B-95CD-D7A66D04A737}" srcOrd="0" destOrd="0" presId="urn:microsoft.com/office/officeart/2018/5/layout/IconLeafLabelList"/>
    <dgm:cxn modelId="{45FB2F47-556A-4E11-B7E0-D86F9ED49050}" type="presParOf" srcId="{7ED38F0D-F42F-4093-A3D6-4F3FE6477389}" destId="{A65A2111-920A-4119-B8D8-0ACAE8AA2E50}" srcOrd="1" destOrd="0" presId="urn:microsoft.com/office/officeart/2018/5/layout/IconLeafLabelList"/>
    <dgm:cxn modelId="{5D8D1629-6016-49AB-B712-E6ABE5464F6E}" type="presParOf" srcId="{7ED38F0D-F42F-4093-A3D6-4F3FE6477389}" destId="{A679479D-D110-4A7B-BC1E-40DBDCE7D76E}" srcOrd="2" destOrd="0" presId="urn:microsoft.com/office/officeart/2018/5/layout/IconLeafLabelList"/>
    <dgm:cxn modelId="{FC269F8C-2D5C-4A80-A1CF-4AF2E6860F8B}" type="presParOf" srcId="{7ED38F0D-F42F-4093-A3D6-4F3FE6477389}" destId="{0D99DF6E-03C1-4CC3-961F-0A1E84CF4BB6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9A72F9-1A1C-4E90-BFEE-26A56CAC9A99}">
      <dsp:nvSpPr>
        <dsp:cNvPr id="0" name=""/>
        <dsp:cNvSpPr/>
      </dsp:nvSpPr>
      <dsp:spPr>
        <a:xfrm>
          <a:off x="0" y="548"/>
          <a:ext cx="52578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D7B4D3-A836-442C-9638-8DB8B0C4C9FF}">
      <dsp:nvSpPr>
        <dsp:cNvPr id="0" name=""/>
        <dsp:cNvSpPr/>
      </dsp:nvSpPr>
      <dsp:spPr>
        <a:xfrm>
          <a:off x="0" y="548"/>
          <a:ext cx="5257800" cy="4489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solidFill>
                <a:srgbClr val="080808"/>
              </a:solidFill>
            </a:rPr>
            <a:t>Sugar</a:t>
          </a:r>
          <a:endParaRPr lang="en-US" sz="2100" kern="1200" dirty="0">
            <a:solidFill>
              <a:srgbClr val="080808"/>
            </a:solidFill>
          </a:endParaRPr>
        </a:p>
      </dsp:txBody>
      <dsp:txXfrm>
        <a:off x="0" y="548"/>
        <a:ext cx="5257800" cy="448961"/>
      </dsp:txXfrm>
    </dsp:sp>
    <dsp:sp modelId="{F4C6A55D-DAB7-4FEE-82A6-D029474CD5FA}">
      <dsp:nvSpPr>
        <dsp:cNvPr id="0" name=""/>
        <dsp:cNvSpPr/>
      </dsp:nvSpPr>
      <dsp:spPr>
        <a:xfrm>
          <a:off x="0" y="449509"/>
          <a:ext cx="52578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21A0EA-A7EB-4352-985F-501BA2DE6211}">
      <dsp:nvSpPr>
        <dsp:cNvPr id="0" name=""/>
        <dsp:cNvSpPr/>
      </dsp:nvSpPr>
      <dsp:spPr>
        <a:xfrm>
          <a:off x="0" y="449509"/>
          <a:ext cx="5257800" cy="4489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solidFill>
                <a:srgbClr val="080808"/>
              </a:solidFill>
            </a:rPr>
            <a:t>Deionized water</a:t>
          </a:r>
          <a:endParaRPr lang="en-US" sz="2100" kern="1200" dirty="0">
            <a:solidFill>
              <a:srgbClr val="080808"/>
            </a:solidFill>
          </a:endParaRPr>
        </a:p>
      </dsp:txBody>
      <dsp:txXfrm>
        <a:off x="0" y="449509"/>
        <a:ext cx="5257800" cy="448961"/>
      </dsp:txXfrm>
    </dsp:sp>
    <dsp:sp modelId="{C16371C4-A7A1-4F24-BF69-9070BA406CF4}">
      <dsp:nvSpPr>
        <dsp:cNvPr id="0" name=""/>
        <dsp:cNvSpPr/>
      </dsp:nvSpPr>
      <dsp:spPr>
        <a:xfrm>
          <a:off x="0" y="898470"/>
          <a:ext cx="52578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B66E98-15E3-49CD-A10D-4903BF7D5D80}">
      <dsp:nvSpPr>
        <dsp:cNvPr id="0" name=""/>
        <dsp:cNvSpPr/>
      </dsp:nvSpPr>
      <dsp:spPr>
        <a:xfrm>
          <a:off x="0" y="898470"/>
          <a:ext cx="5257800" cy="4489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solidFill>
                <a:srgbClr val="080808"/>
              </a:solidFill>
            </a:rPr>
            <a:t>Steam</a:t>
          </a:r>
          <a:r>
            <a:rPr lang="en-US" sz="2100" kern="1200"/>
            <a:t> </a:t>
          </a:r>
          <a:endParaRPr lang="en-US" sz="2100" kern="1200" dirty="0"/>
        </a:p>
      </dsp:txBody>
      <dsp:txXfrm>
        <a:off x="0" y="898470"/>
        <a:ext cx="5257800" cy="448961"/>
      </dsp:txXfrm>
    </dsp:sp>
    <dsp:sp modelId="{59700633-2F12-4593-A703-F3AF71A42EEE}">
      <dsp:nvSpPr>
        <dsp:cNvPr id="0" name=""/>
        <dsp:cNvSpPr/>
      </dsp:nvSpPr>
      <dsp:spPr>
        <a:xfrm>
          <a:off x="0" y="1347431"/>
          <a:ext cx="52578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AAB5C8-2336-4409-9329-80F002ECB828}">
      <dsp:nvSpPr>
        <dsp:cNvPr id="0" name=""/>
        <dsp:cNvSpPr/>
      </dsp:nvSpPr>
      <dsp:spPr>
        <a:xfrm>
          <a:off x="0" y="1347431"/>
          <a:ext cx="5257800" cy="4489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solidFill>
                <a:srgbClr val="080808"/>
              </a:solidFill>
            </a:rPr>
            <a:t>Cooling Water</a:t>
          </a:r>
          <a:endParaRPr lang="en-US" sz="2100" kern="1200" dirty="0">
            <a:solidFill>
              <a:srgbClr val="080808"/>
            </a:solidFill>
          </a:endParaRPr>
        </a:p>
      </dsp:txBody>
      <dsp:txXfrm>
        <a:off x="0" y="1347431"/>
        <a:ext cx="5257800" cy="448961"/>
      </dsp:txXfrm>
    </dsp:sp>
    <dsp:sp modelId="{DC6B9D64-E1A1-4D5F-9481-8BCE71AA54FA}">
      <dsp:nvSpPr>
        <dsp:cNvPr id="0" name=""/>
        <dsp:cNvSpPr/>
      </dsp:nvSpPr>
      <dsp:spPr>
        <a:xfrm>
          <a:off x="0" y="1796392"/>
          <a:ext cx="52578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086932-FC46-4E45-A123-6889A8B106BB}">
      <dsp:nvSpPr>
        <dsp:cNvPr id="0" name=""/>
        <dsp:cNvSpPr/>
      </dsp:nvSpPr>
      <dsp:spPr>
        <a:xfrm>
          <a:off x="0" y="1796392"/>
          <a:ext cx="5257800" cy="4489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solidFill>
                <a:srgbClr val="080808"/>
              </a:solidFill>
            </a:rPr>
            <a:t>Scale</a:t>
          </a:r>
          <a:endParaRPr lang="en-US" sz="2100" kern="1200" dirty="0">
            <a:solidFill>
              <a:srgbClr val="080808"/>
            </a:solidFill>
          </a:endParaRPr>
        </a:p>
      </dsp:txBody>
      <dsp:txXfrm>
        <a:off x="0" y="1796392"/>
        <a:ext cx="5257800" cy="448961"/>
      </dsp:txXfrm>
    </dsp:sp>
    <dsp:sp modelId="{260B11B7-2EEB-4FAE-8264-AF3D6C4C7939}">
      <dsp:nvSpPr>
        <dsp:cNvPr id="0" name=""/>
        <dsp:cNvSpPr/>
      </dsp:nvSpPr>
      <dsp:spPr>
        <a:xfrm>
          <a:off x="0" y="2245354"/>
          <a:ext cx="52578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E1C272-B93E-453D-85E0-A4CE84DFB70A}">
      <dsp:nvSpPr>
        <dsp:cNvPr id="0" name=""/>
        <dsp:cNvSpPr/>
      </dsp:nvSpPr>
      <dsp:spPr>
        <a:xfrm>
          <a:off x="0" y="2245354"/>
          <a:ext cx="5257800" cy="4489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solidFill>
                <a:srgbClr val="080808"/>
              </a:solidFill>
            </a:rPr>
            <a:t>Funnels</a:t>
          </a:r>
          <a:endParaRPr lang="en-US" sz="2100" kern="1200" dirty="0">
            <a:solidFill>
              <a:srgbClr val="080808"/>
            </a:solidFill>
          </a:endParaRPr>
        </a:p>
      </dsp:txBody>
      <dsp:txXfrm>
        <a:off x="0" y="2245354"/>
        <a:ext cx="5257800" cy="448961"/>
      </dsp:txXfrm>
    </dsp:sp>
    <dsp:sp modelId="{D710FF4E-A0E7-45D7-9B70-628588E15A8B}">
      <dsp:nvSpPr>
        <dsp:cNvPr id="0" name=""/>
        <dsp:cNvSpPr/>
      </dsp:nvSpPr>
      <dsp:spPr>
        <a:xfrm>
          <a:off x="0" y="2694315"/>
          <a:ext cx="52578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AE020D-AFDD-449B-BF11-5C73F394A364}">
      <dsp:nvSpPr>
        <dsp:cNvPr id="0" name=""/>
        <dsp:cNvSpPr/>
      </dsp:nvSpPr>
      <dsp:spPr>
        <a:xfrm>
          <a:off x="0" y="2694315"/>
          <a:ext cx="5257800" cy="4489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solidFill>
                <a:srgbClr val="080808"/>
              </a:solidFill>
            </a:rPr>
            <a:t>Gloves</a:t>
          </a:r>
          <a:endParaRPr lang="en-US" sz="2100" kern="1200" dirty="0">
            <a:solidFill>
              <a:srgbClr val="080808"/>
            </a:solidFill>
          </a:endParaRPr>
        </a:p>
      </dsp:txBody>
      <dsp:txXfrm>
        <a:off x="0" y="2694315"/>
        <a:ext cx="5257800" cy="448961"/>
      </dsp:txXfrm>
    </dsp:sp>
    <dsp:sp modelId="{4E35027D-25C5-4193-A92C-A5CE959A3845}">
      <dsp:nvSpPr>
        <dsp:cNvPr id="0" name=""/>
        <dsp:cNvSpPr/>
      </dsp:nvSpPr>
      <dsp:spPr>
        <a:xfrm>
          <a:off x="0" y="3143276"/>
          <a:ext cx="52578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D7B087-1E3D-4A2F-BF70-D9DA354A921F}">
      <dsp:nvSpPr>
        <dsp:cNvPr id="0" name=""/>
        <dsp:cNvSpPr/>
      </dsp:nvSpPr>
      <dsp:spPr>
        <a:xfrm>
          <a:off x="0" y="3143276"/>
          <a:ext cx="5257800" cy="4489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solidFill>
                <a:srgbClr val="080808"/>
              </a:solidFill>
            </a:rPr>
            <a:t>Safety glasses</a:t>
          </a:r>
          <a:endParaRPr lang="en-US" sz="2100" kern="1200" dirty="0">
            <a:solidFill>
              <a:srgbClr val="080808"/>
            </a:solidFill>
          </a:endParaRPr>
        </a:p>
      </dsp:txBody>
      <dsp:txXfrm>
        <a:off x="0" y="3143276"/>
        <a:ext cx="5257800" cy="448961"/>
      </dsp:txXfrm>
    </dsp:sp>
    <dsp:sp modelId="{D2800546-873F-48AA-99E0-652B8166E322}">
      <dsp:nvSpPr>
        <dsp:cNvPr id="0" name=""/>
        <dsp:cNvSpPr/>
      </dsp:nvSpPr>
      <dsp:spPr>
        <a:xfrm>
          <a:off x="0" y="3592237"/>
          <a:ext cx="52578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3F1AA4-4C46-4A28-9139-853AABE4D7AF}">
      <dsp:nvSpPr>
        <dsp:cNvPr id="0" name=""/>
        <dsp:cNvSpPr/>
      </dsp:nvSpPr>
      <dsp:spPr>
        <a:xfrm>
          <a:off x="0" y="3592237"/>
          <a:ext cx="5257800" cy="4489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solidFill>
                <a:srgbClr val="080808"/>
              </a:solidFill>
            </a:rPr>
            <a:t>2000 mL Beaker</a:t>
          </a:r>
          <a:endParaRPr lang="en-US" sz="2100" kern="1200" dirty="0">
            <a:solidFill>
              <a:srgbClr val="080808"/>
            </a:solidFill>
          </a:endParaRPr>
        </a:p>
      </dsp:txBody>
      <dsp:txXfrm>
        <a:off x="0" y="3592237"/>
        <a:ext cx="5257800" cy="448961"/>
      </dsp:txXfrm>
    </dsp:sp>
    <dsp:sp modelId="{40392E65-1FB0-4723-9A68-17FB1D36627F}">
      <dsp:nvSpPr>
        <dsp:cNvPr id="0" name=""/>
        <dsp:cNvSpPr/>
      </dsp:nvSpPr>
      <dsp:spPr>
        <a:xfrm>
          <a:off x="0" y="4041198"/>
          <a:ext cx="52578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D1EE5E-18FC-4C43-A8DA-2CE5BA487AC0}">
      <dsp:nvSpPr>
        <dsp:cNvPr id="0" name=""/>
        <dsp:cNvSpPr/>
      </dsp:nvSpPr>
      <dsp:spPr>
        <a:xfrm>
          <a:off x="0" y="4041198"/>
          <a:ext cx="5257800" cy="4489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solidFill>
                <a:srgbClr val="080808"/>
              </a:solidFill>
            </a:rPr>
            <a:t>Graduated cylinder</a:t>
          </a:r>
          <a:endParaRPr lang="en-US" sz="2100" kern="1200" dirty="0">
            <a:solidFill>
              <a:srgbClr val="080808"/>
            </a:solidFill>
          </a:endParaRPr>
        </a:p>
      </dsp:txBody>
      <dsp:txXfrm>
        <a:off x="0" y="4041198"/>
        <a:ext cx="5257800" cy="44896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D1BF1C-F5F4-4AD6-ABAC-941A6DEA2D39}">
      <dsp:nvSpPr>
        <dsp:cNvPr id="0" name=""/>
        <dsp:cNvSpPr/>
      </dsp:nvSpPr>
      <dsp:spPr>
        <a:xfrm>
          <a:off x="0" y="590"/>
          <a:ext cx="679691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BB3F90-FECC-44F6-A2DA-68C624825E69}">
      <dsp:nvSpPr>
        <dsp:cNvPr id="0" name=""/>
        <dsp:cNvSpPr/>
      </dsp:nvSpPr>
      <dsp:spPr>
        <a:xfrm>
          <a:off x="0" y="590"/>
          <a:ext cx="6796915" cy="372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rgbClr val="080808"/>
              </a:solidFill>
            </a:rPr>
            <a:t>Ensure separator is empty</a:t>
          </a:r>
          <a:endParaRPr lang="en-US" sz="1400" kern="1200" dirty="0">
            <a:solidFill>
              <a:srgbClr val="080808"/>
            </a:solidFill>
          </a:endParaRPr>
        </a:p>
      </dsp:txBody>
      <dsp:txXfrm>
        <a:off x="0" y="590"/>
        <a:ext cx="6796915" cy="372255"/>
      </dsp:txXfrm>
    </dsp:sp>
    <dsp:sp modelId="{D062B7D5-EF63-44EE-AB17-6199928E1273}">
      <dsp:nvSpPr>
        <dsp:cNvPr id="0" name=""/>
        <dsp:cNvSpPr/>
      </dsp:nvSpPr>
      <dsp:spPr>
        <a:xfrm>
          <a:off x="0" y="372846"/>
          <a:ext cx="679691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FA77BC-A2F2-4DBD-B454-456A97D236FA}">
      <dsp:nvSpPr>
        <dsp:cNvPr id="0" name=""/>
        <dsp:cNvSpPr/>
      </dsp:nvSpPr>
      <dsp:spPr>
        <a:xfrm>
          <a:off x="0" y="372846"/>
          <a:ext cx="6796915" cy="372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rgbClr val="080808"/>
              </a:solidFill>
            </a:rPr>
            <a:t>Prepare sugar solution</a:t>
          </a:r>
          <a:endParaRPr lang="en-US" sz="1400" kern="1200" dirty="0">
            <a:solidFill>
              <a:srgbClr val="080808"/>
            </a:solidFill>
          </a:endParaRPr>
        </a:p>
      </dsp:txBody>
      <dsp:txXfrm>
        <a:off x="0" y="372846"/>
        <a:ext cx="6796915" cy="372255"/>
      </dsp:txXfrm>
    </dsp:sp>
    <dsp:sp modelId="{B8082986-0F8B-40DD-BD9E-D94086FF41EA}">
      <dsp:nvSpPr>
        <dsp:cNvPr id="0" name=""/>
        <dsp:cNvSpPr/>
      </dsp:nvSpPr>
      <dsp:spPr>
        <a:xfrm>
          <a:off x="0" y="745102"/>
          <a:ext cx="679691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6754CB-B969-433F-91C9-F9741310F9F5}">
      <dsp:nvSpPr>
        <dsp:cNvPr id="0" name=""/>
        <dsp:cNvSpPr/>
      </dsp:nvSpPr>
      <dsp:spPr>
        <a:xfrm>
          <a:off x="0" y="745102"/>
          <a:ext cx="6796915" cy="372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rgbClr val="080808"/>
              </a:solidFill>
            </a:rPr>
            <a:t>Fill separator with solution to fill line</a:t>
          </a:r>
          <a:endParaRPr lang="en-US" sz="1400" kern="1200" dirty="0">
            <a:solidFill>
              <a:srgbClr val="080808"/>
            </a:solidFill>
          </a:endParaRPr>
        </a:p>
      </dsp:txBody>
      <dsp:txXfrm>
        <a:off x="0" y="745102"/>
        <a:ext cx="6796915" cy="372255"/>
      </dsp:txXfrm>
    </dsp:sp>
    <dsp:sp modelId="{AEC576FF-1054-4DB7-894A-9047E01F9D5D}">
      <dsp:nvSpPr>
        <dsp:cNvPr id="0" name=""/>
        <dsp:cNvSpPr/>
      </dsp:nvSpPr>
      <dsp:spPr>
        <a:xfrm>
          <a:off x="0" y="1117358"/>
          <a:ext cx="679691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4B873D-2C44-454F-B915-3954D99FA5A1}">
      <dsp:nvSpPr>
        <dsp:cNvPr id="0" name=""/>
        <dsp:cNvSpPr/>
      </dsp:nvSpPr>
      <dsp:spPr>
        <a:xfrm>
          <a:off x="0" y="1117358"/>
          <a:ext cx="6796915" cy="372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rgbClr val="080808"/>
              </a:solidFill>
            </a:rPr>
            <a:t>Fill makeup tank with DI water</a:t>
          </a:r>
          <a:endParaRPr lang="en-US" sz="1400" kern="1200" dirty="0">
            <a:solidFill>
              <a:srgbClr val="080808"/>
            </a:solidFill>
          </a:endParaRPr>
        </a:p>
      </dsp:txBody>
      <dsp:txXfrm>
        <a:off x="0" y="1117358"/>
        <a:ext cx="6796915" cy="372255"/>
      </dsp:txXfrm>
    </dsp:sp>
    <dsp:sp modelId="{E2FE9643-D073-41D6-B03E-48F93B8EB1FC}">
      <dsp:nvSpPr>
        <dsp:cNvPr id="0" name=""/>
        <dsp:cNvSpPr/>
      </dsp:nvSpPr>
      <dsp:spPr>
        <a:xfrm>
          <a:off x="0" y="1489614"/>
          <a:ext cx="679691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E2C8E5-5405-4F03-B258-D02DF9189D27}">
      <dsp:nvSpPr>
        <dsp:cNvPr id="0" name=""/>
        <dsp:cNvSpPr/>
      </dsp:nvSpPr>
      <dsp:spPr>
        <a:xfrm>
          <a:off x="0" y="1489614"/>
          <a:ext cx="6796915" cy="372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rgbClr val="080808"/>
              </a:solidFill>
            </a:rPr>
            <a:t>Start flow of steam</a:t>
          </a:r>
          <a:endParaRPr lang="en-US" sz="1400" kern="1200" dirty="0">
            <a:solidFill>
              <a:srgbClr val="080808"/>
            </a:solidFill>
          </a:endParaRPr>
        </a:p>
      </dsp:txBody>
      <dsp:txXfrm>
        <a:off x="0" y="1489614"/>
        <a:ext cx="6796915" cy="372255"/>
      </dsp:txXfrm>
    </dsp:sp>
    <dsp:sp modelId="{21030C83-8D31-45EB-82A6-2EF02B1E1B7F}">
      <dsp:nvSpPr>
        <dsp:cNvPr id="0" name=""/>
        <dsp:cNvSpPr/>
      </dsp:nvSpPr>
      <dsp:spPr>
        <a:xfrm>
          <a:off x="0" y="1861870"/>
          <a:ext cx="679691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22CAA8-A935-493D-89A9-528BF57E1205}">
      <dsp:nvSpPr>
        <dsp:cNvPr id="0" name=""/>
        <dsp:cNvSpPr/>
      </dsp:nvSpPr>
      <dsp:spPr>
        <a:xfrm>
          <a:off x="0" y="1861870"/>
          <a:ext cx="6796915" cy="372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rgbClr val="080808"/>
              </a:solidFill>
            </a:rPr>
            <a:t>Start cooling water to steam trap and condenser</a:t>
          </a:r>
          <a:endParaRPr lang="en-US" sz="1400" kern="1200" dirty="0">
            <a:solidFill>
              <a:srgbClr val="080808"/>
            </a:solidFill>
          </a:endParaRPr>
        </a:p>
      </dsp:txBody>
      <dsp:txXfrm>
        <a:off x="0" y="1861870"/>
        <a:ext cx="6796915" cy="372255"/>
      </dsp:txXfrm>
    </dsp:sp>
    <dsp:sp modelId="{B42BC482-110B-40ED-BED0-E2946E8C5A80}">
      <dsp:nvSpPr>
        <dsp:cNvPr id="0" name=""/>
        <dsp:cNvSpPr/>
      </dsp:nvSpPr>
      <dsp:spPr>
        <a:xfrm>
          <a:off x="0" y="2234126"/>
          <a:ext cx="679691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58AFB8-B486-49A6-935E-1AA0E988D38A}">
      <dsp:nvSpPr>
        <dsp:cNvPr id="0" name=""/>
        <dsp:cNvSpPr/>
      </dsp:nvSpPr>
      <dsp:spPr>
        <a:xfrm>
          <a:off x="0" y="2234126"/>
          <a:ext cx="6796915" cy="372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rgbClr val="080808"/>
              </a:solidFill>
            </a:rPr>
            <a:t>Turn on the vacuum pump</a:t>
          </a:r>
          <a:endParaRPr lang="en-US" sz="1400" kern="1200" dirty="0">
            <a:solidFill>
              <a:srgbClr val="080808"/>
            </a:solidFill>
          </a:endParaRPr>
        </a:p>
      </dsp:txBody>
      <dsp:txXfrm>
        <a:off x="0" y="2234126"/>
        <a:ext cx="6796915" cy="372255"/>
      </dsp:txXfrm>
    </dsp:sp>
    <dsp:sp modelId="{DD2C03A7-B2F4-4067-AD12-D824E896C044}">
      <dsp:nvSpPr>
        <dsp:cNvPr id="0" name=""/>
        <dsp:cNvSpPr/>
      </dsp:nvSpPr>
      <dsp:spPr>
        <a:xfrm>
          <a:off x="0" y="2606381"/>
          <a:ext cx="679691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E707ED-2BAD-4559-BBB7-D1BCD88930B3}">
      <dsp:nvSpPr>
        <dsp:cNvPr id="0" name=""/>
        <dsp:cNvSpPr/>
      </dsp:nvSpPr>
      <dsp:spPr>
        <a:xfrm>
          <a:off x="0" y="2606381"/>
          <a:ext cx="6796915" cy="372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rgbClr val="080808"/>
              </a:solidFill>
            </a:rPr>
            <a:t>Adjust valve to desired pressure</a:t>
          </a:r>
          <a:endParaRPr lang="en-US" sz="1400" kern="1200" dirty="0">
            <a:solidFill>
              <a:srgbClr val="080808"/>
            </a:solidFill>
          </a:endParaRPr>
        </a:p>
      </dsp:txBody>
      <dsp:txXfrm>
        <a:off x="0" y="2606381"/>
        <a:ext cx="6796915" cy="372255"/>
      </dsp:txXfrm>
    </dsp:sp>
    <dsp:sp modelId="{3732CA41-64C9-431E-872B-FD1F999FEB09}">
      <dsp:nvSpPr>
        <dsp:cNvPr id="0" name=""/>
        <dsp:cNvSpPr/>
      </dsp:nvSpPr>
      <dsp:spPr>
        <a:xfrm>
          <a:off x="0" y="2978637"/>
          <a:ext cx="679691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3EE245-B7AC-4B52-B8B0-38ECA9992F98}">
      <dsp:nvSpPr>
        <dsp:cNvPr id="0" name=""/>
        <dsp:cNvSpPr/>
      </dsp:nvSpPr>
      <dsp:spPr>
        <a:xfrm>
          <a:off x="0" y="2978637"/>
          <a:ext cx="6796915" cy="372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rgbClr val="080808"/>
              </a:solidFill>
            </a:rPr>
            <a:t>Wait for the system to reach steady state</a:t>
          </a:r>
          <a:endParaRPr lang="en-US" sz="1400" kern="1200" dirty="0">
            <a:solidFill>
              <a:srgbClr val="080808"/>
            </a:solidFill>
          </a:endParaRPr>
        </a:p>
      </dsp:txBody>
      <dsp:txXfrm>
        <a:off x="0" y="2978637"/>
        <a:ext cx="6796915" cy="372255"/>
      </dsp:txXfrm>
    </dsp:sp>
    <dsp:sp modelId="{33208594-95AC-4769-9122-7CE96718E41B}">
      <dsp:nvSpPr>
        <dsp:cNvPr id="0" name=""/>
        <dsp:cNvSpPr/>
      </dsp:nvSpPr>
      <dsp:spPr>
        <a:xfrm>
          <a:off x="0" y="3350893"/>
          <a:ext cx="679691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869992-B771-4CBE-97CF-107B4A036D0A}">
      <dsp:nvSpPr>
        <dsp:cNvPr id="0" name=""/>
        <dsp:cNvSpPr/>
      </dsp:nvSpPr>
      <dsp:spPr>
        <a:xfrm>
          <a:off x="0" y="3350893"/>
          <a:ext cx="6796915" cy="372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080808"/>
              </a:solidFill>
            </a:rPr>
            <a:t>Switch outlet valve to an empty Erlenmeyer flask</a:t>
          </a:r>
        </a:p>
      </dsp:txBody>
      <dsp:txXfrm>
        <a:off x="0" y="3350893"/>
        <a:ext cx="6796915" cy="372255"/>
      </dsp:txXfrm>
    </dsp:sp>
    <dsp:sp modelId="{1F71353A-90D8-419F-BE4C-1B0059FA8458}">
      <dsp:nvSpPr>
        <dsp:cNvPr id="0" name=""/>
        <dsp:cNvSpPr/>
      </dsp:nvSpPr>
      <dsp:spPr>
        <a:xfrm>
          <a:off x="0" y="3723149"/>
          <a:ext cx="679691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FBDCF7-8258-478A-AB21-621C70676478}">
      <dsp:nvSpPr>
        <dsp:cNvPr id="0" name=""/>
        <dsp:cNvSpPr/>
      </dsp:nvSpPr>
      <dsp:spPr>
        <a:xfrm>
          <a:off x="0" y="3723149"/>
          <a:ext cx="6796915" cy="372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rgbClr val="080808"/>
              </a:solidFill>
            </a:rPr>
            <a:t>Begin measuring volume of outlet water with respect to time. Repeat after 5-10 min.</a:t>
          </a:r>
          <a:endParaRPr lang="en-US" sz="1400" kern="1200" dirty="0">
            <a:solidFill>
              <a:srgbClr val="080808"/>
            </a:solidFill>
          </a:endParaRPr>
        </a:p>
      </dsp:txBody>
      <dsp:txXfrm>
        <a:off x="0" y="3723149"/>
        <a:ext cx="6796915" cy="372255"/>
      </dsp:txXfrm>
    </dsp:sp>
    <dsp:sp modelId="{AB24E4A2-73C9-4CB2-BBAD-7B212073AF72}">
      <dsp:nvSpPr>
        <dsp:cNvPr id="0" name=""/>
        <dsp:cNvSpPr/>
      </dsp:nvSpPr>
      <dsp:spPr>
        <a:xfrm>
          <a:off x="0" y="4095405"/>
          <a:ext cx="679691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097FA6-78D2-4C9A-8337-74602BBEFBB5}">
      <dsp:nvSpPr>
        <dsp:cNvPr id="0" name=""/>
        <dsp:cNvSpPr/>
      </dsp:nvSpPr>
      <dsp:spPr>
        <a:xfrm>
          <a:off x="0" y="4095405"/>
          <a:ext cx="6796915" cy="372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rgbClr val="080808"/>
              </a:solidFill>
            </a:rPr>
            <a:t>Record flow rate of cooling water, and inlet and outlet temperatures.</a:t>
          </a:r>
          <a:endParaRPr lang="en-US" sz="1400" kern="1200" dirty="0">
            <a:solidFill>
              <a:srgbClr val="080808"/>
            </a:solidFill>
          </a:endParaRPr>
        </a:p>
      </dsp:txBody>
      <dsp:txXfrm>
        <a:off x="0" y="4095405"/>
        <a:ext cx="6796915" cy="372255"/>
      </dsp:txXfrm>
    </dsp:sp>
    <dsp:sp modelId="{B9FDA204-85CE-497F-AEB8-D1B85CAD90CA}">
      <dsp:nvSpPr>
        <dsp:cNvPr id="0" name=""/>
        <dsp:cNvSpPr/>
      </dsp:nvSpPr>
      <dsp:spPr>
        <a:xfrm>
          <a:off x="0" y="4467661"/>
          <a:ext cx="679691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47F3E3-1CC0-4430-8E61-FDD5FA24C114}">
      <dsp:nvSpPr>
        <dsp:cNvPr id="0" name=""/>
        <dsp:cNvSpPr/>
      </dsp:nvSpPr>
      <dsp:spPr>
        <a:xfrm>
          <a:off x="0" y="4467661"/>
          <a:ext cx="6796915" cy="372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080808"/>
              </a:solidFill>
            </a:rPr>
            <a:t>Repeat process at a different pressure. </a:t>
          </a:r>
        </a:p>
      </dsp:txBody>
      <dsp:txXfrm>
        <a:off x="0" y="4467661"/>
        <a:ext cx="6796915" cy="37225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C847AC-8835-403A-85CC-DDA713C37621}">
      <dsp:nvSpPr>
        <dsp:cNvPr id="0" name=""/>
        <dsp:cNvSpPr/>
      </dsp:nvSpPr>
      <dsp:spPr>
        <a:xfrm>
          <a:off x="696000" y="580353"/>
          <a:ext cx="1990125" cy="1990125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DEE6FE-0C15-4787-8510-30A2D73153CD}">
      <dsp:nvSpPr>
        <dsp:cNvPr id="0" name=""/>
        <dsp:cNvSpPr/>
      </dsp:nvSpPr>
      <dsp:spPr>
        <a:xfrm>
          <a:off x="1120125" y="1004478"/>
          <a:ext cx="1141875" cy="11418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127B00-7B58-46F4-A13B-3A4A4C537E4B}">
      <dsp:nvSpPr>
        <dsp:cNvPr id="0" name=""/>
        <dsp:cNvSpPr/>
      </dsp:nvSpPr>
      <dsp:spPr>
        <a:xfrm>
          <a:off x="59812" y="3190354"/>
          <a:ext cx="326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b="0" i="0" kern="1200">
              <a:solidFill>
                <a:srgbClr val="080808"/>
              </a:solidFill>
            </a:rPr>
            <a:t>Wires can potentially be exposed to water</a:t>
          </a:r>
          <a:endParaRPr lang="en-US" sz="1800" kern="1200">
            <a:solidFill>
              <a:srgbClr val="080808"/>
            </a:solidFill>
          </a:endParaRPr>
        </a:p>
      </dsp:txBody>
      <dsp:txXfrm>
        <a:off x="59812" y="3190354"/>
        <a:ext cx="3262500" cy="720000"/>
      </dsp:txXfrm>
    </dsp:sp>
    <dsp:sp modelId="{754D401C-26EA-4ACC-BA4E-9371E8221966}">
      <dsp:nvSpPr>
        <dsp:cNvPr id="0" name=""/>
        <dsp:cNvSpPr/>
      </dsp:nvSpPr>
      <dsp:spPr>
        <a:xfrm>
          <a:off x="4529437" y="580353"/>
          <a:ext cx="1990125" cy="1990125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63F08A-0A38-4D43-BC53-15DDBE7225ED}">
      <dsp:nvSpPr>
        <dsp:cNvPr id="0" name=""/>
        <dsp:cNvSpPr/>
      </dsp:nvSpPr>
      <dsp:spPr>
        <a:xfrm>
          <a:off x="4953562" y="1004478"/>
          <a:ext cx="1141875" cy="11418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D6A1B3-6322-4EF1-B0A1-800021810DA9}">
      <dsp:nvSpPr>
        <dsp:cNvPr id="0" name=""/>
        <dsp:cNvSpPr/>
      </dsp:nvSpPr>
      <dsp:spPr>
        <a:xfrm>
          <a:off x="3893250" y="3190354"/>
          <a:ext cx="326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b="0" i="0" kern="1200">
              <a:solidFill>
                <a:srgbClr val="080808"/>
              </a:solidFill>
            </a:rPr>
            <a:t>Vessels could implode due to pressure</a:t>
          </a:r>
          <a:endParaRPr lang="en-US" sz="1800" kern="1200">
            <a:solidFill>
              <a:srgbClr val="080808"/>
            </a:solidFill>
          </a:endParaRPr>
        </a:p>
      </dsp:txBody>
      <dsp:txXfrm>
        <a:off x="3893250" y="3190354"/>
        <a:ext cx="3262500" cy="720000"/>
      </dsp:txXfrm>
    </dsp:sp>
    <dsp:sp modelId="{EBC0BE36-5AC3-47C9-AE70-5AE4E1B8137A}">
      <dsp:nvSpPr>
        <dsp:cNvPr id="0" name=""/>
        <dsp:cNvSpPr/>
      </dsp:nvSpPr>
      <dsp:spPr>
        <a:xfrm>
          <a:off x="8362875" y="580353"/>
          <a:ext cx="1990125" cy="1990125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EB1735-7E45-4597-A640-3ADAF8B039E9}">
      <dsp:nvSpPr>
        <dsp:cNvPr id="0" name=""/>
        <dsp:cNvSpPr/>
      </dsp:nvSpPr>
      <dsp:spPr>
        <a:xfrm>
          <a:off x="8787000" y="1004478"/>
          <a:ext cx="1141875" cy="11418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12B8A8-6998-43BA-AE93-40101BE79D25}">
      <dsp:nvSpPr>
        <dsp:cNvPr id="0" name=""/>
        <dsp:cNvSpPr/>
      </dsp:nvSpPr>
      <dsp:spPr>
        <a:xfrm>
          <a:off x="7726687" y="3190354"/>
          <a:ext cx="326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b="0" i="0" kern="1200">
              <a:solidFill>
                <a:srgbClr val="080808"/>
              </a:solidFill>
            </a:rPr>
            <a:t>Steam and water will be at a high temperature </a:t>
          </a:r>
          <a:endParaRPr lang="en-US" sz="1800" kern="1200">
            <a:solidFill>
              <a:srgbClr val="080808"/>
            </a:solidFill>
          </a:endParaRPr>
        </a:p>
      </dsp:txBody>
      <dsp:txXfrm>
        <a:off x="7726687" y="3190354"/>
        <a:ext cx="32625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940178-07B8-4B50-9639-A3032C275BDD}">
      <dsp:nvSpPr>
        <dsp:cNvPr id="0" name=""/>
        <dsp:cNvSpPr/>
      </dsp:nvSpPr>
      <dsp:spPr>
        <a:xfrm>
          <a:off x="314967" y="1162126"/>
          <a:ext cx="980050" cy="98005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301CFD-FBCB-4D2B-91B1-F5432CB260A4}">
      <dsp:nvSpPr>
        <dsp:cNvPr id="0" name=""/>
        <dsp:cNvSpPr/>
      </dsp:nvSpPr>
      <dsp:spPr>
        <a:xfrm>
          <a:off x="523831" y="1370990"/>
          <a:ext cx="562324" cy="562324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B934EA-1A20-43F8-ACD6-2D9565B426C4}">
      <dsp:nvSpPr>
        <dsp:cNvPr id="0" name=""/>
        <dsp:cNvSpPr/>
      </dsp:nvSpPr>
      <dsp:spPr>
        <a:xfrm>
          <a:off x="1672" y="2447439"/>
          <a:ext cx="1606640" cy="8811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>
              <a:solidFill>
                <a:srgbClr val="080808"/>
              </a:solidFill>
            </a:rPr>
            <a:t>Always keep the water level constant. Make sure to have a person watching it</a:t>
          </a:r>
          <a:endParaRPr lang="en-US" sz="1100" b="1" kern="1200" dirty="0">
            <a:solidFill>
              <a:srgbClr val="080808"/>
            </a:solidFill>
          </a:endParaRPr>
        </a:p>
      </dsp:txBody>
      <dsp:txXfrm>
        <a:off x="1672" y="2447439"/>
        <a:ext cx="1606640" cy="881141"/>
      </dsp:txXfrm>
    </dsp:sp>
    <dsp:sp modelId="{37012568-DC78-4413-91CB-5960B76373CC}">
      <dsp:nvSpPr>
        <dsp:cNvPr id="0" name=""/>
        <dsp:cNvSpPr/>
      </dsp:nvSpPr>
      <dsp:spPr>
        <a:xfrm>
          <a:off x="2202770" y="1162126"/>
          <a:ext cx="980050" cy="98005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76204D-9E7E-4893-A4B0-8FE47C090B9F}">
      <dsp:nvSpPr>
        <dsp:cNvPr id="0" name=""/>
        <dsp:cNvSpPr/>
      </dsp:nvSpPr>
      <dsp:spPr>
        <a:xfrm>
          <a:off x="2411633" y="1370990"/>
          <a:ext cx="562324" cy="56232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9BBD37-84BA-4977-991F-F1EDD31A1A49}">
      <dsp:nvSpPr>
        <dsp:cNvPr id="0" name=""/>
        <dsp:cNvSpPr/>
      </dsp:nvSpPr>
      <dsp:spPr>
        <a:xfrm>
          <a:off x="1889475" y="2447439"/>
          <a:ext cx="1606640" cy="8811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>
              <a:solidFill>
                <a:srgbClr val="080808"/>
              </a:solidFill>
            </a:rPr>
            <a:t>Have distilled water at the bench</a:t>
          </a:r>
          <a:endParaRPr lang="en-US" sz="1100" b="1" kern="1200" dirty="0">
            <a:solidFill>
              <a:srgbClr val="080808"/>
            </a:solidFill>
          </a:endParaRPr>
        </a:p>
      </dsp:txBody>
      <dsp:txXfrm>
        <a:off x="1889475" y="2447439"/>
        <a:ext cx="1606640" cy="881141"/>
      </dsp:txXfrm>
    </dsp:sp>
    <dsp:sp modelId="{A40F1B95-E78E-487D-BF97-7D0C5D8CC46F}">
      <dsp:nvSpPr>
        <dsp:cNvPr id="0" name=""/>
        <dsp:cNvSpPr/>
      </dsp:nvSpPr>
      <dsp:spPr>
        <a:xfrm>
          <a:off x="4090573" y="1162126"/>
          <a:ext cx="980050" cy="98005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D0F4A2-5BDC-4822-B599-BFE1198FD0BD}">
      <dsp:nvSpPr>
        <dsp:cNvPr id="0" name=""/>
        <dsp:cNvSpPr/>
      </dsp:nvSpPr>
      <dsp:spPr>
        <a:xfrm>
          <a:off x="4299436" y="1370990"/>
          <a:ext cx="562324" cy="56232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061C9D-6F88-4DB2-8B14-7371F46DBBA9}">
      <dsp:nvSpPr>
        <dsp:cNvPr id="0" name=""/>
        <dsp:cNvSpPr/>
      </dsp:nvSpPr>
      <dsp:spPr>
        <a:xfrm>
          <a:off x="3777278" y="2447439"/>
          <a:ext cx="1606640" cy="8811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>
              <a:solidFill>
                <a:srgbClr val="080808"/>
              </a:solidFill>
            </a:rPr>
            <a:t>Be quick with draining so the vacuum doesn’t stay closed for long periods of time</a:t>
          </a:r>
          <a:endParaRPr lang="en-US" sz="1100" b="1" kern="1200" dirty="0">
            <a:solidFill>
              <a:srgbClr val="080808"/>
            </a:solidFill>
          </a:endParaRPr>
        </a:p>
      </dsp:txBody>
      <dsp:txXfrm>
        <a:off x="3777278" y="2447439"/>
        <a:ext cx="1606640" cy="881141"/>
      </dsp:txXfrm>
    </dsp:sp>
    <dsp:sp modelId="{F76AC6B8-ED2B-494B-A8E9-B33BAE4C852F}">
      <dsp:nvSpPr>
        <dsp:cNvPr id="0" name=""/>
        <dsp:cNvSpPr/>
      </dsp:nvSpPr>
      <dsp:spPr>
        <a:xfrm>
          <a:off x="5978375" y="1162126"/>
          <a:ext cx="980050" cy="98005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5869CD-0C14-428C-951E-8AA6334AC735}">
      <dsp:nvSpPr>
        <dsp:cNvPr id="0" name=""/>
        <dsp:cNvSpPr/>
      </dsp:nvSpPr>
      <dsp:spPr>
        <a:xfrm>
          <a:off x="6187239" y="1370990"/>
          <a:ext cx="562324" cy="56232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C2AE8F-E6F0-458E-AA1C-06FA56323184}">
      <dsp:nvSpPr>
        <dsp:cNvPr id="0" name=""/>
        <dsp:cNvSpPr/>
      </dsp:nvSpPr>
      <dsp:spPr>
        <a:xfrm>
          <a:off x="5665081" y="2447439"/>
          <a:ext cx="1606640" cy="8811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>
              <a:solidFill>
                <a:srgbClr val="080808"/>
              </a:solidFill>
            </a:rPr>
            <a:t>Have someone holding the pressure adjusting knob to keep pressure constant</a:t>
          </a:r>
          <a:endParaRPr lang="en-US" sz="1100" b="1" kern="1200" dirty="0">
            <a:solidFill>
              <a:srgbClr val="080808"/>
            </a:solidFill>
          </a:endParaRPr>
        </a:p>
      </dsp:txBody>
      <dsp:txXfrm>
        <a:off x="5665081" y="2447439"/>
        <a:ext cx="1606640" cy="881141"/>
      </dsp:txXfrm>
    </dsp:sp>
    <dsp:sp modelId="{41391D85-26FD-489D-8E87-84A123821EEA}">
      <dsp:nvSpPr>
        <dsp:cNvPr id="0" name=""/>
        <dsp:cNvSpPr/>
      </dsp:nvSpPr>
      <dsp:spPr>
        <a:xfrm>
          <a:off x="7866178" y="1162126"/>
          <a:ext cx="980050" cy="98005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AA64FE-8CF4-403D-B772-AD46A02A7BD2}">
      <dsp:nvSpPr>
        <dsp:cNvPr id="0" name=""/>
        <dsp:cNvSpPr/>
      </dsp:nvSpPr>
      <dsp:spPr>
        <a:xfrm>
          <a:off x="8075041" y="1370990"/>
          <a:ext cx="562324" cy="56232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43FC6E-C790-4D57-A184-2B0EC635EE7B}">
      <dsp:nvSpPr>
        <dsp:cNvPr id="0" name=""/>
        <dsp:cNvSpPr/>
      </dsp:nvSpPr>
      <dsp:spPr>
        <a:xfrm>
          <a:off x="7552883" y="2447439"/>
          <a:ext cx="1606640" cy="8811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>
              <a:solidFill>
                <a:srgbClr val="080808"/>
              </a:solidFill>
            </a:rPr>
            <a:t>Open both streams at the same time during the collecting period to ensure you have accurate readings</a:t>
          </a:r>
          <a:endParaRPr lang="en-US" sz="1100" b="1" kern="1200" dirty="0">
            <a:solidFill>
              <a:srgbClr val="080808"/>
            </a:solidFill>
          </a:endParaRPr>
        </a:p>
      </dsp:txBody>
      <dsp:txXfrm>
        <a:off x="7552883" y="2447439"/>
        <a:ext cx="1606640" cy="881141"/>
      </dsp:txXfrm>
    </dsp:sp>
    <dsp:sp modelId="{B2AB3253-58D6-4A1B-95CD-D7A66D04A737}">
      <dsp:nvSpPr>
        <dsp:cNvPr id="0" name=""/>
        <dsp:cNvSpPr/>
      </dsp:nvSpPr>
      <dsp:spPr>
        <a:xfrm>
          <a:off x="9753981" y="1162126"/>
          <a:ext cx="980050" cy="98005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5A2111-920A-4119-B8D8-0ACAE8AA2E50}">
      <dsp:nvSpPr>
        <dsp:cNvPr id="0" name=""/>
        <dsp:cNvSpPr/>
      </dsp:nvSpPr>
      <dsp:spPr>
        <a:xfrm>
          <a:off x="9962844" y="1370990"/>
          <a:ext cx="562324" cy="56232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99DF6E-03C1-4CC3-961F-0A1E84CF4BB6}">
      <dsp:nvSpPr>
        <dsp:cNvPr id="0" name=""/>
        <dsp:cNvSpPr/>
      </dsp:nvSpPr>
      <dsp:spPr>
        <a:xfrm>
          <a:off x="9440686" y="2447439"/>
          <a:ext cx="1606640" cy="8811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>
              <a:solidFill>
                <a:srgbClr val="080808"/>
              </a:solidFill>
            </a:rPr>
            <a:t>Do a trial run before starting the actual experiment</a:t>
          </a:r>
          <a:endParaRPr lang="en-US" sz="1100" b="1" kern="1200" dirty="0">
            <a:solidFill>
              <a:srgbClr val="080808"/>
            </a:solidFill>
          </a:endParaRPr>
        </a:p>
      </dsp:txBody>
      <dsp:txXfrm>
        <a:off x="9440686" y="2447439"/>
        <a:ext cx="1606640" cy="8811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4T22:19:20.6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1364 682 24505,'-1'27'0,"0"0"0,-2-1 0,0 1 0,-2-1 0,-1 0 0,-1 0 0,0 0 0,-2-1 0,-1 0 0,-1 0 0,0-1 0,-2-1 0,0 0 0,-2 0 0,0-1 0,-1-1 0,-1 0 0,-1-1 0,-1-1 0,0 0 0,-1-1 0,-1-1 0,0-1 0,-1-1 0,-1 0 0,0-2 0,0 0 0,-1-2 0,-1 0 0,0-1 0,0-1 0,-1-2 0,0 0 0,0-1 0,0-1 0,-1-2 0,1 0 0,-1-2 0,0 0 0,0-2 0,0 0 0,1-2 0,-1 0 0,1-2 0,0-1 0,0-1 0,0 0 0,1-2 0,0-1 0,0-1 0,1 0 0,1-2 0,0 0 0,0-2 0,1 0 0,1-1 0,0-1 0,1-1 0,1-1 0,0 0 0,1-1 0,1-1 0,1 0 0,1-1 0,0-1 0,2 0 0,0 0 0,2-1 0,0-1 0,1 0 0,1 0 0,2-1 0,0 0 0,1 0 0,1 0 0,2-1 0,0 1 0,2-1 0,0 0 0,2 0 0,0 0 0,2 1 0,0-1 0,2 1 0,1 0 0,1 0 0,0 0 0,2 1 0,1 0 0,1 0 0,0 1 0,2 1 0,0 0 0,2 0 0,0 1 0,1 1 0,1 0 0,1 1 0,1 1 0,0 0 0,1 1 0,1 1 0,0 1 0,1 1 0,1 0 0,0 2 0,0 0 0,1 2 0,1 0 0,0 1 0,0 1 0,1 2 0,0 0 0,0 1 0,0 1 0,1 2 0,-1 0 0,1 2 0,0 0 0,0 2 0,0 0 0,-1 2 0,1 0 0,-1 2 0,0 1 0,0 1 0,0 0 0,-1 2 0,0 1 0,0 1 0,-1 0 0,-1 2 0,0 0 0,0 2 0,-1 0 0,-1 1 0,0 1 0,-1 1 0,-1 1 0,0 0 0,-1 1 0,-1 1 0,-1 0 0,-1 1 0,0 1 0,-2 0 0,0 0 0,-2 1 0,0 1 0,-1 0 0,-1 0 0,-2 1 0,0 0 0,-1 0 0,-1 0 0,-2 1 0,0-1 0,-2 1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4T22:19:22.9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1079 3 24575,'-109'-2'0,"-118"5"0,193 2 0,0 2 0,0 2 0,-43 16 0,12-3 0,50-16 0,0 2 0,1 0 0,0 0 0,0 1 0,1 1 0,0 0 0,-19 20 0,-9 6 0,4-7 0,27-24 0,1 2 0,1 0 0,-1 0 0,1 0 0,0 1 0,1 0 0,0 1 0,0-1 0,1 1 0,-7 13 0,-29 52 0,30-55 0,0 2 0,1-1 0,-12 34 0,-48 138 0,62-166-54,-8 41-1257,16-48-5515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4T22:19:24.2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0 24575,'-1'30'0,"0"-14"0,1 1 0,1-1 0,0 1 0,1-1 0,5 23 0,-6-36 0,1 1 0,-1 0 0,1 0 0,0-1 0,0 1 0,0-1 0,0 1 0,1-1 0,-1 0 0,1 0 0,0 0 0,0-1 0,0 1 0,0 0 0,0-1 0,1 0 0,-1 0 0,1 0 0,-1 0 0,1-1 0,0 1 0,-1-1 0,1 0 0,0 0 0,0 0 0,0-1 0,5 1 0,1-1 0,0 0 0,0 0 0,1-2 0,-1 1 0,0-1 0,-1 0 0,1-1 0,0 0 0,-1-1 0,0 0 0,1 0 0,7-6 0,50-20 0,-6 16-1365,-41 8-5461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4T22:19:26.5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0 263 24575,'0'-1'0,"1"0"0,0-1 0,-1 1 0,1-1 0,0 1 0,-1 0 0,1 0 0,0-1 0,0 1 0,0 0 0,0 0 0,0 0 0,0 0 0,1 0 0,-1 0 0,0 1 0,0-1 0,3-1 0,32-16 0,-22 11 0,-5 2 0,11-6 0,-1-1 0,28-21 0,-42 29 0,-1 0 0,0 0 0,1 0 0,-2 0 0,1-1 0,0 0 0,-1 0 0,0 0 0,0 0 0,-1 0 0,1 0 0,-1-1 0,0 1 0,-1-1 0,2-7 0,-2 5 0,-1 1 0,1 1 0,0-1 0,0 1 0,1-1 0,0 1 0,0-1 0,4-8 0,-4 18 0,-1 1 0,1 0 0,-1-1 0,0 1 0,-1 0 0,1 0 0,-1-1 0,1 8 0,-1 59 0,-1-37 0,1 0 0,2-1 0,10 57 0,-7-68-109,4 12-205,-2 0 0,-1 1 0,1 50 0,-7-64-6512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4T22:19:28.0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74 24575,'10'-1'0,"0"-1"0,0 0 0,0 0 0,13-5 0,9-1 0,40-10 0,-36 9 0,0 1 0,1 1 0,71-2 0,-61 9-1365,-26 1-5461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4T22:19:45.0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1238 619 24496,'0'24'0,"-2"1"0,0-1 0,-2 0 0,0 0 0,-1 0 0,-1-1 0,-1 0 0,-1 0 0,-1 0 0,-1-1 0,0 0 0,-2-1 0,0 0 0,-1 0 0,-1-1 0,-1-1 0,0 0 0,-1-1 0,-1 0 0,-1-1 0,0-1 0,-1-1 0,0 0 0,-1-1 0,-1-1 0,0-1 0,0 0 0,-1-2 0,0 0 0,-1-1 0,0-1 0,0-1 0,0-1 0,-1-1 0,0-1 0,0 0 0,0-2 0,-1 0 0,1-2 0,0 0 0,-1-2 0,1 0 0,0-2 0,0 0 0,0-1 0,1-1 0,0-1 0,0-1 0,0-1 0,1-1 0,0 0 0,1-2 0,0 0 0,0-1 0,1-1 0,1-1 0,0 0 0,1-1 0,0-1 0,1-1 0,1 0 0,1-1 0,0 0 0,1-1 0,1-1 0,1 0 0,0 0 0,2-1 0,0 0 0,1-1 0,1 0 0,1 0 0,1 0 0,1-1 0,1 0 0,0 0 0,2 0 0,0-1 0,2 1 0,0 0 0,2-1 0,0 1 0,2 0 0,0 0 0,1 0 0,1 1 0,1 0 0,1 0 0,1 0 0,1 1 0,0 0 0,2 1 0,0 0 0,1 0 0,1 1 0,1 1 0,0 0 0,1 1 0,1 0 0,1 1 0,0 1 0,1 1 0,0 0 0,1 1 0,1 1 0,0 1 0,0 0 0,1 2 0,0 0 0,1 1 0,0 1 0,0 1 0,0 1 0,1 1 0,0 1 0,0 0 0,0 2 0,1 0 0,-1 2 0,0 0 0,1 2 0,-1 0 0,0 2 0,0 0 0,0 1 0,-1 1 0,0 1 0,0 1 0,0 1 0,-1 1 0,0 0 0,-1 2 0,0 0 0,0 1 0,-1 1 0,-1 1 0,0 0 0,-1 1 0,0 1 0,-1 1 0,-1 0 0,-1 1 0,0 0 0,-1 1 0,-1 1 0,-1 0 0,0 0 0,-2 1 0,0 0 0,-1 1 0,-1 0 0,-1 0 0,-1 0 0,-1 1 0,-1 0 0,0 0 0,-2 0 0,0 1 0,-2-1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4T22:19:50.6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1485 743 24504,'-1'29'0,"0"0"0,-2 0 0,-1 0 0,-1-1 0,-2 1 0,0-1 0,-1 0 0,-2-1 0,-1 1 0,0-2 0,-2 1 0,-1-2 0,0 0 0,-2 0 0,-1-1 0,0-1 0,-2 0 0,0-1 0,-1-1 0,-1-1 0,-1-1 0,-1 0 0,0-2 0,-1 0 0,-1-1 0,0-2 0,0 0 0,-2-1 0,1-2 0,-2 0 0,1-1 0,-1-2 0,0-1 0,-1 0 0,1-2 0,-1-1 0,0-1 0,0-2 0,0 0 0,-1-2 0,1 0 0,0-2 0,0-1 0,1-1 0,-1-2 0,1 0 0,0-1 0,1-2 0,-1-1 0,2 0 0,-1-2 0,2-1 0,0 0 0,0-2 0,1-1 0,1 0 0,0-2 0,1 0 0,1-1 0,1-1 0,1-1 0,0-1 0,2 0 0,0-1 0,1-1 0,2 0 0,0 0 0,1-2 0,2 1 0,0-2 0,1 1 0,2-1 0,1 0 0,0-1 0,2 1 0,1-1 0,1 0 0,2 0 0,0 0 0,2-1 0,0 1 0,2 0 0,1 0 0,1 1 0,2-1 0,0 1 0,1 0 0,2 1 0,1-1 0,0 2 0,2-1 0,1 2 0,0 0 0,2 0 0,1 1 0,0 1 0,2 0 0,0 1 0,1 1 0,1 1 0,1 1 0,1 0 0,0 2 0,1 0 0,1 1 0,0 2 0,0 0 0,2 1 0,-1 2 0,2 0 0,-1 1 0,1 2 0,0 1 0,1 0 0,-1 2 0,1 1 0,0 1 0,0 2 0,1 0 0,-1 2 0,0 0 0,0 2 0,0 1 0,-1 1 0,1 2 0,-1 0 0,0 1 0,-1 2 0,1 1 0,-2 0 0,1 2 0,-2 1 0,0 0 0,0 2 0,-1 1 0,-1 0 0,0 2 0,-1 0 0,-1 1 0,-1 1 0,-1 1 0,0 1 0,-2 0 0,0 1 0,-1 1 0,-2 0 0,0 0 0,-1 2 0,-2-1 0,0 2 0,-1-1 0,-2 1 0,-1 0 0,0 1 0,-2-1 0,-1 1 0,-1 0 0,-2 0 0,0 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4T22:20:07.9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0 147 24575,'0'-8'0,"1"0"0,0 0 0,1 0 0,-1 0 0,2 0 0,-1 1 0,1-1 0,5-10 0,-6 14 0,0 1 0,0-1 0,0 0 0,0 1 0,1 0 0,-1 0 0,1 0 0,0 0 0,0 0 0,0 0 0,0 1 0,1-1 0,-1 1 0,1 0 0,-1 0 0,1 0 0,6-2 0,4 1 0,-2 0 0,-1 1 0,1 0 0,-1 1 0,14-1 0,-22 2 0,0 0 0,-1 1 0,1-1 0,0 0 0,0 1 0,0 0 0,-1 0 0,1 0 0,0 0 0,-1 0 0,1 0 0,-1 1 0,1-1 0,-1 1 0,0 0 0,0 0 0,1-1 0,-1 2 0,0-1 0,-1 0 0,1 0 0,1 3 0,9 14 0,-7-12 0,-1 0 0,0 0 0,0 0 0,0 1 0,-1-1 0,-1 1 0,4 11 0,-3-5 0,1 6 0,0 1 0,-2 0 0,1 24 0,-3-39 0,0-1 0,-1 1 0,1-1 0,-1 1 0,-1-1 0,1 0 0,-1 1 0,0-1 0,0 0 0,0 0 0,-1 0 0,1 0 0,-1-1 0,0 1 0,-1-1 0,-7 9 0,0-5 0,0 0 0,0 0 0,-1-1 0,0 0 0,-1-1 0,-23 8 0,-15 8 0,51-22 0,0 0 0,0 0 0,0 0 0,1 0 0,-1 0 0,0 0 0,0 0 0,0 0 0,0 0 0,0 0 0,0 0 0,0 0 0,0 0 0,1 0 0,-1 0 0,0 0 0,0 0 0,0 0 0,0 1 0,0-1 0,0 0 0,0 0 0,0 0 0,0 0 0,0 0 0,0 0 0,0 0 0,0 0 0,0 0 0,1 0 0,-1 1 0,0-1 0,0 0 0,0 0 0,0 0 0,0 0 0,0 0 0,0 0 0,0 0 0,0 0 0,0 1 0,0-1 0,0 0 0,0 0 0,0 0 0,-1 0 0,1 0 0,0 0 0,0 0 0,0 0 0,0 0 0,0 1 0,0-1 0,0 0 0,0 0 0,0 0 0,0 0 0,0 0 0,0 0 0,18 3 0,21-2 0,122-15 0,64 14-1365,-214 0-5461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4T22:20:10.7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0 174 24575,'0'-10'0,"1"0"0,0-1 0,0 1 0,1 0 0,1 0 0,0 0 0,0 1 0,1-1 0,6-13 0,-8 19 0,1 0 0,-1 0 0,1 0 0,0 0 0,0 1 0,0-1 0,0 1 0,1 0 0,-1 0 0,1 0 0,0 0 0,0 1 0,0-1 0,0 1 0,1 0 0,-1 0 0,0 1 0,1-1 0,-1 1 0,1 0 0,0 0 0,5 0 0,-4 1 0,-1 0 0,0 0 0,0 0 0,1 1 0,-1 0 0,0 0 0,0 0 0,0 0 0,0 1 0,0 0 0,0 0 0,0 0 0,-1 1 0,1 0 0,-1 0 0,1 0 0,-1 0 0,0 1 0,-1-1 0,1 1 0,0 0 0,-1 0 0,0 0 0,0 1 0,0-1 0,-1 1 0,1 0 0,-1-1 0,0 1 0,2 9 0,1 1 0,-1 0 0,0 1 0,-1-1 0,0 1 0,-1 0 0,-1 0 0,-1 0 0,0 0 0,-1 0 0,-1-1 0,-6 26 0,5-34 0,-1-1 0,-1 1 0,1-1 0,-1 1 0,0-1 0,0-1 0,-1 1 0,0-1 0,0 0 0,0 0 0,-1-1 0,1 0 0,-1 0 0,0 0 0,-11 3 0,-35 24 0,53-31 0,0 0 0,0 0 0,0 0 0,0 0 0,0 0 0,-1 0 0,1 0 0,0 0 0,0 1 0,0-1 0,0 0 0,0 0 0,-1 0 0,1 0 0,0 0 0,0 0 0,0 1 0,0-1 0,0 0 0,0 0 0,0 0 0,0 0 0,0 0 0,0 1 0,0-1 0,0 0 0,0 0 0,0 0 0,-1 0 0,1 1 0,1-1 0,-1 0 0,0 0 0,0 0 0,0 0 0,0 1 0,0-1 0,0 0 0,0 0 0,0 0 0,0 0 0,0 1 0,0-1 0,0 0 0,0 0 0,0 0 0,1 0 0,-1 0 0,0 0 0,0 1 0,0-1 0,0 0 0,0 0 0,0 0 0,1 0 0,-1 0 0,0 0 0,16 4 0,18-1 0,59-2 0,95-4 0,-181 2-95,0-1-1,0 0 1,0-1-1,0 0 1,-1 0-1,12-7 0,-12 7-600,1-2-6130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4T22:20:14.4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1 247 24575,'16'0'0,"-3"1"0,0 0 0,0-1 0,-1 0 0,1-2 0,0 1 0,-1-1 0,1-1 0,-1 0 0,0-1 0,0-1 0,0 1 0,21-13 0,-21 9 0,-7 5 0,0 0 0,0-1 0,0 0 0,0 0 0,0 0 0,-1 0 0,0-1 0,4-4 0,45-45 0,-24 8 0,-27 43 0,0 0 0,0-1 0,-1 1 0,1 0 0,-1-1 0,0 1 0,0-1 0,0 1 0,-1-1 0,1 0 0,-1 1 0,0-6 0,0 9 0,0-1 0,0 1 0,0-1 0,-1 1 0,1-1 0,0 1 0,0-1 0,-1 1 0,1-1 0,0 1 0,-1-1 0,1 1 0,-1 0 0,1-1 0,-1 1 0,1 0 0,0-1 0,-1 1 0,1 0 0,-1 0 0,1-1 0,-1 1 0,0 0 0,1 0 0,-1 0 0,1 0 0,-1 0 0,1 0 0,-1 0 0,1 0 0,-2 0 0,-22 6 0,-17 19 0,-8 14 0,52-38 0,0-1 0,0 1 0,1-1 0,-1 1 0,0-1 0,1 0 0,-1 0 0,0-1 0,0 1 0,1-1 0,4-1 0,25-15 0,-27 13 0,0 1 0,0-1 0,0 2 0,1-1 0,-1 1 0,0-1 0,9 0 0,-13 3 0,0 0 0,0 0 0,1 0 0,-1 1 0,0-1 0,0 0 0,1 1 0,-1 0 0,0 0 0,0 0 0,0 0 0,0 0 0,0 0 0,0 0 0,0 0 0,0 1 0,-1-1 0,1 1 0,0-1 0,-1 1 0,1 0 0,-1 0 0,0 0 0,1 0 0,-1 0 0,1 2 0,2 2-227,0 1-1,0-1 1,1 0-1,0 0 1,8 7-1,-6-8-6598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4T22:20:16.1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18 24575,'0'-1'0,"1"0"0,-1 1 0,1-1 0,-1 0 0,1 0 0,0 0 0,-1 1 0,1-1 0,0 0 0,0 1 0,-1-1 0,1 1 0,0-1 0,0 1 0,0-1 0,0 1 0,0 0 0,0-1 0,0 1 0,0 0 0,0 0 0,0-1 0,0 1 0,0 0 0,0 0 0,1 1 0,35-3 0,-33 2 0,21-1 0,-18 0 0,-1 0 0,1 1 0,-1 0 0,1 0 0,-1 0 0,1 1 0,-1-1 0,1 2 0,-1-1 0,0 1 0,0 0 0,1 0 0,-1 0 0,-1 1 0,1 0 0,7 5 0,0 5 0,-1 0 0,0 1 0,-1 0 0,-1 1 0,0 0 0,-1 0 0,0 1 0,-2 1 0,0-1 0,0 1 0,-2 0 0,0 1 0,-1-1 0,3 34 0,7 56 0,-13-97-1365,2-1-5461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4T22:20:17.7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52 24575,'11'1'0,"0"0"0,-1 1 0,1 0 0,-1 0 0,1 1 0,-1 0 0,0 1 0,0 1 0,13 7 0,28 11 0,-50-23 0,0 1 0,0-1 0,0 0 0,1 0 0,-1 0 0,0 1 0,0-1 0,0 0 0,1-1 0,-1 1 0,0 0 0,0 0 0,1 0 0,-1-1 0,0 1 0,0-1 0,0 1 0,0-1 0,0 1 0,0-1 0,0 1 0,0-1 0,0 0 0,0 0 0,0 0 0,0 1 0,0-1 0,1-2 0,22-37 0,-22 36 0,0-1 0,1 0 0,-1 1 0,1 0 0,0 0 0,6-7 0,24-7-1365,-24 15-5461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4T22:20:21.5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819 410 24466,'0'16'0,"-1"0"0,-1 0 0,0 0 0,-1 0 0,0 0 0,-1-1 0,-1 1 0,0-1 0,-1 0 0,-1 0 0,0-1 0,0 0 0,-1 0 0,-1 0 0,0-1 0,-1 0 0,0-1 0,-1 0 0,0 0 0,-1-1 0,0 0 0,0-1 0,-1 0 0,0-1 0,-1 0 0,1-1 0,-2-1 0,1 0 0,-1 0 0,0-1 0,0-1 0,0 0 0,-1-1 0,0-1 0,1 0 0,-1-1 0,0 0 0,0-1 0,0-1 0,-1 0 0,1-1 0,0-1 0,0 0 0,1-1 0,-1 0 0,0-1 0,1-1 0,0 0 0,0-1 0,0-1 0,1 0 0,-1 0 0,2-1 0,-1-1 0,1 0 0,0-1 0,1 0 0,0-1 0,0 0 0,1-1 0,0 0 0,1 0 0,0-1 0,1 0 0,0-1 0,1 0 0,1 0 0,0 0 0,0-1 0,1 0 0,1 0 0,0-1 0,1 1 0,1-1 0,0 0 0,1 0 0,0 0 0,1 0 0,1 0 0,0 0 0,1 0 0,1 0 0,0 0 0,1 0 0,0 0 0,1 1 0,1-1 0,0 1 0,1 0 0,1 0 0,0 1 0,0 0 0,1 0 0,1 0 0,0 1 0,1 0 0,0 1 0,1 0 0,0 0 0,1 1 0,0 0 0,0 1 0,1 0 0,0 1 0,1 0 0,-1 1 0,2 1 0,-1 0 0,1 0 0,0 1 0,0 1 0,0 0 0,1 1 0,0 1 0,-1 0 0,1 1 0,0 0 0,0 1 0,1 1 0,-1 0 0,0 1 0,0 1 0,0 0 0,-1 1 0,1 0 0,0 1 0,-1 1 0,0 0 0,0 1 0,0 1 0,-1 0 0,1 0 0,-2 1 0,1 1 0,-1 0 0,0 1 0,-1 0 0,0 1 0,0 0 0,-1 1 0,0 0 0,-1 0 0,0 1 0,-1 0 0,0 1 0,-1 0 0,-1 0 0,0 0 0,0 1 0,-1 0 0,-1 0 0,0 1 0,-1-1 0,-1 1 0,0 0 0,-1 0 0,0 0 0,-1 0 0,-1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4T22:20:24.1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0 437 24575,'1'-17'0,"0"1"0,1 0 0,0 0 0,1 0 0,1 0 0,1 1 0,0-1 0,1 1 0,10-18 0,-2 10 0,0 0 0,1 2 0,1-1 0,36-34 0,-42 45 0,0 1 0,1 1 0,1 0 0,-1 0 0,1 1 0,0 0 0,1 1 0,0 1 0,0 0 0,1 1 0,-1 0 0,1 1 0,16-2 0,28-1 0,70 1 0,44 6-1365,-161 0-5461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4T22:20:25.6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0 24575,'2'4'0,"1"1"0,-1-1 0,1-1 0,0 1 0,0 0 0,0-1 0,0 1 0,1-1 0,5 4 0,6 8 0,-1-2 0,-1 0 0,29 20 0,-2-1 0,-17-20 0,-6-2 0,-17-9 0,0 0 0,0 0 0,0 0 0,0 0 0,0-1 0,-1 1 0,1 0 0,0 0 0,0 0 0,-1 0 0,1 0 0,0 0 0,-1 0 0,1 0 0,-1-1 0,1 1 0,-1 0 0,1 0 0,-1 0 0,0-1 0,1 1 0,-1 0 0,0-1 0,-1 2 0,-9 7 0,0 0 0,-1 0 0,0-1 0,0-1 0,-25 12 0,24-13 0,-1 1 0,1 0 0,0 1 0,1 1 0,-20 17 0,25-20-1365,1-1-5461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4T22:20:28.4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 93 24575,'0'0'0,"-1"0"0,1 0 0,-1 0 0,1 0 0,0 0 0,-1 0 0,1 0 0,-1 0 0,1 0 0,0 0 0,-1 0 0,1 0 0,-1 0 0,1-1 0,0 1 0,-1 0 0,1 0 0,0-1 0,-1 1 0,1 0 0,0 0 0,-1-1 0,1 1 0,0 0 0,0-1 0,-1 1 0,1 0 0,0-1 0,0 1 0,0 0 0,-1-1 0,1 1 0,0-1 0,0 1 0,0 0 0,0-1 0,0 1 0,0-1 0,0 1 0,0-1 0,0 1 0,8-24 0,-5 19 0,0 1 0,-1 0 0,1 0 0,1 0 0,-1 0 0,0 0 0,1 1 0,6-5 0,-2 4 0,0 1 0,-1 0 0,1 1 0,1 0 0,-1 0 0,0 1 0,0 0 0,12 0 0,-16 1 0,-1 1 0,0-1 0,0 0 0,0 1 0,0 0 0,0 0 0,0 0 0,0 0 0,0 0 0,0 0 0,0 1 0,0 0 0,-1-1 0,1 1 0,-1 0 0,1 0 0,-1 1 0,0-1 0,0 0 0,0 1 0,0-1 0,0 1 0,-1 0 0,3 3 0,1 2 0,-1 1 0,0-1 0,-1 1 0,1 0 0,-2 0 0,1 0 0,-1 0 0,0 0 0,-1 1 0,0-1 0,-1 0 0,0 1 0,0-1 0,-1 0 0,-2 10 0,1-15 0,1 1 0,-1-1 0,0 0 0,0 0 0,0-1 0,-1 1 0,0 0 0,1-1 0,-1 1 0,-1-1 0,1 0 0,0 0 0,-1 0 0,1-1 0,-1 1 0,0-1 0,0 0 0,0 0 0,0 0 0,0 0 0,-6 1 0,-3 0 0,0 0 0,-1 0 0,1-1 0,0-1 0,-26 0 0,62-1 0,-16-1 0,0 1 0,0 0 0,-1 0 0,1 0 0,0 1 0,0 0 0,-1 0 0,1 1 0,-1 0 0,1 0 0,-1 0 0,0 1 0,0 0 0,0 0 0,0 1 0,0-1 0,-1 1 0,9 8 0,-10-7 0,1 0 0,-1 1 0,-1-1 0,1 1 0,-1 0 0,0 0 0,0 0 0,-1 0 0,0 1 0,0-1 0,-1 1 0,1-1 0,-1 1 0,0 6 0,-1-9 0,0-1 0,0 1 0,0-1 0,-1 1 0,1-1 0,-1 0 0,0 1 0,0-1 0,0 0 0,-1 0 0,1 0 0,-1 0 0,1 0 0,-1 0 0,0 0 0,0 0 0,0-1 0,-1 1 0,1-1 0,-1 1 0,1-1 0,-1 0 0,0 0 0,0 0 0,0-1 0,0 1 0,0-1 0,-6 3 0,-3 0 0,-1 0 0,0-1 0,0 0 0,0-1 0,0 0 0,-24-1 0,32-1 0,1-1 0,0 1 0,0-1 0,-1 0 0,1 0 0,0 0 0,0 0 0,0-1 0,0 1 0,0-1 0,0 0 0,1-1 0,-1 1 0,1-1 0,-1 1 0,1-1 0,0 0 0,0 0 0,0-1 0,1 1 0,-1 0 0,1-1 0,-1 0 0,-1-4 0,-1-1-1365,1 2-5461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4T22:20:35.0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1021 511 24447,'0'20'0,"-2"0"0,0 0 0,0-1 0,-2 1 0,0 0 0,-1-1 0,-1 0 0,-1 0 0,0 0 0,-1-1 0,-1 0 0,0 0 0,-1-1 0,-1 0 0,0 0 0,-2-1 0,1-1 0,-2 0 0,0-1 0,0 0 0,-1 0 0,0-2 0,-1 1 0,-1-2 0,0 0 0,0-1 0,-1-1 0,0 0 0,0-1 0,-1-1 0,0 0 0,0-1 0,0-1 0,-1-1 0,0 0 0,1-2 0,-1 0 0,0 0 0,0-2 0,-1 0 0,1-2 0,0 0 0,1 0 0,-1-2 0,0 0 0,1-1 0,0-1 0,0-1 0,0 0 0,1-1 0,0-1 0,0 0 0,1-1 0,0-1 0,0 0 0,1-2 0,1 1 0,0-2 0,1 0 0,0 0 0,0-1 0,2 0 0,-1-1 0,2-1 0,0 0 0,1 0 0,1-1 0,0 0 0,1 0 0,1-1 0,0 0 0,1 0 0,1 0 0,1-1 0,0 0 0,2 1 0,0-1 0,0 0 0,2 0 0,0-1 0,2 1 0,0 0 0,0 1 0,2-1 0,0 0 0,1 1 0,1 0 0,1 0 0,0 0 0,1 1 0,1 0 0,0 0 0,1 1 0,1 0 0,0 0 0,2 1 0,-1 1 0,2 0 0,0 1 0,0 0 0,1 0 0,0 2 0,1-1 0,1 2 0,0 0 0,0 1 0,1 1 0,0 0 0,0 1 0,1 1 0,0 0 0,0 1 0,0 1 0,1 1 0,0 0 0,-1 2 0,1 0 0,0 0 0,1 2 0,-1 0 0,0 2 0,0 0 0,-1 0 0,1 2 0,0 0 0,-1 1 0,0 1 0,0 1 0,0 0 0,-1 1 0,0 1 0,0 0 0,-1 1 0,0 1 0,0 0 0,-1 2 0,-1-1 0,0 2 0,-1 0 0,0 0 0,0 1 0,-2 0 0,1 1 0,-2 1 0,0 0 0,-1 0 0,-1 1 0,0 0 0,-1 0 0,-1 1 0,0 0 0,-1 0 0,-1 0 0,-1 1 0,0 0 0,-2-1 0,0 1 0,0 0 0,-2 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4T22:20:46.8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458 477 24575,'0'-11'0,"0"0"0,-1 1 0,0-1 0,0 0 0,-1 1 0,0-1 0,-1 1 0,-1 0 0,1 0 0,-2 0 0,1 1 0,-1-1 0,-1 1 0,1 0 0,-2 0 0,-11-12 0,-79-93 0,83 99 0,0 2 0,-1-1 0,-1 2 0,0 0 0,0 1 0,-35-17 0,-4-4 52,46 26-255,-1 0 1,0 0 0,0 1-1,0 0 1,-1 0-1,-12-3 1,10 6-6624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4T22:20:52.9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 0 24575,'-19'177'0,"17"-135"0,1-29 0,0 0 0,0 0 0,2 0 0,-1 0 0,2 0 0,5 23 0,-6-35 0,0 1 0,0 0 0,1 0 0,-1 0 0,1-1 0,-1 1 0,1-1 0,0 1 0,0-1 0,0 0 0,-1 0 0,1 0 0,0 0 0,0 0 0,1 0 0,-1 0 0,0-1 0,0 1 0,0-1 0,0 1 0,1-1 0,-1 0 0,3 0 0,62-2 0,-44 0 0,119 1-1365,-127 1-5461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4T22:20:53.9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 24575,'0'41'0,"-1"-14"0,1 0 0,1 0 0,10 53 0,-7-61 0,-1 1 0,-2 0 0,0 28 0,-1-28 0,1 0 0,0 0 0,6 24 0,14 94 0,-10-55 36,10 48-1437,-18-119-5425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4T22:21:12.9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1083 541 24500,'0'21'0,"-2"0"0,0 1 0,-1-1 0,0 0 0,-2-1 0,0 1 0,-2-1 0,1 0 0,-2 0 0,-1-1 0,0 1 0,-1-2 0,-1 1 0,0-1 0,-1-1 0,-1 0 0,-1-1 0,0 0 0,-1 0 0,0-2 0,-1 0 0,0 0 0,-1-1 0,-1-1 0,0-1 0,0 0 0,-1-1 0,0-1 0,0 0 0,-1-1 0,0-1 0,-1-1 0,1-1 0,-1 0 0,0-2 0,0 0 0,0-1 0,0 0 0,0-2 0,-1 0 0,1-2 0,0 0 0,0-1 0,0 0 0,0-2 0,1 0 0,-1-1 0,1-1 0,0-1 0,1-1 0,0 0 0,0-1 0,1-1 0,0 0 0,0-1 0,1-1 0,1-1 0,0 0 0,1 0 0,0-2 0,1 0 0,0 0 0,1-1 0,1 0 0,1-1 0,0-1 0,1 1 0,1-2 0,0 1 0,1-1 0,2 0 0,-1 0 0,2-1 0,0 1 0,2-1 0,0 0 0,1-1 0,0 1 0,2 0 0,0 0 0,2 0 0,0-1 0,1 1 0,0 0 0,2 1 0,0-1 0,2 1 0,-1 0 0,2 0 0,1 1 0,0-1 0,1 2 0,1-1 0,0 1 0,1 1 0,1 0 0,1 1 0,0 0 0,1 0 0,0 2 0,1 0 0,0 0 0,1 1 0,1 1 0,0 1 0,0 0 0,1 1 0,0 1 0,0 0 0,1 1 0,0 1 0,1 1 0,-1 1 0,1 0 0,0 2 0,0 0 0,0 1 0,0 0 0,1 2 0,-1 0 0,0 2 0,0 0 0,0 1 0,0 0 0,0 2 0,-1 0 0,1 1 0,-1 1 0,0 1 0,-1 1 0,0 0 0,0 1 0,-1 1 0,0 0 0,0 1 0,-1 1 0,-1 1 0,0 0 0,-1 0 0,0 2 0,-1 0 0,0 0 0,-1 1 0,-1 0 0,-1 1 0,0 1 0,-1-1 0,-1 2 0,0-1 0,-1 1 0,-2 0 0,1 0 0,-2 1 0,0-1 0,-2 1 0,0 0 0,-1 1 0,0-1 0,-2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4T22:21:27.8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0 125 24575,'4'1'0,"0"1"0,-1 0 0,0-1 0,1 2 0,-1-1 0,0 0 0,0 1 0,0-1 0,0 1 0,-1 0 0,1 0 0,-1 0 0,4 6 0,13 12 0,131 86 0,-146-103 0,0-1 0,0 0 0,1 0 0,0 0 0,-1-1 0,1 1 0,0-1 0,0 0 0,7 1 0,-10-3 0,0 0 0,-1 0 0,1 0 0,0 0 0,0 0 0,0 0 0,-1-1 0,1 1 0,0-1 0,-1 1 0,1-1 0,0 0 0,-1 0 0,1 0 0,-1 0 0,1 0 0,-1 0 0,1 0 0,-1 0 0,0 0 0,0-1 0,0 1 0,1-1 0,-1 1 0,0-1 0,-1 1 0,1-1 0,0 1 0,0-1 0,0-3 0,10-25 0,-1-1 0,-2-1 0,-2 1 0,6-55 0,-10 26-1365,-2 42-5461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4T22:21:17.3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1 177 24575,'14'-2'0,"0"-1"0,0 0 0,0-1 0,0-1 0,-1 0 0,1-1 0,-1 0 0,0-1 0,20-15 0,31-14 0,84-25 0,-125 56 0,-1 1 0,1 0 0,0 2 0,0 1 0,0 1 0,35 4 0,15-1 0,-46-3 0,-1 2 0,0 1 0,0 1 0,0 1 0,27 10 0,-36-10 0,0 1 0,-1 1 0,1 1 0,-2 1 0,1 0 0,-2 1 0,1 0 0,19 19 0,81 66 0,-109-90-119,-1 0-88,0 0-1,-1 0 0,1 0 0,-1 1 1,6 9-1,-5-3-6618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4T22:21:18.1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4T22:21:30.6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24575,'0'6'0,"1"1"0,0-1 0,0 1 0,0-1 0,1 0 0,0 1 0,0-1 0,1 0 0,0 0 0,6 9 0,43 53 0,-18-27 0,-11 1 0,-20-34 0,1 0 0,0 0 0,1-1 0,9 14 0,18 21 0,-26-33 0,0-1 0,0 1 0,1-1 0,0-1 0,0 1 0,1-1 0,12 8 0,-19-14 0,1 0 0,-1 0 0,1 0 0,-1 0 0,0 0 0,1 0 0,-1 0 0,0 0 0,0 0 0,0 0 0,0 1 0,0-1 0,0 0 0,0 1 0,0-1 0,0 1 0,-1-1 0,1 1 0,0 2 0,-1-3 0,0 0 0,0 0 0,-1 0 0,1 0 0,0 0 0,-1 1 0,1-1 0,-1 0 0,1 0 0,-1 0 0,0-1 0,1 1 0,-1 0 0,0 0 0,0 0 0,1 0 0,-1-1 0,0 1 0,0 0 0,0-1 0,-2 2 0,-8 4 0,-1-1 0,1 0 0,-1-1 0,-15 3 0,8-1 0,-26 7 31,-29 11-1427,59-17-5430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4T22:21:31.8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82 24575,'20'-1'0,"1"0"0,-1-2 0,0 0 0,1-1 0,-2-1 0,1-1 0,0-1 0,25-13 0,26-1-16,-44 14-1333,-13 4-5477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4T22:21:33.8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 24575,'-2'89'0,"4"98"0,-2-185 0,0 0 0,1 0 0,-1 0 0,0 0 0,1 0 0,-1 0 0,1 0 0,-1 0 0,1-1 0,0 1 0,0 0 0,0 0 0,0 0 0,0-1 0,0 1 0,0-1 0,3 3 0,-3-4 0,0 1 0,0 0 0,1-1 0,-1 1 0,0-1 0,0 0 0,1 1 0,-1-1 0,0 0 0,1 0 0,-1 0 0,0 0 0,1 0 0,-1 0 0,0 0 0,1-1 0,-1 1 0,0 0 0,3-2 0,7-3 0,-1 0 0,0-1 0,0-1 0,18-14 0,1-1 0,-17 18 0,1 0 0,-1 1 0,1 1 0,-1 0 0,1 0 0,0 1 0,0 1 0,0 0 0,-1 1 0,17 2 0,-27-2 0,1 0 0,0-1 0,0 1 0,-1 0 0,1 0 0,-1 1 0,1-1 0,-1 0 0,0 1 0,1 0 0,-1-1 0,0 1 0,0 0 0,0 0 0,0 0 0,0 1 0,2 4 0,25 50 0,-12-22 0,-11-25 0,0 1 0,-1 0 0,0 0 0,0 0 0,4 21 0,-8-28 0,0 1 0,-1 0 0,0 0 0,0-1 0,0 1 0,0 0 0,-1 0 0,0-1 0,0 1 0,0 0 0,0-1 0,-1 1 0,1-1 0,-1 0 0,-1 1 0,1-1 0,-4 5 0,0-2 5,0 0 0,0-1 0,0 0 0,-1 0 0,0 0 0,0-1 0,0 0 1,-1 0-1,0-1 0,0 0 0,0 0 0,0-1 0,-1 0 0,1-1 0,-17 3 0,-8-1-213,0-1 0,-64-2 0,54-2-614,24 1-6004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4T22:21:48.2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1166 583 24493,'0'22'0,"-2"1"0,0 0 0,-1 0 0,-1-1 0,-1 0 0,-1 1 0,-1-1 0,0-1 0,-1 0 0,-2 0 0,0 0 0,0-1 0,-2 0 0,0-1 0,-1 0 0,-1-1 0,-1 0 0,0-1 0,-1-1 0,0 0 0,-1-1 0,-1 0 0,0-1 0,-1-1 0,0-1 0,-1 0 0,0-1 0,-1-2 0,0 1 0,0-2 0,-1-1 0,0 0 0,0-1 0,0-1 0,-1-1 0,1-1 0,-1-1 0,0 0 0,0-2 0,0 0 0,0-2 0,0 0 0,1-1 0,-1-1 0,1-1 0,0-1 0,0-1 0,0 0 0,1-1 0,0-2 0,0 1 0,1-2 0,0-1 0,1 0 0,0-1 0,1-1 0,0-1 0,1 0 0,1-1 0,0 0 0,1-1 0,0-1 0,1 0 0,1-1 0,1 0 0,0-1 0,2 0 0,0-1 0,0 0 0,2 0 0,1 0 0,0-1 0,1-1 0,1 1 0,1 0 0,1-1 0,1 0 0,0 0 0,2 1 0,0-1 0,2 0 0,0 0 0,1 0 0,1 1 0,1 0 0,1-1 0,1 1 0,0 1 0,1 0 0,2 0 0,0 0 0,0 1 0,2 0 0,0 1 0,1 0 0,1 1 0,1 0 0,0 1 0,1 1 0,0 0 0,1 1 0,1 0 0,0 1 0,1 1 0,0 1 0,1 0 0,0 1 0,1 2 0,0-1 0,0 2 0,1 1 0,0 0 0,0 1 0,0 1 0,1 1 0,-1 1 0,1 1 0,0 0 0,0 2 0,0 0 0,0 2 0,0 0 0,-1 1 0,1 1 0,-1 1 0,0 1 0,0 1 0,0 0 0,-1 1 0,0 2 0,0-1 0,-1 2 0,0 1 0,-1 0 0,0 1 0,-1 1 0,0 1 0,-1 0 0,-1 1 0,0 0 0,-1 1 0,0 1 0,-1 0 0,-1 1 0,-1 0 0,0 1 0,-2 0 0,0 1 0,0 0 0,-2 0 0,-1 0 0,0 1 0,-1 1 0,-1-1 0,-1 0 0,-1 1 0,-1 0 0,0 0 0,-2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4T22:21:43.6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2 155 24575,'0'31'0,"-1"-11"0,1 0 0,0 0 0,2-1 0,8 39 0,-9-53 0,1 0 0,-1-1 0,1 1 0,0-1 0,1 0 0,-1 1 0,1-1 0,-1 0 0,1 0 0,1-1 0,-1 1 0,0-1 0,1 1 0,0-1 0,0 0 0,0-1 0,0 1 0,0-1 0,0 1 0,1-1 0,-1 0 0,1-1 0,0 1 0,-1-1 0,8 1 0,10 1 0,1 0 0,0-2 0,-1 0 0,1-2 0,0-1 0,30-5 0,-48 5 0,0-1 0,0 1 0,0-1 0,0 0 0,-1 0 0,1 0 0,-1-1 0,0 0 0,0 1 0,0-2 0,0 1 0,-1 0 0,1-1 0,-1 1 0,0-1 0,2-6 0,7-14 0,18-50 0,-26 64 0,0-2 0,-1 0 0,0 0 0,0-1 0,-2 1 0,1-1 0,-2 1 0,0-1 0,0 1 0,-2-1 0,1 1 0,-2-1 0,-4-15 0,6 26 0,0 1 0,-1 0 0,1-1 0,-1 1 0,1 0 0,-1 0 0,0 0 0,0 0 0,0 1 0,0-1 0,0 0 0,0 1 0,0 0 0,0-1 0,-1 1 0,1 0 0,-1 0 0,1 0 0,0 0 0,-1 1 0,0-1 0,1 1 0,-1-1 0,1 1 0,-1 0 0,0 0 0,1 0 0,-1 1 0,1-1 0,-1 0 0,0 1 0,1 0 0,-4 1 0,1-1 0,0 1 0,0 0 0,1 0 0,-1 0 0,0 1 0,1-1 0,0 1 0,-1 0 0,1 1 0,1-1 0,-1 1 0,0 0 0,1 0 0,0 0 0,-6 8 0,6-3 0,0 0 0,1 0 0,0 1 0,0-1 0,1 0 0,0 0 0,1 1 0,0-1 0,0 1 0,1-1 0,0 0 0,1 1 0,0-1 0,1 0 0,-1 0 0,2 0 0,-1-1 0,1 1 0,1-1 0,-1 0 0,2 0 0,-1 0 0,1-1 0,0 1 0,0-2 0,1 1 0,9 7 0,-6-8 0,0 0 0,0-1 0,1-1 0,-1 0 0,1 0 0,0-1 0,0 0 0,0-1 0,20 1 0,-11-1 0,1-2 0,-1 0 0,1-1 0,31-6 0,-44 4 0,0 1 0,-1-1 0,1 0 0,-1-1 0,1 0 0,-1 0 0,0 0 0,-1-1 0,1 0 0,10-11 0,-6 4 0,0 0 0,-1 0 0,0-1 0,12-24 0,-11 12-273,-1 0 0,-1-1 0,-2 0 0,9-52 0,-14 63-6553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4T22:21:45.3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0 198 24575,'4'-2'0,"-1"-1"0,1 0 0,-1 0 0,0 0 0,0 0 0,0 0 0,0-1 0,-1 1 0,1-1 0,2-5 0,6-7 0,31-46 0,-35 50 0,0 0 0,1 0 0,1 1 0,16-18 0,-24 29 0,-1-1 0,1 1 0,0 0 0,-1-1 0,1 1 0,0 0 0,0-1 0,-1 1 0,1 0 0,0 0 0,0 0 0,0-1 0,-1 1 0,1 0 0,0 0 0,0 0 0,0 1 0,-1-1 0,1 0 0,0 0 0,0 0 0,0 1 0,-1-1 0,1 0 0,0 1 0,-1-1 0,1 0 0,0 1 0,-1-1 0,1 1 0,0-1 0,-1 1 0,1-1 0,-1 1 0,1 0 0,-1-1 0,1 1 0,-1 0 0,1-1 0,-1 2 0,21 36 0,-16-27 0,73 106 0,-33-58-1365,-37-49-5461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4T22:21:54.3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344 2 24575,'-31'0'0,"16"-1"0,-1 1 0,0 0 0,-23 5 0,34-4 0,1 0 0,0 0 0,0 0 0,0 1 0,0-1 0,0 1 0,0 0 0,0 1 0,1-1 0,-1 0 0,1 1 0,0 0 0,0 0 0,0 0 0,0 0 0,0 1 0,-3 5 0,-28 39 0,26-37 0,0 0 0,0 0 0,1 1 0,1 0 0,0 0 0,-5 15 0,-18 42 0,23-58 0,0 1 0,1 0 0,0 0 0,1 0 0,1 0 0,0 0 0,-2 24 0,3-9 0,0-1 0,1 0 0,2 0 0,0 0 0,6 30 0,-1-41 0,0-1 0,1 0 0,0 0 0,1-1 0,17 22 0,-17-27 0,0 1 0,1-2 0,0 1 0,0-1 0,0 0 0,1-1 0,0 0 0,0-1 0,0 0 0,1-1 0,0 0 0,0 0 0,0-1 0,0-1 0,0 1 0,1-2 0,-1 0 0,1 0 0,-1-1 0,17-2 0,-19 0 0,0 1 0,-1-2 0,0 1 0,1-1 0,-1 0 0,0-1 0,-1 0 0,1 0 0,-1-1 0,1 0 0,-1 0 0,9-9 0,-7 5 0,-1 0 0,0 0 0,0-1 0,-1 0 0,0 0 0,0-1 0,-1 0 0,5-14 0,-8 16 0,0-1 0,0 0 0,-1 0 0,-1 0 0,0 0 0,0 0 0,-2-14 0,2 21 0,-1 1 0,0-1 0,-1 0 0,1 0 0,0 0 0,-1 0 0,0 1 0,1-1 0,-1 0 0,0 0 0,-1 1 0,1-1 0,0 1 0,-1-1 0,1 1 0,-1 0 0,0-1 0,0 1 0,0 0 0,0 0 0,0 0 0,0 1 0,-1-1 0,1 0 0,0 1 0,-1-1 0,1 1 0,-1 0 0,-3-1 0,-10-1 0,-1 1 0,1 1 0,-1 0 0,0 2 0,1-1 0,-1 2 0,1 0 0,0 1 0,-19 6 0,29-6 7,0 0-1,1 1 0,-1-1 0,1 1 1,0 0-1,0 0 0,1 0 1,-1 1-1,1 0 0,0 0 1,0 0-1,0 0 0,1 1 0,0-1 1,0 1-1,1 0 0,-1 0 1,-1 7-1,0 5-254,0 0 1,1 0-1,2 0 1,-1 0-1,3 20 1,-1-20-6579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4A3ED06A-E3B9-0047-8050-B794EA99C6AE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FCFDF244-9769-4A4F-8A52-7801F8D12EA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365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E3EE1A-FE2A-D841-84E7-BEC666CBB2F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803275" y="0"/>
            <a:ext cx="6248908" cy="6874625"/>
          </a:xfrm>
          <a:custGeom>
            <a:avLst/>
            <a:gdLst>
              <a:gd name="connsiteX0" fmla="*/ 0 w 6858000"/>
              <a:gd name="connsiteY0" fmla="*/ 0 h 6858000"/>
              <a:gd name="connsiteX1" fmla="*/ 6858000 w 6858000"/>
              <a:gd name="connsiteY1" fmla="*/ 0 h 6858000"/>
              <a:gd name="connsiteX2" fmla="*/ 6858000 w 6858000"/>
              <a:gd name="connsiteY2" fmla="*/ 6858000 h 6858000"/>
              <a:gd name="connsiteX3" fmla="*/ 0 w 6858000"/>
              <a:gd name="connsiteY3" fmla="*/ 6858000 h 6858000"/>
              <a:gd name="connsiteX4" fmla="*/ 0 w 6858000"/>
              <a:gd name="connsiteY4" fmla="*/ 0 h 6858000"/>
              <a:gd name="connsiteX0" fmla="*/ 0 w 6858000"/>
              <a:gd name="connsiteY0" fmla="*/ 0 h 6858000"/>
              <a:gd name="connsiteX1" fmla="*/ 4862945 w 6858000"/>
              <a:gd name="connsiteY1" fmla="*/ 0 h 6858000"/>
              <a:gd name="connsiteX2" fmla="*/ 6858000 w 6858000"/>
              <a:gd name="connsiteY2" fmla="*/ 6858000 h 6858000"/>
              <a:gd name="connsiteX3" fmla="*/ 0 w 6858000"/>
              <a:gd name="connsiteY3" fmla="*/ 6858000 h 6858000"/>
              <a:gd name="connsiteX4" fmla="*/ 0 w 6858000"/>
              <a:gd name="connsiteY4" fmla="*/ 0 h 6858000"/>
              <a:gd name="connsiteX0" fmla="*/ 0 w 4862945"/>
              <a:gd name="connsiteY0" fmla="*/ 0 h 6874625"/>
              <a:gd name="connsiteX1" fmla="*/ 4862945 w 4862945"/>
              <a:gd name="connsiteY1" fmla="*/ 0 h 6874625"/>
              <a:gd name="connsiteX2" fmla="*/ 4846320 w 4862945"/>
              <a:gd name="connsiteY2" fmla="*/ 6874625 h 6874625"/>
              <a:gd name="connsiteX3" fmla="*/ 0 w 4862945"/>
              <a:gd name="connsiteY3" fmla="*/ 6858000 h 6874625"/>
              <a:gd name="connsiteX4" fmla="*/ 0 w 4862945"/>
              <a:gd name="connsiteY4" fmla="*/ 0 h 6874625"/>
              <a:gd name="connsiteX0" fmla="*/ 0 w 6130182"/>
              <a:gd name="connsiteY0" fmla="*/ 0 h 6874625"/>
              <a:gd name="connsiteX1" fmla="*/ 4862945 w 6130182"/>
              <a:gd name="connsiteY1" fmla="*/ 0 h 6874625"/>
              <a:gd name="connsiteX2" fmla="*/ 4846320 w 6130182"/>
              <a:gd name="connsiteY2" fmla="*/ 6874625 h 6874625"/>
              <a:gd name="connsiteX3" fmla="*/ 0 w 6130182"/>
              <a:gd name="connsiteY3" fmla="*/ 6858000 h 6874625"/>
              <a:gd name="connsiteX4" fmla="*/ 0 w 6130182"/>
              <a:gd name="connsiteY4" fmla="*/ 0 h 6874625"/>
              <a:gd name="connsiteX0" fmla="*/ 0 w 6248908"/>
              <a:gd name="connsiteY0" fmla="*/ 0 h 6874625"/>
              <a:gd name="connsiteX1" fmla="*/ 4862945 w 6248908"/>
              <a:gd name="connsiteY1" fmla="*/ 0 h 6874625"/>
              <a:gd name="connsiteX2" fmla="*/ 4846320 w 6248908"/>
              <a:gd name="connsiteY2" fmla="*/ 6874625 h 6874625"/>
              <a:gd name="connsiteX3" fmla="*/ 0 w 6248908"/>
              <a:gd name="connsiteY3" fmla="*/ 6858000 h 6874625"/>
              <a:gd name="connsiteX4" fmla="*/ 0 w 6248908"/>
              <a:gd name="connsiteY4" fmla="*/ 0 h 6874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48908" h="6874625">
                <a:moveTo>
                  <a:pt x="0" y="0"/>
                </a:moveTo>
                <a:lnTo>
                  <a:pt x="4862945" y="0"/>
                </a:lnTo>
                <a:cubicBezTo>
                  <a:pt x="5356167" y="479368"/>
                  <a:pt x="7728066" y="3552305"/>
                  <a:pt x="4846320" y="6874625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C3BE6E7-8A11-8F4B-B8D2-E622A7A1895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05008" y="2205037"/>
            <a:ext cx="4920343" cy="165576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600" b="1">
                <a:solidFill>
                  <a:srgbClr val="001E6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Your presentation title goes here</a:t>
            </a: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7644AD0-57F7-094F-A3A4-D5E46E4E56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05008" y="4099548"/>
            <a:ext cx="4920344" cy="60757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Presenter name(s) here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F05423-983C-0F42-AD62-09CC5937E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5300680"/>
            <a:ext cx="3152330" cy="607572"/>
          </a:xfrm>
          <a:prstGeom prst="rect">
            <a:avLst/>
          </a:prstGeom>
        </p:spPr>
      </p:pic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1B81A75D-6185-754B-94A9-530861CEF5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05008" y="1611477"/>
            <a:ext cx="2902358" cy="2952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 b="1" cap="all" spc="400" baseline="0">
                <a:solidFill>
                  <a:srgbClr val="D5003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400" b="1" spc="300">
                <a:solidFill>
                  <a:srgbClr val="D5003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A93E4F-6F26-3F4A-B98C-D14E3F97D5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96000" y="5300680"/>
            <a:ext cx="3152330" cy="60757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766D111-EABD-934E-9606-C1FAEE903FAC}"/>
              </a:ext>
            </a:extLst>
          </p:cNvPr>
          <p:cNvSpPr txBox="1"/>
          <p:nvPr userDrawn="1"/>
        </p:nvSpPr>
        <p:spPr>
          <a:xfrm>
            <a:off x="2514600" y="-4445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b="0" i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4111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DF84B8C-FA91-C54A-BD6B-A1BC753E5B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67D8984-ADB0-3045-B90A-B42AE6A3D17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E62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b="0" i="0"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D5E7C4-AA3A-714B-AB65-881F761FB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D1C8BA7-EEFD-584D-BDC5-F7B7AAD5025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E62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b="0" i="0">
              <a:latin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81D9BB0-FDB4-1643-A5BC-76B17B0E9E7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15271" y="2289120"/>
            <a:ext cx="6402301" cy="165576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ctr">
              <a:defRPr sz="5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Your presentation title goes here</a:t>
            </a: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145D1793-C324-2F44-822B-E01A274F164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65242" y="1611477"/>
            <a:ext cx="2902358" cy="2952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FontTx/>
              <a:buNone/>
              <a:defRPr sz="1800" b="1" cap="all" spc="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400" b="1" spc="300">
                <a:solidFill>
                  <a:srgbClr val="D5003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2BC1185-857F-BF4F-A097-153EFBDA80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35828" y="4195872"/>
            <a:ext cx="4920344" cy="607572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Presenter name(s) here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D443CC-0BC6-3D4A-A896-85EAC5F854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7850" y="5246523"/>
            <a:ext cx="876300" cy="8763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19FAC25-A7F3-C24E-B4E9-8EC49C30E52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57850" y="5246523"/>
            <a:ext cx="87630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900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3">
    <p:bg>
      <p:bgPr>
        <a:solidFill>
          <a:srgbClr val="D500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35D4C-E2BA-FC41-B781-35F9710CC05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32705" y="2205037"/>
            <a:ext cx="5876785" cy="165576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5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Your presentation title goes here</a:t>
            </a: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14086E-82B4-ED47-AD55-AB40607C04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732705" y="4099548"/>
            <a:ext cx="5876784" cy="60757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Presenter name(s) here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20A15A9D-096D-4642-BCED-084CA3DB77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32705" y="4945868"/>
            <a:ext cx="2902358" cy="2952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 b="1" cap="all" spc="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400" b="1" spc="300">
                <a:solidFill>
                  <a:srgbClr val="D5003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33A904-EC83-5743-9E0B-7E8D3EF472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534" t="1686" r="76195" b="71329"/>
          <a:stretch/>
        </p:blipFill>
        <p:spPr>
          <a:xfrm>
            <a:off x="1650124" y="115614"/>
            <a:ext cx="1252234" cy="18506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278586-14BC-D246-91E3-D3363FB09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469" y="5865392"/>
            <a:ext cx="3091621" cy="5958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828457E-57CF-E648-BAF2-42E9BED8C4C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3534" t="1686" r="76195" b="71329"/>
          <a:stretch/>
        </p:blipFill>
        <p:spPr>
          <a:xfrm>
            <a:off x="1650124" y="115614"/>
            <a:ext cx="1252234" cy="18506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EDB8EA-EADE-B64F-8B29-2877668CCB4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77469" y="5865392"/>
            <a:ext cx="3091621" cy="595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057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AE95BB1C-7367-174E-86AC-B5EAD9C7E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427475"/>
            <a:ext cx="11048999" cy="81100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3923FF0-91A2-FC4E-B343-37CB42E676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437126"/>
            <a:ext cx="11049000" cy="449070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F16DF5-01AC-754C-98B2-5EA64B833BB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College/Department/Presentation Name</a:t>
            </a:r>
          </a:p>
        </p:txBody>
      </p:sp>
    </p:spTree>
    <p:extLst>
      <p:ext uri="{BB962C8B-B14F-4D97-AF65-F5344CB8AC3E}">
        <p14:creationId xmlns:p14="http://schemas.microsoft.com/office/powerpoint/2010/main" val="19609483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64">
          <p15:clr>
            <a:srgbClr val="FBAE40"/>
          </p15:clr>
        </p15:guide>
        <p15:guide id="4" pos="3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18F257AB-AF45-934E-BFF1-AE4DC3D9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427475"/>
            <a:ext cx="11048999" cy="81100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4F372C3B-4935-CC40-AD8B-F5A0EA68A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437126"/>
            <a:ext cx="5257800" cy="449070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959763C-470E-8D47-8354-F06F0B2376C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388100" y="1437126"/>
            <a:ext cx="5257800" cy="449070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5E7EF66-5690-E042-9372-0EEDCB01E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College/Department/Presentation Name</a:t>
            </a:r>
          </a:p>
        </p:txBody>
      </p:sp>
    </p:spTree>
    <p:extLst>
      <p:ext uri="{BB962C8B-B14F-4D97-AF65-F5344CB8AC3E}">
        <p14:creationId xmlns:p14="http://schemas.microsoft.com/office/powerpoint/2010/main" val="7000779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2F6C8-2EBB-C945-9D96-59D1AC7D5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EFCDC9-0012-9940-B483-68070FCFA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437126"/>
            <a:ext cx="11049000" cy="449070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A52CA9-3359-964B-B846-8B297BC676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College/Department/Presentation Name</a:t>
            </a:r>
          </a:p>
        </p:txBody>
      </p:sp>
    </p:spTree>
    <p:extLst>
      <p:ext uri="{BB962C8B-B14F-4D97-AF65-F5344CB8AC3E}">
        <p14:creationId xmlns:p14="http://schemas.microsoft.com/office/powerpoint/2010/main" val="303539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DFD562A-841F-164A-BD9C-341DA56A8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A3D1445-9D6D-964A-AC7A-DE437353B5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College/Department/Presentation Name</a:t>
            </a:r>
          </a:p>
        </p:txBody>
      </p:sp>
    </p:spTree>
    <p:extLst>
      <p:ext uri="{BB962C8B-B14F-4D97-AF65-F5344CB8AC3E}">
        <p14:creationId xmlns:p14="http://schemas.microsoft.com/office/powerpoint/2010/main" val="4270935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670E8F9-5D9E-104F-82AD-62803F277A1F}"/>
              </a:ext>
            </a:extLst>
          </p:cNvPr>
          <p:cNvCxnSpPr/>
          <p:nvPr/>
        </p:nvCxnSpPr>
        <p:spPr>
          <a:xfrm>
            <a:off x="6096000" y="1030014"/>
            <a:ext cx="0" cy="4750676"/>
          </a:xfrm>
          <a:prstGeom prst="line">
            <a:avLst/>
          </a:prstGeom>
          <a:ln>
            <a:solidFill>
              <a:srgbClr val="D5003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4152CFAA-0912-6041-857E-9E2DB17FF3E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26811" y="1439648"/>
            <a:ext cx="4350773" cy="1228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>
                <a:solidFill>
                  <a:srgbClr val="001E62"/>
                </a:solidFill>
              </a:defRPr>
            </a:lvl1pPr>
          </a:lstStyle>
          <a:p>
            <a:pPr lvl="0"/>
            <a:r>
              <a:rPr lang="en-US"/>
              <a:t>Headline goes here and here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4534FDD0-98EB-0E4B-BA13-8EFEC697F5A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926262" y="2759720"/>
            <a:ext cx="4351333" cy="291147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2AE6B37B-7A9E-AC4A-8603-521DF936A0C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1500" y="996585"/>
            <a:ext cx="4838700" cy="4864830"/>
          </a:xfrm>
          <a:custGeom>
            <a:avLst/>
            <a:gdLst>
              <a:gd name="connsiteX0" fmla="*/ 2686415 w 5372830"/>
              <a:gd name="connsiteY0" fmla="*/ 0 h 5372830"/>
              <a:gd name="connsiteX1" fmla="*/ 5372830 w 5372830"/>
              <a:gd name="connsiteY1" fmla="*/ 2686415 h 5372830"/>
              <a:gd name="connsiteX2" fmla="*/ 2686415 w 5372830"/>
              <a:gd name="connsiteY2" fmla="*/ 5372830 h 5372830"/>
              <a:gd name="connsiteX3" fmla="*/ 0 w 5372830"/>
              <a:gd name="connsiteY3" fmla="*/ 2686415 h 5372830"/>
              <a:gd name="connsiteX4" fmla="*/ 2686415 w 5372830"/>
              <a:gd name="connsiteY4" fmla="*/ 0 h 537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72830" h="5372830">
                <a:moveTo>
                  <a:pt x="2686415" y="0"/>
                </a:moveTo>
                <a:cubicBezTo>
                  <a:pt x="4170081" y="0"/>
                  <a:pt x="5372830" y="1202749"/>
                  <a:pt x="5372830" y="2686415"/>
                </a:cubicBezTo>
                <a:cubicBezTo>
                  <a:pt x="5372830" y="4170081"/>
                  <a:pt x="4170081" y="5372830"/>
                  <a:pt x="2686415" y="5372830"/>
                </a:cubicBezTo>
                <a:cubicBezTo>
                  <a:pt x="1202749" y="5372830"/>
                  <a:pt x="0" y="4170081"/>
                  <a:pt x="0" y="2686415"/>
                </a:cubicBezTo>
                <a:cubicBezTo>
                  <a:pt x="0" y="1202749"/>
                  <a:pt x="1202749" y="0"/>
                  <a:pt x="2686415" y="0"/>
                </a:cubicBezTo>
                <a:close/>
              </a:path>
            </a:pathLst>
          </a:custGeom>
          <a:pattFill prst="pct20">
            <a:fgClr>
              <a:srgbClr val="D50032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id-ID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503B19A-E5F1-7849-87E8-BC837A98B735}"/>
              </a:ext>
            </a:extLst>
          </p:cNvPr>
          <p:cNvCxnSpPr/>
          <p:nvPr userDrawn="1"/>
        </p:nvCxnSpPr>
        <p:spPr>
          <a:xfrm>
            <a:off x="6096000" y="1030014"/>
            <a:ext cx="0" cy="4750676"/>
          </a:xfrm>
          <a:prstGeom prst="line">
            <a:avLst/>
          </a:prstGeom>
          <a:ln>
            <a:solidFill>
              <a:srgbClr val="D5003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CAA305B-15BF-6C42-8F96-6626A688DEA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College/Department/Presentation Name</a:t>
            </a:r>
          </a:p>
        </p:txBody>
      </p:sp>
    </p:spTree>
    <p:extLst>
      <p:ext uri="{BB962C8B-B14F-4D97-AF65-F5344CB8AC3E}">
        <p14:creationId xmlns:p14="http://schemas.microsoft.com/office/powerpoint/2010/main" val="2207483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68475C8-B220-2F40-8250-A8DABF1087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2" r="80192" b="1"/>
          <a:stretch/>
        </p:blipFill>
        <p:spPr>
          <a:xfrm>
            <a:off x="0" y="1"/>
            <a:ext cx="2414954" cy="685799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CE3E459-9CC3-0140-8DAD-816081458959}"/>
              </a:ext>
            </a:extLst>
          </p:cNvPr>
          <p:cNvSpPr/>
          <p:nvPr userDrawn="1"/>
        </p:nvSpPr>
        <p:spPr>
          <a:xfrm>
            <a:off x="196645" y="6439768"/>
            <a:ext cx="304800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F14035-00BE-DA4B-8DEA-5CF7088969E9}"/>
              </a:ext>
            </a:extLst>
          </p:cNvPr>
          <p:cNvSpPr txBox="1"/>
          <p:nvPr userDrawn="1"/>
        </p:nvSpPr>
        <p:spPr>
          <a:xfrm>
            <a:off x="157317" y="6409911"/>
            <a:ext cx="6015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65C24F-D5A7-7547-9DA1-2768CBD8B2AD}" type="slidenum">
              <a:rPr lang="en-US" sz="1400" b="1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1400" b="1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D3743E-57E4-804E-B8B7-FE965FD080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37229" y="1439648"/>
            <a:ext cx="5948313" cy="1228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>
                <a:solidFill>
                  <a:srgbClr val="001E62"/>
                </a:solidFill>
              </a:defRPr>
            </a:lvl1pPr>
          </a:lstStyle>
          <a:p>
            <a:pPr lvl="0"/>
            <a:r>
              <a:rPr lang="en-US"/>
              <a:t>Headline goes here and here</a:t>
            </a:r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8CD0619C-95A7-664C-8775-F34BF89EE6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37230" y="2759720"/>
            <a:ext cx="5948312" cy="316974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F74CC7FA-159A-A245-AC24-50F9BEA2431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9435" y="1439648"/>
            <a:ext cx="3859565" cy="3970552"/>
          </a:xfrm>
          <a:custGeom>
            <a:avLst/>
            <a:gdLst>
              <a:gd name="connsiteX0" fmla="*/ 0 w 3181350"/>
              <a:gd name="connsiteY0" fmla="*/ 0 h 3181350"/>
              <a:gd name="connsiteX1" fmla="*/ 3181350 w 3181350"/>
              <a:gd name="connsiteY1" fmla="*/ 0 h 3181350"/>
              <a:gd name="connsiteX2" fmla="*/ 3181350 w 3181350"/>
              <a:gd name="connsiteY2" fmla="*/ 3181350 h 3181350"/>
              <a:gd name="connsiteX3" fmla="*/ 0 w 3181350"/>
              <a:gd name="connsiteY3" fmla="*/ 3181350 h 318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81350" h="3181350">
                <a:moveTo>
                  <a:pt x="0" y="0"/>
                </a:moveTo>
                <a:lnTo>
                  <a:pt x="3181350" y="0"/>
                </a:lnTo>
                <a:lnTo>
                  <a:pt x="3181350" y="3181350"/>
                </a:lnTo>
                <a:lnTo>
                  <a:pt x="0" y="3181350"/>
                </a:lnTo>
                <a:close/>
              </a:path>
            </a:pathLst>
          </a:cu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id-ID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F20A646-7949-4A45-83F2-C982BA44660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637229" y="6419410"/>
            <a:ext cx="4114800" cy="365125"/>
          </a:xfrm>
        </p:spPr>
        <p:txBody>
          <a:bodyPr/>
          <a:lstStyle/>
          <a:p>
            <a:r>
              <a:rPr lang="en-US"/>
              <a:t>College/Department/Presentation Name</a:t>
            </a:r>
          </a:p>
        </p:txBody>
      </p:sp>
    </p:spTree>
    <p:extLst>
      <p:ext uri="{BB962C8B-B14F-4D97-AF65-F5344CB8AC3E}">
        <p14:creationId xmlns:p14="http://schemas.microsoft.com/office/powerpoint/2010/main" val="3154234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709CDF7-6D7C-E843-B704-0D26734AE6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5897" r="80192"/>
          <a:stretch/>
        </p:blipFill>
        <p:spPr>
          <a:xfrm>
            <a:off x="9097108" y="3791960"/>
            <a:ext cx="2414954" cy="2338753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21B9663-D2FB-0A47-B820-68385720A80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62702" y="1437125"/>
            <a:ext cx="4679887" cy="4218683"/>
          </a:xfrm>
          <a:prstGeom prst="rect">
            <a:avLst/>
          </a:prstGeom>
          <a:pattFill prst="pct20">
            <a:fgClr>
              <a:srgbClr val="D5003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2CF2F6AE-C3BD-8C44-BCE8-28FA6E402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427475"/>
            <a:ext cx="11048999" cy="81100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DA79375B-0A10-644E-AB71-8BC27B044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437126"/>
            <a:ext cx="5524500" cy="449070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3339FA9-D484-2141-9711-92A12FFDC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College/Department/Presentation Name</a:t>
            </a:r>
          </a:p>
        </p:txBody>
      </p:sp>
    </p:spTree>
    <p:extLst>
      <p:ext uri="{BB962C8B-B14F-4D97-AF65-F5344CB8AC3E}">
        <p14:creationId xmlns:p14="http://schemas.microsoft.com/office/powerpoint/2010/main" val="1080514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DD96AAD-EBAE-3C45-9A74-FE321ADD86E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776" t="88158" r="80191" b="1"/>
          <a:stretch/>
        </p:blipFill>
        <p:spPr>
          <a:xfrm rot="5400000">
            <a:off x="11507447" y="2192742"/>
            <a:ext cx="613620" cy="8120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1B2469-2EB4-F84E-A129-5FBD41497F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776" t="88158" r="80191" b="1"/>
          <a:stretch/>
        </p:blipFill>
        <p:spPr>
          <a:xfrm rot="5400000">
            <a:off x="117451" y="2192743"/>
            <a:ext cx="613620" cy="81204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3063953-EAE8-4743-B6C7-C20C322B3A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579" y="430105"/>
            <a:ext cx="11035861" cy="766989"/>
          </a:xfrm>
          <a:prstGeom prst="rect">
            <a:avLst/>
          </a:prstGeom>
        </p:spPr>
        <p:txBody>
          <a:bodyPr lIns="0" tIns="0" rIns="0" bIns="0" anchor="t"/>
          <a:lstStyle>
            <a:lvl1pPr algn="ctr">
              <a:defRPr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CA3B2DB-E136-9F42-8824-29B39C9C73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70106" y="4108974"/>
            <a:ext cx="2608263" cy="438150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 i="0" baseline="0">
                <a:solidFill>
                  <a:schemeClr val="accent2"/>
                </a:solidFill>
              </a:defRPr>
            </a:lvl1pPr>
          </a:lstStyle>
          <a:p>
            <a:pPr algn="ctr"/>
            <a:r>
              <a:rPr lang="en-US" b="1">
                <a:solidFill>
                  <a:srgbClr val="001E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Caption goes here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17F8106A-D2FC-2D47-99D6-D88B0EE4E5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1932" y="4108974"/>
            <a:ext cx="2608263" cy="43815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 i="0" baseline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b="1">
                <a:solidFill>
                  <a:srgbClr val="001E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Caption goes here</a:t>
            </a:r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AB39890F-DEC5-6E46-8FE0-5701F842F9B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55986" y="4108974"/>
            <a:ext cx="2608263" cy="438150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 i="0" baseline="0">
                <a:solidFill>
                  <a:schemeClr val="accent2"/>
                </a:solidFill>
              </a:defRPr>
            </a:lvl1pPr>
          </a:lstStyle>
          <a:p>
            <a:pPr algn="ctr"/>
            <a:r>
              <a:rPr lang="en-US" b="1">
                <a:solidFill>
                  <a:srgbClr val="001E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Caption goes here</a:t>
            </a:r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0DA7729A-D4ED-284D-9571-BE3BCD72FD3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94112" y="1294401"/>
            <a:ext cx="2629795" cy="2608727"/>
          </a:xfrm>
          <a:custGeom>
            <a:avLst/>
            <a:gdLst>
              <a:gd name="connsiteX0" fmla="*/ 2686415 w 5372830"/>
              <a:gd name="connsiteY0" fmla="*/ 0 h 5372830"/>
              <a:gd name="connsiteX1" fmla="*/ 5372830 w 5372830"/>
              <a:gd name="connsiteY1" fmla="*/ 2686415 h 5372830"/>
              <a:gd name="connsiteX2" fmla="*/ 2686415 w 5372830"/>
              <a:gd name="connsiteY2" fmla="*/ 5372830 h 5372830"/>
              <a:gd name="connsiteX3" fmla="*/ 0 w 5372830"/>
              <a:gd name="connsiteY3" fmla="*/ 2686415 h 5372830"/>
              <a:gd name="connsiteX4" fmla="*/ 2686415 w 5372830"/>
              <a:gd name="connsiteY4" fmla="*/ 0 h 537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72830" h="5372830">
                <a:moveTo>
                  <a:pt x="2686415" y="0"/>
                </a:moveTo>
                <a:cubicBezTo>
                  <a:pt x="4170081" y="0"/>
                  <a:pt x="5372830" y="1202749"/>
                  <a:pt x="5372830" y="2686415"/>
                </a:cubicBezTo>
                <a:cubicBezTo>
                  <a:pt x="5372830" y="4170081"/>
                  <a:pt x="4170081" y="5372830"/>
                  <a:pt x="2686415" y="5372830"/>
                </a:cubicBezTo>
                <a:cubicBezTo>
                  <a:pt x="1202749" y="5372830"/>
                  <a:pt x="0" y="4170081"/>
                  <a:pt x="0" y="2686415"/>
                </a:cubicBezTo>
                <a:cubicBezTo>
                  <a:pt x="0" y="1202749"/>
                  <a:pt x="1202749" y="0"/>
                  <a:pt x="2686415" y="0"/>
                </a:cubicBezTo>
                <a:close/>
              </a:path>
            </a:pathLst>
          </a:custGeom>
          <a:pattFill prst="pct20">
            <a:fgClr>
              <a:srgbClr val="D50032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id-ID" err="1"/>
              <a:t>Click</a:t>
            </a:r>
            <a:r>
              <a:rPr lang="id-ID"/>
              <a:t> </a:t>
            </a:r>
            <a:r>
              <a:rPr lang="id-ID" err="1"/>
              <a:t>to</a:t>
            </a:r>
            <a:r>
              <a:rPr lang="id-ID"/>
              <a:t> </a:t>
            </a:r>
            <a:r>
              <a:rPr lang="id-ID" err="1"/>
              <a:t>add</a:t>
            </a:r>
            <a:r>
              <a:rPr lang="id-ID"/>
              <a:t> </a:t>
            </a:r>
            <a:r>
              <a:rPr lang="id-ID" err="1"/>
              <a:t>photo</a:t>
            </a:r>
            <a:endParaRPr lang="id-ID"/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AC3DB5E5-FC54-CA41-88A0-0AA6CAECA36F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468093" y="1294401"/>
            <a:ext cx="2629795" cy="2608727"/>
          </a:xfrm>
          <a:custGeom>
            <a:avLst/>
            <a:gdLst>
              <a:gd name="connsiteX0" fmla="*/ 2686415 w 5372830"/>
              <a:gd name="connsiteY0" fmla="*/ 0 h 5372830"/>
              <a:gd name="connsiteX1" fmla="*/ 5372830 w 5372830"/>
              <a:gd name="connsiteY1" fmla="*/ 2686415 h 5372830"/>
              <a:gd name="connsiteX2" fmla="*/ 2686415 w 5372830"/>
              <a:gd name="connsiteY2" fmla="*/ 5372830 h 5372830"/>
              <a:gd name="connsiteX3" fmla="*/ 0 w 5372830"/>
              <a:gd name="connsiteY3" fmla="*/ 2686415 h 5372830"/>
              <a:gd name="connsiteX4" fmla="*/ 2686415 w 5372830"/>
              <a:gd name="connsiteY4" fmla="*/ 0 h 537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72830" h="5372830">
                <a:moveTo>
                  <a:pt x="2686415" y="0"/>
                </a:moveTo>
                <a:cubicBezTo>
                  <a:pt x="4170081" y="0"/>
                  <a:pt x="5372830" y="1202749"/>
                  <a:pt x="5372830" y="2686415"/>
                </a:cubicBezTo>
                <a:cubicBezTo>
                  <a:pt x="5372830" y="4170081"/>
                  <a:pt x="4170081" y="5372830"/>
                  <a:pt x="2686415" y="5372830"/>
                </a:cubicBezTo>
                <a:cubicBezTo>
                  <a:pt x="1202749" y="5372830"/>
                  <a:pt x="0" y="4170081"/>
                  <a:pt x="0" y="2686415"/>
                </a:cubicBezTo>
                <a:cubicBezTo>
                  <a:pt x="0" y="1202749"/>
                  <a:pt x="1202749" y="0"/>
                  <a:pt x="2686415" y="0"/>
                </a:cubicBezTo>
                <a:close/>
              </a:path>
            </a:pathLst>
          </a:custGeom>
          <a:pattFill prst="pct20">
            <a:fgClr>
              <a:srgbClr val="D50032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id-ID" err="1"/>
              <a:t>Click</a:t>
            </a:r>
            <a:r>
              <a:rPr lang="id-ID"/>
              <a:t> </a:t>
            </a:r>
            <a:r>
              <a:rPr lang="id-ID" err="1"/>
              <a:t>to</a:t>
            </a:r>
            <a:r>
              <a:rPr lang="id-ID"/>
              <a:t> </a:t>
            </a:r>
            <a:r>
              <a:rPr lang="id-ID" err="1"/>
              <a:t>add</a:t>
            </a:r>
            <a:r>
              <a:rPr lang="id-ID"/>
              <a:t> </a:t>
            </a:r>
            <a:r>
              <a:rPr lang="id-ID" err="1"/>
              <a:t>photo</a:t>
            </a:r>
            <a:endParaRPr lang="id-ID"/>
          </a:p>
        </p:txBody>
      </p:sp>
      <p:sp>
        <p:nvSpPr>
          <p:cNvPr id="22" name="Picture Placeholder 4">
            <a:extLst>
              <a:ext uri="{FF2B5EF4-FFF2-40B4-BE49-F238E27FC236}">
                <a16:creationId xmlns:a16="http://schemas.microsoft.com/office/drawing/2014/main" id="{8731F2BB-6641-754F-8594-AC40F886ED3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760678" y="1294401"/>
            <a:ext cx="2629795" cy="2608727"/>
          </a:xfrm>
          <a:custGeom>
            <a:avLst/>
            <a:gdLst>
              <a:gd name="connsiteX0" fmla="*/ 2686415 w 5372830"/>
              <a:gd name="connsiteY0" fmla="*/ 0 h 5372830"/>
              <a:gd name="connsiteX1" fmla="*/ 5372830 w 5372830"/>
              <a:gd name="connsiteY1" fmla="*/ 2686415 h 5372830"/>
              <a:gd name="connsiteX2" fmla="*/ 2686415 w 5372830"/>
              <a:gd name="connsiteY2" fmla="*/ 5372830 h 5372830"/>
              <a:gd name="connsiteX3" fmla="*/ 0 w 5372830"/>
              <a:gd name="connsiteY3" fmla="*/ 2686415 h 5372830"/>
              <a:gd name="connsiteX4" fmla="*/ 2686415 w 5372830"/>
              <a:gd name="connsiteY4" fmla="*/ 0 h 537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72830" h="5372830">
                <a:moveTo>
                  <a:pt x="2686415" y="0"/>
                </a:moveTo>
                <a:cubicBezTo>
                  <a:pt x="4170081" y="0"/>
                  <a:pt x="5372830" y="1202749"/>
                  <a:pt x="5372830" y="2686415"/>
                </a:cubicBezTo>
                <a:cubicBezTo>
                  <a:pt x="5372830" y="4170081"/>
                  <a:pt x="4170081" y="5372830"/>
                  <a:pt x="2686415" y="5372830"/>
                </a:cubicBezTo>
                <a:cubicBezTo>
                  <a:pt x="1202749" y="5372830"/>
                  <a:pt x="0" y="4170081"/>
                  <a:pt x="0" y="2686415"/>
                </a:cubicBezTo>
                <a:cubicBezTo>
                  <a:pt x="0" y="1202749"/>
                  <a:pt x="1202749" y="0"/>
                  <a:pt x="2686415" y="0"/>
                </a:cubicBezTo>
                <a:close/>
              </a:path>
            </a:pathLst>
          </a:custGeom>
          <a:pattFill prst="pct20">
            <a:fgClr>
              <a:srgbClr val="D50032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id-ID" err="1"/>
              <a:t>Click</a:t>
            </a:r>
            <a:r>
              <a:rPr lang="id-ID"/>
              <a:t> </a:t>
            </a:r>
            <a:r>
              <a:rPr lang="id-ID" err="1"/>
              <a:t>to</a:t>
            </a:r>
            <a:r>
              <a:rPr lang="id-ID"/>
              <a:t> </a:t>
            </a:r>
            <a:r>
              <a:rPr lang="id-ID" err="1"/>
              <a:t>add</a:t>
            </a:r>
            <a:r>
              <a:rPr lang="id-ID"/>
              <a:t> </a:t>
            </a:r>
            <a:r>
              <a:rPr lang="id-ID" err="1"/>
              <a:t>photo</a:t>
            </a:r>
            <a:endParaRPr lang="id-ID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249B61A-EC0D-074E-9EC9-5BF7523BCE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4776" t="88158" r="80191" b="1"/>
          <a:stretch/>
        </p:blipFill>
        <p:spPr>
          <a:xfrm rot="5400000">
            <a:off x="11507447" y="2192742"/>
            <a:ext cx="613620" cy="81204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C460373-17B6-0F45-9FB4-204627AF6C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4776" t="88158" r="80191" b="1"/>
          <a:stretch/>
        </p:blipFill>
        <p:spPr>
          <a:xfrm rot="5400000">
            <a:off x="117451" y="2192743"/>
            <a:ext cx="613620" cy="812045"/>
          </a:xfrm>
          <a:prstGeom prst="rect">
            <a:avLst/>
          </a:prstGeom>
        </p:spPr>
      </p:pic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75FFE1F8-E876-AF49-AF89-78C4F144D4F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15644" y="4752970"/>
            <a:ext cx="2626658" cy="17145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ctr">
              <a:lnSpc>
                <a:spcPct val="100000"/>
              </a:lnSpc>
              <a:defRPr lang="en-US" sz="1600" b="0" i="0" smtClean="0">
                <a:effectLst/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buClr>
                <a:srgbClr val="001E62"/>
              </a:buClr>
              <a:defRPr/>
            </a:lvl2pPr>
            <a:lvl3pPr marL="1030288" indent="-115888">
              <a:lnSpc>
                <a:spcPct val="100000"/>
              </a:lnSpc>
              <a:buClr>
                <a:srgbClr val="001E62"/>
              </a:buClr>
              <a:tabLst/>
              <a:defRPr/>
            </a:lvl3pPr>
            <a:lvl4pPr marL="1485900" indent="-114300">
              <a:lnSpc>
                <a:spcPct val="100000"/>
              </a:lnSpc>
              <a:buClr>
                <a:srgbClr val="001E62"/>
              </a:buClr>
              <a:tabLst/>
              <a:defRPr sz="1200">
                <a:solidFill>
                  <a:schemeClr val="tx1"/>
                </a:solidFill>
              </a:defRPr>
            </a:lvl4pPr>
            <a:lvl5pPr marL="1952625" indent="-123825">
              <a:lnSpc>
                <a:spcPct val="100000"/>
              </a:lnSpc>
              <a:buClr>
                <a:srgbClr val="001E62"/>
              </a:buClr>
              <a:tabLst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 ipsum dolor sit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sed do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eiusmod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tempor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incididunt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ut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labore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et</a:t>
            </a:r>
            <a:endParaRPr lang="en-US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5DF30A05-AE50-F741-836C-FF7CA9FE4CD9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4760544" y="4752970"/>
            <a:ext cx="2626658" cy="17145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ctr">
              <a:lnSpc>
                <a:spcPct val="100000"/>
              </a:lnSpc>
              <a:defRPr lang="en-US" sz="1600" b="0" i="0" smtClean="0">
                <a:effectLst/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buClr>
                <a:srgbClr val="001E62"/>
              </a:buClr>
              <a:defRPr/>
            </a:lvl2pPr>
            <a:lvl3pPr marL="1030288" indent="-115888">
              <a:lnSpc>
                <a:spcPct val="100000"/>
              </a:lnSpc>
              <a:buClr>
                <a:srgbClr val="001E62"/>
              </a:buClr>
              <a:tabLst/>
              <a:defRPr/>
            </a:lvl3pPr>
            <a:lvl4pPr marL="1485900" indent="-114300">
              <a:lnSpc>
                <a:spcPct val="100000"/>
              </a:lnSpc>
              <a:buClr>
                <a:srgbClr val="001E62"/>
              </a:buClr>
              <a:tabLst/>
              <a:defRPr sz="1200">
                <a:solidFill>
                  <a:schemeClr val="tx1"/>
                </a:solidFill>
              </a:defRPr>
            </a:lvl4pPr>
            <a:lvl5pPr marL="1952625" indent="-123825">
              <a:lnSpc>
                <a:spcPct val="100000"/>
              </a:lnSpc>
              <a:buClr>
                <a:srgbClr val="001E62"/>
              </a:buClr>
              <a:tabLst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 ipsum dolor sit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sed do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eiusmod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tempor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incididunt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ut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labore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et</a:t>
            </a:r>
            <a:endParaRPr lang="en-US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8C8A6EEC-8002-B04B-AFBA-7676415749B9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8456244" y="4752970"/>
            <a:ext cx="2626658" cy="17145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ctr">
              <a:lnSpc>
                <a:spcPct val="100000"/>
              </a:lnSpc>
              <a:defRPr lang="en-US" sz="1600" b="0" i="0" smtClean="0">
                <a:effectLst/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buClr>
                <a:srgbClr val="001E62"/>
              </a:buClr>
              <a:defRPr/>
            </a:lvl2pPr>
            <a:lvl3pPr marL="1030288" indent="-115888">
              <a:lnSpc>
                <a:spcPct val="100000"/>
              </a:lnSpc>
              <a:buClr>
                <a:srgbClr val="001E62"/>
              </a:buClr>
              <a:tabLst/>
              <a:defRPr/>
            </a:lvl3pPr>
            <a:lvl4pPr marL="1485900" indent="-114300">
              <a:lnSpc>
                <a:spcPct val="100000"/>
              </a:lnSpc>
              <a:buClr>
                <a:srgbClr val="001E62"/>
              </a:buClr>
              <a:tabLst/>
              <a:defRPr sz="1200">
                <a:solidFill>
                  <a:schemeClr val="tx1"/>
                </a:solidFill>
              </a:defRPr>
            </a:lvl4pPr>
            <a:lvl5pPr marL="1952625" indent="-123825">
              <a:lnSpc>
                <a:spcPct val="100000"/>
              </a:lnSpc>
              <a:buClr>
                <a:srgbClr val="001E62"/>
              </a:buClr>
              <a:tabLst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 ipsum dolor sit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sed do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eiusmod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tempor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incididunt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ut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labore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et</a:t>
            </a:r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FE77721-8DDD-CD44-88F4-DABDABC2E01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College/Department/Presentation Name</a:t>
            </a:r>
          </a:p>
        </p:txBody>
      </p:sp>
    </p:spTree>
    <p:extLst>
      <p:ext uri="{BB962C8B-B14F-4D97-AF65-F5344CB8AC3E}">
        <p14:creationId xmlns:p14="http://schemas.microsoft.com/office/powerpoint/2010/main" val="21305318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59D45DC-DD11-2B43-BCCA-0080D714F9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1437126"/>
            <a:ext cx="5524500" cy="4050861"/>
          </a:xfrm>
          <a:prstGeom prst="rect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to add picture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9E570CE-B5C1-B148-9C81-45F137959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437126"/>
            <a:ext cx="5054600" cy="449070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481760B-E6B6-E948-9991-95ED7BC8E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Footer Placeholder 1">
            <a:extLst>
              <a:ext uri="{FF2B5EF4-FFF2-40B4-BE49-F238E27FC236}">
                <a16:creationId xmlns:a16="http://schemas.microsoft.com/office/drawing/2014/main" id="{851C9981-623A-2D46-88F7-7E89F2C9A5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71499" y="6419410"/>
            <a:ext cx="4114800" cy="365125"/>
          </a:xfrm>
        </p:spPr>
        <p:txBody>
          <a:bodyPr/>
          <a:lstStyle/>
          <a:p>
            <a:r>
              <a:rPr lang="en-US"/>
              <a:t>College/Department/Presentation Name</a:t>
            </a:r>
          </a:p>
        </p:txBody>
      </p:sp>
    </p:spTree>
    <p:extLst>
      <p:ext uri="{BB962C8B-B14F-4D97-AF65-F5344CB8AC3E}">
        <p14:creationId xmlns:p14="http://schemas.microsoft.com/office/powerpoint/2010/main" val="30016855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54390B8-F5A6-DC4C-95B7-DC0760C0D9E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27950" y="427475"/>
            <a:ext cx="3892550" cy="2566047"/>
          </a:xfrm>
          <a:prstGeom prst="rect">
            <a:avLst/>
          </a:prstGeom>
          <a:pattFill prst="pct20">
            <a:fgClr>
              <a:srgbClr val="D5003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B8FF2F8D-D4EF-6049-A031-899F44F0E3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727950" y="3293224"/>
            <a:ext cx="3892550" cy="2566047"/>
          </a:xfrm>
          <a:prstGeom prst="rect">
            <a:avLst/>
          </a:prstGeom>
          <a:pattFill prst="pct20">
            <a:fgClr>
              <a:srgbClr val="D5003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A2A977-0915-D942-8D9B-557EB78D81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499" y="427475"/>
            <a:ext cx="6642100" cy="81100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Title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0EF65F6D-A292-1047-808C-B11F4A287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437126"/>
            <a:ext cx="6642100" cy="449070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CE80CA-7BF4-554F-846B-768483360BC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College/Department/Presentation Name</a:t>
            </a:r>
          </a:p>
        </p:txBody>
      </p:sp>
    </p:spTree>
    <p:extLst>
      <p:ext uri="{BB962C8B-B14F-4D97-AF65-F5344CB8AC3E}">
        <p14:creationId xmlns:p14="http://schemas.microsoft.com/office/powerpoint/2010/main" val="38475061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5AF2651-3E17-AA4E-9587-82202DB57A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1500" y="1196599"/>
            <a:ext cx="11049000" cy="3157474"/>
          </a:xfrm>
          <a:prstGeom prst="rect">
            <a:avLst/>
          </a:prstGeom>
          <a:pattFill prst="pct20">
            <a:fgClr>
              <a:srgbClr val="D5003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E70F768-77C3-C24C-A38F-BE1E1E8A4E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429610"/>
            <a:ext cx="5980129" cy="766989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n-US"/>
              <a:t>Slide 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3387113-3CA6-3242-ACA0-2304DF785AF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1500" y="4654550"/>
            <a:ext cx="6196944" cy="160655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b="0" i="0" smtClean="0">
                <a:effectLst/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buClr>
                <a:srgbClr val="001E62"/>
              </a:buClr>
              <a:defRPr/>
            </a:lvl2pPr>
            <a:lvl3pPr marL="1030288" indent="-115888">
              <a:lnSpc>
                <a:spcPct val="100000"/>
              </a:lnSpc>
              <a:buClr>
                <a:srgbClr val="001E62"/>
              </a:buClr>
              <a:tabLst/>
              <a:defRPr/>
            </a:lvl3pPr>
            <a:lvl4pPr marL="1485900" indent="-114300">
              <a:lnSpc>
                <a:spcPct val="100000"/>
              </a:lnSpc>
              <a:buClr>
                <a:srgbClr val="001E62"/>
              </a:buClr>
              <a:tabLst/>
              <a:defRPr sz="1200">
                <a:solidFill>
                  <a:schemeClr val="tx1"/>
                </a:solidFill>
              </a:defRPr>
            </a:lvl4pPr>
            <a:lvl5pPr marL="1952625" indent="-123825">
              <a:lnSpc>
                <a:spcPct val="100000"/>
              </a:lnSpc>
              <a:buClr>
                <a:srgbClr val="001E62"/>
              </a:buClr>
              <a:tabLst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 ipsum dolor sit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sed do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eiusmod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tempor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incididunt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ut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labore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et dolore magna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aliqua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Ut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enim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ad minim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veniam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nostrud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exercitation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ullamco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laboris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nisi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ut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aliquip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ex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ea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commodo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consequat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47F7ABE-10AB-4E4D-AC47-355D922C8F7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College/Department/Presentation Name</a:t>
            </a:r>
          </a:p>
        </p:txBody>
      </p:sp>
    </p:spTree>
    <p:extLst>
      <p:ext uri="{BB962C8B-B14F-4D97-AF65-F5344CB8AC3E}">
        <p14:creationId xmlns:p14="http://schemas.microsoft.com/office/powerpoint/2010/main" val="4931861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E585415-ECAB-7749-9438-98667466F0EE}"/>
              </a:ext>
            </a:extLst>
          </p:cNvPr>
          <p:cNvSpPr/>
          <p:nvPr/>
        </p:nvSpPr>
        <p:spPr>
          <a:xfrm>
            <a:off x="-1" y="0"/>
            <a:ext cx="4249271" cy="6858000"/>
          </a:xfrm>
          <a:prstGeom prst="rect">
            <a:avLst/>
          </a:prstGeom>
          <a:solidFill>
            <a:srgbClr val="001E62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rgbClr val="001E62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5B460D-E86D-3A4C-92BA-4EDF763DFAFA}"/>
              </a:ext>
            </a:extLst>
          </p:cNvPr>
          <p:cNvSpPr/>
          <p:nvPr userDrawn="1"/>
        </p:nvSpPr>
        <p:spPr>
          <a:xfrm>
            <a:off x="-1" y="0"/>
            <a:ext cx="4249271" cy="6858000"/>
          </a:xfrm>
          <a:prstGeom prst="rect">
            <a:avLst/>
          </a:prstGeom>
          <a:solidFill>
            <a:srgbClr val="001E62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3367FE-A03A-0D4B-8464-6EA90E8DA4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162" t="77592" r="78736"/>
          <a:stretch/>
        </p:blipFill>
        <p:spPr>
          <a:xfrm rot="10800000">
            <a:off x="571500" y="-737549"/>
            <a:ext cx="500083" cy="1536790"/>
          </a:xfrm>
          <a:prstGeom prst="rect">
            <a:avLst/>
          </a:prstGeom>
        </p:spPr>
      </p:pic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239BCF8-7759-3A41-A514-3A4A72C6F9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9420" y="3622452"/>
            <a:ext cx="3239719" cy="270686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 i="0" baseline="0">
                <a:solidFill>
                  <a:schemeClr val="bg1"/>
                </a:solidFill>
              </a:defRPr>
            </a:lvl1pPr>
          </a:lstStyle>
          <a:p>
            <a:r>
              <a:rPr lang="id-ID" sz="200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lorem</a:t>
            </a:r>
            <a:r>
              <a:rPr lang="id-ID" sz="200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id-ID" sz="200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ipsum</a:t>
            </a:r>
            <a:r>
              <a:rPr lang="id-ID" sz="200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id-ID" sz="200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dolor</a:t>
            </a:r>
            <a:r>
              <a:rPr lang="id-ID" sz="200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sit</a:t>
            </a:r>
            <a:r>
              <a:rPr lang="en-US" sz="200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</a:t>
            </a:r>
            <a:r>
              <a:rPr lang="id-ID" sz="200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id-ID" sz="200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id-ID" sz="200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id-ID" sz="200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con</a:t>
            </a:r>
            <a:r>
              <a:rPr lang="en-US" sz="200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id-ID" sz="200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tetur</a:t>
            </a:r>
            <a:r>
              <a:rPr lang="en-US" sz="200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</a:t>
            </a:r>
            <a:r>
              <a:rPr lang="id-ID" sz="200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id-ID" sz="200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adipiscinge</a:t>
            </a:r>
            <a:r>
              <a:rPr lang="en-US" sz="200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l </a:t>
            </a:r>
            <a:r>
              <a:rPr lang="en-US" sz="200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sahanis</a:t>
            </a:r>
            <a:r>
              <a:rPr lang="id-ID" sz="200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id-ID" sz="200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nib</a:t>
            </a:r>
            <a:r>
              <a:rPr lang="en-US" sz="200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u</a:t>
            </a:r>
            <a:r>
              <a:rPr lang="id-ID" sz="200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h</a:t>
            </a:r>
            <a:r>
              <a:rPr lang="id-ID" sz="200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id-ID" sz="200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eget</a:t>
            </a:r>
            <a:r>
              <a:rPr lang="id-ID" sz="200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id-ID" sz="200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justo</a:t>
            </a:r>
            <a:r>
              <a:rPr lang="en-US" sz="200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ne</a:t>
            </a:r>
            <a:r>
              <a:rPr lang="id-ID" sz="200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id-ID" sz="200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sed</a:t>
            </a:r>
            <a:r>
              <a:rPr lang="id-ID" sz="200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id-ID" sz="200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gravida</a:t>
            </a:r>
            <a:r>
              <a:rPr lang="id-ID" sz="200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id-ID" sz="200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est</a:t>
            </a:r>
            <a:r>
              <a:rPr lang="en-US" sz="200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asa</a:t>
            </a:r>
            <a:r>
              <a:rPr lang="en-US" sz="200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id-ID" sz="200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lorem</a:t>
            </a:r>
            <a:r>
              <a:rPr lang="id-ID" sz="200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id-ID" sz="200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ipsum</a:t>
            </a:r>
            <a:r>
              <a:rPr lang="id-ID" sz="200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id-ID" sz="200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dolor</a:t>
            </a:r>
            <a:r>
              <a:rPr lang="id-ID" sz="200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sit</a:t>
            </a:r>
            <a:r>
              <a:rPr lang="en-US" sz="200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</a:t>
            </a:r>
            <a:r>
              <a:rPr lang="id-ID" sz="200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id-ID" sz="200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id-ID" sz="200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endParaRPr lang="en-US" sz="200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E3A340C-ED98-6C4F-A999-F28C9BE643E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1499" y="1222362"/>
            <a:ext cx="3257639" cy="46196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="1" i="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sz="2000" b="1" spc="300">
                <a:ln w="19050">
                  <a:noFill/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SECTION HERE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607F020-7CB7-FA45-8230-53C05BB43E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1500" y="1866900"/>
            <a:ext cx="3225800" cy="15621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bg1"/>
                </a:solidFill>
              </a:defRPr>
            </a:lvl2pPr>
            <a:lvl3pPr>
              <a:defRPr b="1">
                <a:solidFill>
                  <a:schemeClr val="bg1"/>
                </a:solidFill>
              </a:defRPr>
            </a:lvl3pPr>
            <a:lvl4pPr>
              <a:defRPr b="1">
                <a:solidFill>
                  <a:schemeClr val="bg1"/>
                </a:solidFill>
              </a:defRPr>
            </a:lvl4pPr>
            <a:lvl5pPr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Headline Goes Here and Here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19D2A7B-D949-D84A-B563-9285D56DA7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7162" t="77592" r="78736"/>
          <a:stretch/>
        </p:blipFill>
        <p:spPr>
          <a:xfrm rot="10800000">
            <a:off x="571500" y="-737549"/>
            <a:ext cx="500083" cy="1536790"/>
          </a:xfrm>
          <a:prstGeom prst="rect">
            <a:avLst/>
          </a:prstGeom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4D5C75C-330E-FF43-B40F-90030894A7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805665" y="1222362"/>
            <a:ext cx="6796915" cy="4840508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 cap="all" spc="300" baseline="0">
                <a:solidFill>
                  <a:schemeClr val="accent1"/>
                </a:solidFill>
              </a:defRPr>
            </a:lvl1pPr>
            <a:lvl2pPr marL="12700" indent="0">
              <a:buClr>
                <a:srgbClr val="001E62"/>
              </a:buClr>
              <a:buFontTx/>
              <a:buNone/>
              <a:tabLst/>
              <a:defRPr/>
            </a:lvl2pPr>
            <a:lvl3pPr marL="641350" indent="-171450">
              <a:buClr>
                <a:srgbClr val="001E62"/>
              </a:buClr>
              <a:buFont typeface="Arial" panose="020B0604020202020204" pitchFamily="34" charset="0"/>
              <a:buChar char="•"/>
              <a:tabLst/>
              <a:defRPr/>
            </a:lvl3pPr>
            <a:lvl4pPr marL="1485900" indent="-114300">
              <a:buClr>
                <a:srgbClr val="001E62"/>
              </a:buClr>
              <a:tabLst/>
              <a:defRPr sz="1200">
                <a:solidFill>
                  <a:schemeClr val="tx1"/>
                </a:solidFill>
              </a:defRPr>
            </a:lvl4pPr>
            <a:lvl5pPr marL="1952625" indent="-123825">
              <a:buClr>
                <a:srgbClr val="001E62"/>
              </a:buClr>
              <a:tabLst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DFFB21-BBD8-584B-AD40-5FF15F1975E2}"/>
              </a:ext>
            </a:extLst>
          </p:cNvPr>
          <p:cNvSpPr txBox="1"/>
          <p:nvPr userDrawn="1"/>
        </p:nvSpPr>
        <p:spPr>
          <a:xfrm>
            <a:off x="125425" y="6439768"/>
            <a:ext cx="6015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65C24F-D5A7-7547-9DA1-2768CBD8B2AD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F9A3847-D44C-1045-9746-270828EEC7A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4805665" y="6419410"/>
            <a:ext cx="4114800" cy="365125"/>
          </a:xfrm>
        </p:spPr>
        <p:txBody>
          <a:bodyPr/>
          <a:lstStyle/>
          <a:p>
            <a:r>
              <a:rPr lang="en-US"/>
              <a:t>College/Department/Presentation Name</a:t>
            </a:r>
          </a:p>
        </p:txBody>
      </p:sp>
    </p:spTree>
    <p:extLst>
      <p:ext uri="{BB962C8B-B14F-4D97-AF65-F5344CB8AC3E}">
        <p14:creationId xmlns:p14="http://schemas.microsoft.com/office/powerpoint/2010/main" val="4056754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3A040F-DDFD-4E49-B911-5258CAF2D3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1111" b="7037"/>
          <a:stretch/>
        </p:blipFill>
        <p:spPr>
          <a:xfrm>
            <a:off x="0" y="2331188"/>
            <a:ext cx="12192000" cy="21844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48638E0-CDBC-DC4F-8BB3-C27A3270B4E9}"/>
              </a:ext>
            </a:extLst>
          </p:cNvPr>
          <p:cNvSpPr/>
          <p:nvPr userDrawn="1"/>
        </p:nvSpPr>
        <p:spPr>
          <a:xfrm>
            <a:off x="-1" y="2340565"/>
            <a:ext cx="12192000" cy="2184400"/>
          </a:xfrm>
          <a:prstGeom prst="rect">
            <a:avLst/>
          </a:prstGeom>
          <a:solidFill>
            <a:srgbClr val="001E62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b="0" i="0">
              <a:latin typeface="Arial" panose="020B06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58EDC3A-B0ED-8A4D-8488-7A4C581CFD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8068" y="3156054"/>
            <a:ext cx="11035861" cy="766989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Divider Slide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4781056-D049-3547-BEAF-CEE287C4E4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College/Department/Presentation Name</a:t>
            </a:r>
          </a:p>
        </p:txBody>
      </p:sp>
    </p:spTree>
    <p:extLst>
      <p:ext uri="{BB962C8B-B14F-4D97-AF65-F5344CB8AC3E}">
        <p14:creationId xmlns:p14="http://schemas.microsoft.com/office/powerpoint/2010/main" val="21561862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C6736B9-CC46-8040-9B10-88C725D129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" t="85786" r="3" b="1251"/>
          <a:stretch/>
        </p:blipFill>
        <p:spPr>
          <a:xfrm>
            <a:off x="0" y="6007100"/>
            <a:ext cx="12192000" cy="889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7BE2AD0-F3DD-C74E-AD44-71463A9CACDB}"/>
              </a:ext>
            </a:extLst>
          </p:cNvPr>
          <p:cNvSpPr/>
          <p:nvPr userDrawn="1"/>
        </p:nvSpPr>
        <p:spPr>
          <a:xfrm>
            <a:off x="196645" y="6409044"/>
            <a:ext cx="304800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58EDC3A-B0ED-8A4D-8488-7A4C581CFD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8069" y="2793176"/>
            <a:ext cx="11035861" cy="766989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Divider Slide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AA68CF-ED20-AF4E-B696-23793AE24597}"/>
              </a:ext>
            </a:extLst>
          </p:cNvPr>
          <p:cNvSpPr txBox="1"/>
          <p:nvPr userDrawn="1"/>
        </p:nvSpPr>
        <p:spPr>
          <a:xfrm>
            <a:off x="157317" y="6369355"/>
            <a:ext cx="6015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65C24F-D5A7-7547-9DA1-2768CBD8B2AD}" type="slidenum">
              <a:rPr lang="en-US" sz="1400" b="1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1400" b="1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10630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4466824-B371-3F4A-BBC7-17B5B0E28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751" y="2295148"/>
            <a:ext cx="2326497" cy="22677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9AE039C-5A95-5E48-B5F3-0DE41F24E2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32751" y="2295148"/>
            <a:ext cx="2326497" cy="226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7878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2401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218E8F-10A9-6445-A422-50AED2FB7719}"/>
              </a:ext>
            </a:extLst>
          </p:cNvPr>
          <p:cNvSpPr txBox="1"/>
          <p:nvPr userDrawn="1"/>
        </p:nvSpPr>
        <p:spPr>
          <a:xfrm>
            <a:off x="125425" y="6439768"/>
            <a:ext cx="6015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65C24F-D5A7-7547-9DA1-2768CBD8B2AD}" type="slidenum">
              <a:rPr lang="en-US" sz="1400" b="1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1400" b="1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BB5935-E507-3B44-AD51-1D3B1F0405E1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462017" y="6126480"/>
            <a:ext cx="604558" cy="589280"/>
          </a:xfrm>
          <a:prstGeom prst="rect">
            <a:avLst/>
          </a:prstGeom>
        </p:spPr>
      </p:pic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DBA86899-E688-504E-A570-178B715EA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427475"/>
            <a:ext cx="11048999" cy="81100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Slide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05117A9-42CA-BD41-9D8D-547D5CDB2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500" y="1437126"/>
            <a:ext cx="11049000" cy="449070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353ED9-6758-5C4A-B0DC-BD4F58B26932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11462017" y="6126480"/>
            <a:ext cx="604558" cy="58928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7EA0ADE-DED0-334D-AE1C-0EBE7C7C1C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1499" y="641941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College/Department/Presentation Name</a:t>
            </a:r>
          </a:p>
        </p:txBody>
      </p:sp>
    </p:spTree>
    <p:extLst>
      <p:ext uri="{BB962C8B-B14F-4D97-AF65-F5344CB8AC3E}">
        <p14:creationId xmlns:p14="http://schemas.microsoft.com/office/powerpoint/2010/main" val="2305179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21" r:id="rId6"/>
    <p:sldLayoutId id="2147483715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  <p:sldLayoutId id="2147483714" r:id="rId15"/>
    <p:sldLayoutId id="2147483716" r:id="rId16"/>
    <p:sldLayoutId id="2147483718" r:id="rId17"/>
    <p:sldLayoutId id="2147483719" r:id="rId18"/>
    <p:sldLayoutId id="2147483720" r:id="rId19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rgbClr val="001E62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Tx/>
        <a:buNone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35000" indent="-177800" algn="l" defTabSz="914400" rtl="0" eaLnBrk="1" latinLnBrk="0" hangingPunct="1">
        <a:lnSpc>
          <a:spcPct val="100000"/>
        </a:lnSpc>
        <a:spcBef>
          <a:spcPts val="500"/>
        </a:spcBef>
        <a:buClr>
          <a:srgbClr val="001E62"/>
        </a:buClr>
        <a:buFont typeface="Arial" panose="020B0604020202020204" pitchFamily="34" charset="0"/>
        <a:buChar char="•"/>
        <a:tabLst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098550" indent="-184150" algn="l" defTabSz="914400" rtl="0" eaLnBrk="1" latinLnBrk="0" hangingPunct="1">
        <a:lnSpc>
          <a:spcPct val="100000"/>
        </a:lnSpc>
        <a:spcBef>
          <a:spcPts val="500"/>
        </a:spcBef>
        <a:buClr>
          <a:srgbClr val="001E62"/>
        </a:buClr>
        <a:buFont typeface="System Font Regular"/>
        <a:buChar char="–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>
              <a:lumMod val="50000"/>
              <a:lumOff val="50000"/>
            </a:schemeClr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>
              <a:lumMod val="50000"/>
              <a:lumOff val="50000"/>
            </a:schemeClr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64">
          <p15:clr>
            <a:srgbClr val="F26B43"/>
          </p15:clr>
        </p15:guide>
        <p15:guide id="4" pos="3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microsoft.com/office/2018/10/relationships/comments" Target="../comments/modernComment_17B_4D437748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raindrops-and-ripples-on-still-water-3394939/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microsoft.com/office/2018/10/relationships/comments" Target="../comments/modernComment_178_5D91416C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.xml"/><Relationship Id="rId21" Type="http://schemas.openxmlformats.org/officeDocument/2006/relationships/image" Target="../media/image23.png"/><Relationship Id="rId34" Type="http://schemas.openxmlformats.org/officeDocument/2006/relationships/customXml" Target="../ink/ink16.xml"/><Relationship Id="rId42" Type="http://schemas.openxmlformats.org/officeDocument/2006/relationships/customXml" Target="../ink/ink20.xml"/><Relationship Id="rId47" Type="http://schemas.openxmlformats.org/officeDocument/2006/relationships/image" Target="../media/image36.png"/><Relationship Id="rId50" Type="http://schemas.openxmlformats.org/officeDocument/2006/relationships/customXml" Target="../ink/ink24.xml"/><Relationship Id="rId55" Type="http://schemas.openxmlformats.org/officeDocument/2006/relationships/image" Target="../media/image40.png"/><Relationship Id="rId63" Type="http://schemas.openxmlformats.org/officeDocument/2006/relationships/image" Target="../media/image44.png"/><Relationship Id="rId7" Type="http://schemas.openxmlformats.org/officeDocument/2006/relationships/image" Target="../media/image16.png"/><Relationship Id="rId2" Type="http://schemas.microsoft.com/office/2018/10/relationships/comments" Target="../comments/modernComment_17C_4767004F.xml"/><Relationship Id="rId16" Type="http://schemas.openxmlformats.org/officeDocument/2006/relationships/customXml" Target="../ink/ink7.xml"/><Relationship Id="rId29" Type="http://schemas.openxmlformats.org/officeDocument/2006/relationships/image" Target="../media/image27.png"/><Relationship Id="rId11" Type="http://schemas.openxmlformats.org/officeDocument/2006/relationships/image" Target="../media/image18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31.png"/><Relationship Id="rId40" Type="http://schemas.openxmlformats.org/officeDocument/2006/relationships/customXml" Target="../ink/ink19.xml"/><Relationship Id="rId45" Type="http://schemas.openxmlformats.org/officeDocument/2006/relationships/image" Target="../media/image35.png"/><Relationship Id="rId53" Type="http://schemas.openxmlformats.org/officeDocument/2006/relationships/image" Target="../media/image39.png"/><Relationship Id="rId58" Type="http://schemas.openxmlformats.org/officeDocument/2006/relationships/customXml" Target="../ink/ink28.xml"/><Relationship Id="rId5" Type="http://schemas.openxmlformats.org/officeDocument/2006/relationships/image" Target="../media/image15.png"/><Relationship Id="rId61" Type="http://schemas.openxmlformats.org/officeDocument/2006/relationships/image" Target="../media/image43.png"/><Relationship Id="rId19" Type="http://schemas.openxmlformats.org/officeDocument/2006/relationships/image" Target="../media/image22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26.png"/><Relationship Id="rId30" Type="http://schemas.openxmlformats.org/officeDocument/2006/relationships/customXml" Target="../ink/ink14.xml"/><Relationship Id="rId35" Type="http://schemas.openxmlformats.org/officeDocument/2006/relationships/image" Target="../media/image30.png"/><Relationship Id="rId43" Type="http://schemas.openxmlformats.org/officeDocument/2006/relationships/image" Target="../media/image34.png"/><Relationship Id="rId48" Type="http://schemas.openxmlformats.org/officeDocument/2006/relationships/customXml" Target="../ink/ink23.xml"/><Relationship Id="rId56" Type="http://schemas.openxmlformats.org/officeDocument/2006/relationships/customXml" Target="../ink/ink27.xml"/><Relationship Id="rId64" Type="http://schemas.openxmlformats.org/officeDocument/2006/relationships/customXml" Target="../ink/ink31.xml"/><Relationship Id="rId8" Type="http://schemas.openxmlformats.org/officeDocument/2006/relationships/customXml" Target="../ink/ink3.xml"/><Relationship Id="rId51" Type="http://schemas.openxmlformats.org/officeDocument/2006/relationships/image" Target="../media/image38.png"/><Relationship Id="rId3" Type="http://schemas.openxmlformats.org/officeDocument/2006/relationships/image" Target="../media/image14.jpeg"/><Relationship Id="rId12" Type="http://schemas.openxmlformats.org/officeDocument/2006/relationships/customXml" Target="../ink/ink5.xml"/><Relationship Id="rId17" Type="http://schemas.openxmlformats.org/officeDocument/2006/relationships/image" Target="../media/image21.png"/><Relationship Id="rId25" Type="http://schemas.openxmlformats.org/officeDocument/2006/relationships/image" Target="../media/image25.png"/><Relationship Id="rId33" Type="http://schemas.openxmlformats.org/officeDocument/2006/relationships/image" Target="../media/image29.png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59" Type="http://schemas.openxmlformats.org/officeDocument/2006/relationships/image" Target="../media/image42.png"/><Relationship Id="rId20" Type="http://schemas.openxmlformats.org/officeDocument/2006/relationships/customXml" Target="../ink/ink9.xml"/><Relationship Id="rId41" Type="http://schemas.openxmlformats.org/officeDocument/2006/relationships/image" Target="../media/image33.png"/><Relationship Id="rId54" Type="http://schemas.openxmlformats.org/officeDocument/2006/relationships/customXml" Target="../ink/ink26.xml"/><Relationship Id="rId62" Type="http://schemas.openxmlformats.org/officeDocument/2006/relationships/customXml" Target="../ink/ink30.xml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2.xml"/><Relationship Id="rId15" Type="http://schemas.openxmlformats.org/officeDocument/2006/relationships/image" Target="../media/image20.png"/><Relationship Id="rId23" Type="http://schemas.openxmlformats.org/officeDocument/2006/relationships/image" Target="../media/image24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49" Type="http://schemas.openxmlformats.org/officeDocument/2006/relationships/image" Target="../media/image37.png"/><Relationship Id="rId57" Type="http://schemas.openxmlformats.org/officeDocument/2006/relationships/image" Target="../media/image41.png"/><Relationship Id="rId10" Type="http://schemas.openxmlformats.org/officeDocument/2006/relationships/customXml" Target="../ink/ink4.xml"/><Relationship Id="rId31" Type="http://schemas.openxmlformats.org/officeDocument/2006/relationships/image" Target="../media/image28.png"/><Relationship Id="rId44" Type="http://schemas.openxmlformats.org/officeDocument/2006/relationships/customXml" Target="../ink/ink21.xml"/><Relationship Id="rId52" Type="http://schemas.openxmlformats.org/officeDocument/2006/relationships/customXml" Target="../ink/ink25.xml"/><Relationship Id="rId60" Type="http://schemas.openxmlformats.org/officeDocument/2006/relationships/customXml" Target="../ink/ink29.xml"/><Relationship Id="rId65" Type="http://schemas.openxmlformats.org/officeDocument/2006/relationships/image" Target="../media/image45.png"/><Relationship Id="rId4" Type="http://schemas.openxmlformats.org/officeDocument/2006/relationships/customXml" Target="../ink/ink1.xml"/><Relationship Id="rId9" Type="http://schemas.openxmlformats.org/officeDocument/2006/relationships/image" Target="../media/image17.png"/><Relationship Id="rId13" Type="http://schemas.openxmlformats.org/officeDocument/2006/relationships/image" Target="../media/image19.png"/><Relationship Id="rId18" Type="http://schemas.openxmlformats.org/officeDocument/2006/relationships/customXml" Target="../ink/ink8.xml"/><Relationship Id="rId39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diagramLayout" Target="../diagrams/layout1.xml"/><Relationship Id="rId7" Type="http://schemas.openxmlformats.org/officeDocument/2006/relationships/image" Target="../media/image15.jpeg"/><Relationship Id="rId12" Type="http://schemas.microsoft.com/office/2007/relationships/hdphoto" Target="../media/hdphoto1.wdp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11" Type="http://schemas.openxmlformats.org/officeDocument/2006/relationships/image" Target="../media/image46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18.jpe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17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microsoft.com/office/2018/10/relationships/comments" Target="../comments/modernComment_187_B00CC2F7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Relationship Id="rId9" Type="http://schemas.openxmlformats.org/officeDocument/2006/relationships/image" Target="../media/image4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microsoft.com/office/2018/10/relationships/comments" Target="../comments/modernComment_17F_228EDBAD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 descr="Blue smoke">
            <a:extLst>
              <a:ext uri="{FF2B5EF4-FFF2-40B4-BE49-F238E27FC236}">
                <a16:creationId xmlns:a16="http://schemas.microsoft.com/office/drawing/2014/main" id="{6B91D468-B9F6-05D7-C0C8-3A065221F972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l="15908" r="15908"/>
          <a:stretch>
            <a:fillRect/>
          </a:stretch>
        </p:blipFill>
        <p:spPr/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EFCD1B53-1BFE-8B23-1618-F7A76DC0E3E0}"/>
              </a:ext>
            </a:extLst>
          </p:cNvPr>
          <p:cNvSpPr txBox="1">
            <a:spLocks/>
          </p:cNvSpPr>
          <p:nvPr/>
        </p:nvSpPr>
        <p:spPr>
          <a:xfrm>
            <a:off x="6257408" y="2357437"/>
            <a:ext cx="4920343" cy="165576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rgbClr val="001E6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Evaporation</a:t>
            </a:r>
          </a:p>
        </p:txBody>
      </p:sp>
      <p:sp>
        <p:nvSpPr>
          <p:cNvPr id="7" name="Subtitle 3">
            <a:extLst>
              <a:ext uri="{FF2B5EF4-FFF2-40B4-BE49-F238E27FC236}">
                <a16:creationId xmlns:a16="http://schemas.microsoft.com/office/drawing/2014/main" id="{91043E3E-E824-1721-6D91-9588E9E43ACE}"/>
              </a:ext>
            </a:extLst>
          </p:cNvPr>
          <p:cNvSpPr txBox="1">
            <a:spLocks/>
          </p:cNvSpPr>
          <p:nvPr/>
        </p:nvSpPr>
        <p:spPr>
          <a:xfrm>
            <a:off x="6257408" y="4251948"/>
            <a:ext cx="4920344" cy="607572"/>
          </a:xfrm>
          <a:prstGeom prst="rect">
            <a:avLst/>
          </a:prstGeom>
        </p:spPr>
        <p:txBody>
          <a:bodyPr vert="horz" lIns="0" tIns="0" rIns="0" bIns="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  <a:defRPr sz="24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01E62"/>
              </a:buClr>
              <a:buFont typeface="Arial" panose="020B0604020202020204" pitchFamily="34" charset="0"/>
              <a:buNone/>
              <a:tabLst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01E62"/>
              </a:buClr>
              <a:buFont typeface="System Font Regular"/>
              <a:buNone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80808"/>
                </a:solidFill>
              </a:rPr>
              <a:t>Angelica Ramirez, Hiba Naqvi, Jazmin Aca, Srija </a:t>
            </a:r>
            <a:r>
              <a:rPr lang="en-US" dirty="0" err="1">
                <a:solidFill>
                  <a:srgbClr val="080808"/>
                </a:solidFill>
              </a:rPr>
              <a:t>Bomma</a:t>
            </a:r>
            <a:endParaRPr lang="en-US" dirty="0">
              <a:solidFill>
                <a:srgbClr val="080808"/>
              </a:solidFill>
            </a:endParaRP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C3EA8842-9C16-1424-F755-F65DF35477E8}"/>
              </a:ext>
            </a:extLst>
          </p:cNvPr>
          <p:cNvSpPr txBox="1">
            <a:spLocks/>
          </p:cNvSpPr>
          <p:nvPr/>
        </p:nvSpPr>
        <p:spPr>
          <a:xfrm>
            <a:off x="6257408" y="1763877"/>
            <a:ext cx="2902358" cy="2952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  <a:defRPr sz="1400" b="1" i="0" kern="1200" cap="all" spc="400" baseline="0">
                <a:solidFill>
                  <a:srgbClr val="D5003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01E62"/>
              </a:buClr>
              <a:buFontTx/>
              <a:buNone/>
              <a:tabLst/>
              <a:defRPr sz="1400" b="1" i="0" kern="1200" spc="300">
                <a:solidFill>
                  <a:srgbClr val="D5003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098550" indent="-1841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01E62"/>
              </a:buClr>
              <a:buFont typeface="System Font Regular"/>
              <a:buChar char="–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9/16/25</a:t>
            </a:r>
          </a:p>
        </p:txBody>
      </p:sp>
    </p:spTree>
    <p:extLst>
      <p:ext uri="{BB962C8B-B14F-4D97-AF65-F5344CB8AC3E}">
        <p14:creationId xmlns:p14="http://schemas.microsoft.com/office/powerpoint/2010/main" val="129626708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1D9EB6A-3C22-23A4-65D2-403EC16779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Table of Contents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D3B9F-CE63-6374-496A-A142BC985E5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20000"/>
          </a:bodyPr>
          <a:lstStyle/>
          <a:p>
            <a:pPr marL="457200" indent="-457200">
              <a:buAutoNum type="arabicPeriod"/>
            </a:pPr>
            <a:r>
              <a:rPr lang="en-US" dirty="0">
                <a:solidFill>
                  <a:srgbClr val="080808"/>
                </a:solidFill>
              </a:rPr>
              <a:t>Introduction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rgbClr val="080808"/>
                </a:solidFill>
              </a:rPr>
              <a:t>Theory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rgbClr val="080808"/>
                </a:solidFill>
              </a:rPr>
              <a:t>Apparatus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rgbClr val="080808"/>
                </a:solidFill>
              </a:rPr>
              <a:t>How to use Equipment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rgbClr val="080808"/>
                </a:solidFill>
              </a:rPr>
              <a:t>Materials and Supplies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rgbClr val="080808"/>
                </a:solidFill>
              </a:rPr>
              <a:t>Procedure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rgbClr val="080808"/>
                </a:solidFill>
              </a:rPr>
              <a:t>What will be Calculated/ Data Needed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rgbClr val="080808"/>
                </a:solidFill>
              </a:rPr>
              <a:t>Dangers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rgbClr val="080808"/>
                </a:solidFill>
              </a:rPr>
              <a:t>Challenges</a:t>
            </a:r>
          </a:p>
          <a:p>
            <a:endParaRPr lang="en-US"/>
          </a:p>
          <a:p>
            <a:pPr marL="457200" indent="-457200">
              <a:buAutoNum type="arabicPeriod"/>
            </a:pPr>
            <a:endParaRPr lang="en-US"/>
          </a:p>
          <a:p>
            <a:pPr marL="457200" indent="-457200">
              <a:buAutoNum type="arabicPeriod"/>
            </a:pPr>
            <a:endParaRPr lang="en-NZ"/>
          </a:p>
        </p:txBody>
      </p:sp>
      <p:pic>
        <p:nvPicPr>
          <p:cNvPr id="12" name="Picture Placeholder 11" descr="A water droplet falling into a ripple&#10;&#10;AI-generated content may be incorrect.">
            <a:extLst>
              <a:ext uri="{FF2B5EF4-FFF2-40B4-BE49-F238E27FC236}">
                <a16:creationId xmlns:a16="http://schemas.microsoft.com/office/drawing/2014/main" id="{3AEE8A03-0A2E-8AE6-584A-2236789667F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2696" r="1269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080437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13090-EEB3-25CB-BF0D-6C8F34E44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ater Evaporation Images – Browse 172,974 Stock Photos, Vectors, and Video  | Adobe Stock">
            <a:extLst>
              <a:ext uri="{FF2B5EF4-FFF2-40B4-BE49-F238E27FC236}">
                <a16:creationId xmlns:a16="http://schemas.microsoft.com/office/drawing/2014/main" id="{60B901F6-4440-F4AE-93F1-5316572EE8A3}"/>
              </a:ext>
            </a:extLst>
          </p:cNvPr>
          <p:cNvPicPr>
            <a:picLocks noGrp="1" noChangeAspect="1" noChangeArrowheads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453" r="2" b="16517"/>
          <a:stretch>
            <a:fillRect/>
          </a:stretch>
        </p:blipFill>
        <p:spPr bwMode="auto">
          <a:xfrm>
            <a:off x="571500" y="1196599"/>
            <a:ext cx="11049000" cy="3157474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9EAEC0-FABC-99EA-70E8-97CEB9C3D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429610"/>
            <a:ext cx="5980129" cy="766989"/>
          </a:xfrm>
        </p:spPr>
        <p:txBody>
          <a:bodyPr anchor="t">
            <a:normAutofit/>
          </a:bodyPr>
          <a:lstStyle/>
          <a:p>
            <a:r>
              <a:rPr lang="en-US"/>
              <a:t>Introduction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B9D41B-E737-81AA-539D-DA58B1843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4654550"/>
            <a:ext cx="11049000" cy="160655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900">
                <a:solidFill>
                  <a:srgbClr val="000000"/>
                </a:solidFill>
              </a:rPr>
              <a:t>Evaporation is a process used to concentrate a solution of a non-volatile solute and a volatile solvent by vaporizing the solvent. The objective of this experiment is to determine the capacity and economy of a single-stage evaporator by evaporating a 10 </a:t>
            </a:r>
            <a:r>
              <a:rPr lang="en-US" sz="1900" err="1">
                <a:solidFill>
                  <a:srgbClr val="000000"/>
                </a:solidFill>
              </a:rPr>
              <a:t>wt</a:t>
            </a:r>
            <a:r>
              <a:rPr lang="en-US" sz="1900">
                <a:solidFill>
                  <a:srgbClr val="000000"/>
                </a:solidFill>
              </a:rPr>
              <a:t>% sugar solution at different pressures.</a:t>
            </a:r>
            <a:endParaRPr lang="en-NZ" sz="19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346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group of people sitting around a table&#10;&#10;AI-generated content may be incorrect.">
            <a:extLst>
              <a:ext uri="{FF2B5EF4-FFF2-40B4-BE49-F238E27FC236}">
                <a16:creationId xmlns:a16="http://schemas.microsoft.com/office/drawing/2014/main" id="{541B85E0-D551-F687-D2A6-49B172D0F7E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5953" r="-2" b="-2"/>
          <a:stretch>
            <a:fillRect/>
          </a:stretch>
        </p:blipFill>
        <p:spPr>
          <a:xfrm>
            <a:off x="6362702" y="1437125"/>
            <a:ext cx="4679887" cy="4218683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F2CF97E-B9DB-4193-A4F7-6447708D7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427475"/>
            <a:ext cx="11048999" cy="811005"/>
          </a:xfrm>
        </p:spPr>
        <p:txBody>
          <a:bodyPr anchor="t">
            <a:normAutofit/>
          </a:bodyPr>
          <a:lstStyle/>
          <a:p>
            <a:r>
              <a:rPr lang="en-US"/>
              <a:t>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5C95B-DE71-1A57-AACF-1F4CD24A3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142" y="1154483"/>
            <a:ext cx="5821207" cy="5185273"/>
          </a:xfrm>
        </p:spPr>
        <p:txBody>
          <a:bodyPr vert="horz" lIns="0" tIns="0" rIns="0" bIns="0" rtlCol="0" anchor="t"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080808"/>
                </a:solidFill>
                <a:latin typeface="Arial"/>
                <a:cs typeface="Arial"/>
              </a:rPr>
              <a:t>Definition</a:t>
            </a:r>
            <a:r>
              <a:rPr lang="en-US">
                <a:solidFill>
                  <a:srgbClr val="080808"/>
                </a:solidFill>
                <a:latin typeface="Arial"/>
                <a:cs typeface="Arial"/>
              </a:rPr>
              <a:t>: Evaporation is a unit operation involving the concentration of a solution, which involves the removal of a portion of the solvent (typically water).</a:t>
            </a:r>
            <a:endParaRPr lang="en-US" dirty="0">
              <a:solidFill>
                <a:srgbClr val="080808"/>
              </a:solidFill>
              <a:latin typeface="Arial"/>
              <a:cs typeface="Arial"/>
            </a:endParaRPr>
          </a:p>
          <a:p>
            <a:pPr lvl="1"/>
            <a:r>
              <a:rPr lang="en-US" dirty="0">
                <a:solidFill>
                  <a:srgbClr val="080808"/>
                </a:solidFill>
                <a:latin typeface="Arial"/>
                <a:cs typeface="Arial"/>
              </a:rPr>
              <a:t>The basis </a:t>
            </a:r>
            <a:r>
              <a:rPr lang="en-US">
                <a:solidFill>
                  <a:srgbClr val="080808"/>
                </a:solidFill>
                <a:latin typeface="Arial"/>
                <a:cs typeface="Arial"/>
              </a:rPr>
              <a:t>of Heat transfer is </a:t>
            </a:r>
            <a:r>
              <a:rPr lang="en-US" dirty="0">
                <a:solidFill>
                  <a:srgbClr val="080808"/>
                </a:solidFill>
                <a:latin typeface="Arial"/>
                <a:cs typeface="Arial"/>
              </a:rPr>
              <a:t>that </a:t>
            </a:r>
            <a:r>
              <a:rPr lang="en-US">
                <a:solidFill>
                  <a:srgbClr val="080808"/>
                </a:solidFill>
                <a:latin typeface="Arial"/>
                <a:cs typeface="Arial"/>
              </a:rPr>
              <a:t>Steam condensation occurs on a heating surface and </a:t>
            </a:r>
            <a:r>
              <a:rPr lang="en-US" dirty="0">
                <a:solidFill>
                  <a:srgbClr val="080808"/>
                </a:solidFill>
                <a:latin typeface="Arial"/>
                <a:cs typeface="Arial"/>
              </a:rPr>
              <a:t>transfers </a:t>
            </a:r>
            <a:r>
              <a:rPr lang="en-US">
                <a:solidFill>
                  <a:srgbClr val="080808"/>
                </a:solidFill>
                <a:latin typeface="Arial"/>
                <a:cs typeface="Arial"/>
              </a:rPr>
              <a:t>energy to boil the liquid.</a:t>
            </a:r>
            <a:endParaRPr lang="en-US" dirty="0">
              <a:solidFill>
                <a:srgbClr val="080808"/>
              </a:solidFill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080808"/>
                </a:solidFill>
                <a:latin typeface="Arial"/>
                <a:cs typeface="Arial"/>
              </a:rPr>
              <a:t>Vacuum Effect</a:t>
            </a:r>
            <a:r>
              <a:rPr lang="en-US">
                <a:solidFill>
                  <a:srgbClr val="080808"/>
                </a:solidFill>
                <a:latin typeface="Arial"/>
                <a:cs typeface="Arial"/>
              </a:rPr>
              <a:t>: Decreasing pressure decreases boiling point, and this raises the temperature difference (This raises the heat transfer rate).</a:t>
            </a:r>
            <a:endParaRPr lang="en-US" dirty="0">
              <a:solidFill>
                <a:srgbClr val="080808"/>
              </a:solidFill>
              <a:latin typeface="Arial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080808"/>
                </a:solidFill>
                <a:latin typeface="Arial"/>
                <a:cs typeface="Arial"/>
              </a:rPr>
              <a:t>Single vs. Multiple Effect:</a:t>
            </a:r>
            <a:endParaRPr lang="en-US" b="1" dirty="0">
              <a:solidFill>
                <a:srgbClr val="080808"/>
              </a:solidFill>
              <a:latin typeface="Arial"/>
              <a:cs typeface="Arial"/>
            </a:endParaRPr>
          </a:p>
          <a:p>
            <a:pPr lvl="1"/>
            <a:r>
              <a:rPr lang="en-US">
                <a:solidFill>
                  <a:srgbClr val="080808"/>
                </a:solidFill>
                <a:latin typeface="Arial"/>
                <a:cs typeface="Arial"/>
              </a:rPr>
              <a:t>Single-effect: Steam used once = less than 1 economy.</a:t>
            </a:r>
            <a:endParaRPr lang="en-US" dirty="0">
              <a:solidFill>
                <a:srgbClr val="080808"/>
              </a:solidFill>
              <a:latin typeface="Arial"/>
              <a:cs typeface="Arial"/>
            </a:endParaRPr>
          </a:p>
          <a:p>
            <a:pPr lvl="1"/>
            <a:r>
              <a:rPr lang="en-US">
                <a:solidFill>
                  <a:srgbClr val="080808"/>
                </a:solidFill>
                <a:latin typeface="Arial"/>
                <a:cs typeface="Arial"/>
              </a:rPr>
              <a:t>Multifactor: Reused vapor in </a:t>
            </a:r>
            <a:r>
              <a:rPr lang="en-US" dirty="0">
                <a:solidFill>
                  <a:srgbClr val="080808"/>
                </a:solidFill>
                <a:latin typeface="Arial"/>
                <a:cs typeface="Arial"/>
              </a:rPr>
              <a:t>follow-up stages</a:t>
            </a:r>
            <a:r>
              <a:rPr lang="en-US">
                <a:solidFill>
                  <a:srgbClr val="080808"/>
                </a:solidFill>
                <a:latin typeface="Arial"/>
                <a:cs typeface="Arial"/>
              </a:rPr>
              <a:t> = increased efficiency.</a:t>
            </a:r>
            <a:endParaRPr lang="en-US" dirty="0">
              <a:solidFill>
                <a:srgbClr val="080808"/>
              </a:solidFill>
              <a:latin typeface="Arial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080808"/>
                </a:solidFill>
                <a:latin typeface="Arial"/>
                <a:cs typeface="Arial"/>
              </a:rPr>
              <a:t>Performance Measures:</a:t>
            </a:r>
            <a:endParaRPr lang="en-US" b="1" dirty="0">
              <a:solidFill>
                <a:srgbClr val="080808"/>
              </a:solidFill>
              <a:latin typeface="Arial"/>
              <a:cs typeface="Arial"/>
            </a:endParaRPr>
          </a:p>
          <a:p>
            <a:pPr lvl="1"/>
            <a:r>
              <a:rPr lang="en-US">
                <a:solidFill>
                  <a:srgbClr val="080808"/>
                </a:solidFill>
                <a:latin typeface="Arial"/>
                <a:cs typeface="Arial"/>
              </a:rPr>
              <a:t>Capacity = kg water vaporized /time.</a:t>
            </a:r>
            <a:endParaRPr lang="en-US" dirty="0">
              <a:solidFill>
                <a:srgbClr val="080808"/>
              </a:solidFill>
              <a:latin typeface="Arial"/>
              <a:cs typeface="Arial"/>
            </a:endParaRPr>
          </a:p>
          <a:p>
            <a:pPr lvl="1"/>
            <a:r>
              <a:rPr lang="en-US">
                <a:solidFill>
                  <a:srgbClr val="080808"/>
                </a:solidFill>
                <a:latin typeface="Arial"/>
                <a:cs typeface="Arial"/>
              </a:rPr>
              <a:t>Economy = kg of water vaporized/kg of steam utilized.</a:t>
            </a:r>
            <a:endParaRPr lang="en-US" dirty="0">
              <a:solidFill>
                <a:srgbClr val="080808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54306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laboratory with a glass flask and other equipment&#10;&#10;AI-generated content may be incorrect.">
            <a:extLst>
              <a:ext uri="{FF2B5EF4-FFF2-40B4-BE49-F238E27FC236}">
                <a16:creationId xmlns:a16="http://schemas.microsoft.com/office/drawing/2014/main" id="{AC4FDFB2-2BB6-685C-2020-A18EC5AA1B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51435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4A3A27-F170-2F91-716A-70F40A02417A}"/>
              </a:ext>
            </a:extLst>
          </p:cNvPr>
          <p:cNvSpPr txBox="1"/>
          <p:nvPr/>
        </p:nvSpPr>
        <p:spPr>
          <a:xfrm>
            <a:off x="5426529" y="313649"/>
            <a:ext cx="55299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  <a:latin typeface="+mj-lt"/>
                <a:cs typeface="Times New Roman" panose="02020603050405020304" pitchFamily="18" charset="0"/>
              </a:rPr>
              <a:t>Apparatus</a:t>
            </a:r>
          </a:p>
          <a:p>
            <a:endParaRPr lang="en-NZ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7592FE-3E33-3BDE-5792-5913A5BF0E29}"/>
              </a:ext>
            </a:extLst>
          </p:cNvPr>
          <p:cNvSpPr txBox="1"/>
          <p:nvPr/>
        </p:nvSpPr>
        <p:spPr>
          <a:xfrm>
            <a:off x="5709558" y="1052313"/>
            <a:ext cx="5529943" cy="5858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b="1" dirty="0">
                <a:solidFill>
                  <a:srgbClr val="080808"/>
                </a:solidFill>
                <a:latin typeface="+mj-lt"/>
                <a:cs typeface="Times New Roman" panose="02020603050405020304" pitchFamily="18" charset="0"/>
              </a:rPr>
              <a:t>Evaporation Chamber</a:t>
            </a:r>
            <a:r>
              <a:rPr lang="en-US" dirty="0">
                <a:solidFill>
                  <a:srgbClr val="080808"/>
                </a:solidFill>
                <a:latin typeface="+mj-lt"/>
                <a:cs typeface="Times New Roman" panose="02020603050405020304" pitchFamily="18" charset="0"/>
              </a:rPr>
              <a:t>: A Transparent chamber where the liquid is heated.</a:t>
            </a:r>
            <a:endParaRPr lang="en-NZ" dirty="0">
              <a:solidFill>
                <a:srgbClr val="080808"/>
              </a:solidFill>
              <a:latin typeface="+mj-lt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b="1" dirty="0">
                <a:solidFill>
                  <a:srgbClr val="080808"/>
                </a:solidFill>
                <a:latin typeface="+mj-lt"/>
                <a:cs typeface="Times New Roman" panose="02020603050405020304" pitchFamily="18" charset="0"/>
              </a:rPr>
              <a:t>Heat Exchanger:</a:t>
            </a:r>
            <a:r>
              <a:rPr lang="en-US" dirty="0">
                <a:solidFill>
                  <a:srgbClr val="080808"/>
                </a:solidFill>
                <a:latin typeface="+mj-lt"/>
                <a:cs typeface="Times New Roman" panose="02020603050405020304" pitchFamily="18" charset="0"/>
              </a:rPr>
              <a:t> Provides heat to the liquid to start the process.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b="1" dirty="0">
                <a:solidFill>
                  <a:srgbClr val="080808"/>
                </a:solidFill>
                <a:latin typeface="+mj-lt"/>
                <a:cs typeface="Times New Roman" panose="02020603050405020304" pitchFamily="18" charset="0"/>
              </a:rPr>
              <a:t>Pump:</a:t>
            </a:r>
            <a:r>
              <a:rPr lang="en-US" dirty="0">
                <a:solidFill>
                  <a:srgbClr val="080808"/>
                </a:solidFill>
                <a:latin typeface="+mj-lt"/>
                <a:cs typeface="Times New Roman" panose="02020603050405020304" pitchFamily="18" charset="0"/>
              </a:rPr>
              <a:t> Helps in circulating the liquid through the system.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b="1" dirty="0">
                <a:solidFill>
                  <a:srgbClr val="080808"/>
                </a:solidFill>
                <a:latin typeface="+mj-lt"/>
                <a:cs typeface="Times New Roman" panose="02020603050405020304" pitchFamily="18" charset="0"/>
              </a:rPr>
              <a:t>Condenser: </a:t>
            </a:r>
            <a:r>
              <a:rPr lang="en-US" dirty="0">
                <a:solidFill>
                  <a:srgbClr val="080808"/>
                </a:solidFill>
                <a:latin typeface="+mj-lt"/>
                <a:cs typeface="Times New Roman" panose="02020603050405020304" pitchFamily="18" charset="0"/>
              </a:rPr>
              <a:t>Carries vapor away for condensation.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b="1" dirty="0">
                <a:solidFill>
                  <a:srgbClr val="080808"/>
                </a:solidFill>
                <a:latin typeface="+mj-lt"/>
                <a:cs typeface="Times New Roman" panose="02020603050405020304" pitchFamily="18" charset="0"/>
              </a:rPr>
              <a:t>Gauges: </a:t>
            </a:r>
            <a:r>
              <a:rPr lang="en-US" dirty="0">
                <a:solidFill>
                  <a:srgbClr val="080808"/>
                </a:solidFill>
                <a:latin typeface="+mj-lt"/>
                <a:cs typeface="Times New Roman" panose="02020603050405020304" pitchFamily="18" charset="0"/>
              </a:rPr>
              <a:t>Used to measure conditions inside the system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b="1" dirty="0">
                <a:solidFill>
                  <a:srgbClr val="080808"/>
                </a:solidFill>
                <a:latin typeface="+mj-lt"/>
                <a:cs typeface="Times New Roman" panose="02020603050405020304" pitchFamily="18" charset="0"/>
              </a:rPr>
              <a:t>Storage containers: </a:t>
            </a:r>
            <a:r>
              <a:rPr lang="en-US" dirty="0">
                <a:solidFill>
                  <a:srgbClr val="080808"/>
                </a:solidFill>
                <a:latin typeface="+mj-lt"/>
                <a:cs typeface="Times New Roman" panose="02020603050405020304" pitchFamily="18" charset="0"/>
              </a:rPr>
              <a:t>Used for extra feed or to collect the liquid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980055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F6951-78DE-5399-C30A-1B5E37145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/>
              <a:t>How to use Equipment</a:t>
            </a:r>
          </a:p>
        </p:txBody>
      </p:sp>
      <p:pic>
        <p:nvPicPr>
          <p:cNvPr id="7" name="Content Placeholder 6" descr="A machine with a glass wall and a light bulb&#10;&#10;AI-generated content may be incorrect.">
            <a:extLst>
              <a:ext uri="{FF2B5EF4-FFF2-40B4-BE49-F238E27FC236}">
                <a16:creationId xmlns:a16="http://schemas.microsoft.com/office/drawing/2014/main" id="{F3EBF772-A6F8-23B6-C417-AE781B7D00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 rot="5400000">
            <a:off x="324557" y="1738285"/>
            <a:ext cx="5524615" cy="414346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BD34A0-783E-FBAE-7C54-F403693822E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dirty="0">
                <a:solidFill>
                  <a:srgbClr val="080808"/>
                </a:solidFill>
              </a:rPr>
              <a:t>Switch to turn on the vacuum.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dirty="0">
                <a:solidFill>
                  <a:srgbClr val="080808"/>
                </a:solidFill>
              </a:rPr>
              <a:t>Knobs to turn on/off the streams into each storage container.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dirty="0">
                <a:solidFill>
                  <a:srgbClr val="080808"/>
                </a:solidFill>
              </a:rPr>
              <a:t>Knob to refill the water in the evaporation chamber.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dirty="0">
                <a:solidFill>
                  <a:srgbClr val="080808"/>
                </a:solidFill>
              </a:rPr>
              <a:t>Knob to turn on the cold-water stream.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dirty="0">
                <a:solidFill>
                  <a:srgbClr val="080808"/>
                </a:solidFill>
              </a:rPr>
              <a:t>Knob to adjust the vacuum pressure.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dirty="0">
                <a:solidFill>
                  <a:srgbClr val="080808"/>
                </a:solidFill>
              </a:rPr>
              <a:t>(behind the board) Knob to turn on the steam.</a:t>
            </a:r>
          </a:p>
          <a:p>
            <a:pPr marL="457200" indent="-457200">
              <a:buAutoNum type="arabicPeriod"/>
            </a:pPr>
            <a:endParaRPr lang="en-NZ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004E485-C6D0-B1CB-CDEC-C16BF16BD9DE}"/>
                  </a:ext>
                </a:extLst>
              </p14:cNvPr>
              <p14:cNvContentPartPr/>
              <p14:nvPr/>
            </p14:nvContentPartPr>
            <p14:xfrm>
              <a:off x="4635543" y="2380897"/>
              <a:ext cx="491400" cy="4914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004E485-C6D0-B1CB-CDEC-C16BF16BD9D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9423" y="2374777"/>
                <a:ext cx="503640" cy="503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9D3F49AC-A5FB-F3F8-7B34-760DF6E90D9E}"/>
              </a:ext>
            </a:extLst>
          </p:cNvPr>
          <p:cNvGrpSpPr/>
          <p:nvPr/>
        </p:nvGrpSpPr>
        <p:grpSpPr>
          <a:xfrm>
            <a:off x="4907703" y="2095057"/>
            <a:ext cx="414720" cy="293400"/>
            <a:chOff x="4907703" y="2095057"/>
            <a:chExt cx="414720" cy="29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406B35E-AE77-D3CC-D1C2-4A3CE33AD303}"/>
                    </a:ext>
                  </a:extLst>
                </p14:cNvPr>
                <p14:cNvContentPartPr/>
                <p14:nvPr/>
              </p14:nvContentPartPr>
              <p14:xfrm>
                <a:off x="4933983" y="2095057"/>
                <a:ext cx="388440" cy="293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406B35E-AE77-D3CC-D1C2-4A3CE33AD30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927863" y="2088937"/>
                  <a:ext cx="40068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DF7356E-6126-867C-9D2E-05EE0E9EEAD8}"/>
                    </a:ext>
                  </a:extLst>
                </p14:cNvPr>
                <p14:cNvContentPartPr/>
                <p14:nvPr/>
              </p14:nvContentPartPr>
              <p14:xfrm>
                <a:off x="4907703" y="2285857"/>
                <a:ext cx="137520" cy="788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DF7356E-6126-867C-9D2E-05EE0E9EEAD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901583" y="2279737"/>
                  <a:ext cx="149760" cy="9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4060D4C-A472-694F-AFAC-D090AE7F33EA}"/>
              </a:ext>
            </a:extLst>
          </p:cNvPr>
          <p:cNvGrpSpPr/>
          <p:nvPr/>
        </p:nvGrpSpPr>
        <p:grpSpPr>
          <a:xfrm>
            <a:off x="5374263" y="1975537"/>
            <a:ext cx="197640" cy="215640"/>
            <a:chOff x="5374263" y="1975537"/>
            <a:chExt cx="197640" cy="21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3ECD187-C272-17E0-1260-BF669721CDD2}"/>
                    </a:ext>
                  </a:extLst>
                </p14:cNvPr>
                <p14:cNvContentPartPr/>
                <p14:nvPr/>
              </p14:nvContentPartPr>
              <p14:xfrm>
                <a:off x="5374263" y="1975537"/>
                <a:ext cx="104040" cy="188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3ECD187-C272-17E0-1260-BF669721CDD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368143" y="1969417"/>
                  <a:ext cx="1162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AC7DE69-E3BC-42C2-D9CB-962140B2BA0F}"/>
                    </a:ext>
                  </a:extLst>
                </p14:cNvPr>
                <p14:cNvContentPartPr/>
                <p14:nvPr/>
              </p14:nvContentPartPr>
              <p14:xfrm>
                <a:off x="5408823" y="2164537"/>
                <a:ext cx="163080" cy="266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AC7DE69-E3BC-42C2-D9CB-962140B2BA0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402703" y="2158417"/>
                  <a:ext cx="175320" cy="3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7F8086A0-CE84-67AB-E16D-FAFA80B57D89}"/>
                  </a:ext>
                </a:extLst>
              </p14:cNvPr>
              <p14:cNvContentPartPr/>
              <p14:nvPr/>
            </p14:nvContentPartPr>
            <p14:xfrm>
              <a:off x="2804223" y="3492577"/>
              <a:ext cx="446040" cy="4460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7F8086A0-CE84-67AB-E16D-FAFA80B57D8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798103" y="3486457"/>
                <a:ext cx="458280" cy="45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02A37837-442B-D672-FB52-B26D73387E0C}"/>
                  </a:ext>
                </a:extLst>
              </p14:cNvPr>
              <p14:cNvContentPartPr/>
              <p14:nvPr/>
            </p14:nvContentPartPr>
            <p14:xfrm>
              <a:off x="2807103" y="4402297"/>
              <a:ext cx="534960" cy="5349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02A37837-442B-D672-FB52-B26D73387E0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800983" y="4396177"/>
                <a:ext cx="547200" cy="54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ED058648-8DD4-7A05-BFD9-BE1DF11BA1DD}"/>
              </a:ext>
            </a:extLst>
          </p:cNvPr>
          <p:cNvGrpSpPr/>
          <p:nvPr/>
        </p:nvGrpSpPr>
        <p:grpSpPr>
          <a:xfrm>
            <a:off x="2681250" y="3987795"/>
            <a:ext cx="414720" cy="348480"/>
            <a:chOff x="2681250" y="3987795"/>
            <a:chExt cx="414720" cy="34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E02D4F8-F2DE-DC70-373A-F899DFA646F0}"/>
                    </a:ext>
                  </a:extLst>
                </p14:cNvPr>
                <p14:cNvContentPartPr/>
                <p14:nvPr/>
              </p14:nvContentPartPr>
              <p14:xfrm>
                <a:off x="2681250" y="4019115"/>
                <a:ext cx="195120" cy="153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E02D4F8-F2DE-DC70-373A-F899DFA646F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675130" y="4012995"/>
                  <a:ext cx="2073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909C6E2-EC72-1DFD-933F-8888802B22F0}"/>
                    </a:ext>
                  </a:extLst>
                </p14:cNvPr>
                <p14:cNvContentPartPr/>
                <p14:nvPr/>
              </p14:nvContentPartPr>
              <p14:xfrm>
                <a:off x="2685930" y="4014075"/>
                <a:ext cx="183600" cy="1587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909C6E2-EC72-1DFD-933F-8888802B22F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679810" y="4007955"/>
                  <a:ext cx="1958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2942D74-8628-458A-5A29-D9195656C298}"/>
                    </a:ext>
                  </a:extLst>
                </p14:cNvPr>
                <p14:cNvContentPartPr/>
                <p14:nvPr/>
              </p14:nvContentPartPr>
              <p14:xfrm>
                <a:off x="2900130" y="3987795"/>
                <a:ext cx="163440" cy="896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2942D74-8628-458A-5A29-D9195656C29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894010" y="3981675"/>
                  <a:ext cx="17568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3F30683-781B-DB40-1A32-23634DB463A7}"/>
                    </a:ext>
                  </a:extLst>
                </p14:cNvPr>
                <p14:cNvContentPartPr/>
                <p14:nvPr/>
              </p14:nvContentPartPr>
              <p14:xfrm>
                <a:off x="2919210" y="4174995"/>
                <a:ext cx="126000" cy="1515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3F30683-781B-DB40-1A32-23634DB463A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913090" y="4168875"/>
                  <a:ext cx="1382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E118DBC-C4EC-1786-9327-9E5D928DC5D9}"/>
                    </a:ext>
                  </a:extLst>
                </p14:cNvPr>
                <p14:cNvContentPartPr/>
                <p14:nvPr/>
              </p14:nvContentPartPr>
              <p14:xfrm>
                <a:off x="2990850" y="4295955"/>
                <a:ext cx="105120" cy="403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E118DBC-C4EC-1786-9327-9E5D928DC5D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984730" y="4289835"/>
                  <a:ext cx="117360" cy="52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E47E3A82-7240-893E-FE35-A75FA815CDD5}"/>
                  </a:ext>
                </a:extLst>
              </p14:cNvPr>
              <p14:cNvContentPartPr/>
              <p14:nvPr/>
            </p14:nvContentPartPr>
            <p14:xfrm>
              <a:off x="3630570" y="4507995"/>
              <a:ext cx="295200" cy="2955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E47E3A82-7240-893E-FE35-A75FA815CDD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624450" y="4501875"/>
                <a:ext cx="307440" cy="30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5D637624-DD36-035A-990C-683D59EA4F21}"/>
              </a:ext>
            </a:extLst>
          </p:cNvPr>
          <p:cNvGrpSpPr/>
          <p:nvPr/>
        </p:nvGrpSpPr>
        <p:grpSpPr>
          <a:xfrm>
            <a:off x="3890850" y="4295595"/>
            <a:ext cx="433440" cy="257760"/>
            <a:chOff x="3890850" y="4295595"/>
            <a:chExt cx="433440" cy="25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927F44A-E6BA-CED0-EC45-3F3BA7FF682E}"/>
                    </a:ext>
                  </a:extLst>
                </p14:cNvPr>
                <p14:cNvContentPartPr/>
                <p14:nvPr/>
              </p14:nvContentPartPr>
              <p14:xfrm>
                <a:off x="3890850" y="4395675"/>
                <a:ext cx="257040" cy="1576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927F44A-E6BA-CED0-EC45-3F3BA7FF682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884730" y="4389555"/>
                  <a:ext cx="26928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1B079DF-DEA0-769F-8BE3-C7E5660DFBBE}"/>
                    </a:ext>
                  </a:extLst>
                </p14:cNvPr>
                <p14:cNvContentPartPr/>
                <p14:nvPr/>
              </p14:nvContentPartPr>
              <p14:xfrm>
                <a:off x="4103970" y="4333755"/>
                <a:ext cx="78120" cy="1177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1B079DF-DEA0-769F-8BE3-C7E5660DFBB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097850" y="4327635"/>
                  <a:ext cx="903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464EEBD-67CF-B143-54D4-FF2A0EFA6E20}"/>
                    </a:ext>
                  </a:extLst>
                </p14:cNvPr>
                <p14:cNvContentPartPr/>
                <p14:nvPr/>
              </p14:nvContentPartPr>
              <p14:xfrm>
                <a:off x="4227090" y="4295595"/>
                <a:ext cx="97200" cy="1868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464EEBD-67CF-B143-54D4-FF2A0EFA6E2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220970" y="4289475"/>
                  <a:ext cx="109440" cy="199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68BEA8C3-A641-7312-3FCE-A77E61ED2633}"/>
                  </a:ext>
                </a:extLst>
              </p14:cNvPr>
              <p14:cNvContentPartPr/>
              <p14:nvPr/>
            </p14:nvContentPartPr>
            <p14:xfrm>
              <a:off x="1502330" y="1744870"/>
              <a:ext cx="367920" cy="36792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68BEA8C3-A641-7312-3FCE-A77E61ED263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496210" y="1738750"/>
                <a:ext cx="380160" cy="38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7CF1AB76-D6C0-6CAD-860F-2BC72752E2C4}"/>
                  </a:ext>
                </a:extLst>
              </p14:cNvPr>
              <p14:cNvContentPartPr/>
              <p14:nvPr/>
            </p14:nvContentPartPr>
            <p14:xfrm>
              <a:off x="1492610" y="1574590"/>
              <a:ext cx="164880" cy="17172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7CF1AB76-D6C0-6CAD-860F-2BC72752E2C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486490" y="1568470"/>
                <a:ext cx="177120" cy="18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54" name="Group 53">
            <a:extLst>
              <a:ext uri="{FF2B5EF4-FFF2-40B4-BE49-F238E27FC236}">
                <a16:creationId xmlns:a16="http://schemas.microsoft.com/office/drawing/2014/main" id="{92E80B77-18E8-2E49-A5C8-B573B4D84C16}"/>
              </a:ext>
            </a:extLst>
          </p:cNvPr>
          <p:cNvGrpSpPr/>
          <p:nvPr/>
        </p:nvGrpSpPr>
        <p:grpSpPr>
          <a:xfrm>
            <a:off x="1261490" y="1377670"/>
            <a:ext cx="127800" cy="280080"/>
            <a:chOff x="1261490" y="1377670"/>
            <a:chExt cx="127800" cy="28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D1D8E72-0FC5-B8B3-DFCB-6719CFD4E0C2}"/>
                    </a:ext>
                  </a:extLst>
                </p14:cNvPr>
                <p14:cNvContentPartPr/>
                <p14:nvPr/>
              </p14:nvContentPartPr>
              <p14:xfrm>
                <a:off x="1261490" y="1390630"/>
                <a:ext cx="109800" cy="1292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D1D8E72-0FC5-B8B3-DFCB-6719CFD4E0C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255370" y="1384510"/>
                  <a:ext cx="1220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676BA3D-FA60-AD36-4BFE-FE3146AECE0D}"/>
                    </a:ext>
                  </a:extLst>
                </p14:cNvPr>
                <p14:cNvContentPartPr/>
                <p14:nvPr/>
              </p14:nvContentPartPr>
              <p14:xfrm>
                <a:off x="1357970" y="1377670"/>
                <a:ext cx="31320" cy="2800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676BA3D-FA60-AD36-4BFE-FE3146AECE0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351850" y="1371550"/>
                  <a:ext cx="43560" cy="292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7F459893-B861-509A-72FD-3870423A2C4E}"/>
                  </a:ext>
                </a:extLst>
              </p14:cNvPr>
              <p14:cNvContentPartPr/>
              <p14:nvPr/>
            </p14:nvContentPartPr>
            <p14:xfrm>
              <a:off x="2084450" y="5604790"/>
              <a:ext cx="390240" cy="38988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7F459893-B861-509A-72FD-3870423A2C4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078330" y="5598670"/>
                <a:ext cx="402480" cy="40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651F936E-AAC1-6347-83E0-A7D780176122}"/>
                  </a:ext>
                </a:extLst>
              </p14:cNvPr>
              <p14:cNvContentPartPr/>
              <p14:nvPr/>
            </p14:nvContentPartPr>
            <p14:xfrm>
              <a:off x="1584900" y="1662120"/>
              <a:ext cx="130320" cy="1155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651F936E-AAC1-6347-83E0-A7D78017612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578780" y="1655981"/>
                <a:ext cx="142560" cy="127838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E74C66DD-0E9C-B617-9B45-A63431E1D4B6}"/>
              </a:ext>
            </a:extLst>
          </p:cNvPr>
          <p:cNvGrpSpPr/>
          <p:nvPr/>
        </p:nvGrpSpPr>
        <p:grpSpPr>
          <a:xfrm>
            <a:off x="1470060" y="5586480"/>
            <a:ext cx="621360" cy="250920"/>
            <a:chOff x="1470060" y="5586480"/>
            <a:chExt cx="621360" cy="25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C6002DB-BD7B-2528-5DB7-4B9858B9F7CF}"/>
                    </a:ext>
                  </a:extLst>
                </p14:cNvPr>
                <p14:cNvContentPartPr/>
                <p14:nvPr/>
              </p14:nvContentPartPr>
              <p14:xfrm>
                <a:off x="1660860" y="5651280"/>
                <a:ext cx="410760" cy="1022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C6002DB-BD7B-2528-5DB7-4B9858B9F7C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654740" y="5645138"/>
                  <a:ext cx="423000" cy="1145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8AB8BED-5423-863F-AB00-6C0A3AB89AF6}"/>
                    </a:ext>
                  </a:extLst>
                </p14:cNvPr>
                <p14:cNvContentPartPr/>
                <p14:nvPr/>
              </p14:nvContentPartPr>
              <p14:xfrm>
                <a:off x="1645740" y="5615640"/>
                <a:ext cx="360" cy="3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8AB8BED-5423-863F-AB00-6C0A3AB89AF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639620" y="560952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4FA67F8-D7E7-83FA-B56B-4DD2E53259F0}"/>
                    </a:ext>
                  </a:extLst>
                </p14:cNvPr>
                <p14:cNvContentPartPr/>
                <p14:nvPr/>
              </p14:nvContentPartPr>
              <p14:xfrm>
                <a:off x="1988460" y="5600520"/>
                <a:ext cx="102960" cy="1875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4FA67F8-D7E7-83FA-B56B-4DD2E53259F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982340" y="5594388"/>
                  <a:ext cx="115200" cy="1998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8BB29AE-AC75-C04A-7A62-958089F0B4F4}"/>
                    </a:ext>
                  </a:extLst>
                </p14:cNvPr>
                <p14:cNvContentPartPr/>
                <p14:nvPr/>
              </p14:nvContentPartPr>
              <p14:xfrm>
                <a:off x="1477980" y="5586480"/>
                <a:ext cx="115200" cy="295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8BB29AE-AC75-C04A-7A62-958089F0B4F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471841" y="5580360"/>
                  <a:ext cx="127478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7B32198-EF40-FB2C-F9D5-11872180D417}"/>
                    </a:ext>
                  </a:extLst>
                </p14:cNvPr>
                <p14:cNvContentPartPr/>
                <p14:nvPr/>
              </p14:nvContentPartPr>
              <p14:xfrm>
                <a:off x="1470060" y="5615640"/>
                <a:ext cx="153720" cy="2217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7B32198-EF40-FB2C-F9D5-11872180D41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463940" y="5609520"/>
                  <a:ext cx="165960" cy="234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1682F933-2FE0-CF19-3CDF-E1B7B861E7ED}"/>
                  </a:ext>
                </a:extLst>
              </p14:cNvPr>
              <p14:cNvContentPartPr/>
              <p14:nvPr/>
            </p14:nvContentPartPr>
            <p14:xfrm>
              <a:off x="2482380" y="2055960"/>
              <a:ext cx="420120" cy="4197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1682F933-2FE0-CF19-3CDF-E1B7B861E7E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476260" y="2049840"/>
                <a:ext cx="432360" cy="43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0D874C50-F712-905F-968D-B6684D2D45C7}"/>
              </a:ext>
            </a:extLst>
          </p:cNvPr>
          <p:cNvGrpSpPr/>
          <p:nvPr/>
        </p:nvGrpSpPr>
        <p:grpSpPr>
          <a:xfrm>
            <a:off x="2162340" y="2450880"/>
            <a:ext cx="593280" cy="346680"/>
            <a:chOff x="2162340" y="2450880"/>
            <a:chExt cx="593280" cy="34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6C977E7-AAF7-C6B6-438C-88350F224C07}"/>
                    </a:ext>
                  </a:extLst>
                </p14:cNvPr>
                <p14:cNvContentPartPr/>
                <p14:nvPr/>
              </p14:nvContentPartPr>
              <p14:xfrm>
                <a:off x="2399580" y="2481840"/>
                <a:ext cx="289800" cy="1494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6C977E7-AAF7-C6B6-438C-88350F224C0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393460" y="2475735"/>
                  <a:ext cx="302040" cy="1616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AE450D8-2349-D03F-F302-2657B4F8CFBF}"/>
                    </a:ext>
                  </a:extLst>
                </p14:cNvPr>
                <p14:cNvContentPartPr/>
                <p14:nvPr/>
              </p14:nvContentPartPr>
              <p14:xfrm>
                <a:off x="2636460" y="2450880"/>
                <a:ext cx="119160" cy="889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AE450D8-2349-D03F-F302-2657B4F8CFB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630340" y="2444785"/>
                  <a:ext cx="131400" cy="1011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4342120-8F59-C2CC-E86F-5BDB3BE4EE77}"/>
                    </a:ext>
                  </a:extLst>
                </p14:cNvPr>
                <p14:cNvContentPartPr/>
                <p14:nvPr/>
              </p14:nvContentPartPr>
              <p14:xfrm>
                <a:off x="2162340" y="2521440"/>
                <a:ext cx="178920" cy="2761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4342120-8F59-C2CC-E86F-5BDB3BE4EE7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156232" y="2515320"/>
                  <a:ext cx="191135" cy="288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9793262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032453F-A203-EB11-8362-5B79B0D86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427475"/>
            <a:ext cx="11048999" cy="811005"/>
          </a:xfrm>
        </p:spPr>
        <p:txBody>
          <a:bodyPr/>
          <a:lstStyle/>
          <a:p>
            <a:r>
              <a:rPr lang="en-US"/>
              <a:t>Materials and Supplies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212CE016-BE10-9EA0-12AA-6795E5AF32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7820806"/>
              </p:ext>
            </p:extLst>
          </p:nvPr>
        </p:nvGraphicFramePr>
        <p:xfrm>
          <a:off x="571500" y="1437126"/>
          <a:ext cx="5257800" cy="44907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58" name="Picture 10" descr="How Is Sugar Made? | Taste of Home">
            <a:extLst>
              <a:ext uri="{FF2B5EF4-FFF2-40B4-BE49-F238E27FC236}">
                <a16:creationId xmlns:a16="http://schemas.microsoft.com/office/drawing/2014/main" id="{7EB7B7CC-63E3-64E7-116C-A1EDA8D658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2706" y="205446"/>
            <a:ext cx="2408840" cy="1501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Lab Measuring Equipment | Types &amp; Significance">
            <a:extLst>
              <a:ext uri="{FF2B5EF4-FFF2-40B4-BE49-F238E27FC236}">
                <a16:creationId xmlns:a16="http://schemas.microsoft.com/office/drawing/2014/main" id="{B1A59D10-5B68-6290-790E-68205FECEB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20" r="12665"/>
          <a:stretch>
            <a:fillRect/>
          </a:stretch>
        </p:blipFill>
        <p:spPr bwMode="auto">
          <a:xfrm>
            <a:off x="9028384" y="889998"/>
            <a:ext cx="2858814" cy="1930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Lab Goggles Nitrile Gloves Stock Photo 709923 | Shutterstock">
            <a:extLst>
              <a:ext uri="{FF2B5EF4-FFF2-40B4-BE49-F238E27FC236}">
                <a16:creationId xmlns:a16="http://schemas.microsoft.com/office/drawing/2014/main" id="{6290F5D3-4DC7-8F82-C967-B829319800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55" b="6945"/>
          <a:stretch>
            <a:fillRect/>
          </a:stretch>
        </p:blipFill>
        <p:spPr bwMode="auto">
          <a:xfrm>
            <a:off x="6095998" y="2605780"/>
            <a:ext cx="2748455" cy="1760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GOYOJO Digital Analytical Balance ...">
            <a:extLst>
              <a:ext uri="{FF2B5EF4-FFF2-40B4-BE49-F238E27FC236}">
                <a16:creationId xmlns:a16="http://schemas.microsoft.com/office/drawing/2014/main" id="{4F9FEC57-7E4C-4951-FB0B-4F6C5AD3D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5872" y="3485843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 descr="Plastic Funnels">
            <a:extLst>
              <a:ext uri="{FF2B5EF4-FFF2-40B4-BE49-F238E27FC236}">
                <a16:creationId xmlns:a16="http://schemas.microsoft.com/office/drawing/2014/main" id="{19260895-EC4D-9307-635D-00DEA3B5F0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3500" b="95667" l="10000" r="90000">
                        <a14:foregroundMark x1="58125" y1="90333" x2="70250" y2="90667"/>
                        <a14:foregroundMark x1="57125" y1="93667" x2="67125" y2="95833"/>
                        <a14:foregroundMark x1="38125" y1="7000" x2="38125" y2="7000"/>
                        <a14:foregroundMark x1="38125" y1="3500" x2="38125" y2="3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1549" y="4695275"/>
            <a:ext cx="2159876" cy="1619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6230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15399-9578-D8FB-2EE4-042A1D974EE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50479" y="1378169"/>
            <a:ext cx="3225800" cy="1562100"/>
          </a:xfrm>
        </p:spPr>
        <p:txBody>
          <a:bodyPr>
            <a:normAutofit/>
          </a:bodyPr>
          <a:lstStyle/>
          <a:p>
            <a:r>
              <a:rPr lang="en-US"/>
              <a:t>Procedure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DD07CE9F-5057-D760-CE77-0040170F1ABA}"/>
              </a:ext>
            </a:extLst>
          </p:cNvPr>
          <p:cNvGraphicFramePr>
            <a:graphicFrameLocks noGrp="1"/>
          </p:cNvGraphicFramePr>
          <p:nvPr>
            <p:ph idx="18"/>
            <p:extLst>
              <p:ext uri="{D42A27DB-BD31-4B8C-83A1-F6EECF244321}">
                <p14:modId xmlns:p14="http://schemas.microsoft.com/office/powerpoint/2010/main" val="41129712"/>
              </p:ext>
            </p:extLst>
          </p:nvPr>
        </p:nvGraphicFramePr>
        <p:xfrm>
          <a:off x="4805665" y="1222362"/>
          <a:ext cx="6796915" cy="48405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Graphic 7" descr="List with solid fill">
            <a:extLst>
              <a:ext uri="{FF2B5EF4-FFF2-40B4-BE49-F238E27FC236}">
                <a16:creationId xmlns:a16="http://schemas.microsoft.com/office/drawing/2014/main" id="{2A6FC570-6A4F-AC81-132A-C08DCF816F0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2151" y="2525111"/>
            <a:ext cx="26670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62635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1CF01-4F45-B8E0-A9BD-0BAF28B44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will be Calculated/Data Needed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D175F-62E5-B801-697C-33928AD7F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437126"/>
            <a:ext cx="5257800" cy="554960"/>
          </a:xfrm>
        </p:spPr>
        <p:txBody>
          <a:bodyPr>
            <a:normAutofit/>
          </a:bodyPr>
          <a:lstStyle/>
          <a:p>
            <a:r>
              <a:rPr lang="en-US" sz="2800" b="1">
                <a:solidFill>
                  <a:schemeClr val="accent2"/>
                </a:solidFill>
              </a:rPr>
              <a:t>Capacity</a:t>
            </a:r>
          </a:p>
          <a:p>
            <a:endParaRPr lang="en-US" sz="2800" b="1">
              <a:solidFill>
                <a:schemeClr val="accent2"/>
              </a:solidFill>
            </a:endParaRPr>
          </a:p>
          <a:p>
            <a:endParaRPr lang="en-NZ" sz="2400" b="1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5CD29F-C625-D78F-EE1A-5644E8019C1B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095998" y="1437126"/>
            <a:ext cx="5257800" cy="554960"/>
          </a:xfrm>
        </p:spPr>
        <p:txBody>
          <a:bodyPr>
            <a:normAutofit/>
          </a:bodyPr>
          <a:lstStyle/>
          <a:p>
            <a:r>
              <a:rPr lang="en-US" sz="2800" b="1">
                <a:solidFill>
                  <a:schemeClr val="accent2"/>
                </a:solidFill>
              </a:rPr>
              <a:t>Steam Economy</a:t>
            </a:r>
            <a:endParaRPr lang="en-NZ" sz="2800" b="1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2BF63CB-8E07-2147-FA33-4147630EC483}"/>
                  </a:ext>
                </a:extLst>
              </p:cNvPr>
              <p:cNvSpPr txBox="1"/>
              <p:nvPr/>
            </p:nvSpPr>
            <p:spPr>
              <a:xfrm>
                <a:off x="571499" y="2302329"/>
                <a:ext cx="4637315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080808"/>
                    </a:solidFill>
                  </a:rPr>
                  <a:t>Equation:</a:t>
                </a:r>
                <a:r>
                  <a:rPr lang="en-US" dirty="0">
                    <a:solidFill>
                      <a:srgbClr val="080808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i="1">
                            <a:solidFill>
                              <a:srgbClr val="08080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NZ" i="1">
                                <a:solidFill>
                                  <a:srgbClr val="08080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080808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solidFill>
                              <a:srgbClr val="080808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endParaRPr lang="en-NZ" dirty="0">
                  <a:solidFill>
                    <a:srgbClr val="080808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NZ" i="1">
                            <a:solidFill>
                              <a:srgbClr val="08080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NZ" i="1">
                                <a:solidFill>
                                  <a:srgbClr val="08080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080808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solidFill>
                              <a:srgbClr val="080808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i="1" dirty="0">
                    <a:solidFill>
                      <a:srgbClr val="080808"/>
                    </a:solidFill>
                  </a:rPr>
                  <a:t> is the vapor (distillate) mass flow.</a:t>
                </a:r>
              </a:p>
              <a:p>
                <a:pPr lvl="1"/>
                <a:endParaRPr lang="en-NZ" i="1" dirty="0">
                  <a:solidFill>
                    <a:srgbClr val="080808"/>
                  </a:solidFill>
                </a:endParaRPr>
              </a:p>
              <a:p>
                <a:r>
                  <a:rPr lang="en-NZ" b="1" dirty="0">
                    <a:solidFill>
                      <a:srgbClr val="080808"/>
                    </a:solidFill>
                  </a:rPr>
                  <a:t>Why?</a:t>
                </a:r>
              </a:p>
              <a:p>
                <a:pPr lvl="1"/>
                <a:r>
                  <a:rPr lang="en-NZ" dirty="0">
                    <a:solidFill>
                      <a:srgbClr val="080808"/>
                    </a:solidFill>
                  </a:rPr>
                  <a:t>Capacity = productivity</a:t>
                </a:r>
              </a:p>
              <a:p>
                <a:pPr lvl="1"/>
                <a:endParaRPr lang="en-NZ" dirty="0">
                  <a:solidFill>
                    <a:srgbClr val="080808"/>
                  </a:solidFill>
                </a:endParaRPr>
              </a:p>
              <a:p>
                <a:r>
                  <a:rPr lang="en-NZ" b="1" dirty="0">
                    <a:solidFill>
                      <a:srgbClr val="080808"/>
                    </a:solidFill>
                  </a:rPr>
                  <a:t>What data is needed?</a:t>
                </a:r>
              </a:p>
              <a:p>
                <a:pPr marL="800100" lvl="1" indent="-342900">
                  <a:buAutoNum type="arabicPeriod"/>
                </a:pPr>
                <a:r>
                  <a:rPr lang="en-NZ" dirty="0">
                    <a:solidFill>
                      <a:srgbClr val="080808"/>
                    </a:solidFill>
                  </a:rPr>
                  <a:t>Collection time</a:t>
                </a:r>
              </a:p>
              <a:p>
                <a:pPr marL="800100" lvl="1" indent="-342900">
                  <a:buAutoNum type="arabicPeriod"/>
                </a:pPr>
                <a:r>
                  <a:rPr lang="en-NZ" dirty="0">
                    <a:solidFill>
                      <a:srgbClr val="080808"/>
                    </a:solidFill>
                  </a:rPr>
                  <a:t>Amount of distillate collected</a:t>
                </a:r>
              </a:p>
              <a:p>
                <a:pPr marL="800100" lvl="1" indent="-342900">
                  <a:buAutoNum type="arabicPeriod"/>
                </a:pPr>
                <a:r>
                  <a:rPr lang="en-NZ" dirty="0">
                    <a:solidFill>
                      <a:srgbClr val="080808"/>
                    </a:solidFill>
                  </a:rPr>
                  <a:t>Pressure</a:t>
                </a:r>
              </a:p>
              <a:p>
                <a:pPr lvl="1"/>
                <a:endParaRPr lang="en-US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2BF63CB-8E07-2147-FA33-4147630EC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499" y="2302329"/>
                <a:ext cx="4637315" cy="3139321"/>
              </a:xfrm>
              <a:prstGeom prst="rect">
                <a:avLst/>
              </a:prstGeom>
              <a:blipFill>
                <a:blip r:embed="rId2"/>
                <a:stretch>
                  <a:fillRect l="-1184" t="-1165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BE5F26-3EAB-6A9B-6540-015C8C40D445}"/>
                  </a:ext>
                </a:extLst>
              </p:cNvPr>
              <p:cNvSpPr txBox="1"/>
              <p:nvPr/>
            </p:nvSpPr>
            <p:spPr>
              <a:xfrm>
                <a:off x="6095998" y="2302329"/>
                <a:ext cx="4637315" cy="3851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080808"/>
                    </a:solidFill>
                  </a:rPr>
                  <a:t>Equation</a:t>
                </a:r>
                <a:r>
                  <a:rPr lang="en-US" dirty="0">
                    <a:solidFill>
                      <a:srgbClr val="080808"/>
                    </a:solidFill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080808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NZ" b="1" i="1">
                            <a:solidFill>
                              <a:srgbClr val="080808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NZ" i="1">
                                <a:solidFill>
                                  <a:srgbClr val="08080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NZ" i="1">
                                    <a:solidFill>
                                      <a:srgbClr val="080808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solidFill>
                                      <a:srgbClr val="080808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solidFill>
                                  <a:srgbClr val="080808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NZ" i="1">
                                <a:solidFill>
                                  <a:srgbClr val="08080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NZ" i="1">
                                    <a:solidFill>
                                      <a:srgbClr val="080808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solidFill>
                                      <a:srgbClr val="080808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solidFill>
                                  <a:srgbClr val="080808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den>
                    </m:f>
                  </m:oMath>
                </a14:m>
                <a:endParaRPr lang="en-NZ" dirty="0">
                  <a:solidFill>
                    <a:srgbClr val="080808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NZ" i="1">
                            <a:solidFill>
                              <a:srgbClr val="08080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NZ" i="1">
                                <a:solidFill>
                                  <a:srgbClr val="08080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080808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solidFill>
                              <a:srgbClr val="080808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i="1" dirty="0">
                    <a:solidFill>
                      <a:srgbClr val="080808"/>
                    </a:solidFill>
                  </a:rPr>
                  <a:t> is the vapor (distillate) mass flow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i="1">
                            <a:solidFill>
                              <a:srgbClr val="08080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NZ" i="1">
                                <a:solidFill>
                                  <a:srgbClr val="08080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080808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solidFill>
                              <a:srgbClr val="080808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i="1" dirty="0">
                    <a:solidFill>
                      <a:srgbClr val="080808"/>
                    </a:solidFill>
                  </a:rPr>
                  <a:t> is the steam condensed</a:t>
                </a:r>
                <a:r>
                  <a:rPr lang="en-US" dirty="0">
                    <a:solidFill>
                      <a:srgbClr val="080808"/>
                    </a:solidFill>
                  </a:rPr>
                  <a:t>.</a:t>
                </a:r>
                <a:r>
                  <a:rPr lang="en-US" i="1" dirty="0">
                    <a:solidFill>
                      <a:srgbClr val="080808"/>
                    </a:solidFill>
                  </a:rPr>
                  <a:t>.</a:t>
                </a:r>
              </a:p>
              <a:p>
                <a:pPr lvl="1"/>
                <a:endParaRPr lang="en-NZ" i="1" dirty="0">
                  <a:solidFill>
                    <a:srgbClr val="080808"/>
                  </a:solidFill>
                </a:endParaRPr>
              </a:p>
              <a:p>
                <a:r>
                  <a:rPr lang="en-NZ" b="1" dirty="0">
                    <a:solidFill>
                      <a:srgbClr val="080808"/>
                    </a:solidFill>
                  </a:rPr>
                  <a:t>Why?</a:t>
                </a:r>
              </a:p>
              <a:p>
                <a:pPr lvl="1"/>
                <a:r>
                  <a:rPr lang="en-NZ" dirty="0">
                    <a:solidFill>
                      <a:srgbClr val="080808"/>
                    </a:solidFill>
                  </a:rPr>
                  <a:t>Steam economy = energy efficiency</a:t>
                </a:r>
              </a:p>
              <a:p>
                <a:pPr lvl="1"/>
                <a:endParaRPr lang="en-NZ" dirty="0">
                  <a:solidFill>
                    <a:srgbClr val="080808"/>
                  </a:solidFill>
                </a:endParaRPr>
              </a:p>
              <a:p>
                <a:r>
                  <a:rPr lang="en-NZ" b="1" dirty="0">
                    <a:solidFill>
                      <a:srgbClr val="080808"/>
                    </a:solidFill>
                  </a:rPr>
                  <a:t>What data is needed?</a:t>
                </a:r>
              </a:p>
              <a:p>
                <a:pPr marL="800100" lvl="1" indent="-342900">
                  <a:buAutoNum type="arabicPeriod"/>
                </a:pPr>
                <a:r>
                  <a:rPr lang="en-NZ" dirty="0">
                    <a:solidFill>
                      <a:srgbClr val="080808"/>
                    </a:solidFill>
                  </a:rPr>
                  <a:t>Collection time</a:t>
                </a:r>
              </a:p>
              <a:p>
                <a:pPr marL="800100" lvl="1" indent="-342900">
                  <a:buAutoNum type="arabicPeriod"/>
                </a:pPr>
                <a:r>
                  <a:rPr lang="en-NZ" dirty="0">
                    <a:solidFill>
                      <a:srgbClr val="080808"/>
                    </a:solidFill>
                  </a:rPr>
                  <a:t>Amount of distillate collected</a:t>
                </a:r>
              </a:p>
              <a:p>
                <a:pPr marL="800100" lvl="1" indent="-342900">
                  <a:buAutoNum type="arabicPeriod"/>
                </a:pPr>
                <a:r>
                  <a:rPr lang="en-NZ" dirty="0">
                    <a:solidFill>
                      <a:srgbClr val="080808"/>
                    </a:solidFill>
                  </a:rPr>
                  <a:t>Amount of condensed steam</a:t>
                </a:r>
              </a:p>
              <a:p>
                <a:pPr marL="800100" lvl="1" indent="-342900">
                  <a:buAutoNum type="arabicPeriod"/>
                </a:pPr>
                <a:r>
                  <a:rPr lang="en-NZ" dirty="0">
                    <a:solidFill>
                      <a:srgbClr val="080808"/>
                    </a:solidFill>
                  </a:rPr>
                  <a:t>Pressure</a:t>
                </a:r>
              </a:p>
              <a:p>
                <a:pPr lvl="1"/>
                <a:endParaRPr lang="en-US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BE5F26-3EAB-6A9B-6540-015C8C40D4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8" y="2302329"/>
                <a:ext cx="4637315" cy="3851375"/>
              </a:xfrm>
              <a:prstGeom prst="rect">
                <a:avLst/>
              </a:prstGeom>
              <a:blipFill>
                <a:blip r:embed="rId3"/>
                <a:stretch>
                  <a:fillRect l="-1051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3655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1FC82-0210-556B-3EB6-8A6B847D6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427475"/>
            <a:ext cx="11048999" cy="811005"/>
          </a:xfrm>
        </p:spPr>
        <p:txBody>
          <a:bodyPr anchor="t">
            <a:normAutofit/>
          </a:bodyPr>
          <a:lstStyle/>
          <a:p>
            <a:r>
              <a:rPr lang="en-US"/>
              <a:t>Dangers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48F7BB29-5DF9-DB85-FE37-A1B7372D38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0257050"/>
              </p:ext>
            </p:extLst>
          </p:nvPr>
        </p:nvGraphicFramePr>
        <p:xfrm>
          <a:off x="571500" y="1437126"/>
          <a:ext cx="11049000" cy="44907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68869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FE3CE-201F-114F-BF9D-EBAFAE1CE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427475"/>
            <a:ext cx="11048999" cy="811005"/>
          </a:xfrm>
        </p:spPr>
        <p:txBody>
          <a:bodyPr anchor="t">
            <a:normAutofit/>
          </a:bodyPr>
          <a:lstStyle/>
          <a:p>
            <a:r>
              <a:rPr lang="en-US" dirty="0"/>
              <a:t>Challenges</a:t>
            </a:r>
            <a:endParaRPr lang="en-NZ" dirty="0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50ED684F-5909-2505-646F-E88B6CBF15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6839169"/>
              </p:ext>
            </p:extLst>
          </p:nvPr>
        </p:nvGraphicFramePr>
        <p:xfrm>
          <a:off x="571500" y="1437126"/>
          <a:ext cx="11049000" cy="44907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7978769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1_UIC">
  <a:themeElements>
    <a:clrScheme name="UIC">
      <a:dk1>
        <a:srgbClr val="575757"/>
      </a:dk1>
      <a:lt1>
        <a:srgbClr val="FFFFFF"/>
      </a:lt1>
      <a:dk2>
        <a:srgbClr val="001D69"/>
      </a:dk2>
      <a:lt2>
        <a:srgbClr val="F2F7EB"/>
      </a:lt2>
      <a:accent1>
        <a:srgbClr val="D40032"/>
      </a:accent1>
      <a:accent2>
        <a:srgbClr val="001E61"/>
      </a:accent2>
      <a:accent3>
        <a:srgbClr val="41B6E5"/>
      </a:accent3>
      <a:accent4>
        <a:srgbClr val="FFBE3E"/>
      </a:accent4>
      <a:accent5>
        <a:srgbClr val="0085AD"/>
      </a:accent5>
      <a:accent6>
        <a:srgbClr val="D0D2CF"/>
      </a:accent6>
      <a:hlink>
        <a:srgbClr val="41B6E6"/>
      </a:hlink>
      <a:folHlink>
        <a:srgbClr val="001E6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IC" id="{B82EF8CA-CF45-B347-9F86-BDCB680E2AB6}" vid="{5E8F787F-D014-A040-8B66-4854019F9F3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50406bf-ab9f-483b-b303-db1ece28540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B7536DA56B45E49B4127A42CE0BFF03" ma:contentTypeVersion="9" ma:contentTypeDescription="Create a new document." ma:contentTypeScope="" ma:versionID="5286989152088d366424bfb8338881db">
  <xsd:schema xmlns:xsd="http://www.w3.org/2001/XMLSchema" xmlns:xs="http://www.w3.org/2001/XMLSchema" xmlns:p="http://schemas.microsoft.com/office/2006/metadata/properties" xmlns:ns3="a50406bf-ab9f-483b-b303-db1ece28540e" xmlns:ns4="0b9bbc26-84a1-4caf-bda8-7ce090730006" targetNamespace="http://schemas.microsoft.com/office/2006/metadata/properties" ma:root="true" ma:fieldsID="26dadc44a8c39e1be30a9258c456d69e" ns3:_="" ns4:_="">
    <xsd:import namespace="a50406bf-ab9f-483b-b303-db1ece28540e"/>
    <xsd:import namespace="0b9bbc26-84a1-4caf-bda8-7ce09073000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0406bf-ab9f-483b-b303-db1ece2854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9bbc26-84a1-4caf-bda8-7ce09073000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735ED35-8BE3-4CCC-B416-5402A05E8B83}">
  <ds:schemaRefs>
    <ds:schemaRef ds:uri="http://schemas.microsoft.com/office/2006/metadata/properties"/>
    <ds:schemaRef ds:uri="http://schemas.microsoft.com/office/2006/documentManagement/types"/>
    <ds:schemaRef ds:uri="http://purl.org/dc/terms/"/>
    <ds:schemaRef ds:uri="http://purl.org/dc/dcmitype/"/>
    <ds:schemaRef ds:uri="a50406bf-ab9f-483b-b303-db1ece28540e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0b9bbc26-84a1-4caf-bda8-7ce090730006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65B39C2-E85E-4983-BF8C-946723CED5EE}">
  <ds:schemaRefs>
    <ds:schemaRef ds:uri="0b9bbc26-84a1-4caf-bda8-7ce090730006"/>
    <ds:schemaRef ds:uri="a50406bf-ab9f-483b-b303-db1ece28540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224C9C6-16F2-47FF-8924-8CBC1FE8248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202cd47-7a56-4baa-99e3-e3b71a7c77dd}" enabled="0" method="" siteId="{e202cd47-7a56-4baa-99e3-e3b71a7c77d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UIC template slides</Template>
  <TotalTime>8</TotalTime>
  <Words>632</Words>
  <Application>Microsoft Office PowerPoint</Application>
  <PresentationFormat>Widescreen</PresentationFormat>
  <Paragraphs>100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Cambria Math</vt:lpstr>
      <vt:lpstr>Open Sans</vt:lpstr>
      <vt:lpstr>System Font Regular</vt:lpstr>
      <vt:lpstr>1_UIC</vt:lpstr>
      <vt:lpstr>PowerPoint Presentation</vt:lpstr>
      <vt:lpstr>PowerPoint Presentation</vt:lpstr>
      <vt:lpstr>Introduction</vt:lpstr>
      <vt:lpstr>Theory</vt:lpstr>
      <vt:lpstr>PowerPoint Presentation</vt:lpstr>
      <vt:lpstr>How to use Equipment</vt:lpstr>
      <vt:lpstr>Materials and Supplies</vt:lpstr>
      <vt:lpstr>PowerPoint Presentation</vt:lpstr>
      <vt:lpstr>What will be Calculated/Data Needed</vt:lpstr>
      <vt:lpstr>Dangers</vt:lpstr>
      <vt:lpstr>Challenges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Aca, Jazmin</dc:creator>
  <cp:lastModifiedBy>Zdunek, Alan</cp:lastModifiedBy>
  <cp:revision>3</cp:revision>
  <dcterms:created xsi:type="dcterms:W3CDTF">2025-09-13T20:30:28Z</dcterms:created>
  <dcterms:modified xsi:type="dcterms:W3CDTF">2025-09-17T22:28:05Z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0x0101007B7536DA56B45E49B4127A42CE0BFF03</vt:lpwstr>
  </property>
</Properties>
</file>