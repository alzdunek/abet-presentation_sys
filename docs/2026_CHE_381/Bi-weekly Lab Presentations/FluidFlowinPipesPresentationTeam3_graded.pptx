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omments/modernComment_17B_4D437748.xml" ContentType="application/vnd.ms-powerpoint.comments+xml"/>
  <Override PartName="/ppt/comments/modernComment_183_12703F3B.xml" ContentType="application/vnd.ms-powerpoint.comments+xml"/>
  <Override PartName="/ppt/comments/modernComment_188_A228AFFF.xml" ContentType="application/vnd.ms-powerpoint.comments+xml"/>
  <Override PartName="/ppt/comments/modernComment_178_5D91416C.xml" ContentType="application/vnd.ms-powerpoint.comments+xml"/>
  <Override PartName="/ppt/comments/modernComment_186_1D93DFAA.xml" ContentType="application/vnd.ms-powerpoint.comments+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14"/>
  </p:notesMasterIdLst>
  <p:sldIdLst>
    <p:sldId id="379" r:id="rId5"/>
    <p:sldId id="381" r:id="rId6"/>
    <p:sldId id="387" r:id="rId7"/>
    <p:sldId id="392" r:id="rId8"/>
    <p:sldId id="376" r:id="rId9"/>
    <p:sldId id="390" r:id="rId10"/>
    <p:sldId id="393" r:id="rId11"/>
    <p:sldId id="378" r:id="rId12"/>
    <p:sldId id="3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333333"/>
    <a:srgbClr val="323232"/>
    <a:srgbClr val="001E62"/>
    <a:srgbClr val="D50032"/>
    <a:srgbClr val="F4F3E8"/>
    <a:srgbClr val="0080A9"/>
    <a:srgbClr val="FEBB37"/>
    <a:srgbClr val="51B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358D88-82DC-1A7F-961A-85955F7831DE}" v="1" dt="2025-11-11T14:42:56.098"/>
    <p1510:client id="{98AB542F-D06B-4807-9AAF-553E92505353}" v="75" dt="2025-11-11T03:28:28.478"/>
    <p1510:client id="{C3D7A975-92F9-4B7B-850C-87061F759E45}" v="164" dt="2025-11-11T15:53:50.341"/>
    <p1510:client id="{C97AC756-C795-EDEF-B2C1-E0ECFCF7CCFF}" v="99" dt="2025-11-11T03:53:06.746"/>
    <p1510:client id="{ED471A6F-FDBC-BCB6-87C6-7C527696A42C}" v="432" dt="2025-11-11T04:25:40.760"/>
    <p1510:client id="{FDE0FBD7-7D99-256D-9EEA-21C21F4B712E}" v="206" dt="2025-11-11T04:56:05.4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456"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omments/modernComment_17B_4D437748.xml><?xml version="1.0" encoding="utf-8"?>
<p188:cmLst xmlns:a="http://schemas.openxmlformats.org/drawingml/2006/main" xmlns:r="http://schemas.openxmlformats.org/officeDocument/2006/relationships" xmlns:p188="http://schemas.microsoft.com/office/powerpoint/2018/8/main">
  <p188:cm id="{09D27F84-2C67-4DD4-8492-D6E33D03415F}" authorId="{DF52CCAC-0B66-CA76-A7A3-D551D844506B}" created="2025-11-12T17:32:19.834">
    <ac:deMkLst xmlns:ac="http://schemas.microsoft.com/office/drawing/2013/main/command">
      <pc:docMk xmlns:pc="http://schemas.microsoft.com/office/powerpoint/2013/main/command"/>
      <pc:sldMk xmlns:pc="http://schemas.microsoft.com/office/powerpoint/2013/main/command" cId="1296267080" sldId="379"/>
      <ac:spMk id="6" creationId="{EFCD1B53-1BFE-8B23-1618-F7A76DC0E3E0}"/>
    </ac:deMkLst>
    <p188:txBody>
      <a:bodyPr/>
      <a:lstStyle/>
      <a:p>
        <a:r>
          <a:rPr lang="en-US"/>
          <a:t>96/100</a:t>
        </a:r>
      </a:p>
    </p188:txBody>
  </p188:cm>
</p188:cmLst>
</file>

<file path=ppt/comments/modernComment_178_5D91416C.xml><?xml version="1.0" encoding="utf-8"?>
<p188:cmLst xmlns:a="http://schemas.openxmlformats.org/drawingml/2006/main" xmlns:r="http://schemas.openxmlformats.org/officeDocument/2006/relationships" xmlns:p188="http://schemas.microsoft.com/office/powerpoint/2018/8/main">
  <p188:cm id="{C1417422-F462-4C57-80B4-C6EF2271D8F6}" authorId="{DF52CCAC-0B66-CA76-A7A3-D551D844506B}" created="2025-11-12T17:30:07.375">
    <ac:deMkLst xmlns:ac="http://schemas.microsoft.com/office/drawing/2013/main/command">
      <pc:docMk xmlns:pc="http://schemas.microsoft.com/office/powerpoint/2013/main/command"/>
      <pc:sldMk xmlns:pc="http://schemas.microsoft.com/office/powerpoint/2013/main/command" cId="1569800556" sldId="376"/>
      <ac:spMk id="7" creationId="{C64A3A27-F170-2F91-716A-70F40A02417A}"/>
    </ac:deMkLst>
    <p188:txBody>
      <a:bodyPr/>
      <a:lstStyle/>
      <a:p>
        <a:r>
          <a:rPr lang="en-US"/>
          <a:t>-1
Mention the 2 flow valves that control the water flow in the three manifolds.</a:t>
        </a:r>
      </a:p>
    </p188:txBody>
  </p188:cm>
</p188:cmLst>
</file>

<file path=ppt/comments/modernComment_183_12703F3B.xml><?xml version="1.0" encoding="utf-8"?>
<p188:cmLst xmlns:a="http://schemas.openxmlformats.org/drawingml/2006/main" xmlns:r="http://schemas.openxmlformats.org/officeDocument/2006/relationships" xmlns:p188="http://schemas.microsoft.com/office/powerpoint/2018/8/main">
  <p188:cm id="{A8F45B32-A23C-4D79-9DF4-C1C144E78EBD}" authorId="{DF52CCAC-0B66-CA76-A7A3-D551D844506B}" created="2025-11-12T17:25:09.061">
    <ac:deMkLst xmlns:ac="http://schemas.microsoft.com/office/drawing/2013/main/command">
      <pc:docMk xmlns:pc="http://schemas.microsoft.com/office/powerpoint/2013/main/command"/>
      <pc:sldMk xmlns:pc="http://schemas.microsoft.com/office/powerpoint/2013/main/command" cId="309346107" sldId="387"/>
      <ac:spMk id="4" creationId="{92B9D41B-E737-81AA-539D-DA58B1843994}"/>
    </ac:deMkLst>
    <p188:txBody>
      <a:bodyPr/>
      <a:lstStyle/>
      <a:p>
        <a:r>
          <a:rPr lang="en-US"/>
          <a:t>-1
And to compare with empirical correlations.</a:t>
        </a:r>
      </a:p>
    </p188:txBody>
  </p188:cm>
</p188:cmLst>
</file>

<file path=ppt/comments/modernComment_186_1D93DFAA.xml><?xml version="1.0" encoding="utf-8"?>
<p188:cmLst xmlns:a="http://schemas.openxmlformats.org/drawingml/2006/main" xmlns:r="http://schemas.openxmlformats.org/officeDocument/2006/relationships" xmlns:p188="http://schemas.microsoft.com/office/powerpoint/2018/8/main">
  <p188:cm id="{426FABD5-88CF-4FF8-9351-F708A960BEBA}" authorId="{DF52CCAC-0B66-CA76-A7A3-D551D844506B}" created="2025-11-12T17:30:41.626">
    <ac:deMkLst xmlns:ac="http://schemas.microsoft.com/office/drawing/2013/main/command">
      <pc:docMk xmlns:pc="http://schemas.microsoft.com/office/powerpoint/2013/main/command"/>
      <pc:sldMk xmlns:pc="http://schemas.microsoft.com/office/powerpoint/2013/main/command" cId="496230314" sldId="390"/>
      <ac:graphicFrameMk id="10" creationId="{76816691-2192-919F-C606-D51B419CA776}"/>
    </ac:deMkLst>
    <p188:txBody>
      <a:bodyPr/>
      <a:lstStyle/>
      <a:p>
        <a:r>
          <a:rPr lang="en-US"/>
          <a:t>Flexible plastic sample tubes</a:t>
        </a:r>
      </a:p>
    </p188:txBody>
  </p188:cm>
</p188:cmLst>
</file>

<file path=ppt/comments/modernComment_188_A228AFFF.xml><?xml version="1.0" encoding="utf-8"?>
<p188:cmLst xmlns:a="http://schemas.openxmlformats.org/drawingml/2006/main" xmlns:r="http://schemas.openxmlformats.org/officeDocument/2006/relationships" xmlns:p188="http://schemas.microsoft.com/office/powerpoint/2018/8/main">
  <p188:cm id="{40DAFC1D-1CCC-42BE-8936-663E53F6C121}" authorId="{DF52CCAC-0B66-CA76-A7A3-D551D844506B}" created="2025-11-12T17:27:31.039">
    <ac:deMkLst xmlns:ac="http://schemas.microsoft.com/office/drawing/2013/main/command">
      <pc:docMk xmlns:pc="http://schemas.microsoft.com/office/powerpoint/2013/main/command"/>
      <pc:sldMk xmlns:pc="http://schemas.microsoft.com/office/powerpoint/2013/main/command" cId="2720575487" sldId="392"/>
      <ac:picMk id="3074" creationId="{B525F7A2-40F8-2A5F-E15F-80E3538E2FF9}"/>
    </ac:deMkLst>
    <p188:txBody>
      <a:bodyPr/>
      <a:lstStyle/>
      <a:p>
        <a:r>
          <a:rPr lang="en-US"/>
          <a:t>-2
State that the laminar and turbulent flow equations are empirical correlations.
Make experimental connection between pressure drop and K for fitting.
Good figure, but please cite the reference at the bottom of the slide.</a:t>
        </a:r>
      </a:p>
    </p188:txBody>
  </p188:cm>
</p188:cmLst>
</file>

<file path=ppt/diagrams/_rels/data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5.svg"/></Relationships>
</file>

<file path=ppt/diagrams/_rels/data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C9C1F0-56AF-4416-AE62-7186D922D099}"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B65BD74F-2100-4FF9-8084-48310AD1FAF8}">
      <dgm:prSet/>
      <dgm:spPr/>
      <dgm:t>
        <a:bodyPr/>
        <a:lstStyle/>
        <a:p>
          <a:r>
            <a:rPr lang="en-US" dirty="0">
              <a:solidFill>
                <a:srgbClr val="080808"/>
              </a:solidFill>
            </a:rPr>
            <a:t>Water</a:t>
          </a:r>
        </a:p>
      </dgm:t>
    </dgm:pt>
    <dgm:pt modelId="{4565D69C-D4BF-44C6-BAC9-822D394D4580}" type="parTrans" cxnId="{96FC390C-AF50-4BAD-9F0F-88C51628662E}">
      <dgm:prSet/>
      <dgm:spPr/>
      <dgm:t>
        <a:bodyPr/>
        <a:lstStyle/>
        <a:p>
          <a:endParaRPr lang="en-US"/>
        </a:p>
      </dgm:t>
    </dgm:pt>
    <dgm:pt modelId="{E0C7A350-C9A4-4454-AFBF-F5BF699EBD69}" type="sibTrans" cxnId="{96FC390C-AF50-4BAD-9F0F-88C51628662E}">
      <dgm:prSet/>
      <dgm:spPr/>
      <dgm:t>
        <a:bodyPr/>
        <a:lstStyle/>
        <a:p>
          <a:endParaRPr lang="en-US"/>
        </a:p>
      </dgm:t>
    </dgm:pt>
    <dgm:pt modelId="{B1A6FD0B-4ADE-4B35-AAB1-14D673B285F5}">
      <dgm:prSet/>
      <dgm:spPr/>
      <dgm:t>
        <a:bodyPr/>
        <a:lstStyle/>
        <a:p>
          <a:pPr rtl="0"/>
          <a:r>
            <a:rPr lang="en-US" dirty="0">
              <a:solidFill>
                <a:srgbClr val="080808"/>
              </a:solidFill>
              <a:latin typeface="Arial" panose="020B0604020202020204"/>
            </a:rPr>
            <a:t>Timer</a:t>
          </a:r>
          <a:endParaRPr lang="en-US" dirty="0">
            <a:solidFill>
              <a:srgbClr val="080808"/>
            </a:solidFill>
          </a:endParaRPr>
        </a:p>
      </dgm:t>
    </dgm:pt>
    <dgm:pt modelId="{9D3135C0-5BA0-4681-BC6B-62F6BF6E36E7}" type="parTrans" cxnId="{2EDFDF5D-5D81-45FC-8AB3-7EBE5095694F}">
      <dgm:prSet/>
      <dgm:spPr/>
      <dgm:t>
        <a:bodyPr/>
        <a:lstStyle/>
        <a:p>
          <a:endParaRPr lang="en-US"/>
        </a:p>
      </dgm:t>
    </dgm:pt>
    <dgm:pt modelId="{C7965340-5DE5-426A-BBFB-AC57E10EE5A8}" type="sibTrans" cxnId="{2EDFDF5D-5D81-45FC-8AB3-7EBE5095694F}">
      <dgm:prSet/>
      <dgm:spPr/>
      <dgm:t>
        <a:bodyPr/>
        <a:lstStyle/>
        <a:p>
          <a:endParaRPr lang="en-US"/>
        </a:p>
      </dgm:t>
    </dgm:pt>
    <dgm:pt modelId="{80C2A18D-F8CF-403F-9F8D-AD2E88DC0DD4}">
      <dgm:prSet phldr="0"/>
      <dgm:spPr/>
      <dgm:t>
        <a:bodyPr/>
        <a:lstStyle/>
        <a:p>
          <a:pPr rtl="0"/>
          <a:r>
            <a:rPr lang="en-US" dirty="0">
              <a:solidFill>
                <a:srgbClr val="080808"/>
              </a:solidFill>
              <a:latin typeface="Arial" panose="020B0604020202020204"/>
            </a:rPr>
            <a:t>Graduated cylinder</a:t>
          </a:r>
          <a:endParaRPr lang="en-US" dirty="0">
            <a:solidFill>
              <a:srgbClr val="080808"/>
            </a:solidFill>
          </a:endParaRPr>
        </a:p>
      </dgm:t>
    </dgm:pt>
    <dgm:pt modelId="{7A56F482-FF5D-422F-95DF-6D3B0E2EDE8A}" type="parTrans" cxnId="{D3D4FD15-31DD-43EC-92C2-A5896E96CCBF}">
      <dgm:prSet/>
      <dgm:spPr/>
      <dgm:t>
        <a:bodyPr/>
        <a:lstStyle/>
        <a:p>
          <a:endParaRPr lang="en-US"/>
        </a:p>
      </dgm:t>
    </dgm:pt>
    <dgm:pt modelId="{03F6A7C6-0085-4CD9-9A44-D92B040C2659}" type="sibTrans" cxnId="{D3D4FD15-31DD-43EC-92C2-A5896E96CCBF}">
      <dgm:prSet/>
      <dgm:spPr/>
      <dgm:t>
        <a:bodyPr/>
        <a:lstStyle/>
        <a:p>
          <a:endParaRPr lang="en-US"/>
        </a:p>
      </dgm:t>
    </dgm:pt>
    <dgm:pt modelId="{EEFB48B7-B14A-4D56-9DAD-89794F31D6CA}">
      <dgm:prSet phldr="0"/>
      <dgm:spPr/>
      <dgm:t>
        <a:bodyPr/>
        <a:lstStyle/>
        <a:p>
          <a:pPr rtl="0"/>
          <a:r>
            <a:rPr lang="en-US" dirty="0">
              <a:solidFill>
                <a:srgbClr val="080808"/>
              </a:solidFill>
              <a:latin typeface="Arial" panose="020B0604020202020204"/>
            </a:rPr>
            <a:t>Flexible plastic tubing</a:t>
          </a:r>
          <a:endParaRPr lang="en-US" dirty="0">
            <a:solidFill>
              <a:srgbClr val="080808"/>
            </a:solidFill>
          </a:endParaRPr>
        </a:p>
      </dgm:t>
    </dgm:pt>
    <dgm:pt modelId="{A04645E6-C6AE-4675-8505-9E71CB222ED0}" type="parTrans" cxnId="{82BB8A20-63B5-4D9F-B5E4-8637C2A2E3AC}">
      <dgm:prSet/>
      <dgm:spPr/>
      <dgm:t>
        <a:bodyPr/>
        <a:lstStyle/>
        <a:p>
          <a:endParaRPr lang="en-US"/>
        </a:p>
      </dgm:t>
    </dgm:pt>
    <dgm:pt modelId="{6D20D050-796B-463C-9CC6-D91F30258F3C}" type="sibTrans" cxnId="{82BB8A20-63B5-4D9F-B5E4-8637C2A2E3AC}">
      <dgm:prSet/>
      <dgm:spPr/>
      <dgm:t>
        <a:bodyPr/>
        <a:lstStyle/>
        <a:p>
          <a:endParaRPr lang="en-US"/>
        </a:p>
      </dgm:t>
    </dgm:pt>
    <dgm:pt modelId="{FE11522B-8A05-459F-86A2-6284D9E8BBE5}">
      <dgm:prSet/>
      <dgm:spPr/>
      <dgm:t>
        <a:bodyPr/>
        <a:lstStyle/>
        <a:p>
          <a:r>
            <a:rPr lang="en-US" dirty="0">
              <a:solidFill>
                <a:srgbClr val="080808"/>
              </a:solidFill>
            </a:rPr>
            <a:t>Safety Goggles</a:t>
          </a:r>
        </a:p>
      </dgm:t>
    </dgm:pt>
    <dgm:pt modelId="{AC1C6F25-473F-49C0-935F-44E043AEC952}" type="parTrans" cxnId="{A6E175F2-999A-44A8-A797-6783638CACB3}">
      <dgm:prSet/>
      <dgm:spPr/>
      <dgm:t>
        <a:bodyPr/>
        <a:lstStyle/>
        <a:p>
          <a:endParaRPr lang="en-US"/>
        </a:p>
      </dgm:t>
    </dgm:pt>
    <dgm:pt modelId="{F9B3C83B-44A4-442C-8DE0-2CBB999FF9D7}" type="sibTrans" cxnId="{A6E175F2-999A-44A8-A797-6783638CACB3}">
      <dgm:prSet/>
      <dgm:spPr/>
      <dgm:t>
        <a:bodyPr/>
        <a:lstStyle/>
        <a:p>
          <a:endParaRPr lang="en-US"/>
        </a:p>
      </dgm:t>
    </dgm:pt>
    <dgm:pt modelId="{9DF75805-83FC-4255-986A-AB27532AE4A1}" type="pres">
      <dgm:prSet presAssocID="{C1C9C1F0-56AF-4416-AE62-7186D922D099}" presName="vert0" presStyleCnt="0">
        <dgm:presLayoutVars>
          <dgm:dir/>
          <dgm:animOne val="branch"/>
          <dgm:animLvl val="lvl"/>
        </dgm:presLayoutVars>
      </dgm:prSet>
      <dgm:spPr/>
    </dgm:pt>
    <dgm:pt modelId="{639A72F9-1A1C-4E90-BFEE-26A56CAC9A99}" type="pres">
      <dgm:prSet presAssocID="{B65BD74F-2100-4FF9-8084-48310AD1FAF8}" presName="thickLine" presStyleLbl="alignNode1" presStyleIdx="0" presStyleCnt="5"/>
      <dgm:spPr/>
    </dgm:pt>
    <dgm:pt modelId="{8D7A5226-8978-4D99-A97B-491463A1B945}" type="pres">
      <dgm:prSet presAssocID="{B65BD74F-2100-4FF9-8084-48310AD1FAF8}" presName="horz1" presStyleCnt="0"/>
      <dgm:spPr/>
    </dgm:pt>
    <dgm:pt modelId="{50D7B4D3-A836-442C-9638-8DB8B0C4C9FF}" type="pres">
      <dgm:prSet presAssocID="{B65BD74F-2100-4FF9-8084-48310AD1FAF8}" presName="tx1" presStyleLbl="revTx" presStyleIdx="0" presStyleCnt="5"/>
      <dgm:spPr/>
    </dgm:pt>
    <dgm:pt modelId="{D9BFEE18-B729-46E9-A1AD-623253F6DE17}" type="pres">
      <dgm:prSet presAssocID="{B65BD74F-2100-4FF9-8084-48310AD1FAF8}" presName="vert1" presStyleCnt="0"/>
      <dgm:spPr/>
    </dgm:pt>
    <dgm:pt modelId="{F4C6A55D-DAB7-4FEE-82A6-D029474CD5FA}" type="pres">
      <dgm:prSet presAssocID="{B1A6FD0B-4ADE-4B35-AAB1-14D673B285F5}" presName="thickLine" presStyleLbl="alignNode1" presStyleIdx="1" presStyleCnt="5"/>
      <dgm:spPr/>
    </dgm:pt>
    <dgm:pt modelId="{944275B2-4C00-4946-85B3-E076858650BC}" type="pres">
      <dgm:prSet presAssocID="{B1A6FD0B-4ADE-4B35-AAB1-14D673B285F5}" presName="horz1" presStyleCnt="0"/>
      <dgm:spPr/>
    </dgm:pt>
    <dgm:pt modelId="{2221A0EA-A7EB-4352-985F-501BA2DE6211}" type="pres">
      <dgm:prSet presAssocID="{B1A6FD0B-4ADE-4B35-AAB1-14D673B285F5}" presName="tx1" presStyleLbl="revTx" presStyleIdx="1" presStyleCnt="5"/>
      <dgm:spPr/>
    </dgm:pt>
    <dgm:pt modelId="{AAC32E25-8CF6-4227-A88E-E9C47DF1590F}" type="pres">
      <dgm:prSet presAssocID="{B1A6FD0B-4ADE-4B35-AAB1-14D673B285F5}" presName="vert1" presStyleCnt="0"/>
      <dgm:spPr/>
    </dgm:pt>
    <dgm:pt modelId="{59700633-2F12-4593-A703-F3AF71A42EEE}" type="pres">
      <dgm:prSet presAssocID="{80C2A18D-F8CF-403F-9F8D-AD2E88DC0DD4}" presName="thickLine" presStyleLbl="alignNode1" presStyleIdx="2" presStyleCnt="5"/>
      <dgm:spPr/>
    </dgm:pt>
    <dgm:pt modelId="{0231A578-83DE-4422-A94F-C6ED98EECE19}" type="pres">
      <dgm:prSet presAssocID="{80C2A18D-F8CF-403F-9F8D-AD2E88DC0DD4}" presName="horz1" presStyleCnt="0"/>
      <dgm:spPr/>
    </dgm:pt>
    <dgm:pt modelId="{38AAB5C8-2336-4409-9329-80F002ECB828}" type="pres">
      <dgm:prSet presAssocID="{80C2A18D-F8CF-403F-9F8D-AD2E88DC0DD4}" presName="tx1" presStyleLbl="revTx" presStyleIdx="2" presStyleCnt="5"/>
      <dgm:spPr/>
    </dgm:pt>
    <dgm:pt modelId="{50B40064-DDA3-48F5-ABAA-B38E06F873EA}" type="pres">
      <dgm:prSet presAssocID="{80C2A18D-F8CF-403F-9F8D-AD2E88DC0DD4}" presName="vert1" presStyleCnt="0"/>
      <dgm:spPr/>
    </dgm:pt>
    <dgm:pt modelId="{DC6B9D64-E1A1-4D5F-9481-8BCE71AA54FA}" type="pres">
      <dgm:prSet presAssocID="{EEFB48B7-B14A-4D56-9DAD-89794F31D6CA}" presName="thickLine" presStyleLbl="alignNode1" presStyleIdx="3" presStyleCnt="5"/>
      <dgm:spPr/>
    </dgm:pt>
    <dgm:pt modelId="{FB1B8506-1DBB-47D8-91BA-36A61D6D681C}" type="pres">
      <dgm:prSet presAssocID="{EEFB48B7-B14A-4D56-9DAD-89794F31D6CA}" presName="horz1" presStyleCnt="0"/>
      <dgm:spPr/>
    </dgm:pt>
    <dgm:pt modelId="{6E086932-FC46-4E45-A123-6889A8B106BB}" type="pres">
      <dgm:prSet presAssocID="{EEFB48B7-B14A-4D56-9DAD-89794F31D6CA}" presName="tx1" presStyleLbl="revTx" presStyleIdx="3" presStyleCnt="5"/>
      <dgm:spPr/>
    </dgm:pt>
    <dgm:pt modelId="{75E6F1C4-493D-46B7-A5E8-882258AE1FF4}" type="pres">
      <dgm:prSet presAssocID="{EEFB48B7-B14A-4D56-9DAD-89794F31D6CA}" presName="vert1" presStyleCnt="0"/>
      <dgm:spPr/>
    </dgm:pt>
    <dgm:pt modelId="{260B11B7-2EEB-4FAE-8264-AF3D6C4C7939}" type="pres">
      <dgm:prSet presAssocID="{FE11522B-8A05-459F-86A2-6284D9E8BBE5}" presName="thickLine" presStyleLbl="alignNode1" presStyleIdx="4" presStyleCnt="5"/>
      <dgm:spPr/>
    </dgm:pt>
    <dgm:pt modelId="{4BCBA6E3-3B0F-42CD-81AE-191C53C6F827}" type="pres">
      <dgm:prSet presAssocID="{FE11522B-8A05-459F-86A2-6284D9E8BBE5}" presName="horz1" presStyleCnt="0"/>
      <dgm:spPr/>
    </dgm:pt>
    <dgm:pt modelId="{2DE1C272-B93E-453D-85E0-A4CE84DFB70A}" type="pres">
      <dgm:prSet presAssocID="{FE11522B-8A05-459F-86A2-6284D9E8BBE5}" presName="tx1" presStyleLbl="revTx" presStyleIdx="4" presStyleCnt="5"/>
      <dgm:spPr/>
    </dgm:pt>
    <dgm:pt modelId="{9D52E079-B8D6-4F52-8225-E15172960382}" type="pres">
      <dgm:prSet presAssocID="{FE11522B-8A05-459F-86A2-6284D9E8BBE5}" presName="vert1" presStyleCnt="0"/>
      <dgm:spPr/>
    </dgm:pt>
  </dgm:ptLst>
  <dgm:cxnLst>
    <dgm:cxn modelId="{96FC390C-AF50-4BAD-9F0F-88C51628662E}" srcId="{C1C9C1F0-56AF-4416-AE62-7186D922D099}" destId="{B65BD74F-2100-4FF9-8084-48310AD1FAF8}" srcOrd="0" destOrd="0" parTransId="{4565D69C-D4BF-44C6-BAC9-822D394D4580}" sibTransId="{E0C7A350-C9A4-4454-AFBF-F5BF699EBD69}"/>
    <dgm:cxn modelId="{ABDDCB11-BE3E-4D10-92F5-CE453F0831DC}" type="presOf" srcId="{B65BD74F-2100-4FF9-8084-48310AD1FAF8}" destId="{50D7B4D3-A836-442C-9638-8DB8B0C4C9FF}" srcOrd="0" destOrd="0" presId="urn:microsoft.com/office/officeart/2008/layout/LinedList"/>
    <dgm:cxn modelId="{D3D4FD15-31DD-43EC-92C2-A5896E96CCBF}" srcId="{C1C9C1F0-56AF-4416-AE62-7186D922D099}" destId="{80C2A18D-F8CF-403F-9F8D-AD2E88DC0DD4}" srcOrd="2" destOrd="0" parTransId="{7A56F482-FF5D-422F-95DF-6D3B0E2EDE8A}" sibTransId="{03F6A7C6-0085-4CD9-9A44-D92B040C2659}"/>
    <dgm:cxn modelId="{82BB8A20-63B5-4D9F-B5E4-8637C2A2E3AC}" srcId="{C1C9C1F0-56AF-4416-AE62-7186D922D099}" destId="{EEFB48B7-B14A-4D56-9DAD-89794F31D6CA}" srcOrd="3" destOrd="0" parTransId="{A04645E6-C6AE-4675-8505-9E71CB222ED0}" sibTransId="{6D20D050-796B-463C-9CC6-D91F30258F3C}"/>
    <dgm:cxn modelId="{96EEC626-56C9-4DCD-B749-1B50DD541C2B}" type="presOf" srcId="{B1A6FD0B-4ADE-4B35-AAB1-14D673B285F5}" destId="{2221A0EA-A7EB-4352-985F-501BA2DE6211}" srcOrd="0" destOrd="0" presId="urn:microsoft.com/office/officeart/2008/layout/LinedList"/>
    <dgm:cxn modelId="{2EDFDF5D-5D81-45FC-8AB3-7EBE5095694F}" srcId="{C1C9C1F0-56AF-4416-AE62-7186D922D099}" destId="{B1A6FD0B-4ADE-4B35-AAB1-14D673B285F5}" srcOrd="1" destOrd="0" parTransId="{9D3135C0-5BA0-4681-BC6B-62F6BF6E36E7}" sibTransId="{C7965340-5DE5-426A-BBFB-AC57E10EE5A8}"/>
    <dgm:cxn modelId="{8B20C680-4DD3-469B-A26D-D5EC16D1E5A8}" type="presOf" srcId="{C1C9C1F0-56AF-4416-AE62-7186D922D099}" destId="{9DF75805-83FC-4255-986A-AB27532AE4A1}" srcOrd="0" destOrd="0" presId="urn:microsoft.com/office/officeart/2008/layout/LinedList"/>
    <dgm:cxn modelId="{7C2A09AE-1C62-4118-B4BB-096FAE6EC9FA}" type="presOf" srcId="{EEFB48B7-B14A-4D56-9DAD-89794F31D6CA}" destId="{6E086932-FC46-4E45-A123-6889A8B106BB}" srcOrd="0" destOrd="0" presId="urn:microsoft.com/office/officeart/2008/layout/LinedList"/>
    <dgm:cxn modelId="{5B2F24D2-F7B5-4F86-835B-A081A934B3D3}" type="presOf" srcId="{80C2A18D-F8CF-403F-9F8D-AD2E88DC0DD4}" destId="{38AAB5C8-2336-4409-9329-80F002ECB828}" srcOrd="0" destOrd="0" presId="urn:microsoft.com/office/officeart/2008/layout/LinedList"/>
    <dgm:cxn modelId="{5F54BCF1-B59C-4DC2-BFDA-ABF7EC059A4C}" type="presOf" srcId="{FE11522B-8A05-459F-86A2-6284D9E8BBE5}" destId="{2DE1C272-B93E-453D-85E0-A4CE84DFB70A}" srcOrd="0" destOrd="0" presId="urn:microsoft.com/office/officeart/2008/layout/LinedList"/>
    <dgm:cxn modelId="{A6E175F2-999A-44A8-A797-6783638CACB3}" srcId="{C1C9C1F0-56AF-4416-AE62-7186D922D099}" destId="{FE11522B-8A05-459F-86A2-6284D9E8BBE5}" srcOrd="4" destOrd="0" parTransId="{AC1C6F25-473F-49C0-935F-44E043AEC952}" sibTransId="{F9B3C83B-44A4-442C-8DE0-2CBB999FF9D7}"/>
    <dgm:cxn modelId="{55CA5583-4DAB-49FA-A49C-C6211080543C}" type="presParOf" srcId="{9DF75805-83FC-4255-986A-AB27532AE4A1}" destId="{639A72F9-1A1C-4E90-BFEE-26A56CAC9A99}" srcOrd="0" destOrd="0" presId="urn:microsoft.com/office/officeart/2008/layout/LinedList"/>
    <dgm:cxn modelId="{F94822AB-627C-4137-AF49-7DFA74248D61}" type="presParOf" srcId="{9DF75805-83FC-4255-986A-AB27532AE4A1}" destId="{8D7A5226-8978-4D99-A97B-491463A1B945}" srcOrd="1" destOrd="0" presId="urn:microsoft.com/office/officeart/2008/layout/LinedList"/>
    <dgm:cxn modelId="{67E55260-5848-4DED-A024-0C5837C6728D}" type="presParOf" srcId="{8D7A5226-8978-4D99-A97B-491463A1B945}" destId="{50D7B4D3-A836-442C-9638-8DB8B0C4C9FF}" srcOrd="0" destOrd="0" presId="urn:microsoft.com/office/officeart/2008/layout/LinedList"/>
    <dgm:cxn modelId="{BA9AFDDF-A3B7-4AE2-84E8-7C28D22D6B52}" type="presParOf" srcId="{8D7A5226-8978-4D99-A97B-491463A1B945}" destId="{D9BFEE18-B729-46E9-A1AD-623253F6DE17}" srcOrd="1" destOrd="0" presId="urn:microsoft.com/office/officeart/2008/layout/LinedList"/>
    <dgm:cxn modelId="{8D1A9728-DE95-4F30-81B5-0647E86E3C42}" type="presParOf" srcId="{9DF75805-83FC-4255-986A-AB27532AE4A1}" destId="{F4C6A55D-DAB7-4FEE-82A6-D029474CD5FA}" srcOrd="2" destOrd="0" presId="urn:microsoft.com/office/officeart/2008/layout/LinedList"/>
    <dgm:cxn modelId="{25C115FF-F72E-4A15-B353-4BD3B3E2950F}" type="presParOf" srcId="{9DF75805-83FC-4255-986A-AB27532AE4A1}" destId="{944275B2-4C00-4946-85B3-E076858650BC}" srcOrd="3" destOrd="0" presId="urn:microsoft.com/office/officeart/2008/layout/LinedList"/>
    <dgm:cxn modelId="{9192D53C-EB56-4E66-BAC1-095517B9521B}" type="presParOf" srcId="{944275B2-4C00-4946-85B3-E076858650BC}" destId="{2221A0EA-A7EB-4352-985F-501BA2DE6211}" srcOrd="0" destOrd="0" presId="urn:microsoft.com/office/officeart/2008/layout/LinedList"/>
    <dgm:cxn modelId="{7226E722-FB87-4054-A78E-0A757B68C564}" type="presParOf" srcId="{944275B2-4C00-4946-85B3-E076858650BC}" destId="{AAC32E25-8CF6-4227-A88E-E9C47DF1590F}" srcOrd="1" destOrd="0" presId="urn:microsoft.com/office/officeart/2008/layout/LinedList"/>
    <dgm:cxn modelId="{773FE385-E83C-4567-B531-A4A517256FA1}" type="presParOf" srcId="{9DF75805-83FC-4255-986A-AB27532AE4A1}" destId="{59700633-2F12-4593-A703-F3AF71A42EEE}" srcOrd="4" destOrd="0" presId="urn:microsoft.com/office/officeart/2008/layout/LinedList"/>
    <dgm:cxn modelId="{94DF7673-954E-4724-83B6-A31E1E451757}" type="presParOf" srcId="{9DF75805-83FC-4255-986A-AB27532AE4A1}" destId="{0231A578-83DE-4422-A94F-C6ED98EECE19}" srcOrd="5" destOrd="0" presId="urn:microsoft.com/office/officeart/2008/layout/LinedList"/>
    <dgm:cxn modelId="{F6DA7537-5038-416C-A0A8-F14A8D9929A0}" type="presParOf" srcId="{0231A578-83DE-4422-A94F-C6ED98EECE19}" destId="{38AAB5C8-2336-4409-9329-80F002ECB828}" srcOrd="0" destOrd="0" presId="urn:microsoft.com/office/officeart/2008/layout/LinedList"/>
    <dgm:cxn modelId="{0AFA449C-8210-4C44-BABD-C0C6BC9D665C}" type="presParOf" srcId="{0231A578-83DE-4422-A94F-C6ED98EECE19}" destId="{50B40064-DDA3-48F5-ABAA-B38E06F873EA}" srcOrd="1" destOrd="0" presId="urn:microsoft.com/office/officeart/2008/layout/LinedList"/>
    <dgm:cxn modelId="{D74D8B0D-1E12-40DE-BA54-F591427ACF06}" type="presParOf" srcId="{9DF75805-83FC-4255-986A-AB27532AE4A1}" destId="{DC6B9D64-E1A1-4D5F-9481-8BCE71AA54FA}" srcOrd="6" destOrd="0" presId="urn:microsoft.com/office/officeart/2008/layout/LinedList"/>
    <dgm:cxn modelId="{318A0376-E8D3-42EF-9953-F085AF672E22}" type="presParOf" srcId="{9DF75805-83FC-4255-986A-AB27532AE4A1}" destId="{FB1B8506-1DBB-47D8-91BA-36A61D6D681C}" srcOrd="7" destOrd="0" presId="urn:microsoft.com/office/officeart/2008/layout/LinedList"/>
    <dgm:cxn modelId="{09200167-6006-4A2E-8137-9373B8D1FB23}" type="presParOf" srcId="{FB1B8506-1DBB-47D8-91BA-36A61D6D681C}" destId="{6E086932-FC46-4E45-A123-6889A8B106BB}" srcOrd="0" destOrd="0" presId="urn:microsoft.com/office/officeart/2008/layout/LinedList"/>
    <dgm:cxn modelId="{C89AC62A-70B9-42DE-9384-7F601AE67DF9}" type="presParOf" srcId="{FB1B8506-1DBB-47D8-91BA-36A61D6D681C}" destId="{75E6F1C4-493D-46B7-A5E8-882258AE1FF4}" srcOrd="1" destOrd="0" presId="urn:microsoft.com/office/officeart/2008/layout/LinedList"/>
    <dgm:cxn modelId="{0AAF683F-897D-45FB-B7FB-E0EF9629832C}" type="presParOf" srcId="{9DF75805-83FC-4255-986A-AB27532AE4A1}" destId="{260B11B7-2EEB-4FAE-8264-AF3D6C4C7939}" srcOrd="8" destOrd="0" presId="urn:microsoft.com/office/officeart/2008/layout/LinedList"/>
    <dgm:cxn modelId="{3FFA8055-7F95-45DE-BE5B-FDCDC6254490}" type="presParOf" srcId="{9DF75805-83FC-4255-986A-AB27532AE4A1}" destId="{4BCBA6E3-3B0F-42CD-81AE-191C53C6F827}" srcOrd="9" destOrd="0" presId="urn:microsoft.com/office/officeart/2008/layout/LinedList"/>
    <dgm:cxn modelId="{3C343939-54CE-4D39-BEE5-4C1B0F62F526}" type="presParOf" srcId="{4BCBA6E3-3B0F-42CD-81AE-191C53C6F827}" destId="{2DE1C272-B93E-453D-85E0-A4CE84DFB70A}" srcOrd="0" destOrd="0" presId="urn:microsoft.com/office/officeart/2008/layout/LinedList"/>
    <dgm:cxn modelId="{EAE308D9-9911-49A9-B981-B0B18A5BB8BA}" type="presParOf" srcId="{4BCBA6E3-3B0F-42CD-81AE-191C53C6F827}" destId="{9D52E079-B8D6-4F52-8225-E15172960382}"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4A11EC-7AEF-44B6-88CA-03629491D148}"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DB81C9D4-9AA8-49E1-86A8-A66D6FB92F13}" type="pres">
      <dgm:prSet presAssocID="{DC4A11EC-7AEF-44B6-88CA-03629491D148}" presName="root" presStyleCnt="0">
        <dgm:presLayoutVars>
          <dgm:dir/>
          <dgm:resizeHandles val="exact"/>
        </dgm:presLayoutVars>
      </dgm:prSet>
      <dgm:spPr/>
    </dgm:pt>
  </dgm:ptLst>
  <dgm:cxnLst>
    <dgm:cxn modelId="{F32F92D6-5D26-4697-9CDB-A6362AD4BC1B}" type="presOf" srcId="{DC4A11EC-7AEF-44B6-88CA-03629491D148}" destId="{DB81C9D4-9AA8-49E1-86A8-A66D6FB92F13}" srcOrd="0"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4A11EC-7AEF-44B6-88CA-03629491D148}" type="doc">
      <dgm:prSet loTypeId="urn:microsoft.com/office/officeart/2018/5/layout/IconCircleLabelList" loCatId="icon" qsTypeId="urn:microsoft.com/office/officeart/2005/8/quickstyle/simple4" qsCatId="simple" csTypeId="urn:microsoft.com/office/officeart/2005/8/colors/accent2_2" csCatId="accent2" phldr="1"/>
      <dgm:spPr/>
      <dgm:t>
        <a:bodyPr/>
        <a:lstStyle/>
        <a:p>
          <a:endParaRPr lang="en-US"/>
        </a:p>
      </dgm:t>
    </dgm:pt>
    <dgm:pt modelId="{CCDB6F91-7D45-462D-B0A0-E6FEF13D7FE2}">
      <dgm:prSet phldr="0"/>
      <dgm:spPr/>
      <dgm:t>
        <a:bodyPr/>
        <a:lstStyle/>
        <a:p>
          <a:pPr>
            <a:lnSpc>
              <a:spcPct val="100000"/>
            </a:lnSpc>
            <a:defRPr cap="all"/>
          </a:pPr>
          <a:r>
            <a:rPr lang="en-US" dirty="0"/>
            <a:t>SYSTEM leaks water so avoid having any electronic devices on the table</a:t>
          </a:r>
        </a:p>
      </dgm:t>
    </dgm:pt>
    <dgm:pt modelId="{8ED9DB14-1D6E-4C24-B0C6-CFAEAE7E23B6}" type="parTrans" cxnId="{1F4ED1AE-D0DC-4725-9A0E-88571B159042}">
      <dgm:prSet/>
      <dgm:spPr/>
      <dgm:t>
        <a:bodyPr/>
        <a:lstStyle/>
        <a:p>
          <a:endParaRPr lang="en-US"/>
        </a:p>
      </dgm:t>
    </dgm:pt>
    <dgm:pt modelId="{87B84D69-E9B4-42A5-B18B-72C9C5AA450A}" type="sibTrans" cxnId="{1F4ED1AE-D0DC-4725-9A0E-88571B159042}">
      <dgm:prSet/>
      <dgm:spPr/>
      <dgm:t>
        <a:bodyPr/>
        <a:lstStyle/>
        <a:p>
          <a:endParaRPr lang="en-US"/>
        </a:p>
      </dgm:t>
    </dgm:pt>
    <dgm:pt modelId="{D7B5A51D-2ED0-49F0-849E-9631AC182D7C}">
      <dgm:prSet/>
      <dgm:spPr/>
      <dgm:t>
        <a:bodyPr/>
        <a:lstStyle/>
        <a:p>
          <a:pPr>
            <a:lnSpc>
              <a:spcPct val="100000"/>
            </a:lnSpc>
            <a:defRPr cap="all"/>
          </a:pPr>
          <a:r>
            <a:rPr lang="en-US" dirty="0"/>
            <a:t>Do not run the pump without water </a:t>
          </a:r>
        </a:p>
      </dgm:t>
    </dgm:pt>
    <dgm:pt modelId="{9BAC1C52-41BA-4B5E-B434-634F0FBD978B}" type="parTrans" cxnId="{8F9954FE-559A-4C42-9964-1810173C6109}">
      <dgm:prSet/>
      <dgm:spPr/>
      <dgm:t>
        <a:bodyPr/>
        <a:lstStyle/>
        <a:p>
          <a:endParaRPr lang="en-US"/>
        </a:p>
      </dgm:t>
    </dgm:pt>
    <dgm:pt modelId="{E678EBAB-056C-462D-9F25-642905B9E73F}" type="sibTrans" cxnId="{8F9954FE-559A-4C42-9964-1810173C6109}">
      <dgm:prSet/>
      <dgm:spPr/>
      <dgm:t>
        <a:bodyPr/>
        <a:lstStyle/>
        <a:p>
          <a:endParaRPr lang="en-US"/>
        </a:p>
      </dgm:t>
    </dgm:pt>
    <dgm:pt modelId="{DB81C9D4-9AA8-49E1-86A8-A66D6FB92F13}" type="pres">
      <dgm:prSet presAssocID="{DC4A11EC-7AEF-44B6-88CA-03629491D148}" presName="root" presStyleCnt="0">
        <dgm:presLayoutVars>
          <dgm:dir/>
          <dgm:resizeHandles val="exact"/>
        </dgm:presLayoutVars>
      </dgm:prSet>
      <dgm:spPr/>
    </dgm:pt>
    <dgm:pt modelId="{04A032E6-9B29-4A42-95F6-44357A76C143}" type="pres">
      <dgm:prSet presAssocID="{CCDB6F91-7D45-462D-B0A0-E6FEF13D7FE2}" presName="compNode" presStyleCnt="0"/>
      <dgm:spPr/>
    </dgm:pt>
    <dgm:pt modelId="{ACC847AC-8835-403A-85CC-DDA713C37621}" type="pres">
      <dgm:prSet presAssocID="{CCDB6F91-7D45-462D-B0A0-E6FEF13D7FE2}" presName="iconBgRect" presStyleLbl="bgShp" presStyleIdx="0" presStyleCnt="2"/>
      <dgm:spPr/>
    </dgm:pt>
    <dgm:pt modelId="{E7DEE6FE-0C15-4787-8510-30A2D73153CD}" type="pres">
      <dgm:prSet presAssocID="{CCDB6F91-7D45-462D-B0A0-E6FEF13D7FE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C40FD397-C54B-4F67-9A20-3C19F5C281AB}" type="pres">
      <dgm:prSet presAssocID="{CCDB6F91-7D45-462D-B0A0-E6FEF13D7FE2}" presName="spaceRect" presStyleCnt="0"/>
      <dgm:spPr/>
    </dgm:pt>
    <dgm:pt modelId="{99127B00-7B58-46F4-A13B-3A4A4C537E4B}" type="pres">
      <dgm:prSet presAssocID="{CCDB6F91-7D45-462D-B0A0-E6FEF13D7FE2}" presName="textRect" presStyleLbl="revTx" presStyleIdx="0" presStyleCnt="2">
        <dgm:presLayoutVars>
          <dgm:chMax val="1"/>
          <dgm:chPref val="1"/>
        </dgm:presLayoutVars>
      </dgm:prSet>
      <dgm:spPr/>
    </dgm:pt>
    <dgm:pt modelId="{64CCB217-678A-4C5A-BE27-375FAFDD5C5E}" type="pres">
      <dgm:prSet presAssocID="{87B84D69-E9B4-42A5-B18B-72C9C5AA450A}" presName="sibTrans" presStyleCnt="0"/>
      <dgm:spPr/>
    </dgm:pt>
    <dgm:pt modelId="{83855DFB-82ED-4077-8275-A1BB634DE01D}" type="pres">
      <dgm:prSet presAssocID="{D7B5A51D-2ED0-49F0-849E-9631AC182D7C}" presName="compNode" presStyleCnt="0"/>
      <dgm:spPr/>
    </dgm:pt>
    <dgm:pt modelId="{03F4DAE5-90B6-4D8E-AA17-F8E10EDFF6A4}" type="pres">
      <dgm:prSet presAssocID="{D7B5A51D-2ED0-49F0-849E-9631AC182D7C}" presName="iconBgRect" presStyleLbl="bgShp" presStyleIdx="1" presStyleCnt="2"/>
      <dgm:spPr/>
    </dgm:pt>
    <dgm:pt modelId="{724A806F-3771-4E2F-8A53-956E45DB9115}" type="pres">
      <dgm:prSet presAssocID="{D7B5A51D-2ED0-49F0-849E-9631AC182D7C}" presName="iconRect" presStyleLbl="node1" presStyleIdx="1" presStyleCnt="2"/>
      <dgm:spPr>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pt>
    <dgm:pt modelId="{CCF3424C-896E-4201-8B93-3CFDCBDD0407}" type="pres">
      <dgm:prSet presAssocID="{D7B5A51D-2ED0-49F0-849E-9631AC182D7C}" presName="spaceRect" presStyleCnt="0"/>
      <dgm:spPr/>
    </dgm:pt>
    <dgm:pt modelId="{124DAA8E-25CF-4893-952A-59FBE366825E}" type="pres">
      <dgm:prSet presAssocID="{D7B5A51D-2ED0-49F0-849E-9631AC182D7C}" presName="textRect" presStyleLbl="revTx" presStyleIdx="1" presStyleCnt="2">
        <dgm:presLayoutVars>
          <dgm:chMax val="1"/>
          <dgm:chPref val="1"/>
        </dgm:presLayoutVars>
      </dgm:prSet>
      <dgm:spPr/>
    </dgm:pt>
  </dgm:ptLst>
  <dgm:cxnLst>
    <dgm:cxn modelId="{764F2E01-47D0-40DF-86DF-1633B1E52596}" type="presOf" srcId="{CCDB6F91-7D45-462D-B0A0-E6FEF13D7FE2}" destId="{99127B00-7B58-46F4-A13B-3A4A4C537E4B}" srcOrd="0" destOrd="0" presId="urn:microsoft.com/office/officeart/2018/5/layout/IconCircleLabelList"/>
    <dgm:cxn modelId="{46DA0052-9A89-4E7D-AC61-A3BF07D25B0D}" type="presOf" srcId="{D7B5A51D-2ED0-49F0-849E-9631AC182D7C}" destId="{124DAA8E-25CF-4893-952A-59FBE366825E}" srcOrd="0" destOrd="0" presId="urn:microsoft.com/office/officeart/2018/5/layout/IconCircleLabelList"/>
    <dgm:cxn modelId="{1F4ED1AE-D0DC-4725-9A0E-88571B159042}" srcId="{DC4A11EC-7AEF-44B6-88CA-03629491D148}" destId="{CCDB6F91-7D45-462D-B0A0-E6FEF13D7FE2}" srcOrd="0" destOrd="0" parTransId="{8ED9DB14-1D6E-4C24-B0C6-CFAEAE7E23B6}" sibTransId="{87B84D69-E9B4-42A5-B18B-72C9C5AA450A}"/>
    <dgm:cxn modelId="{F32F92D6-5D26-4697-9CDB-A6362AD4BC1B}" type="presOf" srcId="{DC4A11EC-7AEF-44B6-88CA-03629491D148}" destId="{DB81C9D4-9AA8-49E1-86A8-A66D6FB92F13}" srcOrd="0" destOrd="0" presId="urn:microsoft.com/office/officeart/2018/5/layout/IconCircleLabelList"/>
    <dgm:cxn modelId="{8F9954FE-559A-4C42-9964-1810173C6109}" srcId="{DC4A11EC-7AEF-44B6-88CA-03629491D148}" destId="{D7B5A51D-2ED0-49F0-849E-9631AC182D7C}" srcOrd="1" destOrd="0" parTransId="{9BAC1C52-41BA-4B5E-B434-634F0FBD978B}" sibTransId="{E678EBAB-056C-462D-9F25-642905B9E73F}"/>
    <dgm:cxn modelId="{B5CCB313-5E68-4615-A868-693C6AC1C50A}" type="presParOf" srcId="{DB81C9D4-9AA8-49E1-86A8-A66D6FB92F13}" destId="{04A032E6-9B29-4A42-95F6-44357A76C143}" srcOrd="0" destOrd="0" presId="urn:microsoft.com/office/officeart/2018/5/layout/IconCircleLabelList"/>
    <dgm:cxn modelId="{E51D7B1E-4654-4260-8197-E5CE12FFCF72}" type="presParOf" srcId="{04A032E6-9B29-4A42-95F6-44357A76C143}" destId="{ACC847AC-8835-403A-85CC-DDA713C37621}" srcOrd="0" destOrd="0" presId="urn:microsoft.com/office/officeart/2018/5/layout/IconCircleLabelList"/>
    <dgm:cxn modelId="{BC04D259-F9CD-4013-835B-19AB8641E255}" type="presParOf" srcId="{04A032E6-9B29-4A42-95F6-44357A76C143}" destId="{E7DEE6FE-0C15-4787-8510-30A2D73153CD}" srcOrd="1" destOrd="0" presId="urn:microsoft.com/office/officeart/2018/5/layout/IconCircleLabelList"/>
    <dgm:cxn modelId="{F402C406-DBD4-49D0-BCD5-B1A9E30A2306}" type="presParOf" srcId="{04A032E6-9B29-4A42-95F6-44357A76C143}" destId="{C40FD397-C54B-4F67-9A20-3C19F5C281AB}" srcOrd="2" destOrd="0" presId="urn:microsoft.com/office/officeart/2018/5/layout/IconCircleLabelList"/>
    <dgm:cxn modelId="{FA408F26-6BDB-4E02-AC62-AABFDE085BFC}" type="presParOf" srcId="{04A032E6-9B29-4A42-95F6-44357A76C143}" destId="{99127B00-7B58-46F4-A13B-3A4A4C537E4B}" srcOrd="3" destOrd="0" presId="urn:microsoft.com/office/officeart/2018/5/layout/IconCircleLabelList"/>
    <dgm:cxn modelId="{9402CC9F-3F60-4CC4-A8BD-B5F6A6E9E09A}" type="presParOf" srcId="{DB81C9D4-9AA8-49E1-86A8-A66D6FB92F13}" destId="{64CCB217-678A-4C5A-BE27-375FAFDD5C5E}" srcOrd="1" destOrd="0" presId="urn:microsoft.com/office/officeart/2018/5/layout/IconCircleLabelList"/>
    <dgm:cxn modelId="{000636F7-2B31-42C5-885C-5381C5BEAFC4}" type="presParOf" srcId="{DB81C9D4-9AA8-49E1-86A8-A66D6FB92F13}" destId="{83855DFB-82ED-4077-8275-A1BB634DE01D}" srcOrd="2" destOrd="0" presId="urn:microsoft.com/office/officeart/2018/5/layout/IconCircleLabelList"/>
    <dgm:cxn modelId="{EF830E30-73D6-44D5-9C98-E16BCDF0F836}" type="presParOf" srcId="{83855DFB-82ED-4077-8275-A1BB634DE01D}" destId="{03F4DAE5-90B6-4D8E-AA17-F8E10EDFF6A4}" srcOrd="0" destOrd="0" presId="urn:microsoft.com/office/officeart/2018/5/layout/IconCircleLabelList"/>
    <dgm:cxn modelId="{5C232148-F607-4ECC-B150-EAB0ACB44D6F}" type="presParOf" srcId="{83855DFB-82ED-4077-8275-A1BB634DE01D}" destId="{724A806F-3771-4E2F-8A53-956E45DB9115}" srcOrd="1" destOrd="0" presId="urn:microsoft.com/office/officeart/2018/5/layout/IconCircleLabelList"/>
    <dgm:cxn modelId="{3CC02FD2-C163-4EEA-BC65-20D7367FCBAC}" type="presParOf" srcId="{83855DFB-82ED-4077-8275-A1BB634DE01D}" destId="{CCF3424C-896E-4201-8B93-3CFDCBDD0407}" srcOrd="2" destOrd="0" presId="urn:microsoft.com/office/officeart/2018/5/layout/IconCircleLabelList"/>
    <dgm:cxn modelId="{E69EAD96-EE81-4F9C-8398-7C57B842CEA5}" type="presParOf" srcId="{83855DFB-82ED-4077-8275-A1BB634DE01D}" destId="{124DAA8E-25CF-4893-952A-59FBE366825E}"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1" qsCatId="simple" csTypeId="urn:microsoft.com/office/officeart/2005/8/colors/colorful2" csCatId="colorful" phldr="1"/>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Lst>
  <dgm:cxnLst>
    <dgm:cxn modelId="{E0A64B26-E586-4D5B-8C50-F5BD7D991F10}" type="presOf" srcId="{F021892D-E54C-43FB-A6F7-A5F140137F6F}" destId="{C9CAC79E-7441-42CA-B76A-3B9DE0FFE3F7}" srcOrd="0"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4" qsCatId="simple" csTypeId="urn:microsoft.com/office/officeart/2005/8/colors/colorful2" csCatId="colorful" phldr="1"/>
      <dgm:spPr/>
      <dgm:t>
        <a:bodyPr/>
        <a:lstStyle/>
        <a:p>
          <a:endParaRPr lang="en-US"/>
        </a:p>
      </dgm:t>
    </dgm:pt>
    <dgm:pt modelId="{2BE520E7-29E1-4A5C-91AE-9BB98ED78882}">
      <dgm:prSet phldr="0"/>
      <dgm:spPr/>
      <dgm:t>
        <a:bodyPr/>
        <a:lstStyle/>
        <a:p>
          <a:pPr>
            <a:lnSpc>
              <a:spcPct val="100000"/>
            </a:lnSpc>
            <a:defRPr cap="all"/>
          </a:pPr>
          <a:r>
            <a:rPr lang="en-US" b="0" dirty="0"/>
            <a:t>Pressure Drop </a:t>
          </a:r>
          <a:r>
            <a:rPr lang="en-US" dirty="0"/>
            <a:t>Readings can fluctuate due to small ΔP values and instrument sensitivity.</a:t>
          </a:r>
        </a:p>
      </dgm:t>
    </dgm:pt>
    <dgm:pt modelId="{D27E522E-A7A8-42DA-BD3A-C5912F71D3CF}" type="parTrans" cxnId="{CDC8E439-2B75-4C78-8596-854FDE9F7EF6}">
      <dgm:prSet/>
      <dgm:spPr/>
      <dgm:t>
        <a:bodyPr/>
        <a:lstStyle/>
        <a:p>
          <a:endParaRPr lang="en-US"/>
        </a:p>
      </dgm:t>
    </dgm:pt>
    <dgm:pt modelId="{A2EB0253-7D62-4DBD-9BDC-74F9505634D2}" type="sibTrans" cxnId="{CDC8E439-2B75-4C78-8596-854FDE9F7EF6}">
      <dgm:prSet/>
      <dgm:spPr/>
      <dgm:t>
        <a:bodyPr/>
        <a:lstStyle/>
        <a:p>
          <a:endParaRPr lang="en-US"/>
        </a:p>
      </dgm:t>
    </dgm:pt>
    <dgm:pt modelId="{699C5144-8283-48BE-B511-E692D5F4647E}">
      <dgm:prSet phldr="0"/>
      <dgm:spPr/>
      <dgm:t>
        <a:bodyPr/>
        <a:lstStyle/>
        <a:p>
          <a:pPr>
            <a:lnSpc>
              <a:spcPct val="100000"/>
            </a:lnSpc>
            <a:defRPr cap="all"/>
          </a:pPr>
          <a:r>
            <a:rPr lang="en-US" dirty="0"/>
            <a:t>Tubing leaks throughout the experiment so ensure to maintain a container to catch the water and prevent flooding of the bench table</a:t>
          </a:r>
        </a:p>
      </dgm:t>
    </dgm:pt>
    <dgm:pt modelId="{04376400-4A6D-498B-AC78-CD7D022C3AC9}" type="parTrans" cxnId="{85FF1E5C-5481-4373-81A6-B53B004A8BAC}">
      <dgm:prSet/>
      <dgm:spPr/>
      <dgm:t>
        <a:bodyPr/>
        <a:lstStyle/>
        <a:p>
          <a:endParaRPr lang="en-US"/>
        </a:p>
      </dgm:t>
    </dgm:pt>
    <dgm:pt modelId="{99863D4E-11F2-407B-A3D4-248A9EBEA708}" type="sibTrans" cxnId="{85FF1E5C-5481-4373-81A6-B53B004A8BAC}">
      <dgm:prSet/>
      <dgm:spPr/>
      <dgm:t>
        <a:bodyPr/>
        <a:lstStyle/>
        <a:p>
          <a:endParaRPr lang="en-US"/>
        </a:p>
      </dgm:t>
    </dgm:pt>
    <dgm:pt modelId="{16590FDD-79C9-464C-BCDD-37445CFA53DB}">
      <dgm:prSet phldr="0"/>
      <dgm:spPr/>
      <dgm:t>
        <a:bodyPr/>
        <a:lstStyle/>
        <a:p>
          <a:pPr>
            <a:lnSpc>
              <a:spcPct val="100000"/>
            </a:lnSpc>
            <a:defRPr cap="all"/>
          </a:pPr>
          <a:r>
            <a:rPr lang="en-US" dirty="0"/>
            <a:t>Record data carefully across multiple materials and fittings to simplify post-lab analysis.</a:t>
          </a:r>
        </a:p>
      </dgm:t>
    </dgm:pt>
    <dgm:pt modelId="{827A4B53-8324-4C68-A3F1-7A31DD5610E1}" type="parTrans" cxnId="{0522380B-1C4A-42D6-8257-5183A85B6F6B}">
      <dgm:prSet/>
      <dgm:spPr/>
      <dgm:t>
        <a:bodyPr/>
        <a:lstStyle/>
        <a:p>
          <a:endParaRPr lang="en-US"/>
        </a:p>
      </dgm:t>
    </dgm:pt>
    <dgm:pt modelId="{625ED9C0-21AB-46D2-8E1A-906D93B428CB}" type="sibTrans" cxnId="{0522380B-1C4A-42D6-8257-5183A85B6F6B}">
      <dgm:prSet/>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 modelId="{5F759FE1-D467-4D64-B94C-F87D3196403E}" type="pres">
      <dgm:prSet presAssocID="{2BE520E7-29E1-4A5C-91AE-9BB98ED78882}" presName="compNode" presStyleCnt="0"/>
      <dgm:spPr/>
    </dgm:pt>
    <dgm:pt modelId="{0C6043B8-9985-4419-B416-4F06A2AD37A7}" type="pres">
      <dgm:prSet presAssocID="{2BE520E7-29E1-4A5C-91AE-9BB98ED78882}" presName="iconBgRect" presStyleLbl="bgShp" presStyleIdx="0" presStyleCnt="3"/>
      <dgm:spPr>
        <a:prstGeom prst="round2DiagRect">
          <a:avLst>
            <a:gd name="adj1" fmla="val 29727"/>
            <a:gd name="adj2" fmla="val 0"/>
          </a:avLst>
        </a:prstGeom>
      </dgm:spPr>
    </dgm:pt>
    <dgm:pt modelId="{2D41F61D-2A41-4ACE-9274-0025E10A560A}" type="pres">
      <dgm:prSet presAssocID="{2BE520E7-29E1-4A5C-91AE-9BB98ED7888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wnward trend graph outline"/>
        </a:ext>
      </dgm:extLst>
    </dgm:pt>
    <dgm:pt modelId="{8CD7C06F-4B09-4D37-BB18-F43737040529}" type="pres">
      <dgm:prSet presAssocID="{2BE520E7-29E1-4A5C-91AE-9BB98ED78882}" presName="spaceRect" presStyleCnt="0"/>
      <dgm:spPr/>
    </dgm:pt>
    <dgm:pt modelId="{AD1665B2-6442-4221-BC2E-A7E2EE24E908}" type="pres">
      <dgm:prSet presAssocID="{2BE520E7-29E1-4A5C-91AE-9BB98ED78882}" presName="textRect" presStyleLbl="revTx" presStyleIdx="0" presStyleCnt="3">
        <dgm:presLayoutVars>
          <dgm:chMax val="1"/>
          <dgm:chPref val="1"/>
        </dgm:presLayoutVars>
      </dgm:prSet>
      <dgm:spPr/>
    </dgm:pt>
    <dgm:pt modelId="{25DE0144-C6B4-4E18-B8AB-C429AF34DD9D}" type="pres">
      <dgm:prSet presAssocID="{A2EB0253-7D62-4DBD-9BDC-74F9505634D2}" presName="sibTrans" presStyleCnt="0"/>
      <dgm:spPr/>
    </dgm:pt>
    <dgm:pt modelId="{52F2DEEF-519A-4E4E-99A7-35857B53434D}" type="pres">
      <dgm:prSet presAssocID="{699C5144-8283-48BE-B511-E692D5F4647E}" presName="compNode" presStyleCnt="0"/>
      <dgm:spPr/>
    </dgm:pt>
    <dgm:pt modelId="{BE218BD4-4D9C-4F3E-9FE4-96932C0B1ABB}" type="pres">
      <dgm:prSet presAssocID="{699C5144-8283-48BE-B511-E692D5F4647E}" presName="iconBgRect" presStyleLbl="bgShp" presStyleIdx="1" presStyleCnt="3"/>
      <dgm:spPr>
        <a:prstGeom prst="round2DiagRect">
          <a:avLst>
            <a:gd name="adj1" fmla="val 29727"/>
            <a:gd name="adj2" fmla="val 0"/>
          </a:avLst>
        </a:prstGeom>
      </dgm:spPr>
    </dgm:pt>
    <dgm:pt modelId="{88971B1A-82A5-4E96-A94A-F3FA2E7EFA78}" type="pres">
      <dgm:prSet presAssocID="{699C5144-8283-48BE-B511-E692D5F4647E}"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bbles outline"/>
        </a:ext>
      </dgm:extLst>
    </dgm:pt>
    <dgm:pt modelId="{7B7561A9-9F13-43C0-8ED1-E94E43914B3C}" type="pres">
      <dgm:prSet presAssocID="{699C5144-8283-48BE-B511-E692D5F4647E}" presName="spaceRect" presStyleCnt="0"/>
      <dgm:spPr/>
    </dgm:pt>
    <dgm:pt modelId="{6467D0E0-1A48-4758-9F4B-6D52E6D3D324}" type="pres">
      <dgm:prSet presAssocID="{699C5144-8283-48BE-B511-E692D5F4647E}" presName="textRect" presStyleLbl="revTx" presStyleIdx="1" presStyleCnt="3">
        <dgm:presLayoutVars>
          <dgm:chMax val="1"/>
          <dgm:chPref val="1"/>
        </dgm:presLayoutVars>
      </dgm:prSet>
      <dgm:spPr/>
    </dgm:pt>
    <dgm:pt modelId="{041CD5F6-6411-4B11-B162-651683097AC4}" type="pres">
      <dgm:prSet presAssocID="{99863D4E-11F2-407B-A3D4-248A9EBEA708}" presName="sibTrans" presStyleCnt="0"/>
      <dgm:spPr/>
    </dgm:pt>
    <dgm:pt modelId="{666CB2ED-4D58-4CC6-8284-59F7D3C1AF16}" type="pres">
      <dgm:prSet presAssocID="{16590FDD-79C9-464C-BCDD-37445CFA53DB}" presName="compNode" presStyleCnt="0"/>
      <dgm:spPr/>
    </dgm:pt>
    <dgm:pt modelId="{DBB607DB-F280-4124-B71C-A9E7E49F0F9E}" type="pres">
      <dgm:prSet presAssocID="{16590FDD-79C9-464C-BCDD-37445CFA53DB}" presName="iconBgRect" presStyleLbl="bgShp" presStyleIdx="2" presStyleCnt="3"/>
      <dgm:spPr>
        <a:prstGeom prst="round2DiagRect">
          <a:avLst>
            <a:gd name="adj1" fmla="val 29727"/>
            <a:gd name="adj2" fmla="val 0"/>
          </a:avLst>
        </a:prstGeom>
      </dgm:spPr>
    </dgm:pt>
    <dgm:pt modelId="{78CB81B0-A74F-4C15-94F5-9E3F8BF24AA0}" type="pres">
      <dgm:prSet presAssocID="{16590FDD-79C9-464C-BCDD-37445CFA53DB}"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ipboard outline"/>
        </a:ext>
      </dgm:extLst>
    </dgm:pt>
    <dgm:pt modelId="{2D55149B-B23B-4E26-8F73-2947E5DB34B3}" type="pres">
      <dgm:prSet presAssocID="{16590FDD-79C9-464C-BCDD-37445CFA53DB}" presName="spaceRect" presStyleCnt="0"/>
      <dgm:spPr/>
    </dgm:pt>
    <dgm:pt modelId="{06E97E58-DD44-4F44-A8E9-60565E9E7E1E}" type="pres">
      <dgm:prSet presAssocID="{16590FDD-79C9-464C-BCDD-37445CFA53DB}" presName="textRect" presStyleLbl="revTx" presStyleIdx="2" presStyleCnt="3">
        <dgm:presLayoutVars>
          <dgm:chMax val="1"/>
          <dgm:chPref val="1"/>
        </dgm:presLayoutVars>
      </dgm:prSet>
      <dgm:spPr/>
    </dgm:pt>
  </dgm:ptLst>
  <dgm:cxnLst>
    <dgm:cxn modelId="{0522380B-1C4A-42D6-8257-5183A85B6F6B}" srcId="{F021892D-E54C-43FB-A6F7-A5F140137F6F}" destId="{16590FDD-79C9-464C-BCDD-37445CFA53DB}" srcOrd="2" destOrd="0" parTransId="{827A4B53-8324-4C68-A3F1-7A31DD5610E1}" sibTransId="{625ED9C0-21AB-46D2-8E1A-906D93B428CB}"/>
    <dgm:cxn modelId="{E0A64B26-E586-4D5B-8C50-F5BD7D991F10}" type="presOf" srcId="{F021892D-E54C-43FB-A6F7-A5F140137F6F}" destId="{C9CAC79E-7441-42CA-B76A-3B9DE0FFE3F7}" srcOrd="0" destOrd="0" presId="urn:microsoft.com/office/officeart/2018/5/layout/IconLeafLabelList"/>
    <dgm:cxn modelId="{CDC8E439-2B75-4C78-8596-854FDE9F7EF6}" srcId="{F021892D-E54C-43FB-A6F7-A5F140137F6F}" destId="{2BE520E7-29E1-4A5C-91AE-9BB98ED78882}" srcOrd="0" destOrd="0" parTransId="{D27E522E-A7A8-42DA-BD3A-C5912F71D3CF}" sibTransId="{A2EB0253-7D62-4DBD-9BDC-74F9505634D2}"/>
    <dgm:cxn modelId="{85FF1E5C-5481-4373-81A6-B53B004A8BAC}" srcId="{F021892D-E54C-43FB-A6F7-A5F140137F6F}" destId="{699C5144-8283-48BE-B511-E692D5F4647E}" srcOrd="1" destOrd="0" parTransId="{04376400-4A6D-498B-AC78-CD7D022C3AC9}" sibTransId="{99863D4E-11F2-407B-A3D4-248A9EBEA708}"/>
    <dgm:cxn modelId="{79A72A64-A37F-4C33-B072-7BA422D84D32}" type="presOf" srcId="{2BE520E7-29E1-4A5C-91AE-9BB98ED78882}" destId="{AD1665B2-6442-4221-BC2E-A7E2EE24E908}" srcOrd="0" destOrd="0" presId="urn:microsoft.com/office/officeart/2018/5/layout/IconLeafLabelList"/>
    <dgm:cxn modelId="{269E51BB-FE2E-4B58-A126-1BEF76853C81}" type="presOf" srcId="{699C5144-8283-48BE-B511-E692D5F4647E}" destId="{6467D0E0-1A48-4758-9F4B-6D52E6D3D324}" srcOrd="0" destOrd="0" presId="urn:microsoft.com/office/officeart/2018/5/layout/IconLeafLabelList"/>
    <dgm:cxn modelId="{25B46BF9-380A-4ED0-83BF-28BCEF3BAA66}" type="presOf" srcId="{16590FDD-79C9-464C-BCDD-37445CFA53DB}" destId="{06E97E58-DD44-4F44-A8E9-60565E9E7E1E}" srcOrd="0" destOrd="0" presId="urn:microsoft.com/office/officeart/2018/5/layout/IconLeafLabelList"/>
    <dgm:cxn modelId="{0EEC347E-DF46-4132-8453-FD299E44B475}" type="presParOf" srcId="{C9CAC79E-7441-42CA-B76A-3B9DE0FFE3F7}" destId="{5F759FE1-D467-4D64-B94C-F87D3196403E}" srcOrd="0" destOrd="0" presId="urn:microsoft.com/office/officeart/2018/5/layout/IconLeafLabelList"/>
    <dgm:cxn modelId="{D48B2D60-B874-4E1F-9DC5-A697E1640577}" type="presParOf" srcId="{5F759FE1-D467-4D64-B94C-F87D3196403E}" destId="{0C6043B8-9985-4419-B416-4F06A2AD37A7}" srcOrd="0" destOrd="0" presId="urn:microsoft.com/office/officeart/2018/5/layout/IconLeafLabelList"/>
    <dgm:cxn modelId="{CFE7C8AF-0F1A-49C9-926F-4BCF2F04A9F0}" type="presParOf" srcId="{5F759FE1-D467-4D64-B94C-F87D3196403E}" destId="{2D41F61D-2A41-4ACE-9274-0025E10A560A}" srcOrd="1" destOrd="0" presId="urn:microsoft.com/office/officeart/2018/5/layout/IconLeafLabelList"/>
    <dgm:cxn modelId="{BDC8F1D7-2649-425B-BC78-966492FC657E}" type="presParOf" srcId="{5F759FE1-D467-4D64-B94C-F87D3196403E}" destId="{8CD7C06F-4B09-4D37-BB18-F43737040529}" srcOrd="2" destOrd="0" presId="urn:microsoft.com/office/officeart/2018/5/layout/IconLeafLabelList"/>
    <dgm:cxn modelId="{24F68494-6D17-4075-A023-1DA4F1E802E5}" type="presParOf" srcId="{5F759FE1-D467-4D64-B94C-F87D3196403E}" destId="{AD1665B2-6442-4221-BC2E-A7E2EE24E908}" srcOrd="3" destOrd="0" presId="urn:microsoft.com/office/officeart/2018/5/layout/IconLeafLabelList"/>
    <dgm:cxn modelId="{FF4C701A-BD3E-45A0-8E73-1A5A81523042}" type="presParOf" srcId="{C9CAC79E-7441-42CA-B76A-3B9DE0FFE3F7}" destId="{25DE0144-C6B4-4E18-B8AB-C429AF34DD9D}" srcOrd="1" destOrd="0" presId="urn:microsoft.com/office/officeart/2018/5/layout/IconLeafLabelList"/>
    <dgm:cxn modelId="{74D51E25-21C9-44D3-995B-1253DEB5EE63}" type="presParOf" srcId="{C9CAC79E-7441-42CA-B76A-3B9DE0FFE3F7}" destId="{52F2DEEF-519A-4E4E-99A7-35857B53434D}" srcOrd="2" destOrd="0" presId="urn:microsoft.com/office/officeart/2018/5/layout/IconLeafLabelList"/>
    <dgm:cxn modelId="{9F83E8A7-D34E-4460-85CC-E0E829FAEE53}" type="presParOf" srcId="{52F2DEEF-519A-4E4E-99A7-35857B53434D}" destId="{BE218BD4-4D9C-4F3E-9FE4-96932C0B1ABB}" srcOrd="0" destOrd="0" presId="urn:microsoft.com/office/officeart/2018/5/layout/IconLeafLabelList"/>
    <dgm:cxn modelId="{D2BD4534-B46E-4123-AC97-DDA513921863}" type="presParOf" srcId="{52F2DEEF-519A-4E4E-99A7-35857B53434D}" destId="{88971B1A-82A5-4E96-A94A-F3FA2E7EFA78}" srcOrd="1" destOrd="0" presId="urn:microsoft.com/office/officeart/2018/5/layout/IconLeafLabelList"/>
    <dgm:cxn modelId="{4FA77EFD-8C23-4D77-9386-7EEF0ECCDE2C}" type="presParOf" srcId="{52F2DEEF-519A-4E4E-99A7-35857B53434D}" destId="{7B7561A9-9F13-43C0-8ED1-E94E43914B3C}" srcOrd="2" destOrd="0" presId="urn:microsoft.com/office/officeart/2018/5/layout/IconLeafLabelList"/>
    <dgm:cxn modelId="{42C5527E-04B2-46DD-9F1B-6B9BCAB6A734}" type="presParOf" srcId="{52F2DEEF-519A-4E4E-99A7-35857B53434D}" destId="{6467D0E0-1A48-4758-9F4B-6D52E6D3D324}" srcOrd="3" destOrd="0" presId="urn:microsoft.com/office/officeart/2018/5/layout/IconLeafLabelList"/>
    <dgm:cxn modelId="{D7C98785-1119-453F-9B6E-FA612A982FAB}" type="presParOf" srcId="{C9CAC79E-7441-42CA-B76A-3B9DE0FFE3F7}" destId="{041CD5F6-6411-4B11-B162-651683097AC4}" srcOrd="3" destOrd="0" presId="urn:microsoft.com/office/officeart/2018/5/layout/IconLeafLabelList"/>
    <dgm:cxn modelId="{B3CF972D-6414-479E-85F9-BD8C8CEB9874}" type="presParOf" srcId="{C9CAC79E-7441-42CA-B76A-3B9DE0FFE3F7}" destId="{666CB2ED-4D58-4CC6-8284-59F7D3C1AF16}" srcOrd="4" destOrd="0" presId="urn:microsoft.com/office/officeart/2018/5/layout/IconLeafLabelList"/>
    <dgm:cxn modelId="{A77788F2-B747-4787-9829-A8C41BBB7DF6}" type="presParOf" srcId="{666CB2ED-4D58-4CC6-8284-59F7D3C1AF16}" destId="{DBB607DB-F280-4124-B71C-A9E7E49F0F9E}" srcOrd="0" destOrd="0" presId="urn:microsoft.com/office/officeart/2018/5/layout/IconLeafLabelList"/>
    <dgm:cxn modelId="{4575FC0E-4422-4865-8B5F-9E97871583C2}" type="presParOf" srcId="{666CB2ED-4D58-4CC6-8284-59F7D3C1AF16}" destId="{78CB81B0-A74F-4C15-94F5-9E3F8BF24AA0}" srcOrd="1" destOrd="0" presId="urn:microsoft.com/office/officeart/2018/5/layout/IconLeafLabelList"/>
    <dgm:cxn modelId="{121360A7-9C0D-4AEC-ABD7-4C51865D95F9}" type="presParOf" srcId="{666CB2ED-4D58-4CC6-8284-59F7D3C1AF16}" destId="{2D55149B-B23B-4E26-8F73-2947E5DB34B3}" srcOrd="2" destOrd="0" presId="urn:microsoft.com/office/officeart/2018/5/layout/IconLeafLabelList"/>
    <dgm:cxn modelId="{98A600CB-4CA8-4701-B1CB-7D18751BDB5B}" type="presParOf" srcId="{666CB2ED-4D58-4CC6-8284-59F7D3C1AF16}" destId="{06E97E58-DD44-4F44-A8E9-60565E9E7E1E}" srcOrd="3" destOrd="0" presId="urn:microsoft.com/office/officeart/2018/5/layout/IconLeaf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A72F9-1A1C-4E90-BFEE-26A56CAC9A99}">
      <dsp:nvSpPr>
        <dsp:cNvPr id="0" name=""/>
        <dsp:cNvSpPr/>
      </dsp:nvSpPr>
      <dsp:spPr>
        <a:xfrm>
          <a:off x="0" y="542"/>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D7B4D3-A836-442C-9638-8DB8B0C4C9FF}">
      <dsp:nvSpPr>
        <dsp:cNvPr id="0" name=""/>
        <dsp:cNvSpPr/>
      </dsp:nvSpPr>
      <dsp:spPr>
        <a:xfrm>
          <a:off x="0" y="542"/>
          <a:ext cx="5192345" cy="888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solidFill>
                <a:srgbClr val="080808"/>
              </a:solidFill>
            </a:rPr>
            <a:t>Water</a:t>
          </a:r>
        </a:p>
      </dsp:txBody>
      <dsp:txXfrm>
        <a:off x="0" y="542"/>
        <a:ext cx="5192345" cy="888111"/>
      </dsp:txXfrm>
    </dsp:sp>
    <dsp:sp modelId="{F4C6A55D-DAB7-4FEE-82A6-D029474CD5FA}">
      <dsp:nvSpPr>
        <dsp:cNvPr id="0" name=""/>
        <dsp:cNvSpPr/>
      </dsp:nvSpPr>
      <dsp:spPr>
        <a:xfrm>
          <a:off x="0" y="888653"/>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21A0EA-A7EB-4352-985F-501BA2DE6211}">
      <dsp:nvSpPr>
        <dsp:cNvPr id="0" name=""/>
        <dsp:cNvSpPr/>
      </dsp:nvSpPr>
      <dsp:spPr>
        <a:xfrm>
          <a:off x="0" y="888653"/>
          <a:ext cx="5192345" cy="888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rtl="0">
            <a:lnSpc>
              <a:spcPct val="90000"/>
            </a:lnSpc>
            <a:spcBef>
              <a:spcPct val="0"/>
            </a:spcBef>
            <a:spcAft>
              <a:spcPct val="35000"/>
            </a:spcAft>
            <a:buNone/>
          </a:pPr>
          <a:r>
            <a:rPr lang="en-US" sz="4000" kern="1200" dirty="0">
              <a:solidFill>
                <a:srgbClr val="080808"/>
              </a:solidFill>
              <a:latin typeface="Arial" panose="020B0604020202020204"/>
            </a:rPr>
            <a:t>Timer</a:t>
          </a:r>
          <a:endParaRPr lang="en-US" sz="4000" kern="1200" dirty="0">
            <a:solidFill>
              <a:srgbClr val="080808"/>
            </a:solidFill>
          </a:endParaRPr>
        </a:p>
      </dsp:txBody>
      <dsp:txXfrm>
        <a:off x="0" y="888653"/>
        <a:ext cx="5192345" cy="888111"/>
      </dsp:txXfrm>
    </dsp:sp>
    <dsp:sp modelId="{59700633-2F12-4593-A703-F3AF71A42EEE}">
      <dsp:nvSpPr>
        <dsp:cNvPr id="0" name=""/>
        <dsp:cNvSpPr/>
      </dsp:nvSpPr>
      <dsp:spPr>
        <a:xfrm>
          <a:off x="0" y="1776765"/>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AAB5C8-2336-4409-9329-80F002ECB828}">
      <dsp:nvSpPr>
        <dsp:cNvPr id="0" name=""/>
        <dsp:cNvSpPr/>
      </dsp:nvSpPr>
      <dsp:spPr>
        <a:xfrm>
          <a:off x="0" y="1776765"/>
          <a:ext cx="5192345" cy="888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rtl="0">
            <a:lnSpc>
              <a:spcPct val="90000"/>
            </a:lnSpc>
            <a:spcBef>
              <a:spcPct val="0"/>
            </a:spcBef>
            <a:spcAft>
              <a:spcPct val="35000"/>
            </a:spcAft>
            <a:buNone/>
          </a:pPr>
          <a:r>
            <a:rPr lang="en-US" sz="4000" kern="1200" dirty="0">
              <a:solidFill>
                <a:srgbClr val="080808"/>
              </a:solidFill>
              <a:latin typeface="Arial" panose="020B0604020202020204"/>
            </a:rPr>
            <a:t>Graduated cylinder</a:t>
          </a:r>
          <a:endParaRPr lang="en-US" sz="4000" kern="1200" dirty="0">
            <a:solidFill>
              <a:srgbClr val="080808"/>
            </a:solidFill>
          </a:endParaRPr>
        </a:p>
      </dsp:txBody>
      <dsp:txXfrm>
        <a:off x="0" y="1776765"/>
        <a:ext cx="5192345" cy="888111"/>
      </dsp:txXfrm>
    </dsp:sp>
    <dsp:sp modelId="{DC6B9D64-E1A1-4D5F-9481-8BCE71AA54FA}">
      <dsp:nvSpPr>
        <dsp:cNvPr id="0" name=""/>
        <dsp:cNvSpPr/>
      </dsp:nvSpPr>
      <dsp:spPr>
        <a:xfrm>
          <a:off x="0" y="2664876"/>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86932-FC46-4E45-A123-6889A8B106BB}">
      <dsp:nvSpPr>
        <dsp:cNvPr id="0" name=""/>
        <dsp:cNvSpPr/>
      </dsp:nvSpPr>
      <dsp:spPr>
        <a:xfrm>
          <a:off x="0" y="2664876"/>
          <a:ext cx="5192345" cy="888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rtl="0">
            <a:lnSpc>
              <a:spcPct val="90000"/>
            </a:lnSpc>
            <a:spcBef>
              <a:spcPct val="0"/>
            </a:spcBef>
            <a:spcAft>
              <a:spcPct val="35000"/>
            </a:spcAft>
            <a:buNone/>
          </a:pPr>
          <a:r>
            <a:rPr lang="en-US" sz="4000" kern="1200" dirty="0">
              <a:solidFill>
                <a:srgbClr val="080808"/>
              </a:solidFill>
              <a:latin typeface="Arial" panose="020B0604020202020204"/>
            </a:rPr>
            <a:t>Flexible plastic tubing</a:t>
          </a:r>
          <a:endParaRPr lang="en-US" sz="4000" kern="1200" dirty="0">
            <a:solidFill>
              <a:srgbClr val="080808"/>
            </a:solidFill>
          </a:endParaRPr>
        </a:p>
      </dsp:txBody>
      <dsp:txXfrm>
        <a:off x="0" y="2664876"/>
        <a:ext cx="5192345" cy="888111"/>
      </dsp:txXfrm>
    </dsp:sp>
    <dsp:sp modelId="{260B11B7-2EEB-4FAE-8264-AF3D6C4C7939}">
      <dsp:nvSpPr>
        <dsp:cNvPr id="0" name=""/>
        <dsp:cNvSpPr/>
      </dsp:nvSpPr>
      <dsp:spPr>
        <a:xfrm>
          <a:off x="0" y="3552988"/>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E1C272-B93E-453D-85E0-A4CE84DFB70A}">
      <dsp:nvSpPr>
        <dsp:cNvPr id="0" name=""/>
        <dsp:cNvSpPr/>
      </dsp:nvSpPr>
      <dsp:spPr>
        <a:xfrm>
          <a:off x="0" y="3552988"/>
          <a:ext cx="5192345" cy="888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solidFill>
                <a:srgbClr val="080808"/>
              </a:solidFill>
            </a:rPr>
            <a:t>Safety Goggles</a:t>
          </a:r>
        </a:p>
      </dsp:txBody>
      <dsp:txXfrm>
        <a:off x="0" y="3552988"/>
        <a:ext cx="5192345" cy="8881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C847AC-8835-403A-85CC-DDA713C37621}">
      <dsp:nvSpPr>
        <dsp:cNvPr id="0" name=""/>
        <dsp:cNvSpPr/>
      </dsp:nvSpPr>
      <dsp:spPr>
        <a:xfrm>
          <a:off x="2311500" y="445353"/>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7DEE6FE-0C15-4787-8510-30A2D73153CD}">
      <dsp:nvSpPr>
        <dsp:cNvPr id="0" name=""/>
        <dsp:cNvSpPr/>
      </dsp:nvSpPr>
      <dsp:spPr>
        <a:xfrm>
          <a:off x="2779500" y="913354"/>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9127B00-7B58-46F4-A13B-3A4A4C537E4B}">
      <dsp:nvSpPr>
        <dsp:cNvPr id="0" name=""/>
        <dsp:cNvSpPr/>
      </dsp:nvSpPr>
      <dsp:spPr>
        <a:xfrm>
          <a:off x="1609500" y="3325354"/>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SYSTEM leaks water so avoid having any electronic devices on the table</a:t>
          </a:r>
        </a:p>
      </dsp:txBody>
      <dsp:txXfrm>
        <a:off x="1609500" y="3325354"/>
        <a:ext cx="3600000" cy="720000"/>
      </dsp:txXfrm>
    </dsp:sp>
    <dsp:sp modelId="{03F4DAE5-90B6-4D8E-AA17-F8E10EDFF6A4}">
      <dsp:nvSpPr>
        <dsp:cNvPr id="0" name=""/>
        <dsp:cNvSpPr/>
      </dsp:nvSpPr>
      <dsp:spPr>
        <a:xfrm>
          <a:off x="6541500" y="445353"/>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24A806F-3771-4E2F-8A53-956E45DB9115}">
      <dsp:nvSpPr>
        <dsp:cNvPr id="0" name=""/>
        <dsp:cNvSpPr/>
      </dsp:nvSpPr>
      <dsp:spPr>
        <a:xfrm>
          <a:off x="7009500" y="913354"/>
          <a:ext cx="1260000" cy="1260000"/>
        </a:xfrm>
        <a:prstGeom prst="rect">
          <a:avLst/>
        </a:prstGeom>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24DAA8E-25CF-4893-952A-59FBE366825E}">
      <dsp:nvSpPr>
        <dsp:cNvPr id="0" name=""/>
        <dsp:cNvSpPr/>
      </dsp:nvSpPr>
      <dsp:spPr>
        <a:xfrm>
          <a:off x="5839500" y="3325354"/>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Do not run the pump without water </a:t>
          </a:r>
        </a:p>
      </dsp:txBody>
      <dsp:txXfrm>
        <a:off x="5839500" y="3325354"/>
        <a:ext cx="36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043B8-9985-4419-B416-4F06A2AD37A7}">
      <dsp:nvSpPr>
        <dsp:cNvPr id="0" name=""/>
        <dsp:cNvSpPr/>
      </dsp:nvSpPr>
      <dsp:spPr>
        <a:xfrm>
          <a:off x="696000"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D41F61D-2A41-4ACE-9274-0025E10A560A}">
      <dsp:nvSpPr>
        <dsp:cNvPr id="0" name=""/>
        <dsp:cNvSpPr/>
      </dsp:nvSpPr>
      <dsp:spPr>
        <a:xfrm>
          <a:off x="1120125" y="1004478"/>
          <a:ext cx="1141875" cy="11418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D1665B2-6442-4221-BC2E-A7E2EE24E908}">
      <dsp:nvSpPr>
        <dsp:cNvPr id="0" name=""/>
        <dsp:cNvSpPr/>
      </dsp:nvSpPr>
      <dsp:spPr>
        <a:xfrm>
          <a:off x="59812"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0" kern="1200" dirty="0"/>
            <a:t>Pressure Drop </a:t>
          </a:r>
          <a:r>
            <a:rPr lang="en-US" sz="1200" kern="1200" dirty="0"/>
            <a:t>Readings can fluctuate due to small ΔP values and instrument sensitivity.</a:t>
          </a:r>
        </a:p>
      </dsp:txBody>
      <dsp:txXfrm>
        <a:off x="59812" y="3190354"/>
        <a:ext cx="3262500" cy="720000"/>
      </dsp:txXfrm>
    </dsp:sp>
    <dsp:sp modelId="{BE218BD4-4D9C-4F3E-9FE4-96932C0B1ABB}">
      <dsp:nvSpPr>
        <dsp:cNvPr id="0" name=""/>
        <dsp:cNvSpPr/>
      </dsp:nvSpPr>
      <dsp:spPr>
        <a:xfrm>
          <a:off x="4529437"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8971B1A-82A5-4E96-A94A-F3FA2E7EFA78}">
      <dsp:nvSpPr>
        <dsp:cNvPr id="0" name=""/>
        <dsp:cNvSpPr/>
      </dsp:nvSpPr>
      <dsp:spPr>
        <a:xfrm>
          <a:off x="4953562" y="1004478"/>
          <a:ext cx="1141875" cy="11418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6467D0E0-1A48-4758-9F4B-6D52E6D3D324}">
      <dsp:nvSpPr>
        <dsp:cNvPr id="0" name=""/>
        <dsp:cNvSpPr/>
      </dsp:nvSpPr>
      <dsp:spPr>
        <a:xfrm>
          <a:off x="3893250"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Tubing leaks throughout the experiment so ensure to maintain a container to catch the water and prevent flooding of the bench table</a:t>
          </a:r>
        </a:p>
      </dsp:txBody>
      <dsp:txXfrm>
        <a:off x="3893250" y="3190354"/>
        <a:ext cx="3262500" cy="720000"/>
      </dsp:txXfrm>
    </dsp:sp>
    <dsp:sp modelId="{DBB607DB-F280-4124-B71C-A9E7E49F0F9E}">
      <dsp:nvSpPr>
        <dsp:cNvPr id="0" name=""/>
        <dsp:cNvSpPr/>
      </dsp:nvSpPr>
      <dsp:spPr>
        <a:xfrm>
          <a:off x="8362875"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8CB81B0-A74F-4C15-94F5-9E3F8BF24AA0}">
      <dsp:nvSpPr>
        <dsp:cNvPr id="0" name=""/>
        <dsp:cNvSpPr/>
      </dsp:nvSpPr>
      <dsp:spPr>
        <a:xfrm>
          <a:off x="8787000" y="1004478"/>
          <a:ext cx="1141875" cy="11418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6E97E58-DD44-4F44-A8E9-60565E9E7E1E}">
      <dsp:nvSpPr>
        <dsp:cNvPr id="0" name=""/>
        <dsp:cNvSpPr/>
      </dsp:nvSpPr>
      <dsp:spPr>
        <a:xfrm>
          <a:off x="7726687"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Record data carefully across multiple materials and fittings to simplify post-lab analysis.</a:t>
          </a:r>
        </a:p>
      </dsp:txBody>
      <dsp:txXfrm>
        <a:off x="7726687" y="3190354"/>
        <a:ext cx="326250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09.347"/>
    </inkml:context>
    <inkml:brush xml:id="br0">
      <inkml:brushProperty name="width" value="0.025" units="cm"/>
      <inkml:brushProperty name="height" value="0.025" units="cm"/>
    </inkml:brush>
  </inkml:definitions>
  <inkml:trace contextRef="#ctx0" brushRef="#br0">3 1 3655 0 0,'0'0'384'0'0,"-2"32"-544"0"0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10.886"/>
    </inkml:context>
    <inkml:brush xml:id="br0">
      <inkml:brushProperty name="width" value="0.035" units="cm"/>
      <inkml:brushProperty name="height" value="0.035" units="cm"/>
      <inkml:brushProperty name="color" value="#FFFFFF"/>
    </inkml:brush>
  </inkml:definitions>
  <inkml:trace contextRef="#ctx0" brushRef="#br0">1 0 1639 0 0,'0'0'144'0'0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4A3ED06A-E3B9-0047-8050-B794EA99C6AE}" type="datetimeFigureOut">
              <a:rPr lang="en-US" smtClean="0"/>
              <a:pPr/>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CFDF244-9769-4A4F-8A52-7801F8D12EA0}" type="slidenum">
              <a:rPr lang="en-US" smtClean="0"/>
              <a:pPr/>
              <a:t>‹#›</a:t>
            </a:fld>
            <a:endParaRPr lang="en-US"/>
          </a:p>
        </p:txBody>
      </p:sp>
    </p:spTree>
    <p:extLst>
      <p:ext uri="{BB962C8B-B14F-4D97-AF65-F5344CB8AC3E}">
        <p14:creationId xmlns:p14="http://schemas.microsoft.com/office/powerpoint/2010/main" val="228736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FE3EE1A-FE2A-D841-84E7-BEC666CBB2FF}"/>
              </a:ext>
            </a:extLst>
          </p:cNvPr>
          <p:cNvSpPr>
            <a:spLocks noGrp="1"/>
          </p:cNvSpPr>
          <p:nvPr>
            <p:ph type="pic" sz="quarter" idx="12"/>
          </p:nvPr>
        </p:nvSpPr>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txBody>
          <a:bodyPr/>
          <a:lstStyle/>
          <a:p>
            <a:r>
              <a:rPr lang="en-US"/>
              <a:t>Click icon to add picture</a:t>
            </a:r>
          </a:p>
        </p:txBody>
      </p:sp>
      <p:sp>
        <p:nvSpPr>
          <p:cNvPr id="5" name="Title 1">
            <a:extLst>
              <a:ext uri="{FF2B5EF4-FFF2-40B4-BE49-F238E27FC236}">
                <a16:creationId xmlns:a16="http://schemas.microsoft.com/office/drawing/2014/main" id="{BC3BE6E7-8A11-8F4B-B8D2-E622A7A18957}"/>
              </a:ext>
            </a:extLst>
          </p:cNvPr>
          <p:cNvSpPr>
            <a:spLocks noGrp="1"/>
          </p:cNvSpPr>
          <p:nvPr>
            <p:ph type="ctrTitle" hasCustomPrompt="1"/>
          </p:nvPr>
        </p:nvSpPr>
        <p:spPr>
          <a:xfrm>
            <a:off x="6105008" y="2205037"/>
            <a:ext cx="4920343" cy="1655763"/>
          </a:xfrm>
          <a:prstGeom prst="rect">
            <a:avLst/>
          </a:prstGeom>
        </p:spPr>
        <p:txBody>
          <a:bodyPr lIns="0" tIns="0" rIns="0" bIns="0" anchor="t">
            <a:normAutofit/>
          </a:bodyPr>
          <a:lstStyle>
            <a:lvl1pPr algn="l">
              <a:defRPr sz="3600" b="1">
                <a:solidFill>
                  <a:srgbClr val="001E62"/>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6" name="Subtitle 2">
            <a:extLst>
              <a:ext uri="{FF2B5EF4-FFF2-40B4-BE49-F238E27FC236}">
                <a16:creationId xmlns:a16="http://schemas.microsoft.com/office/drawing/2014/main" id="{07644AD0-57F7-094F-A3A4-D5E46E4E56D5}"/>
              </a:ext>
            </a:extLst>
          </p:cNvPr>
          <p:cNvSpPr>
            <a:spLocks noGrp="1"/>
          </p:cNvSpPr>
          <p:nvPr>
            <p:ph type="subTitle" idx="1" hasCustomPrompt="1"/>
          </p:nvPr>
        </p:nvSpPr>
        <p:spPr>
          <a:xfrm>
            <a:off x="6105008" y="4099548"/>
            <a:ext cx="4920344" cy="607572"/>
          </a:xfrm>
          <a:prstGeom prst="rect">
            <a:avLst/>
          </a:prstGeom>
        </p:spPr>
        <p:txBody>
          <a:bodyPr lIns="0" tIns="0" rIns="0" bIns="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D9F05423-983C-0F42-AD62-09CC5937E61B}"/>
              </a:ext>
            </a:extLst>
          </p:cNvPr>
          <p:cNvPicPr>
            <a:picLocks noChangeAspect="1"/>
          </p:cNvPicPr>
          <p:nvPr/>
        </p:nvPicPr>
        <p:blipFill>
          <a:blip r:embed="rId2"/>
          <a:stretch>
            <a:fillRect/>
          </a:stretch>
        </p:blipFill>
        <p:spPr>
          <a:xfrm>
            <a:off x="6096000" y="5300680"/>
            <a:ext cx="3152330" cy="607572"/>
          </a:xfrm>
          <a:prstGeom prst="rect">
            <a:avLst/>
          </a:prstGeom>
        </p:spPr>
      </p:pic>
      <p:sp>
        <p:nvSpPr>
          <p:cNvPr id="8" name="Text Placeholder 9">
            <a:extLst>
              <a:ext uri="{FF2B5EF4-FFF2-40B4-BE49-F238E27FC236}">
                <a16:creationId xmlns:a16="http://schemas.microsoft.com/office/drawing/2014/main" id="{1B81A75D-6185-754B-94A9-530861CEF5ED}"/>
              </a:ext>
            </a:extLst>
          </p:cNvPr>
          <p:cNvSpPr>
            <a:spLocks noGrp="1"/>
          </p:cNvSpPr>
          <p:nvPr>
            <p:ph type="body" sz="quarter" idx="11" hasCustomPrompt="1"/>
          </p:nvPr>
        </p:nvSpPr>
        <p:spPr>
          <a:xfrm>
            <a:off x="6105008" y="1611477"/>
            <a:ext cx="2902358" cy="295275"/>
          </a:xfrm>
          <a:prstGeom prst="rect">
            <a:avLst/>
          </a:prstGeom>
        </p:spPr>
        <p:txBody>
          <a:bodyPr lIns="0" tIns="0" rIns="0" bIns="0"/>
          <a:lstStyle>
            <a:lvl1pPr marL="0" indent="0">
              <a:buFontTx/>
              <a:buNone/>
              <a:defRPr sz="1400" b="1" cap="all" spc="400" baseline="0">
                <a:solidFill>
                  <a:srgbClr val="D50032"/>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9" name="Picture 8">
            <a:extLst>
              <a:ext uri="{FF2B5EF4-FFF2-40B4-BE49-F238E27FC236}">
                <a16:creationId xmlns:a16="http://schemas.microsoft.com/office/drawing/2014/main" id="{CFA93E4F-6F26-3F4A-B98C-D14E3F97D593}"/>
              </a:ext>
            </a:extLst>
          </p:cNvPr>
          <p:cNvPicPr>
            <a:picLocks noChangeAspect="1"/>
          </p:cNvPicPr>
          <p:nvPr userDrawn="1"/>
        </p:nvPicPr>
        <p:blipFill>
          <a:blip r:embed="rId2"/>
          <a:stretch>
            <a:fillRect/>
          </a:stretch>
        </p:blipFill>
        <p:spPr>
          <a:xfrm>
            <a:off x="6096000" y="5300680"/>
            <a:ext cx="3152330" cy="607572"/>
          </a:xfrm>
          <a:prstGeom prst="rect">
            <a:avLst/>
          </a:prstGeom>
        </p:spPr>
      </p:pic>
      <p:sp>
        <p:nvSpPr>
          <p:cNvPr id="20" name="TextBox 19">
            <a:extLst>
              <a:ext uri="{FF2B5EF4-FFF2-40B4-BE49-F238E27FC236}">
                <a16:creationId xmlns:a16="http://schemas.microsoft.com/office/drawing/2014/main" id="{A766D111-EABD-934E-9606-C1FAEE903FAC}"/>
              </a:ext>
            </a:extLst>
          </p:cNvPr>
          <p:cNvSpPr txBox="1"/>
          <p:nvPr userDrawn="1"/>
        </p:nvSpPr>
        <p:spPr>
          <a:xfrm>
            <a:off x="2514600" y="-444500"/>
            <a:ext cx="184731" cy="369332"/>
          </a:xfrm>
          <a:prstGeom prst="rect">
            <a:avLst/>
          </a:prstGeom>
          <a:noFill/>
        </p:spPr>
        <p:txBody>
          <a:bodyPr wrap="none" rtlCol="0">
            <a:spAutoFit/>
          </a:bodyPr>
          <a:lstStyle/>
          <a:p>
            <a:endParaRPr lang="en-US" b="0" i="0">
              <a:latin typeface="Arial" panose="020B0604020202020204" pitchFamily="34" charset="0"/>
            </a:endParaRPr>
          </a:p>
        </p:txBody>
      </p:sp>
    </p:spTree>
    <p:extLst>
      <p:ext uri="{BB962C8B-B14F-4D97-AF65-F5344CB8AC3E}">
        <p14:creationId xmlns:p14="http://schemas.microsoft.com/office/powerpoint/2010/main" val="248411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84B8C-FA91-C54A-BD6B-A1BC753E5B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D67D8984-ADB0-3045-B90A-B42AE6A3D17A}"/>
              </a:ext>
            </a:extLst>
          </p:cNvPr>
          <p:cNvSpPr/>
          <p:nvPr userDrawn="1"/>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pic>
        <p:nvPicPr>
          <p:cNvPr id="10" name="Picture 9">
            <a:extLst>
              <a:ext uri="{FF2B5EF4-FFF2-40B4-BE49-F238E27FC236}">
                <a16:creationId xmlns:a16="http://schemas.microsoft.com/office/drawing/2014/main" id="{94D5E7C4-AA3A-714B-AB65-881F761FB1FA}"/>
              </a:ext>
            </a:extLst>
          </p:cNvPr>
          <p:cNvPicPr>
            <a:picLocks noChangeAspect="1"/>
          </p:cNvPicPr>
          <p:nvPr/>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3D1C8BA7-EEFD-584D-BDC5-F7B7AAD50252}"/>
              </a:ext>
            </a:extLst>
          </p:cNvPr>
          <p:cNvSpPr/>
          <p:nvPr/>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4" name="Title 1">
            <a:extLst>
              <a:ext uri="{FF2B5EF4-FFF2-40B4-BE49-F238E27FC236}">
                <a16:creationId xmlns:a16="http://schemas.microsoft.com/office/drawing/2014/main" id="{881D9BB0-FDB4-1643-A5BC-76B17B0E9E7A}"/>
              </a:ext>
            </a:extLst>
          </p:cNvPr>
          <p:cNvSpPr>
            <a:spLocks noGrp="1"/>
          </p:cNvSpPr>
          <p:nvPr>
            <p:ph type="ctrTitle" hasCustomPrompt="1"/>
          </p:nvPr>
        </p:nvSpPr>
        <p:spPr>
          <a:xfrm>
            <a:off x="2815271" y="2289120"/>
            <a:ext cx="6402301" cy="1655763"/>
          </a:xfrm>
          <a:prstGeom prst="rect">
            <a:avLst/>
          </a:prstGeom>
        </p:spPr>
        <p:txBody>
          <a:bodyPr lIns="0" tIns="0" rIns="0" bIns="0" anchor="t">
            <a:normAutofit/>
          </a:bodyPr>
          <a:lstStyle>
            <a:lvl1pPr algn="ctr">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5" name="Text Placeholder 9">
            <a:extLst>
              <a:ext uri="{FF2B5EF4-FFF2-40B4-BE49-F238E27FC236}">
                <a16:creationId xmlns:a16="http://schemas.microsoft.com/office/drawing/2014/main" id="{145D1793-C324-2F44-822B-E01A274F1641}"/>
              </a:ext>
            </a:extLst>
          </p:cNvPr>
          <p:cNvSpPr>
            <a:spLocks noGrp="1"/>
          </p:cNvSpPr>
          <p:nvPr>
            <p:ph type="body" sz="quarter" idx="11" hasCustomPrompt="1"/>
          </p:nvPr>
        </p:nvSpPr>
        <p:spPr>
          <a:xfrm>
            <a:off x="4565242" y="1611477"/>
            <a:ext cx="2902358" cy="295275"/>
          </a:xfrm>
          <a:prstGeom prst="rect">
            <a:avLst/>
          </a:prstGeom>
        </p:spPr>
        <p:txBody>
          <a:bodyPr lIns="0" tIns="0" rIns="0" bIns="0">
            <a:normAutofit/>
          </a:bodyPr>
          <a:lstStyle>
            <a:lvl1pPr marL="0" indent="0" algn="ctr">
              <a:buFontTx/>
              <a:buNone/>
              <a:defRPr sz="18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sp>
        <p:nvSpPr>
          <p:cNvPr id="6" name="Subtitle 2">
            <a:extLst>
              <a:ext uri="{FF2B5EF4-FFF2-40B4-BE49-F238E27FC236}">
                <a16:creationId xmlns:a16="http://schemas.microsoft.com/office/drawing/2014/main" id="{12BC1185-857F-BF4F-A097-153EFBDA80F6}"/>
              </a:ext>
            </a:extLst>
          </p:cNvPr>
          <p:cNvSpPr>
            <a:spLocks noGrp="1"/>
          </p:cNvSpPr>
          <p:nvPr>
            <p:ph type="subTitle" idx="1" hasCustomPrompt="1"/>
          </p:nvPr>
        </p:nvSpPr>
        <p:spPr>
          <a:xfrm>
            <a:off x="3635828" y="4195872"/>
            <a:ext cx="4920344" cy="607572"/>
          </a:xfrm>
          <a:prstGeom prst="rect">
            <a:avLst/>
          </a:prstGeom>
        </p:spPr>
        <p:txBody>
          <a:bodyPr lIns="0" tIns="0" rIns="0" bIns="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A5D443CC-0BC6-3D4A-A896-85EAC5F854CA}"/>
              </a:ext>
            </a:extLst>
          </p:cNvPr>
          <p:cNvPicPr>
            <a:picLocks noChangeAspect="1"/>
          </p:cNvPicPr>
          <p:nvPr/>
        </p:nvPicPr>
        <p:blipFill>
          <a:blip r:embed="rId3"/>
          <a:stretch>
            <a:fillRect/>
          </a:stretch>
        </p:blipFill>
        <p:spPr>
          <a:xfrm>
            <a:off x="5657850" y="5246523"/>
            <a:ext cx="876300" cy="876300"/>
          </a:xfrm>
          <a:prstGeom prst="rect">
            <a:avLst/>
          </a:prstGeom>
        </p:spPr>
      </p:pic>
      <p:pic>
        <p:nvPicPr>
          <p:cNvPr id="12" name="Picture 11">
            <a:extLst>
              <a:ext uri="{FF2B5EF4-FFF2-40B4-BE49-F238E27FC236}">
                <a16:creationId xmlns:a16="http://schemas.microsoft.com/office/drawing/2014/main" id="{F19FAC25-A7F3-C24E-B4E9-8EC49C30E529}"/>
              </a:ext>
            </a:extLst>
          </p:cNvPr>
          <p:cNvPicPr>
            <a:picLocks noChangeAspect="1"/>
          </p:cNvPicPr>
          <p:nvPr userDrawn="1"/>
        </p:nvPicPr>
        <p:blipFill>
          <a:blip r:embed="rId3"/>
          <a:stretch>
            <a:fillRect/>
          </a:stretch>
        </p:blipFill>
        <p:spPr>
          <a:xfrm>
            <a:off x="5657850" y="5246523"/>
            <a:ext cx="876300" cy="876300"/>
          </a:xfrm>
          <a:prstGeom prst="rect">
            <a:avLst/>
          </a:prstGeom>
        </p:spPr>
      </p:pic>
    </p:spTree>
    <p:extLst>
      <p:ext uri="{BB962C8B-B14F-4D97-AF65-F5344CB8AC3E}">
        <p14:creationId xmlns:p14="http://schemas.microsoft.com/office/powerpoint/2010/main" val="45790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rgbClr val="D500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5D4C-E2BA-FC41-B781-35F9710CC052}"/>
              </a:ext>
            </a:extLst>
          </p:cNvPr>
          <p:cNvSpPr>
            <a:spLocks noGrp="1"/>
          </p:cNvSpPr>
          <p:nvPr>
            <p:ph type="ctrTitle" hasCustomPrompt="1"/>
          </p:nvPr>
        </p:nvSpPr>
        <p:spPr>
          <a:xfrm>
            <a:off x="1732705" y="2205037"/>
            <a:ext cx="5876785" cy="1655763"/>
          </a:xfrm>
          <a:prstGeom prst="rect">
            <a:avLst/>
          </a:prstGeom>
        </p:spPr>
        <p:txBody>
          <a:bodyPr lIns="0" tIns="0" rIns="0" bIns="0" anchor="t">
            <a:normAutofit/>
          </a:bodyPr>
          <a:lstStyle>
            <a:lvl1pPr algn="l">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3" name="Subtitle 2">
            <a:extLst>
              <a:ext uri="{FF2B5EF4-FFF2-40B4-BE49-F238E27FC236}">
                <a16:creationId xmlns:a16="http://schemas.microsoft.com/office/drawing/2014/main" id="{CF14086E-82B4-ED47-AD55-AB40607C0484}"/>
              </a:ext>
            </a:extLst>
          </p:cNvPr>
          <p:cNvSpPr>
            <a:spLocks noGrp="1"/>
          </p:cNvSpPr>
          <p:nvPr>
            <p:ph type="subTitle" idx="1" hasCustomPrompt="1"/>
          </p:nvPr>
        </p:nvSpPr>
        <p:spPr>
          <a:xfrm>
            <a:off x="1732705" y="4099548"/>
            <a:ext cx="5876784" cy="607572"/>
          </a:xfrm>
          <a:prstGeom prst="rect">
            <a:avLst/>
          </a:prstGeom>
        </p:spPr>
        <p:txBody>
          <a:bodyPr lIns="0" tIns="0" rIns="0" b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sp>
        <p:nvSpPr>
          <p:cNvPr id="4" name="Text Placeholder 9">
            <a:extLst>
              <a:ext uri="{FF2B5EF4-FFF2-40B4-BE49-F238E27FC236}">
                <a16:creationId xmlns:a16="http://schemas.microsoft.com/office/drawing/2014/main" id="{20A15A9D-096D-4642-BCED-084CA3DB7794}"/>
              </a:ext>
            </a:extLst>
          </p:cNvPr>
          <p:cNvSpPr>
            <a:spLocks noGrp="1"/>
          </p:cNvSpPr>
          <p:nvPr>
            <p:ph type="body" sz="quarter" idx="11" hasCustomPrompt="1"/>
          </p:nvPr>
        </p:nvSpPr>
        <p:spPr>
          <a:xfrm>
            <a:off x="1732705" y="4945868"/>
            <a:ext cx="2902358" cy="295275"/>
          </a:xfrm>
          <a:prstGeom prst="rect">
            <a:avLst/>
          </a:prstGeom>
        </p:spPr>
        <p:txBody>
          <a:bodyPr lIns="0" tIns="0" rIns="0" bIns="0"/>
          <a:lstStyle>
            <a:lvl1pPr marL="0" indent="0">
              <a:buFontTx/>
              <a:buNone/>
              <a:defRPr sz="14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5" name="Picture 4">
            <a:extLst>
              <a:ext uri="{FF2B5EF4-FFF2-40B4-BE49-F238E27FC236}">
                <a16:creationId xmlns:a16="http://schemas.microsoft.com/office/drawing/2014/main" id="{BF33A904-EC83-5743-9E0B-7E8D3EF4724E}"/>
              </a:ext>
            </a:extLst>
          </p:cNvPr>
          <p:cNvPicPr>
            <a:picLocks noChangeAspect="1"/>
          </p:cNvPicPr>
          <p:nvPr/>
        </p:nvPicPr>
        <p:blipFill rotWithShape="1">
          <a:blip r:embed="rId2"/>
          <a:srcRect l="13534" t="1686" r="76195" b="71329"/>
          <a:stretch/>
        </p:blipFill>
        <p:spPr>
          <a:xfrm>
            <a:off x="1650124" y="115614"/>
            <a:ext cx="1252234" cy="1850675"/>
          </a:xfrm>
          <a:prstGeom prst="rect">
            <a:avLst/>
          </a:prstGeom>
        </p:spPr>
      </p:pic>
      <p:pic>
        <p:nvPicPr>
          <p:cNvPr id="7" name="Picture 6">
            <a:extLst>
              <a:ext uri="{FF2B5EF4-FFF2-40B4-BE49-F238E27FC236}">
                <a16:creationId xmlns:a16="http://schemas.microsoft.com/office/drawing/2014/main" id="{67278586-14BC-D246-91E3-D3363FB09E18}"/>
              </a:ext>
            </a:extLst>
          </p:cNvPr>
          <p:cNvPicPr>
            <a:picLocks noChangeAspect="1"/>
          </p:cNvPicPr>
          <p:nvPr/>
        </p:nvPicPr>
        <p:blipFill>
          <a:blip r:embed="rId3"/>
          <a:stretch>
            <a:fillRect/>
          </a:stretch>
        </p:blipFill>
        <p:spPr>
          <a:xfrm>
            <a:off x="8577469" y="5865392"/>
            <a:ext cx="3091621" cy="595871"/>
          </a:xfrm>
          <a:prstGeom prst="rect">
            <a:avLst/>
          </a:prstGeom>
        </p:spPr>
      </p:pic>
      <p:pic>
        <p:nvPicPr>
          <p:cNvPr id="8" name="Picture 7">
            <a:extLst>
              <a:ext uri="{FF2B5EF4-FFF2-40B4-BE49-F238E27FC236}">
                <a16:creationId xmlns:a16="http://schemas.microsoft.com/office/drawing/2014/main" id="{E828457E-57CF-E648-BAF2-42E9BED8C4C8}"/>
              </a:ext>
            </a:extLst>
          </p:cNvPr>
          <p:cNvPicPr>
            <a:picLocks noChangeAspect="1"/>
          </p:cNvPicPr>
          <p:nvPr userDrawn="1"/>
        </p:nvPicPr>
        <p:blipFill rotWithShape="1">
          <a:blip r:embed="rId2"/>
          <a:srcRect l="13534" t="1686" r="76195" b="71329"/>
          <a:stretch/>
        </p:blipFill>
        <p:spPr>
          <a:xfrm>
            <a:off x="1650124" y="115614"/>
            <a:ext cx="1252234" cy="1850675"/>
          </a:xfrm>
          <a:prstGeom prst="rect">
            <a:avLst/>
          </a:prstGeom>
        </p:spPr>
      </p:pic>
      <p:pic>
        <p:nvPicPr>
          <p:cNvPr id="9" name="Picture 8">
            <a:extLst>
              <a:ext uri="{FF2B5EF4-FFF2-40B4-BE49-F238E27FC236}">
                <a16:creationId xmlns:a16="http://schemas.microsoft.com/office/drawing/2014/main" id="{46EDB8EA-EADE-B64F-8B29-2877668CCB48}"/>
              </a:ext>
            </a:extLst>
          </p:cNvPr>
          <p:cNvPicPr>
            <a:picLocks noChangeAspect="1"/>
          </p:cNvPicPr>
          <p:nvPr userDrawn="1"/>
        </p:nvPicPr>
        <p:blipFill>
          <a:blip r:embed="rId3"/>
          <a:stretch>
            <a:fillRect/>
          </a:stretch>
        </p:blipFill>
        <p:spPr>
          <a:xfrm>
            <a:off x="8577469" y="5865392"/>
            <a:ext cx="3091621" cy="595871"/>
          </a:xfrm>
          <a:prstGeom prst="rect">
            <a:avLst/>
          </a:prstGeom>
        </p:spPr>
      </p:pic>
    </p:spTree>
    <p:extLst>
      <p:ext uri="{BB962C8B-B14F-4D97-AF65-F5344CB8AC3E}">
        <p14:creationId xmlns:p14="http://schemas.microsoft.com/office/powerpoint/2010/main" val="220405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AE95BB1C-7367-174E-86AC-B5EAD9C7E3E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13923FF0-91A2-FC4E-B343-37CB42E6761F}"/>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B3F16DF5-01AC-754C-98B2-5EA64B833BB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1960948324"/>
      </p:ext>
    </p:extLst>
  </p:cSld>
  <p:clrMapOvr>
    <a:masterClrMapping/>
  </p:clrMapOvr>
  <p:extLst>
    <p:ext uri="{DCECCB84-F9BA-43D5-87BE-67443E8EF086}">
      <p15:sldGuideLst xmlns:p15="http://schemas.microsoft.com/office/powerpoint/2012/main">
        <p15:guide id="3" orient="horz" pos="264">
          <p15:clr>
            <a:srgbClr val="FBAE40"/>
          </p15:clr>
        </p15:guide>
        <p15:guide id="4"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F257AB-AF45-934E-BFF1-AE4DC3D9D764}"/>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5" name="Text Placeholder 2">
            <a:extLst>
              <a:ext uri="{FF2B5EF4-FFF2-40B4-BE49-F238E27FC236}">
                <a16:creationId xmlns:a16="http://schemas.microsoft.com/office/drawing/2014/main" id="{4F372C3B-4935-CC40-AD8B-F5A0EA68A95A}"/>
              </a:ext>
            </a:extLst>
          </p:cNvPr>
          <p:cNvSpPr>
            <a:spLocks noGrp="1"/>
          </p:cNvSpPr>
          <p:nvPr>
            <p:ph idx="1"/>
          </p:nvPr>
        </p:nvSpPr>
        <p:spPr>
          <a:xfrm>
            <a:off x="5715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9959763C-470E-8D47-8354-F06F0B2376C3}"/>
              </a:ext>
            </a:extLst>
          </p:cNvPr>
          <p:cNvSpPr>
            <a:spLocks noGrp="1"/>
          </p:cNvSpPr>
          <p:nvPr>
            <p:ph idx="10"/>
          </p:nvPr>
        </p:nvSpPr>
        <p:spPr>
          <a:xfrm>
            <a:off x="63881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C5E7EF66-5690-E042-9372-0EEDCB01E7C0}"/>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7000779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F6C8-2EBB-C945-9D96-59D1AC7D5F5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EFCDC9-0012-9940-B483-68070FCFA483}"/>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57A52CA9-3359-964B-B846-8B297BC676A2}"/>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30353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D562A-841F-164A-BD9C-341DA56A807C}"/>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5A3D1445-9D6D-964A-AC7A-DE437353B56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7093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70E8F9-5D9E-104F-82AD-62803F277A1F}"/>
              </a:ext>
            </a:extLst>
          </p:cNvPr>
          <p:cNvCxnSpPr/>
          <p:nvPr/>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4152CFAA-0912-6041-857E-9E2DB17FF3E5}"/>
              </a:ext>
            </a:extLst>
          </p:cNvPr>
          <p:cNvSpPr>
            <a:spLocks noGrp="1"/>
          </p:cNvSpPr>
          <p:nvPr>
            <p:ph type="body" sz="quarter" idx="12" hasCustomPrompt="1"/>
          </p:nvPr>
        </p:nvSpPr>
        <p:spPr>
          <a:xfrm>
            <a:off x="6926811" y="1439648"/>
            <a:ext cx="435077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8" name="Content Placeholder 11">
            <a:extLst>
              <a:ext uri="{FF2B5EF4-FFF2-40B4-BE49-F238E27FC236}">
                <a16:creationId xmlns:a16="http://schemas.microsoft.com/office/drawing/2014/main" id="{4534FDD0-98EB-0E4B-BA13-8EFEC697F5A6}"/>
              </a:ext>
            </a:extLst>
          </p:cNvPr>
          <p:cNvSpPr>
            <a:spLocks noGrp="1"/>
          </p:cNvSpPr>
          <p:nvPr>
            <p:ph sz="quarter" idx="13"/>
          </p:nvPr>
        </p:nvSpPr>
        <p:spPr>
          <a:xfrm>
            <a:off x="6926262" y="2759720"/>
            <a:ext cx="4351333" cy="291147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p:txBody>
      </p:sp>
      <p:sp>
        <p:nvSpPr>
          <p:cNvPr id="11" name="Picture Placeholder 4">
            <a:extLst>
              <a:ext uri="{FF2B5EF4-FFF2-40B4-BE49-F238E27FC236}">
                <a16:creationId xmlns:a16="http://schemas.microsoft.com/office/drawing/2014/main" id="{2AE6B37B-7A9E-AC4A-8603-521DF936A0CE}"/>
              </a:ext>
            </a:extLst>
          </p:cNvPr>
          <p:cNvSpPr>
            <a:spLocks noGrp="1"/>
          </p:cNvSpPr>
          <p:nvPr>
            <p:ph type="pic" sz="quarter" idx="10"/>
          </p:nvPr>
        </p:nvSpPr>
        <p:spPr>
          <a:xfrm>
            <a:off x="571500" y="996585"/>
            <a:ext cx="4838700" cy="4864830"/>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cxnSp>
        <p:nvCxnSpPr>
          <p:cNvPr id="9" name="Straight Connector 8">
            <a:extLst>
              <a:ext uri="{FF2B5EF4-FFF2-40B4-BE49-F238E27FC236}">
                <a16:creationId xmlns:a16="http://schemas.microsoft.com/office/drawing/2014/main" id="{E503B19A-E5F1-7849-87E8-BC837A98B735}"/>
              </a:ext>
            </a:extLst>
          </p:cNvPr>
          <p:cNvCxnSpPr/>
          <p:nvPr userDrawn="1"/>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2" name="Footer Placeholder 1">
            <a:extLst>
              <a:ext uri="{FF2B5EF4-FFF2-40B4-BE49-F238E27FC236}">
                <a16:creationId xmlns:a16="http://schemas.microsoft.com/office/drawing/2014/main" id="{FCAA305B-15BF-6C42-8F96-6626A688DEAD}"/>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220748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8475C8-B220-2F40-8250-A8DABF108741}"/>
              </a:ext>
            </a:extLst>
          </p:cNvPr>
          <p:cNvPicPr>
            <a:picLocks noChangeAspect="1"/>
          </p:cNvPicPr>
          <p:nvPr/>
        </p:nvPicPr>
        <p:blipFill rotWithShape="1">
          <a:blip r:embed="rId2"/>
          <a:srcRect t="-2" r="80192" b="1"/>
          <a:stretch/>
        </p:blipFill>
        <p:spPr>
          <a:xfrm>
            <a:off x="0" y="1"/>
            <a:ext cx="2414954" cy="6857999"/>
          </a:xfrm>
          <a:prstGeom prst="rect">
            <a:avLst/>
          </a:prstGeom>
        </p:spPr>
      </p:pic>
      <p:sp>
        <p:nvSpPr>
          <p:cNvPr id="3" name="Rectangle 2">
            <a:extLst>
              <a:ext uri="{FF2B5EF4-FFF2-40B4-BE49-F238E27FC236}">
                <a16:creationId xmlns:a16="http://schemas.microsoft.com/office/drawing/2014/main" id="{DCE3E459-9CC3-0140-8DAD-816081458959}"/>
              </a:ext>
            </a:extLst>
          </p:cNvPr>
          <p:cNvSpPr/>
          <p:nvPr userDrawn="1"/>
        </p:nvSpPr>
        <p:spPr>
          <a:xfrm>
            <a:off x="196645" y="6439768"/>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TextBox 6">
            <a:extLst>
              <a:ext uri="{FF2B5EF4-FFF2-40B4-BE49-F238E27FC236}">
                <a16:creationId xmlns:a16="http://schemas.microsoft.com/office/drawing/2014/main" id="{E0F14035-00BE-DA4B-8DEA-5CF7088969E9}"/>
              </a:ext>
            </a:extLst>
          </p:cNvPr>
          <p:cNvSpPr txBox="1"/>
          <p:nvPr userDrawn="1"/>
        </p:nvSpPr>
        <p:spPr>
          <a:xfrm>
            <a:off x="157317" y="6409911"/>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DD3743E-57E4-804E-B8B7-FE965FD0802B}"/>
              </a:ext>
            </a:extLst>
          </p:cNvPr>
          <p:cNvSpPr>
            <a:spLocks noGrp="1"/>
          </p:cNvSpPr>
          <p:nvPr>
            <p:ph type="body" sz="quarter" idx="12" hasCustomPrompt="1"/>
          </p:nvPr>
        </p:nvSpPr>
        <p:spPr>
          <a:xfrm>
            <a:off x="5637229" y="1439648"/>
            <a:ext cx="594831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11" name="Content Placeholder 11">
            <a:extLst>
              <a:ext uri="{FF2B5EF4-FFF2-40B4-BE49-F238E27FC236}">
                <a16:creationId xmlns:a16="http://schemas.microsoft.com/office/drawing/2014/main" id="{8CD0619C-95A7-664C-8775-F34BF89EE6A4}"/>
              </a:ext>
            </a:extLst>
          </p:cNvPr>
          <p:cNvSpPr>
            <a:spLocks noGrp="1"/>
          </p:cNvSpPr>
          <p:nvPr>
            <p:ph sz="quarter" idx="13"/>
          </p:nvPr>
        </p:nvSpPr>
        <p:spPr>
          <a:xfrm>
            <a:off x="5637230" y="2759720"/>
            <a:ext cx="5948312" cy="3169740"/>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8" name="Picture Placeholder 9">
            <a:extLst>
              <a:ext uri="{FF2B5EF4-FFF2-40B4-BE49-F238E27FC236}">
                <a16:creationId xmlns:a16="http://schemas.microsoft.com/office/drawing/2014/main" id="{F74CC7FA-159A-A245-AC24-50F9BEA24315}"/>
              </a:ext>
            </a:extLst>
          </p:cNvPr>
          <p:cNvSpPr>
            <a:spLocks noGrp="1"/>
          </p:cNvSpPr>
          <p:nvPr>
            <p:ph type="pic" sz="quarter" idx="11"/>
          </p:nvPr>
        </p:nvSpPr>
        <p:spPr>
          <a:xfrm>
            <a:off x="839435" y="1439648"/>
            <a:ext cx="3859565" cy="3970552"/>
          </a:xfrm>
          <a:custGeom>
            <a:avLst/>
            <a:gdLst>
              <a:gd name="connsiteX0" fmla="*/ 0 w 3181350"/>
              <a:gd name="connsiteY0" fmla="*/ 0 h 3181350"/>
              <a:gd name="connsiteX1" fmla="*/ 3181350 w 3181350"/>
              <a:gd name="connsiteY1" fmla="*/ 0 h 3181350"/>
              <a:gd name="connsiteX2" fmla="*/ 3181350 w 3181350"/>
              <a:gd name="connsiteY2" fmla="*/ 3181350 h 3181350"/>
              <a:gd name="connsiteX3" fmla="*/ 0 w 3181350"/>
              <a:gd name="connsiteY3" fmla="*/ 3181350 h 3181350"/>
            </a:gdLst>
            <a:ahLst/>
            <a:cxnLst>
              <a:cxn ang="0">
                <a:pos x="connsiteX0" y="connsiteY0"/>
              </a:cxn>
              <a:cxn ang="0">
                <a:pos x="connsiteX1" y="connsiteY1"/>
              </a:cxn>
              <a:cxn ang="0">
                <a:pos x="connsiteX2" y="connsiteY2"/>
              </a:cxn>
              <a:cxn ang="0">
                <a:pos x="connsiteX3" y="connsiteY3"/>
              </a:cxn>
            </a:cxnLst>
            <a:rect l="l" t="t" r="r" b="b"/>
            <a:pathLst>
              <a:path w="3181350" h="3181350">
                <a:moveTo>
                  <a:pt x="0" y="0"/>
                </a:moveTo>
                <a:lnTo>
                  <a:pt x="3181350" y="0"/>
                </a:lnTo>
                <a:lnTo>
                  <a:pt x="3181350" y="3181350"/>
                </a:lnTo>
                <a:lnTo>
                  <a:pt x="0" y="3181350"/>
                </a:lnTo>
                <a:close/>
              </a:path>
            </a:pathLst>
          </a:custGeom>
          <a:pattFill prst="pct20">
            <a:fgClr>
              <a:schemeClr val="accent1"/>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sp>
        <p:nvSpPr>
          <p:cNvPr id="2" name="Footer Placeholder 1">
            <a:extLst>
              <a:ext uri="{FF2B5EF4-FFF2-40B4-BE49-F238E27FC236}">
                <a16:creationId xmlns:a16="http://schemas.microsoft.com/office/drawing/2014/main" id="{9F20A646-7949-4A45-83F2-C982BA44660D}"/>
              </a:ext>
            </a:extLst>
          </p:cNvPr>
          <p:cNvSpPr>
            <a:spLocks noGrp="1"/>
          </p:cNvSpPr>
          <p:nvPr>
            <p:ph type="ftr" sz="quarter" idx="14"/>
          </p:nvPr>
        </p:nvSpPr>
        <p:spPr>
          <a:xfrm>
            <a:off x="563722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15423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09CDF7-6D7C-E843-B704-0D26734AE631}"/>
              </a:ext>
            </a:extLst>
          </p:cNvPr>
          <p:cNvPicPr>
            <a:picLocks noChangeAspect="1"/>
          </p:cNvPicPr>
          <p:nvPr userDrawn="1"/>
        </p:nvPicPr>
        <p:blipFill rotWithShape="1">
          <a:blip r:embed="rId2"/>
          <a:srcRect t="65897" r="80192"/>
          <a:stretch/>
        </p:blipFill>
        <p:spPr>
          <a:xfrm>
            <a:off x="9097108" y="3791960"/>
            <a:ext cx="2414954" cy="2338753"/>
          </a:xfrm>
          <a:prstGeom prst="rect">
            <a:avLst/>
          </a:prstGeom>
        </p:spPr>
      </p:pic>
      <p:sp>
        <p:nvSpPr>
          <p:cNvPr id="9" name="Picture Placeholder 8">
            <a:extLst>
              <a:ext uri="{FF2B5EF4-FFF2-40B4-BE49-F238E27FC236}">
                <a16:creationId xmlns:a16="http://schemas.microsoft.com/office/drawing/2014/main" id="{821B9663-D2FB-0A47-B820-68385720A808}"/>
              </a:ext>
            </a:extLst>
          </p:cNvPr>
          <p:cNvSpPr>
            <a:spLocks noGrp="1"/>
          </p:cNvSpPr>
          <p:nvPr>
            <p:ph type="pic" sz="quarter" idx="10"/>
          </p:nvPr>
        </p:nvSpPr>
        <p:spPr>
          <a:xfrm>
            <a:off x="6362702" y="1437125"/>
            <a:ext cx="4679887" cy="4218683"/>
          </a:xfrm>
          <a:prstGeom prst="rect">
            <a:avLst/>
          </a:prstGeom>
          <a:pattFill prst="pct20">
            <a:fgClr>
              <a:srgbClr val="D50032"/>
            </a:fgClr>
            <a:bgClr>
              <a:schemeClr val="bg1"/>
            </a:bgClr>
          </a:pattFill>
        </p:spPr>
        <p:txBody>
          <a:bodyPr/>
          <a:lstStyle/>
          <a:p>
            <a:r>
              <a:rPr lang="en-US"/>
              <a:t>Click icon to add picture</a:t>
            </a:r>
          </a:p>
        </p:txBody>
      </p:sp>
      <p:sp>
        <p:nvSpPr>
          <p:cNvPr id="10" name="Title Placeholder 1">
            <a:extLst>
              <a:ext uri="{FF2B5EF4-FFF2-40B4-BE49-F238E27FC236}">
                <a16:creationId xmlns:a16="http://schemas.microsoft.com/office/drawing/2014/main" id="{2CF2F6AE-C3BD-8C44-BCE8-28FA6E40252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DA79375B-0A10-644E-AB71-8BC27B044BBA}"/>
              </a:ext>
            </a:extLst>
          </p:cNvPr>
          <p:cNvSpPr>
            <a:spLocks noGrp="1"/>
          </p:cNvSpPr>
          <p:nvPr>
            <p:ph idx="1"/>
          </p:nvPr>
        </p:nvSpPr>
        <p:spPr>
          <a:xfrm>
            <a:off x="571500" y="1437126"/>
            <a:ext cx="55245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33339FA9-D484-2141-9711-92A12FFDCAA3}"/>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108051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96AAD-EBAE-3C45-9A74-FE321ADD86E9}"/>
              </a:ext>
            </a:extLst>
          </p:cNvPr>
          <p:cNvPicPr>
            <a:picLocks noChangeAspect="1"/>
          </p:cNvPicPr>
          <p:nvPr/>
        </p:nvPicPr>
        <p:blipFill rotWithShape="1">
          <a:blip r:embed="rId2"/>
          <a:srcRect l="14776" t="88158" r="80191" b="1"/>
          <a:stretch/>
        </p:blipFill>
        <p:spPr>
          <a:xfrm rot="5400000">
            <a:off x="11507447" y="2192742"/>
            <a:ext cx="613620" cy="812045"/>
          </a:xfrm>
          <a:prstGeom prst="rect">
            <a:avLst/>
          </a:prstGeom>
        </p:spPr>
      </p:pic>
      <p:pic>
        <p:nvPicPr>
          <p:cNvPr id="7" name="Picture 6">
            <a:extLst>
              <a:ext uri="{FF2B5EF4-FFF2-40B4-BE49-F238E27FC236}">
                <a16:creationId xmlns:a16="http://schemas.microsoft.com/office/drawing/2014/main" id="{811B2469-2EB4-F84E-A129-5FBD41497F05}"/>
              </a:ext>
            </a:extLst>
          </p:cNvPr>
          <p:cNvPicPr>
            <a:picLocks noChangeAspect="1"/>
          </p:cNvPicPr>
          <p:nvPr/>
        </p:nvPicPr>
        <p:blipFill rotWithShape="1">
          <a:blip r:embed="rId2"/>
          <a:srcRect l="14776" t="88158" r="80191" b="1"/>
          <a:stretch/>
        </p:blipFill>
        <p:spPr>
          <a:xfrm rot="5400000">
            <a:off x="117451" y="2192743"/>
            <a:ext cx="613620" cy="812045"/>
          </a:xfrm>
          <a:prstGeom prst="rect">
            <a:avLst/>
          </a:prstGeom>
        </p:spPr>
      </p:pic>
      <p:sp>
        <p:nvSpPr>
          <p:cNvPr id="8" name="Title 1">
            <a:extLst>
              <a:ext uri="{FF2B5EF4-FFF2-40B4-BE49-F238E27FC236}">
                <a16:creationId xmlns:a16="http://schemas.microsoft.com/office/drawing/2014/main" id="{E3063953-EAE8-4743-B6C7-C20C322B3AD4}"/>
              </a:ext>
            </a:extLst>
          </p:cNvPr>
          <p:cNvSpPr>
            <a:spLocks noGrp="1"/>
          </p:cNvSpPr>
          <p:nvPr>
            <p:ph type="title" hasCustomPrompt="1"/>
          </p:nvPr>
        </p:nvSpPr>
        <p:spPr>
          <a:xfrm>
            <a:off x="588579" y="430105"/>
            <a:ext cx="11035861" cy="766989"/>
          </a:xfrm>
          <a:prstGeom prst="rect">
            <a:avLst/>
          </a:prstGeom>
        </p:spPr>
        <p:txBody>
          <a:bodyPr lIns="0" tIns="0" rIns="0" bIns="0" anchor="t"/>
          <a:lstStyle>
            <a:lvl1pPr algn="ctr">
              <a:defRPr/>
            </a:lvl1pPr>
          </a:lstStyle>
          <a:p>
            <a:r>
              <a:rPr lang="en-US"/>
              <a:t>Slide Title</a:t>
            </a:r>
          </a:p>
        </p:txBody>
      </p:sp>
      <p:sp>
        <p:nvSpPr>
          <p:cNvPr id="14" name="Text Placeholder 13">
            <a:extLst>
              <a:ext uri="{FF2B5EF4-FFF2-40B4-BE49-F238E27FC236}">
                <a16:creationId xmlns:a16="http://schemas.microsoft.com/office/drawing/2014/main" id="{4CA3B2DB-E136-9F42-8824-29B39C9C739D}"/>
              </a:ext>
            </a:extLst>
          </p:cNvPr>
          <p:cNvSpPr>
            <a:spLocks noGrp="1"/>
          </p:cNvSpPr>
          <p:nvPr>
            <p:ph type="body" sz="quarter" idx="14" hasCustomPrompt="1"/>
          </p:nvPr>
        </p:nvSpPr>
        <p:spPr>
          <a:xfrm>
            <a:off x="477010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7" name="Text Placeholder 13">
            <a:extLst>
              <a:ext uri="{FF2B5EF4-FFF2-40B4-BE49-F238E27FC236}">
                <a16:creationId xmlns:a16="http://schemas.microsoft.com/office/drawing/2014/main" id="{17F8106A-D2FC-2D47-99D6-D88B0EE4E5A6}"/>
              </a:ext>
            </a:extLst>
          </p:cNvPr>
          <p:cNvSpPr>
            <a:spLocks noGrp="1"/>
          </p:cNvSpPr>
          <p:nvPr>
            <p:ph type="body" sz="quarter" idx="16" hasCustomPrompt="1"/>
          </p:nvPr>
        </p:nvSpPr>
        <p:spPr>
          <a:xfrm>
            <a:off x="1121932" y="4108974"/>
            <a:ext cx="2608263" cy="438150"/>
          </a:xfrm>
          <a:prstGeom prst="rect">
            <a:avLst/>
          </a:prstGeom>
        </p:spPr>
        <p:txBody>
          <a:bodyPr>
            <a:normAutofit/>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latin typeface="Arial" panose="020B0604020202020204" pitchFamily="34" charset="0"/>
                <a:cs typeface="Arial" panose="020B0604020202020204" pitchFamily="34" charset="0"/>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9" name="Text Placeholder 13">
            <a:extLst>
              <a:ext uri="{FF2B5EF4-FFF2-40B4-BE49-F238E27FC236}">
                <a16:creationId xmlns:a16="http://schemas.microsoft.com/office/drawing/2014/main" id="{AB39890F-DEC5-6E46-8FE0-5701F842F9B2}"/>
              </a:ext>
            </a:extLst>
          </p:cNvPr>
          <p:cNvSpPr>
            <a:spLocks noGrp="1"/>
          </p:cNvSpPr>
          <p:nvPr>
            <p:ph type="body" sz="quarter" idx="18" hasCustomPrompt="1"/>
          </p:nvPr>
        </p:nvSpPr>
        <p:spPr>
          <a:xfrm>
            <a:off x="845598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20" name="Picture Placeholder 4">
            <a:extLst>
              <a:ext uri="{FF2B5EF4-FFF2-40B4-BE49-F238E27FC236}">
                <a16:creationId xmlns:a16="http://schemas.microsoft.com/office/drawing/2014/main" id="{0DA7729A-D4ED-284D-9571-BE3BCD72FD3E}"/>
              </a:ext>
            </a:extLst>
          </p:cNvPr>
          <p:cNvSpPr>
            <a:spLocks noGrp="1"/>
          </p:cNvSpPr>
          <p:nvPr>
            <p:ph type="pic" sz="quarter" idx="11" hasCustomPrompt="1"/>
          </p:nvPr>
        </p:nvSpPr>
        <p:spPr>
          <a:xfrm>
            <a:off x="1094112"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1" name="Picture Placeholder 4">
            <a:extLst>
              <a:ext uri="{FF2B5EF4-FFF2-40B4-BE49-F238E27FC236}">
                <a16:creationId xmlns:a16="http://schemas.microsoft.com/office/drawing/2014/main" id="{AC3DB5E5-FC54-CA41-88A0-0AA6CAECA36F}"/>
              </a:ext>
            </a:extLst>
          </p:cNvPr>
          <p:cNvSpPr>
            <a:spLocks noGrp="1"/>
          </p:cNvSpPr>
          <p:nvPr>
            <p:ph type="pic" sz="quarter" idx="19" hasCustomPrompt="1"/>
          </p:nvPr>
        </p:nvSpPr>
        <p:spPr>
          <a:xfrm>
            <a:off x="8468093"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2" name="Picture Placeholder 4">
            <a:extLst>
              <a:ext uri="{FF2B5EF4-FFF2-40B4-BE49-F238E27FC236}">
                <a16:creationId xmlns:a16="http://schemas.microsoft.com/office/drawing/2014/main" id="{8731F2BB-6641-754F-8594-AC40F886ED3F}"/>
              </a:ext>
            </a:extLst>
          </p:cNvPr>
          <p:cNvSpPr>
            <a:spLocks noGrp="1"/>
          </p:cNvSpPr>
          <p:nvPr>
            <p:ph type="pic" sz="quarter" idx="20" hasCustomPrompt="1"/>
          </p:nvPr>
        </p:nvSpPr>
        <p:spPr>
          <a:xfrm>
            <a:off x="4760678"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pic>
        <p:nvPicPr>
          <p:cNvPr id="15" name="Picture 14">
            <a:extLst>
              <a:ext uri="{FF2B5EF4-FFF2-40B4-BE49-F238E27FC236}">
                <a16:creationId xmlns:a16="http://schemas.microsoft.com/office/drawing/2014/main" id="{3249B61A-EC0D-074E-9EC9-5BF7523BCE24}"/>
              </a:ext>
            </a:extLst>
          </p:cNvPr>
          <p:cNvPicPr>
            <a:picLocks noChangeAspect="1"/>
          </p:cNvPicPr>
          <p:nvPr userDrawn="1"/>
        </p:nvPicPr>
        <p:blipFill rotWithShape="1">
          <a:blip r:embed="rId2"/>
          <a:srcRect l="14776" t="88158" r="80191" b="1"/>
          <a:stretch/>
        </p:blipFill>
        <p:spPr>
          <a:xfrm rot="5400000">
            <a:off x="11507447" y="2192742"/>
            <a:ext cx="613620" cy="812045"/>
          </a:xfrm>
          <a:prstGeom prst="rect">
            <a:avLst/>
          </a:prstGeom>
        </p:spPr>
      </p:pic>
      <p:pic>
        <p:nvPicPr>
          <p:cNvPr id="23" name="Picture 22">
            <a:extLst>
              <a:ext uri="{FF2B5EF4-FFF2-40B4-BE49-F238E27FC236}">
                <a16:creationId xmlns:a16="http://schemas.microsoft.com/office/drawing/2014/main" id="{8C460373-17B6-0F45-9FB4-204627AF6C4A}"/>
              </a:ext>
            </a:extLst>
          </p:cNvPr>
          <p:cNvPicPr>
            <a:picLocks noChangeAspect="1"/>
          </p:cNvPicPr>
          <p:nvPr userDrawn="1"/>
        </p:nvPicPr>
        <p:blipFill rotWithShape="1">
          <a:blip r:embed="rId2"/>
          <a:srcRect l="14776" t="88158" r="80191" b="1"/>
          <a:stretch/>
        </p:blipFill>
        <p:spPr>
          <a:xfrm rot="5400000">
            <a:off x="117451" y="2192743"/>
            <a:ext cx="613620" cy="812045"/>
          </a:xfrm>
          <a:prstGeom prst="rect">
            <a:avLst/>
          </a:prstGeom>
        </p:spPr>
      </p:pic>
      <p:sp>
        <p:nvSpPr>
          <p:cNvPr id="24" name="Content Placeholder 2">
            <a:extLst>
              <a:ext uri="{FF2B5EF4-FFF2-40B4-BE49-F238E27FC236}">
                <a16:creationId xmlns:a16="http://schemas.microsoft.com/office/drawing/2014/main" id="{75FFE1F8-E876-AF49-AF89-78C4F144D4F7}"/>
              </a:ext>
            </a:extLst>
          </p:cNvPr>
          <p:cNvSpPr>
            <a:spLocks noGrp="1"/>
          </p:cNvSpPr>
          <p:nvPr>
            <p:ph idx="1" hasCustomPrompt="1"/>
          </p:nvPr>
        </p:nvSpPr>
        <p:spPr>
          <a:xfrm>
            <a:off x="11156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5" name="Content Placeholder 2">
            <a:extLst>
              <a:ext uri="{FF2B5EF4-FFF2-40B4-BE49-F238E27FC236}">
                <a16:creationId xmlns:a16="http://schemas.microsoft.com/office/drawing/2014/main" id="{5DF30A05-AE50-F741-836C-FF7CA9FE4CD9}"/>
              </a:ext>
            </a:extLst>
          </p:cNvPr>
          <p:cNvSpPr>
            <a:spLocks noGrp="1"/>
          </p:cNvSpPr>
          <p:nvPr>
            <p:ph idx="21" hasCustomPrompt="1"/>
          </p:nvPr>
        </p:nvSpPr>
        <p:spPr>
          <a:xfrm>
            <a:off x="47605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6" name="Content Placeholder 2">
            <a:extLst>
              <a:ext uri="{FF2B5EF4-FFF2-40B4-BE49-F238E27FC236}">
                <a16:creationId xmlns:a16="http://schemas.microsoft.com/office/drawing/2014/main" id="{8C8A6EEC-8002-B04B-AFBA-7676415749B9}"/>
              </a:ext>
            </a:extLst>
          </p:cNvPr>
          <p:cNvSpPr>
            <a:spLocks noGrp="1"/>
          </p:cNvSpPr>
          <p:nvPr>
            <p:ph idx="22" hasCustomPrompt="1"/>
          </p:nvPr>
        </p:nvSpPr>
        <p:spPr>
          <a:xfrm>
            <a:off x="84562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 name="Footer Placeholder 1">
            <a:extLst>
              <a:ext uri="{FF2B5EF4-FFF2-40B4-BE49-F238E27FC236}">
                <a16:creationId xmlns:a16="http://schemas.microsoft.com/office/drawing/2014/main" id="{AFE77721-8DDD-CD44-88F4-DABDABC2E014}"/>
              </a:ext>
            </a:extLst>
          </p:cNvPr>
          <p:cNvSpPr>
            <a:spLocks noGrp="1"/>
          </p:cNvSpPr>
          <p:nvPr>
            <p:ph type="ftr" sz="quarter" idx="23"/>
          </p:nvPr>
        </p:nvSpPr>
        <p:spPr/>
        <p:txBody>
          <a:bodyPr/>
          <a:lstStyle/>
          <a:p>
            <a:r>
              <a:rPr lang="en-US"/>
              <a:t>College/Department/Presentation Name</a:t>
            </a:r>
          </a:p>
        </p:txBody>
      </p:sp>
    </p:spTree>
    <p:extLst>
      <p:ext uri="{BB962C8B-B14F-4D97-AF65-F5344CB8AC3E}">
        <p14:creationId xmlns:p14="http://schemas.microsoft.com/office/powerpoint/2010/main" val="213053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59D45DC-DD11-2B43-BCCA-0080D714F989}"/>
              </a:ext>
            </a:extLst>
          </p:cNvPr>
          <p:cNvSpPr>
            <a:spLocks noGrp="1"/>
          </p:cNvSpPr>
          <p:nvPr>
            <p:ph type="pic" sz="quarter" idx="14" hasCustomPrompt="1"/>
          </p:nvPr>
        </p:nvSpPr>
        <p:spPr>
          <a:xfrm>
            <a:off x="6096000" y="1437126"/>
            <a:ext cx="5524500" cy="4050861"/>
          </a:xfrm>
          <a:prstGeom prst="rect">
            <a:avLst/>
          </a:prstGeom>
          <a:pattFill prst="pct20">
            <a:fgClr>
              <a:schemeClr val="accent1"/>
            </a:fgClr>
            <a:bgClr>
              <a:schemeClr val="bg1"/>
            </a:bgClr>
          </a:pattFill>
        </p:spPr>
        <p:txBody>
          <a:bodyPr/>
          <a:lstStyle/>
          <a:p>
            <a:r>
              <a:rPr lang="en-US"/>
              <a:t>Click to add picture</a:t>
            </a:r>
          </a:p>
        </p:txBody>
      </p:sp>
      <p:sp>
        <p:nvSpPr>
          <p:cNvPr id="13" name="Text Placeholder 2">
            <a:extLst>
              <a:ext uri="{FF2B5EF4-FFF2-40B4-BE49-F238E27FC236}">
                <a16:creationId xmlns:a16="http://schemas.microsoft.com/office/drawing/2014/main" id="{C9E570CE-B5C1-B148-9C81-45F1379592DF}"/>
              </a:ext>
            </a:extLst>
          </p:cNvPr>
          <p:cNvSpPr>
            <a:spLocks noGrp="1"/>
          </p:cNvSpPr>
          <p:nvPr>
            <p:ph idx="1"/>
          </p:nvPr>
        </p:nvSpPr>
        <p:spPr>
          <a:xfrm>
            <a:off x="571500" y="1437126"/>
            <a:ext cx="50546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2481760B-E6B6-E948-9991-95ED7BC8EE1E}"/>
              </a:ext>
            </a:extLst>
          </p:cNvPr>
          <p:cNvSpPr>
            <a:spLocks noGrp="1"/>
          </p:cNvSpPr>
          <p:nvPr>
            <p:ph type="title"/>
          </p:nvPr>
        </p:nvSpPr>
        <p:spPr/>
        <p:txBody>
          <a:bodyPr/>
          <a:lstStyle/>
          <a:p>
            <a:r>
              <a:rPr lang="en-US"/>
              <a:t>Click to edit Master title style</a:t>
            </a:r>
          </a:p>
        </p:txBody>
      </p:sp>
      <p:sp>
        <p:nvSpPr>
          <p:cNvPr id="7" name="Footer Placeholder 1">
            <a:extLst>
              <a:ext uri="{FF2B5EF4-FFF2-40B4-BE49-F238E27FC236}">
                <a16:creationId xmlns:a16="http://schemas.microsoft.com/office/drawing/2014/main" id="{851C9981-623A-2D46-88F7-7E89F2C9A50C}"/>
              </a:ext>
            </a:extLst>
          </p:cNvPr>
          <p:cNvSpPr>
            <a:spLocks noGrp="1"/>
          </p:cNvSpPr>
          <p:nvPr>
            <p:ph type="ftr" sz="quarter" idx="15"/>
          </p:nvPr>
        </p:nvSpPr>
        <p:spPr>
          <a:xfrm>
            <a:off x="57149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001685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4390B8-F5A6-DC4C-95B7-DC0760C0D9E3}"/>
              </a:ext>
            </a:extLst>
          </p:cNvPr>
          <p:cNvSpPr>
            <a:spLocks noGrp="1"/>
          </p:cNvSpPr>
          <p:nvPr>
            <p:ph type="pic" sz="quarter" idx="13"/>
          </p:nvPr>
        </p:nvSpPr>
        <p:spPr>
          <a:xfrm>
            <a:off x="7727950" y="427475"/>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13" name="Picture Placeholder 11">
            <a:extLst>
              <a:ext uri="{FF2B5EF4-FFF2-40B4-BE49-F238E27FC236}">
                <a16:creationId xmlns:a16="http://schemas.microsoft.com/office/drawing/2014/main" id="{B8FF2F8D-D4EF-6049-A031-899F44F0E30A}"/>
              </a:ext>
            </a:extLst>
          </p:cNvPr>
          <p:cNvSpPr>
            <a:spLocks noGrp="1"/>
          </p:cNvSpPr>
          <p:nvPr>
            <p:ph type="pic" sz="quarter" idx="14"/>
          </p:nvPr>
        </p:nvSpPr>
        <p:spPr>
          <a:xfrm>
            <a:off x="7727950" y="3293224"/>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3" name="Title 2">
            <a:extLst>
              <a:ext uri="{FF2B5EF4-FFF2-40B4-BE49-F238E27FC236}">
                <a16:creationId xmlns:a16="http://schemas.microsoft.com/office/drawing/2014/main" id="{69A2A977-0915-D942-8D9B-557EB78D8118}"/>
              </a:ext>
            </a:extLst>
          </p:cNvPr>
          <p:cNvSpPr>
            <a:spLocks noGrp="1"/>
          </p:cNvSpPr>
          <p:nvPr>
            <p:ph type="title" hasCustomPrompt="1"/>
          </p:nvPr>
        </p:nvSpPr>
        <p:spPr>
          <a:xfrm>
            <a:off x="571499" y="427475"/>
            <a:ext cx="6642100" cy="811005"/>
          </a:xfrm>
          <a:prstGeom prst="rect">
            <a:avLst/>
          </a:prstGeom>
        </p:spPr>
        <p:txBody>
          <a:bodyPr/>
          <a:lstStyle/>
          <a:p>
            <a:r>
              <a:rPr lang="en-US"/>
              <a:t>Slide Title</a:t>
            </a:r>
          </a:p>
        </p:txBody>
      </p:sp>
      <p:sp>
        <p:nvSpPr>
          <p:cNvPr id="16" name="Text Placeholder 2">
            <a:extLst>
              <a:ext uri="{FF2B5EF4-FFF2-40B4-BE49-F238E27FC236}">
                <a16:creationId xmlns:a16="http://schemas.microsoft.com/office/drawing/2014/main" id="{0EF65F6D-A292-1047-808C-B11F4A287E9E}"/>
              </a:ext>
            </a:extLst>
          </p:cNvPr>
          <p:cNvSpPr>
            <a:spLocks noGrp="1"/>
          </p:cNvSpPr>
          <p:nvPr>
            <p:ph idx="1"/>
          </p:nvPr>
        </p:nvSpPr>
        <p:spPr>
          <a:xfrm>
            <a:off x="571500" y="1437126"/>
            <a:ext cx="66421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DCCE80CA-7BF4-554F-846B-768483360BCB}"/>
              </a:ext>
            </a:extLst>
          </p:cNvPr>
          <p:cNvSpPr>
            <a:spLocks noGrp="1"/>
          </p:cNvSpPr>
          <p:nvPr>
            <p:ph type="ftr" sz="quarter" idx="15"/>
          </p:nvPr>
        </p:nvSpPr>
        <p:spPr/>
        <p:txBody>
          <a:bodyPr/>
          <a:lstStyle/>
          <a:p>
            <a:r>
              <a:rPr lang="en-US"/>
              <a:t>College/Department/Presentation Name</a:t>
            </a:r>
          </a:p>
        </p:txBody>
      </p:sp>
    </p:spTree>
    <p:extLst>
      <p:ext uri="{BB962C8B-B14F-4D97-AF65-F5344CB8AC3E}">
        <p14:creationId xmlns:p14="http://schemas.microsoft.com/office/powerpoint/2010/main" val="384750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5AF2651-3E17-AA4E-9587-82202DB57AD4}"/>
              </a:ext>
            </a:extLst>
          </p:cNvPr>
          <p:cNvSpPr>
            <a:spLocks noGrp="1"/>
          </p:cNvSpPr>
          <p:nvPr>
            <p:ph type="pic" sz="quarter" idx="13"/>
          </p:nvPr>
        </p:nvSpPr>
        <p:spPr>
          <a:xfrm>
            <a:off x="571500" y="1196599"/>
            <a:ext cx="11049000" cy="3157474"/>
          </a:xfrm>
          <a:prstGeom prst="rect">
            <a:avLst/>
          </a:prstGeom>
          <a:pattFill prst="pct20">
            <a:fgClr>
              <a:srgbClr val="D50032"/>
            </a:fgClr>
            <a:bgClr>
              <a:schemeClr val="bg1"/>
            </a:bgClr>
          </a:pattFill>
        </p:spPr>
        <p:txBody>
          <a:bodyPr/>
          <a:lstStyle/>
          <a:p>
            <a:r>
              <a:rPr lang="en-US"/>
              <a:t>Click icon to add picture</a:t>
            </a:r>
          </a:p>
        </p:txBody>
      </p:sp>
      <p:sp>
        <p:nvSpPr>
          <p:cNvPr id="9" name="Title 1">
            <a:extLst>
              <a:ext uri="{FF2B5EF4-FFF2-40B4-BE49-F238E27FC236}">
                <a16:creationId xmlns:a16="http://schemas.microsoft.com/office/drawing/2014/main" id="{2E70F768-77C3-C24C-A38F-BE1E1E8A4EF9}"/>
              </a:ext>
            </a:extLst>
          </p:cNvPr>
          <p:cNvSpPr>
            <a:spLocks noGrp="1"/>
          </p:cNvSpPr>
          <p:nvPr>
            <p:ph type="title" hasCustomPrompt="1"/>
          </p:nvPr>
        </p:nvSpPr>
        <p:spPr>
          <a:xfrm>
            <a:off x="571500" y="429610"/>
            <a:ext cx="5980129" cy="766989"/>
          </a:xfrm>
          <a:prstGeom prst="rect">
            <a:avLst/>
          </a:prstGeom>
        </p:spPr>
        <p:txBody>
          <a:bodyPr lIns="0" tIns="0" rIns="0" bIns="0" anchor="t"/>
          <a:lstStyle/>
          <a:p>
            <a:r>
              <a:rPr lang="en-US"/>
              <a:t>Slide Title</a:t>
            </a:r>
          </a:p>
        </p:txBody>
      </p:sp>
      <p:sp>
        <p:nvSpPr>
          <p:cNvPr id="12" name="Content Placeholder 2">
            <a:extLst>
              <a:ext uri="{FF2B5EF4-FFF2-40B4-BE49-F238E27FC236}">
                <a16:creationId xmlns:a16="http://schemas.microsoft.com/office/drawing/2014/main" id="{43387113-3CA6-3242-ACA0-2304DF785AF1}"/>
              </a:ext>
            </a:extLst>
          </p:cNvPr>
          <p:cNvSpPr>
            <a:spLocks noGrp="1"/>
          </p:cNvSpPr>
          <p:nvPr>
            <p:ph idx="1" hasCustomPrompt="1"/>
          </p:nvPr>
        </p:nvSpPr>
        <p:spPr>
          <a:xfrm>
            <a:off x="571500" y="4654550"/>
            <a:ext cx="6196944" cy="1606550"/>
          </a:xfrm>
          <a:prstGeom prst="rect">
            <a:avLst/>
          </a:prstGeom>
        </p:spPr>
        <p:txBody>
          <a:bodyPr lIns="0" tIns="0" rIns="0" bIns="0"/>
          <a:lstStyle>
            <a:lvl1pPr>
              <a:lnSpc>
                <a:spcPct val="100000"/>
              </a:lnSpc>
              <a:defRPr lang="en-US"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 dolore magna </a:t>
            </a:r>
            <a:r>
              <a:rPr lang="en-US" b="0" i="0" err="1">
                <a:solidFill>
                  <a:srgbClr val="000000"/>
                </a:solidFill>
                <a:effectLst/>
                <a:latin typeface="Open Sans" panose="020B0606030504020204" pitchFamily="34" charset="0"/>
              </a:rPr>
              <a:t>aliqua</a:t>
            </a:r>
            <a:r>
              <a:rPr lang="en-US" b="0" i="0">
                <a:solidFill>
                  <a:srgbClr val="000000"/>
                </a:solidFill>
                <a:effectLst/>
                <a:latin typeface="Open Sans" panose="020B0606030504020204" pitchFamily="34" charset="0"/>
              </a:rPr>
              <a:t>. Ut </a:t>
            </a:r>
            <a:r>
              <a:rPr lang="en-US" b="0" i="0" err="1">
                <a:solidFill>
                  <a:srgbClr val="000000"/>
                </a:solidFill>
                <a:effectLst/>
                <a:latin typeface="Open Sans" panose="020B0606030504020204" pitchFamily="34" charset="0"/>
              </a:rPr>
              <a:t>enim</a:t>
            </a:r>
            <a:r>
              <a:rPr lang="en-US" b="0" i="0">
                <a:solidFill>
                  <a:srgbClr val="000000"/>
                </a:solidFill>
                <a:effectLst/>
                <a:latin typeface="Open Sans" panose="020B0606030504020204" pitchFamily="34" charset="0"/>
              </a:rPr>
              <a:t> ad minim </a:t>
            </a:r>
            <a:r>
              <a:rPr lang="en-US" b="0" i="0" err="1">
                <a:solidFill>
                  <a:srgbClr val="000000"/>
                </a:solidFill>
                <a:effectLst/>
                <a:latin typeface="Open Sans" panose="020B0606030504020204" pitchFamily="34" charset="0"/>
              </a:rPr>
              <a:t>veniam</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quis</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nostrud</a:t>
            </a:r>
            <a:r>
              <a:rPr lang="en-US" b="0" i="0">
                <a:solidFill>
                  <a:srgbClr val="000000"/>
                </a:solidFill>
                <a:effectLst/>
                <a:latin typeface="Open Sans" panose="020B0606030504020204" pitchFamily="34" charset="0"/>
              </a:rPr>
              <a:t> exercitation </a:t>
            </a:r>
            <a:r>
              <a:rPr lang="en-US" b="0" i="0" err="1">
                <a:solidFill>
                  <a:srgbClr val="000000"/>
                </a:solidFill>
                <a:effectLst/>
                <a:latin typeface="Open Sans" panose="020B0606030504020204" pitchFamily="34" charset="0"/>
              </a:rPr>
              <a:t>ullamco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laboris</a:t>
            </a:r>
            <a:r>
              <a:rPr lang="en-US" b="0" i="0">
                <a:solidFill>
                  <a:srgbClr val="000000"/>
                </a:solidFill>
                <a:effectLst/>
                <a:latin typeface="Open Sans" panose="020B0606030504020204" pitchFamily="34" charset="0"/>
              </a:rPr>
              <a:t> nisi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aliquip</a:t>
            </a:r>
            <a:r>
              <a:rPr lang="en-US" b="0" i="0">
                <a:solidFill>
                  <a:srgbClr val="000000"/>
                </a:solidFill>
                <a:effectLst/>
                <a:latin typeface="Open Sans" panose="020B0606030504020204" pitchFamily="34" charset="0"/>
              </a:rPr>
              <a:t> ex </a:t>
            </a:r>
            <a:r>
              <a:rPr lang="en-US" b="0" i="0" err="1">
                <a:solidFill>
                  <a:srgbClr val="000000"/>
                </a:solidFill>
                <a:effectLst/>
                <a:latin typeface="Open Sans" panose="020B0606030504020204" pitchFamily="34" charset="0"/>
              </a:rPr>
              <a:t>ea</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commodo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consequat</a:t>
            </a:r>
            <a:r>
              <a:rPr lang="en-US" b="0" i="0">
                <a:solidFill>
                  <a:srgbClr val="000000"/>
                </a:solidFill>
                <a:effectLst/>
                <a:latin typeface="Open Sans" panose="020B0606030504020204" pitchFamily="34" charset="0"/>
              </a:rPr>
              <a:t>.</a:t>
            </a:r>
            <a:endParaRPr lang="en-US"/>
          </a:p>
        </p:txBody>
      </p:sp>
      <p:sp>
        <p:nvSpPr>
          <p:cNvPr id="2" name="Footer Placeholder 1">
            <a:extLst>
              <a:ext uri="{FF2B5EF4-FFF2-40B4-BE49-F238E27FC236}">
                <a16:creationId xmlns:a16="http://schemas.microsoft.com/office/drawing/2014/main" id="{547F7ABE-10AB-4E4D-AC47-355D922C8F7B}"/>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49318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585415-ECAB-7749-9438-98667466F0EE}"/>
              </a:ext>
            </a:extLst>
          </p:cNvPr>
          <p:cNvSpPr/>
          <p:nvPr/>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001E62"/>
              </a:solidFill>
              <a:latin typeface="Arial" panose="020B0604020202020204" pitchFamily="34" charset="0"/>
            </a:endParaRPr>
          </a:p>
        </p:txBody>
      </p:sp>
      <p:sp>
        <p:nvSpPr>
          <p:cNvPr id="10" name="Rectangle 9">
            <a:extLst>
              <a:ext uri="{FF2B5EF4-FFF2-40B4-BE49-F238E27FC236}">
                <a16:creationId xmlns:a16="http://schemas.microsoft.com/office/drawing/2014/main" id="{E05B460D-E86D-3A4C-92BA-4EDF763DFAFA}"/>
              </a:ext>
            </a:extLst>
          </p:cNvPr>
          <p:cNvSpPr/>
          <p:nvPr userDrawn="1"/>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Arial" panose="020B0604020202020204" pitchFamily="34" charset="0"/>
            </a:endParaRPr>
          </a:p>
        </p:txBody>
      </p:sp>
      <p:pic>
        <p:nvPicPr>
          <p:cNvPr id="9" name="Picture 8">
            <a:extLst>
              <a:ext uri="{FF2B5EF4-FFF2-40B4-BE49-F238E27FC236}">
                <a16:creationId xmlns:a16="http://schemas.microsoft.com/office/drawing/2014/main" id="{753367FE-A03A-0D4B-8464-6EA90E8DA41F}"/>
              </a:ext>
            </a:extLst>
          </p:cNvPr>
          <p:cNvPicPr>
            <a:picLocks noChangeAspect="1"/>
          </p:cNvPicPr>
          <p:nvPr/>
        </p:nvPicPr>
        <p:blipFill rotWithShape="1">
          <a:blip r:embed="rId2"/>
          <a:srcRect l="17162" t="77592" r="78736"/>
          <a:stretch/>
        </p:blipFill>
        <p:spPr>
          <a:xfrm rot="10800000">
            <a:off x="571500" y="-737549"/>
            <a:ext cx="500083" cy="1536790"/>
          </a:xfrm>
          <a:prstGeom prst="rect">
            <a:avLst/>
          </a:prstGeom>
        </p:spPr>
      </p:pic>
      <p:sp>
        <p:nvSpPr>
          <p:cNvPr id="11" name="Text Placeholder 14">
            <a:extLst>
              <a:ext uri="{FF2B5EF4-FFF2-40B4-BE49-F238E27FC236}">
                <a16:creationId xmlns:a16="http://schemas.microsoft.com/office/drawing/2014/main" id="{A239BCF8-7759-3A41-A514-3A4A72C6F9AF}"/>
              </a:ext>
            </a:extLst>
          </p:cNvPr>
          <p:cNvSpPr>
            <a:spLocks noGrp="1"/>
          </p:cNvSpPr>
          <p:nvPr>
            <p:ph type="body" sz="quarter" idx="15" hasCustomPrompt="1"/>
          </p:nvPr>
        </p:nvSpPr>
        <p:spPr>
          <a:xfrm>
            <a:off x="589420" y="3622452"/>
            <a:ext cx="3239719" cy="2706862"/>
          </a:xfrm>
          <a:prstGeom prst="rect">
            <a:avLst/>
          </a:prstGeom>
        </p:spPr>
        <p:txBody>
          <a:bodyPr/>
          <a:lstStyle>
            <a:lvl1pPr>
              <a:lnSpc>
                <a:spcPct val="100000"/>
              </a:lnSpc>
              <a:defRPr b="0" i="0" baseline="0">
                <a:solidFill>
                  <a:schemeClr val="bg1"/>
                </a:solidFill>
              </a:defRPr>
            </a:lvl1pPr>
          </a:lstStyle>
          <a:p>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con</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tetur</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al</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adipiscinge</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l </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sahanis</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nib</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u</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h</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eget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justo</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ne</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sed</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gravida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est</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asa</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endParaRPr lang="en-US" sz="200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E3A340C-ED98-6C4F-A999-F28C9BE643E9}"/>
              </a:ext>
            </a:extLst>
          </p:cNvPr>
          <p:cNvSpPr>
            <a:spLocks noGrp="1"/>
          </p:cNvSpPr>
          <p:nvPr>
            <p:ph type="body" sz="quarter" idx="16" hasCustomPrompt="1"/>
          </p:nvPr>
        </p:nvSpPr>
        <p:spPr>
          <a:xfrm>
            <a:off x="571499" y="1222362"/>
            <a:ext cx="3257639" cy="461962"/>
          </a:xfrm>
          <a:prstGeom prst="rect">
            <a:avLst/>
          </a:prstGeom>
        </p:spPr>
        <p:txBody>
          <a:bodyPr>
            <a:normAutofit/>
          </a:bodyPr>
          <a:lstStyle>
            <a:lvl1pPr>
              <a:defRPr sz="1800" b="1" i="0" cap="all" spc="400" baseline="0">
                <a:solidFill>
                  <a:schemeClr val="bg1"/>
                </a:solidFill>
              </a:defRPr>
            </a:lvl1pPr>
          </a:lstStyle>
          <a:p>
            <a:r>
              <a:rPr lang="en-US" sz="2000" b="1" spc="300">
                <a:ln w="19050">
                  <a:noFill/>
                </a:ln>
                <a:solidFill>
                  <a:schemeClr val="bg1"/>
                </a:solidFill>
                <a:latin typeface="Arial" panose="020B0604020202020204" pitchFamily="34" charset="0"/>
                <a:cs typeface="Arial" panose="020B0604020202020204" pitchFamily="34" charset="0"/>
              </a:rPr>
              <a:t>SECTION HERE</a:t>
            </a:r>
          </a:p>
        </p:txBody>
      </p:sp>
      <p:sp>
        <p:nvSpPr>
          <p:cNvPr id="18" name="Text Placeholder 17">
            <a:extLst>
              <a:ext uri="{FF2B5EF4-FFF2-40B4-BE49-F238E27FC236}">
                <a16:creationId xmlns:a16="http://schemas.microsoft.com/office/drawing/2014/main" id="{4607F020-7CB7-FA45-8230-53C05BB43EA1}"/>
              </a:ext>
            </a:extLst>
          </p:cNvPr>
          <p:cNvSpPr>
            <a:spLocks noGrp="1"/>
          </p:cNvSpPr>
          <p:nvPr>
            <p:ph type="body" sz="quarter" idx="17" hasCustomPrompt="1"/>
          </p:nvPr>
        </p:nvSpPr>
        <p:spPr>
          <a:xfrm>
            <a:off x="571500" y="1866900"/>
            <a:ext cx="3225800" cy="1562100"/>
          </a:xfrm>
          <a:prstGeom prst="rect">
            <a:avLst/>
          </a:prstGeom>
        </p:spPr>
        <p:txBody>
          <a:bodyPr>
            <a:noAutofit/>
          </a:bodyPr>
          <a:lstStyle>
            <a:lvl1pPr>
              <a:defRPr sz="3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Headline Goes Here and Here</a:t>
            </a:r>
          </a:p>
        </p:txBody>
      </p:sp>
      <p:pic>
        <p:nvPicPr>
          <p:cNvPr id="12" name="Picture 11">
            <a:extLst>
              <a:ext uri="{FF2B5EF4-FFF2-40B4-BE49-F238E27FC236}">
                <a16:creationId xmlns:a16="http://schemas.microsoft.com/office/drawing/2014/main" id="{A19D2A7B-D949-D84A-B563-9285D56DA79D}"/>
              </a:ext>
            </a:extLst>
          </p:cNvPr>
          <p:cNvPicPr>
            <a:picLocks noChangeAspect="1"/>
          </p:cNvPicPr>
          <p:nvPr userDrawn="1"/>
        </p:nvPicPr>
        <p:blipFill rotWithShape="1">
          <a:blip r:embed="rId2"/>
          <a:srcRect l="17162" t="77592" r="78736"/>
          <a:stretch/>
        </p:blipFill>
        <p:spPr>
          <a:xfrm rot="10800000">
            <a:off x="571500" y="-737549"/>
            <a:ext cx="500083" cy="1536790"/>
          </a:xfrm>
          <a:prstGeom prst="rect">
            <a:avLst/>
          </a:prstGeom>
        </p:spPr>
      </p:pic>
      <p:sp>
        <p:nvSpPr>
          <p:cNvPr id="17" name="Content Placeholder 2">
            <a:extLst>
              <a:ext uri="{FF2B5EF4-FFF2-40B4-BE49-F238E27FC236}">
                <a16:creationId xmlns:a16="http://schemas.microsoft.com/office/drawing/2014/main" id="{A4D5C75C-330E-FF43-B40F-90030894A767}"/>
              </a:ext>
            </a:extLst>
          </p:cNvPr>
          <p:cNvSpPr>
            <a:spLocks noGrp="1"/>
          </p:cNvSpPr>
          <p:nvPr>
            <p:ph idx="18"/>
          </p:nvPr>
        </p:nvSpPr>
        <p:spPr>
          <a:xfrm>
            <a:off x="4805665" y="1222362"/>
            <a:ext cx="6796915" cy="4840508"/>
          </a:xfrm>
          <a:prstGeom prst="rect">
            <a:avLst/>
          </a:prstGeom>
        </p:spPr>
        <p:txBody>
          <a:bodyPr lIns="0" tIns="0" rIns="0" bIns="0"/>
          <a:lstStyle>
            <a:lvl1pPr>
              <a:defRPr sz="1600" b="1" cap="all" spc="300" baseline="0">
                <a:solidFill>
                  <a:schemeClr val="accent1"/>
                </a:solidFill>
              </a:defRPr>
            </a:lvl1pPr>
            <a:lvl2pPr marL="12700" indent="0">
              <a:buClr>
                <a:srgbClr val="001E62"/>
              </a:buClr>
              <a:buFontTx/>
              <a:buNone/>
              <a:tabLst/>
              <a:defRPr/>
            </a:lvl2pPr>
            <a:lvl3pPr marL="641350" indent="-171450">
              <a:buClr>
                <a:srgbClr val="001E62"/>
              </a:buClr>
              <a:buFont typeface="Arial" panose="020B0604020202020204" pitchFamily="34" charset="0"/>
              <a:buChar char="•"/>
              <a:tabLst/>
              <a:defRPr/>
            </a:lvl3pPr>
            <a:lvl4pPr marL="1485900" indent="-114300">
              <a:buClr>
                <a:srgbClr val="001E62"/>
              </a:buClr>
              <a:tabLst/>
              <a:defRPr sz="1200">
                <a:solidFill>
                  <a:schemeClr val="tx1"/>
                </a:solidFill>
              </a:defRPr>
            </a:lvl4pPr>
            <a:lvl5pPr marL="1952625" indent="-123825">
              <a:buClr>
                <a:srgbClr val="001E62"/>
              </a:buClr>
              <a:tabLst/>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9" name="TextBox 18">
            <a:extLst>
              <a:ext uri="{FF2B5EF4-FFF2-40B4-BE49-F238E27FC236}">
                <a16:creationId xmlns:a16="http://schemas.microsoft.com/office/drawing/2014/main" id="{52DFFB21-BBD8-584B-AD40-5FF15F1975E2}"/>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bg1"/>
                </a:solidFill>
                <a:latin typeface="Arial" panose="020B0604020202020204" pitchFamily="34" charset="0"/>
                <a:cs typeface="Arial" panose="020B0604020202020204" pitchFamily="34" charset="0"/>
              </a:rPr>
              <a:t>‹#›</a:t>
            </a:fld>
            <a:endParaRPr lang="en-US" sz="1400" b="1">
              <a:solidFill>
                <a:schemeClr val="bg1"/>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CF9A3847-D44C-1045-9746-270828EEC7AD}"/>
              </a:ext>
            </a:extLst>
          </p:cNvPr>
          <p:cNvSpPr>
            <a:spLocks noGrp="1"/>
          </p:cNvSpPr>
          <p:nvPr>
            <p:ph type="ftr" sz="quarter" idx="19"/>
          </p:nvPr>
        </p:nvSpPr>
        <p:spPr>
          <a:xfrm>
            <a:off x="4805665" y="6419410"/>
            <a:ext cx="4114800" cy="365125"/>
          </a:xfrm>
        </p:spPr>
        <p:txBody>
          <a:bodyPr/>
          <a:lstStyle/>
          <a:p>
            <a:r>
              <a:rPr lang="en-US"/>
              <a:t>College/Department/Presentation Name</a:t>
            </a:r>
          </a:p>
        </p:txBody>
      </p:sp>
    </p:spTree>
    <p:extLst>
      <p:ext uri="{BB962C8B-B14F-4D97-AF65-F5344CB8AC3E}">
        <p14:creationId xmlns:p14="http://schemas.microsoft.com/office/powerpoint/2010/main" val="40567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A040F-DDFD-4E49-B911-5258CAF2D3E7}"/>
              </a:ext>
            </a:extLst>
          </p:cNvPr>
          <p:cNvPicPr>
            <a:picLocks noChangeAspect="1"/>
          </p:cNvPicPr>
          <p:nvPr userDrawn="1"/>
        </p:nvPicPr>
        <p:blipFill rotWithShape="1">
          <a:blip r:embed="rId2"/>
          <a:srcRect t="61111" b="7037"/>
          <a:stretch/>
        </p:blipFill>
        <p:spPr>
          <a:xfrm>
            <a:off x="0" y="2331188"/>
            <a:ext cx="12192000" cy="2184400"/>
          </a:xfrm>
          <a:prstGeom prst="rect">
            <a:avLst/>
          </a:prstGeom>
        </p:spPr>
      </p:pic>
      <p:sp>
        <p:nvSpPr>
          <p:cNvPr id="5" name="Rectangle 4">
            <a:extLst>
              <a:ext uri="{FF2B5EF4-FFF2-40B4-BE49-F238E27FC236}">
                <a16:creationId xmlns:a16="http://schemas.microsoft.com/office/drawing/2014/main" id="{048638E0-CDBC-DC4F-8BB3-C27A3270B4E9}"/>
              </a:ext>
            </a:extLst>
          </p:cNvPr>
          <p:cNvSpPr/>
          <p:nvPr userDrawn="1"/>
        </p:nvSpPr>
        <p:spPr>
          <a:xfrm>
            <a:off x="-1" y="2340565"/>
            <a:ext cx="12192000" cy="21844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8" y="3156054"/>
            <a:ext cx="11035861" cy="766989"/>
          </a:xfrm>
          <a:prstGeom prst="rect">
            <a:avLst/>
          </a:prstGeom>
        </p:spPr>
        <p:txBody>
          <a:bodyPr lIns="0" tIns="0" rIns="0" bIns="0" anchor="ctr"/>
          <a:lstStyle>
            <a:lvl1pPr algn="ctr">
              <a:defRPr>
                <a:solidFill>
                  <a:schemeClr val="bg1"/>
                </a:solidFill>
              </a:defRPr>
            </a:lvl1pPr>
          </a:lstStyle>
          <a:p>
            <a:r>
              <a:rPr lang="en-US"/>
              <a:t>Divider Slide</a:t>
            </a:r>
          </a:p>
        </p:txBody>
      </p:sp>
      <p:sp>
        <p:nvSpPr>
          <p:cNvPr id="2" name="Footer Placeholder 1">
            <a:extLst>
              <a:ext uri="{FF2B5EF4-FFF2-40B4-BE49-F238E27FC236}">
                <a16:creationId xmlns:a16="http://schemas.microsoft.com/office/drawing/2014/main" id="{D4781056-D049-3547-BEAF-CEE287C4E45D}"/>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215618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6736B9-CC46-8040-9B10-88C725D129B4}"/>
              </a:ext>
            </a:extLst>
          </p:cNvPr>
          <p:cNvPicPr>
            <a:picLocks noChangeAspect="1"/>
          </p:cNvPicPr>
          <p:nvPr userDrawn="1"/>
        </p:nvPicPr>
        <p:blipFill rotWithShape="1">
          <a:blip r:embed="rId2"/>
          <a:srcRect l="1" t="85786" r="3" b="1251"/>
          <a:stretch/>
        </p:blipFill>
        <p:spPr>
          <a:xfrm>
            <a:off x="0" y="6007100"/>
            <a:ext cx="12192000" cy="889000"/>
          </a:xfrm>
          <a:prstGeom prst="rect">
            <a:avLst/>
          </a:prstGeom>
        </p:spPr>
      </p:pic>
      <p:sp>
        <p:nvSpPr>
          <p:cNvPr id="5" name="Rectangle 4">
            <a:extLst>
              <a:ext uri="{FF2B5EF4-FFF2-40B4-BE49-F238E27FC236}">
                <a16:creationId xmlns:a16="http://schemas.microsoft.com/office/drawing/2014/main" id="{37BE2AD0-F3DD-C74E-AD44-71463A9CACDB}"/>
              </a:ext>
            </a:extLst>
          </p:cNvPr>
          <p:cNvSpPr/>
          <p:nvPr userDrawn="1"/>
        </p:nvSpPr>
        <p:spPr>
          <a:xfrm>
            <a:off x="196645" y="6409044"/>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9" y="2793176"/>
            <a:ext cx="11035861" cy="766989"/>
          </a:xfrm>
          <a:prstGeom prst="rect">
            <a:avLst/>
          </a:prstGeom>
        </p:spPr>
        <p:txBody>
          <a:bodyPr lIns="0" tIns="0" rIns="0" bIns="0" anchor="ctr"/>
          <a:lstStyle>
            <a:lvl1pPr algn="ctr">
              <a:defRPr>
                <a:solidFill>
                  <a:schemeClr val="accent2"/>
                </a:solidFill>
              </a:defRPr>
            </a:lvl1pPr>
          </a:lstStyle>
          <a:p>
            <a:r>
              <a:rPr lang="en-US"/>
              <a:t>Divider Slide</a:t>
            </a:r>
          </a:p>
        </p:txBody>
      </p:sp>
      <p:sp>
        <p:nvSpPr>
          <p:cNvPr id="4" name="TextBox 3">
            <a:extLst>
              <a:ext uri="{FF2B5EF4-FFF2-40B4-BE49-F238E27FC236}">
                <a16:creationId xmlns:a16="http://schemas.microsoft.com/office/drawing/2014/main" id="{F6AA68CF-ED20-AF4E-B696-23793AE24597}"/>
              </a:ext>
            </a:extLst>
          </p:cNvPr>
          <p:cNvSpPr txBox="1"/>
          <p:nvPr userDrawn="1"/>
        </p:nvSpPr>
        <p:spPr>
          <a:xfrm>
            <a:off x="157317" y="6369355"/>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063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466824-B371-3F4A-BBC7-17B5B0E28245}"/>
              </a:ext>
            </a:extLst>
          </p:cNvPr>
          <p:cNvPicPr>
            <a:picLocks noChangeAspect="1"/>
          </p:cNvPicPr>
          <p:nvPr/>
        </p:nvPicPr>
        <p:blipFill>
          <a:blip r:embed="rId2"/>
          <a:stretch>
            <a:fillRect/>
          </a:stretch>
        </p:blipFill>
        <p:spPr>
          <a:xfrm>
            <a:off x="4932751" y="2295148"/>
            <a:ext cx="2326497" cy="2267704"/>
          </a:xfrm>
          <a:prstGeom prst="rect">
            <a:avLst/>
          </a:prstGeom>
        </p:spPr>
      </p:pic>
      <p:pic>
        <p:nvPicPr>
          <p:cNvPr id="3" name="Picture 2">
            <a:extLst>
              <a:ext uri="{FF2B5EF4-FFF2-40B4-BE49-F238E27FC236}">
                <a16:creationId xmlns:a16="http://schemas.microsoft.com/office/drawing/2014/main" id="{19AE039C-5A95-5E48-B5F3-0DE41F24E20F}"/>
              </a:ext>
            </a:extLst>
          </p:cNvPr>
          <p:cNvPicPr>
            <a:picLocks noChangeAspect="1"/>
          </p:cNvPicPr>
          <p:nvPr userDrawn="1"/>
        </p:nvPicPr>
        <p:blipFill>
          <a:blip r:embed="rId2"/>
          <a:stretch>
            <a:fillRect/>
          </a:stretch>
        </p:blipFill>
        <p:spPr>
          <a:xfrm>
            <a:off x="4932751" y="2295148"/>
            <a:ext cx="2326497" cy="2267704"/>
          </a:xfrm>
          <a:prstGeom prst="rect">
            <a:avLst/>
          </a:prstGeom>
        </p:spPr>
      </p:pic>
    </p:spTree>
    <p:extLst>
      <p:ext uri="{BB962C8B-B14F-4D97-AF65-F5344CB8AC3E}">
        <p14:creationId xmlns:p14="http://schemas.microsoft.com/office/powerpoint/2010/main" val="3928787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18E8F-10A9-6445-A422-50AED2FB7719}"/>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DBB5935-E507-3B44-AD51-1D3B1F0405E1}"/>
              </a:ext>
            </a:extLst>
          </p:cNvPr>
          <p:cNvPicPr>
            <a:picLocks noChangeAspect="1"/>
          </p:cNvPicPr>
          <p:nvPr/>
        </p:nvPicPr>
        <p:blipFill>
          <a:blip r:embed="rId21"/>
          <a:stretch>
            <a:fillRect/>
          </a:stretch>
        </p:blipFill>
        <p:spPr>
          <a:xfrm>
            <a:off x="11462017" y="6126480"/>
            <a:ext cx="604558" cy="589280"/>
          </a:xfrm>
          <a:prstGeom prst="rect">
            <a:avLst/>
          </a:prstGeom>
        </p:spPr>
      </p:pic>
      <p:sp>
        <p:nvSpPr>
          <p:cNvPr id="9" name="Title Placeholder 1">
            <a:extLst>
              <a:ext uri="{FF2B5EF4-FFF2-40B4-BE49-F238E27FC236}">
                <a16:creationId xmlns:a16="http://schemas.microsoft.com/office/drawing/2014/main" id="{DBA86899-E688-504E-A570-178B715EA3C8}"/>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Slide Title</a:t>
            </a:r>
          </a:p>
        </p:txBody>
      </p:sp>
      <p:sp>
        <p:nvSpPr>
          <p:cNvPr id="10" name="Text Placeholder 2">
            <a:extLst>
              <a:ext uri="{FF2B5EF4-FFF2-40B4-BE49-F238E27FC236}">
                <a16:creationId xmlns:a16="http://schemas.microsoft.com/office/drawing/2014/main" id="{005117A9-42CA-BD41-9D8D-547D5CDB2A2B}"/>
              </a:ext>
            </a:extLst>
          </p:cNvPr>
          <p:cNvSpPr>
            <a:spLocks noGrp="1"/>
          </p:cNvSpPr>
          <p:nvPr>
            <p:ph type="body"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51353ED9-6758-5C4A-B0DC-BD4F58B26932}"/>
              </a:ext>
            </a:extLst>
          </p:cNvPr>
          <p:cNvPicPr>
            <a:picLocks noChangeAspect="1"/>
          </p:cNvPicPr>
          <p:nvPr userDrawn="1"/>
        </p:nvPicPr>
        <p:blipFill>
          <a:blip r:embed="rId21"/>
          <a:stretch>
            <a:fillRect/>
          </a:stretch>
        </p:blipFill>
        <p:spPr>
          <a:xfrm>
            <a:off x="11462017" y="6126480"/>
            <a:ext cx="604558" cy="589280"/>
          </a:xfrm>
          <a:prstGeom prst="rect">
            <a:avLst/>
          </a:prstGeom>
        </p:spPr>
      </p:pic>
      <p:sp>
        <p:nvSpPr>
          <p:cNvPr id="2" name="Footer Placeholder 1">
            <a:extLst>
              <a:ext uri="{FF2B5EF4-FFF2-40B4-BE49-F238E27FC236}">
                <a16:creationId xmlns:a16="http://schemas.microsoft.com/office/drawing/2014/main" id="{C7EA0ADE-DED0-334D-AE1C-0EBE7C7C1CF1}"/>
              </a:ext>
            </a:extLst>
          </p:cNvPr>
          <p:cNvSpPr>
            <a:spLocks noGrp="1"/>
          </p:cNvSpPr>
          <p:nvPr>
            <p:ph type="ftr" sz="quarter" idx="3"/>
          </p:nvPr>
        </p:nvSpPr>
        <p:spPr>
          <a:xfrm>
            <a:off x="571499" y="6419410"/>
            <a:ext cx="41148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r>
              <a:rPr lang="en-US"/>
              <a:t>College/Department/Presentation Name</a:t>
            </a:r>
          </a:p>
        </p:txBody>
      </p:sp>
    </p:spTree>
    <p:extLst>
      <p:ext uri="{BB962C8B-B14F-4D97-AF65-F5344CB8AC3E}">
        <p14:creationId xmlns:p14="http://schemas.microsoft.com/office/powerpoint/2010/main" val="230517919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21" r:id="rId6"/>
    <p:sldLayoutId id="2147483715"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6" r:id="rId16"/>
    <p:sldLayoutId id="2147483718" r:id="rId17"/>
    <p:sldLayoutId id="2147483719" r:id="rId18"/>
    <p:sldLayoutId id="2147483720" r:id="rId19"/>
  </p:sldLayoutIdLst>
  <p:hf sldNum="0" hdr="0" dt="0"/>
  <p:txStyles>
    <p:title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1000"/>
        </a:spcBef>
        <a:buFontTx/>
        <a:buNone/>
        <a:defRPr sz="2000" b="0" i="0" kern="1200">
          <a:solidFill>
            <a:schemeClr val="tx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4">
          <p15:clr>
            <a:srgbClr val="F26B43"/>
          </p15:clr>
        </p15:guide>
        <p15:guide id="4" pos="3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7B_4D437748.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exels.com/photo/raindrops-and-ripples-on-still-water-3394939/" TargetMode="External"/><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83_12703F3B.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88_A228AFFF.xml"/><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78_5D91416C.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16.jpeg"/><Relationship Id="rId3" Type="http://schemas.openxmlformats.org/officeDocument/2006/relationships/customXml" Target="../ink/ink1.xml"/><Relationship Id="rId7" Type="http://schemas.openxmlformats.org/officeDocument/2006/relationships/diagramData" Target="../diagrams/data1.xml"/><Relationship Id="rId12" Type="http://schemas.openxmlformats.org/officeDocument/2006/relationships/image" Target="../media/image15.jpeg"/><Relationship Id="rId2" Type="http://schemas.microsoft.com/office/2018/10/relationships/comments" Target="../comments/modernComment_186_1D93DFAA.xml"/><Relationship Id="rId1" Type="http://schemas.openxmlformats.org/officeDocument/2006/relationships/slideLayout" Target="../slideLayouts/slideLayout5.xml"/><Relationship Id="rId6" Type="http://schemas.openxmlformats.org/officeDocument/2006/relationships/image" Target="../media/image23.png"/><Relationship Id="rId11" Type="http://schemas.microsoft.com/office/2007/relationships/diagramDrawing" Target="../diagrams/drawing1.xml"/><Relationship Id="rId5" Type="http://schemas.openxmlformats.org/officeDocument/2006/relationships/customXml" Target="../ink/ink2.xml"/><Relationship Id="rId15" Type="http://schemas.openxmlformats.org/officeDocument/2006/relationships/image" Target="../media/image18.jpeg"/><Relationship Id="rId10" Type="http://schemas.openxmlformats.org/officeDocument/2006/relationships/diagramColors" Target="../diagrams/colors1.xml"/><Relationship Id="rId4" Type="http://schemas.openxmlformats.org/officeDocument/2006/relationships/image" Target="../media/image22.png"/><Relationship Id="rId9" Type="http://schemas.openxmlformats.org/officeDocument/2006/relationships/diagramQuickStyle" Target="../diagrams/quickStyle1.xml"/><Relationship Id="rId14" Type="http://schemas.openxmlformats.org/officeDocument/2006/relationships/image" Target="../media/image17.jpe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8A62FB2-1EFF-BBF7-0119-8AA39C5B8788}"/>
              </a:ext>
            </a:extLst>
          </p:cNvPr>
          <p:cNvPicPr>
            <a:picLocks noChangeAspect="1"/>
          </p:cNvPicPr>
          <p:nvPr/>
        </p:nvPicPr>
        <p:blipFill>
          <a:blip r:embed="rId3"/>
          <a:srcRect l="17496" r="37509" b="-1"/>
          <a:stretch>
            <a:fillRect/>
          </a:stretch>
        </p:blipFill>
        <p:spPr>
          <a:xfrm>
            <a:off x="-803275" y="10"/>
            <a:ext cx="6248908" cy="687461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noFill/>
        </p:spPr>
      </p:pic>
      <p:sp>
        <p:nvSpPr>
          <p:cNvPr id="6" name="Title 2">
            <a:extLst>
              <a:ext uri="{FF2B5EF4-FFF2-40B4-BE49-F238E27FC236}">
                <a16:creationId xmlns:a16="http://schemas.microsoft.com/office/drawing/2014/main" id="{EFCD1B53-1BFE-8B23-1618-F7A76DC0E3E0}"/>
              </a:ext>
            </a:extLst>
          </p:cNvPr>
          <p:cNvSpPr txBox="1">
            <a:spLocks/>
          </p:cNvSpPr>
          <p:nvPr/>
        </p:nvSpPr>
        <p:spPr>
          <a:xfrm>
            <a:off x="6105008" y="2205037"/>
            <a:ext cx="4920343" cy="1655763"/>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Arial" panose="020B0604020202020204" pitchFamily="34" charset="0"/>
              </a:defRPr>
            </a:lvl1pPr>
          </a:lstStyle>
          <a:p>
            <a:pPr>
              <a:spcAft>
                <a:spcPts val="600"/>
              </a:spcAft>
            </a:pPr>
            <a:r>
              <a:rPr lang="en-US" b="1" i="0" kern="1200">
                <a:latin typeface="Arial" panose="020B0604020202020204" pitchFamily="34" charset="0"/>
                <a:ea typeface="+mj-ea"/>
                <a:cs typeface="Arial" panose="020B0604020202020204" pitchFamily="34" charset="0"/>
              </a:rPr>
              <a:t>Fluid Flow in Pipes</a:t>
            </a:r>
          </a:p>
        </p:txBody>
      </p:sp>
      <p:sp>
        <p:nvSpPr>
          <p:cNvPr id="7" name="Subtitle 3">
            <a:extLst>
              <a:ext uri="{FF2B5EF4-FFF2-40B4-BE49-F238E27FC236}">
                <a16:creationId xmlns:a16="http://schemas.microsoft.com/office/drawing/2014/main" id="{91043E3E-E824-1721-6D91-9588E9E43ACE}"/>
              </a:ext>
            </a:extLst>
          </p:cNvPr>
          <p:cNvSpPr txBox="1">
            <a:spLocks/>
          </p:cNvSpPr>
          <p:nvPr/>
        </p:nvSpPr>
        <p:spPr>
          <a:xfrm>
            <a:off x="6105008" y="4099548"/>
            <a:ext cx="4920344" cy="607572"/>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Arial" panose="020B0604020202020204" pitchFamily="34" charset="0"/>
                <a:ea typeface="+mn-ea"/>
                <a:cs typeface="+mn-cs"/>
              </a:defRPr>
            </a:lvl1pPr>
            <a:lvl2pPr marL="457200" indent="0" algn="ctr" defTabSz="914400" rtl="0" eaLnBrk="1" latinLnBrk="0" hangingPunct="1">
              <a:lnSpc>
                <a:spcPct val="100000"/>
              </a:lnSpc>
              <a:spcBef>
                <a:spcPts val="500"/>
              </a:spcBef>
              <a:buClr>
                <a:srgbClr val="001E62"/>
              </a:buClr>
              <a:buFont typeface="Arial" panose="020B0604020202020204" pitchFamily="34" charset="0"/>
              <a:buNone/>
              <a:tabLst/>
              <a:defRPr sz="2000" b="0" i="0" kern="1200">
                <a:solidFill>
                  <a:schemeClr val="tx1"/>
                </a:solidFill>
                <a:latin typeface="Arial" panose="020B0604020202020204" pitchFamily="34" charset="0"/>
                <a:ea typeface="+mn-ea"/>
                <a:cs typeface="+mn-cs"/>
              </a:defRPr>
            </a:lvl2pPr>
            <a:lvl3pPr marL="914400" indent="0" algn="ctr" defTabSz="914400" rtl="0" eaLnBrk="1" latinLnBrk="0" hangingPunct="1">
              <a:lnSpc>
                <a:spcPct val="100000"/>
              </a:lnSpc>
              <a:spcBef>
                <a:spcPts val="500"/>
              </a:spcBef>
              <a:buClr>
                <a:srgbClr val="001E62"/>
              </a:buClr>
              <a:buFont typeface="System Font Regular"/>
              <a:buNone/>
              <a:tabLst/>
              <a:defRPr sz="1800" b="0" i="0" kern="1200">
                <a:solidFill>
                  <a:schemeClr val="tx1"/>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90000"/>
              </a:lnSpc>
            </a:pPr>
            <a:r>
              <a:rPr lang="en-US" sz="2200" b="0" i="0" kern="1200">
                <a:latin typeface="Arial" panose="020B0604020202020204" pitchFamily="34" charset="0"/>
                <a:ea typeface="+mn-ea"/>
                <a:cs typeface="+mn-cs"/>
              </a:rPr>
              <a:t>Angelica Ramirez, Hiba Naqvi, Jazmin Aca, Srija Bomma</a:t>
            </a:r>
          </a:p>
        </p:txBody>
      </p:sp>
      <p:sp>
        <p:nvSpPr>
          <p:cNvPr id="8" name="Text Placeholder 4">
            <a:extLst>
              <a:ext uri="{FF2B5EF4-FFF2-40B4-BE49-F238E27FC236}">
                <a16:creationId xmlns:a16="http://schemas.microsoft.com/office/drawing/2014/main" id="{C3EA8842-9C16-1424-F755-F65DF35477E8}"/>
              </a:ext>
            </a:extLst>
          </p:cNvPr>
          <p:cNvSpPr txBox="1">
            <a:spLocks/>
          </p:cNvSpPr>
          <p:nvPr/>
        </p:nvSpPr>
        <p:spPr>
          <a:xfrm>
            <a:off x="6105008" y="1611477"/>
            <a:ext cx="2902358" cy="29527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1400" b="1" i="0" kern="1200" cap="all" spc="400" baseline="0">
                <a:solidFill>
                  <a:srgbClr val="D50032"/>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500"/>
              </a:spcBef>
              <a:buClr>
                <a:srgbClr val="001E62"/>
              </a:buClr>
              <a:buFontTx/>
              <a:buNone/>
              <a:tabLst/>
              <a:defRPr sz="1400" b="1" i="0" kern="1200" spc="300">
                <a:solidFill>
                  <a:srgbClr val="D50032"/>
                </a:solidFill>
                <a:latin typeface="Arial" panose="020B0604020202020204" pitchFamily="34" charset="0"/>
                <a:ea typeface="+mn-ea"/>
                <a:cs typeface="Arial" panose="020B0604020202020204" pitchFamily="34" charset="0"/>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0" kern="1200" cap="all" spc="400" baseline="0" dirty="0">
                <a:latin typeface="Arial" panose="020B0604020202020204" pitchFamily="34" charset="0"/>
                <a:ea typeface="+mn-ea"/>
                <a:cs typeface="Arial" panose="020B0604020202020204" pitchFamily="34" charset="0"/>
              </a:rPr>
              <a:t>11/11/25</a:t>
            </a:r>
          </a:p>
        </p:txBody>
      </p:sp>
    </p:spTree>
    <p:extLst>
      <p:ext uri="{BB962C8B-B14F-4D97-AF65-F5344CB8AC3E}">
        <p14:creationId xmlns:p14="http://schemas.microsoft.com/office/powerpoint/2010/main" val="1296267080"/>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9EB6A-3C22-23A4-65D2-403EC1677973}"/>
              </a:ext>
            </a:extLst>
          </p:cNvPr>
          <p:cNvSpPr>
            <a:spLocks noGrp="1"/>
          </p:cNvSpPr>
          <p:nvPr>
            <p:ph type="body" sz="quarter" idx="12"/>
          </p:nvPr>
        </p:nvSpPr>
        <p:spPr/>
        <p:txBody>
          <a:bodyPr/>
          <a:lstStyle/>
          <a:p>
            <a:r>
              <a:rPr lang="en-US"/>
              <a:t>Table of Contents</a:t>
            </a:r>
            <a:endParaRPr lang="en-NZ"/>
          </a:p>
        </p:txBody>
      </p:sp>
      <p:sp>
        <p:nvSpPr>
          <p:cNvPr id="3" name="Content Placeholder 2">
            <a:extLst>
              <a:ext uri="{FF2B5EF4-FFF2-40B4-BE49-F238E27FC236}">
                <a16:creationId xmlns:a16="http://schemas.microsoft.com/office/drawing/2014/main" id="{515D3B9F-CE63-6374-496A-A142BC985E58}"/>
              </a:ext>
            </a:extLst>
          </p:cNvPr>
          <p:cNvSpPr>
            <a:spLocks noGrp="1"/>
          </p:cNvSpPr>
          <p:nvPr>
            <p:ph sz="quarter" idx="13"/>
          </p:nvPr>
        </p:nvSpPr>
        <p:spPr/>
        <p:txBody>
          <a:bodyPr>
            <a:normAutofit/>
          </a:bodyPr>
          <a:lstStyle/>
          <a:p>
            <a:pPr marL="457200" indent="-457200">
              <a:buAutoNum type="arabicPeriod"/>
            </a:pPr>
            <a:r>
              <a:rPr lang="en-US">
                <a:solidFill>
                  <a:srgbClr val="080808"/>
                </a:solidFill>
              </a:rPr>
              <a:t>Introduction</a:t>
            </a:r>
          </a:p>
          <a:p>
            <a:pPr marL="457200" indent="-457200">
              <a:buAutoNum type="arabicPeriod"/>
            </a:pPr>
            <a:r>
              <a:rPr lang="en-US">
                <a:solidFill>
                  <a:srgbClr val="080808"/>
                </a:solidFill>
              </a:rPr>
              <a:t>Theory</a:t>
            </a:r>
          </a:p>
          <a:p>
            <a:pPr marL="457200" indent="-457200">
              <a:buAutoNum type="arabicPeriod"/>
            </a:pPr>
            <a:r>
              <a:rPr lang="en-US">
                <a:solidFill>
                  <a:srgbClr val="080808"/>
                </a:solidFill>
              </a:rPr>
              <a:t>Apparatus</a:t>
            </a:r>
          </a:p>
          <a:p>
            <a:pPr marL="457200" indent="-457200">
              <a:buAutoNum type="arabicPeriod"/>
            </a:pPr>
            <a:r>
              <a:rPr lang="en-US">
                <a:solidFill>
                  <a:srgbClr val="080808"/>
                </a:solidFill>
              </a:rPr>
              <a:t>Materials and Supplies</a:t>
            </a:r>
          </a:p>
          <a:p>
            <a:pPr marL="457200" indent="-457200">
              <a:buAutoNum type="arabicPeriod"/>
            </a:pPr>
            <a:r>
              <a:rPr lang="en-US">
                <a:solidFill>
                  <a:srgbClr val="080808"/>
                </a:solidFill>
              </a:rPr>
              <a:t>Procedure</a:t>
            </a:r>
          </a:p>
          <a:p>
            <a:pPr marL="457200" indent="-457200">
              <a:buAutoNum type="arabicPeriod"/>
            </a:pPr>
            <a:r>
              <a:rPr lang="en-US">
                <a:solidFill>
                  <a:srgbClr val="080808"/>
                </a:solidFill>
              </a:rPr>
              <a:t>Dangers</a:t>
            </a:r>
          </a:p>
          <a:p>
            <a:pPr marL="457200" indent="-457200">
              <a:buAutoNum type="arabicPeriod"/>
            </a:pPr>
            <a:r>
              <a:rPr lang="en-US">
                <a:solidFill>
                  <a:srgbClr val="080808"/>
                </a:solidFill>
              </a:rPr>
              <a:t>Challenges</a:t>
            </a:r>
          </a:p>
          <a:p>
            <a:endParaRPr lang="en-US"/>
          </a:p>
          <a:p>
            <a:pPr marL="457200" indent="-457200">
              <a:buAutoNum type="arabicPeriod"/>
            </a:pPr>
            <a:endParaRPr lang="en-US"/>
          </a:p>
          <a:p>
            <a:pPr marL="457200" indent="-457200">
              <a:buAutoNum type="arabicPeriod"/>
            </a:pPr>
            <a:endParaRPr lang="en-NZ"/>
          </a:p>
        </p:txBody>
      </p:sp>
      <p:pic>
        <p:nvPicPr>
          <p:cNvPr id="12" name="Picture Placeholder 11" descr="A water droplet falling into a ripple&#10;&#10;AI-generated content may be incorrect.">
            <a:extLst>
              <a:ext uri="{FF2B5EF4-FFF2-40B4-BE49-F238E27FC236}">
                <a16:creationId xmlns:a16="http://schemas.microsoft.com/office/drawing/2014/main" id="{3AEE8A03-0A2E-8AE6-584A-2236789667F0}"/>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2696" r="12696"/>
          <a:stretch>
            <a:fillRect/>
          </a:stretch>
        </p:blipFill>
        <p:spPr/>
      </p:pic>
    </p:spTree>
    <p:extLst>
      <p:ext uri="{BB962C8B-B14F-4D97-AF65-F5344CB8AC3E}">
        <p14:creationId xmlns:p14="http://schemas.microsoft.com/office/powerpoint/2010/main" val="2080437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3090-EEB3-25CB-BF0D-6C8F34E44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EAEC0-FABC-99EA-70E8-97CEB9C3D70B}"/>
              </a:ext>
            </a:extLst>
          </p:cNvPr>
          <p:cNvSpPr>
            <a:spLocks noGrp="1"/>
          </p:cNvSpPr>
          <p:nvPr>
            <p:ph type="title"/>
          </p:nvPr>
        </p:nvSpPr>
        <p:spPr>
          <a:xfrm>
            <a:off x="571500" y="429610"/>
            <a:ext cx="5980129" cy="766989"/>
          </a:xfrm>
        </p:spPr>
        <p:txBody>
          <a:bodyPr anchor="t">
            <a:normAutofit/>
          </a:bodyPr>
          <a:lstStyle/>
          <a:p>
            <a:r>
              <a:rPr lang="en-US"/>
              <a:t>Introduction</a:t>
            </a:r>
            <a:endParaRPr lang="en-NZ"/>
          </a:p>
        </p:txBody>
      </p:sp>
      <p:sp>
        <p:nvSpPr>
          <p:cNvPr id="4" name="Content Placeholder 3">
            <a:extLst>
              <a:ext uri="{FF2B5EF4-FFF2-40B4-BE49-F238E27FC236}">
                <a16:creationId xmlns:a16="http://schemas.microsoft.com/office/drawing/2014/main" id="{92B9D41B-E737-81AA-539D-DA58B1843994}"/>
              </a:ext>
            </a:extLst>
          </p:cNvPr>
          <p:cNvSpPr>
            <a:spLocks noGrp="1"/>
          </p:cNvSpPr>
          <p:nvPr>
            <p:ph idx="1"/>
          </p:nvPr>
        </p:nvSpPr>
        <p:spPr>
          <a:xfrm>
            <a:off x="571500" y="4654550"/>
            <a:ext cx="11049000" cy="1606550"/>
          </a:xfrm>
        </p:spPr>
        <p:txBody>
          <a:bodyPr vert="horz" lIns="0" tIns="0" rIns="0" bIns="0" rtlCol="0" anchor="t">
            <a:normAutofit/>
          </a:bodyPr>
          <a:lstStyle/>
          <a:p>
            <a:r>
              <a:rPr lang="en-US" sz="1900" dirty="0">
                <a:solidFill>
                  <a:srgbClr val="080808"/>
                </a:solidFill>
                <a:latin typeface="Arial"/>
                <a:cs typeface="Arial"/>
              </a:rPr>
              <a:t>The objective of this experiment is to investigate the flow behavior of water through various pipe materials and fittings using the Hampden H-6920 Pipe Friction Demonstrator. This is done by measuring pressure drops across straight pipes and fittings at different flow rates and the experiment aims to determine key parameters such as the friction factor (f), loss coefficient (K), and flow coefficient (Cₓ).</a:t>
            </a:r>
            <a:endParaRPr lang="en-US" dirty="0"/>
          </a:p>
          <a:p>
            <a:endParaRPr lang="en-US" dirty="0"/>
          </a:p>
        </p:txBody>
      </p:sp>
      <p:pic>
        <p:nvPicPr>
          <p:cNvPr id="2052" name="Picture 4" descr="Flow Strength - What's the right amount – and can you have too much? -  Liverpool Creek Aquariums">
            <a:extLst>
              <a:ext uri="{FF2B5EF4-FFF2-40B4-BE49-F238E27FC236}">
                <a16:creationId xmlns:a16="http://schemas.microsoft.com/office/drawing/2014/main" id="{86A5FDD2-514D-57CD-56FC-AFFCB01A7D8F}"/>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t="26652" b="26652"/>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4610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2BB5-C380-07A4-BEF4-FC98BE80EDB1}"/>
              </a:ext>
            </a:extLst>
          </p:cNvPr>
          <p:cNvSpPr>
            <a:spLocks noGrp="1"/>
          </p:cNvSpPr>
          <p:nvPr>
            <p:ph type="title"/>
          </p:nvPr>
        </p:nvSpPr>
        <p:spPr/>
        <p:txBody>
          <a:bodyPr/>
          <a:lstStyle/>
          <a:p>
            <a:r>
              <a:rPr lang="en-US" dirty="0">
                <a:latin typeface="Arial"/>
                <a:cs typeface="Arial"/>
              </a:rPr>
              <a:t>Theory</a:t>
            </a:r>
            <a:endParaRPr lang="en-US" dirty="0">
              <a:cs typeface="Aria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E0DC98-BFD3-D9D0-F675-2B3D7CE4B6F7}"/>
                  </a:ext>
                </a:extLst>
              </p:cNvPr>
              <p:cNvSpPr>
                <a:spLocks noGrp="1"/>
              </p:cNvSpPr>
              <p:nvPr>
                <p:ph idx="1"/>
              </p:nvPr>
            </p:nvSpPr>
            <p:spPr>
              <a:xfrm>
                <a:off x="613206" y="1096440"/>
                <a:ext cx="6303647" cy="5334085"/>
              </a:xfrm>
            </p:spPr>
            <p:txBody>
              <a:bodyPr vert="horz" lIns="0" tIns="0" rIns="0" bIns="0" rtlCol="0" anchor="t">
                <a:normAutofit fontScale="70000" lnSpcReduction="20000"/>
              </a:bodyPr>
              <a:lstStyle/>
              <a:p>
                <a:pPr marL="228600" indent="-228600">
                  <a:buFont typeface=""/>
                  <a:buChar char="•"/>
                </a:pPr>
                <a:r>
                  <a:rPr lang="en-US" dirty="0">
                    <a:solidFill>
                      <a:schemeClr val="accent6">
                        <a:lumMod val="10000"/>
                      </a:schemeClr>
                    </a:solidFill>
                  </a:rPr>
                  <a:t>Fluid flow in pipes follows the conservation of mass and energy</a:t>
                </a:r>
                <a:endParaRPr lang="ar-AE" dirty="0">
                  <a:solidFill>
                    <a:schemeClr val="accent6">
                      <a:lumMod val="10000"/>
                    </a:schemeClr>
                  </a:solidFill>
                </a:endParaRPr>
              </a:p>
              <a:p>
                <a:pPr marL="228600" lvl="1" indent="-228600">
                  <a:buFont typeface=""/>
                  <a:buChar char="•"/>
                </a:pPr>
                <a:r>
                  <a:rPr lang="en-US" dirty="0">
                    <a:solidFill>
                      <a:schemeClr val="accent6">
                        <a:lumMod val="10000"/>
                      </a:schemeClr>
                    </a:solidFill>
                  </a:rPr>
                  <a:t>Bernoulli: </a:t>
                </a:r>
                <a14:m>
                  <m:oMath xmlns:m="http://schemas.openxmlformats.org/officeDocument/2006/math">
                    <m:r>
                      <a:rPr lang="en-US" b="0" i="1" smtClean="0">
                        <a:solidFill>
                          <a:schemeClr val="accent6">
                            <a:lumMod val="10000"/>
                          </a:schemeClr>
                        </a:solidFill>
                        <a:latin typeface="Cambria Math" panose="02040503050406030204" pitchFamily="18" charset="0"/>
                      </a:rPr>
                      <m:t>𝑃</m:t>
                    </m:r>
                    <m:r>
                      <a:rPr lang="en-US" b="0" i="0" smtClean="0">
                        <a:solidFill>
                          <a:schemeClr val="accent6">
                            <a:lumMod val="10000"/>
                          </a:schemeClr>
                        </a:solidFill>
                        <a:latin typeface="Cambria Math" panose="02040503050406030204" pitchFamily="18" charset="0"/>
                      </a:rPr>
                      <m:t>+</m:t>
                    </m:r>
                    <m:f>
                      <m:fPr>
                        <m:ctrlPr>
                          <a:rPr lang="ar-AE" i="1">
                            <a:solidFill>
                              <a:schemeClr val="accent6">
                                <a:lumMod val="10000"/>
                              </a:schemeClr>
                            </a:solidFill>
                            <a:latin typeface="Cambria Math" panose="02040503050406030204" pitchFamily="18" charset="0"/>
                          </a:rPr>
                        </m:ctrlPr>
                      </m:fPr>
                      <m:num>
                        <m:r>
                          <a:rPr lang="ar-AE" b="0" i="0" smtClean="0">
                            <a:solidFill>
                              <a:schemeClr val="accent6">
                                <a:lumMod val="10000"/>
                              </a:schemeClr>
                            </a:solidFill>
                            <a:latin typeface="Cambria Math" panose="02040503050406030204" pitchFamily="18" charset="0"/>
                          </a:rPr>
                          <m:t>1</m:t>
                        </m:r>
                      </m:num>
                      <m:den>
                        <m:r>
                          <a:rPr lang="ar-AE" b="0" i="0" smtClean="0">
                            <a:solidFill>
                              <a:schemeClr val="accent6">
                                <a:lumMod val="10000"/>
                              </a:schemeClr>
                            </a:solidFill>
                            <a:latin typeface="Cambria Math" panose="02040503050406030204" pitchFamily="18" charset="0"/>
                          </a:rPr>
                          <m:t>2</m:t>
                        </m:r>
                      </m:den>
                    </m:f>
                    <m:r>
                      <a:rPr lang="ar-AE" b="0" i="1" smtClean="0">
                        <a:solidFill>
                          <a:schemeClr val="accent6">
                            <a:lumMod val="10000"/>
                          </a:schemeClr>
                        </a:solidFill>
                        <a:latin typeface="Cambria Math" panose="02040503050406030204" pitchFamily="18" charset="0"/>
                      </a:rPr>
                      <m:t>𝜌</m:t>
                    </m:r>
                    <m:sSup>
                      <m:sSupPr>
                        <m:ctrlPr>
                          <a:rPr lang="ar-AE" i="1">
                            <a:solidFill>
                              <a:schemeClr val="accent6">
                                <a:lumMod val="10000"/>
                              </a:schemeClr>
                            </a:solidFill>
                            <a:latin typeface="Cambria Math" panose="02040503050406030204" pitchFamily="18" charset="0"/>
                          </a:rPr>
                        </m:ctrlPr>
                      </m:sSupPr>
                      <m:e>
                        <m:r>
                          <a:rPr lang="ar-AE" b="0" i="1" smtClean="0">
                            <a:solidFill>
                              <a:schemeClr val="accent6">
                                <a:lumMod val="10000"/>
                              </a:schemeClr>
                            </a:solidFill>
                            <a:latin typeface="Cambria Math" panose="02040503050406030204" pitchFamily="18" charset="0"/>
                          </a:rPr>
                          <m:t>𝑉</m:t>
                        </m:r>
                      </m:e>
                      <m:sup>
                        <m:r>
                          <a:rPr lang="ar-AE" b="0" i="0" smtClean="0">
                            <a:solidFill>
                              <a:schemeClr val="accent6">
                                <a:lumMod val="10000"/>
                              </a:schemeClr>
                            </a:solidFill>
                            <a:latin typeface="Cambria Math" panose="02040503050406030204" pitchFamily="18" charset="0"/>
                          </a:rPr>
                          <m:t>2</m:t>
                        </m:r>
                      </m:sup>
                    </m:sSup>
                    <m:r>
                      <a:rPr lang="ar-AE" b="0" i="0" smtClean="0">
                        <a:solidFill>
                          <a:schemeClr val="accent6">
                            <a:lumMod val="10000"/>
                          </a:schemeClr>
                        </a:solidFill>
                        <a:latin typeface="Cambria Math" panose="02040503050406030204" pitchFamily="18" charset="0"/>
                      </a:rPr>
                      <m:t>+</m:t>
                    </m:r>
                    <m:r>
                      <a:rPr lang="ar-AE" b="0" i="1" smtClean="0">
                        <a:solidFill>
                          <a:schemeClr val="accent6">
                            <a:lumMod val="10000"/>
                          </a:schemeClr>
                        </a:solidFill>
                        <a:latin typeface="Cambria Math" panose="02040503050406030204" pitchFamily="18" charset="0"/>
                      </a:rPr>
                      <m:t>𝜌</m:t>
                    </m:r>
                    <m:r>
                      <a:rPr lang="ar-AE" b="0" i="1" smtClean="0">
                        <a:solidFill>
                          <a:schemeClr val="accent6">
                            <a:lumMod val="10000"/>
                          </a:schemeClr>
                        </a:solidFill>
                        <a:latin typeface="Cambria Math" panose="02040503050406030204" pitchFamily="18" charset="0"/>
                      </a:rPr>
                      <m:t>𝑔𝑧</m:t>
                    </m:r>
                    <m:r>
                      <a:rPr lang="ar-AE" b="0" i="0" smtClean="0">
                        <a:solidFill>
                          <a:schemeClr val="accent6">
                            <a:lumMod val="10000"/>
                          </a:schemeClr>
                        </a:solidFill>
                        <a:latin typeface="Cambria Math" panose="02040503050406030204" pitchFamily="18" charset="0"/>
                      </a:rPr>
                      <m:t>=</m:t>
                    </m:r>
                    <m:r>
                      <m:rPr>
                        <m:nor/>
                      </m:rPr>
                      <a:rPr lang="en-US" i="1">
                        <a:solidFill>
                          <a:schemeClr val="accent6">
                            <a:lumMod val="10000"/>
                          </a:schemeClr>
                        </a:solidFill>
                        <a:latin typeface="Cambria Math" panose="02040503050406030204" pitchFamily="18" charset="0"/>
                      </a:rPr>
                      <m:t>constant</m:t>
                    </m:r>
                  </m:oMath>
                </a14:m>
                <a:endParaRPr lang="en-US" dirty="0">
                  <a:solidFill>
                    <a:schemeClr val="accent6">
                      <a:lumMod val="10000"/>
                    </a:schemeClr>
                  </a:solidFill>
                </a:endParaRPr>
              </a:p>
              <a:p>
                <a:pPr marL="228600" indent="-228600">
                  <a:buFont typeface=""/>
                  <a:buChar char="•"/>
                </a:pPr>
                <a:r>
                  <a:rPr lang="en-US" dirty="0">
                    <a:solidFill>
                      <a:schemeClr val="accent6">
                        <a:lumMod val="10000"/>
                      </a:schemeClr>
                    </a:solidFill>
                  </a:rPr>
                  <a:t>Energy losses occur due to friction along the pipe wall and turbulence at fittings or sudden changes in flow area.</a:t>
                </a:r>
              </a:p>
              <a:p>
                <a:pPr marL="228600" indent="-228600">
                  <a:buFont typeface=""/>
                  <a:buChar char="•"/>
                </a:pPr>
                <a:r>
                  <a:rPr lang="en-US" dirty="0">
                    <a:solidFill>
                      <a:schemeClr val="accent6">
                        <a:lumMod val="10000"/>
                      </a:schemeClr>
                    </a:solidFill>
                  </a:rPr>
                  <a:t>Flow resistance is described using three key dimensionless parameters:</a:t>
                </a:r>
              </a:p>
              <a:p>
                <a:pPr marL="692150" lvl="2" indent="-228600">
                  <a:buFont typeface=""/>
                  <a:buChar char="•"/>
                </a:pPr>
                <a:r>
                  <a:rPr lang="en-US" sz="2000" dirty="0">
                    <a:solidFill>
                      <a:schemeClr val="accent6">
                        <a:lumMod val="10000"/>
                      </a:schemeClr>
                    </a:solidFill>
                  </a:rPr>
                  <a:t>Friction factor (</a:t>
                </a:r>
                <a14:m>
                  <m:oMath xmlns:m="http://schemas.openxmlformats.org/officeDocument/2006/math">
                    <m:r>
                      <a:rPr lang="el-GR" sz="2000" i="1">
                        <a:solidFill>
                          <a:schemeClr val="accent6">
                            <a:lumMod val="10000"/>
                          </a:schemeClr>
                        </a:solidFill>
                        <a:latin typeface="Cambria Math" panose="02040503050406030204" pitchFamily="18" charset="0"/>
                      </a:rPr>
                      <m:t>𝑓</m:t>
                    </m:r>
                  </m:oMath>
                </a14:m>
                <a:r>
                  <a:rPr lang="en-US" sz="2000" dirty="0">
                    <a:solidFill>
                      <a:schemeClr val="accent6">
                        <a:lumMod val="10000"/>
                      </a:schemeClr>
                    </a:solidFill>
                  </a:rPr>
                  <a:t>) – represents wall friction losses</a:t>
                </a:r>
              </a:p>
              <a:p>
                <a:pPr marL="692150" lvl="2" indent="-228600">
                  <a:buFont typeface=""/>
                  <a:buChar char="•"/>
                </a:pPr>
                <a:r>
                  <a:rPr lang="en-US" sz="2000" dirty="0">
                    <a:solidFill>
                      <a:schemeClr val="accent6">
                        <a:lumMod val="10000"/>
                      </a:schemeClr>
                    </a:solidFill>
                  </a:rPr>
                  <a:t>Loss coefficient (</a:t>
                </a:r>
                <a:r>
                  <a:rPr lang="en-US" sz="2000" i="1" dirty="0">
                    <a:solidFill>
                      <a:schemeClr val="accent6">
                        <a:lumMod val="10000"/>
                      </a:schemeClr>
                    </a:solidFill>
                  </a:rPr>
                  <a:t>K</a:t>
                </a:r>
                <a:r>
                  <a:rPr lang="en-US" sz="2000" dirty="0">
                    <a:solidFill>
                      <a:schemeClr val="accent6">
                        <a:lumMod val="10000"/>
                      </a:schemeClr>
                    </a:solidFill>
                  </a:rPr>
                  <a:t>) – characterizes local losses in fittings</a:t>
                </a:r>
              </a:p>
              <a:p>
                <a:pPr marL="692150" lvl="2" indent="-228600">
                  <a:buFont typeface=""/>
                  <a:buChar char="•"/>
                </a:pPr>
                <a:r>
                  <a:rPr lang="en-US" sz="2000" dirty="0">
                    <a:solidFill>
                      <a:schemeClr val="accent6">
                        <a:lumMod val="10000"/>
                      </a:schemeClr>
                    </a:solidFill>
                  </a:rPr>
                  <a:t>Flow coefficient (</a:t>
                </a:r>
                <a14:m>
                  <m:oMath xmlns:m="http://schemas.openxmlformats.org/officeDocument/2006/math">
                    <m:sSub>
                      <m:sSubPr>
                        <m:ctrlPr>
                          <a:rPr lang="ar-AE" sz="2000" i="1">
                            <a:solidFill>
                              <a:schemeClr val="accent6">
                                <a:lumMod val="10000"/>
                              </a:schemeClr>
                            </a:solidFill>
                            <a:latin typeface="Cambria Math" panose="02040503050406030204" pitchFamily="18" charset="0"/>
                          </a:rPr>
                        </m:ctrlPr>
                      </m:sSubPr>
                      <m:e>
                        <m:r>
                          <a:rPr lang="ar-AE" sz="2000" i="1">
                            <a:solidFill>
                              <a:schemeClr val="accent6">
                                <a:lumMod val="10000"/>
                              </a:schemeClr>
                            </a:solidFill>
                            <a:latin typeface="Cambria Math" panose="02040503050406030204" pitchFamily="18" charset="0"/>
                          </a:rPr>
                          <m:t>𝐶</m:t>
                        </m:r>
                      </m:e>
                      <m:sub>
                        <m:r>
                          <a:rPr lang="ar-AE" sz="2000" i="1">
                            <a:solidFill>
                              <a:schemeClr val="accent6">
                                <a:lumMod val="10000"/>
                              </a:schemeClr>
                            </a:solidFill>
                            <a:latin typeface="Cambria Math" panose="02040503050406030204" pitchFamily="18" charset="0"/>
                          </a:rPr>
                          <m:t>𝑓</m:t>
                        </m:r>
                      </m:sub>
                    </m:sSub>
                  </m:oMath>
                </a14:m>
                <a:r>
                  <a:rPr lang="en-US" sz="2000" dirty="0">
                    <a:solidFill>
                      <a:schemeClr val="accent6">
                        <a:lumMod val="10000"/>
                      </a:schemeClr>
                    </a:solidFill>
                  </a:rPr>
                  <a:t>) – relates pressure drop across an orifice to flow rate</a:t>
                </a:r>
              </a:p>
              <a:p>
                <a:pPr marL="228600" indent="-228600">
                  <a:buFont typeface=""/>
                  <a:buChar char="•"/>
                </a:pPr>
                <a:r>
                  <a:rPr lang="en-US" dirty="0">
                    <a:solidFill>
                      <a:schemeClr val="accent6">
                        <a:lumMod val="10000"/>
                      </a:schemeClr>
                    </a:solidFill>
                  </a:rPr>
                  <a:t>For orifice flow:</a:t>
                </a:r>
                <a:br>
                  <a:rPr lang="en-US" dirty="0">
                    <a:solidFill>
                      <a:schemeClr val="accent6">
                        <a:lumMod val="10000"/>
                      </a:schemeClr>
                    </a:solidFill>
                  </a:rPr>
                </a:br>
                <a14:m>
                  <m:oMath xmlns:m="http://schemas.openxmlformats.org/officeDocument/2006/math">
                    <m:r>
                      <a:rPr lang="en-US" b="0" i="1" smtClean="0">
                        <a:solidFill>
                          <a:schemeClr val="accent6">
                            <a:lumMod val="10000"/>
                          </a:schemeClr>
                        </a:solidFill>
                        <a:latin typeface="Cambria Math" panose="02040503050406030204" pitchFamily="18" charset="0"/>
                      </a:rPr>
                      <m:t>𝑄</m:t>
                    </m:r>
                    <m:r>
                      <a:rPr lang="en-US" b="0" i="0" smtClean="0">
                        <a:solidFill>
                          <a:schemeClr val="accent6">
                            <a:lumMod val="10000"/>
                          </a:schemeClr>
                        </a:solidFill>
                        <a:latin typeface="Cambria Math" panose="02040503050406030204" pitchFamily="18" charset="0"/>
                      </a:rPr>
                      <m:t>=</m:t>
                    </m:r>
                    <m:sSub>
                      <m:sSubPr>
                        <m:ctrlPr>
                          <a:rPr lang="ar-AE" i="1">
                            <a:solidFill>
                              <a:schemeClr val="accent6">
                                <a:lumMod val="10000"/>
                              </a:schemeClr>
                            </a:solidFill>
                            <a:latin typeface="Cambria Math" panose="02040503050406030204" pitchFamily="18" charset="0"/>
                          </a:rPr>
                        </m:ctrlPr>
                      </m:sSubPr>
                      <m:e>
                        <m:r>
                          <a:rPr lang="ar-AE" b="0" i="1" smtClean="0">
                            <a:solidFill>
                              <a:schemeClr val="accent6">
                                <a:lumMod val="10000"/>
                              </a:schemeClr>
                            </a:solidFill>
                            <a:latin typeface="Cambria Math" panose="02040503050406030204" pitchFamily="18" charset="0"/>
                          </a:rPr>
                          <m:t>𝐶</m:t>
                        </m:r>
                      </m:e>
                      <m:sub>
                        <m:r>
                          <a:rPr lang="ar-AE" b="0" i="1" smtClean="0">
                            <a:solidFill>
                              <a:schemeClr val="accent6">
                                <a:lumMod val="10000"/>
                              </a:schemeClr>
                            </a:solidFill>
                            <a:latin typeface="Cambria Math" panose="02040503050406030204" pitchFamily="18" charset="0"/>
                          </a:rPr>
                          <m:t>𝑓</m:t>
                        </m:r>
                      </m:sub>
                    </m:sSub>
                    <m:sSub>
                      <m:sSubPr>
                        <m:ctrlPr>
                          <a:rPr lang="ar-AE" i="1">
                            <a:solidFill>
                              <a:schemeClr val="accent6">
                                <a:lumMod val="10000"/>
                              </a:schemeClr>
                            </a:solidFill>
                            <a:latin typeface="Cambria Math" panose="02040503050406030204" pitchFamily="18" charset="0"/>
                          </a:rPr>
                        </m:ctrlPr>
                      </m:sSubPr>
                      <m:e>
                        <m:r>
                          <a:rPr lang="ar-AE" b="0" i="1" smtClean="0">
                            <a:solidFill>
                              <a:schemeClr val="accent6">
                                <a:lumMod val="10000"/>
                              </a:schemeClr>
                            </a:solidFill>
                            <a:latin typeface="Cambria Math" panose="02040503050406030204" pitchFamily="18" charset="0"/>
                          </a:rPr>
                          <m:t>𝐴</m:t>
                        </m:r>
                      </m:e>
                      <m:sub>
                        <m:r>
                          <a:rPr lang="ar-AE" b="0" i="1" smtClean="0">
                            <a:solidFill>
                              <a:schemeClr val="accent6">
                                <a:lumMod val="10000"/>
                              </a:schemeClr>
                            </a:solidFill>
                            <a:latin typeface="Cambria Math" panose="02040503050406030204" pitchFamily="18" charset="0"/>
                          </a:rPr>
                          <m:t>𝑜</m:t>
                        </m:r>
                      </m:sub>
                    </m:sSub>
                    <m:rad>
                      <m:radPr>
                        <m:degHide m:val="on"/>
                        <m:ctrlPr>
                          <a:rPr lang="ar-AE" i="1">
                            <a:solidFill>
                              <a:schemeClr val="accent6">
                                <a:lumMod val="10000"/>
                              </a:schemeClr>
                            </a:solidFill>
                            <a:latin typeface="Cambria Math" panose="02040503050406030204" pitchFamily="18" charset="0"/>
                          </a:rPr>
                        </m:ctrlPr>
                      </m:radPr>
                      <m:deg/>
                      <m:e>
                        <m:f>
                          <m:fPr>
                            <m:ctrlPr>
                              <a:rPr lang="ar-AE" i="1">
                                <a:solidFill>
                                  <a:schemeClr val="accent6">
                                    <a:lumMod val="10000"/>
                                  </a:schemeClr>
                                </a:solidFill>
                                <a:latin typeface="Cambria Math" panose="02040503050406030204" pitchFamily="18" charset="0"/>
                              </a:rPr>
                            </m:ctrlPr>
                          </m:fPr>
                          <m:num>
                            <m:r>
                              <a:rPr lang="ar-AE" b="0" i="0" smtClean="0">
                                <a:solidFill>
                                  <a:schemeClr val="accent6">
                                    <a:lumMod val="10000"/>
                                  </a:schemeClr>
                                </a:solidFill>
                                <a:latin typeface="Cambria Math" panose="02040503050406030204" pitchFamily="18" charset="0"/>
                              </a:rPr>
                              <m:t>2</m:t>
                            </m:r>
                            <m:r>
                              <m:rPr>
                                <m:sty m:val="p"/>
                              </m:rPr>
                              <a:rPr lang="el-GR" b="0" i="0" smtClean="0">
                                <a:solidFill>
                                  <a:schemeClr val="accent6">
                                    <a:lumMod val="10000"/>
                                  </a:schemeClr>
                                </a:solidFill>
                                <a:latin typeface="Cambria Math" panose="02040503050406030204" pitchFamily="18" charset="0"/>
                              </a:rPr>
                              <m:t>Δ</m:t>
                            </m:r>
                            <m:r>
                              <a:rPr lang="el-GR" b="0" i="1" smtClean="0">
                                <a:solidFill>
                                  <a:schemeClr val="accent6">
                                    <a:lumMod val="10000"/>
                                  </a:schemeClr>
                                </a:solidFill>
                                <a:latin typeface="Cambria Math" panose="02040503050406030204" pitchFamily="18" charset="0"/>
                              </a:rPr>
                              <m:t>𝑃</m:t>
                            </m:r>
                          </m:num>
                          <m:den>
                            <m:r>
                              <a:rPr lang="ar-AE" b="0" i="1" smtClean="0">
                                <a:solidFill>
                                  <a:schemeClr val="accent6">
                                    <a:lumMod val="10000"/>
                                  </a:schemeClr>
                                </a:solidFill>
                                <a:latin typeface="Cambria Math" panose="02040503050406030204" pitchFamily="18" charset="0"/>
                              </a:rPr>
                              <m:t>𝜌</m:t>
                            </m:r>
                          </m:den>
                        </m:f>
                      </m:e>
                    </m:rad>
                  </m:oMath>
                </a14:m>
                <a:br>
                  <a:rPr lang="ar-AE" dirty="0">
                    <a:solidFill>
                      <a:schemeClr val="accent6">
                        <a:lumMod val="10000"/>
                      </a:schemeClr>
                    </a:solidFill>
                  </a:rPr>
                </a:br>
                <a:r>
                  <a:rPr lang="en-US" dirty="0">
                    <a:solidFill>
                      <a:schemeClr val="accent6">
                        <a:lumMod val="10000"/>
                      </a:schemeClr>
                    </a:solidFill>
                  </a:rPr>
                  <a:t>For straight pipes:</a:t>
                </a:r>
                <a:br>
                  <a:rPr lang="en-US" dirty="0">
                    <a:solidFill>
                      <a:schemeClr val="accent6">
                        <a:lumMod val="10000"/>
                      </a:schemeClr>
                    </a:solidFill>
                  </a:rPr>
                </a:br>
                <a14:m>
                  <m:oMath xmlns:m="http://schemas.openxmlformats.org/officeDocument/2006/math">
                    <m:r>
                      <a:rPr lang="el-GR" b="0" i="1" smtClean="0">
                        <a:solidFill>
                          <a:schemeClr val="accent6">
                            <a:lumMod val="10000"/>
                          </a:schemeClr>
                        </a:solidFill>
                        <a:latin typeface="Cambria Math" panose="02040503050406030204" pitchFamily="18" charset="0"/>
                      </a:rPr>
                      <m:t>𝛥</m:t>
                    </m:r>
                    <m:r>
                      <a:rPr lang="el-GR" b="0" i="1" smtClean="0">
                        <a:solidFill>
                          <a:schemeClr val="accent6">
                            <a:lumMod val="10000"/>
                          </a:schemeClr>
                        </a:solidFill>
                        <a:latin typeface="Cambria Math" panose="02040503050406030204" pitchFamily="18" charset="0"/>
                      </a:rPr>
                      <m:t>𝑃</m:t>
                    </m:r>
                    <m:r>
                      <a:rPr lang="el-GR" b="0" i="0" smtClean="0">
                        <a:solidFill>
                          <a:schemeClr val="accent6">
                            <a:lumMod val="10000"/>
                          </a:schemeClr>
                        </a:solidFill>
                        <a:latin typeface="Cambria Math" panose="02040503050406030204" pitchFamily="18" charset="0"/>
                      </a:rPr>
                      <m:t>=</m:t>
                    </m:r>
                    <m:r>
                      <a:rPr lang="el-GR" b="0" i="1" smtClean="0">
                        <a:solidFill>
                          <a:schemeClr val="accent6">
                            <a:lumMod val="10000"/>
                          </a:schemeClr>
                        </a:solidFill>
                        <a:latin typeface="Cambria Math" panose="02040503050406030204" pitchFamily="18" charset="0"/>
                      </a:rPr>
                      <m:t>𝑓</m:t>
                    </m:r>
                    <m:f>
                      <m:fPr>
                        <m:ctrlPr>
                          <a:rPr lang="ar-AE" i="1">
                            <a:solidFill>
                              <a:schemeClr val="accent6">
                                <a:lumMod val="10000"/>
                              </a:schemeClr>
                            </a:solidFill>
                            <a:latin typeface="Cambria Math" panose="02040503050406030204" pitchFamily="18" charset="0"/>
                          </a:rPr>
                        </m:ctrlPr>
                      </m:fPr>
                      <m:num>
                        <m:r>
                          <a:rPr lang="ar-AE" b="0" i="1" smtClean="0">
                            <a:solidFill>
                              <a:schemeClr val="accent6">
                                <a:lumMod val="10000"/>
                              </a:schemeClr>
                            </a:solidFill>
                            <a:latin typeface="Cambria Math" panose="02040503050406030204" pitchFamily="18" charset="0"/>
                          </a:rPr>
                          <m:t>𝐿</m:t>
                        </m:r>
                      </m:num>
                      <m:den>
                        <m:r>
                          <a:rPr lang="ar-AE" b="0" i="1" smtClean="0">
                            <a:solidFill>
                              <a:schemeClr val="accent6">
                                <a:lumMod val="10000"/>
                              </a:schemeClr>
                            </a:solidFill>
                            <a:latin typeface="Cambria Math" panose="02040503050406030204" pitchFamily="18" charset="0"/>
                          </a:rPr>
                          <m:t>𝐷</m:t>
                        </m:r>
                      </m:den>
                    </m:f>
                    <m:d>
                      <m:dPr>
                        <m:ctrlPr>
                          <a:rPr lang="ar-AE" i="1">
                            <a:solidFill>
                              <a:schemeClr val="accent6">
                                <a:lumMod val="10000"/>
                              </a:schemeClr>
                            </a:solidFill>
                            <a:latin typeface="Cambria Math" panose="02040503050406030204" pitchFamily="18" charset="0"/>
                          </a:rPr>
                        </m:ctrlPr>
                      </m:dPr>
                      <m:e>
                        <m:f>
                          <m:fPr>
                            <m:ctrlPr>
                              <a:rPr lang="ar-AE" i="1">
                                <a:solidFill>
                                  <a:schemeClr val="accent6">
                                    <a:lumMod val="10000"/>
                                  </a:schemeClr>
                                </a:solidFill>
                                <a:latin typeface="Cambria Math" panose="02040503050406030204" pitchFamily="18" charset="0"/>
                              </a:rPr>
                            </m:ctrlPr>
                          </m:fPr>
                          <m:num>
                            <m:r>
                              <a:rPr lang="ar-AE" b="0" i="0" smtClean="0">
                                <a:solidFill>
                                  <a:schemeClr val="accent6">
                                    <a:lumMod val="10000"/>
                                  </a:schemeClr>
                                </a:solidFill>
                                <a:latin typeface="Cambria Math" panose="02040503050406030204" pitchFamily="18" charset="0"/>
                              </a:rPr>
                              <m:t>1</m:t>
                            </m:r>
                          </m:num>
                          <m:den>
                            <m:r>
                              <a:rPr lang="ar-AE" b="0" i="0" smtClean="0">
                                <a:solidFill>
                                  <a:schemeClr val="accent6">
                                    <a:lumMod val="10000"/>
                                  </a:schemeClr>
                                </a:solidFill>
                                <a:latin typeface="Cambria Math" panose="02040503050406030204" pitchFamily="18" charset="0"/>
                              </a:rPr>
                              <m:t>2</m:t>
                            </m:r>
                          </m:den>
                        </m:f>
                        <m:r>
                          <a:rPr lang="ar-AE" b="0" i="1" smtClean="0">
                            <a:solidFill>
                              <a:schemeClr val="accent6">
                                <a:lumMod val="10000"/>
                              </a:schemeClr>
                            </a:solidFill>
                            <a:latin typeface="Cambria Math" panose="02040503050406030204" pitchFamily="18" charset="0"/>
                          </a:rPr>
                          <m:t>𝜌</m:t>
                        </m:r>
                        <m:sSup>
                          <m:sSupPr>
                            <m:ctrlPr>
                              <a:rPr lang="ar-AE" i="1">
                                <a:solidFill>
                                  <a:schemeClr val="accent6">
                                    <a:lumMod val="10000"/>
                                  </a:schemeClr>
                                </a:solidFill>
                                <a:latin typeface="Cambria Math" panose="02040503050406030204" pitchFamily="18" charset="0"/>
                              </a:rPr>
                            </m:ctrlPr>
                          </m:sSupPr>
                          <m:e>
                            <m:r>
                              <a:rPr lang="ar-AE" b="0" i="1" smtClean="0">
                                <a:solidFill>
                                  <a:schemeClr val="accent6">
                                    <a:lumMod val="10000"/>
                                  </a:schemeClr>
                                </a:solidFill>
                                <a:latin typeface="Cambria Math" panose="02040503050406030204" pitchFamily="18" charset="0"/>
                              </a:rPr>
                              <m:t>𝑉</m:t>
                            </m:r>
                          </m:e>
                          <m:sup>
                            <m:r>
                              <a:rPr lang="ar-AE" b="0" i="0" smtClean="0">
                                <a:solidFill>
                                  <a:schemeClr val="accent6">
                                    <a:lumMod val="10000"/>
                                  </a:schemeClr>
                                </a:solidFill>
                                <a:latin typeface="Cambria Math" panose="02040503050406030204" pitchFamily="18" charset="0"/>
                              </a:rPr>
                              <m:t>2</m:t>
                            </m:r>
                          </m:sup>
                        </m:sSup>
                      </m:e>
                    </m:d>
                  </m:oMath>
                </a14:m>
                <a:endParaRPr lang="ar-AE" dirty="0">
                  <a:solidFill>
                    <a:schemeClr val="accent6">
                      <a:lumMod val="10000"/>
                    </a:schemeClr>
                  </a:solidFill>
                </a:endParaRPr>
              </a:p>
              <a:p>
                <a:pPr marL="228600" lvl="1" indent="-228600">
                  <a:buFont typeface=""/>
                  <a:buChar char="•"/>
                </a:pPr>
                <a:r>
                  <a:rPr lang="en-US" dirty="0">
                    <a:solidFill>
                      <a:schemeClr val="accent6">
                        <a:lumMod val="10000"/>
                      </a:schemeClr>
                    </a:solidFill>
                  </a:rPr>
                  <a:t>Laminar flow: </a:t>
                </a:r>
                <a14:m>
                  <m:oMath xmlns:m="http://schemas.openxmlformats.org/officeDocument/2006/math">
                    <m:r>
                      <a:rPr lang="en-US" b="0" i="1" smtClean="0">
                        <a:solidFill>
                          <a:schemeClr val="accent6">
                            <a:lumMod val="10000"/>
                          </a:schemeClr>
                        </a:solidFill>
                        <a:latin typeface="Cambria Math" panose="02040503050406030204" pitchFamily="18" charset="0"/>
                      </a:rPr>
                      <m:t>𝑓</m:t>
                    </m:r>
                    <m:r>
                      <a:rPr lang="en-US" b="0" i="0" smtClean="0">
                        <a:solidFill>
                          <a:schemeClr val="accent6">
                            <a:lumMod val="10000"/>
                          </a:schemeClr>
                        </a:solidFill>
                        <a:latin typeface="Cambria Math" panose="02040503050406030204" pitchFamily="18" charset="0"/>
                      </a:rPr>
                      <m:t>=</m:t>
                    </m:r>
                    <m:f>
                      <m:fPr>
                        <m:ctrlPr>
                          <a:rPr lang="ar-AE" i="1">
                            <a:solidFill>
                              <a:schemeClr val="accent6">
                                <a:lumMod val="10000"/>
                              </a:schemeClr>
                            </a:solidFill>
                            <a:latin typeface="Cambria Math" panose="02040503050406030204" pitchFamily="18" charset="0"/>
                          </a:rPr>
                        </m:ctrlPr>
                      </m:fPr>
                      <m:num>
                        <m:r>
                          <a:rPr lang="ar-AE" b="0" i="0" smtClean="0">
                            <a:solidFill>
                              <a:schemeClr val="accent6">
                                <a:lumMod val="10000"/>
                              </a:schemeClr>
                            </a:solidFill>
                            <a:latin typeface="Cambria Math" panose="02040503050406030204" pitchFamily="18" charset="0"/>
                          </a:rPr>
                          <m:t>64</m:t>
                        </m:r>
                      </m:num>
                      <m:den>
                        <m:r>
                          <a:rPr lang="ar-AE" b="0" i="1" smtClean="0">
                            <a:solidFill>
                              <a:schemeClr val="accent6">
                                <a:lumMod val="10000"/>
                              </a:schemeClr>
                            </a:solidFill>
                            <a:latin typeface="Cambria Math" panose="02040503050406030204" pitchFamily="18" charset="0"/>
                          </a:rPr>
                          <m:t>𝑅𝑒</m:t>
                        </m:r>
                      </m:den>
                    </m:f>
                  </m:oMath>
                </a14:m>
                <a:endParaRPr lang="ar-AE" dirty="0">
                  <a:solidFill>
                    <a:schemeClr val="accent6">
                      <a:lumMod val="10000"/>
                    </a:schemeClr>
                  </a:solidFill>
                </a:endParaRPr>
              </a:p>
              <a:p>
                <a:pPr marL="228600" lvl="1" indent="-228600">
                  <a:buFont typeface=""/>
                  <a:buChar char="•"/>
                </a:pPr>
                <a:r>
                  <a:rPr lang="en-US" dirty="0">
                    <a:solidFill>
                      <a:schemeClr val="accent6">
                        <a:lumMod val="10000"/>
                      </a:schemeClr>
                    </a:solidFill>
                  </a:rPr>
                  <a:t>Turbulent flow: </a:t>
                </a:r>
                <a14:m>
                  <m:oMath xmlns:m="http://schemas.openxmlformats.org/officeDocument/2006/math">
                    <m:r>
                      <a:rPr lang="en-US" b="0" i="1" smtClean="0">
                        <a:solidFill>
                          <a:schemeClr val="accent6">
                            <a:lumMod val="10000"/>
                          </a:schemeClr>
                        </a:solidFill>
                        <a:latin typeface="Cambria Math" panose="02040503050406030204" pitchFamily="18" charset="0"/>
                      </a:rPr>
                      <m:t>𝑓</m:t>
                    </m:r>
                  </m:oMath>
                </a14:m>
                <a:r>
                  <a:rPr lang="en-US" dirty="0">
                    <a:solidFill>
                      <a:schemeClr val="accent6">
                        <a:lumMod val="10000"/>
                      </a:schemeClr>
                    </a:solidFill>
                  </a:rPr>
                  <a:t> obtained from Colebrook equation or Moody chart:</a:t>
                </a:r>
              </a:p>
              <a:p>
                <a:pPr marL="0" lvl="1" indent="0">
                  <a:buNone/>
                </a:pPr>
                <a14:m>
                  <m:oMathPara xmlns:m="http://schemas.openxmlformats.org/officeDocument/2006/math">
                    <m:oMathParaPr>
                      <m:jc m:val="center"/>
                    </m:oMathParaPr>
                    <m:oMath xmlns:m="http://schemas.openxmlformats.org/officeDocument/2006/math">
                      <m:f>
                        <m:fPr>
                          <m:ctrlPr>
                            <a:rPr lang="en-US" sz="2100" i="1" smtClean="0">
                              <a:solidFill>
                                <a:schemeClr val="accent6">
                                  <a:lumMod val="10000"/>
                                </a:schemeClr>
                              </a:solidFill>
                              <a:latin typeface="Cambria Math" panose="02040503050406030204" pitchFamily="18" charset="0"/>
                            </a:rPr>
                          </m:ctrlPr>
                        </m:fPr>
                        <m:num>
                          <m:r>
                            <a:rPr lang="en-US" sz="2100" i="1">
                              <a:solidFill>
                                <a:schemeClr val="accent6">
                                  <a:lumMod val="10000"/>
                                </a:schemeClr>
                              </a:solidFill>
                              <a:latin typeface="Cambria Math" panose="02040503050406030204" pitchFamily="18" charset="0"/>
                            </a:rPr>
                            <m:t>1</m:t>
                          </m:r>
                        </m:num>
                        <m:den>
                          <m:rad>
                            <m:radPr>
                              <m:degHide m:val="on"/>
                              <m:ctrlPr>
                                <a:rPr lang="en-US" sz="2100" i="1">
                                  <a:solidFill>
                                    <a:schemeClr val="accent6">
                                      <a:lumMod val="10000"/>
                                    </a:schemeClr>
                                  </a:solidFill>
                                  <a:latin typeface="Cambria Math" panose="02040503050406030204" pitchFamily="18" charset="0"/>
                                </a:rPr>
                              </m:ctrlPr>
                            </m:radPr>
                            <m:deg/>
                            <m:e>
                              <m:r>
                                <a:rPr lang="en-US" sz="2100" i="1">
                                  <a:solidFill>
                                    <a:schemeClr val="accent6">
                                      <a:lumMod val="10000"/>
                                    </a:schemeClr>
                                  </a:solidFill>
                                  <a:latin typeface="Cambria Math" panose="02040503050406030204" pitchFamily="18" charset="0"/>
                                </a:rPr>
                                <m:t>𝑓</m:t>
                              </m:r>
                            </m:e>
                          </m:rad>
                        </m:den>
                      </m:f>
                      <m:r>
                        <a:rPr lang="en-US" sz="2100" i="1">
                          <a:solidFill>
                            <a:schemeClr val="accent6">
                              <a:lumMod val="10000"/>
                            </a:schemeClr>
                          </a:solidFill>
                          <a:latin typeface="Cambria Math" panose="02040503050406030204" pitchFamily="18" charset="0"/>
                        </a:rPr>
                        <m:t>= −</m:t>
                      </m:r>
                      <m:r>
                        <a:rPr lang="en-US" sz="2100" i="1">
                          <a:solidFill>
                            <a:schemeClr val="accent6">
                              <a:lumMod val="10000"/>
                            </a:schemeClr>
                          </a:solidFill>
                          <a:latin typeface="Cambria Math" panose="02040503050406030204" pitchFamily="18" charset="0"/>
                        </a:rPr>
                        <m:t>2</m:t>
                      </m:r>
                      <m:r>
                        <a:rPr lang="en-US" sz="2100" i="1">
                          <a:solidFill>
                            <a:schemeClr val="accent6">
                              <a:lumMod val="10000"/>
                            </a:schemeClr>
                          </a:solidFill>
                          <a:latin typeface="Cambria Math" panose="02040503050406030204" pitchFamily="18" charset="0"/>
                        </a:rPr>
                        <m:t>∗</m:t>
                      </m:r>
                      <m:r>
                        <a:rPr lang="en-US" sz="2100" i="1">
                          <a:solidFill>
                            <a:schemeClr val="accent6">
                              <a:lumMod val="10000"/>
                            </a:schemeClr>
                          </a:solidFill>
                          <a:latin typeface="Cambria Math" panose="02040503050406030204" pitchFamily="18" charset="0"/>
                        </a:rPr>
                        <m:t>𝑙𝑜𝑔</m:t>
                      </m:r>
                      <m:r>
                        <a:rPr lang="en-US" sz="2100" i="1">
                          <a:solidFill>
                            <a:schemeClr val="accent6">
                              <a:lumMod val="10000"/>
                            </a:schemeClr>
                          </a:solidFill>
                          <a:latin typeface="Cambria Math" panose="02040503050406030204" pitchFamily="18" charset="0"/>
                        </a:rPr>
                        <m:t>10</m:t>
                      </m:r>
                      <m:d>
                        <m:dPr>
                          <m:ctrlPr>
                            <a:rPr lang="en-US" sz="2100" i="1">
                              <a:solidFill>
                                <a:schemeClr val="accent6">
                                  <a:lumMod val="10000"/>
                                </a:schemeClr>
                              </a:solidFill>
                              <a:latin typeface="Cambria Math" panose="02040503050406030204" pitchFamily="18" charset="0"/>
                            </a:rPr>
                          </m:ctrlPr>
                        </m:dPr>
                        <m:e>
                          <m:f>
                            <m:fPr>
                              <m:ctrlPr>
                                <a:rPr lang="en-US" sz="2100" i="1">
                                  <a:solidFill>
                                    <a:schemeClr val="accent6">
                                      <a:lumMod val="10000"/>
                                    </a:schemeClr>
                                  </a:solidFill>
                                  <a:latin typeface="Cambria Math" panose="02040503050406030204" pitchFamily="18" charset="0"/>
                                </a:rPr>
                              </m:ctrlPr>
                            </m:fPr>
                            <m:num>
                              <m:r>
                                <a:rPr lang="el-GR" sz="2100" i="1">
                                  <a:solidFill>
                                    <a:schemeClr val="accent6">
                                      <a:lumMod val="10000"/>
                                    </a:schemeClr>
                                  </a:solidFill>
                                  <a:latin typeface="Cambria Math" panose="02040503050406030204" pitchFamily="18" charset="0"/>
                                </a:rPr>
                                <m:t>𝜀</m:t>
                              </m:r>
                              <m:r>
                                <a:rPr lang="en-US" sz="2100" i="1">
                                  <a:solidFill>
                                    <a:schemeClr val="accent6">
                                      <a:lumMod val="10000"/>
                                    </a:schemeClr>
                                  </a:solidFill>
                                  <a:latin typeface="Cambria Math" panose="02040503050406030204" pitchFamily="18" charset="0"/>
                                </a:rPr>
                                <m:t>/</m:t>
                              </m:r>
                              <m:r>
                                <a:rPr lang="en-US" sz="2100" i="1">
                                  <a:solidFill>
                                    <a:schemeClr val="accent6">
                                      <a:lumMod val="10000"/>
                                    </a:schemeClr>
                                  </a:solidFill>
                                  <a:latin typeface="Cambria Math" panose="02040503050406030204" pitchFamily="18" charset="0"/>
                                </a:rPr>
                                <m:t>𝐷</m:t>
                              </m:r>
                            </m:num>
                            <m:den>
                              <m:r>
                                <a:rPr lang="en-US" sz="2100" i="1">
                                  <a:solidFill>
                                    <a:schemeClr val="accent6">
                                      <a:lumMod val="10000"/>
                                    </a:schemeClr>
                                  </a:solidFill>
                                  <a:latin typeface="Cambria Math" panose="02040503050406030204" pitchFamily="18" charset="0"/>
                                </a:rPr>
                                <m:t>3</m:t>
                              </m:r>
                              <m:r>
                                <a:rPr lang="en-US" sz="2100" i="1">
                                  <a:solidFill>
                                    <a:schemeClr val="accent6">
                                      <a:lumMod val="10000"/>
                                    </a:schemeClr>
                                  </a:solidFill>
                                  <a:latin typeface="Cambria Math" panose="02040503050406030204" pitchFamily="18" charset="0"/>
                                </a:rPr>
                                <m:t>.</m:t>
                              </m:r>
                              <m:r>
                                <a:rPr lang="en-US" sz="2100" i="1">
                                  <a:solidFill>
                                    <a:schemeClr val="accent6">
                                      <a:lumMod val="10000"/>
                                    </a:schemeClr>
                                  </a:solidFill>
                                  <a:latin typeface="Cambria Math" panose="02040503050406030204" pitchFamily="18" charset="0"/>
                                </a:rPr>
                                <m:t>7</m:t>
                              </m:r>
                            </m:den>
                          </m:f>
                          <m:r>
                            <a:rPr lang="en-US" sz="2100" i="1">
                              <a:solidFill>
                                <a:schemeClr val="accent6">
                                  <a:lumMod val="10000"/>
                                </a:schemeClr>
                              </a:solidFill>
                              <a:latin typeface="Cambria Math" panose="02040503050406030204" pitchFamily="18" charset="0"/>
                            </a:rPr>
                            <m:t>+</m:t>
                          </m:r>
                          <m:f>
                            <m:fPr>
                              <m:ctrlPr>
                                <a:rPr lang="en-US" sz="2100" i="1">
                                  <a:solidFill>
                                    <a:schemeClr val="accent6">
                                      <a:lumMod val="10000"/>
                                    </a:schemeClr>
                                  </a:solidFill>
                                  <a:latin typeface="Cambria Math" panose="02040503050406030204" pitchFamily="18" charset="0"/>
                                </a:rPr>
                              </m:ctrlPr>
                            </m:fPr>
                            <m:num>
                              <m:r>
                                <a:rPr lang="en-US" sz="2100" i="1">
                                  <a:solidFill>
                                    <a:schemeClr val="accent6">
                                      <a:lumMod val="10000"/>
                                    </a:schemeClr>
                                  </a:solidFill>
                                  <a:latin typeface="Cambria Math" panose="02040503050406030204" pitchFamily="18" charset="0"/>
                                </a:rPr>
                                <m:t>2</m:t>
                              </m:r>
                              <m:r>
                                <a:rPr lang="en-US" sz="2100" i="1">
                                  <a:solidFill>
                                    <a:schemeClr val="accent6">
                                      <a:lumMod val="10000"/>
                                    </a:schemeClr>
                                  </a:solidFill>
                                  <a:latin typeface="Cambria Math" panose="02040503050406030204" pitchFamily="18" charset="0"/>
                                </a:rPr>
                                <m:t>.</m:t>
                              </m:r>
                              <m:r>
                                <a:rPr lang="en-US" sz="2100" i="1">
                                  <a:solidFill>
                                    <a:schemeClr val="accent6">
                                      <a:lumMod val="10000"/>
                                    </a:schemeClr>
                                  </a:solidFill>
                                  <a:latin typeface="Cambria Math" panose="02040503050406030204" pitchFamily="18" charset="0"/>
                                </a:rPr>
                                <m:t>51</m:t>
                              </m:r>
                            </m:num>
                            <m:den>
                              <m:r>
                                <a:rPr lang="en-US" sz="2100" i="1">
                                  <a:solidFill>
                                    <a:schemeClr val="accent6">
                                      <a:lumMod val="10000"/>
                                    </a:schemeClr>
                                  </a:solidFill>
                                  <a:latin typeface="Cambria Math" panose="02040503050406030204" pitchFamily="18" charset="0"/>
                                </a:rPr>
                                <m:t>𝑅𝑒</m:t>
                              </m:r>
                              <m:rad>
                                <m:radPr>
                                  <m:degHide m:val="on"/>
                                  <m:ctrlPr>
                                    <a:rPr lang="en-US" sz="2100" i="1">
                                      <a:solidFill>
                                        <a:schemeClr val="accent6">
                                          <a:lumMod val="10000"/>
                                        </a:schemeClr>
                                      </a:solidFill>
                                      <a:latin typeface="Cambria Math" panose="02040503050406030204" pitchFamily="18" charset="0"/>
                                    </a:rPr>
                                  </m:ctrlPr>
                                </m:radPr>
                                <m:deg/>
                                <m:e>
                                  <m:r>
                                    <a:rPr lang="en-US" sz="2100" i="1">
                                      <a:solidFill>
                                        <a:schemeClr val="accent6">
                                          <a:lumMod val="10000"/>
                                        </a:schemeClr>
                                      </a:solidFill>
                                      <a:latin typeface="Cambria Math" panose="02040503050406030204" pitchFamily="18" charset="0"/>
                                    </a:rPr>
                                    <m:t>𝑓</m:t>
                                  </m:r>
                                </m:e>
                              </m:rad>
                            </m:den>
                          </m:f>
                        </m:e>
                      </m:d>
                    </m:oMath>
                  </m:oMathPara>
                </a14:m>
                <a:endParaRPr lang="en-US" dirty="0">
                  <a:solidFill>
                    <a:schemeClr val="accent6">
                      <a:lumMod val="10000"/>
                    </a:schemeClr>
                  </a:solidFill>
                </a:endParaRPr>
              </a:p>
              <a:p>
                <a:pPr marL="228600" indent="-228600">
                  <a:buFont typeface=""/>
                  <a:buChar char="•"/>
                </a:pPr>
                <a:r>
                  <a:rPr lang="en-US" dirty="0">
                    <a:solidFill>
                      <a:schemeClr val="accent6">
                        <a:lumMod val="10000"/>
                      </a:schemeClr>
                    </a:solidFill>
                  </a:rPr>
                  <a:t>For fittings:</a:t>
                </a:r>
                <a:br>
                  <a:rPr lang="en-US" dirty="0">
                    <a:solidFill>
                      <a:schemeClr val="accent6">
                        <a:lumMod val="10000"/>
                      </a:schemeClr>
                    </a:solidFill>
                  </a:rPr>
                </a:br>
                <a14:m>
                  <m:oMath xmlns:m="http://schemas.openxmlformats.org/officeDocument/2006/math">
                    <m:sSub>
                      <m:sSubPr>
                        <m:ctrlPr>
                          <a:rPr lang="ar-AE" i="1">
                            <a:solidFill>
                              <a:schemeClr val="accent6">
                                <a:lumMod val="10000"/>
                              </a:schemeClr>
                            </a:solidFill>
                            <a:latin typeface="Cambria Math" panose="02040503050406030204" pitchFamily="18" charset="0"/>
                          </a:rPr>
                        </m:ctrlPr>
                      </m:sSubPr>
                      <m:e>
                        <m:r>
                          <a:rPr lang="ar-AE" b="0" i="1" smtClean="0">
                            <a:solidFill>
                              <a:schemeClr val="accent6">
                                <a:lumMod val="10000"/>
                              </a:schemeClr>
                            </a:solidFill>
                            <a:latin typeface="Cambria Math" panose="02040503050406030204" pitchFamily="18" charset="0"/>
                          </a:rPr>
                          <m:t>h</m:t>
                        </m:r>
                      </m:e>
                      <m:sub>
                        <m:r>
                          <a:rPr lang="ar-AE" b="0" i="1" smtClean="0">
                            <a:solidFill>
                              <a:schemeClr val="accent6">
                                <a:lumMod val="10000"/>
                              </a:schemeClr>
                            </a:solidFill>
                            <a:latin typeface="Cambria Math" panose="02040503050406030204" pitchFamily="18" charset="0"/>
                          </a:rPr>
                          <m:t>𝐿</m:t>
                        </m:r>
                      </m:sub>
                    </m:sSub>
                    <m:r>
                      <a:rPr lang="ar-AE" b="0" i="0" smtClean="0">
                        <a:solidFill>
                          <a:schemeClr val="accent6">
                            <a:lumMod val="10000"/>
                          </a:schemeClr>
                        </a:solidFill>
                        <a:latin typeface="Cambria Math" panose="02040503050406030204" pitchFamily="18" charset="0"/>
                      </a:rPr>
                      <m:t>=</m:t>
                    </m:r>
                    <m:r>
                      <a:rPr lang="ar-AE" b="0" i="1" smtClean="0">
                        <a:solidFill>
                          <a:schemeClr val="accent6">
                            <a:lumMod val="10000"/>
                          </a:schemeClr>
                        </a:solidFill>
                        <a:latin typeface="Cambria Math" panose="02040503050406030204" pitchFamily="18" charset="0"/>
                      </a:rPr>
                      <m:t>𝐾</m:t>
                    </m:r>
                    <m:f>
                      <m:fPr>
                        <m:ctrlPr>
                          <a:rPr lang="ar-AE" i="1">
                            <a:solidFill>
                              <a:schemeClr val="accent6">
                                <a:lumMod val="10000"/>
                              </a:schemeClr>
                            </a:solidFill>
                            <a:latin typeface="Cambria Math" panose="02040503050406030204" pitchFamily="18" charset="0"/>
                          </a:rPr>
                        </m:ctrlPr>
                      </m:fPr>
                      <m:num>
                        <m:sSup>
                          <m:sSupPr>
                            <m:ctrlPr>
                              <a:rPr lang="ar-AE" i="1">
                                <a:solidFill>
                                  <a:schemeClr val="accent6">
                                    <a:lumMod val="10000"/>
                                  </a:schemeClr>
                                </a:solidFill>
                                <a:latin typeface="Cambria Math" panose="02040503050406030204" pitchFamily="18" charset="0"/>
                              </a:rPr>
                            </m:ctrlPr>
                          </m:sSupPr>
                          <m:e>
                            <m:r>
                              <a:rPr lang="ar-AE" b="0" i="1" smtClean="0">
                                <a:solidFill>
                                  <a:schemeClr val="accent6">
                                    <a:lumMod val="10000"/>
                                  </a:schemeClr>
                                </a:solidFill>
                                <a:latin typeface="Cambria Math" panose="02040503050406030204" pitchFamily="18" charset="0"/>
                              </a:rPr>
                              <m:t>𝑉</m:t>
                            </m:r>
                          </m:e>
                          <m:sup>
                            <m:r>
                              <a:rPr lang="ar-AE" b="0" i="0" smtClean="0">
                                <a:solidFill>
                                  <a:schemeClr val="accent6">
                                    <a:lumMod val="10000"/>
                                  </a:schemeClr>
                                </a:solidFill>
                                <a:latin typeface="Cambria Math" panose="02040503050406030204" pitchFamily="18" charset="0"/>
                              </a:rPr>
                              <m:t>2</m:t>
                            </m:r>
                          </m:sup>
                        </m:sSup>
                      </m:num>
                      <m:den>
                        <m:r>
                          <a:rPr lang="ar-AE" b="0" i="0" smtClean="0">
                            <a:solidFill>
                              <a:schemeClr val="accent6">
                                <a:lumMod val="10000"/>
                              </a:schemeClr>
                            </a:solidFill>
                            <a:latin typeface="Cambria Math" panose="02040503050406030204" pitchFamily="18" charset="0"/>
                          </a:rPr>
                          <m:t>2</m:t>
                        </m:r>
                        <m:r>
                          <a:rPr lang="ar-AE" b="0" i="1" smtClean="0">
                            <a:solidFill>
                              <a:schemeClr val="accent6">
                                <a:lumMod val="10000"/>
                              </a:schemeClr>
                            </a:solidFill>
                            <a:latin typeface="Cambria Math" panose="02040503050406030204" pitchFamily="18" charset="0"/>
                          </a:rPr>
                          <m:t>𝑔</m:t>
                        </m:r>
                      </m:den>
                    </m:f>
                  </m:oMath>
                </a14:m>
                <a:endParaRPr lang="en-US" dirty="0">
                  <a:solidFill>
                    <a:schemeClr val="accent6">
                      <a:lumMod val="10000"/>
                    </a:schemeClr>
                  </a:solidFill>
                </a:endParaRPr>
              </a:p>
            </p:txBody>
          </p:sp>
        </mc:Choice>
        <mc:Fallback xmlns="">
          <p:sp>
            <p:nvSpPr>
              <p:cNvPr id="3" name="Content Placeholder 2">
                <a:extLst>
                  <a:ext uri="{FF2B5EF4-FFF2-40B4-BE49-F238E27FC236}">
                    <a16:creationId xmlns:a16="http://schemas.microsoft.com/office/drawing/2014/main" id="{F4E0DC98-BFD3-D9D0-F675-2B3D7CE4B6F7}"/>
                  </a:ext>
                </a:extLst>
              </p:cNvPr>
              <p:cNvSpPr>
                <a:spLocks noGrp="1" noRot="1" noChangeAspect="1" noMove="1" noResize="1" noEditPoints="1" noAdjustHandles="1" noChangeArrowheads="1" noChangeShapeType="1" noTextEdit="1"/>
              </p:cNvSpPr>
              <p:nvPr>
                <p:ph idx="1"/>
              </p:nvPr>
            </p:nvSpPr>
            <p:spPr>
              <a:xfrm>
                <a:off x="613206" y="1096440"/>
                <a:ext cx="6303647" cy="5334085"/>
              </a:xfrm>
              <a:blipFill>
                <a:blip r:embed="rId3"/>
                <a:stretch>
                  <a:fillRect l="-1644" t="-1829" b="-57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AE156130-6CE1-5F40-6D57-74285C0146F4}"/>
              </a:ext>
            </a:extLst>
          </p:cNvPr>
          <p:cNvSpPr>
            <a:spLocks noGrp="1"/>
          </p:cNvSpPr>
          <p:nvPr>
            <p:ph type="ftr" sz="quarter" idx="11"/>
          </p:nvPr>
        </p:nvSpPr>
        <p:spPr/>
        <p:txBody>
          <a:bodyPr/>
          <a:lstStyle/>
          <a:p>
            <a:r>
              <a:rPr lang="en-US"/>
              <a:t>College/Department/Presentation Name</a:t>
            </a:r>
          </a:p>
        </p:txBody>
      </p:sp>
      <p:pic>
        <p:nvPicPr>
          <p:cNvPr id="3074" name="Picture 2" descr="The Reynolds Number">
            <a:extLst>
              <a:ext uri="{FF2B5EF4-FFF2-40B4-BE49-F238E27FC236}">
                <a16:creationId xmlns:a16="http://schemas.microsoft.com/office/drawing/2014/main" id="{B525F7A2-40F8-2A5F-E15F-80E3538E2F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0641" y="1798099"/>
            <a:ext cx="5210577" cy="3261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57548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4A3A27-F170-2F91-716A-70F40A02417A}"/>
              </a:ext>
            </a:extLst>
          </p:cNvPr>
          <p:cNvSpPr txBox="1"/>
          <p:nvPr/>
        </p:nvSpPr>
        <p:spPr>
          <a:xfrm>
            <a:off x="5323491" y="313649"/>
            <a:ext cx="5632982" cy="738664"/>
          </a:xfrm>
          <a:prstGeom prst="rect">
            <a:avLst/>
          </a:prstGeom>
          <a:noFill/>
        </p:spPr>
        <p:txBody>
          <a:bodyPr wrap="square" rtlCol="0">
            <a:spAutoFit/>
          </a:bodyPr>
          <a:lstStyle/>
          <a:p>
            <a:r>
              <a:rPr lang="en-US" sz="2400" b="1" dirty="0">
                <a:solidFill>
                  <a:schemeClr val="accent2"/>
                </a:solidFill>
                <a:latin typeface="+mj-lt"/>
                <a:cs typeface="Times New Roman" panose="02020603050405020304" pitchFamily="18" charset="0"/>
              </a:rPr>
              <a:t>Apparatus</a:t>
            </a:r>
          </a:p>
          <a:p>
            <a:endParaRPr lang="en-NZ" dirty="0"/>
          </a:p>
        </p:txBody>
      </p:sp>
      <p:pic>
        <p:nvPicPr>
          <p:cNvPr id="2" name="Picture 1" descr="A screenshot of a computer&#10;&#10;AI-generated content may be incorrect.">
            <a:extLst>
              <a:ext uri="{FF2B5EF4-FFF2-40B4-BE49-F238E27FC236}">
                <a16:creationId xmlns:a16="http://schemas.microsoft.com/office/drawing/2014/main" id="{2D313F23-9723-794A-5497-6A1E81039239}"/>
              </a:ext>
            </a:extLst>
          </p:cNvPr>
          <p:cNvPicPr>
            <a:picLocks noChangeAspect="1"/>
          </p:cNvPicPr>
          <p:nvPr/>
        </p:nvPicPr>
        <p:blipFill>
          <a:blip r:embed="rId3"/>
          <a:srcRect l="1916"/>
          <a:stretch>
            <a:fillRect/>
          </a:stretch>
        </p:blipFill>
        <p:spPr>
          <a:xfrm>
            <a:off x="-44958" y="3547873"/>
            <a:ext cx="5188523" cy="3310128"/>
          </a:xfrm>
          <a:prstGeom prst="rect">
            <a:avLst/>
          </a:prstGeom>
        </p:spPr>
      </p:pic>
      <p:pic>
        <p:nvPicPr>
          <p:cNvPr id="4" name="Picture 3" descr="A screenshot of a room with a window and a large white box with pipes&#10;&#10;AI-generated content may be incorrect.">
            <a:extLst>
              <a:ext uri="{FF2B5EF4-FFF2-40B4-BE49-F238E27FC236}">
                <a16:creationId xmlns:a16="http://schemas.microsoft.com/office/drawing/2014/main" id="{6B3B0520-7735-E3B0-3E82-B8A6651183EF}"/>
              </a:ext>
            </a:extLst>
          </p:cNvPr>
          <p:cNvPicPr>
            <a:picLocks noChangeAspect="1"/>
          </p:cNvPicPr>
          <p:nvPr/>
        </p:nvPicPr>
        <p:blipFill>
          <a:blip r:embed="rId4"/>
          <a:stretch>
            <a:fillRect/>
          </a:stretch>
        </p:blipFill>
        <p:spPr>
          <a:xfrm>
            <a:off x="-44958" y="-219457"/>
            <a:ext cx="5188523" cy="3923405"/>
          </a:xfrm>
          <a:prstGeom prst="rect">
            <a:avLst/>
          </a:prstGeom>
        </p:spPr>
      </p:pic>
      <p:sp>
        <p:nvSpPr>
          <p:cNvPr id="6" name="TextBox 5">
            <a:extLst>
              <a:ext uri="{FF2B5EF4-FFF2-40B4-BE49-F238E27FC236}">
                <a16:creationId xmlns:a16="http://schemas.microsoft.com/office/drawing/2014/main" id="{ACDA1FBD-6F9C-FADF-A42B-E81F32625ACA}"/>
              </a:ext>
            </a:extLst>
          </p:cNvPr>
          <p:cNvSpPr txBox="1"/>
          <p:nvPr/>
        </p:nvSpPr>
        <p:spPr>
          <a:xfrm>
            <a:off x="5390388" y="1334734"/>
            <a:ext cx="6188805" cy="5282472"/>
          </a:xfrm>
          <a:prstGeom prst="rect">
            <a:avLst/>
          </a:prstGeom>
          <a:noFill/>
        </p:spPr>
        <p:txBody>
          <a:bodyPr wrap="square" rtlCol="0">
            <a:spAutoFit/>
          </a:bodyPr>
          <a:lstStyle/>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Rotameter: Flow measuring device (calibrated in SCFM for air)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Centrifugal pump: Recirculates water through the system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Water reservoir tank: Storage tank connected to the pump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Straight Pipes (Copper, Plastic, Stainless Steel) : ½”, ¾”, 1” diameters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Orifice Flowmeter: Orifice plate (0.478” diameter) with pressure taps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Differential Pressure Transmitters (DPTs): Two digital transmitters connected via pressure taps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Manual pressure gauges: Analog backup pressure measurement devices  </a:t>
            </a:r>
          </a:p>
          <a:p>
            <a:pPr marL="342900" indent="-342900" fontAlgn="base">
              <a:lnSpc>
                <a:spcPts val="1350"/>
              </a:lnSpc>
              <a:spcBef>
                <a:spcPts val="1200"/>
              </a:spcBef>
              <a:spcAft>
                <a:spcPts val="800"/>
              </a:spcAft>
              <a:buFont typeface="+mj-lt"/>
              <a:buAutoNum type="arabicPeriod"/>
            </a:pPr>
            <a:r>
              <a:rPr lang="en-US" dirty="0">
                <a:solidFill>
                  <a:schemeClr val="accent6">
                    <a:lumMod val="10000"/>
                  </a:schemeClr>
                </a:solidFill>
                <a:latin typeface="Times New Roman"/>
              </a:rPr>
              <a:t>Pipe Fittings: expansion, contraction, Tee, 90</a:t>
            </a:r>
            <a:r>
              <a:rPr lang="en-US" dirty="0">
                <a:solidFill>
                  <a:schemeClr val="accent6">
                    <a:lumMod val="10000"/>
                  </a:schemeClr>
                </a:solidFill>
                <a:latin typeface="Times New Roman"/>
                <a:sym typeface="Symbol" panose="05050102010706020507" pitchFamily="18" charset="2"/>
              </a:rPr>
              <a:t> Elbow, 180 Bend</a:t>
            </a:r>
            <a:endParaRPr lang="en-US" dirty="0">
              <a:solidFill>
                <a:schemeClr val="accent6">
                  <a:lumMod val="10000"/>
                </a:schemeClr>
              </a:solidFill>
              <a:latin typeface="Times New Roman"/>
            </a:endParaRPr>
          </a:p>
          <a:p>
            <a:pPr fontAlgn="base">
              <a:lnSpc>
                <a:spcPts val="1350"/>
              </a:lnSpc>
              <a:spcBef>
                <a:spcPts val="1200"/>
              </a:spcBef>
              <a:spcAft>
                <a:spcPts val="800"/>
              </a:spcAft>
            </a:pPr>
            <a:endParaRPr lang="en-US" dirty="0">
              <a:solidFill>
                <a:schemeClr val="accent6">
                  <a:lumMod val="10000"/>
                </a:schemeClr>
              </a:solidFill>
              <a:latin typeface="Times New Roman"/>
            </a:endParaRPr>
          </a:p>
          <a:p>
            <a:pPr fontAlgn="base">
              <a:lnSpc>
                <a:spcPts val="1350"/>
              </a:lnSpc>
              <a:spcBef>
                <a:spcPts val="1200"/>
              </a:spcBef>
              <a:spcAft>
                <a:spcPts val="800"/>
              </a:spcAft>
            </a:pPr>
            <a:endParaRPr lang="en-US" dirty="0">
              <a:solidFill>
                <a:schemeClr val="accent6">
                  <a:lumMod val="10000"/>
                </a:schemeClr>
              </a:solidFill>
              <a:latin typeface="Times New Roman"/>
            </a:endParaRPr>
          </a:p>
        </p:txBody>
      </p:sp>
      <p:sp>
        <p:nvSpPr>
          <p:cNvPr id="8" name="Rectangle 7">
            <a:extLst>
              <a:ext uri="{FF2B5EF4-FFF2-40B4-BE49-F238E27FC236}">
                <a16:creationId xmlns:a16="http://schemas.microsoft.com/office/drawing/2014/main" id="{DB849F0F-0C19-6187-B8AB-A98993724831}"/>
              </a:ext>
            </a:extLst>
          </p:cNvPr>
          <p:cNvSpPr/>
          <p:nvPr/>
        </p:nvSpPr>
        <p:spPr>
          <a:xfrm>
            <a:off x="164592" y="2990088"/>
            <a:ext cx="310896"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9" name="Rectangle 8">
            <a:extLst>
              <a:ext uri="{FF2B5EF4-FFF2-40B4-BE49-F238E27FC236}">
                <a16:creationId xmlns:a16="http://schemas.microsoft.com/office/drawing/2014/main" id="{4D408B31-E940-73FC-9E15-93FDF5937CAE}"/>
              </a:ext>
            </a:extLst>
          </p:cNvPr>
          <p:cNvSpPr/>
          <p:nvPr/>
        </p:nvSpPr>
        <p:spPr>
          <a:xfrm>
            <a:off x="2191512" y="3310127"/>
            <a:ext cx="316992" cy="3017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10" name="Rectangle 9">
            <a:extLst>
              <a:ext uri="{FF2B5EF4-FFF2-40B4-BE49-F238E27FC236}">
                <a16:creationId xmlns:a16="http://schemas.microsoft.com/office/drawing/2014/main" id="{97579BC5-068E-F3A5-84D7-6918EC73034A}"/>
              </a:ext>
            </a:extLst>
          </p:cNvPr>
          <p:cNvSpPr/>
          <p:nvPr/>
        </p:nvSpPr>
        <p:spPr>
          <a:xfrm>
            <a:off x="3599688" y="3300983"/>
            <a:ext cx="265176"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
        <p:nvSpPr>
          <p:cNvPr id="11" name="Rectangle 10">
            <a:extLst>
              <a:ext uri="{FF2B5EF4-FFF2-40B4-BE49-F238E27FC236}">
                <a16:creationId xmlns:a16="http://schemas.microsoft.com/office/drawing/2014/main" id="{460C9540-DF6B-A226-B716-963A8B2FDBD5}"/>
              </a:ext>
            </a:extLst>
          </p:cNvPr>
          <p:cNvSpPr/>
          <p:nvPr/>
        </p:nvSpPr>
        <p:spPr>
          <a:xfrm>
            <a:off x="13716" y="4194048"/>
            <a:ext cx="265176"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12" name="Rectangle 11">
            <a:extLst>
              <a:ext uri="{FF2B5EF4-FFF2-40B4-BE49-F238E27FC236}">
                <a16:creationId xmlns:a16="http://schemas.microsoft.com/office/drawing/2014/main" id="{D99CA2BD-9F2F-DCC7-CD8E-7D5154357393}"/>
              </a:ext>
            </a:extLst>
          </p:cNvPr>
          <p:cNvSpPr/>
          <p:nvPr/>
        </p:nvSpPr>
        <p:spPr>
          <a:xfrm>
            <a:off x="475488" y="6519671"/>
            <a:ext cx="283464"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13" name="Rectangle 12">
            <a:extLst>
              <a:ext uri="{FF2B5EF4-FFF2-40B4-BE49-F238E27FC236}">
                <a16:creationId xmlns:a16="http://schemas.microsoft.com/office/drawing/2014/main" id="{3F485EC7-F763-B496-4321-1A3C79079AF4}"/>
              </a:ext>
            </a:extLst>
          </p:cNvPr>
          <p:cNvSpPr/>
          <p:nvPr/>
        </p:nvSpPr>
        <p:spPr>
          <a:xfrm>
            <a:off x="2497836" y="6461760"/>
            <a:ext cx="265176"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6</a:t>
            </a:r>
          </a:p>
        </p:txBody>
      </p:sp>
      <p:sp>
        <p:nvSpPr>
          <p:cNvPr id="14" name="Rectangle 13">
            <a:extLst>
              <a:ext uri="{FF2B5EF4-FFF2-40B4-BE49-F238E27FC236}">
                <a16:creationId xmlns:a16="http://schemas.microsoft.com/office/drawing/2014/main" id="{D7F58E36-96CB-B2DA-CCBF-D94A523F30D7}"/>
              </a:ext>
            </a:extLst>
          </p:cNvPr>
          <p:cNvSpPr/>
          <p:nvPr/>
        </p:nvSpPr>
        <p:spPr>
          <a:xfrm>
            <a:off x="2804160" y="6461759"/>
            <a:ext cx="265176"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15" name="Rectangle 14">
            <a:extLst>
              <a:ext uri="{FF2B5EF4-FFF2-40B4-BE49-F238E27FC236}">
                <a16:creationId xmlns:a16="http://schemas.microsoft.com/office/drawing/2014/main" id="{87DA0AE3-5643-AE10-4CC0-5A087EF60B02}"/>
              </a:ext>
            </a:extLst>
          </p:cNvPr>
          <p:cNvSpPr/>
          <p:nvPr/>
        </p:nvSpPr>
        <p:spPr>
          <a:xfrm>
            <a:off x="2191512" y="5711647"/>
            <a:ext cx="265176" cy="31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cxnSp>
        <p:nvCxnSpPr>
          <p:cNvPr id="19" name="Straight Arrow Connector 18">
            <a:extLst>
              <a:ext uri="{FF2B5EF4-FFF2-40B4-BE49-F238E27FC236}">
                <a16:creationId xmlns:a16="http://schemas.microsoft.com/office/drawing/2014/main" id="{2C642EA5-3F63-FDA5-2C9D-680EB69936E6}"/>
              </a:ext>
            </a:extLst>
          </p:cNvPr>
          <p:cNvCxnSpPr>
            <a:cxnSpLocks/>
            <a:stCxn id="8" idx="0"/>
          </p:cNvCxnSpPr>
          <p:nvPr/>
        </p:nvCxnSpPr>
        <p:spPr>
          <a:xfrm flipV="1">
            <a:off x="320040" y="1746504"/>
            <a:ext cx="877824" cy="12435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B7C2E1B-B5FA-36A9-FE6A-1C95C4836A03}"/>
              </a:ext>
            </a:extLst>
          </p:cNvPr>
          <p:cNvCxnSpPr>
            <a:cxnSpLocks/>
            <a:stCxn id="9" idx="0"/>
          </p:cNvCxnSpPr>
          <p:nvPr/>
        </p:nvCxnSpPr>
        <p:spPr>
          <a:xfrm flipV="1">
            <a:off x="2350008" y="2523744"/>
            <a:ext cx="505968" cy="7863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166E295-F3B4-9FE8-40D7-C4A5A1144332}"/>
              </a:ext>
            </a:extLst>
          </p:cNvPr>
          <p:cNvCxnSpPr>
            <a:stCxn id="10" idx="0"/>
          </p:cNvCxnSpPr>
          <p:nvPr/>
        </p:nvCxnSpPr>
        <p:spPr>
          <a:xfrm flipV="1">
            <a:off x="3732276" y="2368296"/>
            <a:ext cx="236220" cy="93268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CCBFCC-9B7C-0B93-18C3-B839117810B4}"/>
              </a:ext>
            </a:extLst>
          </p:cNvPr>
          <p:cNvCxnSpPr>
            <a:stCxn id="11" idx="3"/>
          </p:cNvCxnSpPr>
          <p:nvPr/>
        </p:nvCxnSpPr>
        <p:spPr>
          <a:xfrm>
            <a:off x="278892" y="4349496"/>
            <a:ext cx="1912620" cy="2590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9FC0AA1-CA78-050B-0947-982CA5F9571D}"/>
              </a:ext>
            </a:extLst>
          </p:cNvPr>
          <p:cNvCxnSpPr>
            <a:stCxn id="12" idx="0"/>
          </p:cNvCxnSpPr>
          <p:nvPr/>
        </p:nvCxnSpPr>
        <p:spPr>
          <a:xfrm flipV="1">
            <a:off x="617220" y="5294376"/>
            <a:ext cx="992124" cy="12252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DD4C12-38D1-531D-3F19-8F62AA5AE0B6}"/>
              </a:ext>
            </a:extLst>
          </p:cNvPr>
          <p:cNvCxnSpPr/>
          <p:nvPr/>
        </p:nvCxnSpPr>
        <p:spPr>
          <a:xfrm flipV="1">
            <a:off x="2350008" y="5605272"/>
            <a:ext cx="413004" cy="106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33EE67A-9DDC-3F5F-8268-686FC6AD17B3}"/>
              </a:ext>
            </a:extLst>
          </p:cNvPr>
          <p:cNvCxnSpPr>
            <a:stCxn id="15" idx="0"/>
          </p:cNvCxnSpPr>
          <p:nvPr/>
        </p:nvCxnSpPr>
        <p:spPr>
          <a:xfrm flipH="1">
            <a:off x="1197864" y="5711647"/>
            <a:ext cx="1126236" cy="2688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CB0EE17-9828-D553-E288-6290EFBAA28E}"/>
              </a:ext>
            </a:extLst>
          </p:cNvPr>
          <p:cNvCxnSpPr>
            <a:cxnSpLocks/>
          </p:cNvCxnSpPr>
          <p:nvPr/>
        </p:nvCxnSpPr>
        <p:spPr>
          <a:xfrm flipV="1">
            <a:off x="2703576" y="5065776"/>
            <a:ext cx="365760" cy="13959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EB5B398-738C-034F-25F7-859D04A2D44E}"/>
              </a:ext>
            </a:extLst>
          </p:cNvPr>
          <p:cNvCxnSpPr/>
          <p:nvPr/>
        </p:nvCxnSpPr>
        <p:spPr>
          <a:xfrm flipV="1">
            <a:off x="2971800" y="5376672"/>
            <a:ext cx="760476" cy="108508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79FB8D0-E147-49B8-787A-BB493153EC3E}"/>
              </a:ext>
            </a:extLst>
          </p:cNvPr>
          <p:cNvCxnSpPr/>
          <p:nvPr/>
        </p:nvCxnSpPr>
        <p:spPr>
          <a:xfrm flipH="1" flipV="1">
            <a:off x="3438144" y="5221224"/>
            <a:ext cx="73152" cy="4904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70AF602-D4D4-F3F1-F6FE-E99826DB2A7B}"/>
              </a:ext>
            </a:extLst>
          </p:cNvPr>
          <p:cNvCxnSpPr/>
          <p:nvPr/>
        </p:nvCxnSpPr>
        <p:spPr>
          <a:xfrm flipH="1" flipV="1">
            <a:off x="1280160" y="5376672"/>
            <a:ext cx="502920" cy="4572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C826DFB-765E-54DF-2FB8-584B160D85AE}"/>
              </a:ext>
            </a:extLst>
          </p:cNvPr>
          <p:cNvCxnSpPr/>
          <p:nvPr/>
        </p:nvCxnSpPr>
        <p:spPr>
          <a:xfrm flipV="1">
            <a:off x="1792224" y="5605272"/>
            <a:ext cx="237744" cy="2103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80055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032453F-A203-EB11-8362-5B79B0D860AD}"/>
              </a:ext>
            </a:extLst>
          </p:cNvPr>
          <p:cNvSpPr>
            <a:spLocks noGrp="1"/>
          </p:cNvSpPr>
          <p:nvPr>
            <p:ph type="title"/>
          </p:nvPr>
        </p:nvSpPr>
        <p:spPr>
          <a:xfrm>
            <a:off x="571499" y="427475"/>
            <a:ext cx="11048999" cy="811005"/>
          </a:xfrm>
          <a:effectLst>
            <a:outerShdw blurRad="50800" dist="50800" dir="7200000" sx="23000" sy="23000" algn="ctr" rotWithShape="0">
              <a:srgbClr val="000000">
                <a:alpha val="90000"/>
              </a:srgbClr>
            </a:outerShdw>
          </a:effectLst>
        </p:spPr>
        <p:txBody>
          <a:bodyPr/>
          <a:lstStyle/>
          <a:p>
            <a:r>
              <a:rPr lang="en-US" dirty="0"/>
              <a:t>Materials and Supplies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E31C623-36E6-0797-D57F-5D27583F07D2}"/>
                  </a:ext>
                </a:extLst>
              </p14:cNvPr>
              <p14:cNvContentPartPr/>
              <p14:nvPr/>
            </p14:nvContentPartPr>
            <p14:xfrm>
              <a:off x="11663589" y="2184531"/>
              <a:ext cx="1080" cy="11880"/>
            </p14:xfrm>
          </p:contentPart>
        </mc:Choice>
        <mc:Fallback xmlns="">
          <p:pic>
            <p:nvPicPr>
              <p:cNvPr id="3" name="Ink 2">
                <a:extLst>
                  <a:ext uri="{FF2B5EF4-FFF2-40B4-BE49-F238E27FC236}">
                    <a16:creationId xmlns:a16="http://schemas.microsoft.com/office/drawing/2014/main" id="{8E31C623-36E6-0797-D57F-5D27583F07D2}"/>
                  </a:ext>
                </a:extLst>
              </p:cNvPr>
              <p:cNvPicPr/>
              <p:nvPr/>
            </p:nvPicPr>
            <p:blipFill>
              <a:blip r:embed="rId4"/>
              <a:stretch>
                <a:fillRect/>
              </a:stretch>
            </p:blipFill>
            <p:spPr>
              <a:xfrm>
                <a:off x="11659269" y="2180211"/>
                <a:ext cx="9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15F057B-AD98-7005-3227-6D7F99EDC4A3}"/>
                  </a:ext>
                </a:extLst>
              </p14:cNvPr>
              <p14:cNvContentPartPr/>
              <p14:nvPr/>
            </p14:nvContentPartPr>
            <p14:xfrm>
              <a:off x="10383429" y="4556931"/>
              <a:ext cx="360" cy="360"/>
            </p14:xfrm>
          </p:contentPart>
        </mc:Choice>
        <mc:Fallback xmlns="">
          <p:pic>
            <p:nvPicPr>
              <p:cNvPr id="4" name="Ink 3">
                <a:extLst>
                  <a:ext uri="{FF2B5EF4-FFF2-40B4-BE49-F238E27FC236}">
                    <a16:creationId xmlns:a16="http://schemas.microsoft.com/office/drawing/2014/main" id="{615F057B-AD98-7005-3227-6D7F99EDC4A3}"/>
                  </a:ext>
                </a:extLst>
              </p:cNvPr>
              <p:cNvPicPr/>
              <p:nvPr/>
            </p:nvPicPr>
            <p:blipFill>
              <a:blip r:embed="rId6"/>
              <a:stretch>
                <a:fillRect/>
              </a:stretch>
            </p:blipFill>
            <p:spPr>
              <a:xfrm>
                <a:off x="10377309" y="4550811"/>
                <a:ext cx="12600" cy="12600"/>
              </a:xfrm>
              <a:prstGeom prst="rect">
                <a:avLst/>
              </a:prstGeom>
            </p:spPr>
          </p:pic>
        </mc:Fallback>
      </mc:AlternateContent>
      <p:graphicFrame>
        <p:nvGraphicFramePr>
          <p:cNvPr id="10" name="Content Placeholder 2">
            <a:extLst>
              <a:ext uri="{FF2B5EF4-FFF2-40B4-BE49-F238E27FC236}">
                <a16:creationId xmlns:a16="http://schemas.microsoft.com/office/drawing/2014/main" id="{76816691-2192-919F-C606-D51B419CA776}"/>
              </a:ext>
            </a:extLst>
          </p:cNvPr>
          <p:cNvGraphicFramePr>
            <a:graphicFrameLocks noGrp="1"/>
          </p:cNvGraphicFramePr>
          <p:nvPr>
            <p:ph idx="1"/>
            <p:extLst>
              <p:ext uri="{D42A27DB-BD31-4B8C-83A1-F6EECF244321}">
                <p14:modId xmlns:p14="http://schemas.microsoft.com/office/powerpoint/2010/main" val="1000675934"/>
              </p:ext>
            </p:extLst>
          </p:nvPr>
        </p:nvGraphicFramePr>
        <p:xfrm>
          <a:off x="571499" y="1369859"/>
          <a:ext cx="5192345" cy="44416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1" name="Picture 12" descr="Lab Measuring Equipment | Types &amp; Significance">
            <a:extLst>
              <a:ext uri="{FF2B5EF4-FFF2-40B4-BE49-F238E27FC236}">
                <a16:creationId xmlns:a16="http://schemas.microsoft.com/office/drawing/2014/main" id="{69A71F2F-B804-D02C-19F3-830A7C271B8C}"/>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2520" r="12665"/>
          <a:stretch>
            <a:fillRect/>
          </a:stretch>
        </p:blipFill>
        <p:spPr bwMode="auto">
          <a:xfrm>
            <a:off x="8804775" y="832977"/>
            <a:ext cx="2858814" cy="193059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Lab Goggles Nitrile Gloves Stock Photo 709923 | Shutterstock">
            <a:extLst>
              <a:ext uri="{FF2B5EF4-FFF2-40B4-BE49-F238E27FC236}">
                <a16:creationId xmlns:a16="http://schemas.microsoft.com/office/drawing/2014/main" id="{A6CAB525-5231-CDFF-E20E-792A5ECDB08E}"/>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3855" b="6945"/>
          <a:stretch>
            <a:fillRect/>
          </a:stretch>
        </p:blipFill>
        <p:spPr bwMode="auto">
          <a:xfrm>
            <a:off x="6001141" y="576758"/>
            <a:ext cx="2748455" cy="176012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Amazon.com: Othmro 10Pcs PVC Plastic Soft Tube 8mm Inner Diameter 11mm  Outer Diameter 1000mm Length PVC Tubing Plastic Tubing Round Plastic Pipe  for Hardware Electrical Doors Windows Transparent : Industrial &amp; Scientific">
            <a:extLst>
              <a:ext uri="{FF2B5EF4-FFF2-40B4-BE49-F238E27FC236}">
                <a16:creationId xmlns:a16="http://schemas.microsoft.com/office/drawing/2014/main" id="{AFE3D882-AF28-9221-DD36-D7251904B531}"/>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24440" b="11469"/>
          <a:stretch>
            <a:fillRect/>
          </a:stretch>
        </p:blipFill>
        <p:spPr bwMode="auto">
          <a:xfrm>
            <a:off x="8661981" y="3688439"/>
            <a:ext cx="3364642" cy="215642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34,587 Timer Isolated Stock Photos - Free &amp; Royalty-Free Stock Photos from  Dreamstime">
            <a:extLst>
              <a:ext uri="{FF2B5EF4-FFF2-40B4-BE49-F238E27FC236}">
                <a16:creationId xmlns:a16="http://schemas.microsoft.com/office/drawing/2014/main" id="{7009575F-0BAF-4D80-F46C-EED79CFB09D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01141" y="2644702"/>
            <a:ext cx="2660840" cy="2660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230314"/>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6471-8F94-7E94-99B0-7846EA0E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FF10E-8E2B-B198-C433-AEB49BEF68F3}"/>
              </a:ext>
            </a:extLst>
          </p:cNvPr>
          <p:cNvSpPr>
            <a:spLocks noGrp="1"/>
          </p:cNvSpPr>
          <p:nvPr>
            <p:ph type="body" sz="quarter" idx="17"/>
          </p:nvPr>
        </p:nvSpPr>
        <p:spPr>
          <a:xfrm>
            <a:off x="550479" y="1378169"/>
            <a:ext cx="3225800" cy="1562100"/>
          </a:xfrm>
        </p:spPr>
        <p:txBody>
          <a:bodyPr>
            <a:normAutofit/>
          </a:bodyPr>
          <a:lstStyle/>
          <a:p>
            <a:r>
              <a:rPr lang="en-US"/>
              <a:t>Procedure</a:t>
            </a:r>
          </a:p>
        </p:txBody>
      </p:sp>
      <p:pic>
        <p:nvPicPr>
          <p:cNvPr id="8" name="Graphic 7" descr="List with solid fill">
            <a:extLst>
              <a:ext uri="{FF2B5EF4-FFF2-40B4-BE49-F238E27FC236}">
                <a16:creationId xmlns:a16="http://schemas.microsoft.com/office/drawing/2014/main" id="{21337727-E0F6-0415-54A1-A98A7DF88F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2151" y="2525111"/>
            <a:ext cx="2667000" cy="2667000"/>
          </a:xfrm>
          <a:prstGeom prst="rect">
            <a:avLst/>
          </a:prstGeom>
        </p:spPr>
      </p:pic>
      <p:sp>
        <p:nvSpPr>
          <p:cNvPr id="3" name="TextBox 2">
            <a:extLst>
              <a:ext uri="{FF2B5EF4-FFF2-40B4-BE49-F238E27FC236}">
                <a16:creationId xmlns:a16="http://schemas.microsoft.com/office/drawing/2014/main" id="{E319AF4C-EBBF-5412-C428-C2D81A1B0584}"/>
              </a:ext>
            </a:extLst>
          </p:cNvPr>
          <p:cNvSpPr txBox="1"/>
          <p:nvPr/>
        </p:nvSpPr>
        <p:spPr>
          <a:xfrm>
            <a:off x="4446300" y="365730"/>
            <a:ext cx="7276308" cy="5970865"/>
          </a:xfrm>
          <a:prstGeom prst="rect">
            <a:avLst/>
          </a:prstGeom>
          <a:noFill/>
        </p:spPr>
        <p:txBody>
          <a:bodyPr wrap="square" rtlCol="0">
            <a:spAutoFit/>
          </a:bodyPr>
          <a:lstStyle/>
          <a:p>
            <a:r>
              <a:rPr lang="en-US" sz="1400" b="1" i="1" u="sng" dirty="0">
                <a:solidFill>
                  <a:schemeClr val="accent6">
                    <a:lumMod val="10000"/>
                  </a:schemeClr>
                </a:solidFill>
                <a:latin typeface="Times New Roman"/>
                <a:cs typeface="Times New Roman"/>
              </a:rPr>
              <a:t>Rotameter Calibration</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Set the flow to a minimum rate and record the rotameter reading.</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Collect water in a graduated cylinder; measure volume (V) and time (t) to calculate flow rate (F = V/t).</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Record water temperature (T) for density or viscosity corrections.</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Perform five trials, increasing flow from 10 SCFM to 30 SCFM.</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Calculate the correction factor.</a:t>
            </a:r>
          </a:p>
          <a:p>
            <a:endParaRPr lang="en-US" sz="1400" dirty="0">
              <a:solidFill>
                <a:schemeClr val="accent6">
                  <a:lumMod val="10000"/>
                </a:schemeClr>
              </a:solidFill>
              <a:latin typeface="Times New Roman"/>
              <a:cs typeface="Times New Roman"/>
            </a:endParaRPr>
          </a:p>
          <a:p>
            <a:r>
              <a:rPr lang="en-US" sz="1400" b="1" i="1" u="sng" dirty="0">
                <a:solidFill>
                  <a:schemeClr val="accent6">
                    <a:lumMod val="10000"/>
                  </a:schemeClr>
                </a:solidFill>
                <a:latin typeface="Times New Roman"/>
                <a:cs typeface="Times New Roman"/>
              </a:rPr>
              <a:t>Orifice Flowmeter Test</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Connect pressure taps across the orifice plate (high side = upstream, low side = downstream).</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Adjust flow to 10 SCFM and measure differential pressure (ΔP) and temperature (T).</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Repeat measurements at 10, 15, and 20 SCFM.</a:t>
            </a:r>
          </a:p>
          <a:p>
            <a:endParaRPr lang="en-US" sz="1400" dirty="0">
              <a:solidFill>
                <a:schemeClr val="accent6">
                  <a:lumMod val="10000"/>
                </a:schemeClr>
              </a:solidFill>
              <a:latin typeface="Times New Roman"/>
              <a:cs typeface="Times New Roman"/>
            </a:endParaRPr>
          </a:p>
          <a:p>
            <a:r>
              <a:rPr lang="en-US" sz="1400" b="1" i="1" u="sng" dirty="0">
                <a:solidFill>
                  <a:schemeClr val="accent6">
                    <a:lumMod val="10000"/>
                  </a:schemeClr>
                </a:solidFill>
                <a:latin typeface="Times New Roman"/>
                <a:cs typeface="Times New Roman"/>
              </a:rPr>
              <a:t>Pipe Friction Head Loss</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Select straight pipe sections (copper, plastic, or stainless steel).</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Connect DPT pressure taps on both sides of the pipe.</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Adjust flow to 10 SCFM; record ΔP and T.</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Repeat for flow rates of 10, 15, and 20 SCFM and for three different pipe sizes.</a:t>
            </a:r>
          </a:p>
          <a:p>
            <a:endParaRPr lang="en-US" sz="1400" dirty="0">
              <a:solidFill>
                <a:schemeClr val="accent6">
                  <a:lumMod val="10000"/>
                </a:schemeClr>
              </a:solidFill>
              <a:latin typeface="Times New Roman"/>
              <a:cs typeface="Times New Roman"/>
            </a:endParaRPr>
          </a:p>
          <a:p>
            <a:r>
              <a:rPr lang="en-US" sz="1400" b="1" i="1" u="sng" dirty="0">
                <a:solidFill>
                  <a:schemeClr val="accent6">
                    <a:lumMod val="10000"/>
                  </a:schemeClr>
                </a:solidFill>
                <a:latin typeface="Times New Roman"/>
                <a:cs typeface="Times New Roman"/>
              </a:rPr>
              <a:t>Pipe Fitting Head Loss</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Choose fittings such as 90° elbow, 180° bend, expansion, or contraction.</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Join DPT between the fitting’s pressure ports.</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Record ΔP and T at various flow rates (3 trials per fitting).</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Purge air from pressure lines before each test to ensure accuracy.</a:t>
            </a:r>
          </a:p>
          <a:p>
            <a:pPr marL="285750" indent="-285750">
              <a:buFont typeface="Arial" panose="020B0604020202020204" pitchFamily="34" charset="0"/>
              <a:buChar char="•"/>
            </a:pPr>
            <a:r>
              <a:rPr lang="en-US" sz="1400" dirty="0">
                <a:solidFill>
                  <a:schemeClr val="accent6">
                    <a:lumMod val="10000"/>
                  </a:schemeClr>
                </a:solidFill>
                <a:latin typeface="Times New Roman"/>
                <a:cs typeface="Times New Roman"/>
              </a:rPr>
              <a:t>Repeat for all fittings under the same flow conditions.</a:t>
            </a:r>
          </a:p>
          <a:p>
            <a:endParaRPr lang="en-US" dirty="0"/>
          </a:p>
        </p:txBody>
      </p:sp>
    </p:spTree>
    <p:extLst>
      <p:ext uri="{BB962C8B-B14F-4D97-AF65-F5344CB8AC3E}">
        <p14:creationId xmlns:p14="http://schemas.microsoft.com/office/powerpoint/2010/main" val="3408390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FC82-0210-556B-3EB6-8A6B847D6D94}"/>
              </a:ext>
            </a:extLst>
          </p:cNvPr>
          <p:cNvSpPr>
            <a:spLocks noGrp="1"/>
          </p:cNvSpPr>
          <p:nvPr>
            <p:ph type="title"/>
          </p:nvPr>
        </p:nvSpPr>
        <p:spPr>
          <a:xfrm>
            <a:off x="571499" y="427475"/>
            <a:ext cx="11048999" cy="811005"/>
          </a:xfrm>
        </p:spPr>
        <p:txBody>
          <a:bodyPr anchor="t">
            <a:normAutofit/>
          </a:bodyPr>
          <a:lstStyle/>
          <a:p>
            <a:r>
              <a:rPr lang="en-US"/>
              <a:t>Dangers</a:t>
            </a:r>
          </a:p>
        </p:txBody>
      </p:sp>
      <p:graphicFrame>
        <p:nvGraphicFramePr>
          <p:cNvPr id="6" name="Content Placeholder 2">
            <a:extLst>
              <a:ext uri="{FF2B5EF4-FFF2-40B4-BE49-F238E27FC236}">
                <a16:creationId xmlns:a16="http://schemas.microsoft.com/office/drawing/2014/main" id="{48F7BB29-5DF9-DB85-FE37-A1B7372D3861}"/>
              </a:ext>
            </a:extLst>
          </p:cNvPr>
          <p:cNvGraphicFramePr>
            <a:graphicFrameLocks noGrp="1"/>
          </p:cNvGraphicFramePr>
          <p:nvPr>
            <p:ph idx="1"/>
            <p:extLst>
              <p:ext uri="{D42A27DB-BD31-4B8C-83A1-F6EECF244321}">
                <p14:modId xmlns:p14="http://schemas.microsoft.com/office/powerpoint/2010/main" val="1148477470"/>
              </p:ext>
            </p:extLst>
          </p:nvPr>
        </p:nvGraphicFramePr>
        <p:xfrm>
          <a:off x="571500" y="1437126"/>
          <a:ext cx="11049000" cy="4490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2">
            <a:extLst>
              <a:ext uri="{FF2B5EF4-FFF2-40B4-BE49-F238E27FC236}">
                <a16:creationId xmlns:a16="http://schemas.microsoft.com/office/drawing/2014/main" id="{D1F5A70A-5D11-C6FC-E854-2D06FD58D2A7}"/>
              </a:ext>
            </a:extLst>
          </p:cNvPr>
          <p:cNvGraphicFramePr>
            <a:graphicFrameLocks/>
          </p:cNvGraphicFramePr>
          <p:nvPr>
            <p:extLst>
              <p:ext uri="{D42A27DB-BD31-4B8C-83A1-F6EECF244321}">
                <p14:modId xmlns:p14="http://schemas.microsoft.com/office/powerpoint/2010/main" val="3143184447"/>
              </p:ext>
            </p:extLst>
          </p:nvPr>
        </p:nvGraphicFramePr>
        <p:xfrm>
          <a:off x="723900" y="1589526"/>
          <a:ext cx="11049000" cy="449070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68869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FE3CE-201F-114F-BF9D-EBAFAE1CE59C}"/>
              </a:ext>
            </a:extLst>
          </p:cNvPr>
          <p:cNvSpPr>
            <a:spLocks noGrp="1"/>
          </p:cNvSpPr>
          <p:nvPr>
            <p:ph type="title"/>
          </p:nvPr>
        </p:nvSpPr>
        <p:spPr>
          <a:xfrm>
            <a:off x="571499" y="427475"/>
            <a:ext cx="11048999" cy="811005"/>
          </a:xfrm>
        </p:spPr>
        <p:txBody>
          <a:bodyPr anchor="t">
            <a:normAutofit/>
          </a:bodyPr>
          <a:lstStyle/>
          <a:p>
            <a:r>
              <a:rPr lang="en-US"/>
              <a:t>Challenges</a:t>
            </a:r>
            <a:endParaRPr lang="en-NZ"/>
          </a:p>
        </p:txBody>
      </p:sp>
      <p:graphicFrame>
        <p:nvGraphicFramePr>
          <p:cNvPr id="8" name="Content Placeholder 2">
            <a:extLst>
              <a:ext uri="{FF2B5EF4-FFF2-40B4-BE49-F238E27FC236}">
                <a16:creationId xmlns:a16="http://schemas.microsoft.com/office/drawing/2014/main" id="{50ED684F-5909-2505-646F-E88B6CBF1524}"/>
              </a:ext>
            </a:extLst>
          </p:cNvPr>
          <p:cNvGraphicFramePr>
            <a:graphicFrameLocks noGrp="1"/>
          </p:cNvGraphicFramePr>
          <p:nvPr>
            <p:ph idx="1"/>
            <p:extLst>
              <p:ext uri="{D42A27DB-BD31-4B8C-83A1-F6EECF244321}">
                <p14:modId xmlns:p14="http://schemas.microsoft.com/office/powerpoint/2010/main" val="3313343300"/>
              </p:ext>
            </p:extLst>
          </p:nvPr>
        </p:nvGraphicFramePr>
        <p:xfrm>
          <a:off x="571500" y="1437126"/>
          <a:ext cx="11049000" cy="4490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2">
            <a:extLst>
              <a:ext uri="{FF2B5EF4-FFF2-40B4-BE49-F238E27FC236}">
                <a16:creationId xmlns:a16="http://schemas.microsoft.com/office/drawing/2014/main" id="{03371B54-612F-14ED-8EDE-D63611D373A5}"/>
              </a:ext>
            </a:extLst>
          </p:cNvPr>
          <p:cNvGraphicFramePr>
            <a:graphicFrameLocks/>
          </p:cNvGraphicFramePr>
          <p:nvPr>
            <p:extLst>
              <p:ext uri="{D42A27DB-BD31-4B8C-83A1-F6EECF244321}">
                <p14:modId xmlns:p14="http://schemas.microsoft.com/office/powerpoint/2010/main" val="2969379063"/>
              </p:ext>
            </p:extLst>
          </p:nvPr>
        </p:nvGraphicFramePr>
        <p:xfrm>
          <a:off x="723900" y="1589526"/>
          <a:ext cx="11049000" cy="449070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79787693"/>
      </p:ext>
    </p:extLst>
  </p:cSld>
  <p:clrMapOvr>
    <a:masterClrMapping/>
  </p:clrMapOvr>
</p:sld>
</file>

<file path=ppt/theme/theme1.xml><?xml version="1.0" encoding="utf-8"?>
<a:theme xmlns:a="http://schemas.openxmlformats.org/drawingml/2006/main" name="1_UIC">
  <a:themeElements>
    <a:clrScheme name="UIC">
      <a:dk1>
        <a:srgbClr val="575757"/>
      </a:dk1>
      <a:lt1>
        <a:srgbClr val="FFFFFF"/>
      </a:lt1>
      <a:dk2>
        <a:srgbClr val="001D69"/>
      </a:dk2>
      <a:lt2>
        <a:srgbClr val="F2F7EB"/>
      </a:lt2>
      <a:accent1>
        <a:srgbClr val="D40032"/>
      </a:accent1>
      <a:accent2>
        <a:srgbClr val="001E61"/>
      </a:accent2>
      <a:accent3>
        <a:srgbClr val="41B6E5"/>
      </a:accent3>
      <a:accent4>
        <a:srgbClr val="FFBE3E"/>
      </a:accent4>
      <a:accent5>
        <a:srgbClr val="0085AD"/>
      </a:accent5>
      <a:accent6>
        <a:srgbClr val="D0D2CF"/>
      </a:accent6>
      <a:hlink>
        <a:srgbClr val="41B6E6"/>
      </a:hlink>
      <a:folHlink>
        <a:srgbClr val="001E6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id="{B82EF8CA-CF45-B347-9F86-BDCB680E2AB6}" vid="{5E8F787F-D014-A040-8B66-4854019F9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50406bf-ab9f-483b-b303-db1ece28540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B7536DA56B45E49B4127A42CE0BFF03" ma:contentTypeVersion="9" ma:contentTypeDescription="Create a new document." ma:contentTypeScope="" ma:versionID="5286989152088d366424bfb8338881db">
  <xsd:schema xmlns:xsd="http://www.w3.org/2001/XMLSchema" xmlns:xs="http://www.w3.org/2001/XMLSchema" xmlns:p="http://schemas.microsoft.com/office/2006/metadata/properties" xmlns:ns3="a50406bf-ab9f-483b-b303-db1ece28540e" xmlns:ns4="0b9bbc26-84a1-4caf-bda8-7ce090730006" targetNamespace="http://schemas.microsoft.com/office/2006/metadata/properties" ma:root="true" ma:fieldsID="26dadc44a8c39e1be30a9258c456d69e" ns3:_="" ns4:_="">
    <xsd:import namespace="a50406bf-ab9f-483b-b303-db1ece28540e"/>
    <xsd:import namespace="0b9bbc26-84a1-4caf-bda8-7ce09073000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0406bf-ab9f-483b-b303-db1ece2854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9bbc26-84a1-4caf-bda8-7ce09073000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35ED35-8BE3-4CCC-B416-5402A05E8B83}">
  <ds:schemaRefs>
    <ds:schemaRef ds:uri="http://schemas.microsoft.com/office/infopath/2007/PartnerControls"/>
    <ds:schemaRef ds:uri="http://purl.org/dc/elements/1.1/"/>
    <ds:schemaRef ds:uri="http://schemas.microsoft.com/office/2006/metadata/properties"/>
    <ds:schemaRef ds:uri="0b9bbc26-84a1-4caf-bda8-7ce090730006"/>
    <ds:schemaRef ds:uri="http://schemas.microsoft.com/office/2006/documentManagement/types"/>
    <ds:schemaRef ds:uri="http://schemas.openxmlformats.org/package/2006/metadata/core-properties"/>
    <ds:schemaRef ds:uri="http://purl.org/dc/dcmitype/"/>
    <ds:schemaRef ds:uri="a50406bf-ab9f-483b-b303-db1ece28540e"/>
    <ds:schemaRef ds:uri="http://www.w3.org/XML/1998/namespace"/>
    <ds:schemaRef ds:uri="http://purl.org/dc/terms/"/>
  </ds:schemaRefs>
</ds:datastoreItem>
</file>

<file path=customXml/itemProps2.xml><?xml version="1.0" encoding="utf-8"?>
<ds:datastoreItem xmlns:ds="http://schemas.openxmlformats.org/officeDocument/2006/customXml" ds:itemID="{865B39C2-E85E-4983-BF8C-946723CED5EE}">
  <ds:schemaRefs>
    <ds:schemaRef ds:uri="0b9bbc26-84a1-4caf-bda8-7ce090730006"/>
    <ds:schemaRef ds:uri="a50406bf-ab9f-483b-b303-db1ece2854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224C9C6-16F2-47FF-8924-8CBC1FE8248A}">
  <ds:schemaRefs>
    <ds:schemaRef ds:uri="http://schemas.microsoft.com/sharepoint/v3/contenttype/forms"/>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UIC template slides</Template>
  <TotalTime>583</TotalTime>
  <Words>684</Words>
  <Application>Microsoft Office PowerPoint</Application>
  <PresentationFormat>Widescreen</PresentationFormat>
  <Paragraphs>83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Cambria Math</vt:lpstr>
      <vt:lpstr>Open Sans</vt:lpstr>
      <vt:lpstr>System Font Regular</vt:lpstr>
      <vt:lpstr>Times New Roman</vt:lpstr>
      <vt:lpstr>1_UIC</vt:lpstr>
      <vt:lpstr>PowerPoint Presentation</vt:lpstr>
      <vt:lpstr>PowerPoint Presentation</vt:lpstr>
      <vt:lpstr>Introduction</vt:lpstr>
      <vt:lpstr>Theory</vt:lpstr>
      <vt:lpstr>PowerPoint Presentation</vt:lpstr>
      <vt:lpstr>Materials and Supplies</vt:lpstr>
      <vt:lpstr>PowerPoint Presentation</vt:lpstr>
      <vt:lpstr>Dangers</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Aca, Jazmin</dc:creator>
  <cp:lastModifiedBy>Zdunek, Alan</cp:lastModifiedBy>
  <cp:revision>313</cp:revision>
  <dcterms:created xsi:type="dcterms:W3CDTF">2025-09-13T20:30:28Z</dcterms:created>
  <dcterms:modified xsi:type="dcterms:W3CDTF">2025-11-12T17:32:36Z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0x0101007B7536DA56B45E49B4127A42CE0BFF03</vt:lpwstr>
  </property>
</Properties>
</file>