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4"/>
  </p:sldMasterIdLst>
  <p:notesMasterIdLst>
    <p:notesMasterId r:id="rId17"/>
  </p:notesMasterIdLst>
  <p:sldIdLst>
    <p:sldId id="379" r:id="rId5"/>
    <p:sldId id="381" r:id="rId6"/>
    <p:sldId id="387" r:id="rId7"/>
    <p:sldId id="395" r:id="rId8"/>
    <p:sldId id="392" r:id="rId9"/>
    <p:sldId id="394" r:id="rId10"/>
    <p:sldId id="376" r:id="rId11"/>
    <p:sldId id="390" r:id="rId12"/>
    <p:sldId id="393" r:id="rId13"/>
    <p:sldId id="396" r:id="rId14"/>
    <p:sldId id="397" r:id="rId15"/>
    <p:sldId id="39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4F3E8"/>
    <a:srgbClr val="333333"/>
    <a:srgbClr val="323232"/>
    <a:srgbClr val="001E62"/>
    <a:srgbClr val="D50032"/>
    <a:srgbClr val="0080A9"/>
    <a:srgbClr val="FEBB37"/>
    <a:srgbClr val="51BF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FC7726-6ADA-4F29-989E-F9D49E768D15}" v="846" dt="2025-11-24T18:51:18.324"/>
    <p1510:client id="{C592AF00-0F8C-416E-B48E-446CBF987F81}" v="341" dt="2025-11-25T15:38:18.575"/>
    <p1510:client id="{D56CAC01-0BAA-4127-B986-F83206AF5F34}" v="138" dt="2025-11-25T03:44:02.74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578" autoAdjust="0"/>
  </p:normalViewPr>
  <p:slideViewPr>
    <p:cSldViewPr snapToGrid="0">
      <p:cViewPr>
        <p:scale>
          <a:sx n="90" d="100"/>
          <a:sy n="90" d="100"/>
        </p:scale>
        <p:origin x="147"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rts/_rels/chart1.xml.rels><?xml version="1.0" encoding="UTF-8" standalone="yes"?>
<Relationships xmlns="http://schemas.openxmlformats.org/package/2006/relationships"><Relationship Id="rId1" Type="http://schemas.openxmlformats.org/officeDocument/2006/relationships/oleObject" Target="https://uic365-my.sharepoint.com/personal/jaca2_uic_edu/Documents/CHE%20381-%20Unit%20Ops%201,%20Team%202/Lab%20#6/Lab 6 Calculations.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https://uic365-my.sharepoint.com/personal/jaca2_uic_edu/Documents/CHE%20381-%20Unit%20Ops%201,%20Team%202/Lab%20#6/Lab 6 Calculations.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https://uic365-my.sharepoint.com/personal/jaca2_uic_edu/Documents/CHE%20381-%20Unit%20Ops%201,%20Team%202/Lab%20#6/Lab 6 Calculations.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sz="1400" dirty="0"/>
              <a:t>Shear Stress vs Velocity Gradient for D = 0.046 in</a:t>
            </a:r>
          </a:p>
        </c:rich>
      </c:tx>
      <c:overlay val="0"/>
    </c:title>
    <c:autoTitleDeleted val="0"/>
    <c:plotArea>
      <c:layout/>
      <c:scatterChart>
        <c:scatterStyle val="lineMarker"/>
        <c:varyColors val="0"/>
        <c:ser>
          <c:idx val="1"/>
          <c:order val="0"/>
          <c:tx>
            <c:v>L = 3 in</c:v>
          </c:tx>
          <c:spPr>
            <a:ln w="25400">
              <a:noFill/>
            </a:ln>
          </c:spPr>
          <c:trendline>
            <c:spPr>
              <a:ln>
                <a:solidFill>
                  <a:schemeClr val="accent2"/>
                </a:solidFill>
              </a:ln>
            </c:spPr>
            <c:trendlineType val="linear"/>
            <c:dispRSqr val="1"/>
            <c:dispEq val="1"/>
            <c:trendlineLbl>
              <c:layout>
                <c:manualLayout>
                  <c:x val="4.0275153105861765E-2"/>
                  <c:y val="-3.7207640711577721E-2"/>
                </c:manualLayout>
              </c:layout>
              <c:numFmt formatCode="General" sourceLinked="0"/>
              <c:txPr>
                <a:bodyPr/>
                <a:lstStyle/>
                <a:p>
                  <a:pPr algn="ctr" rtl="0">
                    <a:defRPr/>
                  </a:pPr>
                  <a:endParaRPr lang="en-US"/>
                </a:p>
              </c:txPr>
            </c:trendlineLbl>
          </c:trendline>
          <c:xVal>
            <c:numRef>
              <c:f>Graphs!$A$79:$A$81</c:f>
              <c:numCache>
                <c:formatCode>General</c:formatCode>
                <c:ptCount val="3"/>
                <c:pt idx="0">
                  <c:v>1324.9732868421072</c:v>
                </c:pt>
                <c:pt idx="1">
                  <c:v>1589.9679442105278</c:v>
                </c:pt>
                <c:pt idx="2">
                  <c:v>1854.9626015789486</c:v>
                </c:pt>
              </c:numCache>
            </c:numRef>
          </c:xVal>
          <c:yVal>
            <c:numRef>
              <c:f>Graphs!$B$79:$B$81</c:f>
              <c:numCache>
                <c:formatCode>General</c:formatCode>
                <c:ptCount val="3"/>
                <c:pt idx="0">
                  <c:v>6.4924356190677359E-17</c:v>
                </c:pt>
                <c:pt idx="1">
                  <c:v>1.9454022116717913E-16</c:v>
                </c:pt>
                <c:pt idx="2">
                  <c:v>2.807109006406947E-16</c:v>
                </c:pt>
              </c:numCache>
            </c:numRef>
          </c:yVal>
          <c:smooth val="0"/>
          <c:extLst>
            <c:ext xmlns:c16="http://schemas.microsoft.com/office/drawing/2014/chart" uri="{C3380CC4-5D6E-409C-BE32-E72D297353CC}">
              <c16:uniqueId val="{00000001-2AB1-4625-BC13-28128C7D964E}"/>
            </c:ext>
          </c:extLst>
        </c:ser>
        <c:ser>
          <c:idx val="2"/>
          <c:order val="1"/>
          <c:tx>
            <c:v>L = 6 in</c:v>
          </c:tx>
          <c:spPr>
            <a:ln w="25400" cap="rnd">
              <a:noFill/>
              <a:round/>
            </a:ln>
            <a:effectLst/>
          </c:spPr>
          <c:trendline>
            <c:spPr>
              <a:ln>
                <a:solidFill>
                  <a:schemeClr val="accent3"/>
                </a:solidFill>
              </a:ln>
            </c:spPr>
            <c:trendlineType val="linear"/>
            <c:dispRSqr val="1"/>
            <c:dispEq val="1"/>
            <c:trendlineLbl>
              <c:layout>
                <c:manualLayout>
                  <c:x val="0.14150634295713035"/>
                  <c:y val="-7.47419072615923E-2"/>
                </c:manualLayout>
              </c:layout>
              <c:numFmt formatCode="General" sourceLinked="0"/>
              <c:txPr>
                <a:bodyPr/>
                <a:lstStyle/>
                <a:p>
                  <a:pPr algn="ctr" rtl="0">
                    <a:defRPr/>
                  </a:pPr>
                  <a:endParaRPr lang="en-US"/>
                </a:p>
              </c:txPr>
            </c:trendlineLbl>
          </c:trendline>
          <c:xVal>
            <c:numRef>
              <c:f>Graphs!$A$85:$A$87</c:f>
              <c:numCache>
                <c:formatCode>General</c:formatCode>
                <c:ptCount val="3"/>
                <c:pt idx="0">
                  <c:v>658.15666535947764</c:v>
                </c:pt>
                <c:pt idx="1">
                  <c:v>789.78799843137267</c:v>
                </c:pt>
                <c:pt idx="2">
                  <c:v>921.41933150326781</c:v>
                </c:pt>
              </c:numCache>
            </c:numRef>
          </c:xVal>
          <c:yVal>
            <c:numRef>
              <c:f>Graphs!$B$85:$B$87</c:f>
              <c:numCache>
                <c:formatCode>General</c:formatCode>
                <c:ptCount val="3"/>
                <c:pt idx="0">
                  <c:v>1.0291633489999658E-17</c:v>
                </c:pt>
                <c:pt idx="1">
                  <c:v>3.8504463824646007E-17</c:v>
                </c:pt>
                <c:pt idx="2">
                  <c:v>3.6278667228088219E-17</c:v>
                </c:pt>
              </c:numCache>
            </c:numRef>
          </c:yVal>
          <c:smooth val="0"/>
          <c:extLst>
            <c:ext xmlns:c16="http://schemas.microsoft.com/office/drawing/2014/chart" uri="{C3380CC4-5D6E-409C-BE32-E72D297353CC}">
              <c16:uniqueId val="{00000003-2AB1-4625-BC13-28128C7D964E}"/>
            </c:ext>
          </c:extLst>
        </c:ser>
        <c:ser>
          <c:idx val="0"/>
          <c:order val="2"/>
          <c:tx>
            <c:v>L = 9 in</c:v>
          </c:tx>
          <c:spPr>
            <a:ln w="25400" cap="rnd">
              <a:noFill/>
              <a:round/>
            </a:ln>
            <a:effectLst/>
          </c:spPr>
          <c:marker>
            <c:symbol val="diamond"/>
            <c:size val="6"/>
            <c:spPr>
              <a:solidFill>
                <a:schemeClr val="accent1"/>
              </a:solidFill>
              <a:ln w="9525">
                <a:solidFill>
                  <a:schemeClr val="accent1"/>
                </a:solidFill>
                <a:round/>
              </a:ln>
              <a:effectLst/>
            </c:spPr>
          </c:marker>
          <c:trendline>
            <c:spPr>
              <a:ln w="9525" cap="rnd">
                <a:solidFill>
                  <a:schemeClr val="accent1"/>
                </a:solidFill>
              </a:ln>
              <a:effectLst/>
            </c:spPr>
            <c:trendlineType val="linear"/>
            <c:dispRSqr val="1"/>
            <c:dispEq val="1"/>
            <c:trendlineLbl>
              <c:layout>
                <c:manualLayout>
                  <c:x val="2.3483377077865266E-2"/>
                  <c:y val="-3.325313502478857E-3"/>
                </c:manualLayout>
              </c:layout>
              <c:numFmt formatCode="General" sourceLinked="0"/>
              <c:spPr>
                <a:noFill/>
                <a:ln>
                  <a:noFill/>
                </a:ln>
                <a:effectLst/>
              </c:spPr>
              <c:txPr>
                <a:bodyPr rot="0" vert="horz"/>
                <a:lstStyle/>
                <a:p>
                  <a:pPr>
                    <a:defRPr/>
                  </a:pPr>
                  <a:endParaRPr lang="en-US"/>
                </a:p>
              </c:txPr>
            </c:trendlineLbl>
          </c:trendline>
          <c:xVal>
            <c:numRef>
              <c:f>Graphs!$A$91:$A$93</c:f>
              <c:numCache>
                <c:formatCode>General</c:formatCode>
                <c:ptCount val="3"/>
                <c:pt idx="0">
                  <c:v>437.81726000000015</c:v>
                </c:pt>
                <c:pt idx="1">
                  <c:v>525.38071200000036</c:v>
                </c:pt>
                <c:pt idx="2">
                  <c:v>612.9441640000008</c:v>
                </c:pt>
              </c:numCache>
            </c:numRef>
          </c:xVal>
          <c:yVal>
            <c:numRef>
              <c:f>Graphs!$B$91:$B$93</c:f>
              <c:numCache>
                <c:formatCode>General</c:formatCode>
                <c:ptCount val="3"/>
                <c:pt idx="0">
                  <c:v>1.1979062511953749E-18</c:v>
                </c:pt>
                <c:pt idx="1">
                  <c:v>5.6404461194331405E-17</c:v>
                </c:pt>
                <c:pt idx="2">
                  <c:v>7.933134148541354E-17</c:v>
                </c:pt>
              </c:numCache>
            </c:numRef>
          </c:yVal>
          <c:smooth val="0"/>
          <c:extLst>
            <c:ext xmlns:c16="http://schemas.microsoft.com/office/drawing/2014/chart" uri="{C3380CC4-5D6E-409C-BE32-E72D297353CC}">
              <c16:uniqueId val="{00000005-2AB1-4625-BC13-28128C7D964E}"/>
            </c:ext>
          </c:extLst>
        </c:ser>
        <c:dLbls>
          <c:showLegendKey val="0"/>
          <c:showVal val="0"/>
          <c:showCatName val="0"/>
          <c:showSerName val="0"/>
          <c:showPercent val="0"/>
          <c:showBubbleSize val="0"/>
        </c:dLbls>
        <c:axId val="133674751"/>
        <c:axId val="133668991"/>
      </c:scatterChart>
      <c:valAx>
        <c:axId val="133674751"/>
        <c:scaling>
          <c:orientation val="minMax"/>
        </c:scaling>
        <c:delete val="0"/>
        <c:axPos val="b"/>
        <c:title>
          <c:tx>
            <c:rich>
              <a:bodyPr rot="0" vert="horz"/>
              <a:lstStyle/>
              <a:p>
                <a:pPr>
                  <a:defRPr/>
                </a:pPr>
                <a:r>
                  <a:rPr lang="en-NZ"/>
                  <a:t>Velocity Gradient (1/s) </a:t>
                </a:r>
              </a:p>
            </c:rich>
          </c:tx>
          <c:overlay val="0"/>
          <c:spPr>
            <a:noFill/>
            <a:ln>
              <a:noFill/>
            </a:ln>
            <a:effectLst/>
          </c:spPr>
        </c:title>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vert="horz"/>
          <a:lstStyle/>
          <a:p>
            <a:pPr>
              <a:defRPr/>
            </a:pPr>
            <a:endParaRPr lang="en-US"/>
          </a:p>
        </c:txPr>
        <c:crossAx val="133668991"/>
        <c:crosses val="autoZero"/>
        <c:crossBetween val="midCat"/>
      </c:valAx>
      <c:valAx>
        <c:axId val="133668991"/>
        <c:scaling>
          <c:orientation val="minMax"/>
        </c:scaling>
        <c:delete val="0"/>
        <c:axPos val="l"/>
        <c:majorGridlines>
          <c:spPr>
            <a:ln w="9525" cap="flat" cmpd="sng" algn="ctr">
              <a:solidFill>
                <a:schemeClr val="tx1">
                  <a:lumMod val="15000"/>
                  <a:lumOff val="85000"/>
                </a:schemeClr>
              </a:solidFill>
              <a:round/>
            </a:ln>
            <a:effectLst/>
          </c:spPr>
        </c:majorGridlines>
        <c:minorGridlines>
          <c:spPr>
            <a:ln>
              <a:solidFill>
                <a:schemeClr val="tx1">
                  <a:lumMod val="5000"/>
                  <a:lumOff val="95000"/>
                </a:schemeClr>
              </a:solidFill>
            </a:ln>
            <a:effectLst/>
          </c:spPr>
        </c:minorGridlines>
        <c:title>
          <c:tx>
            <c:rich>
              <a:bodyPr rot="-5400000" vert="horz"/>
              <a:lstStyle/>
              <a:p>
                <a:pPr>
                  <a:defRPr/>
                </a:pPr>
                <a:r>
                  <a:rPr lang="en-NZ"/>
                  <a:t>Shear Stress (Pa) </a:t>
                </a:r>
              </a:p>
            </c:rich>
          </c:tx>
          <c:overlay val="0"/>
          <c:spPr>
            <a:noFill/>
            <a:ln>
              <a:noFill/>
            </a:ln>
            <a:effectLst/>
          </c:spPr>
        </c:title>
        <c:numFmt formatCode="General" sourceLinked="1"/>
        <c:majorTickMark val="out"/>
        <c:minorTickMark val="none"/>
        <c:tickLblPos val="nextTo"/>
        <c:spPr>
          <a:noFill/>
          <a:ln w="9525" cap="flat" cmpd="sng" algn="ctr">
            <a:solidFill>
              <a:schemeClr val="dk1">
                <a:lumMod val="15000"/>
                <a:lumOff val="85000"/>
              </a:schemeClr>
            </a:solidFill>
            <a:round/>
          </a:ln>
          <a:effectLst/>
        </c:spPr>
        <c:txPr>
          <a:bodyPr rot="-60000000" vert="horz"/>
          <a:lstStyle/>
          <a:p>
            <a:pPr>
              <a:defRPr/>
            </a:pPr>
            <a:endParaRPr lang="en-US"/>
          </a:p>
        </c:txPr>
        <c:crossAx val="133674751"/>
        <c:crosses val="autoZero"/>
        <c:crossBetween val="midCat"/>
      </c:valAx>
    </c:plotArea>
    <c:legend>
      <c:legendPos val="r"/>
      <c:legendEntry>
        <c:idx val="3"/>
        <c:delete val="1"/>
      </c:legendEntry>
      <c:legendEntry>
        <c:idx val="4"/>
        <c:delete val="1"/>
      </c:legendEntry>
      <c:legendEntry>
        <c:idx val="5"/>
        <c:delete val="1"/>
      </c:legendEntry>
      <c:overlay val="0"/>
    </c:legend>
    <c:plotVisOnly val="1"/>
    <c:dispBlanksAs val="gap"/>
    <c:showDLblsOverMax val="0"/>
    <c:extLst/>
  </c:chart>
  <c:txPr>
    <a:bodyPr/>
    <a:lstStyle/>
    <a:p>
      <a:pPr>
        <a:defRPr>
          <a:solidFill>
            <a:srgbClr val="080808"/>
          </a:solidFill>
          <a:latin typeface="Times New Roman" panose="02020603050405020304" pitchFamily="18" charset="0"/>
          <a:cs typeface="Times New Roman" panose="02020603050405020304" pitchFamily="18" charset="0"/>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lgn="ctr" rtl="0">
              <a:defRPr/>
            </a:pPr>
            <a:r>
              <a:rPr lang="en-US" sz="1400" dirty="0"/>
              <a:t>Shear Stress vs Velocity Gradient for D = 0.062 in</a:t>
            </a:r>
          </a:p>
        </c:rich>
      </c:tx>
      <c:overlay val="0"/>
    </c:title>
    <c:autoTitleDeleted val="0"/>
    <c:plotArea>
      <c:layout/>
      <c:scatterChart>
        <c:scatterStyle val="lineMarker"/>
        <c:varyColors val="0"/>
        <c:ser>
          <c:idx val="1"/>
          <c:order val="0"/>
          <c:tx>
            <c:v>L = 3 in</c:v>
          </c:tx>
          <c:spPr>
            <a:ln w="25400">
              <a:noFill/>
            </a:ln>
          </c:spPr>
          <c:trendline>
            <c:spPr>
              <a:ln>
                <a:solidFill>
                  <a:schemeClr val="accent2"/>
                </a:solidFill>
              </a:ln>
            </c:spPr>
            <c:trendlineType val="linear"/>
            <c:dispRSqr val="1"/>
            <c:dispEq val="1"/>
            <c:trendlineLbl>
              <c:layout>
                <c:manualLayout>
                  <c:x val="-1.7911417322834647E-2"/>
                  <c:y val="3.2268883056284628E-2"/>
                </c:manualLayout>
              </c:layout>
              <c:numFmt formatCode="General" sourceLinked="0"/>
              <c:txPr>
                <a:bodyPr/>
                <a:lstStyle/>
                <a:p>
                  <a:pPr algn="ctr" rtl="0">
                    <a:defRPr/>
                  </a:pPr>
                  <a:endParaRPr lang="en-US"/>
                </a:p>
              </c:txPr>
            </c:trendlineLbl>
          </c:trendline>
          <c:xVal>
            <c:numRef>
              <c:f>Graphs!$A$97:$A$99</c:f>
              <c:numCache>
                <c:formatCode>General</c:formatCode>
                <c:ptCount val="3"/>
                <c:pt idx="0">
                  <c:v>1785.8335605263169</c:v>
                </c:pt>
                <c:pt idx="1">
                  <c:v>2143.0002726315811</c:v>
                </c:pt>
                <c:pt idx="2">
                  <c:v>2500.1669847368439</c:v>
                </c:pt>
              </c:numCache>
            </c:numRef>
          </c:xVal>
          <c:yVal>
            <c:numRef>
              <c:f>Graphs!$B$97:$B$99</c:f>
              <c:numCache>
                <c:formatCode>General</c:formatCode>
                <c:ptCount val="3"/>
                <c:pt idx="0">
                  <c:v>2.8157243331873486E-15</c:v>
                </c:pt>
                <c:pt idx="1">
                  <c:v>3.1364299962706656E-15</c:v>
                </c:pt>
                <c:pt idx="2">
                  <c:v>4.0567950110935569E-15</c:v>
                </c:pt>
              </c:numCache>
            </c:numRef>
          </c:yVal>
          <c:smooth val="0"/>
          <c:extLst>
            <c:ext xmlns:c16="http://schemas.microsoft.com/office/drawing/2014/chart" uri="{C3380CC4-5D6E-409C-BE32-E72D297353CC}">
              <c16:uniqueId val="{00000001-9C84-4988-8B84-5793238DF409}"/>
            </c:ext>
          </c:extLst>
        </c:ser>
        <c:ser>
          <c:idx val="2"/>
          <c:order val="1"/>
          <c:tx>
            <c:v>L = 6 in</c:v>
          </c:tx>
          <c:spPr>
            <a:ln w="25400" cap="rnd">
              <a:noFill/>
              <a:round/>
            </a:ln>
            <a:effectLst/>
          </c:spPr>
          <c:trendline>
            <c:spPr>
              <a:ln>
                <a:solidFill>
                  <a:schemeClr val="accent3"/>
                </a:solidFill>
              </a:ln>
            </c:spPr>
            <c:trendlineType val="linear"/>
            <c:dispRSqr val="1"/>
            <c:dispEq val="1"/>
            <c:trendlineLbl>
              <c:layout>
                <c:manualLayout>
                  <c:x val="0.21294998053234596"/>
                  <c:y val="0.16179862933799941"/>
                </c:manualLayout>
              </c:layout>
              <c:numFmt formatCode="General" sourceLinked="0"/>
              <c:txPr>
                <a:bodyPr/>
                <a:lstStyle/>
                <a:p>
                  <a:pPr algn="ctr" rtl="0">
                    <a:defRPr/>
                  </a:pPr>
                  <a:endParaRPr lang="en-US"/>
                </a:p>
              </c:txPr>
            </c:trendlineLbl>
          </c:trendline>
          <c:xVal>
            <c:numRef>
              <c:f>Graphs!$A$103:$A$105</c:f>
              <c:numCache>
                <c:formatCode>General</c:formatCode>
                <c:ptCount val="3"/>
                <c:pt idx="0">
                  <c:v>887.08072287581774</c:v>
                </c:pt>
                <c:pt idx="1">
                  <c:v>1064.4968674509814</c:v>
                </c:pt>
                <c:pt idx="2">
                  <c:v>1241.9130120261448</c:v>
                </c:pt>
              </c:numCache>
            </c:numRef>
          </c:xVal>
          <c:yVal>
            <c:numRef>
              <c:f>Graphs!$B$103:$B$105</c:f>
              <c:numCache>
                <c:formatCode>General</c:formatCode>
                <c:ptCount val="3"/>
                <c:pt idx="0">
                  <c:v>1.2805678960581591E-15</c:v>
                </c:pt>
                <c:pt idx="1">
                  <c:v>1.9165353230910349E-15</c:v>
                </c:pt>
                <c:pt idx="2">
                  <c:v>2.201425708956096E-15</c:v>
                </c:pt>
              </c:numCache>
            </c:numRef>
          </c:yVal>
          <c:smooth val="0"/>
          <c:extLst>
            <c:ext xmlns:c16="http://schemas.microsoft.com/office/drawing/2014/chart" uri="{C3380CC4-5D6E-409C-BE32-E72D297353CC}">
              <c16:uniqueId val="{00000003-9C84-4988-8B84-5793238DF409}"/>
            </c:ext>
          </c:extLst>
        </c:ser>
        <c:ser>
          <c:idx val="0"/>
          <c:order val="2"/>
          <c:tx>
            <c:v>L = 9 in</c:v>
          </c:tx>
          <c:spPr>
            <a:ln w="25400" cap="rnd">
              <a:noFill/>
              <a:round/>
            </a:ln>
            <a:effectLst/>
          </c:spPr>
          <c:marker>
            <c:symbol val="diamond"/>
            <c:size val="6"/>
            <c:spPr>
              <a:solidFill>
                <a:schemeClr val="accent1"/>
              </a:solidFill>
              <a:ln w="9525">
                <a:solidFill>
                  <a:schemeClr val="accent1"/>
                </a:solidFill>
                <a:round/>
              </a:ln>
              <a:effectLst/>
            </c:spPr>
          </c:marker>
          <c:trendline>
            <c:spPr>
              <a:ln w="9525" cap="rnd">
                <a:solidFill>
                  <a:schemeClr val="accent1"/>
                </a:solidFill>
              </a:ln>
              <a:effectLst/>
            </c:spPr>
            <c:trendlineType val="linear"/>
            <c:dispRSqr val="1"/>
            <c:dispEq val="1"/>
            <c:trendlineLbl>
              <c:layout>
                <c:manualLayout>
                  <c:x val="3.4474628171478568E-2"/>
                  <c:y val="-5.352981918926801E-2"/>
                </c:manualLayout>
              </c:layout>
              <c:numFmt formatCode="General" sourceLinked="0"/>
              <c:spPr>
                <a:noFill/>
                <a:ln>
                  <a:noFill/>
                </a:ln>
                <a:effectLst/>
              </c:spPr>
              <c:txPr>
                <a:bodyPr rot="0" vert="horz"/>
                <a:lstStyle/>
                <a:p>
                  <a:pPr>
                    <a:defRPr/>
                  </a:pPr>
                  <a:endParaRPr lang="en-US"/>
                </a:p>
              </c:txPr>
            </c:trendlineLbl>
          </c:trendline>
          <c:xVal>
            <c:numRef>
              <c:f>Graphs!$A$109:$A$111</c:f>
              <c:numCache>
                <c:formatCode>General</c:formatCode>
                <c:ptCount val="3"/>
                <c:pt idx="0">
                  <c:v>590.10152434782628</c:v>
                </c:pt>
                <c:pt idx="1">
                  <c:v>708.12182921739179</c:v>
                </c:pt>
                <c:pt idx="2">
                  <c:v>826.14213408695684</c:v>
                </c:pt>
              </c:numCache>
            </c:numRef>
          </c:xVal>
          <c:yVal>
            <c:numRef>
              <c:f>Graphs!$B$109:$B$111</c:f>
              <c:numCache>
                <c:formatCode>General</c:formatCode>
                <c:ptCount val="3"/>
                <c:pt idx="0">
                  <c:v>7.5107465366283949E-16</c:v>
                </c:pt>
                <c:pt idx="1">
                  <c:v>1.0877632937812266E-15</c:v>
                </c:pt>
                <c:pt idx="2">
                  <c:v>1.4503510553119349E-15</c:v>
                </c:pt>
              </c:numCache>
            </c:numRef>
          </c:yVal>
          <c:smooth val="0"/>
          <c:extLst>
            <c:ext xmlns:c16="http://schemas.microsoft.com/office/drawing/2014/chart" uri="{C3380CC4-5D6E-409C-BE32-E72D297353CC}">
              <c16:uniqueId val="{00000005-9C84-4988-8B84-5793238DF409}"/>
            </c:ext>
          </c:extLst>
        </c:ser>
        <c:dLbls>
          <c:showLegendKey val="0"/>
          <c:showVal val="0"/>
          <c:showCatName val="0"/>
          <c:showSerName val="0"/>
          <c:showPercent val="0"/>
          <c:showBubbleSize val="0"/>
        </c:dLbls>
        <c:axId val="34595375"/>
        <c:axId val="34592975"/>
      </c:scatterChart>
      <c:valAx>
        <c:axId val="34595375"/>
        <c:scaling>
          <c:orientation val="minMax"/>
        </c:scaling>
        <c:delete val="0"/>
        <c:axPos val="b"/>
        <c:title>
          <c:tx>
            <c:rich>
              <a:bodyPr rot="0" vert="horz"/>
              <a:lstStyle/>
              <a:p>
                <a:pPr>
                  <a:defRPr/>
                </a:pPr>
                <a:r>
                  <a:rPr lang="en-NZ"/>
                  <a:t>Velocity Gradient (1/s) </a:t>
                </a:r>
              </a:p>
            </c:rich>
          </c:tx>
          <c:overlay val="0"/>
          <c:spPr>
            <a:noFill/>
            <a:ln>
              <a:noFill/>
            </a:ln>
            <a:effectLst/>
          </c:spPr>
        </c:title>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vert="horz"/>
          <a:lstStyle/>
          <a:p>
            <a:pPr>
              <a:defRPr/>
            </a:pPr>
            <a:endParaRPr lang="en-US"/>
          </a:p>
        </c:txPr>
        <c:crossAx val="34592975"/>
        <c:crosses val="autoZero"/>
        <c:crossBetween val="midCat"/>
      </c:valAx>
      <c:valAx>
        <c:axId val="34592975"/>
        <c:scaling>
          <c:orientation val="minMax"/>
        </c:scaling>
        <c:delete val="0"/>
        <c:axPos val="l"/>
        <c:majorGridlines>
          <c:spPr>
            <a:ln w="9525" cap="flat" cmpd="sng" algn="ctr">
              <a:solidFill>
                <a:schemeClr val="tx1">
                  <a:lumMod val="15000"/>
                  <a:lumOff val="85000"/>
                </a:schemeClr>
              </a:solidFill>
              <a:round/>
            </a:ln>
            <a:effectLst/>
          </c:spPr>
        </c:majorGridlines>
        <c:minorGridlines>
          <c:spPr>
            <a:ln>
              <a:solidFill>
                <a:schemeClr val="tx1">
                  <a:lumMod val="5000"/>
                  <a:lumOff val="95000"/>
                </a:schemeClr>
              </a:solidFill>
            </a:ln>
            <a:effectLst/>
          </c:spPr>
        </c:minorGridlines>
        <c:title>
          <c:tx>
            <c:rich>
              <a:bodyPr rot="-5400000" vert="horz"/>
              <a:lstStyle/>
              <a:p>
                <a:pPr>
                  <a:defRPr/>
                </a:pPr>
                <a:r>
                  <a:rPr lang="en-NZ"/>
                  <a:t>Shear Stress (Pa) </a:t>
                </a:r>
              </a:p>
            </c:rich>
          </c:tx>
          <c:overlay val="0"/>
          <c:spPr>
            <a:noFill/>
            <a:ln>
              <a:noFill/>
            </a:ln>
            <a:effectLst/>
          </c:spPr>
        </c:title>
        <c:numFmt formatCode="General" sourceLinked="1"/>
        <c:majorTickMark val="out"/>
        <c:minorTickMark val="none"/>
        <c:tickLblPos val="nextTo"/>
        <c:spPr>
          <a:noFill/>
          <a:ln w="9525" cap="flat" cmpd="sng" algn="ctr">
            <a:solidFill>
              <a:schemeClr val="dk1">
                <a:lumMod val="15000"/>
                <a:lumOff val="85000"/>
              </a:schemeClr>
            </a:solidFill>
            <a:round/>
          </a:ln>
          <a:effectLst/>
        </c:spPr>
        <c:txPr>
          <a:bodyPr rot="-60000000" vert="horz"/>
          <a:lstStyle/>
          <a:p>
            <a:pPr>
              <a:defRPr/>
            </a:pPr>
            <a:endParaRPr lang="en-US"/>
          </a:p>
        </c:txPr>
        <c:crossAx val="34595375"/>
        <c:crosses val="autoZero"/>
        <c:crossBetween val="midCat"/>
      </c:valAx>
    </c:plotArea>
    <c:legend>
      <c:legendPos val="r"/>
      <c:legendEntry>
        <c:idx val="3"/>
        <c:delete val="1"/>
      </c:legendEntry>
      <c:legendEntry>
        <c:idx val="4"/>
        <c:delete val="1"/>
      </c:legendEntry>
      <c:legendEntry>
        <c:idx val="5"/>
        <c:delete val="1"/>
      </c:legendEntry>
      <c:overlay val="0"/>
    </c:legend>
    <c:plotVisOnly val="1"/>
    <c:dispBlanksAs val="gap"/>
    <c:showDLblsOverMax val="0"/>
    <c:extLst/>
  </c:chart>
  <c:txPr>
    <a:bodyPr/>
    <a:lstStyle/>
    <a:p>
      <a:pPr>
        <a:defRPr>
          <a:solidFill>
            <a:srgbClr val="080808"/>
          </a:solidFill>
          <a:latin typeface="Times New Roman" panose="02020603050405020304" pitchFamily="18" charset="0"/>
          <a:cs typeface="Times New Roman" panose="02020603050405020304" pitchFamily="18" charset="0"/>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lgn="ctr" rtl="0">
              <a:defRPr/>
            </a:pPr>
            <a:r>
              <a:rPr lang="en-US" sz="1400" dirty="0"/>
              <a:t>Shear Stress vs Velocity Gradient for D = 0.070 in</a:t>
            </a:r>
          </a:p>
        </c:rich>
      </c:tx>
      <c:overlay val="0"/>
    </c:title>
    <c:autoTitleDeleted val="0"/>
    <c:plotArea>
      <c:layout>
        <c:manualLayout>
          <c:layoutTarget val="inner"/>
          <c:xMode val="edge"/>
          <c:yMode val="edge"/>
          <c:x val="0.13809824485156033"/>
          <c:y val="0.12191307260297733"/>
          <c:w val="0.68913351959674807"/>
          <c:h val="0.69572988749798137"/>
        </c:manualLayout>
      </c:layout>
      <c:scatterChart>
        <c:scatterStyle val="lineMarker"/>
        <c:varyColors val="0"/>
        <c:ser>
          <c:idx val="1"/>
          <c:order val="0"/>
          <c:tx>
            <c:v>L = 3 in</c:v>
          </c:tx>
          <c:spPr>
            <a:ln w="25400">
              <a:noFill/>
            </a:ln>
          </c:spPr>
          <c:trendline>
            <c:spPr>
              <a:ln>
                <a:solidFill>
                  <a:schemeClr val="accent2"/>
                </a:solidFill>
              </a:ln>
            </c:spPr>
            <c:trendlineType val="linear"/>
            <c:dispRSqr val="1"/>
            <c:dispEq val="1"/>
            <c:trendlineLbl>
              <c:layout>
                <c:manualLayout>
                  <c:x val="4.9694663167104115E-2"/>
                  <c:y val="0.16809747739865857"/>
                </c:manualLayout>
              </c:layout>
              <c:numFmt formatCode="General" sourceLinked="0"/>
              <c:txPr>
                <a:bodyPr/>
                <a:lstStyle/>
                <a:p>
                  <a:pPr algn="ctr" rtl="0">
                    <a:defRPr/>
                  </a:pPr>
                  <a:endParaRPr lang="en-US"/>
                </a:p>
              </c:txPr>
            </c:trendlineLbl>
          </c:trendline>
          <c:xVal>
            <c:numRef>
              <c:f>Graphs!$A$115:$A$117</c:f>
              <c:numCache>
                <c:formatCode>General</c:formatCode>
                <c:ptCount val="3"/>
                <c:pt idx="0">
                  <c:v>2016.2636973684228</c:v>
                </c:pt>
                <c:pt idx="1">
                  <c:v>2419.516436842106</c:v>
                </c:pt>
                <c:pt idx="2">
                  <c:v>2822.7691763157918</c:v>
                </c:pt>
              </c:numCache>
            </c:numRef>
          </c:xVal>
          <c:yVal>
            <c:numRef>
              <c:f>Graphs!$B$115:$B$117</c:f>
              <c:numCache>
                <c:formatCode>General</c:formatCode>
                <c:ptCount val="3"/>
                <c:pt idx="0">
                  <c:v>1.1723224496836351E-15</c:v>
                </c:pt>
                <c:pt idx="1">
                  <c:v>2.8719882055706705E-15</c:v>
                </c:pt>
                <c:pt idx="2">
                  <c:v>2.2743361214201458E-15</c:v>
                </c:pt>
              </c:numCache>
            </c:numRef>
          </c:yVal>
          <c:smooth val="0"/>
          <c:extLst>
            <c:ext xmlns:c16="http://schemas.microsoft.com/office/drawing/2014/chart" uri="{C3380CC4-5D6E-409C-BE32-E72D297353CC}">
              <c16:uniqueId val="{00000001-DC10-4964-984D-26A54C62D3B3}"/>
            </c:ext>
          </c:extLst>
        </c:ser>
        <c:ser>
          <c:idx val="2"/>
          <c:order val="1"/>
          <c:tx>
            <c:v>L = 6 in</c:v>
          </c:tx>
          <c:spPr>
            <a:ln w="25400" cap="rnd">
              <a:noFill/>
              <a:round/>
            </a:ln>
            <a:effectLst/>
          </c:spPr>
          <c:trendline>
            <c:spPr>
              <a:ln>
                <a:solidFill>
                  <a:schemeClr val="accent3"/>
                </a:solidFill>
              </a:ln>
            </c:spPr>
            <c:trendlineType val="linear"/>
            <c:dispRSqr val="1"/>
            <c:dispEq val="1"/>
            <c:trendlineLbl>
              <c:layout>
                <c:manualLayout>
                  <c:x val="0.19456496062992132"/>
                  <c:y val="0.11851851851851852"/>
                </c:manualLayout>
              </c:layout>
              <c:numFmt formatCode="General" sourceLinked="0"/>
              <c:txPr>
                <a:bodyPr/>
                <a:lstStyle/>
                <a:p>
                  <a:pPr algn="ctr" rtl="0">
                    <a:defRPr/>
                  </a:pPr>
                  <a:endParaRPr lang="en-US"/>
                </a:p>
              </c:txPr>
            </c:trendlineLbl>
          </c:trendline>
          <c:xVal>
            <c:numRef>
              <c:f>Graphs!$A$121:$A$123</c:f>
              <c:numCache>
                <c:formatCode>General</c:formatCode>
                <c:ptCount val="3"/>
                <c:pt idx="0">
                  <c:v>1001.5427516339871</c:v>
                </c:pt>
                <c:pt idx="1">
                  <c:v>1201.8513019607858</c:v>
                </c:pt>
                <c:pt idx="2">
                  <c:v>1402.1598522875831</c:v>
                </c:pt>
              </c:numCache>
            </c:numRef>
          </c:xVal>
          <c:yVal>
            <c:numRef>
              <c:f>Graphs!$B$121:$B$123</c:f>
              <c:numCache>
                <c:formatCode>General</c:formatCode>
                <c:ptCount val="3"/>
                <c:pt idx="0">
                  <c:v>1.1182152596982389E-15</c:v>
                </c:pt>
                <c:pt idx="1">
                  <c:v>4.4728610387929715E-15</c:v>
                </c:pt>
                <c:pt idx="2">
                  <c:v>5.0319686686422921E-15</c:v>
                </c:pt>
              </c:numCache>
            </c:numRef>
          </c:yVal>
          <c:smooth val="0"/>
          <c:extLst>
            <c:ext xmlns:c16="http://schemas.microsoft.com/office/drawing/2014/chart" uri="{C3380CC4-5D6E-409C-BE32-E72D297353CC}">
              <c16:uniqueId val="{00000003-DC10-4964-984D-26A54C62D3B3}"/>
            </c:ext>
          </c:extLst>
        </c:ser>
        <c:ser>
          <c:idx val="0"/>
          <c:order val="2"/>
          <c:tx>
            <c:v>L = 9 in</c:v>
          </c:tx>
          <c:spPr>
            <a:ln w="25400" cap="rnd">
              <a:noFill/>
              <a:round/>
            </a:ln>
            <a:effectLst/>
          </c:spPr>
          <c:marker>
            <c:symbol val="diamond"/>
            <c:size val="6"/>
            <c:spPr>
              <a:solidFill>
                <a:schemeClr val="accent1"/>
              </a:solidFill>
              <a:ln w="9525">
                <a:solidFill>
                  <a:schemeClr val="accent1"/>
                </a:solidFill>
                <a:round/>
              </a:ln>
              <a:effectLst/>
            </c:spPr>
          </c:marker>
          <c:trendline>
            <c:spPr>
              <a:ln w="9525" cap="rnd">
                <a:solidFill>
                  <a:schemeClr val="accent1"/>
                </a:solidFill>
              </a:ln>
              <a:effectLst/>
            </c:spPr>
            <c:trendlineType val="linear"/>
            <c:dispRSqr val="1"/>
            <c:dispEq val="1"/>
            <c:trendlineLbl>
              <c:layout>
                <c:manualLayout>
                  <c:x val="-1.5769903762029747E-2"/>
                  <c:y val="7.1649897929425485E-2"/>
                </c:manualLayout>
              </c:layout>
              <c:numFmt formatCode="General" sourceLinked="0"/>
              <c:spPr>
                <a:noFill/>
                <a:ln>
                  <a:noFill/>
                </a:ln>
                <a:effectLst/>
              </c:spPr>
              <c:txPr>
                <a:bodyPr rot="0" vert="horz"/>
                <a:lstStyle/>
                <a:p>
                  <a:pPr>
                    <a:defRPr/>
                  </a:pPr>
                  <a:endParaRPr lang="en-US"/>
                </a:p>
              </c:txPr>
            </c:trendlineLbl>
          </c:trendline>
          <c:xVal>
            <c:numRef>
              <c:f>Graphs!$A$127:$A$129</c:f>
              <c:numCache>
                <c:formatCode>General</c:formatCode>
                <c:ptCount val="3"/>
                <c:pt idx="0">
                  <c:v>666.24365652173958</c:v>
                </c:pt>
                <c:pt idx="1">
                  <c:v>799.49238782608768</c:v>
                </c:pt>
                <c:pt idx="2">
                  <c:v>932.74111913043544</c:v>
                </c:pt>
              </c:numCache>
            </c:numRef>
          </c:xVal>
          <c:yVal>
            <c:numRef>
              <c:f>Graphs!$B$127:$B$129</c:f>
              <c:numCache>
                <c:formatCode>General</c:formatCode>
                <c:ptCount val="3"/>
                <c:pt idx="0">
                  <c:v>2.0873384186173903E-15</c:v>
                </c:pt>
                <c:pt idx="1">
                  <c:v>2.7209876621969059E-15</c:v>
                </c:pt>
                <c:pt idx="2">
                  <c:v>3.3919166423240425E-15</c:v>
                </c:pt>
              </c:numCache>
            </c:numRef>
          </c:yVal>
          <c:smooth val="0"/>
          <c:extLst>
            <c:ext xmlns:c16="http://schemas.microsoft.com/office/drawing/2014/chart" uri="{C3380CC4-5D6E-409C-BE32-E72D297353CC}">
              <c16:uniqueId val="{00000005-DC10-4964-984D-26A54C62D3B3}"/>
            </c:ext>
          </c:extLst>
        </c:ser>
        <c:dLbls>
          <c:showLegendKey val="0"/>
          <c:showVal val="0"/>
          <c:showCatName val="0"/>
          <c:showSerName val="0"/>
          <c:showPercent val="0"/>
          <c:showBubbleSize val="0"/>
        </c:dLbls>
        <c:axId val="18788447"/>
        <c:axId val="18796127"/>
      </c:scatterChart>
      <c:valAx>
        <c:axId val="18788447"/>
        <c:scaling>
          <c:orientation val="minMax"/>
        </c:scaling>
        <c:delete val="0"/>
        <c:axPos val="b"/>
        <c:title>
          <c:tx>
            <c:rich>
              <a:bodyPr rot="0" vert="horz"/>
              <a:lstStyle/>
              <a:p>
                <a:pPr>
                  <a:defRPr/>
                </a:pPr>
                <a:r>
                  <a:rPr lang="en-NZ"/>
                  <a:t>Velocity Gradient (1/s) </a:t>
                </a:r>
              </a:p>
            </c:rich>
          </c:tx>
          <c:overlay val="0"/>
          <c:spPr>
            <a:noFill/>
            <a:ln>
              <a:noFill/>
            </a:ln>
            <a:effectLst/>
          </c:spPr>
        </c:title>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vert="horz"/>
          <a:lstStyle/>
          <a:p>
            <a:pPr>
              <a:defRPr/>
            </a:pPr>
            <a:endParaRPr lang="en-US"/>
          </a:p>
        </c:txPr>
        <c:crossAx val="18796127"/>
        <c:crosses val="autoZero"/>
        <c:crossBetween val="midCat"/>
      </c:valAx>
      <c:valAx>
        <c:axId val="18796127"/>
        <c:scaling>
          <c:orientation val="minMax"/>
        </c:scaling>
        <c:delete val="0"/>
        <c:axPos val="l"/>
        <c:majorGridlines>
          <c:spPr>
            <a:ln w="9525" cap="flat" cmpd="sng" algn="ctr">
              <a:solidFill>
                <a:schemeClr val="tx1">
                  <a:lumMod val="15000"/>
                  <a:lumOff val="85000"/>
                </a:schemeClr>
              </a:solidFill>
              <a:round/>
            </a:ln>
            <a:effectLst/>
          </c:spPr>
        </c:majorGridlines>
        <c:minorGridlines>
          <c:spPr>
            <a:ln>
              <a:solidFill>
                <a:schemeClr val="tx1">
                  <a:lumMod val="5000"/>
                  <a:lumOff val="95000"/>
                </a:schemeClr>
              </a:solidFill>
            </a:ln>
            <a:effectLst/>
          </c:spPr>
        </c:minorGridlines>
        <c:title>
          <c:tx>
            <c:rich>
              <a:bodyPr rot="-5400000" vert="horz"/>
              <a:lstStyle/>
              <a:p>
                <a:pPr>
                  <a:defRPr/>
                </a:pPr>
                <a:r>
                  <a:rPr lang="en-NZ"/>
                  <a:t>Shear Stress (Pa) </a:t>
                </a:r>
              </a:p>
            </c:rich>
          </c:tx>
          <c:overlay val="0"/>
          <c:spPr>
            <a:noFill/>
            <a:ln>
              <a:noFill/>
            </a:ln>
            <a:effectLst/>
          </c:spPr>
        </c:title>
        <c:numFmt formatCode="General" sourceLinked="1"/>
        <c:majorTickMark val="out"/>
        <c:minorTickMark val="none"/>
        <c:tickLblPos val="nextTo"/>
        <c:spPr>
          <a:noFill/>
          <a:ln w="9525" cap="flat" cmpd="sng" algn="ctr">
            <a:solidFill>
              <a:schemeClr val="dk1">
                <a:lumMod val="15000"/>
                <a:lumOff val="85000"/>
              </a:schemeClr>
            </a:solidFill>
            <a:round/>
          </a:ln>
          <a:effectLst/>
        </c:spPr>
        <c:txPr>
          <a:bodyPr rot="-60000000" vert="horz"/>
          <a:lstStyle/>
          <a:p>
            <a:pPr>
              <a:defRPr/>
            </a:pPr>
            <a:endParaRPr lang="en-US"/>
          </a:p>
        </c:txPr>
        <c:crossAx val="18788447"/>
        <c:crosses val="autoZero"/>
        <c:crossBetween val="midCat"/>
      </c:valAx>
    </c:plotArea>
    <c:legend>
      <c:legendPos val="r"/>
      <c:legendEntry>
        <c:idx val="3"/>
        <c:delete val="1"/>
      </c:legendEntry>
      <c:legendEntry>
        <c:idx val="4"/>
        <c:delete val="1"/>
      </c:legendEntry>
      <c:legendEntry>
        <c:idx val="5"/>
        <c:delete val="1"/>
      </c:legendEntry>
      <c:overlay val="0"/>
    </c:legend>
    <c:plotVisOnly val="1"/>
    <c:dispBlanksAs val="gap"/>
    <c:showDLblsOverMax val="0"/>
    <c:extLst/>
  </c:chart>
  <c:txPr>
    <a:bodyPr/>
    <a:lstStyle/>
    <a:p>
      <a:pPr>
        <a:defRPr>
          <a:solidFill>
            <a:srgbClr val="080808"/>
          </a:solidFill>
          <a:latin typeface="Times New Roman" panose="02020603050405020304" pitchFamily="18" charset="0"/>
          <a:cs typeface="Times New Roman" panose="02020603050405020304" pitchFamily="18" charset="0"/>
        </a:defRPr>
      </a:pPr>
      <a:endParaRPr lang="en-US"/>
    </a:p>
  </c:tx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1C9C1F0-56AF-4416-AE62-7186D922D099}" type="doc">
      <dgm:prSet loTypeId="urn:microsoft.com/office/officeart/2008/layout/LinedList" loCatId="list" qsTypeId="urn:microsoft.com/office/officeart/2005/8/quickstyle/simple1" qsCatId="simple" csTypeId="urn:microsoft.com/office/officeart/2005/8/colors/accent2_2" csCatId="accent2" phldr="1"/>
      <dgm:spPr/>
      <dgm:t>
        <a:bodyPr/>
        <a:lstStyle/>
        <a:p>
          <a:endParaRPr lang="en-US"/>
        </a:p>
      </dgm:t>
    </dgm:pt>
    <dgm:pt modelId="{B65BD74F-2100-4FF9-8084-48310AD1FAF8}">
      <dgm:prSet/>
      <dgm:spPr/>
      <dgm:t>
        <a:bodyPr/>
        <a:lstStyle/>
        <a:p>
          <a:r>
            <a:rPr lang="en-US" dirty="0">
              <a:solidFill>
                <a:srgbClr val="080808"/>
              </a:solidFill>
            </a:rPr>
            <a:t>Carbopol 934/940 powder</a:t>
          </a:r>
        </a:p>
      </dgm:t>
    </dgm:pt>
    <dgm:pt modelId="{4565D69C-D4BF-44C6-BAC9-822D394D4580}" type="parTrans" cxnId="{96FC390C-AF50-4BAD-9F0F-88C51628662E}">
      <dgm:prSet/>
      <dgm:spPr/>
      <dgm:t>
        <a:bodyPr/>
        <a:lstStyle/>
        <a:p>
          <a:endParaRPr lang="en-US"/>
        </a:p>
      </dgm:t>
    </dgm:pt>
    <dgm:pt modelId="{E0C7A350-C9A4-4454-AFBF-F5BF699EBD69}" type="sibTrans" cxnId="{96FC390C-AF50-4BAD-9F0F-88C51628662E}">
      <dgm:prSet/>
      <dgm:spPr/>
      <dgm:t>
        <a:bodyPr/>
        <a:lstStyle/>
        <a:p>
          <a:endParaRPr lang="en-US"/>
        </a:p>
      </dgm:t>
    </dgm:pt>
    <dgm:pt modelId="{B1A6FD0B-4ADE-4B35-AAB1-14D673B285F5}">
      <dgm:prSet/>
      <dgm:spPr/>
      <dgm:t>
        <a:bodyPr/>
        <a:lstStyle/>
        <a:p>
          <a:pPr rtl="0"/>
          <a:r>
            <a:rPr lang="en-US" dirty="0">
              <a:solidFill>
                <a:srgbClr val="080808"/>
              </a:solidFill>
            </a:rPr>
            <a:t>Grease</a:t>
          </a:r>
        </a:p>
      </dgm:t>
    </dgm:pt>
    <dgm:pt modelId="{9D3135C0-5BA0-4681-BC6B-62F6BF6E36E7}" type="parTrans" cxnId="{2EDFDF5D-5D81-45FC-8AB3-7EBE5095694F}">
      <dgm:prSet/>
      <dgm:spPr/>
      <dgm:t>
        <a:bodyPr/>
        <a:lstStyle/>
        <a:p>
          <a:endParaRPr lang="en-US"/>
        </a:p>
      </dgm:t>
    </dgm:pt>
    <dgm:pt modelId="{C7965340-5DE5-426A-BBFB-AC57E10EE5A8}" type="sibTrans" cxnId="{2EDFDF5D-5D81-45FC-8AB3-7EBE5095694F}">
      <dgm:prSet/>
      <dgm:spPr/>
      <dgm:t>
        <a:bodyPr/>
        <a:lstStyle/>
        <a:p>
          <a:endParaRPr lang="en-US"/>
        </a:p>
      </dgm:t>
    </dgm:pt>
    <dgm:pt modelId="{80C2A18D-F8CF-403F-9F8D-AD2E88DC0DD4}">
      <dgm:prSet phldr="0"/>
      <dgm:spPr/>
      <dgm:t>
        <a:bodyPr/>
        <a:lstStyle/>
        <a:p>
          <a:pPr rtl="0"/>
          <a:r>
            <a:rPr lang="en-US" dirty="0">
              <a:solidFill>
                <a:srgbClr val="080808"/>
              </a:solidFill>
            </a:rPr>
            <a:t>Allen Wrench and Screws</a:t>
          </a:r>
        </a:p>
      </dgm:t>
    </dgm:pt>
    <dgm:pt modelId="{7A56F482-FF5D-422F-95DF-6D3B0E2EDE8A}" type="parTrans" cxnId="{D3D4FD15-31DD-43EC-92C2-A5896E96CCBF}">
      <dgm:prSet/>
      <dgm:spPr/>
      <dgm:t>
        <a:bodyPr/>
        <a:lstStyle/>
        <a:p>
          <a:endParaRPr lang="en-US"/>
        </a:p>
      </dgm:t>
    </dgm:pt>
    <dgm:pt modelId="{03F6A7C6-0085-4CD9-9A44-D92B040C2659}" type="sibTrans" cxnId="{D3D4FD15-31DD-43EC-92C2-A5896E96CCBF}">
      <dgm:prSet/>
      <dgm:spPr/>
      <dgm:t>
        <a:bodyPr/>
        <a:lstStyle/>
        <a:p>
          <a:endParaRPr lang="en-US"/>
        </a:p>
      </dgm:t>
    </dgm:pt>
    <dgm:pt modelId="{EEFB48B7-B14A-4D56-9DAD-89794F31D6CA}">
      <dgm:prSet phldr="0"/>
      <dgm:spPr/>
      <dgm:t>
        <a:bodyPr/>
        <a:lstStyle/>
        <a:p>
          <a:pPr rtl="0"/>
          <a:r>
            <a:rPr lang="en-US" dirty="0">
              <a:solidFill>
                <a:srgbClr val="080808"/>
              </a:solidFill>
            </a:rPr>
            <a:t>Wrench</a:t>
          </a:r>
        </a:p>
      </dgm:t>
    </dgm:pt>
    <dgm:pt modelId="{A04645E6-C6AE-4675-8505-9E71CB222ED0}" type="parTrans" cxnId="{82BB8A20-63B5-4D9F-B5E4-8637C2A2E3AC}">
      <dgm:prSet/>
      <dgm:spPr/>
      <dgm:t>
        <a:bodyPr/>
        <a:lstStyle/>
        <a:p>
          <a:endParaRPr lang="en-US"/>
        </a:p>
      </dgm:t>
    </dgm:pt>
    <dgm:pt modelId="{6D20D050-796B-463C-9CC6-D91F30258F3C}" type="sibTrans" cxnId="{82BB8A20-63B5-4D9F-B5E4-8637C2A2E3AC}">
      <dgm:prSet/>
      <dgm:spPr/>
      <dgm:t>
        <a:bodyPr/>
        <a:lstStyle/>
        <a:p>
          <a:endParaRPr lang="en-US"/>
        </a:p>
      </dgm:t>
    </dgm:pt>
    <dgm:pt modelId="{FE11522B-8A05-459F-86A2-6284D9E8BBE5}">
      <dgm:prSet/>
      <dgm:spPr/>
      <dgm:t>
        <a:bodyPr/>
        <a:lstStyle/>
        <a:p>
          <a:r>
            <a:rPr lang="en-US" dirty="0">
              <a:solidFill>
                <a:srgbClr val="080808"/>
              </a:solidFill>
            </a:rPr>
            <a:t>Scale</a:t>
          </a:r>
        </a:p>
      </dgm:t>
    </dgm:pt>
    <dgm:pt modelId="{AC1C6F25-473F-49C0-935F-44E043AEC952}" type="parTrans" cxnId="{A6E175F2-999A-44A8-A797-6783638CACB3}">
      <dgm:prSet/>
      <dgm:spPr/>
      <dgm:t>
        <a:bodyPr/>
        <a:lstStyle/>
        <a:p>
          <a:endParaRPr lang="en-US"/>
        </a:p>
      </dgm:t>
    </dgm:pt>
    <dgm:pt modelId="{F9B3C83B-44A4-442C-8DE0-2CBB999FF9D7}" type="sibTrans" cxnId="{A6E175F2-999A-44A8-A797-6783638CACB3}">
      <dgm:prSet/>
      <dgm:spPr/>
      <dgm:t>
        <a:bodyPr/>
        <a:lstStyle/>
        <a:p>
          <a:endParaRPr lang="en-US"/>
        </a:p>
      </dgm:t>
    </dgm:pt>
    <dgm:pt modelId="{A71E23EE-805F-4A97-AB12-A9675A0D6E54}">
      <dgm:prSet/>
      <dgm:spPr/>
      <dgm:t>
        <a:bodyPr/>
        <a:lstStyle/>
        <a:p>
          <a:r>
            <a:rPr lang="en-US">
              <a:solidFill>
                <a:srgbClr val="080808"/>
              </a:solidFill>
            </a:rPr>
            <a:t>pH Strips</a:t>
          </a:r>
          <a:endParaRPr lang="en-US" dirty="0">
            <a:solidFill>
              <a:srgbClr val="080808"/>
            </a:solidFill>
          </a:endParaRPr>
        </a:p>
      </dgm:t>
    </dgm:pt>
    <dgm:pt modelId="{7E5559B6-2790-464D-B0E9-8DEF510BE18C}" type="parTrans" cxnId="{A42A45C3-7302-4B9D-9C34-CB40940FC1EF}">
      <dgm:prSet/>
      <dgm:spPr/>
      <dgm:t>
        <a:bodyPr/>
        <a:lstStyle/>
        <a:p>
          <a:endParaRPr lang="en-NZ"/>
        </a:p>
      </dgm:t>
    </dgm:pt>
    <dgm:pt modelId="{F8D5C6C1-96F1-4686-8CD2-FEB6B8B4888E}" type="sibTrans" cxnId="{A42A45C3-7302-4B9D-9C34-CB40940FC1EF}">
      <dgm:prSet/>
      <dgm:spPr/>
      <dgm:t>
        <a:bodyPr/>
        <a:lstStyle/>
        <a:p>
          <a:endParaRPr lang="en-NZ"/>
        </a:p>
      </dgm:t>
    </dgm:pt>
    <dgm:pt modelId="{C6C56937-DF39-44B1-AAEF-7D5995A1F941}">
      <dgm:prSet/>
      <dgm:spPr/>
      <dgm:t>
        <a:bodyPr/>
        <a:lstStyle/>
        <a:p>
          <a:r>
            <a:rPr lang="en-US">
              <a:solidFill>
                <a:srgbClr val="080808"/>
              </a:solidFill>
            </a:rPr>
            <a:t>Stand Mixer</a:t>
          </a:r>
          <a:endParaRPr lang="en-US" dirty="0">
            <a:solidFill>
              <a:srgbClr val="080808"/>
            </a:solidFill>
          </a:endParaRPr>
        </a:p>
      </dgm:t>
    </dgm:pt>
    <dgm:pt modelId="{781C6E1B-D4DF-4AD7-890B-474217BD9E25}" type="parTrans" cxnId="{B57F4C71-20E2-4F25-9DB0-7A6BF1C06665}">
      <dgm:prSet/>
      <dgm:spPr/>
      <dgm:t>
        <a:bodyPr/>
        <a:lstStyle/>
        <a:p>
          <a:endParaRPr lang="en-NZ"/>
        </a:p>
      </dgm:t>
    </dgm:pt>
    <dgm:pt modelId="{EB02AF26-ABFE-4134-B3FB-3775C9D270C6}" type="sibTrans" cxnId="{B57F4C71-20E2-4F25-9DB0-7A6BF1C06665}">
      <dgm:prSet/>
      <dgm:spPr/>
      <dgm:t>
        <a:bodyPr/>
        <a:lstStyle/>
        <a:p>
          <a:endParaRPr lang="en-NZ"/>
        </a:p>
      </dgm:t>
    </dgm:pt>
    <dgm:pt modelId="{C9539C6D-525B-4392-A225-A33BBBCB80DD}">
      <dgm:prSet/>
      <dgm:spPr/>
      <dgm:t>
        <a:bodyPr/>
        <a:lstStyle/>
        <a:p>
          <a:r>
            <a:rPr lang="en-US">
              <a:solidFill>
                <a:srgbClr val="080808"/>
              </a:solidFill>
            </a:rPr>
            <a:t>Plastic Containers</a:t>
          </a:r>
          <a:endParaRPr lang="en-US" dirty="0">
            <a:solidFill>
              <a:srgbClr val="080808"/>
            </a:solidFill>
          </a:endParaRPr>
        </a:p>
      </dgm:t>
    </dgm:pt>
    <dgm:pt modelId="{050066B6-A40D-47B1-B374-E6A194F2698D}" type="parTrans" cxnId="{D4BCFEA4-C928-4757-B599-41C056CEF994}">
      <dgm:prSet/>
      <dgm:spPr/>
      <dgm:t>
        <a:bodyPr/>
        <a:lstStyle/>
        <a:p>
          <a:endParaRPr lang="en-NZ"/>
        </a:p>
      </dgm:t>
    </dgm:pt>
    <dgm:pt modelId="{9E904A7E-F9AE-4414-803B-B97E525EF2EE}" type="sibTrans" cxnId="{D4BCFEA4-C928-4757-B599-41C056CEF994}">
      <dgm:prSet/>
      <dgm:spPr/>
      <dgm:t>
        <a:bodyPr/>
        <a:lstStyle/>
        <a:p>
          <a:endParaRPr lang="en-NZ"/>
        </a:p>
      </dgm:t>
    </dgm:pt>
    <dgm:pt modelId="{A3D4411E-AA7E-4EF9-B2C1-AA027955C9F2}">
      <dgm:prSet/>
      <dgm:spPr/>
      <dgm:t>
        <a:bodyPr/>
        <a:lstStyle/>
        <a:p>
          <a:r>
            <a:rPr lang="en-US">
              <a:solidFill>
                <a:srgbClr val="080808"/>
              </a:solidFill>
            </a:rPr>
            <a:t>Spatula</a:t>
          </a:r>
          <a:endParaRPr lang="en-US" dirty="0">
            <a:solidFill>
              <a:srgbClr val="080808"/>
            </a:solidFill>
          </a:endParaRPr>
        </a:p>
      </dgm:t>
    </dgm:pt>
    <dgm:pt modelId="{052E117D-CA96-4AA4-B35C-29F857D41D96}" type="parTrans" cxnId="{B519E2F8-2029-46E2-A0ED-50938EF19221}">
      <dgm:prSet/>
      <dgm:spPr/>
      <dgm:t>
        <a:bodyPr/>
        <a:lstStyle/>
        <a:p>
          <a:endParaRPr lang="en-NZ"/>
        </a:p>
      </dgm:t>
    </dgm:pt>
    <dgm:pt modelId="{9EB4C458-9C57-4CC7-8591-1B74DC4D5577}" type="sibTrans" cxnId="{B519E2F8-2029-46E2-A0ED-50938EF19221}">
      <dgm:prSet/>
      <dgm:spPr/>
      <dgm:t>
        <a:bodyPr/>
        <a:lstStyle/>
        <a:p>
          <a:endParaRPr lang="en-NZ"/>
        </a:p>
      </dgm:t>
    </dgm:pt>
    <dgm:pt modelId="{E43E4506-E198-4382-96A8-F26DA814C59E}">
      <dgm:prSet/>
      <dgm:spPr/>
      <dgm:t>
        <a:bodyPr/>
        <a:lstStyle/>
        <a:p>
          <a:r>
            <a:rPr lang="en-US">
              <a:solidFill>
                <a:srgbClr val="080808"/>
              </a:solidFill>
            </a:rPr>
            <a:t>Water</a:t>
          </a:r>
          <a:endParaRPr lang="en-US" dirty="0">
            <a:solidFill>
              <a:srgbClr val="080808"/>
            </a:solidFill>
          </a:endParaRPr>
        </a:p>
      </dgm:t>
    </dgm:pt>
    <dgm:pt modelId="{E3B57C9E-5E52-4879-8269-4833D858D8AA}" type="parTrans" cxnId="{3DE5139F-D30A-4666-8BA5-A6EF126C8090}">
      <dgm:prSet/>
      <dgm:spPr/>
      <dgm:t>
        <a:bodyPr/>
        <a:lstStyle/>
        <a:p>
          <a:endParaRPr lang="en-NZ"/>
        </a:p>
      </dgm:t>
    </dgm:pt>
    <dgm:pt modelId="{F088FA5B-F86E-4677-A80A-BA2D6E2B29D2}" type="sibTrans" cxnId="{3DE5139F-D30A-4666-8BA5-A6EF126C8090}">
      <dgm:prSet/>
      <dgm:spPr/>
      <dgm:t>
        <a:bodyPr/>
        <a:lstStyle/>
        <a:p>
          <a:endParaRPr lang="en-NZ"/>
        </a:p>
      </dgm:t>
    </dgm:pt>
    <dgm:pt modelId="{C438B8ED-51FC-48D6-A35C-F8FE8D70BEE2}">
      <dgm:prSet/>
      <dgm:spPr/>
      <dgm:t>
        <a:bodyPr/>
        <a:lstStyle/>
        <a:p>
          <a:r>
            <a:rPr lang="en-US" dirty="0">
              <a:solidFill>
                <a:srgbClr val="080808"/>
              </a:solidFill>
            </a:rPr>
            <a:t>Compressed Air Cylinder</a:t>
          </a:r>
        </a:p>
      </dgm:t>
    </dgm:pt>
    <dgm:pt modelId="{DA1CA35B-80EB-4A46-8783-B24EB636E965}" type="parTrans" cxnId="{8F3C0DB9-1C1D-4577-926E-A5AE8D74C04E}">
      <dgm:prSet/>
      <dgm:spPr/>
      <dgm:t>
        <a:bodyPr/>
        <a:lstStyle/>
        <a:p>
          <a:endParaRPr lang="en-NZ"/>
        </a:p>
      </dgm:t>
    </dgm:pt>
    <dgm:pt modelId="{9E769921-A8E6-48FB-8735-80D7F0EBA2E3}" type="sibTrans" cxnId="{8F3C0DB9-1C1D-4577-926E-A5AE8D74C04E}">
      <dgm:prSet/>
      <dgm:spPr/>
      <dgm:t>
        <a:bodyPr/>
        <a:lstStyle/>
        <a:p>
          <a:endParaRPr lang="en-NZ"/>
        </a:p>
      </dgm:t>
    </dgm:pt>
    <dgm:pt modelId="{97EA77AC-3C6B-4F91-A5D9-45E5665832EC}">
      <dgm:prSet/>
      <dgm:spPr/>
      <dgm:t>
        <a:bodyPr/>
        <a:lstStyle/>
        <a:p>
          <a:r>
            <a:rPr lang="en-US" dirty="0">
              <a:solidFill>
                <a:srgbClr val="080808"/>
              </a:solidFill>
            </a:rPr>
            <a:t>1M NaOH Solution</a:t>
          </a:r>
        </a:p>
      </dgm:t>
    </dgm:pt>
    <dgm:pt modelId="{F080E61D-8A60-4479-95B0-6D5EB7C39D6D}" type="parTrans" cxnId="{B8795FD7-E794-4D52-9CD2-87B81B5051A8}">
      <dgm:prSet/>
      <dgm:spPr/>
      <dgm:t>
        <a:bodyPr/>
        <a:lstStyle/>
        <a:p>
          <a:endParaRPr lang="en-NZ"/>
        </a:p>
      </dgm:t>
    </dgm:pt>
    <dgm:pt modelId="{C5028B4B-2C7B-415A-8148-A686CAA7A150}" type="sibTrans" cxnId="{B8795FD7-E794-4D52-9CD2-87B81B5051A8}">
      <dgm:prSet/>
      <dgm:spPr/>
      <dgm:t>
        <a:bodyPr/>
        <a:lstStyle/>
        <a:p>
          <a:endParaRPr lang="en-NZ"/>
        </a:p>
      </dgm:t>
    </dgm:pt>
    <dgm:pt modelId="{8BF231E2-9CE0-45AD-948F-12A75350C8F2}">
      <dgm:prSet/>
      <dgm:spPr/>
      <dgm:t>
        <a:bodyPr/>
        <a:lstStyle/>
        <a:p>
          <a:r>
            <a:rPr lang="en-US">
              <a:solidFill>
                <a:srgbClr val="080808"/>
              </a:solidFill>
            </a:rPr>
            <a:t>Beakers</a:t>
          </a:r>
          <a:endParaRPr lang="en-US" dirty="0">
            <a:solidFill>
              <a:srgbClr val="080808"/>
            </a:solidFill>
          </a:endParaRPr>
        </a:p>
      </dgm:t>
    </dgm:pt>
    <dgm:pt modelId="{CE8EF386-6209-4E8D-9107-B1D96A2BAFD9}" type="parTrans" cxnId="{7C21CE6D-1C73-485A-841F-60D198A94803}">
      <dgm:prSet/>
      <dgm:spPr/>
      <dgm:t>
        <a:bodyPr/>
        <a:lstStyle/>
        <a:p>
          <a:endParaRPr lang="en-NZ"/>
        </a:p>
      </dgm:t>
    </dgm:pt>
    <dgm:pt modelId="{AEC35EE4-B779-4E0C-A0A7-59D2ADF1E40E}" type="sibTrans" cxnId="{7C21CE6D-1C73-485A-841F-60D198A94803}">
      <dgm:prSet/>
      <dgm:spPr/>
      <dgm:t>
        <a:bodyPr/>
        <a:lstStyle/>
        <a:p>
          <a:endParaRPr lang="en-NZ"/>
        </a:p>
      </dgm:t>
    </dgm:pt>
    <dgm:pt modelId="{6BE7F287-63FE-4D7A-A47C-47E5D1ED13C3}">
      <dgm:prSet/>
      <dgm:spPr/>
      <dgm:t>
        <a:bodyPr/>
        <a:lstStyle/>
        <a:p>
          <a:r>
            <a:rPr lang="en-US">
              <a:solidFill>
                <a:srgbClr val="080808"/>
              </a:solidFill>
            </a:rPr>
            <a:t>Graduated Cylinder</a:t>
          </a:r>
          <a:endParaRPr lang="en-US" dirty="0">
            <a:solidFill>
              <a:srgbClr val="080808"/>
            </a:solidFill>
          </a:endParaRPr>
        </a:p>
      </dgm:t>
    </dgm:pt>
    <dgm:pt modelId="{7BCBD10C-D1F4-4565-8598-7C2DA173EE02}" type="parTrans" cxnId="{03CE44C7-593A-4576-B45A-692608A326AF}">
      <dgm:prSet/>
      <dgm:spPr/>
      <dgm:t>
        <a:bodyPr/>
        <a:lstStyle/>
        <a:p>
          <a:endParaRPr lang="en-NZ"/>
        </a:p>
      </dgm:t>
    </dgm:pt>
    <dgm:pt modelId="{47C11DB3-F311-4AEC-BF96-F994BE64645A}" type="sibTrans" cxnId="{03CE44C7-593A-4576-B45A-692608A326AF}">
      <dgm:prSet/>
      <dgm:spPr/>
      <dgm:t>
        <a:bodyPr/>
        <a:lstStyle/>
        <a:p>
          <a:endParaRPr lang="en-NZ"/>
        </a:p>
      </dgm:t>
    </dgm:pt>
    <dgm:pt modelId="{8FCF8B7D-8A37-4789-8BA3-23BA9F02E374}">
      <dgm:prSet/>
      <dgm:spPr/>
      <dgm:t>
        <a:bodyPr/>
        <a:lstStyle/>
        <a:p>
          <a:r>
            <a:rPr lang="en-US">
              <a:solidFill>
                <a:srgbClr val="080808"/>
              </a:solidFill>
            </a:rPr>
            <a:t>Lab Jack</a:t>
          </a:r>
          <a:endParaRPr lang="en-US" dirty="0">
            <a:solidFill>
              <a:srgbClr val="080808"/>
            </a:solidFill>
          </a:endParaRPr>
        </a:p>
      </dgm:t>
    </dgm:pt>
    <dgm:pt modelId="{B683F759-D1F4-4708-A303-D0F9B383B347}" type="parTrans" cxnId="{E10B2438-D05F-4BE4-99F3-7F1AEC8B5CD5}">
      <dgm:prSet/>
      <dgm:spPr/>
      <dgm:t>
        <a:bodyPr/>
        <a:lstStyle/>
        <a:p>
          <a:endParaRPr lang="en-NZ"/>
        </a:p>
      </dgm:t>
    </dgm:pt>
    <dgm:pt modelId="{CFFFE389-9DD8-4490-AA29-97709AC00CF9}" type="sibTrans" cxnId="{E10B2438-D05F-4BE4-99F3-7F1AEC8B5CD5}">
      <dgm:prSet/>
      <dgm:spPr/>
      <dgm:t>
        <a:bodyPr/>
        <a:lstStyle/>
        <a:p>
          <a:endParaRPr lang="en-NZ"/>
        </a:p>
      </dgm:t>
    </dgm:pt>
    <dgm:pt modelId="{225DCF18-F242-444F-9101-E4B6036C4619}">
      <dgm:prSet/>
      <dgm:spPr/>
      <dgm:t>
        <a:bodyPr/>
        <a:lstStyle/>
        <a:p>
          <a:r>
            <a:rPr lang="en-US">
              <a:solidFill>
                <a:srgbClr val="080808"/>
              </a:solidFill>
            </a:rPr>
            <a:t>Measuring Tape</a:t>
          </a:r>
          <a:endParaRPr lang="en-US" dirty="0">
            <a:solidFill>
              <a:srgbClr val="080808"/>
            </a:solidFill>
          </a:endParaRPr>
        </a:p>
      </dgm:t>
    </dgm:pt>
    <dgm:pt modelId="{DE1A4719-56E7-4848-88B4-007E2655C1B1}" type="parTrans" cxnId="{F8E072DE-1B5E-428F-9FDD-5AE578878744}">
      <dgm:prSet/>
      <dgm:spPr/>
      <dgm:t>
        <a:bodyPr/>
        <a:lstStyle/>
        <a:p>
          <a:endParaRPr lang="en-NZ"/>
        </a:p>
      </dgm:t>
    </dgm:pt>
    <dgm:pt modelId="{8D9166CE-C231-4326-9544-2125ECF21354}" type="sibTrans" cxnId="{F8E072DE-1B5E-428F-9FDD-5AE578878744}">
      <dgm:prSet/>
      <dgm:spPr/>
      <dgm:t>
        <a:bodyPr/>
        <a:lstStyle/>
        <a:p>
          <a:endParaRPr lang="en-NZ"/>
        </a:p>
      </dgm:t>
    </dgm:pt>
    <dgm:pt modelId="{5A548217-B00B-4071-B6BA-2DE5E32FE597}">
      <dgm:prSet/>
      <dgm:spPr/>
      <dgm:t>
        <a:bodyPr/>
        <a:lstStyle/>
        <a:p>
          <a:r>
            <a:rPr lang="en-US">
              <a:solidFill>
                <a:srgbClr val="080808"/>
              </a:solidFill>
            </a:rPr>
            <a:t>Gloves</a:t>
          </a:r>
          <a:endParaRPr lang="en-US" dirty="0">
            <a:solidFill>
              <a:srgbClr val="080808"/>
            </a:solidFill>
          </a:endParaRPr>
        </a:p>
      </dgm:t>
    </dgm:pt>
    <dgm:pt modelId="{C47569AE-6BD8-4A6D-8804-E8C0F9752C12}" type="parTrans" cxnId="{851B01A4-E059-46D1-8F96-F20375DC3D74}">
      <dgm:prSet/>
      <dgm:spPr/>
      <dgm:t>
        <a:bodyPr/>
        <a:lstStyle/>
        <a:p>
          <a:endParaRPr lang="en-NZ"/>
        </a:p>
      </dgm:t>
    </dgm:pt>
    <dgm:pt modelId="{DE24752A-7B76-4D4F-9D8B-3837AC012F83}" type="sibTrans" cxnId="{851B01A4-E059-46D1-8F96-F20375DC3D74}">
      <dgm:prSet/>
      <dgm:spPr/>
      <dgm:t>
        <a:bodyPr/>
        <a:lstStyle/>
        <a:p>
          <a:endParaRPr lang="en-NZ"/>
        </a:p>
      </dgm:t>
    </dgm:pt>
    <dgm:pt modelId="{092B0C4E-57FA-4516-BA09-8CCECAB9E01C}">
      <dgm:prSet/>
      <dgm:spPr/>
      <dgm:t>
        <a:bodyPr/>
        <a:lstStyle/>
        <a:p>
          <a:r>
            <a:rPr lang="en-US">
              <a:solidFill>
                <a:srgbClr val="080808"/>
              </a:solidFill>
            </a:rPr>
            <a:t>Safety Goggles</a:t>
          </a:r>
          <a:endParaRPr lang="en-US" dirty="0">
            <a:solidFill>
              <a:srgbClr val="080808"/>
            </a:solidFill>
          </a:endParaRPr>
        </a:p>
      </dgm:t>
    </dgm:pt>
    <dgm:pt modelId="{4C2A9018-70BB-41F0-B982-C162A346B0C9}" type="parTrans" cxnId="{D2ADBE63-5ECA-4EDA-994E-47EF11A0F2AC}">
      <dgm:prSet/>
      <dgm:spPr/>
      <dgm:t>
        <a:bodyPr/>
        <a:lstStyle/>
        <a:p>
          <a:endParaRPr lang="en-NZ"/>
        </a:p>
      </dgm:t>
    </dgm:pt>
    <dgm:pt modelId="{1B7418E8-CF18-449A-83C5-0FA0B67DA891}" type="sibTrans" cxnId="{D2ADBE63-5ECA-4EDA-994E-47EF11A0F2AC}">
      <dgm:prSet/>
      <dgm:spPr/>
      <dgm:t>
        <a:bodyPr/>
        <a:lstStyle/>
        <a:p>
          <a:endParaRPr lang="en-NZ"/>
        </a:p>
      </dgm:t>
    </dgm:pt>
    <dgm:pt modelId="{9DF75805-83FC-4255-986A-AB27532AE4A1}" type="pres">
      <dgm:prSet presAssocID="{C1C9C1F0-56AF-4416-AE62-7186D922D099}" presName="vert0" presStyleCnt="0">
        <dgm:presLayoutVars>
          <dgm:dir/>
          <dgm:animOne val="branch"/>
          <dgm:animLvl val="lvl"/>
        </dgm:presLayoutVars>
      </dgm:prSet>
      <dgm:spPr/>
    </dgm:pt>
    <dgm:pt modelId="{639A72F9-1A1C-4E90-BFEE-26A56CAC9A99}" type="pres">
      <dgm:prSet presAssocID="{B65BD74F-2100-4FF9-8084-48310AD1FAF8}" presName="thickLine" presStyleLbl="alignNode1" presStyleIdx="0" presStyleCnt="18"/>
      <dgm:spPr/>
    </dgm:pt>
    <dgm:pt modelId="{8D7A5226-8978-4D99-A97B-491463A1B945}" type="pres">
      <dgm:prSet presAssocID="{B65BD74F-2100-4FF9-8084-48310AD1FAF8}" presName="horz1" presStyleCnt="0"/>
      <dgm:spPr/>
    </dgm:pt>
    <dgm:pt modelId="{50D7B4D3-A836-442C-9638-8DB8B0C4C9FF}" type="pres">
      <dgm:prSet presAssocID="{B65BD74F-2100-4FF9-8084-48310AD1FAF8}" presName="tx1" presStyleLbl="revTx" presStyleIdx="0" presStyleCnt="18"/>
      <dgm:spPr/>
    </dgm:pt>
    <dgm:pt modelId="{D9BFEE18-B729-46E9-A1AD-623253F6DE17}" type="pres">
      <dgm:prSet presAssocID="{B65BD74F-2100-4FF9-8084-48310AD1FAF8}" presName="vert1" presStyleCnt="0"/>
      <dgm:spPr/>
    </dgm:pt>
    <dgm:pt modelId="{F4C6A55D-DAB7-4FEE-82A6-D029474CD5FA}" type="pres">
      <dgm:prSet presAssocID="{B1A6FD0B-4ADE-4B35-AAB1-14D673B285F5}" presName="thickLine" presStyleLbl="alignNode1" presStyleIdx="1" presStyleCnt="18"/>
      <dgm:spPr/>
    </dgm:pt>
    <dgm:pt modelId="{944275B2-4C00-4946-85B3-E076858650BC}" type="pres">
      <dgm:prSet presAssocID="{B1A6FD0B-4ADE-4B35-AAB1-14D673B285F5}" presName="horz1" presStyleCnt="0"/>
      <dgm:spPr/>
    </dgm:pt>
    <dgm:pt modelId="{2221A0EA-A7EB-4352-985F-501BA2DE6211}" type="pres">
      <dgm:prSet presAssocID="{B1A6FD0B-4ADE-4B35-AAB1-14D673B285F5}" presName="tx1" presStyleLbl="revTx" presStyleIdx="1" presStyleCnt="18"/>
      <dgm:spPr/>
    </dgm:pt>
    <dgm:pt modelId="{AAC32E25-8CF6-4227-A88E-E9C47DF1590F}" type="pres">
      <dgm:prSet presAssocID="{B1A6FD0B-4ADE-4B35-AAB1-14D673B285F5}" presName="vert1" presStyleCnt="0"/>
      <dgm:spPr/>
    </dgm:pt>
    <dgm:pt modelId="{59700633-2F12-4593-A703-F3AF71A42EEE}" type="pres">
      <dgm:prSet presAssocID="{80C2A18D-F8CF-403F-9F8D-AD2E88DC0DD4}" presName="thickLine" presStyleLbl="alignNode1" presStyleIdx="2" presStyleCnt="18"/>
      <dgm:spPr/>
    </dgm:pt>
    <dgm:pt modelId="{0231A578-83DE-4422-A94F-C6ED98EECE19}" type="pres">
      <dgm:prSet presAssocID="{80C2A18D-F8CF-403F-9F8D-AD2E88DC0DD4}" presName="horz1" presStyleCnt="0"/>
      <dgm:spPr/>
    </dgm:pt>
    <dgm:pt modelId="{38AAB5C8-2336-4409-9329-80F002ECB828}" type="pres">
      <dgm:prSet presAssocID="{80C2A18D-F8CF-403F-9F8D-AD2E88DC0DD4}" presName="tx1" presStyleLbl="revTx" presStyleIdx="2" presStyleCnt="18"/>
      <dgm:spPr/>
    </dgm:pt>
    <dgm:pt modelId="{50B40064-DDA3-48F5-ABAA-B38E06F873EA}" type="pres">
      <dgm:prSet presAssocID="{80C2A18D-F8CF-403F-9F8D-AD2E88DC0DD4}" presName="vert1" presStyleCnt="0"/>
      <dgm:spPr/>
    </dgm:pt>
    <dgm:pt modelId="{DC6B9D64-E1A1-4D5F-9481-8BCE71AA54FA}" type="pres">
      <dgm:prSet presAssocID="{EEFB48B7-B14A-4D56-9DAD-89794F31D6CA}" presName="thickLine" presStyleLbl="alignNode1" presStyleIdx="3" presStyleCnt="18"/>
      <dgm:spPr/>
    </dgm:pt>
    <dgm:pt modelId="{FB1B8506-1DBB-47D8-91BA-36A61D6D681C}" type="pres">
      <dgm:prSet presAssocID="{EEFB48B7-B14A-4D56-9DAD-89794F31D6CA}" presName="horz1" presStyleCnt="0"/>
      <dgm:spPr/>
    </dgm:pt>
    <dgm:pt modelId="{6E086932-FC46-4E45-A123-6889A8B106BB}" type="pres">
      <dgm:prSet presAssocID="{EEFB48B7-B14A-4D56-9DAD-89794F31D6CA}" presName="tx1" presStyleLbl="revTx" presStyleIdx="3" presStyleCnt="18"/>
      <dgm:spPr/>
    </dgm:pt>
    <dgm:pt modelId="{75E6F1C4-493D-46B7-A5E8-882258AE1FF4}" type="pres">
      <dgm:prSet presAssocID="{EEFB48B7-B14A-4D56-9DAD-89794F31D6CA}" presName="vert1" presStyleCnt="0"/>
      <dgm:spPr/>
    </dgm:pt>
    <dgm:pt modelId="{260B11B7-2EEB-4FAE-8264-AF3D6C4C7939}" type="pres">
      <dgm:prSet presAssocID="{FE11522B-8A05-459F-86A2-6284D9E8BBE5}" presName="thickLine" presStyleLbl="alignNode1" presStyleIdx="4" presStyleCnt="18"/>
      <dgm:spPr/>
    </dgm:pt>
    <dgm:pt modelId="{4BCBA6E3-3B0F-42CD-81AE-191C53C6F827}" type="pres">
      <dgm:prSet presAssocID="{FE11522B-8A05-459F-86A2-6284D9E8BBE5}" presName="horz1" presStyleCnt="0"/>
      <dgm:spPr/>
    </dgm:pt>
    <dgm:pt modelId="{2DE1C272-B93E-453D-85E0-A4CE84DFB70A}" type="pres">
      <dgm:prSet presAssocID="{FE11522B-8A05-459F-86A2-6284D9E8BBE5}" presName="tx1" presStyleLbl="revTx" presStyleIdx="4" presStyleCnt="18"/>
      <dgm:spPr/>
    </dgm:pt>
    <dgm:pt modelId="{9D52E079-B8D6-4F52-8225-E15172960382}" type="pres">
      <dgm:prSet presAssocID="{FE11522B-8A05-459F-86A2-6284D9E8BBE5}" presName="vert1" presStyleCnt="0"/>
      <dgm:spPr/>
    </dgm:pt>
    <dgm:pt modelId="{CD3FE3D1-D33F-4E5B-9376-172E6BDF2F14}" type="pres">
      <dgm:prSet presAssocID="{A71E23EE-805F-4A97-AB12-A9675A0D6E54}" presName="thickLine" presStyleLbl="alignNode1" presStyleIdx="5" presStyleCnt="18"/>
      <dgm:spPr/>
    </dgm:pt>
    <dgm:pt modelId="{70D103CB-A75F-4892-B13B-881E3D84E10F}" type="pres">
      <dgm:prSet presAssocID="{A71E23EE-805F-4A97-AB12-A9675A0D6E54}" presName="horz1" presStyleCnt="0"/>
      <dgm:spPr/>
    </dgm:pt>
    <dgm:pt modelId="{5AC2E39B-46FD-4838-B8D1-6F1BEDCB7027}" type="pres">
      <dgm:prSet presAssocID="{A71E23EE-805F-4A97-AB12-A9675A0D6E54}" presName="tx1" presStyleLbl="revTx" presStyleIdx="5" presStyleCnt="18"/>
      <dgm:spPr/>
    </dgm:pt>
    <dgm:pt modelId="{C39F43F7-645B-4B9F-B9A3-D9936E274378}" type="pres">
      <dgm:prSet presAssocID="{A71E23EE-805F-4A97-AB12-A9675A0D6E54}" presName="vert1" presStyleCnt="0"/>
      <dgm:spPr/>
    </dgm:pt>
    <dgm:pt modelId="{08F799DB-E22C-4B6F-B30F-58AC1509B8F0}" type="pres">
      <dgm:prSet presAssocID="{C6C56937-DF39-44B1-AAEF-7D5995A1F941}" presName="thickLine" presStyleLbl="alignNode1" presStyleIdx="6" presStyleCnt="18"/>
      <dgm:spPr/>
    </dgm:pt>
    <dgm:pt modelId="{54FADA01-4A89-4584-B852-22655304E103}" type="pres">
      <dgm:prSet presAssocID="{C6C56937-DF39-44B1-AAEF-7D5995A1F941}" presName="horz1" presStyleCnt="0"/>
      <dgm:spPr/>
    </dgm:pt>
    <dgm:pt modelId="{5E3AE975-7273-47BE-BECA-E20C13C053AC}" type="pres">
      <dgm:prSet presAssocID="{C6C56937-DF39-44B1-AAEF-7D5995A1F941}" presName="tx1" presStyleLbl="revTx" presStyleIdx="6" presStyleCnt="18"/>
      <dgm:spPr/>
    </dgm:pt>
    <dgm:pt modelId="{64DF1F24-9679-45AF-B15E-B1ED652E4DA0}" type="pres">
      <dgm:prSet presAssocID="{C6C56937-DF39-44B1-AAEF-7D5995A1F941}" presName="vert1" presStyleCnt="0"/>
      <dgm:spPr/>
    </dgm:pt>
    <dgm:pt modelId="{6DB1BB3B-DDA6-439C-8BD0-7E0D3287A245}" type="pres">
      <dgm:prSet presAssocID="{C9539C6D-525B-4392-A225-A33BBBCB80DD}" presName="thickLine" presStyleLbl="alignNode1" presStyleIdx="7" presStyleCnt="18"/>
      <dgm:spPr/>
    </dgm:pt>
    <dgm:pt modelId="{DC9BC0A0-D986-4AD8-B729-1217D8E2B4EC}" type="pres">
      <dgm:prSet presAssocID="{C9539C6D-525B-4392-A225-A33BBBCB80DD}" presName="horz1" presStyleCnt="0"/>
      <dgm:spPr/>
    </dgm:pt>
    <dgm:pt modelId="{DDA37B57-5AF5-4056-8D2B-24A0618620ED}" type="pres">
      <dgm:prSet presAssocID="{C9539C6D-525B-4392-A225-A33BBBCB80DD}" presName="tx1" presStyleLbl="revTx" presStyleIdx="7" presStyleCnt="18"/>
      <dgm:spPr/>
    </dgm:pt>
    <dgm:pt modelId="{98DB53C8-1DED-46B0-9CE2-42872EF742AF}" type="pres">
      <dgm:prSet presAssocID="{C9539C6D-525B-4392-A225-A33BBBCB80DD}" presName="vert1" presStyleCnt="0"/>
      <dgm:spPr/>
    </dgm:pt>
    <dgm:pt modelId="{B42831AF-24C8-40D0-AA34-C232D461390E}" type="pres">
      <dgm:prSet presAssocID="{A3D4411E-AA7E-4EF9-B2C1-AA027955C9F2}" presName="thickLine" presStyleLbl="alignNode1" presStyleIdx="8" presStyleCnt="18"/>
      <dgm:spPr/>
    </dgm:pt>
    <dgm:pt modelId="{CFCE48AB-1DCB-4193-B86F-1A63683C67C3}" type="pres">
      <dgm:prSet presAssocID="{A3D4411E-AA7E-4EF9-B2C1-AA027955C9F2}" presName="horz1" presStyleCnt="0"/>
      <dgm:spPr/>
    </dgm:pt>
    <dgm:pt modelId="{D6E32F4C-AA90-4F83-87C4-36C1FD766842}" type="pres">
      <dgm:prSet presAssocID="{A3D4411E-AA7E-4EF9-B2C1-AA027955C9F2}" presName="tx1" presStyleLbl="revTx" presStyleIdx="8" presStyleCnt="18"/>
      <dgm:spPr/>
    </dgm:pt>
    <dgm:pt modelId="{DA0D1908-1A70-457E-9A5E-E18C1A22965A}" type="pres">
      <dgm:prSet presAssocID="{A3D4411E-AA7E-4EF9-B2C1-AA027955C9F2}" presName="vert1" presStyleCnt="0"/>
      <dgm:spPr/>
    </dgm:pt>
    <dgm:pt modelId="{F11377E2-1637-4632-AD97-645FA4DF516C}" type="pres">
      <dgm:prSet presAssocID="{E43E4506-E198-4382-96A8-F26DA814C59E}" presName="thickLine" presStyleLbl="alignNode1" presStyleIdx="9" presStyleCnt="18"/>
      <dgm:spPr/>
    </dgm:pt>
    <dgm:pt modelId="{DDCA3B62-728C-43EE-8E8A-FC6FDFA26826}" type="pres">
      <dgm:prSet presAssocID="{E43E4506-E198-4382-96A8-F26DA814C59E}" presName="horz1" presStyleCnt="0"/>
      <dgm:spPr/>
    </dgm:pt>
    <dgm:pt modelId="{FCBE362D-6A3F-4CA7-A570-583B36F8281E}" type="pres">
      <dgm:prSet presAssocID="{E43E4506-E198-4382-96A8-F26DA814C59E}" presName="tx1" presStyleLbl="revTx" presStyleIdx="9" presStyleCnt="18"/>
      <dgm:spPr/>
    </dgm:pt>
    <dgm:pt modelId="{41D1B384-7F22-4844-A656-12BFB4266BFA}" type="pres">
      <dgm:prSet presAssocID="{E43E4506-E198-4382-96A8-F26DA814C59E}" presName="vert1" presStyleCnt="0"/>
      <dgm:spPr/>
    </dgm:pt>
    <dgm:pt modelId="{9A571746-C0FF-4FA4-BFB9-C69317651997}" type="pres">
      <dgm:prSet presAssocID="{C438B8ED-51FC-48D6-A35C-F8FE8D70BEE2}" presName="thickLine" presStyleLbl="alignNode1" presStyleIdx="10" presStyleCnt="18"/>
      <dgm:spPr/>
    </dgm:pt>
    <dgm:pt modelId="{A46A73EA-1639-4BA4-B82D-0A1BB9A24A5D}" type="pres">
      <dgm:prSet presAssocID="{C438B8ED-51FC-48D6-A35C-F8FE8D70BEE2}" presName="horz1" presStyleCnt="0"/>
      <dgm:spPr/>
    </dgm:pt>
    <dgm:pt modelId="{09274795-777E-4D2F-BE7B-D2247171A4CF}" type="pres">
      <dgm:prSet presAssocID="{C438B8ED-51FC-48D6-A35C-F8FE8D70BEE2}" presName="tx1" presStyleLbl="revTx" presStyleIdx="10" presStyleCnt="18"/>
      <dgm:spPr/>
    </dgm:pt>
    <dgm:pt modelId="{FBF35458-33B0-4FFA-BA1E-13AD98924893}" type="pres">
      <dgm:prSet presAssocID="{C438B8ED-51FC-48D6-A35C-F8FE8D70BEE2}" presName="vert1" presStyleCnt="0"/>
      <dgm:spPr/>
    </dgm:pt>
    <dgm:pt modelId="{3DC2498C-D131-4FE7-A47B-10085870DEFB}" type="pres">
      <dgm:prSet presAssocID="{97EA77AC-3C6B-4F91-A5D9-45E5665832EC}" presName="thickLine" presStyleLbl="alignNode1" presStyleIdx="11" presStyleCnt="18"/>
      <dgm:spPr/>
    </dgm:pt>
    <dgm:pt modelId="{D96BD8CE-D87B-4E1B-B9F3-B9CBE4AE4616}" type="pres">
      <dgm:prSet presAssocID="{97EA77AC-3C6B-4F91-A5D9-45E5665832EC}" presName="horz1" presStyleCnt="0"/>
      <dgm:spPr/>
    </dgm:pt>
    <dgm:pt modelId="{1889A2BE-8C20-4E08-8C0A-DAFFBF3031B8}" type="pres">
      <dgm:prSet presAssocID="{97EA77AC-3C6B-4F91-A5D9-45E5665832EC}" presName="tx1" presStyleLbl="revTx" presStyleIdx="11" presStyleCnt="18"/>
      <dgm:spPr/>
    </dgm:pt>
    <dgm:pt modelId="{2596A108-3ED0-46C6-8009-8D2063CE30EE}" type="pres">
      <dgm:prSet presAssocID="{97EA77AC-3C6B-4F91-A5D9-45E5665832EC}" presName="vert1" presStyleCnt="0"/>
      <dgm:spPr/>
    </dgm:pt>
    <dgm:pt modelId="{9860D966-91C1-468B-8897-B7BF78625E8E}" type="pres">
      <dgm:prSet presAssocID="{8BF231E2-9CE0-45AD-948F-12A75350C8F2}" presName="thickLine" presStyleLbl="alignNode1" presStyleIdx="12" presStyleCnt="18"/>
      <dgm:spPr/>
    </dgm:pt>
    <dgm:pt modelId="{3EBC6C61-C26F-4F41-910D-0414F301E8CD}" type="pres">
      <dgm:prSet presAssocID="{8BF231E2-9CE0-45AD-948F-12A75350C8F2}" presName="horz1" presStyleCnt="0"/>
      <dgm:spPr/>
    </dgm:pt>
    <dgm:pt modelId="{C54706FF-E3EE-4622-B782-DD9FE70F96DB}" type="pres">
      <dgm:prSet presAssocID="{8BF231E2-9CE0-45AD-948F-12A75350C8F2}" presName="tx1" presStyleLbl="revTx" presStyleIdx="12" presStyleCnt="18"/>
      <dgm:spPr/>
    </dgm:pt>
    <dgm:pt modelId="{03A0994F-4AE7-4981-9282-B8F2BFD92DFD}" type="pres">
      <dgm:prSet presAssocID="{8BF231E2-9CE0-45AD-948F-12A75350C8F2}" presName="vert1" presStyleCnt="0"/>
      <dgm:spPr/>
    </dgm:pt>
    <dgm:pt modelId="{292C67FA-C6D3-4858-B496-94F15748537C}" type="pres">
      <dgm:prSet presAssocID="{6BE7F287-63FE-4D7A-A47C-47E5D1ED13C3}" presName="thickLine" presStyleLbl="alignNode1" presStyleIdx="13" presStyleCnt="18"/>
      <dgm:spPr/>
    </dgm:pt>
    <dgm:pt modelId="{4C390DD6-B97A-4873-85F6-AE784AD9D98D}" type="pres">
      <dgm:prSet presAssocID="{6BE7F287-63FE-4D7A-A47C-47E5D1ED13C3}" presName="horz1" presStyleCnt="0"/>
      <dgm:spPr/>
    </dgm:pt>
    <dgm:pt modelId="{94797B5F-6D77-4125-982A-D25C6BCB3C77}" type="pres">
      <dgm:prSet presAssocID="{6BE7F287-63FE-4D7A-A47C-47E5D1ED13C3}" presName="tx1" presStyleLbl="revTx" presStyleIdx="13" presStyleCnt="18"/>
      <dgm:spPr/>
    </dgm:pt>
    <dgm:pt modelId="{2B8CC50C-BC19-40DE-8661-A079D049F0F2}" type="pres">
      <dgm:prSet presAssocID="{6BE7F287-63FE-4D7A-A47C-47E5D1ED13C3}" presName="vert1" presStyleCnt="0"/>
      <dgm:spPr/>
    </dgm:pt>
    <dgm:pt modelId="{6DBEE9C1-62CC-4346-B8EC-A16E670F6CF3}" type="pres">
      <dgm:prSet presAssocID="{8FCF8B7D-8A37-4789-8BA3-23BA9F02E374}" presName="thickLine" presStyleLbl="alignNode1" presStyleIdx="14" presStyleCnt="18"/>
      <dgm:spPr/>
    </dgm:pt>
    <dgm:pt modelId="{C96C5837-978C-4E94-A83E-09EA31955BB2}" type="pres">
      <dgm:prSet presAssocID="{8FCF8B7D-8A37-4789-8BA3-23BA9F02E374}" presName="horz1" presStyleCnt="0"/>
      <dgm:spPr/>
    </dgm:pt>
    <dgm:pt modelId="{953DD1C2-6021-429E-B57E-3E9D241C4132}" type="pres">
      <dgm:prSet presAssocID="{8FCF8B7D-8A37-4789-8BA3-23BA9F02E374}" presName="tx1" presStyleLbl="revTx" presStyleIdx="14" presStyleCnt="18"/>
      <dgm:spPr/>
    </dgm:pt>
    <dgm:pt modelId="{0EBE4C8D-5921-4591-A8C3-ED8B60E9C00A}" type="pres">
      <dgm:prSet presAssocID="{8FCF8B7D-8A37-4789-8BA3-23BA9F02E374}" presName="vert1" presStyleCnt="0"/>
      <dgm:spPr/>
    </dgm:pt>
    <dgm:pt modelId="{B1068D30-1610-4BA7-A54A-010B63E65FB9}" type="pres">
      <dgm:prSet presAssocID="{225DCF18-F242-444F-9101-E4B6036C4619}" presName="thickLine" presStyleLbl="alignNode1" presStyleIdx="15" presStyleCnt="18"/>
      <dgm:spPr/>
    </dgm:pt>
    <dgm:pt modelId="{96A56450-331B-4A6B-BCC4-DAE38C753395}" type="pres">
      <dgm:prSet presAssocID="{225DCF18-F242-444F-9101-E4B6036C4619}" presName="horz1" presStyleCnt="0"/>
      <dgm:spPr/>
    </dgm:pt>
    <dgm:pt modelId="{468B74FC-9F7A-4CFC-8BCE-0F6F457BE64F}" type="pres">
      <dgm:prSet presAssocID="{225DCF18-F242-444F-9101-E4B6036C4619}" presName="tx1" presStyleLbl="revTx" presStyleIdx="15" presStyleCnt="18"/>
      <dgm:spPr/>
    </dgm:pt>
    <dgm:pt modelId="{84BC9E3D-26EA-4A15-A419-043E480D7627}" type="pres">
      <dgm:prSet presAssocID="{225DCF18-F242-444F-9101-E4B6036C4619}" presName="vert1" presStyleCnt="0"/>
      <dgm:spPr/>
    </dgm:pt>
    <dgm:pt modelId="{607CC726-0CD0-4DCB-93E7-A59516459FDC}" type="pres">
      <dgm:prSet presAssocID="{5A548217-B00B-4071-B6BA-2DE5E32FE597}" presName="thickLine" presStyleLbl="alignNode1" presStyleIdx="16" presStyleCnt="18"/>
      <dgm:spPr/>
    </dgm:pt>
    <dgm:pt modelId="{48D38211-6A02-4DCF-ADF6-C29460556841}" type="pres">
      <dgm:prSet presAssocID="{5A548217-B00B-4071-B6BA-2DE5E32FE597}" presName="horz1" presStyleCnt="0"/>
      <dgm:spPr/>
    </dgm:pt>
    <dgm:pt modelId="{DD051895-2FA2-4689-B2F0-2A24C4A1F8A6}" type="pres">
      <dgm:prSet presAssocID="{5A548217-B00B-4071-B6BA-2DE5E32FE597}" presName="tx1" presStyleLbl="revTx" presStyleIdx="16" presStyleCnt="18"/>
      <dgm:spPr/>
    </dgm:pt>
    <dgm:pt modelId="{94A83C7A-B984-40DD-8F2B-112ABBDD0122}" type="pres">
      <dgm:prSet presAssocID="{5A548217-B00B-4071-B6BA-2DE5E32FE597}" presName="vert1" presStyleCnt="0"/>
      <dgm:spPr/>
    </dgm:pt>
    <dgm:pt modelId="{A37D66E3-629F-4B23-8B39-ABA8E596C6B2}" type="pres">
      <dgm:prSet presAssocID="{092B0C4E-57FA-4516-BA09-8CCECAB9E01C}" presName="thickLine" presStyleLbl="alignNode1" presStyleIdx="17" presStyleCnt="18"/>
      <dgm:spPr/>
    </dgm:pt>
    <dgm:pt modelId="{A158944E-B75A-4CA8-80E6-F47B0F8F499E}" type="pres">
      <dgm:prSet presAssocID="{092B0C4E-57FA-4516-BA09-8CCECAB9E01C}" presName="horz1" presStyleCnt="0"/>
      <dgm:spPr/>
    </dgm:pt>
    <dgm:pt modelId="{6BEAF429-8BB5-4BDE-9376-5D9FEFFA6607}" type="pres">
      <dgm:prSet presAssocID="{092B0C4E-57FA-4516-BA09-8CCECAB9E01C}" presName="tx1" presStyleLbl="revTx" presStyleIdx="17" presStyleCnt="18"/>
      <dgm:spPr/>
    </dgm:pt>
    <dgm:pt modelId="{D9216759-BBED-45ED-A154-D71FE4477674}" type="pres">
      <dgm:prSet presAssocID="{092B0C4E-57FA-4516-BA09-8CCECAB9E01C}" presName="vert1" presStyleCnt="0"/>
      <dgm:spPr/>
    </dgm:pt>
  </dgm:ptLst>
  <dgm:cxnLst>
    <dgm:cxn modelId="{96FC390C-AF50-4BAD-9F0F-88C51628662E}" srcId="{C1C9C1F0-56AF-4416-AE62-7186D922D099}" destId="{B65BD74F-2100-4FF9-8084-48310AD1FAF8}" srcOrd="0" destOrd="0" parTransId="{4565D69C-D4BF-44C6-BAC9-822D394D4580}" sibTransId="{E0C7A350-C9A4-4454-AFBF-F5BF699EBD69}"/>
    <dgm:cxn modelId="{B0BF720D-5550-4822-A830-4E15835A0017}" type="presOf" srcId="{97EA77AC-3C6B-4F91-A5D9-45E5665832EC}" destId="{1889A2BE-8C20-4E08-8C0A-DAFFBF3031B8}" srcOrd="0" destOrd="0" presId="urn:microsoft.com/office/officeart/2008/layout/LinedList"/>
    <dgm:cxn modelId="{ABDDCB11-BE3E-4D10-92F5-CE453F0831DC}" type="presOf" srcId="{B65BD74F-2100-4FF9-8084-48310AD1FAF8}" destId="{50D7B4D3-A836-442C-9638-8DB8B0C4C9FF}" srcOrd="0" destOrd="0" presId="urn:microsoft.com/office/officeart/2008/layout/LinedList"/>
    <dgm:cxn modelId="{D3D4FD15-31DD-43EC-92C2-A5896E96CCBF}" srcId="{C1C9C1F0-56AF-4416-AE62-7186D922D099}" destId="{80C2A18D-F8CF-403F-9F8D-AD2E88DC0DD4}" srcOrd="2" destOrd="0" parTransId="{7A56F482-FF5D-422F-95DF-6D3B0E2EDE8A}" sibTransId="{03F6A7C6-0085-4CD9-9A44-D92B040C2659}"/>
    <dgm:cxn modelId="{E9077A18-2224-4D88-8975-2D98CD7354E3}" type="presOf" srcId="{C9539C6D-525B-4392-A225-A33BBBCB80DD}" destId="{DDA37B57-5AF5-4056-8D2B-24A0618620ED}" srcOrd="0" destOrd="0" presId="urn:microsoft.com/office/officeart/2008/layout/LinedList"/>
    <dgm:cxn modelId="{82BB8A20-63B5-4D9F-B5E4-8637C2A2E3AC}" srcId="{C1C9C1F0-56AF-4416-AE62-7186D922D099}" destId="{EEFB48B7-B14A-4D56-9DAD-89794F31D6CA}" srcOrd="3" destOrd="0" parTransId="{A04645E6-C6AE-4675-8505-9E71CB222ED0}" sibTransId="{6D20D050-796B-463C-9CC6-D91F30258F3C}"/>
    <dgm:cxn modelId="{96EEC626-56C9-4DCD-B749-1B50DD541C2B}" type="presOf" srcId="{B1A6FD0B-4ADE-4B35-AAB1-14D673B285F5}" destId="{2221A0EA-A7EB-4352-985F-501BA2DE6211}" srcOrd="0" destOrd="0" presId="urn:microsoft.com/office/officeart/2008/layout/LinedList"/>
    <dgm:cxn modelId="{E10B2438-D05F-4BE4-99F3-7F1AEC8B5CD5}" srcId="{C1C9C1F0-56AF-4416-AE62-7186D922D099}" destId="{8FCF8B7D-8A37-4789-8BA3-23BA9F02E374}" srcOrd="14" destOrd="0" parTransId="{B683F759-D1F4-4708-A303-D0F9B383B347}" sibTransId="{CFFFE389-9DD8-4490-AA29-97709AC00CF9}"/>
    <dgm:cxn modelId="{2EDFDF5D-5D81-45FC-8AB3-7EBE5095694F}" srcId="{C1C9C1F0-56AF-4416-AE62-7186D922D099}" destId="{B1A6FD0B-4ADE-4B35-AAB1-14D673B285F5}" srcOrd="1" destOrd="0" parTransId="{9D3135C0-5BA0-4681-BC6B-62F6BF6E36E7}" sibTransId="{C7965340-5DE5-426A-BBFB-AC57E10EE5A8}"/>
    <dgm:cxn modelId="{9F989A5E-DC07-404B-87BB-496C31EA4E9C}" type="presOf" srcId="{A71E23EE-805F-4A97-AB12-A9675A0D6E54}" destId="{5AC2E39B-46FD-4838-B8D1-6F1BEDCB7027}" srcOrd="0" destOrd="0" presId="urn:microsoft.com/office/officeart/2008/layout/LinedList"/>
    <dgm:cxn modelId="{7834265F-9C6B-4DEF-A249-A8F974424BE3}" type="presOf" srcId="{E43E4506-E198-4382-96A8-F26DA814C59E}" destId="{FCBE362D-6A3F-4CA7-A570-583B36F8281E}" srcOrd="0" destOrd="0" presId="urn:microsoft.com/office/officeart/2008/layout/LinedList"/>
    <dgm:cxn modelId="{D2ADBE63-5ECA-4EDA-994E-47EF11A0F2AC}" srcId="{C1C9C1F0-56AF-4416-AE62-7186D922D099}" destId="{092B0C4E-57FA-4516-BA09-8CCECAB9E01C}" srcOrd="17" destOrd="0" parTransId="{4C2A9018-70BB-41F0-B982-C162A346B0C9}" sibTransId="{1B7418E8-CF18-449A-83C5-0FA0B67DA891}"/>
    <dgm:cxn modelId="{B907F763-4BF3-482F-9C27-DE5169102584}" type="presOf" srcId="{8BF231E2-9CE0-45AD-948F-12A75350C8F2}" destId="{C54706FF-E3EE-4622-B782-DD9FE70F96DB}" srcOrd="0" destOrd="0" presId="urn:microsoft.com/office/officeart/2008/layout/LinedList"/>
    <dgm:cxn modelId="{7C21CE6D-1C73-485A-841F-60D198A94803}" srcId="{C1C9C1F0-56AF-4416-AE62-7186D922D099}" destId="{8BF231E2-9CE0-45AD-948F-12A75350C8F2}" srcOrd="12" destOrd="0" parTransId="{CE8EF386-6209-4E8D-9107-B1D96A2BAFD9}" sibTransId="{AEC35EE4-B779-4E0C-A0A7-59D2ADF1E40E}"/>
    <dgm:cxn modelId="{B57F4C71-20E2-4F25-9DB0-7A6BF1C06665}" srcId="{C1C9C1F0-56AF-4416-AE62-7186D922D099}" destId="{C6C56937-DF39-44B1-AAEF-7D5995A1F941}" srcOrd="6" destOrd="0" parTransId="{781C6E1B-D4DF-4AD7-890B-474217BD9E25}" sibTransId="{EB02AF26-ABFE-4134-B3FB-3775C9D270C6}"/>
    <dgm:cxn modelId="{F607DB77-0F9D-468E-A389-8678DF4CBBBC}" type="presOf" srcId="{092B0C4E-57FA-4516-BA09-8CCECAB9E01C}" destId="{6BEAF429-8BB5-4BDE-9376-5D9FEFFA6607}" srcOrd="0" destOrd="0" presId="urn:microsoft.com/office/officeart/2008/layout/LinedList"/>
    <dgm:cxn modelId="{8B20C680-4DD3-469B-A26D-D5EC16D1E5A8}" type="presOf" srcId="{C1C9C1F0-56AF-4416-AE62-7186D922D099}" destId="{9DF75805-83FC-4255-986A-AB27532AE4A1}" srcOrd="0" destOrd="0" presId="urn:microsoft.com/office/officeart/2008/layout/LinedList"/>
    <dgm:cxn modelId="{484E8897-7633-4846-83C6-F863F40AC718}" type="presOf" srcId="{6BE7F287-63FE-4D7A-A47C-47E5D1ED13C3}" destId="{94797B5F-6D77-4125-982A-D25C6BCB3C77}" srcOrd="0" destOrd="0" presId="urn:microsoft.com/office/officeart/2008/layout/LinedList"/>
    <dgm:cxn modelId="{3DE5139F-D30A-4666-8BA5-A6EF126C8090}" srcId="{C1C9C1F0-56AF-4416-AE62-7186D922D099}" destId="{E43E4506-E198-4382-96A8-F26DA814C59E}" srcOrd="9" destOrd="0" parTransId="{E3B57C9E-5E52-4879-8269-4833D858D8AA}" sibTransId="{F088FA5B-F86E-4677-A80A-BA2D6E2B29D2}"/>
    <dgm:cxn modelId="{851B01A4-E059-46D1-8F96-F20375DC3D74}" srcId="{C1C9C1F0-56AF-4416-AE62-7186D922D099}" destId="{5A548217-B00B-4071-B6BA-2DE5E32FE597}" srcOrd="16" destOrd="0" parTransId="{C47569AE-6BD8-4A6D-8804-E8C0F9752C12}" sibTransId="{DE24752A-7B76-4D4F-9D8B-3837AC012F83}"/>
    <dgm:cxn modelId="{D4BCFEA4-C928-4757-B599-41C056CEF994}" srcId="{C1C9C1F0-56AF-4416-AE62-7186D922D099}" destId="{C9539C6D-525B-4392-A225-A33BBBCB80DD}" srcOrd="7" destOrd="0" parTransId="{050066B6-A40D-47B1-B374-E6A194F2698D}" sibTransId="{9E904A7E-F9AE-4414-803B-B97E525EF2EE}"/>
    <dgm:cxn modelId="{7C2A09AE-1C62-4118-B4BB-096FAE6EC9FA}" type="presOf" srcId="{EEFB48B7-B14A-4D56-9DAD-89794F31D6CA}" destId="{6E086932-FC46-4E45-A123-6889A8B106BB}" srcOrd="0" destOrd="0" presId="urn:microsoft.com/office/officeart/2008/layout/LinedList"/>
    <dgm:cxn modelId="{AA47C9B8-612E-4F1E-9FFF-4F5A07EE298C}" type="presOf" srcId="{C438B8ED-51FC-48D6-A35C-F8FE8D70BEE2}" destId="{09274795-777E-4D2F-BE7B-D2247171A4CF}" srcOrd="0" destOrd="0" presId="urn:microsoft.com/office/officeart/2008/layout/LinedList"/>
    <dgm:cxn modelId="{8F3C0DB9-1C1D-4577-926E-A5AE8D74C04E}" srcId="{C1C9C1F0-56AF-4416-AE62-7186D922D099}" destId="{C438B8ED-51FC-48D6-A35C-F8FE8D70BEE2}" srcOrd="10" destOrd="0" parTransId="{DA1CA35B-80EB-4A46-8783-B24EB636E965}" sibTransId="{9E769921-A8E6-48FB-8735-80D7F0EBA2E3}"/>
    <dgm:cxn modelId="{A42A45C3-7302-4B9D-9C34-CB40940FC1EF}" srcId="{C1C9C1F0-56AF-4416-AE62-7186D922D099}" destId="{A71E23EE-805F-4A97-AB12-A9675A0D6E54}" srcOrd="5" destOrd="0" parTransId="{7E5559B6-2790-464D-B0E9-8DEF510BE18C}" sibTransId="{F8D5C6C1-96F1-4686-8CD2-FEB6B8B4888E}"/>
    <dgm:cxn modelId="{C7E281C6-30BC-4A07-9A99-5CAF510AA594}" type="presOf" srcId="{C6C56937-DF39-44B1-AAEF-7D5995A1F941}" destId="{5E3AE975-7273-47BE-BECA-E20C13C053AC}" srcOrd="0" destOrd="0" presId="urn:microsoft.com/office/officeart/2008/layout/LinedList"/>
    <dgm:cxn modelId="{03CE44C7-593A-4576-B45A-692608A326AF}" srcId="{C1C9C1F0-56AF-4416-AE62-7186D922D099}" destId="{6BE7F287-63FE-4D7A-A47C-47E5D1ED13C3}" srcOrd="13" destOrd="0" parTransId="{7BCBD10C-D1F4-4565-8598-7C2DA173EE02}" sibTransId="{47C11DB3-F311-4AEC-BF96-F994BE64645A}"/>
    <dgm:cxn modelId="{5B2F24D2-F7B5-4F86-835B-A081A934B3D3}" type="presOf" srcId="{80C2A18D-F8CF-403F-9F8D-AD2E88DC0DD4}" destId="{38AAB5C8-2336-4409-9329-80F002ECB828}" srcOrd="0" destOrd="0" presId="urn:microsoft.com/office/officeart/2008/layout/LinedList"/>
    <dgm:cxn modelId="{B8795FD7-E794-4D52-9CD2-87B81B5051A8}" srcId="{C1C9C1F0-56AF-4416-AE62-7186D922D099}" destId="{97EA77AC-3C6B-4F91-A5D9-45E5665832EC}" srcOrd="11" destOrd="0" parTransId="{F080E61D-8A60-4479-95B0-6D5EB7C39D6D}" sibTransId="{C5028B4B-2C7B-415A-8148-A686CAA7A150}"/>
    <dgm:cxn modelId="{1E9D71DA-7EAA-4DA0-BD73-A3BDD7ED331E}" type="presOf" srcId="{8FCF8B7D-8A37-4789-8BA3-23BA9F02E374}" destId="{953DD1C2-6021-429E-B57E-3E9D241C4132}" srcOrd="0" destOrd="0" presId="urn:microsoft.com/office/officeart/2008/layout/LinedList"/>
    <dgm:cxn modelId="{F8E072DE-1B5E-428F-9FDD-5AE578878744}" srcId="{C1C9C1F0-56AF-4416-AE62-7186D922D099}" destId="{225DCF18-F242-444F-9101-E4B6036C4619}" srcOrd="15" destOrd="0" parTransId="{DE1A4719-56E7-4848-88B4-007E2655C1B1}" sibTransId="{8D9166CE-C231-4326-9544-2125ECF21354}"/>
    <dgm:cxn modelId="{1863CCDE-3DB6-48FC-89C6-AF9D61551577}" type="presOf" srcId="{225DCF18-F242-444F-9101-E4B6036C4619}" destId="{468B74FC-9F7A-4CFC-8BCE-0F6F457BE64F}" srcOrd="0" destOrd="0" presId="urn:microsoft.com/office/officeart/2008/layout/LinedList"/>
    <dgm:cxn modelId="{86D265E0-0E17-497E-8C66-ED148B36DBD1}" type="presOf" srcId="{5A548217-B00B-4071-B6BA-2DE5E32FE597}" destId="{DD051895-2FA2-4689-B2F0-2A24C4A1F8A6}" srcOrd="0" destOrd="0" presId="urn:microsoft.com/office/officeart/2008/layout/LinedList"/>
    <dgm:cxn modelId="{BCDA80EC-C8A3-422D-A2D5-5619535AB7DB}" type="presOf" srcId="{A3D4411E-AA7E-4EF9-B2C1-AA027955C9F2}" destId="{D6E32F4C-AA90-4F83-87C4-36C1FD766842}" srcOrd="0" destOrd="0" presId="urn:microsoft.com/office/officeart/2008/layout/LinedList"/>
    <dgm:cxn modelId="{5F54BCF1-B59C-4DC2-BFDA-ABF7EC059A4C}" type="presOf" srcId="{FE11522B-8A05-459F-86A2-6284D9E8BBE5}" destId="{2DE1C272-B93E-453D-85E0-A4CE84DFB70A}" srcOrd="0" destOrd="0" presId="urn:microsoft.com/office/officeart/2008/layout/LinedList"/>
    <dgm:cxn modelId="{A6E175F2-999A-44A8-A797-6783638CACB3}" srcId="{C1C9C1F0-56AF-4416-AE62-7186D922D099}" destId="{FE11522B-8A05-459F-86A2-6284D9E8BBE5}" srcOrd="4" destOrd="0" parTransId="{AC1C6F25-473F-49C0-935F-44E043AEC952}" sibTransId="{F9B3C83B-44A4-442C-8DE0-2CBB999FF9D7}"/>
    <dgm:cxn modelId="{B519E2F8-2029-46E2-A0ED-50938EF19221}" srcId="{C1C9C1F0-56AF-4416-AE62-7186D922D099}" destId="{A3D4411E-AA7E-4EF9-B2C1-AA027955C9F2}" srcOrd="8" destOrd="0" parTransId="{052E117D-CA96-4AA4-B35C-29F857D41D96}" sibTransId="{9EB4C458-9C57-4CC7-8591-1B74DC4D5577}"/>
    <dgm:cxn modelId="{55CA5583-4DAB-49FA-A49C-C6211080543C}" type="presParOf" srcId="{9DF75805-83FC-4255-986A-AB27532AE4A1}" destId="{639A72F9-1A1C-4E90-BFEE-26A56CAC9A99}" srcOrd="0" destOrd="0" presId="urn:microsoft.com/office/officeart/2008/layout/LinedList"/>
    <dgm:cxn modelId="{F94822AB-627C-4137-AF49-7DFA74248D61}" type="presParOf" srcId="{9DF75805-83FC-4255-986A-AB27532AE4A1}" destId="{8D7A5226-8978-4D99-A97B-491463A1B945}" srcOrd="1" destOrd="0" presId="urn:microsoft.com/office/officeart/2008/layout/LinedList"/>
    <dgm:cxn modelId="{67E55260-5848-4DED-A024-0C5837C6728D}" type="presParOf" srcId="{8D7A5226-8978-4D99-A97B-491463A1B945}" destId="{50D7B4D3-A836-442C-9638-8DB8B0C4C9FF}" srcOrd="0" destOrd="0" presId="urn:microsoft.com/office/officeart/2008/layout/LinedList"/>
    <dgm:cxn modelId="{BA9AFDDF-A3B7-4AE2-84E8-7C28D22D6B52}" type="presParOf" srcId="{8D7A5226-8978-4D99-A97B-491463A1B945}" destId="{D9BFEE18-B729-46E9-A1AD-623253F6DE17}" srcOrd="1" destOrd="0" presId="urn:microsoft.com/office/officeart/2008/layout/LinedList"/>
    <dgm:cxn modelId="{8D1A9728-DE95-4F30-81B5-0647E86E3C42}" type="presParOf" srcId="{9DF75805-83FC-4255-986A-AB27532AE4A1}" destId="{F4C6A55D-DAB7-4FEE-82A6-D029474CD5FA}" srcOrd="2" destOrd="0" presId="urn:microsoft.com/office/officeart/2008/layout/LinedList"/>
    <dgm:cxn modelId="{25C115FF-F72E-4A15-B353-4BD3B3E2950F}" type="presParOf" srcId="{9DF75805-83FC-4255-986A-AB27532AE4A1}" destId="{944275B2-4C00-4946-85B3-E076858650BC}" srcOrd="3" destOrd="0" presId="urn:microsoft.com/office/officeart/2008/layout/LinedList"/>
    <dgm:cxn modelId="{9192D53C-EB56-4E66-BAC1-095517B9521B}" type="presParOf" srcId="{944275B2-4C00-4946-85B3-E076858650BC}" destId="{2221A0EA-A7EB-4352-985F-501BA2DE6211}" srcOrd="0" destOrd="0" presId="urn:microsoft.com/office/officeart/2008/layout/LinedList"/>
    <dgm:cxn modelId="{7226E722-FB87-4054-A78E-0A757B68C564}" type="presParOf" srcId="{944275B2-4C00-4946-85B3-E076858650BC}" destId="{AAC32E25-8CF6-4227-A88E-E9C47DF1590F}" srcOrd="1" destOrd="0" presId="urn:microsoft.com/office/officeart/2008/layout/LinedList"/>
    <dgm:cxn modelId="{773FE385-E83C-4567-B531-A4A517256FA1}" type="presParOf" srcId="{9DF75805-83FC-4255-986A-AB27532AE4A1}" destId="{59700633-2F12-4593-A703-F3AF71A42EEE}" srcOrd="4" destOrd="0" presId="urn:microsoft.com/office/officeart/2008/layout/LinedList"/>
    <dgm:cxn modelId="{94DF7673-954E-4724-83B6-A31E1E451757}" type="presParOf" srcId="{9DF75805-83FC-4255-986A-AB27532AE4A1}" destId="{0231A578-83DE-4422-A94F-C6ED98EECE19}" srcOrd="5" destOrd="0" presId="urn:microsoft.com/office/officeart/2008/layout/LinedList"/>
    <dgm:cxn modelId="{F6DA7537-5038-416C-A0A8-F14A8D9929A0}" type="presParOf" srcId="{0231A578-83DE-4422-A94F-C6ED98EECE19}" destId="{38AAB5C8-2336-4409-9329-80F002ECB828}" srcOrd="0" destOrd="0" presId="urn:microsoft.com/office/officeart/2008/layout/LinedList"/>
    <dgm:cxn modelId="{0AFA449C-8210-4C44-BABD-C0C6BC9D665C}" type="presParOf" srcId="{0231A578-83DE-4422-A94F-C6ED98EECE19}" destId="{50B40064-DDA3-48F5-ABAA-B38E06F873EA}" srcOrd="1" destOrd="0" presId="urn:microsoft.com/office/officeart/2008/layout/LinedList"/>
    <dgm:cxn modelId="{D74D8B0D-1E12-40DE-BA54-F591427ACF06}" type="presParOf" srcId="{9DF75805-83FC-4255-986A-AB27532AE4A1}" destId="{DC6B9D64-E1A1-4D5F-9481-8BCE71AA54FA}" srcOrd="6" destOrd="0" presId="urn:microsoft.com/office/officeart/2008/layout/LinedList"/>
    <dgm:cxn modelId="{318A0376-E8D3-42EF-9953-F085AF672E22}" type="presParOf" srcId="{9DF75805-83FC-4255-986A-AB27532AE4A1}" destId="{FB1B8506-1DBB-47D8-91BA-36A61D6D681C}" srcOrd="7" destOrd="0" presId="urn:microsoft.com/office/officeart/2008/layout/LinedList"/>
    <dgm:cxn modelId="{09200167-6006-4A2E-8137-9373B8D1FB23}" type="presParOf" srcId="{FB1B8506-1DBB-47D8-91BA-36A61D6D681C}" destId="{6E086932-FC46-4E45-A123-6889A8B106BB}" srcOrd="0" destOrd="0" presId="urn:microsoft.com/office/officeart/2008/layout/LinedList"/>
    <dgm:cxn modelId="{C89AC62A-70B9-42DE-9384-7F601AE67DF9}" type="presParOf" srcId="{FB1B8506-1DBB-47D8-91BA-36A61D6D681C}" destId="{75E6F1C4-493D-46B7-A5E8-882258AE1FF4}" srcOrd="1" destOrd="0" presId="urn:microsoft.com/office/officeart/2008/layout/LinedList"/>
    <dgm:cxn modelId="{0AAF683F-897D-45FB-B7FB-E0EF9629832C}" type="presParOf" srcId="{9DF75805-83FC-4255-986A-AB27532AE4A1}" destId="{260B11B7-2EEB-4FAE-8264-AF3D6C4C7939}" srcOrd="8" destOrd="0" presId="urn:microsoft.com/office/officeart/2008/layout/LinedList"/>
    <dgm:cxn modelId="{3FFA8055-7F95-45DE-BE5B-FDCDC6254490}" type="presParOf" srcId="{9DF75805-83FC-4255-986A-AB27532AE4A1}" destId="{4BCBA6E3-3B0F-42CD-81AE-191C53C6F827}" srcOrd="9" destOrd="0" presId="urn:microsoft.com/office/officeart/2008/layout/LinedList"/>
    <dgm:cxn modelId="{3C343939-54CE-4D39-BEE5-4C1B0F62F526}" type="presParOf" srcId="{4BCBA6E3-3B0F-42CD-81AE-191C53C6F827}" destId="{2DE1C272-B93E-453D-85E0-A4CE84DFB70A}" srcOrd="0" destOrd="0" presId="urn:microsoft.com/office/officeart/2008/layout/LinedList"/>
    <dgm:cxn modelId="{EAE308D9-9911-49A9-B981-B0B18A5BB8BA}" type="presParOf" srcId="{4BCBA6E3-3B0F-42CD-81AE-191C53C6F827}" destId="{9D52E079-B8D6-4F52-8225-E15172960382}" srcOrd="1" destOrd="0" presId="urn:microsoft.com/office/officeart/2008/layout/LinedList"/>
    <dgm:cxn modelId="{B77EF09E-05CB-445C-9B5A-883A46B16507}" type="presParOf" srcId="{9DF75805-83FC-4255-986A-AB27532AE4A1}" destId="{CD3FE3D1-D33F-4E5B-9376-172E6BDF2F14}" srcOrd="10" destOrd="0" presId="urn:microsoft.com/office/officeart/2008/layout/LinedList"/>
    <dgm:cxn modelId="{65928CF6-A6EF-49EF-BDA3-57327302F4AE}" type="presParOf" srcId="{9DF75805-83FC-4255-986A-AB27532AE4A1}" destId="{70D103CB-A75F-4892-B13B-881E3D84E10F}" srcOrd="11" destOrd="0" presId="urn:microsoft.com/office/officeart/2008/layout/LinedList"/>
    <dgm:cxn modelId="{6A5C193F-108F-4E69-9032-3422ACC52F80}" type="presParOf" srcId="{70D103CB-A75F-4892-B13B-881E3D84E10F}" destId="{5AC2E39B-46FD-4838-B8D1-6F1BEDCB7027}" srcOrd="0" destOrd="0" presId="urn:microsoft.com/office/officeart/2008/layout/LinedList"/>
    <dgm:cxn modelId="{B43F6B43-5807-425A-8E33-94B56B33D866}" type="presParOf" srcId="{70D103CB-A75F-4892-B13B-881E3D84E10F}" destId="{C39F43F7-645B-4B9F-B9A3-D9936E274378}" srcOrd="1" destOrd="0" presId="urn:microsoft.com/office/officeart/2008/layout/LinedList"/>
    <dgm:cxn modelId="{055096BC-FBDB-4F35-BB64-150047E4CB6A}" type="presParOf" srcId="{9DF75805-83FC-4255-986A-AB27532AE4A1}" destId="{08F799DB-E22C-4B6F-B30F-58AC1509B8F0}" srcOrd="12" destOrd="0" presId="urn:microsoft.com/office/officeart/2008/layout/LinedList"/>
    <dgm:cxn modelId="{09B77D51-26F4-482E-82C6-29C00C1F146B}" type="presParOf" srcId="{9DF75805-83FC-4255-986A-AB27532AE4A1}" destId="{54FADA01-4A89-4584-B852-22655304E103}" srcOrd="13" destOrd="0" presId="urn:microsoft.com/office/officeart/2008/layout/LinedList"/>
    <dgm:cxn modelId="{D0388B85-6B4F-4746-9C0A-43BDF34BA1FD}" type="presParOf" srcId="{54FADA01-4A89-4584-B852-22655304E103}" destId="{5E3AE975-7273-47BE-BECA-E20C13C053AC}" srcOrd="0" destOrd="0" presId="urn:microsoft.com/office/officeart/2008/layout/LinedList"/>
    <dgm:cxn modelId="{A3C5821D-B03D-4FF2-9ACD-47EEDFB4B8F4}" type="presParOf" srcId="{54FADA01-4A89-4584-B852-22655304E103}" destId="{64DF1F24-9679-45AF-B15E-B1ED652E4DA0}" srcOrd="1" destOrd="0" presId="urn:microsoft.com/office/officeart/2008/layout/LinedList"/>
    <dgm:cxn modelId="{C227A424-FF7E-41D0-8CEA-6C739E8E5A34}" type="presParOf" srcId="{9DF75805-83FC-4255-986A-AB27532AE4A1}" destId="{6DB1BB3B-DDA6-439C-8BD0-7E0D3287A245}" srcOrd="14" destOrd="0" presId="urn:microsoft.com/office/officeart/2008/layout/LinedList"/>
    <dgm:cxn modelId="{60616488-F617-48B8-B95F-BBAF4712CADB}" type="presParOf" srcId="{9DF75805-83FC-4255-986A-AB27532AE4A1}" destId="{DC9BC0A0-D986-4AD8-B729-1217D8E2B4EC}" srcOrd="15" destOrd="0" presId="urn:microsoft.com/office/officeart/2008/layout/LinedList"/>
    <dgm:cxn modelId="{0B9CE569-0997-4456-A819-D842BD05DB1F}" type="presParOf" srcId="{DC9BC0A0-D986-4AD8-B729-1217D8E2B4EC}" destId="{DDA37B57-5AF5-4056-8D2B-24A0618620ED}" srcOrd="0" destOrd="0" presId="urn:microsoft.com/office/officeart/2008/layout/LinedList"/>
    <dgm:cxn modelId="{3B4E907F-D9DD-4CA1-842F-D4548B3AE525}" type="presParOf" srcId="{DC9BC0A0-D986-4AD8-B729-1217D8E2B4EC}" destId="{98DB53C8-1DED-46B0-9CE2-42872EF742AF}" srcOrd="1" destOrd="0" presId="urn:microsoft.com/office/officeart/2008/layout/LinedList"/>
    <dgm:cxn modelId="{B17D3D32-7DE2-4132-B9EF-A424A29AB28A}" type="presParOf" srcId="{9DF75805-83FC-4255-986A-AB27532AE4A1}" destId="{B42831AF-24C8-40D0-AA34-C232D461390E}" srcOrd="16" destOrd="0" presId="urn:microsoft.com/office/officeart/2008/layout/LinedList"/>
    <dgm:cxn modelId="{03B0E37F-1D59-4F70-9A30-461BC820D807}" type="presParOf" srcId="{9DF75805-83FC-4255-986A-AB27532AE4A1}" destId="{CFCE48AB-1DCB-4193-B86F-1A63683C67C3}" srcOrd="17" destOrd="0" presId="urn:microsoft.com/office/officeart/2008/layout/LinedList"/>
    <dgm:cxn modelId="{D2FCCE56-60E3-4B25-882E-B2AF1A1CFB69}" type="presParOf" srcId="{CFCE48AB-1DCB-4193-B86F-1A63683C67C3}" destId="{D6E32F4C-AA90-4F83-87C4-36C1FD766842}" srcOrd="0" destOrd="0" presId="urn:microsoft.com/office/officeart/2008/layout/LinedList"/>
    <dgm:cxn modelId="{9E842EE9-B53E-48DE-A5D1-1860AB7530D2}" type="presParOf" srcId="{CFCE48AB-1DCB-4193-B86F-1A63683C67C3}" destId="{DA0D1908-1A70-457E-9A5E-E18C1A22965A}" srcOrd="1" destOrd="0" presId="urn:microsoft.com/office/officeart/2008/layout/LinedList"/>
    <dgm:cxn modelId="{359F79AD-D2B5-446C-8B0A-AC91C8EF7368}" type="presParOf" srcId="{9DF75805-83FC-4255-986A-AB27532AE4A1}" destId="{F11377E2-1637-4632-AD97-645FA4DF516C}" srcOrd="18" destOrd="0" presId="urn:microsoft.com/office/officeart/2008/layout/LinedList"/>
    <dgm:cxn modelId="{DCCEFFE9-1FF5-450E-9CCA-BDDE3F3693A2}" type="presParOf" srcId="{9DF75805-83FC-4255-986A-AB27532AE4A1}" destId="{DDCA3B62-728C-43EE-8E8A-FC6FDFA26826}" srcOrd="19" destOrd="0" presId="urn:microsoft.com/office/officeart/2008/layout/LinedList"/>
    <dgm:cxn modelId="{8E25DE20-36F9-403B-B0D2-C2AAE46B73E0}" type="presParOf" srcId="{DDCA3B62-728C-43EE-8E8A-FC6FDFA26826}" destId="{FCBE362D-6A3F-4CA7-A570-583B36F8281E}" srcOrd="0" destOrd="0" presId="urn:microsoft.com/office/officeart/2008/layout/LinedList"/>
    <dgm:cxn modelId="{41BFEFB7-44D0-46DE-88E0-2BD49940CCF2}" type="presParOf" srcId="{DDCA3B62-728C-43EE-8E8A-FC6FDFA26826}" destId="{41D1B384-7F22-4844-A656-12BFB4266BFA}" srcOrd="1" destOrd="0" presId="urn:microsoft.com/office/officeart/2008/layout/LinedList"/>
    <dgm:cxn modelId="{38F82354-E004-4E98-9F22-FB55D8753D96}" type="presParOf" srcId="{9DF75805-83FC-4255-986A-AB27532AE4A1}" destId="{9A571746-C0FF-4FA4-BFB9-C69317651997}" srcOrd="20" destOrd="0" presId="urn:microsoft.com/office/officeart/2008/layout/LinedList"/>
    <dgm:cxn modelId="{8D4BB9BD-6AF8-4108-A67D-1201C9192580}" type="presParOf" srcId="{9DF75805-83FC-4255-986A-AB27532AE4A1}" destId="{A46A73EA-1639-4BA4-B82D-0A1BB9A24A5D}" srcOrd="21" destOrd="0" presId="urn:microsoft.com/office/officeart/2008/layout/LinedList"/>
    <dgm:cxn modelId="{BB356A73-D5F2-4F3B-88E2-EA21B2C53C85}" type="presParOf" srcId="{A46A73EA-1639-4BA4-B82D-0A1BB9A24A5D}" destId="{09274795-777E-4D2F-BE7B-D2247171A4CF}" srcOrd="0" destOrd="0" presId="urn:microsoft.com/office/officeart/2008/layout/LinedList"/>
    <dgm:cxn modelId="{5BEC781C-5FC1-42F3-8703-AB2B122C7291}" type="presParOf" srcId="{A46A73EA-1639-4BA4-B82D-0A1BB9A24A5D}" destId="{FBF35458-33B0-4FFA-BA1E-13AD98924893}" srcOrd="1" destOrd="0" presId="urn:microsoft.com/office/officeart/2008/layout/LinedList"/>
    <dgm:cxn modelId="{14B8CC33-20CE-4BC4-82F8-FA1B5E109B74}" type="presParOf" srcId="{9DF75805-83FC-4255-986A-AB27532AE4A1}" destId="{3DC2498C-D131-4FE7-A47B-10085870DEFB}" srcOrd="22" destOrd="0" presId="urn:microsoft.com/office/officeart/2008/layout/LinedList"/>
    <dgm:cxn modelId="{CC423478-451B-4064-B153-701FF1872F0D}" type="presParOf" srcId="{9DF75805-83FC-4255-986A-AB27532AE4A1}" destId="{D96BD8CE-D87B-4E1B-B9F3-B9CBE4AE4616}" srcOrd="23" destOrd="0" presId="urn:microsoft.com/office/officeart/2008/layout/LinedList"/>
    <dgm:cxn modelId="{9C7C84A9-40AE-483F-BB2C-A7CF1230EB5B}" type="presParOf" srcId="{D96BD8CE-D87B-4E1B-B9F3-B9CBE4AE4616}" destId="{1889A2BE-8C20-4E08-8C0A-DAFFBF3031B8}" srcOrd="0" destOrd="0" presId="urn:microsoft.com/office/officeart/2008/layout/LinedList"/>
    <dgm:cxn modelId="{D2A46D3A-938E-4F9B-B015-961DDE30A2A0}" type="presParOf" srcId="{D96BD8CE-D87B-4E1B-B9F3-B9CBE4AE4616}" destId="{2596A108-3ED0-46C6-8009-8D2063CE30EE}" srcOrd="1" destOrd="0" presId="urn:microsoft.com/office/officeart/2008/layout/LinedList"/>
    <dgm:cxn modelId="{B2F6A8C5-0F25-4D0B-9668-52BA4AA2C309}" type="presParOf" srcId="{9DF75805-83FC-4255-986A-AB27532AE4A1}" destId="{9860D966-91C1-468B-8897-B7BF78625E8E}" srcOrd="24" destOrd="0" presId="urn:microsoft.com/office/officeart/2008/layout/LinedList"/>
    <dgm:cxn modelId="{8BAF9CEE-5D63-4029-968B-5094F5B175B2}" type="presParOf" srcId="{9DF75805-83FC-4255-986A-AB27532AE4A1}" destId="{3EBC6C61-C26F-4F41-910D-0414F301E8CD}" srcOrd="25" destOrd="0" presId="urn:microsoft.com/office/officeart/2008/layout/LinedList"/>
    <dgm:cxn modelId="{32739920-33B3-41D7-9C5F-719B4BE89437}" type="presParOf" srcId="{3EBC6C61-C26F-4F41-910D-0414F301E8CD}" destId="{C54706FF-E3EE-4622-B782-DD9FE70F96DB}" srcOrd="0" destOrd="0" presId="urn:microsoft.com/office/officeart/2008/layout/LinedList"/>
    <dgm:cxn modelId="{72A18FCE-8FFC-4246-BD4E-A499E8F85741}" type="presParOf" srcId="{3EBC6C61-C26F-4F41-910D-0414F301E8CD}" destId="{03A0994F-4AE7-4981-9282-B8F2BFD92DFD}" srcOrd="1" destOrd="0" presId="urn:microsoft.com/office/officeart/2008/layout/LinedList"/>
    <dgm:cxn modelId="{DBF4B2AF-0FE4-4171-B7E7-A6CC9942F3F8}" type="presParOf" srcId="{9DF75805-83FC-4255-986A-AB27532AE4A1}" destId="{292C67FA-C6D3-4858-B496-94F15748537C}" srcOrd="26" destOrd="0" presId="urn:microsoft.com/office/officeart/2008/layout/LinedList"/>
    <dgm:cxn modelId="{489B95F3-C24D-46C0-9A0A-253C3538EB2B}" type="presParOf" srcId="{9DF75805-83FC-4255-986A-AB27532AE4A1}" destId="{4C390DD6-B97A-4873-85F6-AE784AD9D98D}" srcOrd="27" destOrd="0" presId="urn:microsoft.com/office/officeart/2008/layout/LinedList"/>
    <dgm:cxn modelId="{333BA2B7-84AD-40D2-A914-4D72B23EE7B2}" type="presParOf" srcId="{4C390DD6-B97A-4873-85F6-AE784AD9D98D}" destId="{94797B5F-6D77-4125-982A-D25C6BCB3C77}" srcOrd="0" destOrd="0" presId="urn:microsoft.com/office/officeart/2008/layout/LinedList"/>
    <dgm:cxn modelId="{2A0F59D2-1D31-4EC2-865D-57D0DC896D46}" type="presParOf" srcId="{4C390DD6-B97A-4873-85F6-AE784AD9D98D}" destId="{2B8CC50C-BC19-40DE-8661-A079D049F0F2}" srcOrd="1" destOrd="0" presId="urn:microsoft.com/office/officeart/2008/layout/LinedList"/>
    <dgm:cxn modelId="{564D018B-DFF4-434C-B3E9-9AF90B0DE6C6}" type="presParOf" srcId="{9DF75805-83FC-4255-986A-AB27532AE4A1}" destId="{6DBEE9C1-62CC-4346-B8EC-A16E670F6CF3}" srcOrd="28" destOrd="0" presId="urn:microsoft.com/office/officeart/2008/layout/LinedList"/>
    <dgm:cxn modelId="{65814FBF-164B-45AE-8B2E-F0497B6A9A6F}" type="presParOf" srcId="{9DF75805-83FC-4255-986A-AB27532AE4A1}" destId="{C96C5837-978C-4E94-A83E-09EA31955BB2}" srcOrd="29" destOrd="0" presId="urn:microsoft.com/office/officeart/2008/layout/LinedList"/>
    <dgm:cxn modelId="{A61F26AA-2A24-412A-A387-75267F892502}" type="presParOf" srcId="{C96C5837-978C-4E94-A83E-09EA31955BB2}" destId="{953DD1C2-6021-429E-B57E-3E9D241C4132}" srcOrd="0" destOrd="0" presId="urn:microsoft.com/office/officeart/2008/layout/LinedList"/>
    <dgm:cxn modelId="{630CEE6D-4E6B-4060-9E5B-BEBCCAFC387E}" type="presParOf" srcId="{C96C5837-978C-4E94-A83E-09EA31955BB2}" destId="{0EBE4C8D-5921-4591-A8C3-ED8B60E9C00A}" srcOrd="1" destOrd="0" presId="urn:microsoft.com/office/officeart/2008/layout/LinedList"/>
    <dgm:cxn modelId="{8D2FE253-A17A-4C17-8D2D-589EA6CB8A5A}" type="presParOf" srcId="{9DF75805-83FC-4255-986A-AB27532AE4A1}" destId="{B1068D30-1610-4BA7-A54A-010B63E65FB9}" srcOrd="30" destOrd="0" presId="urn:microsoft.com/office/officeart/2008/layout/LinedList"/>
    <dgm:cxn modelId="{41ADCE22-250E-4CC8-88FC-3312EC81DF04}" type="presParOf" srcId="{9DF75805-83FC-4255-986A-AB27532AE4A1}" destId="{96A56450-331B-4A6B-BCC4-DAE38C753395}" srcOrd="31" destOrd="0" presId="urn:microsoft.com/office/officeart/2008/layout/LinedList"/>
    <dgm:cxn modelId="{13BBB20C-DFCD-4FE0-A50B-7FA7A24944D8}" type="presParOf" srcId="{96A56450-331B-4A6B-BCC4-DAE38C753395}" destId="{468B74FC-9F7A-4CFC-8BCE-0F6F457BE64F}" srcOrd="0" destOrd="0" presId="urn:microsoft.com/office/officeart/2008/layout/LinedList"/>
    <dgm:cxn modelId="{3118B8A6-BE4F-42A3-935B-53FE622F28C0}" type="presParOf" srcId="{96A56450-331B-4A6B-BCC4-DAE38C753395}" destId="{84BC9E3D-26EA-4A15-A419-043E480D7627}" srcOrd="1" destOrd="0" presId="urn:microsoft.com/office/officeart/2008/layout/LinedList"/>
    <dgm:cxn modelId="{0374A1AE-A7FD-48AE-B836-8F80C910DCED}" type="presParOf" srcId="{9DF75805-83FC-4255-986A-AB27532AE4A1}" destId="{607CC726-0CD0-4DCB-93E7-A59516459FDC}" srcOrd="32" destOrd="0" presId="urn:microsoft.com/office/officeart/2008/layout/LinedList"/>
    <dgm:cxn modelId="{37FC79C1-DD43-4B3E-84FC-8636D3E3C775}" type="presParOf" srcId="{9DF75805-83FC-4255-986A-AB27532AE4A1}" destId="{48D38211-6A02-4DCF-ADF6-C29460556841}" srcOrd="33" destOrd="0" presId="urn:microsoft.com/office/officeart/2008/layout/LinedList"/>
    <dgm:cxn modelId="{C52FFDAB-6352-4E6A-8A11-A2C3D464AF56}" type="presParOf" srcId="{48D38211-6A02-4DCF-ADF6-C29460556841}" destId="{DD051895-2FA2-4689-B2F0-2A24C4A1F8A6}" srcOrd="0" destOrd="0" presId="urn:microsoft.com/office/officeart/2008/layout/LinedList"/>
    <dgm:cxn modelId="{6CEFF436-590F-4490-A292-C0930B19BDD7}" type="presParOf" srcId="{48D38211-6A02-4DCF-ADF6-C29460556841}" destId="{94A83C7A-B984-40DD-8F2B-112ABBDD0122}" srcOrd="1" destOrd="0" presId="urn:microsoft.com/office/officeart/2008/layout/LinedList"/>
    <dgm:cxn modelId="{EC614EBB-53C8-48CC-A16D-C283C38A902D}" type="presParOf" srcId="{9DF75805-83FC-4255-986A-AB27532AE4A1}" destId="{A37D66E3-629F-4B23-8B39-ABA8E596C6B2}" srcOrd="34" destOrd="0" presId="urn:microsoft.com/office/officeart/2008/layout/LinedList"/>
    <dgm:cxn modelId="{115028CD-036C-42F4-986A-D01656F7C9D0}" type="presParOf" srcId="{9DF75805-83FC-4255-986A-AB27532AE4A1}" destId="{A158944E-B75A-4CA8-80E6-F47B0F8F499E}" srcOrd="35" destOrd="0" presId="urn:microsoft.com/office/officeart/2008/layout/LinedList"/>
    <dgm:cxn modelId="{C375F8DC-10F0-4408-9F51-2756A45993C6}" type="presParOf" srcId="{A158944E-B75A-4CA8-80E6-F47B0F8F499E}" destId="{6BEAF429-8BB5-4BDE-9376-5D9FEFFA6607}" srcOrd="0" destOrd="0" presId="urn:microsoft.com/office/officeart/2008/layout/LinedList"/>
    <dgm:cxn modelId="{D3465E37-19CB-4FD3-908F-7CF49A87C0FB}" type="presParOf" srcId="{A158944E-B75A-4CA8-80E6-F47B0F8F499E}" destId="{D9216759-BBED-45ED-A154-D71FE4477674}" srcOrd="1" destOrd="0" presId="urn:microsoft.com/office/officeart/2008/layout/LinedList"/>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9A72F9-1A1C-4E90-BFEE-26A56CAC9A99}">
      <dsp:nvSpPr>
        <dsp:cNvPr id="0" name=""/>
        <dsp:cNvSpPr/>
      </dsp:nvSpPr>
      <dsp:spPr>
        <a:xfrm>
          <a:off x="0" y="656"/>
          <a:ext cx="5428563"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0D7B4D3-A836-442C-9638-8DB8B0C4C9FF}">
      <dsp:nvSpPr>
        <dsp:cNvPr id="0" name=""/>
        <dsp:cNvSpPr/>
      </dsp:nvSpPr>
      <dsp:spPr>
        <a:xfrm>
          <a:off x="0" y="656"/>
          <a:ext cx="5428563" cy="2987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dirty="0">
              <a:solidFill>
                <a:srgbClr val="080808"/>
              </a:solidFill>
            </a:rPr>
            <a:t>Carbopol 934/940 powder</a:t>
          </a:r>
        </a:p>
      </dsp:txBody>
      <dsp:txXfrm>
        <a:off x="0" y="656"/>
        <a:ext cx="5428563" cy="298717"/>
      </dsp:txXfrm>
    </dsp:sp>
    <dsp:sp modelId="{F4C6A55D-DAB7-4FEE-82A6-D029474CD5FA}">
      <dsp:nvSpPr>
        <dsp:cNvPr id="0" name=""/>
        <dsp:cNvSpPr/>
      </dsp:nvSpPr>
      <dsp:spPr>
        <a:xfrm>
          <a:off x="0" y="299373"/>
          <a:ext cx="5428563"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21A0EA-A7EB-4352-985F-501BA2DE6211}">
      <dsp:nvSpPr>
        <dsp:cNvPr id="0" name=""/>
        <dsp:cNvSpPr/>
      </dsp:nvSpPr>
      <dsp:spPr>
        <a:xfrm>
          <a:off x="0" y="299373"/>
          <a:ext cx="5428563" cy="2987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rtl="0">
            <a:lnSpc>
              <a:spcPct val="90000"/>
            </a:lnSpc>
            <a:spcBef>
              <a:spcPct val="0"/>
            </a:spcBef>
            <a:spcAft>
              <a:spcPct val="35000"/>
            </a:spcAft>
            <a:buNone/>
          </a:pPr>
          <a:r>
            <a:rPr lang="en-US" sz="1400" kern="1200" dirty="0">
              <a:solidFill>
                <a:srgbClr val="080808"/>
              </a:solidFill>
            </a:rPr>
            <a:t>Grease</a:t>
          </a:r>
        </a:p>
      </dsp:txBody>
      <dsp:txXfrm>
        <a:off x="0" y="299373"/>
        <a:ext cx="5428563" cy="298717"/>
      </dsp:txXfrm>
    </dsp:sp>
    <dsp:sp modelId="{59700633-2F12-4593-A703-F3AF71A42EEE}">
      <dsp:nvSpPr>
        <dsp:cNvPr id="0" name=""/>
        <dsp:cNvSpPr/>
      </dsp:nvSpPr>
      <dsp:spPr>
        <a:xfrm>
          <a:off x="0" y="598090"/>
          <a:ext cx="5428563"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8AAB5C8-2336-4409-9329-80F002ECB828}">
      <dsp:nvSpPr>
        <dsp:cNvPr id="0" name=""/>
        <dsp:cNvSpPr/>
      </dsp:nvSpPr>
      <dsp:spPr>
        <a:xfrm>
          <a:off x="0" y="598090"/>
          <a:ext cx="5428563" cy="2987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rtl="0">
            <a:lnSpc>
              <a:spcPct val="90000"/>
            </a:lnSpc>
            <a:spcBef>
              <a:spcPct val="0"/>
            </a:spcBef>
            <a:spcAft>
              <a:spcPct val="35000"/>
            </a:spcAft>
            <a:buNone/>
          </a:pPr>
          <a:r>
            <a:rPr lang="en-US" sz="1400" kern="1200" dirty="0">
              <a:solidFill>
                <a:srgbClr val="080808"/>
              </a:solidFill>
            </a:rPr>
            <a:t>Allen Wrench and Screws</a:t>
          </a:r>
        </a:p>
      </dsp:txBody>
      <dsp:txXfrm>
        <a:off x="0" y="598090"/>
        <a:ext cx="5428563" cy="298717"/>
      </dsp:txXfrm>
    </dsp:sp>
    <dsp:sp modelId="{DC6B9D64-E1A1-4D5F-9481-8BCE71AA54FA}">
      <dsp:nvSpPr>
        <dsp:cNvPr id="0" name=""/>
        <dsp:cNvSpPr/>
      </dsp:nvSpPr>
      <dsp:spPr>
        <a:xfrm>
          <a:off x="0" y="896807"/>
          <a:ext cx="5428563"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086932-FC46-4E45-A123-6889A8B106BB}">
      <dsp:nvSpPr>
        <dsp:cNvPr id="0" name=""/>
        <dsp:cNvSpPr/>
      </dsp:nvSpPr>
      <dsp:spPr>
        <a:xfrm>
          <a:off x="0" y="896807"/>
          <a:ext cx="5428563" cy="2987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rtl="0">
            <a:lnSpc>
              <a:spcPct val="90000"/>
            </a:lnSpc>
            <a:spcBef>
              <a:spcPct val="0"/>
            </a:spcBef>
            <a:spcAft>
              <a:spcPct val="35000"/>
            </a:spcAft>
            <a:buNone/>
          </a:pPr>
          <a:r>
            <a:rPr lang="en-US" sz="1400" kern="1200" dirty="0">
              <a:solidFill>
                <a:srgbClr val="080808"/>
              </a:solidFill>
            </a:rPr>
            <a:t>Wrench</a:t>
          </a:r>
        </a:p>
      </dsp:txBody>
      <dsp:txXfrm>
        <a:off x="0" y="896807"/>
        <a:ext cx="5428563" cy="298717"/>
      </dsp:txXfrm>
    </dsp:sp>
    <dsp:sp modelId="{260B11B7-2EEB-4FAE-8264-AF3D6C4C7939}">
      <dsp:nvSpPr>
        <dsp:cNvPr id="0" name=""/>
        <dsp:cNvSpPr/>
      </dsp:nvSpPr>
      <dsp:spPr>
        <a:xfrm>
          <a:off x="0" y="1195524"/>
          <a:ext cx="5428563"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DE1C272-B93E-453D-85E0-A4CE84DFB70A}">
      <dsp:nvSpPr>
        <dsp:cNvPr id="0" name=""/>
        <dsp:cNvSpPr/>
      </dsp:nvSpPr>
      <dsp:spPr>
        <a:xfrm>
          <a:off x="0" y="1195524"/>
          <a:ext cx="5428563" cy="2987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dirty="0">
              <a:solidFill>
                <a:srgbClr val="080808"/>
              </a:solidFill>
            </a:rPr>
            <a:t>Scale</a:t>
          </a:r>
        </a:p>
      </dsp:txBody>
      <dsp:txXfrm>
        <a:off x="0" y="1195524"/>
        <a:ext cx="5428563" cy="298717"/>
      </dsp:txXfrm>
    </dsp:sp>
    <dsp:sp modelId="{CD3FE3D1-D33F-4E5B-9376-172E6BDF2F14}">
      <dsp:nvSpPr>
        <dsp:cNvPr id="0" name=""/>
        <dsp:cNvSpPr/>
      </dsp:nvSpPr>
      <dsp:spPr>
        <a:xfrm>
          <a:off x="0" y="1494241"/>
          <a:ext cx="5428563"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AC2E39B-46FD-4838-B8D1-6F1BEDCB7027}">
      <dsp:nvSpPr>
        <dsp:cNvPr id="0" name=""/>
        <dsp:cNvSpPr/>
      </dsp:nvSpPr>
      <dsp:spPr>
        <a:xfrm>
          <a:off x="0" y="1494241"/>
          <a:ext cx="5428563" cy="2987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a:solidFill>
                <a:srgbClr val="080808"/>
              </a:solidFill>
            </a:rPr>
            <a:t>pH Strips</a:t>
          </a:r>
          <a:endParaRPr lang="en-US" sz="1400" kern="1200" dirty="0">
            <a:solidFill>
              <a:srgbClr val="080808"/>
            </a:solidFill>
          </a:endParaRPr>
        </a:p>
      </dsp:txBody>
      <dsp:txXfrm>
        <a:off x="0" y="1494241"/>
        <a:ext cx="5428563" cy="298717"/>
      </dsp:txXfrm>
    </dsp:sp>
    <dsp:sp modelId="{08F799DB-E22C-4B6F-B30F-58AC1509B8F0}">
      <dsp:nvSpPr>
        <dsp:cNvPr id="0" name=""/>
        <dsp:cNvSpPr/>
      </dsp:nvSpPr>
      <dsp:spPr>
        <a:xfrm>
          <a:off x="0" y="1792958"/>
          <a:ext cx="5428563"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E3AE975-7273-47BE-BECA-E20C13C053AC}">
      <dsp:nvSpPr>
        <dsp:cNvPr id="0" name=""/>
        <dsp:cNvSpPr/>
      </dsp:nvSpPr>
      <dsp:spPr>
        <a:xfrm>
          <a:off x="0" y="1792958"/>
          <a:ext cx="5428563" cy="2987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a:solidFill>
                <a:srgbClr val="080808"/>
              </a:solidFill>
            </a:rPr>
            <a:t>Stand Mixer</a:t>
          </a:r>
          <a:endParaRPr lang="en-US" sz="1400" kern="1200" dirty="0">
            <a:solidFill>
              <a:srgbClr val="080808"/>
            </a:solidFill>
          </a:endParaRPr>
        </a:p>
      </dsp:txBody>
      <dsp:txXfrm>
        <a:off x="0" y="1792958"/>
        <a:ext cx="5428563" cy="298717"/>
      </dsp:txXfrm>
    </dsp:sp>
    <dsp:sp modelId="{6DB1BB3B-DDA6-439C-8BD0-7E0D3287A245}">
      <dsp:nvSpPr>
        <dsp:cNvPr id="0" name=""/>
        <dsp:cNvSpPr/>
      </dsp:nvSpPr>
      <dsp:spPr>
        <a:xfrm>
          <a:off x="0" y="2091675"/>
          <a:ext cx="5428563"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DA37B57-5AF5-4056-8D2B-24A0618620ED}">
      <dsp:nvSpPr>
        <dsp:cNvPr id="0" name=""/>
        <dsp:cNvSpPr/>
      </dsp:nvSpPr>
      <dsp:spPr>
        <a:xfrm>
          <a:off x="0" y="2091675"/>
          <a:ext cx="5428563" cy="2987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a:solidFill>
                <a:srgbClr val="080808"/>
              </a:solidFill>
            </a:rPr>
            <a:t>Plastic Containers</a:t>
          </a:r>
          <a:endParaRPr lang="en-US" sz="1400" kern="1200" dirty="0">
            <a:solidFill>
              <a:srgbClr val="080808"/>
            </a:solidFill>
          </a:endParaRPr>
        </a:p>
      </dsp:txBody>
      <dsp:txXfrm>
        <a:off x="0" y="2091675"/>
        <a:ext cx="5428563" cy="298717"/>
      </dsp:txXfrm>
    </dsp:sp>
    <dsp:sp modelId="{B42831AF-24C8-40D0-AA34-C232D461390E}">
      <dsp:nvSpPr>
        <dsp:cNvPr id="0" name=""/>
        <dsp:cNvSpPr/>
      </dsp:nvSpPr>
      <dsp:spPr>
        <a:xfrm>
          <a:off x="0" y="2390392"/>
          <a:ext cx="5428563"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6E32F4C-AA90-4F83-87C4-36C1FD766842}">
      <dsp:nvSpPr>
        <dsp:cNvPr id="0" name=""/>
        <dsp:cNvSpPr/>
      </dsp:nvSpPr>
      <dsp:spPr>
        <a:xfrm>
          <a:off x="0" y="2390392"/>
          <a:ext cx="5428563" cy="2987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a:solidFill>
                <a:srgbClr val="080808"/>
              </a:solidFill>
            </a:rPr>
            <a:t>Spatula</a:t>
          </a:r>
          <a:endParaRPr lang="en-US" sz="1400" kern="1200" dirty="0">
            <a:solidFill>
              <a:srgbClr val="080808"/>
            </a:solidFill>
          </a:endParaRPr>
        </a:p>
      </dsp:txBody>
      <dsp:txXfrm>
        <a:off x="0" y="2390392"/>
        <a:ext cx="5428563" cy="298717"/>
      </dsp:txXfrm>
    </dsp:sp>
    <dsp:sp modelId="{F11377E2-1637-4632-AD97-645FA4DF516C}">
      <dsp:nvSpPr>
        <dsp:cNvPr id="0" name=""/>
        <dsp:cNvSpPr/>
      </dsp:nvSpPr>
      <dsp:spPr>
        <a:xfrm>
          <a:off x="0" y="2689110"/>
          <a:ext cx="5428563"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CBE362D-6A3F-4CA7-A570-583B36F8281E}">
      <dsp:nvSpPr>
        <dsp:cNvPr id="0" name=""/>
        <dsp:cNvSpPr/>
      </dsp:nvSpPr>
      <dsp:spPr>
        <a:xfrm>
          <a:off x="0" y="2689109"/>
          <a:ext cx="5428563" cy="2987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a:solidFill>
                <a:srgbClr val="080808"/>
              </a:solidFill>
            </a:rPr>
            <a:t>Water</a:t>
          </a:r>
          <a:endParaRPr lang="en-US" sz="1400" kern="1200" dirty="0">
            <a:solidFill>
              <a:srgbClr val="080808"/>
            </a:solidFill>
          </a:endParaRPr>
        </a:p>
      </dsp:txBody>
      <dsp:txXfrm>
        <a:off x="0" y="2689109"/>
        <a:ext cx="5428563" cy="298717"/>
      </dsp:txXfrm>
    </dsp:sp>
    <dsp:sp modelId="{9A571746-C0FF-4FA4-BFB9-C69317651997}">
      <dsp:nvSpPr>
        <dsp:cNvPr id="0" name=""/>
        <dsp:cNvSpPr/>
      </dsp:nvSpPr>
      <dsp:spPr>
        <a:xfrm>
          <a:off x="0" y="2987827"/>
          <a:ext cx="5428563"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9274795-777E-4D2F-BE7B-D2247171A4CF}">
      <dsp:nvSpPr>
        <dsp:cNvPr id="0" name=""/>
        <dsp:cNvSpPr/>
      </dsp:nvSpPr>
      <dsp:spPr>
        <a:xfrm>
          <a:off x="0" y="2987827"/>
          <a:ext cx="5428563" cy="2987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dirty="0">
              <a:solidFill>
                <a:srgbClr val="080808"/>
              </a:solidFill>
            </a:rPr>
            <a:t>Compressed Air Cylinder</a:t>
          </a:r>
        </a:p>
      </dsp:txBody>
      <dsp:txXfrm>
        <a:off x="0" y="2987827"/>
        <a:ext cx="5428563" cy="298717"/>
      </dsp:txXfrm>
    </dsp:sp>
    <dsp:sp modelId="{3DC2498C-D131-4FE7-A47B-10085870DEFB}">
      <dsp:nvSpPr>
        <dsp:cNvPr id="0" name=""/>
        <dsp:cNvSpPr/>
      </dsp:nvSpPr>
      <dsp:spPr>
        <a:xfrm>
          <a:off x="0" y="3286544"/>
          <a:ext cx="5428563"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889A2BE-8C20-4E08-8C0A-DAFFBF3031B8}">
      <dsp:nvSpPr>
        <dsp:cNvPr id="0" name=""/>
        <dsp:cNvSpPr/>
      </dsp:nvSpPr>
      <dsp:spPr>
        <a:xfrm>
          <a:off x="0" y="3286544"/>
          <a:ext cx="5428563" cy="2987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dirty="0">
              <a:solidFill>
                <a:srgbClr val="080808"/>
              </a:solidFill>
            </a:rPr>
            <a:t>1M NaOH Solution</a:t>
          </a:r>
        </a:p>
      </dsp:txBody>
      <dsp:txXfrm>
        <a:off x="0" y="3286544"/>
        <a:ext cx="5428563" cy="298717"/>
      </dsp:txXfrm>
    </dsp:sp>
    <dsp:sp modelId="{9860D966-91C1-468B-8897-B7BF78625E8E}">
      <dsp:nvSpPr>
        <dsp:cNvPr id="0" name=""/>
        <dsp:cNvSpPr/>
      </dsp:nvSpPr>
      <dsp:spPr>
        <a:xfrm>
          <a:off x="0" y="3585261"/>
          <a:ext cx="5428563"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54706FF-E3EE-4622-B782-DD9FE70F96DB}">
      <dsp:nvSpPr>
        <dsp:cNvPr id="0" name=""/>
        <dsp:cNvSpPr/>
      </dsp:nvSpPr>
      <dsp:spPr>
        <a:xfrm>
          <a:off x="0" y="3585261"/>
          <a:ext cx="5428563" cy="2987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a:solidFill>
                <a:srgbClr val="080808"/>
              </a:solidFill>
            </a:rPr>
            <a:t>Beakers</a:t>
          </a:r>
          <a:endParaRPr lang="en-US" sz="1400" kern="1200" dirty="0">
            <a:solidFill>
              <a:srgbClr val="080808"/>
            </a:solidFill>
          </a:endParaRPr>
        </a:p>
      </dsp:txBody>
      <dsp:txXfrm>
        <a:off x="0" y="3585261"/>
        <a:ext cx="5428563" cy="298717"/>
      </dsp:txXfrm>
    </dsp:sp>
    <dsp:sp modelId="{292C67FA-C6D3-4858-B496-94F15748537C}">
      <dsp:nvSpPr>
        <dsp:cNvPr id="0" name=""/>
        <dsp:cNvSpPr/>
      </dsp:nvSpPr>
      <dsp:spPr>
        <a:xfrm>
          <a:off x="0" y="3883978"/>
          <a:ext cx="5428563"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4797B5F-6D77-4125-982A-D25C6BCB3C77}">
      <dsp:nvSpPr>
        <dsp:cNvPr id="0" name=""/>
        <dsp:cNvSpPr/>
      </dsp:nvSpPr>
      <dsp:spPr>
        <a:xfrm>
          <a:off x="0" y="3883978"/>
          <a:ext cx="5428563" cy="2987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a:solidFill>
                <a:srgbClr val="080808"/>
              </a:solidFill>
            </a:rPr>
            <a:t>Graduated Cylinder</a:t>
          </a:r>
          <a:endParaRPr lang="en-US" sz="1400" kern="1200" dirty="0">
            <a:solidFill>
              <a:srgbClr val="080808"/>
            </a:solidFill>
          </a:endParaRPr>
        </a:p>
      </dsp:txBody>
      <dsp:txXfrm>
        <a:off x="0" y="3883978"/>
        <a:ext cx="5428563" cy="298717"/>
      </dsp:txXfrm>
    </dsp:sp>
    <dsp:sp modelId="{6DBEE9C1-62CC-4346-B8EC-A16E670F6CF3}">
      <dsp:nvSpPr>
        <dsp:cNvPr id="0" name=""/>
        <dsp:cNvSpPr/>
      </dsp:nvSpPr>
      <dsp:spPr>
        <a:xfrm>
          <a:off x="0" y="4182695"/>
          <a:ext cx="5428563"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53DD1C2-6021-429E-B57E-3E9D241C4132}">
      <dsp:nvSpPr>
        <dsp:cNvPr id="0" name=""/>
        <dsp:cNvSpPr/>
      </dsp:nvSpPr>
      <dsp:spPr>
        <a:xfrm>
          <a:off x="0" y="4182695"/>
          <a:ext cx="5428563" cy="2987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a:solidFill>
                <a:srgbClr val="080808"/>
              </a:solidFill>
            </a:rPr>
            <a:t>Lab Jack</a:t>
          </a:r>
          <a:endParaRPr lang="en-US" sz="1400" kern="1200" dirty="0">
            <a:solidFill>
              <a:srgbClr val="080808"/>
            </a:solidFill>
          </a:endParaRPr>
        </a:p>
      </dsp:txBody>
      <dsp:txXfrm>
        <a:off x="0" y="4182695"/>
        <a:ext cx="5428563" cy="298717"/>
      </dsp:txXfrm>
    </dsp:sp>
    <dsp:sp modelId="{B1068D30-1610-4BA7-A54A-010B63E65FB9}">
      <dsp:nvSpPr>
        <dsp:cNvPr id="0" name=""/>
        <dsp:cNvSpPr/>
      </dsp:nvSpPr>
      <dsp:spPr>
        <a:xfrm>
          <a:off x="0" y="4481412"/>
          <a:ext cx="5428563"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68B74FC-9F7A-4CFC-8BCE-0F6F457BE64F}">
      <dsp:nvSpPr>
        <dsp:cNvPr id="0" name=""/>
        <dsp:cNvSpPr/>
      </dsp:nvSpPr>
      <dsp:spPr>
        <a:xfrm>
          <a:off x="0" y="4481412"/>
          <a:ext cx="5428563" cy="2987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a:solidFill>
                <a:srgbClr val="080808"/>
              </a:solidFill>
            </a:rPr>
            <a:t>Measuring Tape</a:t>
          </a:r>
          <a:endParaRPr lang="en-US" sz="1400" kern="1200" dirty="0">
            <a:solidFill>
              <a:srgbClr val="080808"/>
            </a:solidFill>
          </a:endParaRPr>
        </a:p>
      </dsp:txBody>
      <dsp:txXfrm>
        <a:off x="0" y="4481412"/>
        <a:ext cx="5428563" cy="298717"/>
      </dsp:txXfrm>
    </dsp:sp>
    <dsp:sp modelId="{607CC726-0CD0-4DCB-93E7-A59516459FDC}">
      <dsp:nvSpPr>
        <dsp:cNvPr id="0" name=""/>
        <dsp:cNvSpPr/>
      </dsp:nvSpPr>
      <dsp:spPr>
        <a:xfrm>
          <a:off x="0" y="4780129"/>
          <a:ext cx="5428563"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D051895-2FA2-4689-B2F0-2A24C4A1F8A6}">
      <dsp:nvSpPr>
        <dsp:cNvPr id="0" name=""/>
        <dsp:cNvSpPr/>
      </dsp:nvSpPr>
      <dsp:spPr>
        <a:xfrm>
          <a:off x="0" y="4780129"/>
          <a:ext cx="5428563" cy="2987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a:solidFill>
                <a:srgbClr val="080808"/>
              </a:solidFill>
            </a:rPr>
            <a:t>Gloves</a:t>
          </a:r>
          <a:endParaRPr lang="en-US" sz="1400" kern="1200" dirty="0">
            <a:solidFill>
              <a:srgbClr val="080808"/>
            </a:solidFill>
          </a:endParaRPr>
        </a:p>
      </dsp:txBody>
      <dsp:txXfrm>
        <a:off x="0" y="4780129"/>
        <a:ext cx="5428563" cy="298717"/>
      </dsp:txXfrm>
    </dsp:sp>
    <dsp:sp modelId="{A37D66E3-629F-4B23-8B39-ABA8E596C6B2}">
      <dsp:nvSpPr>
        <dsp:cNvPr id="0" name=""/>
        <dsp:cNvSpPr/>
      </dsp:nvSpPr>
      <dsp:spPr>
        <a:xfrm>
          <a:off x="0" y="5078846"/>
          <a:ext cx="5428563"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BEAF429-8BB5-4BDE-9376-5D9FEFFA6607}">
      <dsp:nvSpPr>
        <dsp:cNvPr id="0" name=""/>
        <dsp:cNvSpPr/>
      </dsp:nvSpPr>
      <dsp:spPr>
        <a:xfrm>
          <a:off x="0" y="5078846"/>
          <a:ext cx="5428563" cy="2987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a:solidFill>
                <a:srgbClr val="080808"/>
              </a:solidFill>
            </a:rPr>
            <a:t>Safety Goggles</a:t>
          </a:r>
          <a:endParaRPr lang="en-US" sz="1400" kern="1200" dirty="0">
            <a:solidFill>
              <a:srgbClr val="080808"/>
            </a:solidFill>
          </a:endParaRPr>
        </a:p>
      </dsp:txBody>
      <dsp:txXfrm>
        <a:off x="0" y="5078846"/>
        <a:ext cx="5428563" cy="298717"/>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14T01:54:09.347"/>
    </inkml:context>
    <inkml:brush xml:id="br0">
      <inkml:brushProperty name="width" value="0.025" units="cm"/>
      <inkml:brushProperty name="height" value="0.025" units="cm"/>
    </inkml:brush>
  </inkml:definitions>
  <inkml:trace contextRef="#ctx0" brushRef="#br0">3 1 3655 0 0,'0'0'384'0'0,"-2"32"-544"0"0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14T01:54:10.886"/>
    </inkml:context>
    <inkml:brush xml:id="br0">
      <inkml:brushProperty name="width" value="0.035" units="cm"/>
      <inkml:brushProperty name="height" value="0.035" units="cm"/>
      <inkml:brushProperty name="color" value="#FFFFFF"/>
    </inkml:brush>
  </inkml:definitions>
  <inkml:trace contextRef="#ctx0" brushRef="#br0">1 0 1639 0 0,'0'0'144'0'0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4A3ED06A-E3B9-0047-8050-B794EA99C6AE}" type="datetimeFigureOut">
              <a:rPr lang="en-US" smtClean="0"/>
              <a:pPr/>
              <a:t>11/24/2025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FCFDF244-9769-4A4F-8A52-7801F8D12EA0}" type="slidenum">
              <a:rPr lang="en-US" smtClean="0"/>
              <a:pPr/>
              <a:t>‹#›</a:t>
            </a:fld>
            <a:endParaRPr lang="en-US"/>
          </a:p>
        </p:txBody>
      </p:sp>
    </p:spTree>
    <p:extLst>
      <p:ext uri="{BB962C8B-B14F-4D97-AF65-F5344CB8AC3E}">
        <p14:creationId xmlns:p14="http://schemas.microsoft.com/office/powerpoint/2010/main" val="2287365438"/>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1">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4FE3EE1A-FE2A-D841-84E7-BEC666CBB2FF}"/>
              </a:ext>
            </a:extLst>
          </p:cNvPr>
          <p:cNvSpPr>
            <a:spLocks noGrp="1"/>
          </p:cNvSpPr>
          <p:nvPr>
            <p:ph type="pic" sz="quarter" idx="12"/>
          </p:nvPr>
        </p:nvSpPr>
        <p:spPr>
          <a:xfrm>
            <a:off x="-803275" y="0"/>
            <a:ext cx="6248908" cy="6874625"/>
          </a:xfrm>
          <a:custGeom>
            <a:avLst/>
            <a:gdLst>
              <a:gd name="connsiteX0" fmla="*/ 0 w 6858000"/>
              <a:gd name="connsiteY0" fmla="*/ 0 h 6858000"/>
              <a:gd name="connsiteX1" fmla="*/ 6858000 w 6858000"/>
              <a:gd name="connsiteY1" fmla="*/ 0 h 6858000"/>
              <a:gd name="connsiteX2" fmla="*/ 6858000 w 6858000"/>
              <a:gd name="connsiteY2" fmla="*/ 6858000 h 6858000"/>
              <a:gd name="connsiteX3" fmla="*/ 0 w 6858000"/>
              <a:gd name="connsiteY3" fmla="*/ 6858000 h 6858000"/>
              <a:gd name="connsiteX4" fmla="*/ 0 w 6858000"/>
              <a:gd name="connsiteY4" fmla="*/ 0 h 6858000"/>
              <a:gd name="connsiteX0" fmla="*/ 0 w 6858000"/>
              <a:gd name="connsiteY0" fmla="*/ 0 h 6858000"/>
              <a:gd name="connsiteX1" fmla="*/ 4862945 w 6858000"/>
              <a:gd name="connsiteY1" fmla="*/ 0 h 6858000"/>
              <a:gd name="connsiteX2" fmla="*/ 6858000 w 6858000"/>
              <a:gd name="connsiteY2" fmla="*/ 6858000 h 6858000"/>
              <a:gd name="connsiteX3" fmla="*/ 0 w 6858000"/>
              <a:gd name="connsiteY3" fmla="*/ 6858000 h 6858000"/>
              <a:gd name="connsiteX4" fmla="*/ 0 w 6858000"/>
              <a:gd name="connsiteY4" fmla="*/ 0 h 6858000"/>
              <a:gd name="connsiteX0" fmla="*/ 0 w 4862945"/>
              <a:gd name="connsiteY0" fmla="*/ 0 h 6874625"/>
              <a:gd name="connsiteX1" fmla="*/ 4862945 w 4862945"/>
              <a:gd name="connsiteY1" fmla="*/ 0 h 6874625"/>
              <a:gd name="connsiteX2" fmla="*/ 4846320 w 4862945"/>
              <a:gd name="connsiteY2" fmla="*/ 6874625 h 6874625"/>
              <a:gd name="connsiteX3" fmla="*/ 0 w 4862945"/>
              <a:gd name="connsiteY3" fmla="*/ 6858000 h 6874625"/>
              <a:gd name="connsiteX4" fmla="*/ 0 w 4862945"/>
              <a:gd name="connsiteY4" fmla="*/ 0 h 6874625"/>
              <a:gd name="connsiteX0" fmla="*/ 0 w 6130182"/>
              <a:gd name="connsiteY0" fmla="*/ 0 h 6874625"/>
              <a:gd name="connsiteX1" fmla="*/ 4862945 w 6130182"/>
              <a:gd name="connsiteY1" fmla="*/ 0 h 6874625"/>
              <a:gd name="connsiteX2" fmla="*/ 4846320 w 6130182"/>
              <a:gd name="connsiteY2" fmla="*/ 6874625 h 6874625"/>
              <a:gd name="connsiteX3" fmla="*/ 0 w 6130182"/>
              <a:gd name="connsiteY3" fmla="*/ 6858000 h 6874625"/>
              <a:gd name="connsiteX4" fmla="*/ 0 w 6130182"/>
              <a:gd name="connsiteY4" fmla="*/ 0 h 6874625"/>
              <a:gd name="connsiteX0" fmla="*/ 0 w 6248908"/>
              <a:gd name="connsiteY0" fmla="*/ 0 h 6874625"/>
              <a:gd name="connsiteX1" fmla="*/ 4862945 w 6248908"/>
              <a:gd name="connsiteY1" fmla="*/ 0 h 6874625"/>
              <a:gd name="connsiteX2" fmla="*/ 4846320 w 6248908"/>
              <a:gd name="connsiteY2" fmla="*/ 6874625 h 6874625"/>
              <a:gd name="connsiteX3" fmla="*/ 0 w 6248908"/>
              <a:gd name="connsiteY3" fmla="*/ 6858000 h 6874625"/>
              <a:gd name="connsiteX4" fmla="*/ 0 w 6248908"/>
              <a:gd name="connsiteY4" fmla="*/ 0 h 6874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48908" h="6874625">
                <a:moveTo>
                  <a:pt x="0" y="0"/>
                </a:moveTo>
                <a:lnTo>
                  <a:pt x="4862945" y="0"/>
                </a:lnTo>
                <a:cubicBezTo>
                  <a:pt x="5356167" y="479368"/>
                  <a:pt x="7728066" y="3552305"/>
                  <a:pt x="4846320" y="6874625"/>
                </a:cubicBezTo>
                <a:lnTo>
                  <a:pt x="0" y="6858000"/>
                </a:lnTo>
                <a:lnTo>
                  <a:pt x="0" y="0"/>
                </a:lnTo>
                <a:close/>
              </a:path>
            </a:pathLst>
          </a:custGeom>
          <a:pattFill prst="pct20">
            <a:fgClr>
              <a:schemeClr val="accent1"/>
            </a:fgClr>
            <a:bgClr>
              <a:schemeClr val="bg1"/>
            </a:bgClr>
          </a:pattFill>
        </p:spPr>
        <p:txBody>
          <a:bodyPr/>
          <a:lstStyle/>
          <a:p>
            <a:r>
              <a:rPr lang="en-US"/>
              <a:t>Click icon to add picture</a:t>
            </a:r>
          </a:p>
        </p:txBody>
      </p:sp>
      <p:sp>
        <p:nvSpPr>
          <p:cNvPr id="5" name="Title 1">
            <a:extLst>
              <a:ext uri="{FF2B5EF4-FFF2-40B4-BE49-F238E27FC236}">
                <a16:creationId xmlns:a16="http://schemas.microsoft.com/office/drawing/2014/main" id="{BC3BE6E7-8A11-8F4B-B8D2-E622A7A18957}"/>
              </a:ext>
            </a:extLst>
          </p:cNvPr>
          <p:cNvSpPr>
            <a:spLocks noGrp="1"/>
          </p:cNvSpPr>
          <p:nvPr>
            <p:ph type="ctrTitle" hasCustomPrompt="1"/>
          </p:nvPr>
        </p:nvSpPr>
        <p:spPr>
          <a:xfrm>
            <a:off x="6105008" y="2205037"/>
            <a:ext cx="4920343" cy="1655763"/>
          </a:xfrm>
          <a:prstGeom prst="rect">
            <a:avLst/>
          </a:prstGeom>
        </p:spPr>
        <p:txBody>
          <a:bodyPr lIns="0" tIns="0" rIns="0" bIns="0" anchor="t">
            <a:normAutofit/>
          </a:bodyPr>
          <a:lstStyle>
            <a:lvl1pPr algn="l">
              <a:defRPr sz="3600" b="1">
                <a:solidFill>
                  <a:srgbClr val="001E62"/>
                </a:solidFill>
                <a:latin typeface="Arial" panose="020B0604020202020204" pitchFamily="34" charset="0"/>
                <a:cs typeface="Arial" panose="020B0604020202020204" pitchFamily="34" charset="0"/>
              </a:defRPr>
            </a:lvl1pPr>
          </a:lstStyle>
          <a:p>
            <a:r>
              <a:rPr lang="en-US"/>
              <a:t>Your presentation title goes here</a:t>
            </a:r>
            <a:br>
              <a:rPr lang="en-US"/>
            </a:br>
            <a:br>
              <a:rPr lang="en-US"/>
            </a:br>
            <a:endParaRPr lang="en-US"/>
          </a:p>
        </p:txBody>
      </p:sp>
      <p:sp>
        <p:nvSpPr>
          <p:cNvPr id="6" name="Subtitle 2">
            <a:extLst>
              <a:ext uri="{FF2B5EF4-FFF2-40B4-BE49-F238E27FC236}">
                <a16:creationId xmlns:a16="http://schemas.microsoft.com/office/drawing/2014/main" id="{07644AD0-57F7-094F-A3A4-D5E46E4E56D5}"/>
              </a:ext>
            </a:extLst>
          </p:cNvPr>
          <p:cNvSpPr>
            <a:spLocks noGrp="1"/>
          </p:cNvSpPr>
          <p:nvPr>
            <p:ph type="subTitle" idx="1" hasCustomPrompt="1"/>
          </p:nvPr>
        </p:nvSpPr>
        <p:spPr>
          <a:xfrm>
            <a:off x="6105008" y="4099548"/>
            <a:ext cx="4920344" cy="607572"/>
          </a:xfrm>
          <a:prstGeom prst="rect">
            <a:avLst/>
          </a:prstGeom>
        </p:spPr>
        <p:txBody>
          <a:bodyPr lIns="0" tIns="0" rIns="0" bIns="0"/>
          <a:lstStyle>
            <a:lvl1pPr marL="0" indent="0" algn="l">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name(s) here</a:t>
            </a:r>
          </a:p>
        </p:txBody>
      </p:sp>
      <p:pic>
        <p:nvPicPr>
          <p:cNvPr id="7" name="Picture 6">
            <a:extLst>
              <a:ext uri="{FF2B5EF4-FFF2-40B4-BE49-F238E27FC236}">
                <a16:creationId xmlns:a16="http://schemas.microsoft.com/office/drawing/2014/main" id="{D9F05423-983C-0F42-AD62-09CC5937E61B}"/>
              </a:ext>
            </a:extLst>
          </p:cNvPr>
          <p:cNvPicPr>
            <a:picLocks noChangeAspect="1"/>
          </p:cNvPicPr>
          <p:nvPr/>
        </p:nvPicPr>
        <p:blipFill>
          <a:blip r:embed="rId2"/>
          <a:stretch>
            <a:fillRect/>
          </a:stretch>
        </p:blipFill>
        <p:spPr>
          <a:xfrm>
            <a:off x="6096000" y="5300680"/>
            <a:ext cx="3152330" cy="607572"/>
          </a:xfrm>
          <a:prstGeom prst="rect">
            <a:avLst/>
          </a:prstGeom>
        </p:spPr>
      </p:pic>
      <p:sp>
        <p:nvSpPr>
          <p:cNvPr id="8" name="Text Placeholder 9">
            <a:extLst>
              <a:ext uri="{FF2B5EF4-FFF2-40B4-BE49-F238E27FC236}">
                <a16:creationId xmlns:a16="http://schemas.microsoft.com/office/drawing/2014/main" id="{1B81A75D-6185-754B-94A9-530861CEF5ED}"/>
              </a:ext>
            </a:extLst>
          </p:cNvPr>
          <p:cNvSpPr>
            <a:spLocks noGrp="1"/>
          </p:cNvSpPr>
          <p:nvPr>
            <p:ph type="body" sz="quarter" idx="11" hasCustomPrompt="1"/>
          </p:nvPr>
        </p:nvSpPr>
        <p:spPr>
          <a:xfrm>
            <a:off x="6105008" y="1611477"/>
            <a:ext cx="2902358" cy="295275"/>
          </a:xfrm>
          <a:prstGeom prst="rect">
            <a:avLst/>
          </a:prstGeom>
        </p:spPr>
        <p:txBody>
          <a:bodyPr lIns="0" tIns="0" rIns="0" bIns="0"/>
          <a:lstStyle>
            <a:lvl1pPr marL="0" indent="0">
              <a:buFontTx/>
              <a:buNone/>
              <a:defRPr sz="1400" b="1" cap="all" spc="400" baseline="0">
                <a:solidFill>
                  <a:srgbClr val="D50032"/>
                </a:solidFill>
                <a:latin typeface="Arial" panose="020B0604020202020204" pitchFamily="34" charset="0"/>
                <a:cs typeface="Arial" panose="020B0604020202020204" pitchFamily="34" charset="0"/>
              </a:defRPr>
            </a:lvl1pPr>
            <a:lvl2pPr marL="457200" indent="0">
              <a:buFontTx/>
              <a:buNone/>
              <a:defRPr sz="1400" b="1" spc="300">
                <a:solidFill>
                  <a:srgbClr val="D50032"/>
                </a:solidFill>
                <a:latin typeface="Arial" panose="020B0604020202020204" pitchFamily="34" charset="0"/>
                <a:cs typeface="Arial" panose="020B0604020202020204" pitchFamily="34" charset="0"/>
              </a:defRPr>
            </a:lvl2pPr>
          </a:lstStyle>
          <a:p>
            <a:pPr lvl="0"/>
            <a:r>
              <a:rPr lang="en-US"/>
              <a:t>DATE</a:t>
            </a:r>
          </a:p>
        </p:txBody>
      </p:sp>
      <p:pic>
        <p:nvPicPr>
          <p:cNvPr id="9" name="Picture 8">
            <a:extLst>
              <a:ext uri="{FF2B5EF4-FFF2-40B4-BE49-F238E27FC236}">
                <a16:creationId xmlns:a16="http://schemas.microsoft.com/office/drawing/2014/main" id="{CFA93E4F-6F26-3F4A-B98C-D14E3F97D593}"/>
              </a:ext>
            </a:extLst>
          </p:cNvPr>
          <p:cNvPicPr>
            <a:picLocks noChangeAspect="1"/>
          </p:cNvPicPr>
          <p:nvPr userDrawn="1"/>
        </p:nvPicPr>
        <p:blipFill>
          <a:blip r:embed="rId2"/>
          <a:stretch>
            <a:fillRect/>
          </a:stretch>
        </p:blipFill>
        <p:spPr>
          <a:xfrm>
            <a:off x="6096000" y="5300680"/>
            <a:ext cx="3152330" cy="607572"/>
          </a:xfrm>
          <a:prstGeom prst="rect">
            <a:avLst/>
          </a:prstGeom>
        </p:spPr>
      </p:pic>
      <p:sp>
        <p:nvSpPr>
          <p:cNvPr id="20" name="TextBox 19">
            <a:extLst>
              <a:ext uri="{FF2B5EF4-FFF2-40B4-BE49-F238E27FC236}">
                <a16:creationId xmlns:a16="http://schemas.microsoft.com/office/drawing/2014/main" id="{A766D111-EABD-934E-9606-C1FAEE903FAC}"/>
              </a:ext>
            </a:extLst>
          </p:cNvPr>
          <p:cNvSpPr txBox="1"/>
          <p:nvPr userDrawn="1"/>
        </p:nvSpPr>
        <p:spPr>
          <a:xfrm>
            <a:off x="2514600" y="-444500"/>
            <a:ext cx="184731" cy="369332"/>
          </a:xfrm>
          <a:prstGeom prst="rect">
            <a:avLst/>
          </a:prstGeom>
          <a:noFill/>
        </p:spPr>
        <p:txBody>
          <a:bodyPr wrap="none" rtlCol="0">
            <a:spAutoFit/>
          </a:bodyPr>
          <a:lstStyle/>
          <a:p>
            <a:endParaRPr lang="en-US" b="0" i="0">
              <a:latin typeface="Arial" panose="020B0604020202020204" pitchFamily="34" charset="0"/>
            </a:endParaRPr>
          </a:p>
        </p:txBody>
      </p:sp>
    </p:spTree>
    <p:extLst>
      <p:ext uri="{BB962C8B-B14F-4D97-AF65-F5344CB8AC3E}">
        <p14:creationId xmlns:p14="http://schemas.microsoft.com/office/powerpoint/2010/main" val="24841112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2">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DF84B8C-FA91-C54A-BD6B-A1BC753E5B0F}"/>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1" name="Rectangle 10">
            <a:extLst>
              <a:ext uri="{FF2B5EF4-FFF2-40B4-BE49-F238E27FC236}">
                <a16:creationId xmlns:a16="http://schemas.microsoft.com/office/drawing/2014/main" id="{D67D8984-ADB0-3045-B90A-B42AE6A3D17A}"/>
              </a:ext>
            </a:extLst>
          </p:cNvPr>
          <p:cNvSpPr/>
          <p:nvPr userDrawn="1"/>
        </p:nvSpPr>
        <p:spPr>
          <a:xfrm>
            <a:off x="0" y="0"/>
            <a:ext cx="12192000" cy="6858000"/>
          </a:xfrm>
          <a:prstGeom prst="rect">
            <a:avLst/>
          </a:prstGeom>
          <a:solidFill>
            <a:srgbClr val="001E6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b="0" i="0">
              <a:latin typeface="Arial" panose="020B0604020202020204" pitchFamily="34" charset="0"/>
            </a:endParaRPr>
          </a:p>
        </p:txBody>
      </p:sp>
      <p:pic>
        <p:nvPicPr>
          <p:cNvPr id="10" name="Picture 9">
            <a:extLst>
              <a:ext uri="{FF2B5EF4-FFF2-40B4-BE49-F238E27FC236}">
                <a16:creationId xmlns:a16="http://schemas.microsoft.com/office/drawing/2014/main" id="{94D5E7C4-AA3A-714B-AB65-881F761FB1FA}"/>
              </a:ext>
            </a:extLst>
          </p:cNvPr>
          <p:cNvPicPr>
            <a:picLocks noChangeAspect="1"/>
          </p:cNvPicPr>
          <p:nvPr/>
        </p:nvPicPr>
        <p:blipFill>
          <a:blip r:embed="rId2"/>
          <a:stretch>
            <a:fillRect/>
          </a:stretch>
        </p:blipFill>
        <p:spPr>
          <a:xfrm>
            <a:off x="0" y="0"/>
            <a:ext cx="12192000" cy="6858000"/>
          </a:xfrm>
          <a:prstGeom prst="rect">
            <a:avLst/>
          </a:prstGeom>
        </p:spPr>
      </p:pic>
      <p:sp>
        <p:nvSpPr>
          <p:cNvPr id="8" name="Rectangle 7">
            <a:extLst>
              <a:ext uri="{FF2B5EF4-FFF2-40B4-BE49-F238E27FC236}">
                <a16:creationId xmlns:a16="http://schemas.microsoft.com/office/drawing/2014/main" id="{3D1C8BA7-EEFD-584D-BDC5-F7B7AAD50252}"/>
              </a:ext>
            </a:extLst>
          </p:cNvPr>
          <p:cNvSpPr/>
          <p:nvPr/>
        </p:nvSpPr>
        <p:spPr>
          <a:xfrm>
            <a:off x="0" y="0"/>
            <a:ext cx="12192000" cy="6858000"/>
          </a:xfrm>
          <a:prstGeom prst="rect">
            <a:avLst/>
          </a:prstGeom>
          <a:solidFill>
            <a:srgbClr val="001E6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b="0" i="0">
              <a:latin typeface="Arial" panose="020B0604020202020204" pitchFamily="34" charset="0"/>
            </a:endParaRPr>
          </a:p>
        </p:txBody>
      </p:sp>
      <p:sp>
        <p:nvSpPr>
          <p:cNvPr id="4" name="Title 1">
            <a:extLst>
              <a:ext uri="{FF2B5EF4-FFF2-40B4-BE49-F238E27FC236}">
                <a16:creationId xmlns:a16="http://schemas.microsoft.com/office/drawing/2014/main" id="{881D9BB0-FDB4-1643-A5BC-76B17B0E9E7A}"/>
              </a:ext>
            </a:extLst>
          </p:cNvPr>
          <p:cNvSpPr>
            <a:spLocks noGrp="1"/>
          </p:cNvSpPr>
          <p:nvPr>
            <p:ph type="ctrTitle" hasCustomPrompt="1"/>
          </p:nvPr>
        </p:nvSpPr>
        <p:spPr>
          <a:xfrm>
            <a:off x="2815271" y="2289120"/>
            <a:ext cx="6402301" cy="1655763"/>
          </a:xfrm>
          <a:prstGeom prst="rect">
            <a:avLst/>
          </a:prstGeom>
        </p:spPr>
        <p:txBody>
          <a:bodyPr lIns="0" tIns="0" rIns="0" bIns="0" anchor="t">
            <a:normAutofit/>
          </a:bodyPr>
          <a:lstStyle>
            <a:lvl1pPr algn="ctr">
              <a:defRPr sz="5400" b="1">
                <a:solidFill>
                  <a:schemeClr val="bg1"/>
                </a:solidFill>
                <a:latin typeface="Arial" panose="020B0604020202020204" pitchFamily="34" charset="0"/>
                <a:cs typeface="Arial" panose="020B0604020202020204" pitchFamily="34" charset="0"/>
              </a:defRPr>
            </a:lvl1pPr>
          </a:lstStyle>
          <a:p>
            <a:r>
              <a:rPr lang="en-US"/>
              <a:t>Your presentation title goes here</a:t>
            </a:r>
            <a:br>
              <a:rPr lang="en-US"/>
            </a:br>
            <a:br>
              <a:rPr lang="en-US"/>
            </a:br>
            <a:endParaRPr lang="en-US"/>
          </a:p>
        </p:txBody>
      </p:sp>
      <p:sp>
        <p:nvSpPr>
          <p:cNvPr id="5" name="Text Placeholder 9">
            <a:extLst>
              <a:ext uri="{FF2B5EF4-FFF2-40B4-BE49-F238E27FC236}">
                <a16:creationId xmlns:a16="http://schemas.microsoft.com/office/drawing/2014/main" id="{145D1793-C324-2F44-822B-E01A274F1641}"/>
              </a:ext>
            </a:extLst>
          </p:cNvPr>
          <p:cNvSpPr>
            <a:spLocks noGrp="1"/>
          </p:cNvSpPr>
          <p:nvPr>
            <p:ph type="body" sz="quarter" idx="11" hasCustomPrompt="1"/>
          </p:nvPr>
        </p:nvSpPr>
        <p:spPr>
          <a:xfrm>
            <a:off x="4565242" y="1611477"/>
            <a:ext cx="2902358" cy="295275"/>
          </a:xfrm>
          <a:prstGeom prst="rect">
            <a:avLst/>
          </a:prstGeom>
        </p:spPr>
        <p:txBody>
          <a:bodyPr lIns="0" tIns="0" rIns="0" bIns="0">
            <a:normAutofit/>
          </a:bodyPr>
          <a:lstStyle>
            <a:lvl1pPr marL="0" indent="0" algn="ctr">
              <a:buFontTx/>
              <a:buNone/>
              <a:defRPr sz="1800" b="1" cap="all" spc="400" baseline="0">
                <a:solidFill>
                  <a:schemeClr val="bg1"/>
                </a:solidFill>
                <a:latin typeface="Arial" panose="020B0604020202020204" pitchFamily="34" charset="0"/>
                <a:cs typeface="Arial" panose="020B0604020202020204" pitchFamily="34" charset="0"/>
              </a:defRPr>
            </a:lvl1pPr>
            <a:lvl2pPr marL="457200" indent="0">
              <a:buFontTx/>
              <a:buNone/>
              <a:defRPr sz="1400" b="1" spc="300">
                <a:solidFill>
                  <a:srgbClr val="D50032"/>
                </a:solidFill>
                <a:latin typeface="Arial" panose="020B0604020202020204" pitchFamily="34" charset="0"/>
                <a:cs typeface="Arial" panose="020B0604020202020204" pitchFamily="34" charset="0"/>
              </a:defRPr>
            </a:lvl2pPr>
          </a:lstStyle>
          <a:p>
            <a:pPr lvl="0"/>
            <a:r>
              <a:rPr lang="en-US"/>
              <a:t>DATE</a:t>
            </a:r>
          </a:p>
        </p:txBody>
      </p:sp>
      <p:sp>
        <p:nvSpPr>
          <p:cNvPr id="6" name="Subtitle 2">
            <a:extLst>
              <a:ext uri="{FF2B5EF4-FFF2-40B4-BE49-F238E27FC236}">
                <a16:creationId xmlns:a16="http://schemas.microsoft.com/office/drawing/2014/main" id="{12BC1185-857F-BF4F-A097-153EFBDA80F6}"/>
              </a:ext>
            </a:extLst>
          </p:cNvPr>
          <p:cNvSpPr>
            <a:spLocks noGrp="1"/>
          </p:cNvSpPr>
          <p:nvPr>
            <p:ph type="subTitle" idx="1" hasCustomPrompt="1"/>
          </p:nvPr>
        </p:nvSpPr>
        <p:spPr>
          <a:xfrm>
            <a:off x="3635828" y="4195872"/>
            <a:ext cx="4920344" cy="607572"/>
          </a:xfrm>
          <a:prstGeom prst="rect">
            <a:avLst/>
          </a:prstGeom>
        </p:spPr>
        <p:txBody>
          <a:bodyPr lIns="0" tIns="0" rIns="0" bIns="0"/>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name(s) here</a:t>
            </a:r>
          </a:p>
        </p:txBody>
      </p:sp>
      <p:pic>
        <p:nvPicPr>
          <p:cNvPr id="7" name="Picture 6">
            <a:extLst>
              <a:ext uri="{FF2B5EF4-FFF2-40B4-BE49-F238E27FC236}">
                <a16:creationId xmlns:a16="http://schemas.microsoft.com/office/drawing/2014/main" id="{A5D443CC-0BC6-3D4A-A896-85EAC5F854CA}"/>
              </a:ext>
            </a:extLst>
          </p:cNvPr>
          <p:cNvPicPr>
            <a:picLocks noChangeAspect="1"/>
          </p:cNvPicPr>
          <p:nvPr/>
        </p:nvPicPr>
        <p:blipFill>
          <a:blip r:embed="rId3"/>
          <a:stretch>
            <a:fillRect/>
          </a:stretch>
        </p:blipFill>
        <p:spPr>
          <a:xfrm>
            <a:off x="5657850" y="5246523"/>
            <a:ext cx="876300" cy="876300"/>
          </a:xfrm>
          <a:prstGeom prst="rect">
            <a:avLst/>
          </a:prstGeom>
        </p:spPr>
      </p:pic>
      <p:pic>
        <p:nvPicPr>
          <p:cNvPr id="12" name="Picture 11">
            <a:extLst>
              <a:ext uri="{FF2B5EF4-FFF2-40B4-BE49-F238E27FC236}">
                <a16:creationId xmlns:a16="http://schemas.microsoft.com/office/drawing/2014/main" id="{F19FAC25-A7F3-C24E-B4E9-8EC49C30E529}"/>
              </a:ext>
            </a:extLst>
          </p:cNvPr>
          <p:cNvPicPr>
            <a:picLocks noChangeAspect="1"/>
          </p:cNvPicPr>
          <p:nvPr userDrawn="1"/>
        </p:nvPicPr>
        <p:blipFill>
          <a:blip r:embed="rId3"/>
          <a:stretch>
            <a:fillRect/>
          </a:stretch>
        </p:blipFill>
        <p:spPr>
          <a:xfrm>
            <a:off x="5657850" y="5246523"/>
            <a:ext cx="876300" cy="876300"/>
          </a:xfrm>
          <a:prstGeom prst="rect">
            <a:avLst/>
          </a:prstGeom>
        </p:spPr>
      </p:pic>
    </p:spTree>
    <p:extLst>
      <p:ext uri="{BB962C8B-B14F-4D97-AF65-F5344CB8AC3E}">
        <p14:creationId xmlns:p14="http://schemas.microsoft.com/office/powerpoint/2010/main" val="4579005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3">
    <p:bg>
      <p:bgPr>
        <a:solidFill>
          <a:srgbClr val="D5003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35D4C-E2BA-FC41-B781-35F9710CC052}"/>
              </a:ext>
            </a:extLst>
          </p:cNvPr>
          <p:cNvSpPr>
            <a:spLocks noGrp="1"/>
          </p:cNvSpPr>
          <p:nvPr>
            <p:ph type="ctrTitle" hasCustomPrompt="1"/>
          </p:nvPr>
        </p:nvSpPr>
        <p:spPr>
          <a:xfrm>
            <a:off x="1732705" y="2205037"/>
            <a:ext cx="5876785" cy="1655763"/>
          </a:xfrm>
          <a:prstGeom prst="rect">
            <a:avLst/>
          </a:prstGeom>
        </p:spPr>
        <p:txBody>
          <a:bodyPr lIns="0" tIns="0" rIns="0" bIns="0" anchor="t">
            <a:normAutofit/>
          </a:bodyPr>
          <a:lstStyle>
            <a:lvl1pPr algn="l">
              <a:defRPr sz="5400" b="1">
                <a:solidFill>
                  <a:schemeClr val="bg1"/>
                </a:solidFill>
                <a:latin typeface="Arial" panose="020B0604020202020204" pitchFamily="34" charset="0"/>
                <a:cs typeface="Arial" panose="020B0604020202020204" pitchFamily="34" charset="0"/>
              </a:defRPr>
            </a:lvl1pPr>
          </a:lstStyle>
          <a:p>
            <a:r>
              <a:rPr lang="en-US"/>
              <a:t>Your presentation title goes here</a:t>
            </a:r>
            <a:br>
              <a:rPr lang="en-US"/>
            </a:br>
            <a:br>
              <a:rPr lang="en-US"/>
            </a:br>
            <a:endParaRPr lang="en-US"/>
          </a:p>
        </p:txBody>
      </p:sp>
      <p:sp>
        <p:nvSpPr>
          <p:cNvPr id="3" name="Subtitle 2">
            <a:extLst>
              <a:ext uri="{FF2B5EF4-FFF2-40B4-BE49-F238E27FC236}">
                <a16:creationId xmlns:a16="http://schemas.microsoft.com/office/drawing/2014/main" id="{CF14086E-82B4-ED47-AD55-AB40607C0484}"/>
              </a:ext>
            </a:extLst>
          </p:cNvPr>
          <p:cNvSpPr>
            <a:spLocks noGrp="1"/>
          </p:cNvSpPr>
          <p:nvPr>
            <p:ph type="subTitle" idx="1" hasCustomPrompt="1"/>
          </p:nvPr>
        </p:nvSpPr>
        <p:spPr>
          <a:xfrm>
            <a:off x="1732705" y="4099548"/>
            <a:ext cx="5876784" cy="607572"/>
          </a:xfrm>
          <a:prstGeom prst="rect">
            <a:avLst/>
          </a:prstGeom>
        </p:spPr>
        <p:txBody>
          <a:bodyPr lIns="0" tIns="0" rIns="0" bIns="0"/>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name(s) here</a:t>
            </a:r>
          </a:p>
        </p:txBody>
      </p:sp>
      <p:sp>
        <p:nvSpPr>
          <p:cNvPr id="4" name="Text Placeholder 9">
            <a:extLst>
              <a:ext uri="{FF2B5EF4-FFF2-40B4-BE49-F238E27FC236}">
                <a16:creationId xmlns:a16="http://schemas.microsoft.com/office/drawing/2014/main" id="{20A15A9D-096D-4642-BCED-084CA3DB7794}"/>
              </a:ext>
            </a:extLst>
          </p:cNvPr>
          <p:cNvSpPr>
            <a:spLocks noGrp="1"/>
          </p:cNvSpPr>
          <p:nvPr>
            <p:ph type="body" sz="quarter" idx="11" hasCustomPrompt="1"/>
          </p:nvPr>
        </p:nvSpPr>
        <p:spPr>
          <a:xfrm>
            <a:off x="1732705" y="4945868"/>
            <a:ext cx="2902358" cy="295275"/>
          </a:xfrm>
          <a:prstGeom prst="rect">
            <a:avLst/>
          </a:prstGeom>
        </p:spPr>
        <p:txBody>
          <a:bodyPr lIns="0" tIns="0" rIns="0" bIns="0"/>
          <a:lstStyle>
            <a:lvl1pPr marL="0" indent="0">
              <a:buFontTx/>
              <a:buNone/>
              <a:defRPr sz="1400" b="1" cap="all" spc="400" baseline="0">
                <a:solidFill>
                  <a:schemeClr val="bg1"/>
                </a:solidFill>
                <a:latin typeface="Arial" panose="020B0604020202020204" pitchFamily="34" charset="0"/>
                <a:cs typeface="Arial" panose="020B0604020202020204" pitchFamily="34" charset="0"/>
              </a:defRPr>
            </a:lvl1pPr>
            <a:lvl2pPr marL="457200" indent="0">
              <a:buFontTx/>
              <a:buNone/>
              <a:defRPr sz="1400" b="1" spc="300">
                <a:solidFill>
                  <a:srgbClr val="D50032"/>
                </a:solidFill>
                <a:latin typeface="Arial" panose="020B0604020202020204" pitchFamily="34" charset="0"/>
                <a:cs typeface="Arial" panose="020B0604020202020204" pitchFamily="34" charset="0"/>
              </a:defRPr>
            </a:lvl2pPr>
          </a:lstStyle>
          <a:p>
            <a:pPr lvl="0"/>
            <a:r>
              <a:rPr lang="en-US"/>
              <a:t>DATE</a:t>
            </a:r>
          </a:p>
        </p:txBody>
      </p:sp>
      <p:pic>
        <p:nvPicPr>
          <p:cNvPr id="5" name="Picture 4">
            <a:extLst>
              <a:ext uri="{FF2B5EF4-FFF2-40B4-BE49-F238E27FC236}">
                <a16:creationId xmlns:a16="http://schemas.microsoft.com/office/drawing/2014/main" id="{BF33A904-EC83-5743-9E0B-7E8D3EF4724E}"/>
              </a:ext>
            </a:extLst>
          </p:cNvPr>
          <p:cNvPicPr>
            <a:picLocks noChangeAspect="1"/>
          </p:cNvPicPr>
          <p:nvPr/>
        </p:nvPicPr>
        <p:blipFill rotWithShape="1">
          <a:blip r:embed="rId2"/>
          <a:srcRect l="13534" t="1686" r="76195" b="71329"/>
          <a:stretch/>
        </p:blipFill>
        <p:spPr>
          <a:xfrm>
            <a:off x="1650124" y="115614"/>
            <a:ext cx="1252234" cy="1850675"/>
          </a:xfrm>
          <a:prstGeom prst="rect">
            <a:avLst/>
          </a:prstGeom>
        </p:spPr>
      </p:pic>
      <p:pic>
        <p:nvPicPr>
          <p:cNvPr id="7" name="Picture 6">
            <a:extLst>
              <a:ext uri="{FF2B5EF4-FFF2-40B4-BE49-F238E27FC236}">
                <a16:creationId xmlns:a16="http://schemas.microsoft.com/office/drawing/2014/main" id="{67278586-14BC-D246-91E3-D3363FB09E18}"/>
              </a:ext>
            </a:extLst>
          </p:cNvPr>
          <p:cNvPicPr>
            <a:picLocks noChangeAspect="1"/>
          </p:cNvPicPr>
          <p:nvPr/>
        </p:nvPicPr>
        <p:blipFill>
          <a:blip r:embed="rId3"/>
          <a:stretch>
            <a:fillRect/>
          </a:stretch>
        </p:blipFill>
        <p:spPr>
          <a:xfrm>
            <a:off x="8577469" y="5865392"/>
            <a:ext cx="3091621" cy="595871"/>
          </a:xfrm>
          <a:prstGeom prst="rect">
            <a:avLst/>
          </a:prstGeom>
        </p:spPr>
      </p:pic>
      <p:pic>
        <p:nvPicPr>
          <p:cNvPr id="8" name="Picture 7">
            <a:extLst>
              <a:ext uri="{FF2B5EF4-FFF2-40B4-BE49-F238E27FC236}">
                <a16:creationId xmlns:a16="http://schemas.microsoft.com/office/drawing/2014/main" id="{E828457E-57CF-E648-BAF2-42E9BED8C4C8}"/>
              </a:ext>
            </a:extLst>
          </p:cNvPr>
          <p:cNvPicPr>
            <a:picLocks noChangeAspect="1"/>
          </p:cNvPicPr>
          <p:nvPr userDrawn="1"/>
        </p:nvPicPr>
        <p:blipFill rotWithShape="1">
          <a:blip r:embed="rId2"/>
          <a:srcRect l="13534" t="1686" r="76195" b="71329"/>
          <a:stretch/>
        </p:blipFill>
        <p:spPr>
          <a:xfrm>
            <a:off x="1650124" y="115614"/>
            <a:ext cx="1252234" cy="1850675"/>
          </a:xfrm>
          <a:prstGeom prst="rect">
            <a:avLst/>
          </a:prstGeom>
        </p:spPr>
      </p:pic>
      <p:pic>
        <p:nvPicPr>
          <p:cNvPr id="9" name="Picture 8">
            <a:extLst>
              <a:ext uri="{FF2B5EF4-FFF2-40B4-BE49-F238E27FC236}">
                <a16:creationId xmlns:a16="http://schemas.microsoft.com/office/drawing/2014/main" id="{46EDB8EA-EADE-B64F-8B29-2877668CCB48}"/>
              </a:ext>
            </a:extLst>
          </p:cNvPr>
          <p:cNvPicPr>
            <a:picLocks noChangeAspect="1"/>
          </p:cNvPicPr>
          <p:nvPr userDrawn="1"/>
        </p:nvPicPr>
        <p:blipFill>
          <a:blip r:embed="rId3"/>
          <a:stretch>
            <a:fillRect/>
          </a:stretch>
        </p:blipFill>
        <p:spPr>
          <a:xfrm>
            <a:off x="8577469" y="5865392"/>
            <a:ext cx="3091621" cy="595871"/>
          </a:xfrm>
          <a:prstGeom prst="rect">
            <a:avLst/>
          </a:prstGeom>
        </p:spPr>
      </p:pic>
    </p:spTree>
    <p:extLst>
      <p:ext uri="{BB962C8B-B14F-4D97-AF65-F5344CB8AC3E}">
        <p14:creationId xmlns:p14="http://schemas.microsoft.com/office/powerpoint/2010/main" val="22040571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10" name="Title Placeholder 1">
            <a:extLst>
              <a:ext uri="{FF2B5EF4-FFF2-40B4-BE49-F238E27FC236}">
                <a16:creationId xmlns:a16="http://schemas.microsoft.com/office/drawing/2014/main" id="{AE95BB1C-7367-174E-86AC-B5EAD9C7E3EB}"/>
              </a:ext>
            </a:extLst>
          </p:cNvPr>
          <p:cNvSpPr>
            <a:spLocks noGrp="1"/>
          </p:cNvSpPr>
          <p:nvPr>
            <p:ph type="title"/>
          </p:nvPr>
        </p:nvSpPr>
        <p:spPr>
          <a:xfrm>
            <a:off x="571499" y="427475"/>
            <a:ext cx="11048999" cy="811005"/>
          </a:xfrm>
          <a:prstGeom prst="rect">
            <a:avLst/>
          </a:prstGeom>
        </p:spPr>
        <p:txBody>
          <a:bodyPr vert="horz" lIns="0" tIns="0" rIns="0" bIns="0" rtlCol="0" anchor="t">
            <a:normAutofit/>
          </a:bodyPr>
          <a:lstStyle/>
          <a:p>
            <a:r>
              <a:rPr lang="en-US"/>
              <a:t>Click to edit Master title style</a:t>
            </a:r>
          </a:p>
        </p:txBody>
      </p:sp>
      <p:sp>
        <p:nvSpPr>
          <p:cNvPr id="12" name="Text Placeholder 2">
            <a:extLst>
              <a:ext uri="{FF2B5EF4-FFF2-40B4-BE49-F238E27FC236}">
                <a16:creationId xmlns:a16="http://schemas.microsoft.com/office/drawing/2014/main" id="{13923FF0-91A2-FC4E-B343-37CB42E6761F}"/>
              </a:ext>
            </a:extLst>
          </p:cNvPr>
          <p:cNvSpPr>
            <a:spLocks noGrp="1"/>
          </p:cNvSpPr>
          <p:nvPr>
            <p:ph idx="1"/>
          </p:nvPr>
        </p:nvSpPr>
        <p:spPr>
          <a:xfrm>
            <a:off x="571500" y="1437126"/>
            <a:ext cx="11049000" cy="449070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
        <p:nvSpPr>
          <p:cNvPr id="3" name="Footer Placeholder 2">
            <a:extLst>
              <a:ext uri="{FF2B5EF4-FFF2-40B4-BE49-F238E27FC236}">
                <a16:creationId xmlns:a16="http://schemas.microsoft.com/office/drawing/2014/main" id="{B3F16DF5-01AC-754C-98B2-5EA64B833BB0}"/>
              </a:ext>
            </a:extLst>
          </p:cNvPr>
          <p:cNvSpPr>
            <a:spLocks noGrp="1"/>
          </p:cNvSpPr>
          <p:nvPr>
            <p:ph type="ftr" sz="quarter" idx="10"/>
          </p:nvPr>
        </p:nvSpPr>
        <p:spPr/>
        <p:txBody>
          <a:bodyPr/>
          <a:lstStyle/>
          <a:p>
            <a:r>
              <a:rPr lang="en-US"/>
              <a:t>College/Department/Presentation Name</a:t>
            </a:r>
          </a:p>
        </p:txBody>
      </p:sp>
    </p:spTree>
    <p:extLst>
      <p:ext uri="{BB962C8B-B14F-4D97-AF65-F5344CB8AC3E}">
        <p14:creationId xmlns:p14="http://schemas.microsoft.com/office/powerpoint/2010/main" val="1960948324"/>
      </p:ext>
    </p:extLst>
  </p:cSld>
  <p:clrMapOvr>
    <a:masterClrMapping/>
  </p:clrMapOvr>
  <p:extLst>
    <p:ext uri="{DCECCB84-F9BA-43D5-87BE-67443E8EF086}">
      <p15:sldGuideLst xmlns:p15="http://schemas.microsoft.com/office/powerpoint/2012/main">
        <p15:guide id="3" orient="horz" pos="264">
          <p15:clr>
            <a:srgbClr val="FBAE40"/>
          </p15:clr>
        </p15:guide>
        <p15:guide id="4" pos="3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18F257AB-AF45-934E-BFF1-AE4DC3D9D764}"/>
              </a:ext>
            </a:extLst>
          </p:cNvPr>
          <p:cNvSpPr>
            <a:spLocks noGrp="1"/>
          </p:cNvSpPr>
          <p:nvPr>
            <p:ph type="title"/>
          </p:nvPr>
        </p:nvSpPr>
        <p:spPr>
          <a:xfrm>
            <a:off x="571499" y="427475"/>
            <a:ext cx="11048999" cy="811005"/>
          </a:xfrm>
          <a:prstGeom prst="rect">
            <a:avLst/>
          </a:prstGeom>
        </p:spPr>
        <p:txBody>
          <a:bodyPr vert="horz" lIns="0" tIns="0" rIns="0" bIns="0" rtlCol="0" anchor="t">
            <a:normAutofit/>
          </a:bodyPr>
          <a:lstStyle/>
          <a:p>
            <a:r>
              <a:rPr lang="en-US"/>
              <a:t>Click to edit Master title style</a:t>
            </a:r>
          </a:p>
        </p:txBody>
      </p:sp>
      <p:sp>
        <p:nvSpPr>
          <p:cNvPr id="15" name="Text Placeholder 2">
            <a:extLst>
              <a:ext uri="{FF2B5EF4-FFF2-40B4-BE49-F238E27FC236}">
                <a16:creationId xmlns:a16="http://schemas.microsoft.com/office/drawing/2014/main" id="{4F372C3B-4935-CC40-AD8B-F5A0EA68A95A}"/>
              </a:ext>
            </a:extLst>
          </p:cNvPr>
          <p:cNvSpPr>
            <a:spLocks noGrp="1"/>
          </p:cNvSpPr>
          <p:nvPr>
            <p:ph idx="1"/>
          </p:nvPr>
        </p:nvSpPr>
        <p:spPr>
          <a:xfrm>
            <a:off x="571500" y="1437126"/>
            <a:ext cx="5257800" cy="449070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
        <p:nvSpPr>
          <p:cNvPr id="17" name="Text Placeholder 2">
            <a:extLst>
              <a:ext uri="{FF2B5EF4-FFF2-40B4-BE49-F238E27FC236}">
                <a16:creationId xmlns:a16="http://schemas.microsoft.com/office/drawing/2014/main" id="{9959763C-470E-8D47-8354-F06F0B2376C3}"/>
              </a:ext>
            </a:extLst>
          </p:cNvPr>
          <p:cNvSpPr>
            <a:spLocks noGrp="1"/>
          </p:cNvSpPr>
          <p:nvPr>
            <p:ph idx="10"/>
          </p:nvPr>
        </p:nvSpPr>
        <p:spPr>
          <a:xfrm>
            <a:off x="6388100" y="1437126"/>
            <a:ext cx="5257800" cy="449070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
        <p:nvSpPr>
          <p:cNvPr id="2" name="Footer Placeholder 1">
            <a:extLst>
              <a:ext uri="{FF2B5EF4-FFF2-40B4-BE49-F238E27FC236}">
                <a16:creationId xmlns:a16="http://schemas.microsoft.com/office/drawing/2014/main" id="{C5E7EF66-5690-E042-9372-0EEDCB01E7C0}"/>
              </a:ext>
            </a:extLst>
          </p:cNvPr>
          <p:cNvSpPr>
            <a:spLocks noGrp="1"/>
          </p:cNvSpPr>
          <p:nvPr>
            <p:ph type="ftr" sz="quarter" idx="11"/>
          </p:nvPr>
        </p:nvSpPr>
        <p:spPr/>
        <p:txBody>
          <a:bodyPr/>
          <a:lstStyle/>
          <a:p>
            <a:r>
              <a:rPr lang="en-US"/>
              <a:t>College/Department/Presentation Name</a:t>
            </a:r>
          </a:p>
        </p:txBody>
      </p:sp>
    </p:spTree>
    <p:extLst>
      <p:ext uri="{BB962C8B-B14F-4D97-AF65-F5344CB8AC3E}">
        <p14:creationId xmlns:p14="http://schemas.microsoft.com/office/powerpoint/2010/main" val="700077938"/>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2F6C8-2EBB-C945-9D96-59D1AC7D5F51}"/>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CBEFCDC9-0012-9940-B483-68070FCFA483}"/>
              </a:ext>
            </a:extLst>
          </p:cNvPr>
          <p:cNvSpPr>
            <a:spLocks noGrp="1"/>
          </p:cNvSpPr>
          <p:nvPr>
            <p:ph idx="1"/>
          </p:nvPr>
        </p:nvSpPr>
        <p:spPr>
          <a:xfrm>
            <a:off x="571500" y="1437126"/>
            <a:ext cx="11049000" cy="449070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
        <p:nvSpPr>
          <p:cNvPr id="4" name="Footer Placeholder 3">
            <a:extLst>
              <a:ext uri="{FF2B5EF4-FFF2-40B4-BE49-F238E27FC236}">
                <a16:creationId xmlns:a16="http://schemas.microsoft.com/office/drawing/2014/main" id="{57A52CA9-3359-964B-B846-8B297BC676A2}"/>
              </a:ext>
            </a:extLst>
          </p:cNvPr>
          <p:cNvSpPr>
            <a:spLocks noGrp="1"/>
          </p:cNvSpPr>
          <p:nvPr>
            <p:ph type="ftr" sz="quarter" idx="10"/>
          </p:nvPr>
        </p:nvSpPr>
        <p:spPr/>
        <p:txBody>
          <a:bodyPr/>
          <a:lstStyle/>
          <a:p>
            <a:r>
              <a:rPr lang="en-US"/>
              <a:t>College/Department/Presentation Name</a:t>
            </a:r>
          </a:p>
        </p:txBody>
      </p:sp>
    </p:spTree>
    <p:extLst>
      <p:ext uri="{BB962C8B-B14F-4D97-AF65-F5344CB8AC3E}">
        <p14:creationId xmlns:p14="http://schemas.microsoft.com/office/powerpoint/2010/main" val="3035397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DFD562A-841F-164A-BD9C-341DA56A807C}"/>
              </a:ext>
            </a:extLst>
          </p:cNvPr>
          <p:cNvSpPr>
            <a:spLocks noGrp="1"/>
          </p:cNvSpPr>
          <p:nvPr>
            <p:ph type="title"/>
          </p:nvPr>
        </p:nvSpPr>
        <p:spPr/>
        <p:txBody>
          <a:bodyPr/>
          <a:lstStyle/>
          <a:p>
            <a:r>
              <a:rPr lang="en-US"/>
              <a:t>Click to edit Master title style</a:t>
            </a:r>
          </a:p>
        </p:txBody>
      </p:sp>
      <p:sp>
        <p:nvSpPr>
          <p:cNvPr id="2" name="Footer Placeholder 1">
            <a:extLst>
              <a:ext uri="{FF2B5EF4-FFF2-40B4-BE49-F238E27FC236}">
                <a16:creationId xmlns:a16="http://schemas.microsoft.com/office/drawing/2014/main" id="{5A3D1445-9D6D-964A-AC7A-DE437353B560}"/>
              </a:ext>
            </a:extLst>
          </p:cNvPr>
          <p:cNvSpPr>
            <a:spLocks noGrp="1"/>
          </p:cNvSpPr>
          <p:nvPr>
            <p:ph type="ftr" sz="quarter" idx="10"/>
          </p:nvPr>
        </p:nvSpPr>
        <p:spPr/>
        <p:txBody>
          <a:bodyPr/>
          <a:lstStyle/>
          <a:p>
            <a:r>
              <a:rPr lang="en-US"/>
              <a:t>College/Department/Presentation Name</a:t>
            </a:r>
          </a:p>
        </p:txBody>
      </p:sp>
    </p:spTree>
    <p:extLst>
      <p:ext uri="{BB962C8B-B14F-4D97-AF65-F5344CB8AC3E}">
        <p14:creationId xmlns:p14="http://schemas.microsoft.com/office/powerpoint/2010/main" val="42709358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6670E8F9-5D9E-104F-82AD-62803F277A1F}"/>
              </a:ext>
            </a:extLst>
          </p:cNvPr>
          <p:cNvCxnSpPr/>
          <p:nvPr/>
        </p:nvCxnSpPr>
        <p:spPr>
          <a:xfrm>
            <a:off x="6096000" y="1030014"/>
            <a:ext cx="0" cy="4750676"/>
          </a:xfrm>
          <a:prstGeom prst="line">
            <a:avLst/>
          </a:prstGeom>
          <a:ln>
            <a:solidFill>
              <a:srgbClr val="D50032"/>
            </a:solidFill>
          </a:ln>
        </p:spPr>
        <p:style>
          <a:lnRef idx="1">
            <a:schemeClr val="dk1"/>
          </a:lnRef>
          <a:fillRef idx="0">
            <a:schemeClr val="dk1"/>
          </a:fillRef>
          <a:effectRef idx="0">
            <a:schemeClr val="dk1"/>
          </a:effectRef>
          <a:fontRef idx="minor">
            <a:schemeClr val="tx1"/>
          </a:fontRef>
        </p:style>
      </p:cxnSp>
      <p:sp>
        <p:nvSpPr>
          <p:cNvPr id="7" name="Text Placeholder 9">
            <a:extLst>
              <a:ext uri="{FF2B5EF4-FFF2-40B4-BE49-F238E27FC236}">
                <a16:creationId xmlns:a16="http://schemas.microsoft.com/office/drawing/2014/main" id="{4152CFAA-0912-6041-857E-9E2DB17FF3E5}"/>
              </a:ext>
            </a:extLst>
          </p:cNvPr>
          <p:cNvSpPr>
            <a:spLocks noGrp="1"/>
          </p:cNvSpPr>
          <p:nvPr>
            <p:ph type="body" sz="quarter" idx="12" hasCustomPrompt="1"/>
          </p:nvPr>
        </p:nvSpPr>
        <p:spPr>
          <a:xfrm>
            <a:off x="6926811" y="1439648"/>
            <a:ext cx="4350773" cy="1228725"/>
          </a:xfrm>
          <a:prstGeom prst="rect">
            <a:avLst/>
          </a:prstGeom>
        </p:spPr>
        <p:txBody>
          <a:bodyPr>
            <a:normAutofit/>
          </a:bodyPr>
          <a:lstStyle>
            <a:lvl1pPr>
              <a:defRPr sz="3600" b="1">
                <a:solidFill>
                  <a:srgbClr val="001E62"/>
                </a:solidFill>
              </a:defRPr>
            </a:lvl1pPr>
          </a:lstStyle>
          <a:p>
            <a:pPr lvl="0"/>
            <a:r>
              <a:rPr lang="en-US"/>
              <a:t>Headline goes here and here</a:t>
            </a:r>
          </a:p>
        </p:txBody>
      </p:sp>
      <p:sp>
        <p:nvSpPr>
          <p:cNvPr id="8" name="Content Placeholder 11">
            <a:extLst>
              <a:ext uri="{FF2B5EF4-FFF2-40B4-BE49-F238E27FC236}">
                <a16:creationId xmlns:a16="http://schemas.microsoft.com/office/drawing/2014/main" id="{4534FDD0-98EB-0E4B-BA13-8EFEC697F5A6}"/>
              </a:ext>
            </a:extLst>
          </p:cNvPr>
          <p:cNvSpPr>
            <a:spLocks noGrp="1"/>
          </p:cNvSpPr>
          <p:nvPr>
            <p:ph sz="quarter" idx="13"/>
          </p:nvPr>
        </p:nvSpPr>
        <p:spPr>
          <a:xfrm>
            <a:off x="6926262" y="2759720"/>
            <a:ext cx="4351333" cy="2911475"/>
          </a:xfrm>
          <a:prstGeom prst="rect">
            <a:avLst/>
          </a:prstGeo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p:txBody>
      </p:sp>
      <p:sp>
        <p:nvSpPr>
          <p:cNvPr id="11" name="Picture Placeholder 4">
            <a:extLst>
              <a:ext uri="{FF2B5EF4-FFF2-40B4-BE49-F238E27FC236}">
                <a16:creationId xmlns:a16="http://schemas.microsoft.com/office/drawing/2014/main" id="{2AE6B37B-7A9E-AC4A-8603-521DF936A0CE}"/>
              </a:ext>
            </a:extLst>
          </p:cNvPr>
          <p:cNvSpPr>
            <a:spLocks noGrp="1"/>
          </p:cNvSpPr>
          <p:nvPr>
            <p:ph type="pic" sz="quarter" idx="10"/>
          </p:nvPr>
        </p:nvSpPr>
        <p:spPr>
          <a:xfrm>
            <a:off x="571500" y="996585"/>
            <a:ext cx="4838700" cy="4864830"/>
          </a:xfrm>
          <a:custGeom>
            <a:avLst/>
            <a:gdLst>
              <a:gd name="connsiteX0" fmla="*/ 2686415 w 5372830"/>
              <a:gd name="connsiteY0" fmla="*/ 0 h 5372830"/>
              <a:gd name="connsiteX1" fmla="*/ 5372830 w 5372830"/>
              <a:gd name="connsiteY1" fmla="*/ 2686415 h 5372830"/>
              <a:gd name="connsiteX2" fmla="*/ 2686415 w 5372830"/>
              <a:gd name="connsiteY2" fmla="*/ 5372830 h 5372830"/>
              <a:gd name="connsiteX3" fmla="*/ 0 w 5372830"/>
              <a:gd name="connsiteY3" fmla="*/ 2686415 h 5372830"/>
              <a:gd name="connsiteX4" fmla="*/ 2686415 w 5372830"/>
              <a:gd name="connsiteY4" fmla="*/ 0 h 53728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2830" h="5372830">
                <a:moveTo>
                  <a:pt x="2686415" y="0"/>
                </a:moveTo>
                <a:cubicBezTo>
                  <a:pt x="4170081" y="0"/>
                  <a:pt x="5372830" y="1202749"/>
                  <a:pt x="5372830" y="2686415"/>
                </a:cubicBezTo>
                <a:cubicBezTo>
                  <a:pt x="5372830" y="4170081"/>
                  <a:pt x="4170081" y="5372830"/>
                  <a:pt x="2686415" y="5372830"/>
                </a:cubicBezTo>
                <a:cubicBezTo>
                  <a:pt x="1202749" y="5372830"/>
                  <a:pt x="0" y="4170081"/>
                  <a:pt x="0" y="2686415"/>
                </a:cubicBezTo>
                <a:cubicBezTo>
                  <a:pt x="0" y="1202749"/>
                  <a:pt x="1202749" y="0"/>
                  <a:pt x="2686415" y="0"/>
                </a:cubicBezTo>
                <a:close/>
              </a:path>
            </a:pathLst>
          </a:custGeom>
          <a:pattFill prst="pct20">
            <a:fgClr>
              <a:srgbClr val="D50032"/>
            </a:fgClr>
            <a:bgClr>
              <a:schemeClr val="bg1"/>
            </a:bgClr>
          </a:pattFill>
        </p:spPr>
        <p:txBody>
          <a:bodyPr wrap="square" anchor="ctr">
            <a:noAutofit/>
          </a:bodyPr>
          <a:lstStyle>
            <a:lvl1pPr marL="0" indent="0" algn="ctr">
              <a:buNone/>
              <a:defRPr sz="1200"/>
            </a:lvl1pPr>
          </a:lstStyle>
          <a:p>
            <a:r>
              <a:rPr lang="en-US"/>
              <a:t>Click icon to add picture</a:t>
            </a:r>
            <a:endParaRPr lang="id-ID"/>
          </a:p>
        </p:txBody>
      </p:sp>
      <p:cxnSp>
        <p:nvCxnSpPr>
          <p:cNvPr id="9" name="Straight Connector 8">
            <a:extLst>
              <a:ext uri="{FF2B5EF4-FFF2-40B4-BE49-F238E27FC236}">
                <a16:creationId xmlns:a16="http://schemas.microsoft.com/office/drawing/2014/main" id="{E503B19A-E5F1-7849-87E8-BC837A98B735}"/>
              </a:ext>
            </a:extLst>
          </p:cNvPr>
          <p:cNvCxnSpPr/>
          <p:nvPr userDrawn="1"/>
        </p:nvCxnSpPr>
        <p:spPr>
          <a:xfrm>
            <a:off x="6096000" y="1030014"/>
            <a:ext cx="0" cy="4750676"/>
          </a:xfrm>
          <a:prstGeom prst="line">
            <a:avLst/>
          </a:prstGeom>
          <a:ln>
            <a:solidFill>
              <a:srgbClr val="D50032"/>
            </a:solidFill>
          </a:ln>
        </p:spPr>
        <p:style>
          <a:lnRef idx="1">
            <a:schemeClr val="dk1"/>
          </a:lnRef>
          <a:fillRef idx="0">
            <a:schemeClr val="dk1"/>
          </a:fillRef>
          <a:effectRef idx="0">
            <a:schemeClr val="dk1"/>
          </a:effectRef>
          <a:fontRef idx="minor">
            <a:schemeClr val="tx1"/>
          </a:fontRef>
        </p:style>
      </p:cxnSp>
      <p:sp>
        <p:nvSpPr>
          <p:cNvPr id="2" name="Footer Placeholder 1">
            <a:extLst>
              <a:ext uri="{FF2B5EF4-FFF2-40B4-BE49-F238E27FC236}">
                <a16:creationId xmlns:a16="http://schemas.microsoft.com/office/drawing/2014/main" id="{FCAA305B-15BF-6C42-8F96-6626A688DEAD}"/>
              </a:ext>
            </a:extLst>
          </p:cNvPr>
          <p:cNvSpPr>
            <a:spLocks noGrp="1"/>
          </p:cNvSpPr>
          <p:nvPr>
            <p:ph type="ftr" sz="quarter" idx="14"/>
          </p:nvPr>
        </p:nvSpPr>
        <p:spPr/>
        <p:txBody>
          <a:bodyPr/>
          <a:lstStyle/>
          <a:p>
            <a:r>
              <a:rPr lang="en-US"/>
              <a:t>College/Department/Presentation Name</a:t>
            </a:r>
          </a:p>
        </p:txBody>
      </p:sp>
    </p:spTree>
    <p:extLst>
      <p:ext uri="{BB962C8B-B14F-4D97-AF65-F5344CB8AC3E}">
        <p14:creationId xmlns:p14="http://schemas.microsoft.com/office/powerpoint/2010/main" val="22074834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68475C8-B220-2F40-8250-A8DABF108741}"/>
              </a:ext>
            </a:extLst>
          </p:cNvPr>
          <p:cNvPicPr>
            <a:picLocks noChangeAspect="1"/>
          </p:cNvPicPr>
          <p:nvPr/>
        </p:nvPicPr>
        <p:blipFill rotWithShape="1">
          <a:blip r:embed="rId2"/>
          <a:srcRect t="-2" r="80192" b="1"/>
          <a:stretch/>
        </p:blipFill>
        <p:spPr>
          <a:xfrm>
            <a:off x="0" y="1"/>
            <a:ext cx="2414954" cy="6857999"/>
          </a:xfrm>
          <a:prstGeom prst="rect">
            <a:avLst/>
          </a:prstGeom>
        </p:spPr>
      </p:pic>
      <p:sp>
        <p:nvSpPr>
          <p:cNvPr id="3" name="Rectangle 2">
            <a:extLst>
              <a:ext uri="{FF2B5EF4-FFF2-40B4-BE49-F238E27FC236}">
                <a16:creationId xmlns:a16="http://schemas.microsoft.com/office/drawing/2014/main" id="{DCE3E459-9CC3-0140-8DAD-816081458959}"/>
              </a:ext>
            </a:extLst>
          </p:cNvPr>
          <p:cNvSpPr/>
          <p:nvPr userDrawn="1"/>
        </p:nvSpPr>
        <p:spPr>
          <a:xfrm>
            <a:off x="196645" y="6439768"/>
            <a:ext cx="304800" cy="3077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7" name="TextBox 6">
            <a:extLst>
              <a:ext uri="{FF2B5EF4-FFF2-40B4-BE49-F238E27FC236}">
                <a16:creationId xmlns:a16="http://schemas.microsoft.com/office/drawing/2014/main" id="{E0F14035-00BE-DA4B-8DEA-5CF7088969E9}"/>
              </a:ext>
            </a:extLst>
          </p:cNvPr>
          <p:cNvSpPr txBox="1"/>
          <p:nvPr userDrawn="1"/>
        </p:nvSpPr>
        <p:spPr>
          <a:xfrm>
            <a:off x="157317" y="6409911"/>
            <a:ext cx="601579" cy="307777"/>
          </a:xfrm>
          <a:prstGeom prst="rect">
            <a:avLst/>
          </a:prstGeom>
          <a:noFill/>
        </p:spPr>
        <p:txBody>
          <a:bodyPr wrap="square" rtlCol="0">
            <a:spAutoFit/>
          </a:bodyPr>
          <a:lstStyle/>
          <a:p>
            <a:fld id="{3165C24F-D5A7-7547-9DA1-2768CBD8B2AD}" type="slidenum">
              <a:rPr lang="en-US" sz="1400" b="1" smtClean="0">
                <a:solidFill>
                  <a:schemeClr val="accent2"/>
                </a:solidFill>
                <a:latin typeface="Arial" panose="020B0604020202020204" pitchFamily="34" charset="0"/>
                <a:cs typeface="Arial" panose="020B0604020202020204" pitchFamily="34" charset="0"/>
              </a:rPr>
              <a:t>‹#›</a:t>
            </a:fld>
            <a:endParaRPr lang="en-US" sz="1400" b="1">
              <a:solidFill>
                <a:schemeClr val="accent2"/>
              </a:solidFill>
              <a:latin typeface="Arial" panose="020B0604020202020204" pitchFamily="34" charset="0"/>
              <a:cs typeface="Arial" panose="020B0604020202020204" pitchFamily="34" charset="0"/>
            </a:endParaRPr>
          </a:p>
        </p:txBody>
      </p:sp>
      <p:sp>
        <p:nvSpPr>
          <p:cNvPr id="10" name="Text Placeholder 9">
            <a:extLst>
              <a:ext uri="{FF2B5EF4-FFF2-40B4-BE49-F238E27FC236}">
                <a16:creationId xmlns:a16="http://schemas.microsoft.com/office/drawing/2014/main" id="{EDD3743E-57E4-804E-B8B7-FE965FD0802B}"/>
              </a:ext>
            </a:extLst>
          </p:cNvPr>
          <p:cNvSpPr>
            <a:spLocks noGrp="1"/>
          </p:cNvSpPr>
          <p:nvPr>
            <p:ph type="body" sz="quarter" idx="12" hasCustomPrompt="1"/>
          </p:nvPr>
        </p:nvSpPr>
        <p:spPr>
          <a:xfrm>
            <a:off x="5637229" y="1439648"/>
            <a:ext cx="5948313" cy="1228725"/>
          </a:xfrm>
          <a:prstGeom prst="rect">
            <a:avLst/>
          </a:prstGeom>
        </p:spPr>
        <p:txBody>
          <a:bodyPr>
            <a:normAutofit/>
          </a:bodyPr>
          <a:lstStyle>
            <a:lvl1pPr>
              <a:defRPr sz="3600" b="1">
                <a:solidFill>
                  <a:srgbClr val="001E62"/>
                </a:solidFill>
              </a:defRPr>
            </a:lvl1pPr>
          </a:lstStyle>
          <a:p>
            <a:pPr lvl="0"/>
            <a:r>
              <a:rPr lang="en-US"/>
              <a:t>Headline goes here and here</a:t>
            </a:r>
          </a:p>
        </p:txBody>
      </p:sp>
      <p:sp>
        <p:nvSpPr>
          <p:cNvPr id="11" name="Content Placeholder 11">
            <a:extLst>
              <a:ext uri="{FF2B5EF4-FFF2-40B4-BE49-F238E27FC236}">
                <a16:creationId xmlns:a16="http://schemas.microsoft.com/office/drawing/2014/main" id="{8CD0619C-95A7-664C-8775-F34BF89EE6A4}"/>
              </a:ext>
            </a:extLst>
          </p:cNvPr>
          <p:cNvSpPr>
            <a:spLocks noGrp="1"/>
          </p:cNvSpPr>
          <p:nvPr>
            <p:ph sz="quarter" idx="13"/>
          </p:nvPr>
        </p:nvSpPr>
        <p:spPr>
          <a:xfrm>
            <a:off x="5637230" y="2759720"/>
            <a:ext cx="5948312" cy="3169740"/>
          </a:xfrm>
          <a:prstGeom prst="rect">
            <a:avLst/>
          </a:prstGeom>
        </p:spPr>
        <p:txBody>
          <a:bodyPr/>
          <a:lstStyle>
            <a:lvl1pPr>
              <a:lnSpc>
                <a:spcPct val="100000"/>
              </a:lnSpc>
              <a:defRPr/>
            </a:lvl1pPr>
            <a:lvl2pPr>
              <a:lnSpc>
                <a:spcPct val="100000"/>
              </a:lnSpc>
              <a:defRPr/>
            </a:lvl2pPr>
            <a:lvl3pPr>
              <a:lnSpc>
                <a:spcPct val="100000"/>
              </a:lnSpc>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8" name="Picture Placeholder 9">
            <a:extLst>
              <a:ext uri="{FF2B5EF4-FFF2-40B4-BE49-F238E27FC236}">
                <a16:creationId xmlns:a16="http://schemas.microsoft.com/office/drawing/2014/main" id="{F74CC7FA-159A-A245-AC24-50F9BEA24315}"/>
              </a:ext>
            </a:extLst>
          </p:cNvPr>
          <p:cNvSpPr>
            <a:spLocks noGrp="1"/>
          </p:cNvSpPr>
          <p:nvPr>
            <p:ph type="pic" sz="quarter" idx="11"/>
          </p:nvPr>
        </p:nvSpPr>
        <p:spPr>
          <a:xfrm>
            <a:off x="839435" y="1439648"/>
            <a:ext cx="3859565" cy="3970552"/>
          </a:xfrm>
          <a:custGeom>
            <a:avLst/>
            <a:gdLst>
              <a:gd name="connsiteX0" fmla="*/ 0 w 3181350"/>
              <a:gd name="connsiteY0" fmla="*/ 0 h 3181350"/>
              <a:gd name="connsiteX1" fmla="*/ 3181350 w 3181350"/>
              <a:gd name="connsiteY1" fmla="*/ 0 h 3181350"/>
              <a:gd name="connsiteX2" fmla="*/ 3181350 w 3181350"/>
              <a:gd name="connsiteY2" fmla="*/ 3181350 h 3181350"/>
              <a:gd name="connsiteX3" fmla="*/ 0 w 3181350"/>
              <a:gd name="connsiteY3" fmla="*/ 3181350 h 3181350"/>
            </a:gdLst>
            <a:ahLst/>
            <a:cxnLst>
              <a:cxn ang="0">
                <a:pos x="connsiteX0" y="connsiteY0"/>
              </a:cxn>
              <a:cxn ang="0">
                <a:pos x="connsiteX1" y="connsiteY1"/>
              </a:cxn>
              <a:cxn ang="0">
                <a:pos x="connsiteX2" y="connsiteY2"/>
              </a:cxn>
              <a:cxn ang="0">
                <a:pos x="connsiteX3" y="connsiteY3"/>
              </a:cxn>
            </a:cxnLst>
            <a:rect l="l" t="t" r="r" b="b"/>
            <a:pathLst>
              <a:path w="3181350" h="3181350">
                <a:moveTo>
                  <a:pt x="0" y="0"/>
                </a:moveTo>
                <a:lnTo>
                  <a:pt x="3181350" y="0"/>
                </a:lnTo>
                <a:lnTo>
                  <a:pt x="3181350" y="3181350"/>
                </a:lnTo>
                <a:lnTo>
                  <a:pt x="0" y="3181350"/>
                </a:lnTo>
                <a:close/>
              </a:path>
            </a:pathLst>
          </a:custGeom>
          <a:pattFill prst="pct20">
            <a:fgClr>
              <a:schemeClr val="accent1"/>
            </a:fgClr>
            <a:bgClr>
              <a:schemeClr val="bg1"/>
            </a:bgClr>
          </a:pattFill>
        </p:spPr>
        <p:txBody>
          <a:bodyPr wrap="square" anchor="ctr">
            <a:noAutofit/>
          </a:bodyPr>
          <a:lstStyle>
            <a:lvl1pPr marL="0" indent="0" algn="ctr">
              <a:buNone/>
              <a:defRPr sz="1200"/>
            </a:lvl1pPr>
          </a:lstStyle>
          <a:p>
            <a:r>
              <a:rPr lang="en-US"/>
              <a:t>Click icon to add picture</a:t>
            </a:r>
            <a:endParaRPr lang="id-ID"/>
          </a:p>
        </p:txBody>
      </p:sp>
      <p:sp>
        <p:nvSpPr>
          <p:cNvPr id="2" name="Footer Placeholder 1">
            <a:extLst>
              <a:ext uri="{FF2B5EF4-FFF2-40B4-BE49-F238E27FC236}">
                <a16:creationId xmlns:a16="http://schemas.microsoft.com/office/drawing/2014/main" id="{9F20A646-7949-4A45-83F2-C982BA44660D}"/>
              </a:ext>
            </a:extLst>
          </p:cNvPr>
          <p:cNvSpPr>
            <a:spLocks noGrp="1"/>
          </p:cNvSpPr>
          <p:nvPr>
            <p:ph type="ftr" sz="quarter" idx="14"/>
          </p:nvPr>
        </p:nvSpPr>
        <p:spPr>
          <a:xfrm>
            <a:off x="5637229" y="6419410"/>
            <a:ext cx="4114800" cy="365125"/>
          </a:xfrm>
        </p:spPr>
        <p:txBody>
          <a:bodyPr/>
          <a:lstStyle/>
          <a:p>
            <a:r>
              <a:rPr lang="en-US"/>
              <a:t>College/Department/Presentation Name</a:t>
            </a:r>
          </a:p>
        </p:txBody>
      </p:sp>
    </p:spTree>
    <p:extLst>
      <p:ext uri="{BB962C8B-B14F-4D97-AF65-F5344CB8AC3E}">
        <p14:creationId xmlns:p14="http://schemas.microsoft.com/office/powerpoint/2010/main" val="31542342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709CDF7-6D7C-E843-B704-0D26734AE631}"/>
              </a:ext>
            </a:extLst>
          </p:cNvPr>
          <p:cNvPicPr>
            <a:picLocks noChangeAspect="1"/>
          </p:cNvPicPr>
          <p:nvPr userDrawn="1"/>
        </p:nvPicPr>
        <p:blipFill rotWithShape="1">
          <a:blip r:embed="rId2"/>
          <a:srcRect t="65897" r="80192"/>
          <a:stretch/>
        </p:blipFill>
        <p:spPr>
          <a:xfrm>
            <a:off x="9097108" y="3791960"/>
            <a:ext cx="2414954" cy="2338753"/>
          </a:xfrm>
          <a:prstGeom prst="rect">
            <a:avLst/>
          </a:prstGeom>
        </p:spPr>
      </p:pic>
      <p:sp>
        <p:nvSpPr>
          <p:cNvPr id="9" name="Picture Placeholder 8">
            <a:extLst>
              <a:ext uri="{FF2B5EF4-FFF2-40B4-BE49-F238E27FC236}">
                <a16:creationId xmlns:a16="http://schemas.microsoft.com/office/drawing/2014/main" id="{821B9663-D2FB-0A47-B820-68385720A808}"/>
              </a:ext>
            </a:extLst>
          </p:cNvPr>
          <p:cNvSpPr>
            <a:spLocks noGrp="1"/>
          </p:cNvSpPr>
          <p:nvPr>
            <p:ph type="pic" sz="quarter" idx="10"/>
          </p:nvPr>
        </p:nvSpPr>
        <p:spPr>
          <a:xfrm>
            <a:off x="6362702" y="1437125"/>
            <a:ext cx="4679887" cy="4218683"/>
          </a:xfrm>
          <a:prstGeom prst="rect">
            <a:avLst/>
          </a:prstGeom>
          <a:pattFill prst="pct20">
            <a:fgClr>
              <a:srgbClr val="D50032"/>
            </a:fgClr>
            <a:bgClr>
              <a:schemeClr val="bg1"/>
            </a:bgClr>
          </a:pattFill>
        </p:spPr>
        <p:txBody>
          <a:bodyPr/>
          <a:lstStyle/>
          <a:p>
            <a:r>
              <a:rPr lang="en-US"/>
              <a:t>Click icon to add picture</a:t>
            </a:r>
          </a:p>
        </p:txBody>
      </p:sp>
      <p:sp>
        <p:nvSpPr>
          <p:cNvPr id="10" name="Title Placeholder 1">
            <a:extLst>
              <a:ext uri="{FF2B5EF4-FFF2-40B4-BE49-F238E27FC236}">
                <a16:creationId xmlns:a16="http://schemas.microsoft.com/office/drawing/2014/main" id="{2CF2F6AE-C3BD-8C44-BCE8-28FA6E40252B}"/>
              </a:ext>
            </a:extLst>
          </p:cNvPr>
          <p:cNvSpPr>
            <a:spLocks noGrp="1"/>
          </p:cNvSpPr>
          <p:nvPr>
            <p:ph type="title"/>
          </p:nvPr>
        </p:nvSpPr>
        <p:spPr>
          <a:xfrm>
            <a:off x="571499" y="427475"/>
            <a:ext cx="11048999" cy="811005"/>
          </a:xfrm>
          <a:prstGeom prst="rect">
            <a:avLst/>
          </a:prstGeom>
        </p:spPr>
        <p:txBody>
          <a:bodyPr vert="horz" lIns="0" tIns="0" rIns="0" bIns="0" rtlCol="0" anchor="t">
            <a:normAutofit/>
          </a:bodyPr>
          <a:lstStyle/>
          <a:p>
            <a:r>
              <a:rPr lang="en-US"/>
              <a:t>Click to edit Master title style</a:t>
            </a:r>
          </a:p>
        </p:txBody>
      </p:sp>
      <p:sp>
        <p:nvSpPr>
          <p:cNvPr id="12" name="Text Placeholder 2">
            <a:extLst>
              <a:ext uri="{FF2B5EF4-FFF2-40B4-BE49-F238E27FC236}">
                <a16:creationId xmlns:a16="http://schemas.microsoft.com/office/drawing/2014/main" id="{DA79375B-0A10-644E-AB71-8BC27B044BBA}"/>
              </a:ext>
            </a:extLst>
          </p:cNvPr>
          <p:cNvSpPr>
            <a:spLocks noGrp="1"/>
          </p:cNvSpPr>
          <p:nvPr>
            <p:ph idx="1"/>
          </p:nvPr>
        </p:nvSpPr>
        <p:spPr>
          <a:xfrm>
            <a:off x="571500" y="1437126"/>
            <a:ext cx="5524500" cy="449070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
        <p:nvSpPr>
          <p:cNvPr id="2" name="Footer Placeholder 1">
            <a:extLst>
              <a:ext uri="{FF2B5EF4-FFF2-40B4-BE49-F238E27FC236}">
                <a16:creationId xmlns:a16="http://schemas.microsoft.com/office/drawing/2014/main" id="{33339FA9-D484-2141-9711-92A12FFDCAA3}"/>
              </a:ext>
            </a:extLst>
          </p:cNvPr>
          <p:cNvSpPr>
            <a:spLocks noGrp="1"/>
          </p:cNvSpPr>
          <p:nvPr>
            <p:ph type="ftr" sz="quarter" idx="11"/>
          </p:nvPr>
        </p:nvSpPr>
        <p:spPr/>
        <p:txBody>
          <a:bodyPr/>
          <a:lstStyle/>
          <a:p>
            <a:r>
              <a:rPr lang="en-US"/>
              <a:t>College/Department/Presentation Name</a:t>
            </a:r>
          </a:p>
        </p:txBody>
      </p:sp>
    </p:spTree>
    <p:extLst>
      <p:ext uri="{BB962C8B-B14F-4D97-AF65-F5344CB8AC3E}">
        <p14:creationId xmlns:p14="http://schemas.microsoft.com/office/powerpoint/2010/main" val="10805149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6">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DD96AAD-EBAE-3C45-9A74-FE321ADD86E9}"/>
              </a:ext>
            </a:extLst>
          </p:cNvPr>
          <p:cNvPicPr>
            <a:picLocks noChangeAspect="1"/>
          </p:cNvPicPr>
          <p:nvPr/>
        </p:nvPicPr>
        <p:blipFill rotWithShape="1">
          <a:blip r:embed="rId2"/>
          <a:srcRect l="14776" t="88158" r="80191" b="1"/>
          <a:stretch/>
        </p:blipFill>
        <p:spPr>
          <a:xfrm rot="5400000">
            <a:off x="11507447" y="2192742"/>
            <a:ext cx="613620" cy="812045"/>
          </a:xfrm>
          <a:prstGeom prst="rect">
            <a:avLst/>
          </a:prstGeom>
        </p:spPr>
      </p:pic>
      <p:pic>
        <p:nvPicPr>
          <p:cNvPr id="7" name="Picture 6">
            <a:extLst>
              <a:ext uri="{FF2B5EF4-FFF2-40B4-BE49-F238E27FC236}">
                <a16:creationId xmlns:a16="http://schemas.microsoft.com/office/drawing/2014/main" id="{811B2469-2EB4-F84E-A129-5FBD41497F05}"/>
              </a:ext>
            </a:extLst>
          </p:cNvPr>
          <p:cNvPicPr>
            <a:picLocks noChangeAspect="1"/>
          </p:cNvPicPr>
          <p:nvPr/>
        </p:nvPicPr>
        <p:blipFill rotWithShape="1">
          <a:blip r:embed="rId2"/>
          <a:srcRect l="14776" t="88158" r="80191" b="1"/>
          <a:stretch/>
        </p:blipFill>
        <p:spPr>
          <a:xfrm rot="5400000">
            <a:off x="117451" y="2192743"/>
            <a:ext cx="613620" cy="812045"/>
          </a:xfrm>
          <a:prstGeom prst="rect">
            <a:avLst/>
          </a:prstGeom>
        </p:spPr>
      </p:pic>
      <p:sp>
        <p:nvSpPr>
          <p:cNvPr id="8" name="Title 1">
            <a:extLst>
              <a:ext uri="{FF2B5EF4-FFF2-40B4-BE49-F238E27FC236}">
                <a16:creationId xmlns:a16="http://schemas.microsoft.com/office/drawing/2014/main" id="{E3063953-EAE8-4743-B6C7-C20C322B3AD4}"/>
              </a:ext>
            </a:extLst>
          </p:cNvPr>
          <p:cNvSpPr>
            <a:spLocks noGrp="1"/>
          </p:cNvSpPr>
          <p:nvPr>
            <p:ph type="title" hasCustomPrompt="1"/>
          </p:nvPr>
        </p:nvSpPr>
        <p:spPr>
          <a:xfrm>
            <a:off x="588579" y="430105"/>
            <a:ext cx="11035861" cy="766989"/>
          </a:xfrm>
          <a:prstGeom prst="rect">
            <a:avLst/>
          </a:prstGeom>
        </p:spPr>
        <p:txBody>
          <a:bodyPr lIns="0" tIns="0" rIns="0" bIns="0" anchor="t"/>
          <a:lstStyle>
            <a:lvl1pPr algn="ctr">
              <a:defRPr/>
            </a:lvl1pPr>
          </a:lstStyle>
          <a:p>
            <a:r>
              <a:rPr lang="en-US"/>
              <a:t>Slide Title</a:t>
            </a:r>
          </a:p>
        </p:txBody>
      </p:sp>
      <p:sp>
        <p:nvSpPr>
          <p:cNvPr id="14" name="Text Placeholder 13">
            <a:extLst>
              <a:ext uri="{FF2B5EF4-FFF2-40B4-BE49-F238E27FC236}">
                <a16:creationId xmlns:a16="http://schemas.microsoft.com/office/drawing/2014/main" id="{4CA3B2DB-E136-9F42-8824-29B39C9C739D}"/>
              </a:ext>
            </a:extLst>
          </p:cNvPr>
          <p:cNvSpPr>
            <a:spLocks noGrp="1"/>
          </p:cNvSpPr>
          <p:nvPr>
            <p:ph type="body" sz="quarter" idx="14" hasCustomPrompt="1"/>
          </p:nvPr>
        </p:nvSpPr>
        <p:spPr>
          <a:xfrm>
            <a:off x="4770106" y="4108974"/>
            <a:ext cx="2608263" cy="438150"/>
          </a:xfrm>
          <a:prstGeom prst="rect">
            <a:avLst/>
          </a:prstGeom>
        </p:spPr>
        <p:txBody>
          <a:bodyPr/>
          <a:lstStyle>
            <a:lvl1pPr marL="0" marR="0" indent="0" algn="ctr" defTabSz="914400" rtl="0" eaLnBrk="1" fontAlgn="auto" latinLnBrk="0" hangingPunct="1">
              <a:lnSpc>
                <a:spcPct val="90000"/>
              </a:lnSpc>
              <a:spcBef>
                <a:spcPts val="1000"/>
              </a:spcBef>
              <a:spcAft>
                <a:spcPts val="0"/>
              </a:spcAft>
              <a:buClrTx/>
              <a:buSzTx/>
              <a:buFontTx/>
              <a:buNone/>
              <a:tabLst/>
              <a:defRPr sz="1800" b="1" i="0" baseline="0">
                <a:solidFill>
                  <a:schemeClr val="accent2"/>
                </a:solidFill>
              </a:defRPr>
            </a:lvl1pPr>
          </a:lstStyle>
          <a:p>
            <a:pPr algn="ctr"/>
            <a:r>
              <a:rPr lang="en-US" b="1">
                <a:solidFill>
                  <a:srgbClr val="001E62"/>
                </a:solidFill>
                <a:latin typeface="Arial" panose="020B0604020202020204" pitchFamily="34" charset="0"/>
                <a:cs typeface="Arial" panose="020B0604020202020204" pitchFamily="34" charset="0"/>
              </a:rPr>
              <a:t>Caption goes here</a:t>
            </a:r>
          </a:p>
        </p:txBody>
      </p:sp>
      <p:sp>
        <p:nvSpPr>
          <p:cNvPr id="17" name="Text Placeholder 13">
            <a:extLst>
              <a:ext uri="{FF2B5EF4-FFF2-40B4-BE49-F238E27FC236}">
                <a16:creationId xmlns:a16="http://schemas.microsoft.com/office/drawing/2014/main" id="{17F8106A-D2FC-2D47-99D6-D88B0EE4E5A6}"/>
              </a:ext>
            </a:extLst>
          </p:cNvPr>
          <p:cNvSpPr>
            <a:spLocks noGrp="1"/>
          </p:cNvSpPr>
          <p:nvPr>
            <p:ph type="body" sz="quarter" idx="16" hasCustomPrompt="1"/>
          </p:nvPr>
        </p:nvSpPr>
        <p:spPr>
          <a:xfrm>
            <a:off x="1121932" y="4108974"/>
            <a:ext cx="2608263" cy="438150"/>
          </a:xfrm>
          <a:prstGeom prst="rect">
            <a:avLst/>
          </a:prstGeom>
        </p:spPr>
        <p:txBody>
          <a:bodyPr>
            <a:normAutofit/>
          </a:bodyPr>
          <a:lstStyle>
            <a:lvl1pPr marL="0" marR="0" indent="0" algn="ctr" defTabSz="914400" rtl="0" eaLnBrk="1" fontAlgn="auto" latinLnBrk="0" hangingPunct="1">
              <a:lnSpc>
                <a:spcPct val="90000"/>
              </a:lnSpc>
              <a:spcBef>
                <a:spcPts val="1000"/>
              </a:spcBef>
              <a:spcAft>
                <a:spcPts val="0"/>
              </a:spcAft>
              <a:buClrTx/>
              <a:buSzTx/>
              <a:buFontTx/>
              <a:buNone/>
              <a:tabLst/>
              <a:defRPr sz="1800" b="1" i="0" baseline="0">
                <a:solidFill>
                  <a:schemeClr val="accent2"/>
                </a:solidFill>
                <a:latin typeface="Arial" panose="020B0604020202020204" pitchFamily="34" charset="0"/>
                <a:cs typeface="Arial" panose="020B0604020202020204" pitchFamily="34" charset="0"/>
              </a:defRPr>
            </a:lvl1pPr>
          </a:lstStyle>
          <a:p>
            <a:pPr algn="ctr"/>
            <a:r>
              <a:rPr lang="en-US" b="1">
                <a:solidFill>
                  <a:srgbClr val="001E62"/>
                </a:solidFill>
                <a:latin typeface="Arial" panose="020B0604020202020204" pitchFamily="34" charset="0"/>
                <a:cs typeface="Arial" panose="020B0604020202020204" pitchFamily="34" charset="0"/>
              </a:rPr>
              <a:t>Caption goes here</a:t>
            </a:r>
          </a:p>
        </p:txBody>
      </p:sp>
      <p:sp>
        <p:nvSpPr>
          <p:cNvPr id="19" name="Text Placeholder 13">
            <a:extLst>
              <a:ext uri="{FF2B5EF4-FFF2-40B4-BE49-F238E27FC236}">
                <a16:creationId xmlns:a16="http://schemas.microsoft.com/office/drawing/2014/main" id="{AB39890F-DEC5-6E46-8FE0-5701F842F9B2}"/>
              </a:ext>
            </a:extLst>
          </p:cNvPr>
          <p:cNvSpPr>
            <a:spLocks noGrp="1"/>
          </p:cNvSpPr>
          <p:nvPr>
            <p:ph type="body" sz="quarter" idx="18" hasCustomPrompt="1"/>
          </p:nvPr>
        </p:nvSpPr>
        <p:spPr>
          <a:xfrm>
            <a:off x="8455986" y="4108974"/>
            <a:ext cx="2608263" cy="438150"/>
          </a:xfrm>
          <a:prstGeom prst="rect">
            <a:avLst/>
          </a:prstGeom>
        </p:spPr>
        <p:txBody>
          <a:bodyPr/>
          <a:lstStyle>
            <a:lvl1pPr marL="0" marR="0" indent="0" algn="ctr" defTabSz="914400" rtl="0" eaLnBrk="1" fontAlgn="auto" latinLnBrk="0" hangingPunct="1">
              <a:lnSpc>
                <a:spcPct val="90000"/>
              </a:lnSpc>
              <a:spcBef>
                <a:spcPts val="1000"/>
              </a:spcBef>
              <a:spcAft>
                <a:spcPts val="0"/>
              </a:spcAft>
              <a:buClrTx/>
              <a:buSzTx/>
              <a:buFontTx/>
              <a:buNone/>
              <a:tabLst/>
              <a:defRPr sz="1800" b="1" i="0" baseline="0">
                <a:solidFill>
                  <a:schemeClr val="accent2"/>
                </a:solidFill>
              </a:defRPr>
            </a:lvl1pPr>
          </a:lstStyle>
          <a:p>
            <a:pPr algn="ctr"/>
            <a:r>
              <a:rPr lang="en-US" b="1">
                <a:solidFill>
                  <a:srgbClr val="001E62"/>
                </a:solidFill>
                <a:latin typeface="Arial" panose="020B0604020202020204" pitchFamily="34" charset="0"/>
                <a:cs typeface="Arial" panose="020B0604020202020204" pitchFamily="34" charset="0"/>
              </a:rPr>
              <a:t>Caption goes here</a:t>
            </a:r>
          </a:p>
        </p:txBody>
      </p:sp>
      <p:sp>
        <p:nvSpPr>
          <p:cNvPr id="20" name="Picture Placeholder 4">
            <a:extLst>
              <a:ext uri="{FF2B5EF4-FFF2-40B4-BE49-F238E27FC236}">
                <a16:creationId xmlns:a16="http://schemas.microsoft.com/office/drawing/2014/main" id="{0DA7729A-D4ED-284D-9571-BE3BCD72FD3E}"/>
              </a:ext>
            </a:extLst>
          </p:cNvPr>
          <p:cNvSpPr>
            <a:spLocks noGrp="1"/>
          </p:cNvSpPr>
          <p:nvPr>
            <p:ph type="pic" sz="quarter" idx="11" hasCustomPrompt="1"/>
          </p:nvPr>
        </p:nvSpPr>
        <p:spPr>
          <a:xfrm>
            <a:off x="1094112" y="1294401"/>
            <a:ext cx="2629795" cy="2608727"/>
          </a:xfrm>
          <a:custGeom>
            <a:avLst/>
            <a:gdLst>
              <a:gd name="connsiteX0" fmla="*/ 2686415 w 5372830"/>
              <a:gd name="connsiteY0" fmla="*/ 0 h 5372830"/>
              <a:gd name="connsiteX1" fmla="*/ 5372830 w 5372830"/>
              <a:gd name="connsiteY1" fmla="*/ 2686415 h 5372830"/>
              <a:gd name="connsiteX2" fmla="*/ 2686415 w 5372830"/>
              <a:gd name="connsiteY2" fmla="*/ 5372830 h 5372830"/>
              <a:gd name="connsiteX3" fmla="*/ 0 w 5372830"/>
              <a:gd name="connsiteY3" fmla="*/ 2686415 h 5372830"/>
              <a:gd name="connsiteX4" fmla="*/ 2686415 w 5372830"/>
              <a:gd name="connsiteY4" fmla="*/ 0 h 53728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2830" h="5372830">
                <a:moveTo>
                  <a:pt x="2686415" y="0"/>
                </a:moveTo>
                <a:cubicBezTo>
                  <a:pt x="4170081" y="0"/>
                  <a:pt x="5372830" y="1202749"/>
                  <a:pt x="5372830" y="2686415"/>
                </a:cubicBezTo>
                <a:cubicBezTo>
                  <a:pt x="5372830" y="4170081"/>
                  <a:pt x="4170081" y="5372830"/>
                  <a:pt x="2686415" y="5372830"/>
                </a:cubicBezTo>
                <a:cubicBezTo>
                  <a:pt x="1202749" y="5372830"/>
                  <a:pt x="0" y="4170081"/>
                  <a:pt x="0" y="2686415"/>
                </a:cubicBezTo>
                <a:cubicBezTo>
                  <a:pt x="0" y="1202749"/>
                  <a:pt x="1202749" y="0"/>
                  <a:pt x="2686415" y="0"/>
                </a:cubicBezTo>
                <a:close/>
              </a:path>
            </a:pathLst>
          </a:custGeom>
          <a:pattFill prst="pct20">
            <a:fgClr>
              <a:srgbClr val="D50032"/>
            </a:fgClr>
            <a:bgClr>
              <a:schemeClr val="bg1"/>
            </a:bgClr>
          </a:pattFill>
        </p:spPr>
        <p:txBody>
          <a:bodyPr wrap="square" anchor="ctr">
            <a:noAutofit/>
          </a:bodyPr>
          <a:lstStyle>
            <a:lvl1pPr marL="0" indent="0" algn="ctr">
              <a:buNone/>
              <a:defRPr sz="1200"/>
            </a:lvl1pPr>
          </a:lstStyle>
          <a:p>
            <a:r>
              <a:rPr lang="id-ID" err="1"/>
              <a:t>Click</a:t>
            </a:r>
            <a:r>
              <a:rPr lang="id-ID"/>
              <a:t> </a:t>
            </a:r>
            <a:r>
              <a:rPr lang="id-ID" err="1"/>
              <a:t>to</a:t>
            </a:r>
            <a:r>
              <a:rPr lang="id-ID"/>
              <a:t> </a:t>
            </a:r>
            <a:r>
              <a:rPr lang="id-ID" err="1"/>
              <a:t>add</a:t>
            </a:r>
            <a:r>
              <a:rPr lang="id-ID"/>
              <a:t> </a:t>
            </a:r>
            <a:r>
              <a:rPr lang="id-ID" err="1"/>
              <a:t>photo</a:t>
            </a:r>
            <a:endParaRPr lang="id-ID"/>
          </a:p>
        </p:txBody>
      </p:sp>
      <p:sp>
        <p:nvSpPr>
          <p:cNvPr id="21" name="Picture Placeholder 4">
            <a:extLst>
              <a:ext uri="{FF2B5EF4-FFF2-40B4-BE49-F238E27FC236}">
                <a16:creationId xmlns:a16="http://schemas.microsoft.com/office/drawing/2014/main" id="{AC3DB5E5-FC54-CA41-88A0-0AA6CAECA36F}"/>
              </a:ext>
            </a:extLst>
          </p:cNvPr>
          <p:cNvSpPr>
            <a:spLocks noGrp="1"/>
          </p:cNvSpPr>
          <p:nvPr>
            <p:ph type="pic" sz="quarter" idx="19" hasCustomPrompt="1"/>
          </p:nvPr>
        </p:nvSpPr>
        <p:spPr>
          <a:xfrm>
            <a:off x="8468093" y="1294401"/>
            <a:ext cx="2629795" cy="2608727"/>
          </a:xfrm>
          <a:custGeom>
            <a:avLst/>
            <a:gdLst>
              <a:gd name="connsiteX0" fmla="*/ 2686415 w 5372830"/>
              <a:gd name="connsiteY0" fmla="*/ 0 h 5372830"/>
              <a:gd name="connsiteX1" fmla="*/ 5372830 w 5372830"/>
              <a:gd name="connsiteY1" fmla="*/ 2686415 h 5372830"/>
              <a:gd name="connsiteX2" fmla="*/ 2686415 w 5372830"/>
              <a:gd name="connsiteY2" fmla="*/ 5372830 h 5372830"/>
              <a:gd name="connsiteX3" fmla="*/ 0 w 5372830"/>
              <a:gd name="connsiteY3" fmla="*/ 2686415 h 5372830"/>
              <a:gd name="connsiteX4" fmla="*/ 2686415 w 5372830"/>
              <a:gd name="connsiteY4" fmla="*/ 0 h 53728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2830" h="5372830">
                <a:moveTo>
                  <a:pt x="2686415" y="0"/>
                </a:moveTo>
                <a:cubicBezTo>
                  <a:pt x="4170081" y="0"/>
                  <a:pt x="5372830" y="1202749"/>
                  <a:pt x="5372830" y="2686415"/>
                </a:cubicBezTo>
                <a:cubicBezTo>
                  <a:pt x="5372830" y="4170081"/>
                  <a:pt x="4170081" y="5372830"/>
                  <a:pt x="2686415" y="5372830"/>
                </a:cubicBezTo>
                <a:cubicBezTo>
                  <a:pt x="1202749" y="5372830"/>
                  <a:pt x="0" y="4170081"/>
                  <a:pt x="0" y="2686415"/>
                </a:cubicBezTo>
                <a:cubicBezTo>
                  <a:pt x="0" y="1202749"/>
                  <a:pt x="1202749" y="0"/>
                  <a:pt x="2686415" y="0"/>
                </a:cubicBezTo>
                <a:close/>
              </a:path>
            </a:pathLst>
          </a:custGeom>
          <a:pattFill prst="pct20">
            <a:fgClr>
              <a:srgbClr val="D50032"/>
            </a:fgClr>
            <a:bgClr>
              <a:schemeClr val="bg1"/>
            </a:bgClr>
          </a:pattFill>
        </p:spPr>
        <p:txBody>
          <a:bodyPr wrap="square" anchor="ctr">
            <a:noAutofit/>
          </a:bodyPr>
          <a:lstStyle>
            <a:lvl1pPr marL="0" indent="0" algn="ctr">
              <a:buNone/>
              <a:defRPr sz="1200"/>
            </a:lvl1pPr>
          </a:lstStyle>
          <a:p>
            <a:r>
              <a:rPr lang="id-ID" err="1"/>
              <a:t>Click</a:t>
            </a:r>
            <a:r>
              <a:rPr lang="id-ID"/>
              <a:t> </a:t>
            </a:r>
            <a:r>
              <a:rPr lang="id-ID" err="1"/>
              <a:t>to</a:t>
            </a:r>
            <a:r>
              <a:rPr lang="id-ID"/>
              <a:t> </a:t>
            </a:r>
            <a:r>
              <a:rPr lang="id-ID" err="1"/>
              <a:t>add</a:t>
            </a:r>
            <a:r>
              <a:rPr lang="id-ID"/>
              <a:t> </a:t>
            </a:r>
            <a:r>
              <a:rPr lang="id-ID" err="1"/>
              <a:t>photo</a:t>
            </a:r>
            <a:endParaRPr lang="id-ID"/>
          </a:p>
        </p:txBody>
      </p:sp>
      <p:sp>
        <p:nvSpPr>
          <p:cNvPr id="22" name="Picture Placeholder 4">
            <a:extLst>
              <a:ext uri="{FF2B5EF4-FFF2-40B4-BE49-F238E27FC236}">
                <a16:creationId xmlns:a16="http://schemas.microsoft.com/office/drawing/2014/main" id="{8731F2BB-6641-754F-8594-AC40F886ED3F}"/>
              </a:ext>
            </a:extLst>
          </p:cNvPr>
          <p:cNvSpPr>
            <a:spLocks noGrp="1"/>
          </p:cNvSpPr>
          <p:nvPr>
            <p:ph type="pic" sz="quarter" idx="20" hasCustomPrompt="1"/>
          </p:nvPr>
        </p:nvSpPr>
        <p:spPr>
          <a:xfrm>
            <a:off x="4760678" y="1294401"/>
            <a:ext cx="2629795" cy="2608727"/>
          </a:xfrm>
          <a:custGeom>
            <a:avLst/>
            <a:gdLst>
              <a:gd name="connsiteX0" fmla="*/ 2686415 w 5372830"/>
              <a:gd name="connsiteY0" fmla="*/ 0 h 5372830"/>
              <a:gd name="connsiteX1" fmla="*/ 5372830 w 5372830"/>
              <a:gd name="connsiteY1" fmla="*/ 2686415 h 5372830"/>
              <a:gd name="connsiteX2" fmla="*/ 2686415 w 5372830"/>
              <a:gd name="connsiteY2" fmla="*/ 5372830 h 5372830"/>
              <a:gd name="connsiteX3" fmla="*/ 0 w 5372830"/>
              <a:gd name="connsiteY3" fmla="*/ 2686415 h 5372830"/>
              <a:gd name="connsiteX4" fmla="*/ 2686415 w 5372830"/>
              <a:gd name="connsiteY4" fmla="*/ 0 h 53728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2830" h="5372830">
                <a:moveTo>
                  <a:pt x="2686415" y="0"/>
                </a:moveTo>
                <a:cubicBezTo>
                  <a:pt x="4170081" y="0"/>
                  <a:pt x="5372830" y="1202749"/>
                  <a:pt x="5372830" y="2686415"/>
                </a:cubicBezTo>
                <a:cubicBezTo>
                  <a:pt x="5372830" y="4170081"/>
                  <a:pt x="4170081" y="5372830"/>
                  <a:pt x="2686415" y="5372830"/>
                </a:cubicBezTo>
                <a:cubicBezTo>
                  <a:pt x="1202749" y="5372830"/>
                  <a:pt x="0" y="4170081"/>
                  <a:pt x="0" y="2686415"/>
                </a:cubicBezTo>
                <a:cubicBezTo>
                  <a:pt x="0" y="1202749"/>
                  <a:pt x="1202749" y="0"/>
                  <a:pt x="2686415" y="0"/>
                </a:cubicBezTo>
                <a:close/>
              </a:path>
            </a:pathLst>
          </a:custGeom>
          <a:pattFill prst="pct20">
            <a:fgClr>
              <a:srgbClr val="D50032"/>
            </a:fgClr>
            <a:bgClr>
              <a:schemeClr val="bg1"/>
            </a:bgClr>
          </a:pattFill>
        </p:spPr>
        <p:txBody>
          <a:bodyPr wrap="square" anchor="ctr">
            <a:noAutofit/>
          </a:bodyPr>
          <a:lstStyle>
            <a:lvl1pPr marL="0" indent="0" algn="ctr">
              <a:buNone/>
              <a:defRPr sz="1200"/>
            </a:lvl1pPr>
          </a:lstStyle>
          <a:p>
            <a:r>
              <a:rPr lang="id-ID" err="1"/>
              <a:t>Click</a:t>
            </a:r>
            <a:r>
              <a:rPr lang="id-ID"/>
              <a:t> </a:t>
            </a:r>
            <a:r>
              <a:rPr lang="id-ID" err="1"/>
              <a:t>to</a:t>
            </a:r>
            <a:r>
              <a:rPr lang="id-ID"/>
              <a:t> </a:t>
            </a:r>
            <a:r>
              <a:rPr lang="id-ID" err="1"/>
              <a:t>add</a:t>
            </a:r>
            <a:r>
              <a:rPr lang="id-ID"/>
              <a:t> </a:t>
            </a:r>
            <a:r>
              <a:rPr lang="id-ID" err="1"/>
              <a:t>photo</a:t>
            </a:r>
            <a:endParaRPr lang="id-ID"/>
          </a:p>
        </p:txBody>
      </p:sp>
      <p:pic>
        <p:nvPicPr>
          <p:cNvPr id="15" name="Picture 14">
            <a:extLst>
              <a:ext uri="{FF2B5EF4-FFF2-40B4-BE49-F238E27FC236}">
                <a16:creationId xmlns:a16="http://schemas.microsoft.com/office/drawing/2014/main" id="{3249B61A-EC0D-074E-9EC9-5BF7523BCE24}"/>
              </a:ext>
            </a:extLst>
          </p:cNvPr>
          <p:cNvPicPr>
            <a:picLocks noChangeAspect="1"/>
          </p:cNvPicPr>
          <p:nvPr userDrawn="1"/>
        </p:nvPicPr>
        <p:blipFill rotWithShape="1">
          <a:blip r:embed="rId2"/>
          <a:srcRect l="14776" t="88158" r="80191" b="1"/>
          <a:stretch/>
        </p:blipFill>
        <p:spPr>
          <a:xfrm rot="5400000">
            <a:off x="11507447" y="2192742"/>
            <a:ext cx="613620" cy="812045"/>
          </a:xfrm>
          <a:prstGeom prst="rect">
            <a:avLst/>
          </a:prstGeom>
        </p:spPr>
      </p:pic>
      <p:pic>
        <p:nvPicPr>
          <p:cNvPr id="23" name="Picture 22">
            <a:extLst>
              <a:ext uri="{FF2B5EF4-FFF2-40B4-BE49-F238E27FC236}">
                <a16:creationId xmlns:a16="http://schemas.microsoft.com/office/drawing/2014/main" id="{8C460373-17B6-0F45-9FB4-204627AF6C4A}"/>
              </a:ext>
            </a:extLst>
          </p:cNvPr>
          <p:cNvPicPr>
            <a:picLocks noChangeAspect="1"/>
          </p:cNvPicPr>
          <p:nvPr userDrawn="1"/>
        </p:nvPicPr>
        <p:blipFill rotWithShape="1">
          <a:blip r:embed="rId2"/>
          <a:srcRect l="14776" t="88158" r="80191" b="1"/>
          <a:stretch/>
        </p:blipFill>
        <p:spPr>
          <a:xfrm rot="5400000">
            <a:off x="117451" y="2192743"/>
            <a:ext cx="613620" cy="812045"/>
          </a:xfrm>
          <a:prstGeom prst="rect">
            <a:avLst/>
          </a:prstGeom>
        </p:spPr>
      </p:pic>
      <p:sp>
        <p:nvSpPr>
          <p:cNvPr id="24" name="Content Placeholder 2">
            <a:extLst>
              <a:ext uri="{FF2B5EF4-FFF2-40B4-BE49-F238E27FC236}">
                <a16:creationId xmlns:a16="http://schemas.microsoft.com/office/drawing/2014/main" id="{75FFE1F8-E876-AF49-AF89-78C4F144D4F7}"/>
              </a:ext>
            </a:extLst>
          </p:cNvPr>
          <p:cNvSpPr>
            <a:spLocks noGrp="1"/>
          </p:cNvSpPr>
          <p:nvPr>
            <p:ph idx="1" hasCustomPrompt="1"/>
          </p:nvPr>
        </p:nvSpPr>
        <p:spPr>
          <a:xfrm>
            <a:off x="1115644" y="4752970"/>
            <a:ext cx="2626658" cy="1714500"/>
          </a:xfrm>
          <a:prstGeom prst="rect">
            <a:avLst/>
          </a:prstGeom>
        </p:spPr>
        <p:txBody>
          <a:bodyPr lIns="0" tIns="0" rIns="0" bIns="0">
            <a:normAutofit/>
          </a:bodyPr>
          <a:lstStyle>
            <a:lvl1pPr algn="ctr">
              <a:lnSpc>
                <a:spcPct val="100000"/>
              </a:lnSpc>
              <a:defRPr lang="en-US" sz="1600" b="0" i="0" smtClean="0">
                <a:effectLst/>
                <a:latin typeface="Arial" panose="020B0604020202020204" pitchFamily="34" charset="0"/>
              </a:defRPr>
            </a:lvl1pPr>
            <a:lvl2pPr>
              <a:lnSpc>
                <a:spcPct val="100000"/>
              </a:lnSpc>
              <a:buClr>
                <a:srgbClr val="001E62"/>
              </a:buClr>
              <a:defRPr/>
            </a:lvl2pPr>
            <a:lvl3pPr marL="1030288" indent="-115888">
              <a:lnSpc>
                <a:spcPct val="100000"/>
              </a:lnSpc>
              <a:buClr>
                <a:srgbClr val="001E62"/>
              </a:buClr>
              <a:tabLst/>
              <a:defRPr/>
            </a:lvl3pPr>
            <a:lvl4pPr marL="1485900" indent="-114300">
              <a:lnSpc>
                <a:spcPct val="100000"/>
              </a:lnSpc>
              <a:buClr>
                <a:srgbClr val="001E62"/>
              </a:buClr>
              <a:tabLst/>
              <a:defRPr sz="1200">
                <a:solidFill>
                  <a:schemeClr val="tx1"/>
                </a:solidFill>
              </a:defRPr>
            </a:lvl4pPr>
            <a:lvl5pPr marL="1952625" indent="-123825">
              <a:lnSpc>
                <a:spcPct val="100000"/>
              </a:lnSpc>
              <a:buClr>
                <a:srgbClr val="001E62"/>
              </a:buClr>
              <a:tabLst/>
              <a:defRPr sz="1200">
                <a:solidFill>
                  <a:schemeClr val="tx1"/>
                </a:solidFill>
              </a:defRPr>
            </a:lvl5pPr>
          </a:lstStyle>
          <a:p>
            <a:pPr lvl="0"/>
            <a:r>
              <a:rPr lang="en-US" b="0" i="0">
                <a:solidFill>
                  <a:srgbClr val="000000"/>
                </a:solidFill>
                <a:effectLst/>
                <a:latin typeface="Open Sans" panose="020B0606030504020204" pitchFamily="34" charset="0"/>
              </a:rPr>
              <a:t>Lorem ipsum dolor sit </a:t>
            </a:r>
            <a:r>
              <a:rPr lang="en-US" b="0" i="0" err="1">
                <a:solidFill>
                  <a:srgbClr val="000000"/>
                </a:solidFill>
                <a:effectLst/>
                <a:latin typeface="Open Sans" panose="020B0606030504020204" pitchFamily="34" charset="0"/>
              </a:rPr>
              <a:t>amet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consectetur</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adipiscing</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elit</a:t>
            </a:r>
            <a:r>
              <a:rPr lang="en-US" b="0" i="0">
                <a:solidFill>
                  <a:srgbClr val="000000"/>
                </a:solidFill>
                <a:effectLst/>
                <a:latin typeface="Open Sans" panose="020B0606030504020204" pitchFamily="34" charset="0"/>
              </a:rPr>
              <a:t>, sed do </a:t>
            </a:r>
            <a:r>
              <a:rPr lang="en-US" b="0" i="0" err="1">
                <a:solidFill>
                  <a:srgbClr val="000000"/>
                </a:solidFill>
                <a:effectLst/>
                <a:latin typeface="Open Sans" panose="020B0606030504020204" pitchFamily="34" charset="0"/>
              </a:rPr>
              <a:t>eiusmod</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tempor</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incididunt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ut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labore</a:t>
            </a:r>
            <a:r>
              <a:rPr lang="en-US" b="0" i="0">
                <a:solidFill>
                  <a:srgbClr val="000000"/>
                </a:solidFill>
                <a:effectLst/>
                <a:latin typeface="Open Sans" panose="020B0606030504020204" pitchFamily="34" charset="0"/>
              </a:rPr>
              <a:t> et</a:t>
            </a:r>
            <a:endParaRPr lang="en-US"/>
          </a:p>
        </p:txBody>
      </p:sp>
      <p:sp>
        <p:nvSpPr>
          <p:cNvPr id="25" name="Content Placeholder 2">
            <a:extLst>
              <a:ext uri="{FF2B5EF4-FFF2-40B4-BE49-F238E27FC236}">
                <a16:creationId xmlns:a16="http://schemas.microsoft.com/office/drawing/2014/main" id="{5DF30A05-AE50-F741-836C-FF7CA9FE4CD9}"/>
              </a:ext>
            </a:extLst>
          </p:cNvPr>
          <p:cNvSpPr>
            <a:spLocks noGrp="1"/>
          </p:cNvSpPr>
          <p:nvPr>
            <p:ph idx="21" hasCustomPrompt="1"/>
          </p:nvPr>
        </p:nvSpPr>
        <p:spPr>
          <a:xfrm>
            <a:off x="4760544" y="4752970"/>
            <a:ext cx="2626658" cy="1714500"/>
          </a:xfrm>
          <a:prstGeom prst="rect">
            <a:avLst/>
          </a:prstGeom>
        </p:spPr>
        <p:txBody>
          <a:bodyPr lIns="0" tIns="0" rIns="0" bIns="0">
            <a:normAutofit/>
          </a:bodyPr>
          <a:lstStyle>
            <a:lvl1pPr algn="ctr">
              <a:lnSpc>
                <a:spcPct val="100000"/>
              </a:lnSpc>
              <a:defRPr lang="en-US" sz="1600" b="0" i="0" smtClean="0">
                <a:effectLst/>
                <a:latin typeface="Arial" panose="020B0604020202020204" pitchFamily="34" charset="0"/>
              </a:defRPr>
            </a:lvl1pPr>
            <a:lvl2pPr>
              <a:lnSpc>
                <a:spcPct val="100000"/>
              </a:lnSpc>
              <a:buClr>
                <a:srgbClr val="001E62"/>
              </a:buClr>
              <a:defRPr/>
            </a:lvl2pPr>
            <a:lvl3pPr marL="1030288" indent="-115888">
              <a:lnSpc>
                <a:spcPct val="100000"/>
              </a:lnSpc>
              <a:buClr>
                <a:srgbClr val="001E62"/>
              </a:buClr>
              <a:tabLst/>
              <a:defRPr/>
            </a:lvl3pPr>
            <a:lvl4pPr marL="1485900" indent="-114300">
              <a:lnSpc>
                <a:spcPct val="100000"/>
              </a:lnSpc>
              <a:buClr>
                <a:srgbClr val="001E62"/>
              </a:buClr>
              <a:tabLst/>
              <a:defRPr sz="1200">
                <a:solidFill>
                  <a:schemeClr val="tx1"/>
                </a:solidFill>
              </a:defRPr>
            </a:lvl4pPr>
            <a:lvl5pPr marL="1952625" indent="-123825">
              <a:lnSpc>
                <a:spcPct val="100000"/>
              </a:lnSpc>
              <a:buClr>
                <a:srgbClr val="001E62"/>
              </a:buClr>
              <a:tabLst/>
              <a:defRPr sz="1200">
                <a:solidFill>
                  <a:schemeClr val="tx1"/>
                </a:solidFill>
              </a:defRPr>
            </a:lvl5pPr>
          </a:lstStyle>
          <a:p>
            <a:pPr lvl="0"/>
            <a:r>
              <a:rPr lang="en-US" b="0" i="0">
                <a:solidFill>
                  <a:srgbClr val="000000"/>
                </a:solidFill>
                <a:effectLst/>
                <a:latin typeface="Open Sans" panose="020B0606030504020204" pitchFamily="34" charset="0"/>
              </a:rPr>
              <a:t>Lorem ipsum dolor sit </a:t>
            </a:r>
            <a:r>
              <a:rPr lang="en-US" b="0" i="0" err="1">
                <a:solidFill>
                  <a:srgbClr val="000000"/>
                </a:solidFill>
                <a:effectLst/>
                <a:latin typeface="Open Sans" panose="020B0606030504020204" pitchFamily="34" charset="0"/>
              </a:rPr>
              <a:t>amet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consectetur</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adipiscing</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elit</a:t>
            </a:r>
            <a:r>
              <a:rPr lang="en-US" b="0" i="0">
                <a:solidFill>
                  <a:srgbClr val="000000"/>
                </a:solidFill>
                <a:effectLst/>
                <a:latin typeface="Open Sans" panose="020B0606030504020204" pitchFamily="34" charset="0"/>
              </a:rPr>
              <a:t>, sed do </a:t>
            </a:r>
            <a:r>
              <a:rPr lang="en-US" b="0" i="0" err="1">
                <a:solidFill>
                  <a:srgbClr val="000000"/>
                </a:solidFill>
                <a:effectLst/>
                <a:latin typeface="Open Sans" panose="020B0606030504020204" pitchFamily="34" charset="0"/>
              </a:rPr>
              <a:t>eiusmod</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tempor</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incididunt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ut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labore</a:t>
            </a:r>
            <a:r>
              <a:rPr lang="en-US" b="0" i="0">
                <a:solidFill>
                  <a:srgbClr val="000000"/>
                </a:solidFill>
                <a:effectLst/>
                <a:latin typeface="Open Sans" panose="020B0606030504020204" pitchFamily="34" charset="0"/>
              </a:rPr>
              <a:t> et</a:t>
            </a:r>
            <a:endParaRPr lang="en-US"/>
          </a:p>
        </p:txBody>
      </p:sp>
      <p:sp>
        <p:nvSpPr>
          <p:cNvPr id="26" name="Content Placeholder 2">
            <a:extLst>
              <a:ext uri="{FF2B5EF4-FFF2-40B4-BE49-F238E27FC236}">
                <a16:creationId xmlns:a16="http://schemas.microsoft.com/office/drawing/2014/main" id="{8C8A6EEC-8002-B04B-AFBA-7676415749B9}"/>
              </a:ext>
            </a:extLst>
          </p:cNvPr>
          <p:cNvSpPr>
            <a:spLocks noGrp="1"/>
          </p:cNvSpPr>
          <p:nvPr>
            <p:ph idx="22" hasCustomPrompt="1"/>
          </p:nvPr>
        </p:nvSpPr>
        <p:spPr>
          <a:xfrm>
            <a:off x="8456244" y="4752970"/>
            <a:ext cx="2626658" cy="1714500"/>
          </a:xfrm>
          <a:prstGeom prst="rect">
            <a:avLst/>
          </a:prstGeom>
        </p:spPr>
        <p:txBody>
          <a:bodyPr lIns="0" tIns="0" rIns="0" bIns="0">
            <a:normAutofit/>
          </a:bodyPr>
          <a:lstStyle>
            <a:lvl1pPr algn="ctr">
              <a:lnSpc>
                <a:spcPct val="100000"/>
              </a:lnSpc>
              <a:defRPr lang="en-US" sz="1600" b="0" i="0" smtClean="0">
                <a:effectLst/>
                <a:latin typeface="Arial" panose="020B0604020202020204" pitchFamily="34" charset="0"/>
              </a:defRPr>
            </a:lvl1pPr>
            <a:lvl2pPr>
              <a:lnSpc>
                <a:spcPct val="100000"/>
              </a:lnSpc>
              <a:buClr>
                <a:srgbClr val="001E62"/>
              </a:buClr>
              <a:defRPr/>
            </a:lvl2pPr>
            <a:lvl3pPr marL="1030288" indent="-115888">
              <a:lnSpc>
                <a:spcPct val="100000"/>
              </a:lnSpc>
              <a:buClr>
                <a:srgbClr val="001E62"/>
              </a:buClr>
              <a:tabLst/>
              <a:defRPr/>
            </a:lvl3pPr>
            <a:lvl4pPr marL="1485900" indent="-114300">
              <a:lnSpc>
                <a:spcPct val="100000"/>
              </a:lnSpc>
              <a:buClr>
                <a:srgbClr val="001E62"/>
              </a:buClr>
              <a:tabLst/>
              <a:defRPr sz="1200">
                <a:solidFill>
                  <a:schemeClr val="tx1"/>
                </a:solidFill>
              </a:defRPr>
            </a:lvl4pPr>
            <a:lvl5pPr marL="1952625" indent="-123825">
              <a:lnSpc>
                <a:spcPct val="100000"/>
              </a:lnSpc>
              <a:buClr>
                <a:srgbClr val="001E62"/>
              </a:buClr>
              <a:tabLst/>
              <a:defRPr sz="1200">
                <a:solidFill>
                  <a:schemeClr val="tx1"/>
                </a:solidFill>
              </a:defRPr>
            </a:lvl5pPr>
          </a:lstStyle>
          <a:p>
            <a:pPr lvl="0"/>
            <a:r>
              <a:rPr lang="en-US" b="0" i="0">
                <a:solidFill>
                  <a:srgbClr val="000000"/>
                </a:solidFill>
                <a:effectLst/>
                <a:latin typeface="Open Sans" panose="020B0606030504020204" pitchFamily="34" charset="0"/>
              </a:rPr>
              <a:t>Lorem ipsum dolor sit </a:t>
            </a:r>
            <a:r>
              <a:rPr lang="en-US" b="0" i="0" err="1">
                <a:solidFill>
                  <a:srgbClr val="000000"/>
                </a:solidFill>
                <a:effectLst/>
                <a:latin typeface="Open Sans" panose="020B0606030504020204" pitchFamily="34" charset="0"/>
              </a:rPr>
              <a:t>amet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consectetur</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adipiscing</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elit</a:t>
            </a:r>
            <a:r>
              <a:rPr lang="en-US" b="0" i="0">
                <a:solidFill>
                  <a:srgbClr val="000000"/>
                </a:solidFill>
                <a:effectLst/>
                <a:latin typeface="Open Sans" panose="020B0606030504020204" pitchFamily="34" charset="0"/>
              </a:rPr>
              <a:t>, sed do </a:t>
            </a:r>
            <a:r>
              <a:rPr lang="en-US" b="0" i="0" err="1">
                <a:solidFill>
                  <a:srgbClr val="000000"/>
                </a:solidFill>
                <a:effectLst/>
                <a:latin typeface="Open Sans" panose="020B0606030504020204" pitchFamily="34" charset="0"/>
              </a:rPr>
              <a:t>eiusmod</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tempor</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incididunt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ut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labore</a:t>
            </a:r>
            <a:r>
              <a:rPr lang="en-US" b="0" i="0">
                <a:solidFill>
                  <a:srgbClr val="000000"/>
                </a:solidFill>
                <a:effectLst/>
                <a:latin typeface="Open Sans" panose="020B0606030504020204" pitchFamily="34" charset="0"/>
              </a:rPr>
              <a:t> et</a:t>
            </a:r>
            <a:endParaRPr lang="en-US"/>
          </a:p>
        </p:txBody>
      </p:sp>
      <p:sp>
        <p:nvSpPr>
          <p:cNvPr id="2" name="Footer Placeholder 1">
            <a:extLst>
              <a:ext uri="{FF2B5EF4-FFF2-40B4-BE49-F238E27FC236}">
                <a16:creationId xmlns:a16="http://schemas.microsoft.com/office/drawing/2014/main" id="{AFE77721-8DDD-CD44-88F4-DABDABC2E014}"/>
              </a:ext>
            </a:extLst>
          </p:cNvPr>
          <p:cNvSpPr>
            <a:spLocks noGrp="1"/>
          </p:cNvSpPr>
          <p:nvPr>
            <p:ph type="ftr" sz="quarter" idx="23"/>
          </p:nvPr>
        </p:nvSpPr>
        <p:spPr/>
        <p:txBody>
          <a:bodyPr/>
          <a:lstStyle/>
          <a:p>
            <a:r>
              <a:rPr lang="en-US"/>
              <a:t>College/Department/Presentation Name</a:t>
            </a:r>
          </a:p>
        </p:txBody>
      </p:sp>
    </p:spTree>
    <p:extLst>
      <p:ext uri="{BB962C8B-B14F-4D97-AF65-F5344CB8AC3E}">
        <p14:creationId xmlns:p14="http://schemas.microsoft.com/office/powerpoint/2010/main" val="21305318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D59D45DC-DD11-2B43-BCCA-0080D714F989}"/>
              </a:ext>
            </a:extLst>
          </p:cNvPr>
          <p:cNvSpPr>
            <a:spLocks noGrp="1"/>
          </p:cNvSpPr>
          <p:nvPr>
            <p:ph type="pic" sz="quarter" idx="14" hasCustomPrompt="1"/>
          </p:nvPr>
        </p:nvSpPr>
        <p:spPr>
          <a:xfrm>
            <a:off x="6096000" y="1437126"/>
            <a:ext cx="5524500" cy="4050861"/>
          </a:xfrm>
          <a:prstGeom prst="rect">
            <a:avLst/>
          </a:prstGeom>
          <a:pattFill prst="pct20">
            <a:fgClr>
              <a:schemeClr val="accent1"/>
            </a:fgClr>
            <a:bgClr>
              <a:schemeClr val="bg1"/>
            </a:bgClr>
          </a:pattFill>
        </p:spPr>
        <p:txBody>
          <a:bodyPr/>
          <a:lstStyle/>
          <a:p>
            <a:r>
              <a:rPr lang="en-US"/>
              <a:t>Click to add picture</a:t>
            </a:r>
          </a:p>
        </p:txBody>
      </p:sp>
      <p:sp>
        <p:nvSpPr>
          <p:cNvPr id="13" name="Text Placeholder 2">
            <a:extLst>
              <a:ext uri="{FF2B5EF4-FFF2-40B4-BE49-F238E27FC236}">
                <a16:creationId xmlns:a16="http://schemas.microsoft.com/office/drawing/2014/main" id="{C9E570CE-B5C1-B148-9C81-45F1379592DF}"/>
              </a:ext>
            </a:extLst>
          </p:cNvPr>
          <p:cNvSpPr>
            <a:spLocks noGrp="1"/>
          </p:cNvSpPr>
          <p:nvPr>
            <p:ph idx="1"/>
          </p:nvPr>
        </p:nvSpPr>
        <p:spPr>
          <a:xfrm>
            <a:off x="571500" y="1437126"/>
            <a:ext cx="5054600" cy="449070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
        <p:nvSpPr>
          <p:cNvPr id="3" name="Title 2">
            <a:extLst>
              <a:ext uri="{FF2B5EF4-FFF2-40B4-BE49-F238E27FC236}">
                <a16:creationId xmlns:a16="http://schemas.microsoft.com/office/drawing/2014/main" id="{2481760B-E6B6-E948-9991-95ED7BC8EE1E}"/>
              </a:ext>
            </a:extLst>
          </p:cNvPr>
          <p:cNvSpPr>
            <a:spLocks noGrp="1"/>
          </p:cNvSpPr>
          <p:nvPr>
            <p:ph type="title"/>
          </p:nvPr>
        </p:nvSpPr>
        <p:spPr/>
        <p:txBody>
          <a:bodyPr/>
          <a:lstStyle/>
          <a:p>
            <a:r>
              <a:rPr lang="en-US"/>
              <a:t>Click to edit Master title style</a:t>
            </a:r>
          </a:p>
        </p:txBody>
      </p:sp>
      <p:sp>
        <p:nvSpPr>
          <p:cNvPr id="7" name="Footer Placeholder 1">
            <a:extLst>
              <a:ext uri="{FF2B5EF4-FFF2-40B4-BE49-F238E27FC236}">
                <a16:creationId xmlns:a16="http://schemas.microsoft.com/office/drawing/2014/main" id="{851C9981-623A-2D46-88F7-7E89F2C9A50C}"/>
              </a:ext>
            </a:extLst>
          </p:cNvPr>
          <p:cNvSpPr>
            <a:spLocks noGrp="1"/>
          </p:cNvSpPr>
          <p:nvPr>
            <p:ph type="ftr" sz="quarter" idx="15"/>
          </p:nvPr>
        </p:nvSpPr>
        <p:spPr>
          <a:xfrm>
            <a:off x="571499" y="6419410"/>
            <a:ext cx="4114800" cy="365125"/>
          </a:xfrm>
        </p:spPr>
        <p:txBody>
          <a:bodyPr/>
          <a:lstStyle/>
          <a:p>
            <a:r>
              <a:rPr lang="en-US"/>
              <a:t>College/Department/Presentation Name</a:t>
            </a:r>
          </a:p>
        </p:txBody>
      </p:sp>
    </p:spTree>
    <p:extLst>
      <p:ext uri="{BB962C8B-B14F-4D97-AF65-F5344CB8AC3E}">
        <p14:creationId xmlns:p14="http://schemas.microsoft.com/office/powerpoint/2010/main" val="30016855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8">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A54390B8-F5A6-DC4C-95B7-DC0760C0D9E3}"/>
              </a:ext>
            </a:extLst>
          </p:cNvPr>
          <p:cNvSpPr>
            <a:spLocks noGrp="1"/>
          </p:cNvSpPr>
          <p:nvPr>
            <p:ph type="pic" sz="quarter" idx="13"/>
          </p:nvPr>
        </p:nvSpPr>
        <p:spPr>
          <a:xfrm>
            <a:off x="7727950" y="427475"/>
            <a:ext cx="3892550" cy="2566047"/>
          </a:xfrm>
          <a:prstGeom prst="rect">
            <a:avLst/>
          </a:prstGeom>
          <a:pattFill prst="pct20">
            <a:fgClr>
              <a:srgbClr val="D50032"/>
            </a:fgClr>
            <a:bgClr>
              <a:schemeClr val="bg1"/>
            </a:bgClr>
          </a:pattFill>
        </p:spPr>
        <p:txBody>
          <a:bodyPr/>
          <a:lstStyle/>
          <a:p>
            <a:r>
              <a:rPr lang="en-US"/>
              <a:t>Click icon to add picture</a:t>
            </a:r>
          </a:p>
        </p:txBody>
      </p:sp>
      <p:sp>
        <p:nvSpPr>
          <p:cNvPr id="13" name="Picture Placeholder 11">
            <a:extLst>
              <a:ext uri="{FF2B5EF4-FFF2-40B4-BE49-F238E27FC236}">
                <a16:creationId xmlns:a16="http://schemas.microsoft.com/office/drawing/2014/main" id="{B8FF2F8D-D4EF-6049-A031-899F44F0E30A}"/>
              </a:ext>
            </a:extLst>
          </p:cNvPr>
          <p:cNvSpPr>
            <a:spLocks noGrp="1"/>
          </p:cNvSpPr>
          <p:nvPr>
            <p:ph type="pic" sz="quarter" idx="14"/>
          </p:nvPr>
        </p:nvSpPr>
        <p:spPr>
          <a:xfrm>
            <a:off x="7727950" y="3293224"/>
            <a:ext cx="3892550" cy="2566047"/>
          </a:xfrm>
          <a:prstGeom prst="rect">
            <a:avLst/>
          </a:prstGeom>
          <a:pattFill prst="pct20">
            <a:fgClr>
              <a:srgbClr val="D50032"/>
            </a:fgClr>
            <a:bgClr>
              <a:schemeClr val="bg1"/>
            </a:bgClr>
          </a:pattFill>
        </p:spPr>
        <p:txBody>
          <a:bodyPr/>
          <a:lstStyle/>
          <a:p>
            <a:r>
              <a:rPr lang="en-US"/>
              <a:t>Click icon to add picture</a:t>
            </a:r>
          </a:p>
        </p:txBody>
      </p:sp>
      <p:sp>
        <p:nvSpPr>
          <p:cNvPr id="3" name="Title 2">
            <a:extLst>
              <a:ext uri="{FF2B5EF4-FFF2-40B4-BE49-F238E27FC236}">
                <a16:creationId xmlns:a16="http://schemas.microsoft.com/office/drawing/2014/main" id="{69A2A977-0915-D942-8D9B-557EB78D8118}"/>
              </a:ext>
            </a:extLst>
          </p:cNvPr>
          <p:cNvSpPr>
            <a:spLocks noGrp="1"/>
          </p:cNvSpPr>
          <p:nvPr>
            <p:ph type="title" hasCustomPrompt="1"/>
          </p:nvPr>
        </p:nvSpPr>
        <p:spPr>
          <a:xfrm>
            <a:off x="571499" y="427475"/>
            <a:ext cx="6642100" cy="811005"/>
          </a:xfrm>
          <a:prstGeom prst="rect">
            <a:avLst/>
          </a:prstGeom>
        </p:spPr>
        <p:txBody>
          <a:bodyPr/>
          <a:lstStyle/>
          <a:p>
            <a:r>
              <a:rPr lang="en-US"/>
              <a:t>Slide Title</a:t>
            </a:r>
          </a:p>
        </p:txBody>
      </p:sp>
      <p:sp>
        <p:nvSpPr>
          <p:cNvPr id="16" name="Text Placeholder 2">
            <a:extLst>
              <a:ext uri="{FF2B5EF4-FFF2-40B4-BE49-F238E27FC236}">
                <a16:creationId xmlns:a16="http://schemas.microsoft.com/office/drawing/2014/main" id="{0EF65F6D-A292-1047-808C-B11F4A287E9E}"/>
              </a:ext>
            </a:extLst>
          </p:cNvPr>
          <p:cNvSpPr>
            <a:spLocks noGrp="1"/>
          </p:cNvSpPr>
          <p:nvPr>
            <p:ph idx="1"/>
          </p:nvPr>
        </p:nvSpPr>
        <p:spPr>
          <a:xfrm>
            <a:off x="571500" y="1437126"/>
            <a:ext cx="6642100" cy="449070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
        <p:nvSpPr>
          <p:cNvPr id="2" name="Footer Placeholder 1">
            <a:extLst>
              <a:ext uri="{FF2B5EF4-FFF2-40B4-BE49-F238E27FC236}">
                <a16:creationId xmlns:a16="http://schemas.microsoft.com/office/drawing/2014/main" id="{DCCE80CA-7BF4-554F-846B-768483360BCB}"/>
              </a:ext>
            </a:extLst>
          </p:cNvPr>
          <p:cNvSpPr>
            <a:spLocks noGrp="1"/>
          </p:cNvSpPr>
          <p:nvPr>
            <p:ph type="ftr" sz="quarter" idx="15"/>
          </p:nvPr>
        </p:nvSpPr>
        <p:spPr/>
        <p:txBody>
          <a:bodyPr/>
          <a:lstStyle/>
          <a:p>
            <a:r>
              <a:rPr lang="en-US"/>
              <a:t>College/Department/Presentation Name</a:t>
            </a:r>
          </a:p>
        </p:txBody>
      </p:sp>
    </p:spTree>
    <p:extLst>
      <p:ext uri="{BB962C8B-B14F-4D97-AF65-F5344CB8AC3E}">
        <p14:creationId xmlns:p14="http://schemas.microsoft.com/office/powerpoint/2010/main" val="38475061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9">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45AF2651-3E17-AA4E-9587-82202DB57AD4}"/>
              </a:ext>
            </a:extLst>
          </p:cNvPr>
          <p:cNvSpPr>
            <a:spLocks noGrp="1"/>
          </p:cNvSpPr>
          <p:nvPr>
            <p:ph type="pic" sz="quarter" idx="13"/>
          </p:nvPr>
        </p:nvSpPr>
        <p:spPr>
          <a:xfrm>
            <a:off x="571500" y="1196599"/>
            <a:ext cx="11049000" cy="3157474"/>
          </a:xfrm>
          <a:prstGeom prst="rect">
            <a:avLst/>
          </a:prstGeom>
          <a:pattFill prst="pct20">
            <a:fgClr>
              <a:srgbClr val="D50032"/>
            </a:fgClr>
            <a:bgClr>
              <a:schemeClr val="bg1"/>
            </a:bgClr>
          </a:pattFill>
        </p:spPr>
        <p:txBody>
          <a:bodyPr/>
          <a:lstStyle/>
          <a:p>
            <a:r>
              <a:rPr lang="en-US"/>
              <a:t>Click icon to add picture</a:t>
            </a:r>
          </a:p>
        </p:txBody>
      </p:sp>
      <p:sp>
        <p:nvSpPr>
          <p:cNvPr id="9" name="Title 1">
            <a:extLst>
              <a:ext uri="{FF2B5EF4-FFF2-40B4-BE49-F238E27FC236}">
                <a16:creationId xmlns:a16="http://schemas.microsoft.com/office/drawing/2014/main" id="{2E70F768-77C3-C24C-A38F-BE1E1E8A4EF9}"/>
              </a:ext>
            </a:extLst>
          </p:cNvPr>
          <p:cNvSpPr>
            <a:spLocks noGrp="1"/>
          </p:cNvSpPr>
          <p:nvPr>
            <p:ph type="title" hasCustomPrompt="1"/>
          </p:nvPr>
        </p:nvSpPr>
        <p:spPr>
          <a:xfrm>
            <a:off x="571500" y="429610"/>
            <a:ext cx="5980129" cy="766989"/>
          </a:xfrm>
          <a:prstGeom prst="rect">
            <a:avLst/>
          </a:prstGeom>
        </p:spPr>
        <p:txBody>
          <a:bodyPr lIns="0" tIns="0" rIns="0" bIns="0" anchor="t"/>
          <a:lstStyle/>
          <a:p>
            <a:r>
              <a:rPr lang="en-US"/>
              <a:t>Slide Title</a:t>
            </a:r>
          </a:p>
        </p:txBody>
      </p:sp>
      <p:sp>
        <p:nvSpPr>
          <p:cNvPr id="12" name="Content Placeholder 2">
            <a:extLst>
              <a:ext uri="{FF2B5EF4-FFF2-40B4-BE49-F238E27FC236}">
                <a16:creationId xmlns:a16="http://schemas.microsoft.com/office/drawing/2014/main" id="{43387113-3CA6-3242-ACA0-2304DF785AF1}"/>
              </a:ext>
            </a:extLst>
          </p:cNvPr>
          <p:cNvSpPr>
            <a:spLocks noGrp="1"/>
          </p:cNvSpPr>
          <p:nvPr>
            <p:ph idx="1" hasCustomPrompt="1"/>
          </p:nvPr>
        </p:nvSpPr>
        <p:spPr>
          <a:xfrm>
            <a:off x="571500" y="4654550"/>
            <a:ext cx="6196944" cy="1606550"/>
          </a:xfrm>
          <a:prstGeom prst="rect">
            <a:avLst/>
          </a:prstGeom>
        </p:spPr>
        <p:txBody>
          <a:bodyPr lIns="0" tIns="0" rIns="0" bIns="0"/>
          <a:lstStyle>
            <a:lvl1pPr>
              <a:lnSpc>
                <a:spcPct val="100000"/>
              </a:lnSpc>
              <a:defRPr lang="en-US" b="0" i="0" smtClean="0">
                <a:effectLst/>
                <a:latin typeface="Arial" panose="020B0604020202020204" pitchFamily="34" charset="0"/>
              </a:defRPr>
            </a:lvl1pPr>
            <a:lvl2pPr>
              <a:lnSpc>
                <a:spcPct val="100000"/>
              </a:lnSpc>
              <a:buClr>
                <a:srgbClr val="001E62"/>
              </a:buClr>
              <a:defRPr/>
            </a:lvl2pPr>
            <a:lvl3pPr marL="1030288" indent="-115888">
              <a:lnSpc>
                <a:spcPct val="100000"/>
              </a:lnSpc>
              <a:buClr>
                <a:srgbClr val="001E62"/>
              </a:buClr>
              <a:tabLst/>
              <a:defRPr/>
            </a:lvl3pPr>
            <a:lvl4pPr marL="1485900" indent="-114300">
              <a:lnSpc>
                <a:spcPct val="100000"/>
              </a:lnSpc>
              <a:buClr>
                <a:srgbClr val="001E62"/>
              </a:buClr>
              <a:tabLst/>
              <a:defRPr sz="1200">
                <a:solidFill>
                  <a:schemeClr val="tx1"/>
                </a:solidFill>
              </a:defRPr>
            </a:lvl4pPr>
            <a:lvl5pPr marL="1952625" indent="-123825">
              <a:lnSpc>
                <a:spcPct val="100000"/>
              </a:lnSpc>
              <a:buClr>
                <a:srgbClr val="001E62"/>
              </a:buClr>
              <a:tabLst/>
              <a:defRPr sz="1200">
                <a:solidFill>
                  <a:schemeClr val="tx1"/>
                </a:solidFill>
              </a:defRPr>
            </a:lvl5pPr>
          </a:lstStyle>
          <a:p>
            <a:pPr lvl="0"/>
            <a:r>
              <a:rPr lang="en-US" b="0" i="0">
                <a:solidFill>
                  <a:srgbClr val="000000"/>
                </a:solidFill>
                <a:effectLst/>
                <a:latin typeface="Open Sans" panose="020B0606030504020204" pitchFamily="34" charset="0"/>
              </a:rPr>
              <a:t>Lorem ipsum dolor sit </a:t>
            </a:r>
            <a:r>
              <a:rPr lang="en-US" b="0" i="0" err="1">
                <a:solidFill>
                  <a:srgbClr val="000000"/>
                </a:solidFill>
                <a:effectLst/>
                <a:latin typeface="Open Sans" panose="020B0606030504020204" pitchFamily="34" charset="0"/>
              </a:rPr>
              <a:t>amet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consectetur</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adipiscing</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elit</a:t>
            </a:r>
            <a:r>
              <a:rPr lang="en-US" b="0" i="0">
                <a:solidFill>
                  <a:srgbClr val="000000"/>
                </a:solidFill>
                <a:effectLst/>
                <a:latin typeface="Open Sans" panose="020B0606030504020204" pitchFamily="34" charset="0"/>
              </a:rPr>
              <a:t>, sed do </a:t>
            </a:r>
            <a:r>
              <a:rPr lang="en-US" b="0" i="0" err="1">
                <a:solidFill>
                  <a:srgbClr val="000000"/>
                </a:solidFill>
                <a:effectLst/>
                <a:latin typeface="Open Sans" panose="020B0606030504020204" pitchFamily="34" charset="0"/>
              </a:rPr>
              <a:t>eiusmod</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tempor</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incididunt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ut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labore</a:t>
            </a:r>
            <a:r>
              <a:rPr lang="en-US" b="0" i="0">
                <a:solidFill>
                  <a:srgbClr val="000000"/>
                </a:solidFill>
                <a:effectLst/>
                <a:latin typeface="Open Sans" panose="020B0606030504020204" pitchFamily="34" charset="0"/>
              </a:rPr>
              <a:t> et dolore magna </a:t>
            </a:r>
            <a:r>
              <a:rPr lang="en-US" b="0" i="0" err="1">
                <a:solidFill>
                  <a:srgbClr val="000000"/>
                </a:solidFill>
                <a:effectLst/>
                <a:latin typeface="Open Sans" panose="020B0606030504020204" pitchFamily="34" charset="0"/>
              </a:rPr>
              <a:t>aliqua</a:t>
            </a:r>
            <a:r>
              <a:rPr lang="en-US" b="0" i="0">
                <a:solidFill>
                  <a:srgbClr val="000000"/>
                </a:solidFill>
                <a:effectLst/>
                <a:latin typeface="Open Sans" panose="020B0606030504020204" pitchFamily="34" charset="0"/>
              </a:rPr>
              <a:t>. Ut </a:t>
            </a:r>
            <a:r>
              <a:rPr lang="en-US" b="0" i="0" err="1">
                <a:solidFill>
                  <a:srgbClr val="000000"/>
                </a:solidFill>
                <a:effectLst/>
                <a:latin typeface="Open Sans" panose="020B0606030504020204" pitchFamily="34" charset="0"/>
              </a:rPr>
              <a:t>enim</a:t>
            </a:r>
            <a:r>
              <a:rPr lang="en-US" b="0" i="0">
                <a:solidFill>
                  <a:srgbClr val="000000"/>
                </a:solidFill>
                <a:effectLst/>
                <a:latin typeface="Open Sans" panose="020B0606030504020204" pitchFamily="34" charset="0"/>
              </a:rPr>
              <a:t> ad minim </a:t>
            </a:r>
            <a:r>
              <a:rPr lang="en-US" b="0" i="0" err="1">
                <a:solidFill>
                  <a:srgbClr val="000000"/>
                </a:solidFill>
                <a:effectLst/>
                <a:latin typeface="Open Sans" panose="020B0606030504020204" pitchFamily="34" charset="0"/>
              </a:rPr>
              <a:t>veniam</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quis</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nostrud</a:t>
            </a:r>
            <a:r>
              <a:rPr lang="en-US" b="0" i="0">
                <a:solidFill>
                  <a:srgbClr val="000000"/>
                </a:solidFill>
                <a:effectLst/>
                <a:latin typeface="Open Sans" panose="020B0606030504020204" pitchFamily="34" charset="0"/>
              </a:rPr>
              <a:t> exercitation </a:t>
            </a:r>
            <a:r>
              <a:rPr lang="en-US" b="0" i="0" err="1">
                <a:solidFill>
                  <a:srgbClr val="000000"/>
                </a:solidFill>
                <a:effectLst/>
                <a:latin typeface="Open Sans" panose="020B0606030504020204" pitchFamily="34" charset="0"/>
              </a:rPr>
              <a:t>ullamco</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laboris</a:t>
            </a:r>
            <a:r>
              <a:rPr lang="en-US" b="0" i="0">
                <a:solidFill>
                  <a:srgbClr val="000000"/>
                </a:solidFill>
                <a:effectLst/>
                <a:latin typeface="Open Sans" panose="020B0606030504020204" pitchFamily="34" charset="0"/>
              </a:rPr>
              <a:t> nisi </a:t>
            </a:r>
            <a:r>
              <a:rPr lang="en-US" b="0" i="0" err="1">
                <a:solidFill>
                  <a:srgbClr val="000000"/>
                </a:solidFill>
                <a:effectLst/>
                <a:latin typeface="Open Sans" panose="020B0606030504020204" pitchFamily="34" charset="0"/>
              </a:rPr>
              <a:t>ut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aliquip</a:t>
            </a:r>
            <a:r>
              <a:rPr lang="en-US" b="0" i="0">
                <a:solidFill>
                  <a:srgbClr val="000000"/>
                </a:solidFill>
                <a:effectLst/>
                <a:latin typeface="Open Sans" panose="020B0606030504020204" pitchFamily="34" charset="0"/>
              </a:rPr>
              <a:t> ex </a:t>
            </a:r>
            <a:r>
              <a:rPr lang="en-US" b="0" i="0" err="1">
                <a:solidFill>
                  <a:srgbClr val="000000"/>
                </a:solidFill>
                <a:effectLst/>
                <a:latin typeface="Open Sans" panose="020B0606030504020204" pitchFamily="34" charset="0"/>
              </a:rPr>
              <a:t>ea</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commodo</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consequat</a:t>
            </a:r>
            <a:r>
              <a:rPr lang="en-US" b="0" i="0">
                <a:solidFill>
                  <a:srgbClr val="000000"/>
                </a:solidFill>
                <a:effectLst/>
                <a:latin typeface="Open Sans" panose="020B0606030504020204" pitchFamily="34" charset="0"/>
              </a:rPr>
              <a:t>.</a:t>
            </a:r>
            <a:endParaRPr lang="en-US"/>
          </a:p>
        </p:txBody>
      </p:sp>
      <p:sp>
        <p:nvSpPr>
          <p:cNvPr id="2" name="Footer Placeholder 1">
            <a:extLst>
              <a:ext uri="{FF2B5EF4-FFF2-40B4-BE49-F238E27FC236}">
                <a16:creationId xmlns:a16="http://schemas.microsoft.com/office/drawing/2014/main" id="{547F7ABE-10AB-4E4D-AC47-355D922C8F7B}"/>
              </a:ext>
            </a:extLst>
          </p:cNvPr>
          <p:cNvSpPr>
            <a:spLocks noGrp="1"/>
          </p:cNvSpPr>
          <p:nvPr>
            <p:ph type="ftr" sz="quarter" idx="14"/>
          </p:nvPr>
        </p:nvSpPr>
        <p:spPr/>
        <p:txBody>
          <a:bodyPr/>
          <a:lstStyle/>
          <a:p>
            <a:r>
              <a:rPr lang="en-US"/>
              <a:t>College/Department/Presentation Name</a:t>
            </a:r>
          </a:p>
        </p:txBody>
      </p:sp>
    </p:spTree>
    <p:extLst>
      <p:ext uri="{BB962C8B-B14F-4D97-AF65-F5344CB8AC3E}">
        <p14:creationId xmlns:p14="http://schemas.microsoft.com/office/powerpoint/2010/main" val="4931861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10">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E585415-ECAB-7749-9438-98667466F0EE}"/>
              </a:ext>
            </a:extLst>
          </p:cNvPr>
          <p:cNvSpPr/>
          <p:nvPr/>
        </p:nvSpPr>
        <p:spPr>
          <a:xfrm>
            <a:off x="-1" y="0"/>
            <a:ext cx="4249271" cy="6858000"/>
          </a:xfrm>
          <a:prstGeom prst="rect">
            <a:avLst/>
          </a:prstGeom>
          <a:solidFill>
            <a:srgbClr val="001E62">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rgbClr val="001E62"/>
              </a:solidFill>
              <a:latin typeface="Arial" panose="020B0604020202020204" pitchFamily="34" charset="0"/>
            </a:endParaRPr>
          </a:p>
        </p:txBody>
      </p:sp>
      <p:sp>
        <p:nvSpPr>
          <p:cNvPr id="10" name="Rectangle 9">
            <a:extLst>
              <a:ext uri="{FF2B5EF4-FFF2-40B4-BE49-F238E27FC236}">
                <a16:creationId xmlns:a16="http://schemas.microsoft.com/office/drawing/2014/main" id="{E05B460D-E86D-3A4C-92BA-4EDF763DFAFA}"/>
              </a:ext>
            </a:extLst>
          </p:cNvPr>
          <p:cNvSpPr/>
          <p:nvPr userDrawn="1"/>
        </p:nvSpPr>
        <p:spPr>
          <a:xfrm>
            <a:off x="-1" y="0"/>
            <a:ext cx="4249271" cy="6858000"/>
          </a:xfrm>
          <a:prstGeom prst="rect">
            <a:avLst/>
          </a:prstGeom>
          <a:solidFill>
            <a:srgbClr val="001E62">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bg1"/>
              </a:solidFill>
              <a:latin typeface="Arial" panose="020B0604020202020204" pitchFamily="34" charset="0"/>
            </a:endParaRPr>
          </a:p>
        </p:txBody>
      </p:sp>
      <p:pic>
        <p:nvPicPr>
          <p:cNvPr id="9" name="Picture 8">
            <a:extLst>
              <a:ext uri="{FF2B5EF4-FFF2-40B4-BE49-F238E27FC236}">
                <a16:creationId xmlns:a16="http://schemas.microsoft.com/office/drawing/2014/main" id="{753367FE-A03A-0D4B-8464-6EA90E8DA41F}"/>
              </a:ext>
            </a:extLst>
          </p:cNvPr>
          <p:cNvPicPr>
            <a:picLocks noChangeAspect="1"/>
          </p:cNvPicPr>
          <p:nvPr/>
        </p:nvPicPr>
        <p:blipFill rotWithShape="1">
          <a:blip r:embed="rId2"/>
          <a:srcRect l="17162" t="77592" r="78736"/>
          <a:stretch/>
        </p:blipFill>
        <p:spPr>
          <a:xfrm rot="10800000">
            <a:off x="571500" y="-737549"/>
            <a:ext cx="500083" cy="1536790"/>
          </a:xfrm>
          <a:prstGeom prst="rect">
            <a:avLst/>
          </a:prstGeom>
        </p:spPr>
      </p:pic>
      <p:sp>
        <p:nvSpPr>
          <p:cNvPr id="11" name="Text Placeholder 14">
            <a:extLst>
              <a:ext uri="{FF2B5EF4-FFF2-40B4-BE49-F238E27FC236}">
                <a16:creationId xmlns:a16="http://schemas.microsoft.com/office/drawing/2014/main" id="{A239BCF8-7759-3A41-A514-3A4A72C6F9AF}"/>
              </a:ext>
            </a:extLst>
          </p:cNvPr>
          <p:cNvSpPr>
            <a:spLocks noGrp="1"/>
          </p:cNvSpPr>
          <p:nvPr>
            <p:ph type="body" sz="quarter" idx="15" hasCustomPrompt="1"/>
          </p:nvPr>
        </p:nvSpPr>
        <p:spPr>
          <a:xfrm>
            <a:off x="589420" y="3622452"/>
            <a:ext cx="3239719" cy="2706862"/>
          </a:xfrm>
          <a:prstGeom prst="rect">
            <a:avLst/>
          </a:prstGeom>
        </p:spPr>
        <p:txBody>
          <a:bodyPr/>
          <a:lstStyle>
            <a:lvl1pPr>
              <a:lnSpc>
                <a:spcPct val="100000"/>
              </a:lnSpc>
              <a:defRPr b="0" i="0" baseline="0">
                <a:solidFill>
                  <a:schemeClr val="bg1"/>
                </a:solidFill>
              </a:defRPr>
            </a:lvl1pPr>
          </a:lstStyle>
          <a:p>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lorem</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ipsum</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dolor</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sit</a:t>
            </a:r>
            <a:r>
              <a:rPr lang="en-US" sz="2000">
                <a:solidFill>
                  <a:schemeClr val="bg1"/>
                </a:solidFill>
                <a:latin typeface="Arial" panose="020B0604020202020204" pitchFamily="34" charset="0"/>
                <a:ea typeface="Open Sans" panose="020B0606030504020204" pitchFamily="34" charset="0"/>
                <a:cs typeface="Arial" panose="020B0604020202020204" pitchFamily="34" charset="0"/>
              </a:rPr>
              <a:t>a</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amet</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con</a:t>
            </a:r>
            <a:r>
              <a:rPr lang="en-US"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tetur</a:t>
            </a:r>
            <a:r>
              <a:rPr lang="en-US" sz="2000">
                <a:solidFill>
                  <a:schemeClr val="bg1"/>
                </a:solidFill>
                <a:latin typeface="Arial" panose="020B0604020202020204" pitchFamily="34" charset="0"/>
                <a:ea typeface="Open Sans" panose="020B0606030504020204" pitchFamily="34" charset="0"/>
                <a:cs typeface="Arial" panose="020B0604020202020204" pitchFamily="34" charset="0"/>
              </a:rPr>
              <a:t>al</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adipiscinge</a:t>
            </a:r>
            <a:r>
              <a:rPr lang="en-US" sz="2000">
                <a:solidFill>
                  <a:schemeClr val="bg1"/>
                </a:solidFill>
                <a:latin typeface="Arial" panose="020B0604020202020204" pitchFamily="34" charset="0"/>
                <a:ea typeface="Open Sans" panose="020B0606030504020204" pitchFamily="34" charset="0"/>
                <a:cs typeface="Arial" panose="020B0604020202020204" pitchFamily="34" charset="0"/>
              </a:rPr>
              <a:t>l </a:t>
            </a:r>
            <a:r>
              <a:rPr lang="en-US" sz="2000" err="1">
                <a:solidFill>
                  <a:schemeClr val="bg1"/>
                </a:solidFill>
                <a:latin typeface="Arial" panose="020B0604020202020204" pitchFamily="34" charset="0"/>
                <a:ea typeface="Open Sans" panose="020B0606030504020204" pitchFamily="34" charset="0"/>
                <a:cs typeface="Arial" panose="020B0604020202020204" pitchFamily="34" charset="0"/>
              </a:rPr>
              <a:t>sahanis</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nib</a:t>
            </a:r>
            <a:r>
              <a:rPr lang="en-US" sz="2000">
                <a:solidFill>
                  <a:schemeClr val="bg1"/>
                </a:solidFill>
                <a:latin typeface="Arial" panose="020B0604020202020204" pitchFamily="34" charset="0"/>
                <a:ea typeface="Open Sans" panose="020B0606030504020204" pitchFamily="34" charset="0"/>
                <a:cs typeface="Arial" panose="020B0604020202020204" pitchFamily="34" charset="0"/>
              </a:rPr>
              <a:t>u</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h</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eget</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justo</a:t>
            </a:r>
            <a:r>
              <a:rPr lang="en-US" sz="2000">
                <a:solidFill>
                  <a:schemeClr val="bg1"/>
                </a:solidFill>
                <a:latin typeface="Arial" panose="020B0604020202020204" pitchFamily="34" charset="0"/>
                <a:ea typeface="Open Sans" panose="020B0606030504020204" pitchFamily="34" charset="0"/>
                <a:cs typeface="Arial" panose="020B0604020202020204" pitchFamily="34" charset="0"/>
              </a:rPr>
              <a:t>ne</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sed</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gravida</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est</a:t>
            </a:r>
            <a:r>
              <a:rPr lang="en-US" sz="2000" err="1">
                <a:solidFill>
                  <a:schemeClr val="bg1"/>
                </a:solidFill>
                <a:latin typeface="Arial" panose="020B0604020202020204" pitchFamily="34" charset="0"/>
                <a:ea typeface="Open Sans" panose="020B0606030504020204" pitchFamily="34" charset="0"/>
                <a:cs typeface="Arial" panose="020B0604020202020204" pitchFamily="34" charset="0"/>
              </a:rPr>
              <a:t>asa</a:t>
            </a:r>
            <a:r>
              <a:rPr lang="en-US"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lorem</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ipsum</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dolor</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sit</a:t>
            </a:r>
            <a:r>
              <a:rPr lang="en-US" sz="2000">
                <a:solidFill>
                  <a:schemeClr val="bg1"/>
                </a:solidFill>
                <a:latin typeface="Arial" panose="020B0604020202020204" pitchFamily="34" charset="0"/>
                <a:ea typeface="Open Sans" panose="020B0606030504020204" pitchFamily="34" charset="0"/>
                <a:cs typeface="Arial" panose="020B0604020202020204" pitchFamily="34" charset="0"/>
              </a:rPr>
              <a:t>a</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amet</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endParaRPr lang="en-US" sz="2000">
              <a:solidFill>
                <a:schemeClr val="bg1"/>
              </a:solidFill>
              <a:latin typeface="Arial" panose="020B0604020202020204" pitchFamily="34" charset="0"/>
              <a:ea typeface="Open Sans" panose="020B0606030504020204" pitchFamily="34" charset="0"/>
              <a:cs typeface="Arial" panose="020B0604020202020204" pitchFamily="34" charset="0"/>
            </a:endParaRPr>
          </a:p>
        </p:txBody>
      </p:sp>
      <p:sp>
        <p:nvSpPr>
          <p:cNvPr id="13" name="Text Placeholder 12">
            <a:extLst>
              <a:ext uri="{FF2B5EF4-FFF2-40B4-BE49-F238E27FC236}">
                <a16:creationId xmlns:a16="http://schemas.microsoft.com/office/drawing/2014/main" id="{0E3A340C-ED98-6C4F-A999-F28C9BE643E9}"/>
              </a:ext>
            </a:extLst>
          </p:cNvPr>
          <p:cNvSpPr>
            <a:spLocks noGrp="1"/>
          </p:cNvSpPr>
          <p:nvPr>
            <p:ph type="body" sz="quarter" idx="16" hasCustomPrompt="1"/>
          </p:nvPr>
        </p:nvSpPr>
        <p:spPr>
          <a:xfrm>
            <a:off x="571499" y="1222362"/>
            <a:ext cx="3257639" cy="461962"/>
          </a:xfrm>
          <a:prstGeom prst="rect">
            <a:avLst/>
          </a:prstGeom>
        </p:spPr>
        <p:txBody>
          <a:bodyPr>
            <a:normAutofit/>
          </a:bodyPr>
          <a:lstStyle>
            <a:lvl1pPr>
              <a:defRPr sz="1800" b="1" i="0" cap="all" spc="400" baseline="0">
                <a:solidFill>
                  <a:schemeClr val="bg1"/>
                </a:solidFill>
              </a:defRPr>
            </a:lvl1pPr>
          </a:lstStyle>
          <a:p>
            <a:r>
              <a:rPr lang="en-US" sz="2000" b="1" spc="300">
                <a:ln w="19050">
                  <a:noFill/>
                </a:ln>
                <a:solidFill>
                  <a:schemeClr val="bg1"/>
                </a:solidFill>
                <a:latin typeface="Arial" panose="020B0604020202020204" pitchFamily="34" charset="0"/>
                <a:cs typeface="Arial" panose="020B0604020202020204" pitchFamily="34" charset="0"/>
              </a:rPr>
              <a:t>SECTION HERE</a:t>
            </a:r>
          </a:p>
        </p:txBody>
      </p:sp>
      <p:sp>
        <p:nvSpPr>
          <p:cNvPr id="18" name="Text Placeholder 17">
            <a:extLst>
              <a:ext uri="{FF2B5EF4-FFF2-40B4-BE49-F238E27FC236}">
                <a16:creationId xmlns:a16="http://schemas.microsoft.com/office/drawing/2014/main" id="{4607F020-7CB7-FA45-8230-53C05BB43EA1}"/>
              </a:ext>
            </a:extLst>
          </p:cNvPr>
          <p:cNvSpPr>
            <a:spLocks noGrp="1"/>
          </p:cNvSpPr>
          <p:nvPr>
            <p:ph type="body" sz="quarter" idx="17" hasCustomPrompt="1"/>
          </p:nvPr>
        </p:nvSpPr>
        <p:spPr>
          <a:xfrm>
            <a:off x="571500" y="1866900"/>
            <a:ext cx="3225800" cy="1562100"/>
          </a:xfrm>
          <a:prstGeom prst="rect">
            <a:avLst/>
          </a:prstGeom>
        </p:spPr>
        <p:txBody>
          <a:bodyPr>
            <a:noAutofit/>
          </a:bodyPr>
          <a:lstStyle>
            <a:lvl1pPr>
              <a:defRPr sz="3600" b="1">
                <a:solidFill>
                  <a:schemeClr val="bg1"/>
                </a:solidFill>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lang="en-US"/>
              <a:t>Headline Goes Here and Here</a:t>
            </a:r>
          </a:p>
        </p:txBody>
      </p:sp>
      <p:pic>
        <p:nvPicPr>
          <p:cNvPr id="12" name="Picture 11">
            <a:extLst>
              <a:ext uri="{FF2B5EF4-FFF2-40B4-BE49-F238E27FC236}">
                <a16:creationId xmlns:a16="http://schemas.microsoft.com/office/drawing/2014/main" id="{A19D2A7B-D949-D84A-B563-9285D56DA79D}"/>
              </a:ext>
            </a:extLst>
          </p:cNvPr>
          <p:cNvPicPr>
            <a:picLocks noChangeAspect="1"/>
          </p:cNvPicPr>
          <p:nvPr userDrawn="1"/>
        </p:nvPicPr>
        <p:blipFill rotWithShape="1">
          <a:blip r:embed="rId2"/>
          <a:srcRect l="17162" t="77592" r="78736"/>
          <a:stretch/>
        </p:blipFill>
        <p:spPr>
          <a:xfrm rot="10800000">
            <a:off x="571500" y="-737549"/>
            <a:ext cx="500083" cy="1536790"/>
          </a:xfrm>
          <a:prstGeom prst="rect">
            <a:avLst/>
          </a:prstGeom>
        </p:spPr>
      </p:pic>
      <p:sp>
        <p:nvSpPr>
          <p:cNvPr id="17" name="Content Placeholder 2">
            <a:extLst>
              <a:ext uri="{FF2B5EF4-FFF2-40B4-BE49-F238E27FC236}">
                <a16:creationId xmlns:a16="http://schemas.microsoft.com/office/drawing/2014/main" id="{A4D5C75C-330E-FF43-B40F-90030894A767}"/>
              </a:ext>
            </a:extLst>
          </p:cNvPr>
          <p:cNvSpPr>
            <a:spLocks noGrp="1"/>
          </p:cNvSpPr>
          <p:nvPr>
            <p:ph idx="18"/>
          </p:nvPr>
        </p:nvSpPr>
        <p:spPr>
          <a:xfrm>
            <a:off x="4805665" y="1222362"/>
            <a:ext cx="6796915" cy="4840508"/>
          </a:xfrm>
          <a:prstGeom prst="rect">
            <a:avLst/>
          </a:prstGeom>
        </p:spPr>
        <p:txBody>
          <a:bodyPr lIns="0" tIns="0" rIns="0" bIns="0"/>
          <a:lstStyle>
            <a:lvl1pPr>
              <a:defRPr sz="1600" b="1" cap="all" spc="300" baseline="0">
                <a:solidFill>
                  <a:schemeClr val="accent1"/>
                </a:solidFill>
              </a:defRPr>
            </a:lvl1pPr>
            <a:lvl2pPr marL="12700" indent="0">
              <a:buClr>
                <a:srgbClr val="001E62"/>
              </a:buClr>
              <a:buFontTx/>
              <a:buNone/>
              <a:tabLst/>
              <a:defRPr/>
            </a:lvl2pPr>
            <a:lvl3pPr marL="641350" indent="-171450">
              <a:buClr>
                <a:srgbClr val="001E62"/>
              </a:buClr>
              <a:buFont typeface="Arial" panose="020B0604020202020204" pitchFamily="34" charset="0"/>
              <a:buChar char="•"/>
              <a:tabLst/>
              <a:defRPr/>
            </a:lvl3pPr>
            <a:lvl4pPr marL="1485900" indent="-114300">
              <a:buClr>
                <a:srgbClr val="001E62"/>
              </a:buClr>
              <a:tabLst/>
              <a:defRPr sz="1200">
                <a:solidFill>
                  <a:schemeClr val="tx1"/>
                </a:solidFill>
              </a:defRPr>
            </a:lvl4pPr>
            <a:lvl5pPr marL="1952625" indent="-123825">
              <a:buClr>
                <a:srgbClr val="001E62"/>
              </a:buClr>
              <a:tabLst/>
              <a:defRPr sz="1200">
                <a:solidFill>
                  <a:schemeClr val="tx1"/>
                </a:solidFill>
              </a:defRPr>
            </a:lvl5pPr>
          </a:lstStyle>
          <a:p>
            <a:pPr lvl="0"/>
            <a:r>
              <a:rPr lang="en-US"/>
              <a:t>Click to edit Master text styles</a:t>
            </a:r>
          </a:p>
          <a:p>
            <a:pPr lvl="1"/>
            <a:r>
              <a:rPr lang="en-US"/>
              <a:t>Second level</a:t>
            </a:r>
          </a:p>
          <a:p>
            <a:pPr lvl="2"/>
            <a:r>
              <a:rPr lang="en-US"/>
              <a:t>Third level</a:t>
            </a:r>
          </a:p>
        </p:txBody>
      </p:sp>
      <p:sp>
        <p:nvSpPr>
          <p:cNvPr id="19" name="TextBox 18">
            <a:extLst>
              <a:ext uri="{FF2B5EF4-FFF2-40B4-BE49-F238E27FC236}">
                <a16:creationId xmlns:a16="http://schemas.microsoft.com/office/drawing/2014/main" id="{52DFFB21-BBD8-584B-AD40-5FF15F1975E2}"/>
              </a:ext>
            </a:extLst>
          </p:cNvPr>
          <p:cNvSpPr txBox="1"/>
          <p:nvPr userDrawn="1"/>
        </p:nvSpPr>
        <p:spPr>
          <a:xfrm>
            <a:off x="125425" y="6439768"/>
            <a:ext cx="601579" cy="307777"/>
          </a:xfrm>
          <a:prstGeom prst="rect">
            <a:avLst/>
          </a:prstGeom>
          <a:noFill/>
        </p:spPr>
        <p:txBody>
          <a:bodyPr wrap="square" rtlCol="0">
            <a:spAutoFit/>
          </a:bodyPr>
          <a:lstStyle/>
          <a:p>
            <a:fld id="{3165C24F-D5A7-7547-9DA1-2768CBD8B2AD}" type="slidenum">
              <a:rPr lang="en-US" sz="1400" b="1" smtClean="0">
                <a:solidFill>
                  <a:schemeClr val="bg1"/>
                </a:solidFill>
                <a:latin typeface="Arial" panose="020B0604020202020204" pitchFamily="34" charset="0"/>
                <a:cs typeface="Arial" panose="020B0604020202020204" pitchFamily="34" charset="0"/>
              </a:rPr>
              <a:t>‹#›</a:t>
            </a:fld>
            <a:endParaRPr lang="en-US" sz="1400" b="1">
              <a:solidFill>
                <a:schemeClr val="bg1"/>
              </a:solidFill>
              <a:latin typeface="Arial" panose="020B0604020202020204" pitchFamily="34" charset="0"/>
              <a:cs typeface="Arial" panose="020B0604020202020204" pitchFamily="34" charset="0"/>
            </a:endParaRPr>
          </a:p>
        </p:txBody>
      </p:sp>
      <p:sp>
        <p:nvSpPr>
          <p:cNvPr id="2" name="Footer Placeholder 1">
            <a:extLst>
              <a:ext uri="{FF2B5EF4-FFF2-40B4-BE49-F238E27FC236}">
                <a16:creationId xmlns:a16="http://schemas.microsoft.com/office/drawing/2014/main" id="{CF9A3847-D44C-1045-9746-270828EEC7AD}"/>
              </a:ext>
            </a:extLst>
          </p:cNvPr>
          <p:cNvSpPr>
            <a:spLocks noGrp="1"/>
          </p:cNvSpPr>
          <p:nvPr>
            <p:ph type="ftr" sz="quarter" idx="19"/>
          </p:nvPr>
        </p:nvSpPr>
        <p:spPr>
          <a:xfrm>
            <a:off x="4805665" y="6419410"/>
            <a:ext cx="4114800" cy="365125"/>
          </a:xfrm>
        </p:spPr>
        <p:txBody>
          <a:bodyPr/>
          <a:lstStyle/>
          <a:p>
            <a:r>
              <a:rPr lang="en-US"/>
              <a:t>College/Department/Presentation Name</a:t>
            </a:r>
          </a:p>
        </p:txBody>
      </p:sp>
    </p:spTree>
    <p:extLst>
      <p:ext uri="{BB962C8B-B14F-4D97-AF65-F5344CB8AC3E}">
        <p14:creationId xmlns:p14="http://schemas.microsoft.com/office/powerpoint/2010/main" val="4056754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63A040F-DDFD-4E49-B911-5258CAF2D3E7}"/>
              </a:ext>
            </a:extLst>
          </p:cNvPr>
          <p:cNvPicPr>
            <a:picLocks noChangeAspect="1"/>
          </p:cNvPicPr>
          <p:nvPr userDrawn="1"/>
        </p:nvPicPr>
        <p:blipFill rotWithShape="1">
          <a:blip r:embed="rId2"/>
          <a:srcRect t="61111" b="7037"/>
          <a:stretch/>
        </p:blipFill>
        <p:spPr>
          <a:xfrm>
            <a:off x="0" y="2331188"/>
            <a:ext cx="12192000" cy="2184400"/>
          </a:xfrm>
          <a:prstGeom prst="rect">
            <a:avLst/>
          </a:prstGeom>
        </p:spPr>
      </p:pic>
      <p:sp>
        <p:nvSpPr>
          <p:cNvPr id="5" name="Rectangle 4">
            <a:extLst>
              <a:ext uri="{FF2B5EF4-FFF2-40B4-BE49-F238E27FC236}">
                <a16:creationId xmlns:a16="http://schemas.microsoft.com/office/drawing/2014/main" id="{048638E0-CDBC-DC4F-8BB3-C27A3270B4E9}"/>
              </a:ext>
            </a:extLst>
          </p:cNvPr>
          <p:cNvSpPr/>
          <p:nvPr userDrawn="1"/>
        </p:nvSpPr>
        <p:spPr>
          <a:xfrm>
            <a:off x="-1" y="2340565"/>
            <a:ext cx="12192000" cy="2184400"/>
          </a:xfrm>
          <a:prstGeom prst="rect">
            <a:avLst/>
          </a:prstGeom>
          <a:solidFill>
            <a:srgbClr val="001E6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b="0" i="0">
              <a:latin typeface="Arial" panose="020B0604020202020204" pitchFamily="34" charset="0"/>
            </a:endParaRPr>
          </a:p>
        </p:txBody>
      </p:sp>
      <p:sp>
        <p:nvSpPr>
          <p:cNvPr id="3" name="Title 1">
            <a:extLst>
              <a:ext uri="{FF2B5EF4-FFF2-40B4-BE49-F238E27FC236}">
                <a16:creationId xmlns:a16="http://schemas.microsoft.com/office/drawing/2014/main" id="{658EDC3A-B0ED-8A4D-8488-7A4C581CFDA2}"/>
              </a:ext>
            </a:extLst>
          </p:cNvPr>
          <p:cNvSpPr>
            <a:spLocks noGrp="1"/>
          </p:cNvSpPr>
          <p:nvPr>
            <p:ph type="title" hasCustomPrompt="1"/>
          </p:nvPr>
        </p:nvSpPr>
        <p:spPr>
          <a:xfrm>
            <a:off x="578068" y="3156054"/>
            <a:ext cx="11035861" cy="766989"/>
          </a:xfrm>
          <a:prstGeom prst="rect">
            <a:avLst/>
          </a:prstGeom>
        </p:spPr>
        <p:txBody>
          <a:bodyPr lIns="0" tIns="0" rIns="0" bIns="0" anchor="ctr"/>
          <a:lstStyle>
            <a:lvl1pPr algn="ctr">
              <a:defRPr>
                <a:solidFill>
                  <a:schemeClr val="bg1"/>
                </a:solidFill>
              </a:defRPr>
            </a:lvl1pPr>
          </a:lstStyle>
          <a:p>
            <a:r>
              <a:rPr lang="en-US"/>
              <a:t>Divider Slide</a:t>
            </a:r>
          </a:p>
        </p:txBody>
      </p:sp>
      <p:sp>
        <p:nvSpPr>
          <p:cNvPr id="2" name="Footer Placeholder 1">
            <a:extLst>
              <a:ext uri="{FF2B5EF4-FFF2-40B4-BE49-F238E27FC236}">
                <a16:creationId xmlns:a16="http://schemas.microsoft.com/office/drawing/2014/main" id="{D4781056-D049-3547-BEAF-CEE287C4E45D}"/>
              </a:ext>
            </a:extLst>
          </p:cNvPr>
          <p:cNvSpPr>
            <a:spLocks noGrp="1"/>
          </p:cNvSpPr>
          <p:nvPr>
            <p:ph type="ftr" sz="quarter" idx="10"/>
          </p:nvPr>
        </p:nvSpPr>
        <p:spPr/>
        <p:txBody>
          <a:bodyPr/>
          <a:lstStyle/>
          <a:p>
            <a:r>
              <a:rPr lang="en-US"/>
              <a:t>College/Department/Presentation Name</a:t>
            </a:r>
          </a:p>
        </p:txBody>
      </p:sp>
    </p:spTree>
    <p:extLst>
      <p:ext uri="{BB962C8B-B14F-4D97-AF65-F5344CB8AC3E}">
        <p14:creationId xmlns:p14="http://schemas.microsoft.com/office/powerpoint/2010/main" val="21561862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Divider 2">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C6736B9-CC46-8040-9B10-88C725D129B4}"/>
              </a:ext>
            </a:extLst>
          </p:cNvPr>
          <p:cNvPicPr>
            <a:picLocks noChangeAspect="1"/>
          </p:cNvPicPr>
          <p:nvPr userDrawn="1"/>
        </p:nvPicPr>
        <p:blipFill rotWithShape="1">
          <a:blip r:embed="rId2"/>
          <a:srcRect l="1" t="85786" r="3" b="1251"/>
          <a:stretch/>
        </p:blipFill>
        <p:spPr>
          <a:xfrm>
            <a:off x="0" y="6007100"/>
            <a:ext cx="12192000" cy="889000"/>
          </a:xfrm>
          <a:prstGeom prst="rect">
            <a:avLst/>
          </a:prstGeom>
        </p:spPr>
      </p:pic>
      <p:sp>
        <p:nvSpPr>
          <p:cNvPr id="5" name="Rectangle 4">
            <a:extLst>
              <a:ext uri="{FF2B5EF4-FFF2-40B4-BE49-F238E27FC236}">
                <a16:creationId xmlns:a16="http://schemas.microsoft.com/office/drawing/2014/main" id="{37BE2AD0-F3DD-C74E-AD44-71463A9CACDB}"/>
              </a:ext>
            </a:extLst>
          </p:cNvPr>
          <p:cNvSpPr/>
          <p:nvPr userDrawn="1"/>
        </p:nvSpPr>
        <p:spPr>
          <a:xfrm>
            <a:off x="196645" y="6409044"/>
            <a:ext cx="304800" cy="3077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3" name="Title 1">
            <a:extLst>
              <a:ext uri="{FF2B5EF4-FFF2-40B4-BE49-F238E27FC236}">
                <a16:creationId xmlns:a16="http://schemas.microsoft.com/office/drawing/2014/main" id="{658EDC3A-B0ED-8A4D-8488-7A4C581CFDA2}"/>
              </a:ext>
            </a:extLst>
          </p:cNvPr>
          <p:cNvSpPr>
            <a:spLocks noGrp="1"/>
          </p:cNvSpPr>
          <p:nvPr>
            <p:ph type="title" hasCustomPrompt="1"/>
          </p:nvPr>
        </p:nvSpPr>
        <p:spPr>
          <a:xfrm>
            <a:off x="578069" y="2793176"/>
            <a:ext cx="11035861" cy="766989"/>
          </a:xfrm>
          <a:prstGeom prst="rect">
            <a:avLst/>
          </a:prstGeom>
        </p:spPr>
        <p:txBody>
          <a:bodyPr lIns="0" tIns="0" rIns="0" bIns="0" anchor="ctr"/>
          <a:lstStyle>
            <a:lvl1pPr algn="ctr">
              <a:defRPr>
                <a:solidFill>
                  <a:schemeClr val="accent2"/>
                </a:solidFill>
              </a:defRPr>
            </a:lvl1pPr>
          </a:lstStyle>
          <a:p>
            <a:r>
              <a:rPr lang="en-US"/>
              <a:t>Divider Slide</a:t>
            </a:r>
          </a:p>
        </p:txBody>
      </p:sp>
      <p:sp>
        <p:nvSpPr>
          <p:cNvPr id="4" name="TextBox 3">
            <a:extLst>
              <a:ext uri="{FF2B5EF4-FFF2-40B4-BE49-F238E27FC236}">
                <a16:creationId xmlns:a16="http://schemas.microsoft.com/office/drawing/2014/main" id="{F6AA68CF-ED20-AF4E-B696-23793AE24597}"/>
              </a:ext>
            </a:extLst>
          </p:cNvPr>
          <p:cNvSpPr txBox="1"/>
          <p:nvPr userDrawn="1"/>
        </p:nvSpPr>
        <p:spPr>
          <a:xfrm>
            <a:off x="157317" y="6369355"/>
            <a:ext cx="601579" cy="307777"/>
          </a:xfrm>
          <a:prstGeom prst="rect">
            <a:avLst/>
          </a:prstGeom>
          <a:noFill/>
        </p:spPr>
        <p:txBody>
          <a:bodyPr wrap="square" rtlCol="0">
            <a:spAutoFit/>
          </a:bodyPr>
          <a:lstStyle/>
          <a:p>
            <a:fld id="{3165C24F-D5A7-7547-9DA1-2768CBD8B2AD}" type="slidenum">
              <a:rPr lang="en-US" sz="1400" b="1" smtClean="0">
                <a:solidFill>
                  <a:schemeClr val="accent2"/>
                </a:solidFill>
                <a:latin typeface="Arial" panose="020B0604020202020204" pitchFamily="34" charset="0"/>
                <a:cs typeface="Arial" panose="020B0604020202020204" pitchFamily="34" charset="0"/>
              </a:rPr>
              <a:t>‹#›</a:t>
            </a:fld>
            <a:endParaRPr lang="en-US" sz="1400" b="1">
              <a:solidFill>
                <a:schemeClr val="accent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510630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End Slide">
    <p:bg>
      <p:bgPr>
        <a:solidFill>
          <a:schemeClr val="accent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4466824-B371-3F4A-BBC7-17B5B0E28245}"/>
              </a:ext>
            </a:extLst>
          </p:cNvPr>
          <p:cNvPicPr>
            <a:picLocks noChangeAspect="1"/>
          </p:cNvPicPr>
          <p:nvPr/>
        </p:nvPicPr>
        <p:blipFill>
          <a:blip r:embed="rId2"/>
          <a:stretch>
            <a:fillRect/>
          </a:stretch>
        </p:blipFill>
        <p:spPr>
          <a:xfrm>
            <a:off x="4932751" y="2295148"/>
            <a:ext cx="2326497" cy="2267704"/>
          </a:xfrm>
          <a:prstGeom prst="rect">
            <a:avLst/>
          </a:prstGeom>
        </p:spPr>
      </p:pic>
      <p:pic>
        <p:nvPicPr>
          <p:cNvPr id="3" name="Picture 2">
            <a:extLst>
              <a:ext uri="{FF2B5EF4-FFF2-40B4-BE49-F238E27FC236}">
                <a16:creationId xmlns:a16="http://schemas.microsoft.com/office/drawing/2014/main" id="{19AE039C-5A95-5E48-B5F3-0DE41F24E20F}"/>
              </a:ext>
            </a:extLst>
          </p:cNvPr>
          <p:cNvPicPr>
            <a:picLocks noChangeAspect="1"/>
          </p:cNvPicPr>
          <p:nvPr userDrawn="1"/>
        </p:nvPicPr>
        <p:blipFill>
          <a:blip r:embed="rId2"/>
          <a:stretch>
            <a:fillRect/>
          </a:stretch>
        </p:blipFill>
        <p:spPr>
          <a:xfrm>
            <a:off x="4932751" y="2295148"/>
            <a:ext cx="2326497" cy="2267704"/>
          </a:xfrm>
          <a:prstGeom prst="rect">
            <a:avLst/>
          </a:prstGeom>
        </p:spPr>
      </p:pic>
    </p:spTree>
    <p:extLst>
      <p:ext uri="{BB962C8B-B14F-4D97-AF65-F5344CB8AC3E}">
        <p14:creationId xmlns:p14="http://schemas.microsoft.com/office/powerpoint/2010/main" val="39287878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24016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4218E8F-10A9-6445-A422-50AED2FB7719}"/>
              </a:ext>
            </a:extLst>
          </p:cNvPr>
          <p:cNvSpPr txBox="1"/>
          <p:nvPr userDrawn="1"/>
        </p:nvSpPr>
        <p:spPr>
          <a:xfrm>
            <a:off x="125425" y="6439768"/>
            <a:ext cx="601579" cy="307777"/>
          </a:xfrm>
          <a:prstGeom prst="rect">
            <a:avLst/>
          </a:prstGeom>
          <a:noFill/>
        </p:spPr>
        <p:txBody>
          <a:bodyPr wrap="square" rtlCol="0">
            <a:spAutoFit/>
          </a:bodyPr>
          <a:lstStyle/>
          <a:p>
            <a:fld id="{3165C24F-D5A7-7547-9DA1-2768CBD8B2AD}" type="slidenum">
              <a:rPr lang="en-US" sz="1400" b="1" smtClean="0">
                <a:solidFill>
                  <a:schemeClr val="accent2"/>
                </a:solidFill>
                <a:latin typeface="Arial" panose="020B0604020202020204" pitchFamily="34" charset="0"/>
                <a:cs typeface="Arial" panose="020B0604020202020204" pitchFamily="34" charset="0"/>
              </a:rPr>
              <a:t>‹#›</a:t>
            </a:fld>
            <a:endParaRPr lang="en-US" sz="1400" b="1">
              <a:solidFill>
                <a:schemeClr val="accent2"/>
              </a:solidFill>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BDBB5935-E507-3B44-AD51-1D3B1F0405E1}"/>
              </a:ext>
            </a:extLst>
          </p:cNvPr>
          <p:cNvPicPr>
            <a:picLocks noChangeAspect="1"/>
          </p:cNvPicPr>
          <p:nvPr/>
        </p:nvPicPr>
        <p:blipFill>
          <a:blip r:embed="rId21"/>
          <a:stretch>
            <a:fillRect/>
          </a:stretch>
        </p:blipFill>
        <p:spPr>
          <a:xfrm>
            <a:off x="11462017" y="6126480"/>
            <a:ext cx="604558" cy="589280"/>
          </a:xfrm>
          <a:prstGeom prst="rect">
            <a:avLst/>
          </a:prstGeom>
        </p:spPr>
      </p:pic>
      <p:sp>
        <p:nvSpPr>
          <p:cNvPr id="9" name="Title Placeholder 1">
            <a:extLst>
              <a:ext uri="{FF2B5EF4-FFF2-40B4-BE49-F238E27FC236}">
                <a16:creationId xmlns:a16="http://schemas.microsoft.com/office/drawing/2014/main" id="{DBA86899-E688-504E-A570-178B715EA3C8}"/>
              </a:ext>
            </a:extLst>
          </p:cNvPr>
          <p:cNvSpPr>
            <a:spLocks noGrp="1"/>
          </p:cNvSpPr>
          <p:nvPr>
            <p:ph type="title"/>
          </p:nvPr>
        </p:nvSpPr>
        <p:spPr>
          <a:xfrm>
            <a:off x="571499" y="427475"/>
            <a:ext cx="11048999" cy="811005"/>
          </a:xfrm>
          <a:prstGeom prst="rect">
            <a:avLst/>
          </a:prstGeom>
        </p:spPr>
        <p:txBody>
          <a:bodyPr vert="horz" lIns="0" tIns="0" rIns="0" bIns="0" rtlCol="0" anchor="t">
            <a:normAutofit/>
          </a:bodyPr>
          <a:lstStyle/>
          <a:p>
            <a:r>
              <a:rPr lang="en-US"/>
              <a:t>Slide Title</a:t>
            </a:r>
          </a:p>
        </p:txBody>
      </p:sp>
      <p:sp>
        <p:nvSpPr>
          <p:cNvPr id="10" name="Text Placeholder 2">
            <a:extLst>
              <a:ext uri="{FF2B5EF4-FFF2-40B4-BE49-F238E27FC236}">
                <a16:creationId xmlns:a16="http://schemas.microsoft.com/office/drawing/2014/main" id="{005117A9-42CA-BD41-9D8D-547D5CDB2A2B}"/>
              </a:ext>
            </a:extLst>
          </p:cNvPr>
          <p:cNvSpPr>
            <a:spLocks noGrp="1"/>
          </p:cNvSpPr>
          <p:nvPr>
            <p:ph type="body" idx="1"/>
          </p:nvPr>
        </p:nvSpPr>
        <p:spPr>
          <a:xfrm>
            <a:off x="571500" y="1437126"/>
            <a:ext cx="11049000" cy="449070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pic>
        <p:nvPicPr>
          <p:cNvPr id="8" name="Picture 7">
            <a:extLst>
              <a:ext uri="{FF2B5EF4-FFF2-40B4-BE49-F238E27FC236}">
                <a16:creationId xmlns:a16="http://schemas.microsoft.com/office/drawing/2014/main" id="{51353ED9-6758-5C4A-B0DC-BD4F58B26932}"/>
              </a:ext>
            </a:extLst>
          </p:cNvPr>
          <p:cNvPicPr>
            <a:picLocks noChangeAspect="1"/>
          </p:cNvPicPr>
          <p:nvPr userDrawn="1"/>
        </p:nvPicPr>
        <p:blipFill>
          <a:blip r:embed="rId21"/>
          <a:stretch>
            <a:fillRect/>
          </a:stretch>
        </p:blipFill>
        <p:spPr>
          <a:xfrm>
            <a:off x="11462017" y="6126480"/>
            <a:ext cx="604558" cy="589280"/>
          </a:xfrm>
          <a:prstGeom prst="rect">
            <a:avLst/>
          </a:prstGeom>
        </p:spPr>
      </p:pic>
      <p:sp>
        <p:nvSpPr>
          <p:cNvPr id="2" name="Footer Placeholder 1">
            <a:extLst>
              <a:ext uri="{FF2B5EF4-FFF2-40B4-BE49-F238E27FC236}">
                <a16:creationId xmlns:a16="http://schemas.microsoft.com/office/drawing/2014/main" id="{C7EA0ADE-DED0-334D-AE1C-0EBE7C7C1CF1}"/>
              </a:ext>
            </a:extLst>
          </p:cNvPr>
          <p:cNvSpPr>
            <a:spLocks noGrp="1"/>
          </p:cNvSpPr>
          <p:nvPr>
            <p:ph type="ftr" sz="quarter" idx="3"/>
          </p:nvPr>
        </p:nvSpPr>
        <p:spPr>
          <a:xfrm>
            <a:off x="571499" y="6419410"/>
            <a:ext cx="4114800" cy="365125"/>
          </a:xfrm>
          <a:prstGeom prst="rect">
            <a:avLst/>
          </a:prstGeom>
        </p:spPr>
        <p:txBody>
          <a:bodyPr vert="horz" lIns="91440" tIns="45720" rIns="91440" bIns="45720" rtlCol="0" anchor="ctr"/>
          <a:lstStyle>
            <a:lvl1pPr algn="l">
              <a:defRPr sz="1200">
                <a:solidFill>
                  <a:schemeClr val="tx1"/>
                </a:solidFill>
                <a:latin typeface="Arial" panose="020B0604020202020204" pitchFamily="34" charset="0"/>
                <a:cs typeface="Arial" panose="020B0604020202020204" pitchFamily="34" charset="0"/>
              </a:defRPr>
            </a:lvl1pPr>
          </a:lstStyle>
          <a:p>
            <a:r>
              <a:rPr lang="en-US"/>
              <a:t>College/Department/Presentation Name</a:t>
            </a:r>
          </a:p>
        </p:txBody>
      </p:sp>
    </p:spTree>
    <p:extLst>
      <p:ext uri="{BB962C8B-B14F-4D97-AF65-F5344CB8AC3E}">
        <p14:creationId xmlns:p14="http://schemas.microsoft.com/office/powerpoint/2010/main" val="2305179192"/>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21" r:id="rId6"/>
    <p:sldLayoutId id="2147483715" r:id="rId7"/>
    <p:sldLayoutId id="2147483707" r:id="rId8"/>
    <p:sldLayoutId id="2147483708" r:id="rId9"/>
    <p:sldLayoutId id="2147483709" r:id="rId10"/>
    <p:sldLayoutId id="2147483710" r:id="rId11"/>
    <p:sldLayoutId id="2147483711" r:id="rId12"/>
    <p:sldLayoutId id="2147483712" r:id="rId13"/>
    <p:sldLayoutId id="2147483713" r:id="rId14"/>
    <p:sldLayoutId id="2147483714" r:id="rId15"/>
    <p:sldLayoutId id="2147483716" r:id="rId16"/>
    <p:sldLayoutId id="2147483718" r:id="rId17"/>
    <p:sldLayoutId id="2147483719" r:id="rId18"/>
    <p:sldLayoutId id="2147483720" r:id="rId19"/>
  </p:sldLayoutIdLst>
  <p:hf sldNum="0" hdr="0" dt="0"/>
  <p:txStyles>
    <p:titleStyle>
      <a:lvl1pPr algn="l" defTabSz="914400" rtl="0" eaLnBrk="1" latinLnBrk="0" hangingPunct="1">
        <a:lnSpc>
          <a:spcPct val="90000"/>
        </a:lnSpc>
        <a:spcBef>
          <a:spcPct val="0"/>
        </a:spcBef>
        <a:buNone/>
        <a:defRPr sz="3600" b="1" i="0" kern="1200">
          <a:solidFill>
            <a:srgbClr val="001E62"/>
          </a:solidFill>
          <a:latin typeface="Arial" panose="020B0604020202020204" pitchFamily="34" charset="0"/>
          <a:ea typeface="+mj-ea"/>
          <a:cs typeface="+mj-cs"/>
        </a:defRPr>
      </a:lvl1pPr>
    </p:titleStyle>
    <p:bodyStyle>
      <a:lvl1pPr marL="0" indent="0" algn="l" defTabSz="914400" rtl="0" eaLnBrk="1" latinLnBrk="0" hangingPunct="1">
        <a:lnSpc>
          <a:spcPct val="100000"/>
        </a:lnSpc>
        <a:spcBef>
          <a:spcPts val="1000"/>
        </a:spcBef>
        <a:buFontTx/>
        <a:buNone/>
        <a:defRPr sz="2000" b="0" i="0" kern="1200">
          <a:solidFill>
            <a:schemeClr val="tx1"/>
          </a:solidFill>
          <a:latin typeface="Arial" panose="020B0604020202020204" pitchFamily="34" charset="0"/>
          <a:ea typeface="+mn-ea"/>
          <a:cs typeface="+mn-cs"/>
        </a:defRPr>
      </a:lvl1pPr>
      <a:lvl2pPr marL="635000" indent="-177800" algn="l" defTabSz="914400" rtl="0" eaLnBrk="1" latinLnBrk="0" hangingPunct="1">
        <a:lnSpc>
          <a:spcPct val="100000"/>
        </a:lnSpc>
        <a:spcBef>
          <a:spcPts val="500"/>
        </a:spcBef>
        <a:buClr>
          <a:srgbClr val="001E62"/>
        </a:buClr>
        <a:buFont typeface="Arial" panose="020B0604020202020204" pitchFamily="34" charset="0"/>
        <a:buChar char="•"/>
        <a:tabLst/>
        <a:defRPr sz="2000" b="0" i="0" kern="1200">
          <a:solidFill>
            <a:schemeClr val="tx1"/>
          </a:solidFill>
          <a:latin typeface="Arial" panose="020B0604020202020204" pitchFamily="34" charset="0"/>
          <a:ea typeface="+mn-ea"/>
          <a:cs typeface="+mn-cs"/>
        </a:defRPr>
      </a:lvl2pPr>
      <a:lvl3pPr marL="1098550" indent="-184150" algn="l" defTabSz="914400" rtl="0" eaLnBrk="1" latinLnBrk="0" hangingPunct="1">
        <a:lnSpc>
          <a:spcPct val="100000"/>
        </a:lnSpc>
        <a:spcBef>
          <a:spcPts val="500"/>
        </a:spcBef>
        <a:buClr>
          <a:srgbClr val="001E62"/>
        </a:buClr>
        <a:buFont typeface="System Font Regular"/>
        <a:buChar char="–"/>
        <a:tabLst/>
        <a:defRPr sz="1600" b="0" i="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lumMod val="50000"/>
              <a:lumOff val="50000"/>
            </a:schemeClr>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lumMod val="50000"/>
              <a:lumOff val="50000"/>
            </a:schemeClr>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64">
          <p15:clr>
            <a:srgbClr val="F26B43"/>
          </p15:clr>
        </p15:guide>
        <p15:guide id="4" pos="36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pexels.com/photo/raindrops-and-ripples-on-still-water-3394939/" TargetMode="External"/><Relationship Id="rId2" Type="http://schemas.openxmlformats.org/officeDocument/2006/relationships/image" Target="../media/image10.jpe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8" Type="http://schemas.openxmlformats.org/officeDocument/2006/relationships/diagramQuickStyle" Target="../diagrams/quickStyle1.xml"/><Relationship Id="rId13" Type="http://schemas.openxmlformats.org/officeDocument/2006/relationships/image" Target="../media/image23.jpeg"/><Relationship Id="rId3" Type="http://schemas.openxmlformats.org/officeDocument/2006/relationships/image" Target="../media/image19.png"/><Relationship Id="rId7" Type="http://schemas.openxmlformats.org/officeDocument/2006/relationships/diagramLayout" Target="../diagrams/layout1.xml"/><Relationship Id="rId12" Type="http://schemas.openxmlformats.org/officeDocument/2006/relationships/image" Target="../media/image22.jpeg"/><Relationship Id="rId2" Type="http://schemas.openxmlformats.org/officeDocument/2006/relationships/customXml" Target="../ink/ink1.xml"/><Relationship Id="rId16" Type="http://schemas.openxmlformats.org/officeDocument/2006/relationships/image" Target="../media/image26.jpeg"/><Relationship Id="rId1" Type="http://schemas.openxmlformats.org/officeDocument/2006/relationships/slideLayout" Target="../slideLayouts/slideLayout5.xml"/><Relationship Id="rId6" Type="http://schemas.openxmlformats.org/officeDocument/2006/relationships/diagramData" Target="../diagrams/data1.xml"/><Relationship Id="rId11" Type="http://schemas.openxmlformats.org/officeDocument/2006/relationships/image" Target="../media/image21.jpeg"/><Relationship Id="rId5" Type="http://schemas.openxmlformats.org/officeDocument/2006/relationships/image" Target="../media/image20.png"/><Relationship Id="rId15" Type="http://schemas.openxmlformats.org/officeDocument/2006/relationships/image" Target="../media/image25.jpeg"/><Relationship Id="rId10" Type="http://schemas.microsoft.com/office/2007/relationships/diagramDrawing" Target="../diagrams/drawing1.xml"/><Relationship Id="rId4" Type="http://schemas.openxmlformats.org/officeDocument/2006/relationships/customXml" Target="../ink/ink2.xml"/><Relationship Id="rId9" Type="http://schemas.openxmlformats.org/officeDocument/2006/relationships/diagramColors" Target="../diagrams/colors1.xml"/><Relationship Id="rId14" Type="http://schemas.openxmlformats.org/officeDocument/2006/relationships/image" Target="../media/image24.jpeg"/></Relationships>
</file>

<file path=ppt/slides/_rels/slide9.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4.xml"/><Relationship Id="rId4" Type="http://schemas.openxmlformats.org/officeDocument/2006/relationships/chart" Target="../charts/chart3.xml"/></Relationships>
</file>

<file path=ppt/slides/_rels/slide12.xml.rels><?xml version="1.0" encoding="UTF-8" standalone="yes"?>
<Relationships xmlns="http://schemas.openxmlformats.org/package/2006/relationships"><Relationship Id="rId3" Type="http://schemas.openxmlformats.org/officeDocument/2006/relationships/hyperlink" Target="https://carbomer.com/carbomer-940-essential-guide-to-uses-benefits-and-precautions/" TargetMode="External"/><Relationship Id="rId2" Type="http://schemas.openxmlformats.org/officeDocument/2006/relationships/hyperlink" Target="https://blog.fluidflowinfo.com/non-newtonian-fluids/" TargetMode="External"/><Relationship Id="rId1" Type="http://schemas.openxmlformats.org/officeDocument/2006/relationships/slideLayout" Target="../slideLayouts/slideLayout4.xml"/><Relationship Id="rId5" Type="http://schemas.openxmlformats.org/officeDocument/2006/relationships/hyperlink" Target="https://pmc.ncbi.nlm.nih.gov/articles/PMC7663699/" TargetMode="External"/><Relationship Id="rId4" Type="http://schemas.openxmlformats.org/officeDocument/2006/relationships/hyperlink" Target="https://rheonics.com/solutions-item/optimizing-non-newtonian-mixing-applications-with-viscosity-managemen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08A62FB2-1EFF-BBF7-0119-8AA39C5B8788}"/>
              </a:ext>
            </a:extLst>
          </p:cNvPr>
          <p:cNvPicPr>
            <a:picLocks noChangeAspect="1"/>
          </p:cNvPicPr>
          <p:nvPr/>
        </p:nvPicPr>
        <p:blipFill>
          <a:blip r:embed="rId2"/>
          <a:srcRect l="17496" r="37509" b="-1"/>
          <a:stretch>
            <a:fillRect/>
          </a:stretch>
        </p:blipFill>
        <p:spPr>
          <a:xfrm>
            <a:off x="-803275" y="10"/>
            <a:ext cx="6248908" cy="6874615"/>
          </a:xfrm>
          <a:custGeom>
            <a:avLst/>
            <a:gdLst>
              <a:gd name="connsiteX0" fmla="*/ 0 w 6858000"/>
              <a:gd name="connsiteY0" fmla="*/ 0 h 6858000"/>
              <a:gd name="connsiteX1" fmla="*/ 6858000 w 6858000"/>
              <a:gd name="connsiteY1" fmla="*/ 0 h 6858000"/>
              <a:gd name="connsiteX2" fmla="*/ 6858000 w 6858000"/>
              <a:gd name="connsiteY2" fmla="*/ 6858000 h 6858000"/>
              <a:gd name="connsiteX3" fmla="*/ 0 w 6858000"/>
              <a:gd name="connsiteY3" fmla="*/ 6858000 h 6858000"/>
              <a:gd name="connsiteX4" fmla="*/ 0 w 6858000"/>
              <a:gd name="connsiteY4" fmla="*/ 0 h 6858000"/>
              <a:gd name="connsiteX0" fmla="*/ 0 w 6858000"/>
              <a:gd name="connsiteY0" fmla="*/ 0 h 6858000"/>
              <a:gd name="connsiteX1" fmla="*/ 4862945 w 6858000"/>
              <a:gd name="connsiteY1" fmla="*/ 0 h 6858000"/>
              <a:gd name="connsiteX2" fmla="*/ 6858000 w 6858000"/>
              <a:gd name="connsiteY2" fmla="*/ 6858000 h 6858000"/>
              <a:gd name="connsiteX3" fmla="*/ 0 w 6858000"/>
              <a:gd name="connsiteY3" fmla="*/ 6858000 h 6858000"/>
              <a:gd name="connsiteX4" fmla="*/ 0 w 6858000"/>
              <a:gd name="connsiteY4" fmla="*/ 0 h 6858000"/>
              <a:gd name="connsiteX0" fmla="*/ 0 w 4862945"/>
              <a:gd name="connsiteY0" fmla="*/ 0 h 6874625"/>
              <a:gd name="connsiteX1" fmla="*/ 4862945 w 4862945"/>
              <a:gd name="connsiteY1" fmla="*/ 0 h 6874625"/>
              <a:gd name="connsiteX2" fmla="*/ 4846320 w 4862945"/>
              <a:gd name="connsiteY2" fmla="*/ 6874625 h 6874625"/>
              <a:gd name="connsiteX3" fmla="*/ 0 w 4862945"/>
              <a:gd name="connsiteY3" fmla="*/ 6858000 h 6874625"/>
              <a:gd name="connsiteX4" fmla="*/ 0 w 4862945"/>
              <a:gd name="connsiteY4" fmla="*/ 0 h 6874625"/>
              <a:gd name="connsiteX0" fmla="*/ 0 w 6130182"/>
              <a:gd name="connsiteY0" fmla="*/ 0 h 6874625"/>
              <a:gd name="connsiteX1" fmla="*/ 4862945 w 6130182"/>
              <a:gd name="connsiteY1" fmla="*/ 0 h 6874625"/>
              <a:gd name="connsiteX2" fmla="*/ 4846320 w 6130182"/>
              <a:gd name="connsiteY2" fmla="*/ 6874625 h 6874625"/>
              <a:gd name="connsiteX3" fmla="*/ 0 w 6130182"/>
              <a:gd name="connsiteY3" fmla="*/ 6858000 h 6874625"/>
              <a:gd name="connsiteX4" fmla="*/ 0 w 6130182"/>
              <a:gd name="connsiteY4" fmla="*/ 0 h 6874625"/>
              <a:gd name="connsiteX0" fmla="*/ 0 w 6248908"/>
              <a:gd name="connsiteY0" fmla="*/ 0 h 6874625"/>
              <a:gd name="connsiteX1" fmla="*/ 4862945 w 6248908"/>
              <a:gd name="connsiteY1" fmla="*/ 0 h 6874625"/>
              <a:gd name="connsiteX2" fmla="*/ 4846320 w 6248908"/>
              <a:gd name="connsiteY2" fmla="*/ 6874625 h 6874625"/>
              <a:gd name="connsiteX3" fmla="*/ 0 w 6248908"/>
              <a:gd name="connsiteY3" fmla="*/ 6858000 h 6874625"/>
              <a:gd name="connsiteX4" fmla="*/ 0 w 6248908"/>
              <a:gd name="connsiteY4" fmla="*/ 0 h 6874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48908" h="6874625">
                <a:moveTo>
                  <a:pt x="0" y="0"/>
                </a:moveTo>
                <a:lnTo>
                  <a:pt x="4862945" y="0"/>
                </a:lnTo>
                <a:cubicBezTo>
                  <a:pt x="5356167" y="479368"/>
                  <a:pt x="7728066" y="3552305"/>
                  <a:pt x="4846320" y="6874625"/>
                </a:cubicBezTo>
                <a:lnTo>
                  <a:pt x="0" y="6858000"/>
                </a:lnTo>
                <a:lnTo>
                  <a:pt x="0" y="0"/>
                </a:lnTo>
                <a:close/>
              </a:path>
            </a:pathLst>
          </a:custGeom>
          <a:noFill/>
        </p:spPr>
      </p:pic>
      <p:sp>
        <p:nvSpPr>
          <p:cNvPr id="6" name="Title 2">
            <a:extLst>
              <a:ext uri="{FF2B5EF4-FFF2-40B4-BE49-F238E27FC236}">
                <a16:creationId xmlns:a16="http://schemas.microsoft.com/office/drawing/2014/main" id="{EFCD1B53-1BFE-8B23-1618-F7A76DC0E3E0}"/>
              </a:ext>
            </a:extLst>
          </p:cNvPr>
          <p:cNvSpPr txBox="1">
            <a:spLocks/>
          </p:cNvSpPr>
          <p:nvPr/>
        </p:nvSpPr>
        <p:spPr>
          <a:xfrm>
            <a:off x="6105008" y="2205037"/>
            <a:ext cx="4920343" cy="1655763"/>
          </a:xfrm>
          <a:prstGeom prst="rect">
            <a:avLst/>
          </a:prstGeom>
        </p:spPr>
        <p:txBody>
          <a:bodyPr vert="horz" lIns="0" tIns="0" rIns="0" bIns="0" rtlCol="0" anchor="t">
            <a:normAutofit/>
          </a:bodyPr>
          <a:lstStyle>
            <a:lvl1pPr algn="l" defTabSz="914400" rtl="0" eaLnBrk="1" latinLnBrk="0" hangingPunct="1">
              <a:lnSpc>
                <a:spcPct val="90000"/>
              </a:lnSpc>
              <a:spcBef>
                <a:spcPct val="0"/>
              </a:spcBef>
              <a:buNone/>
              <a:defRPr sz="3600" b="1" i="0" kern="1200">
                <a:solidFill>
                  <a:srgbClr val="001E62"/>
                </a:solidFill>
                <a:latin typeface="Arial" panose="020B0604020202020204" pitchFamily="34" charset="0"/>
                <a:ea typeface="+mj-ea"/>
                <a:cs typeface="Arial" panose="020B0604020202020204" pitchFamily="34" charset="0"/>
              </a:defRPr>
            </a:lvl1pPr>
          </a:lstStyle>
          <a:p>
            <a:pPr>
              <a:spcAft>
                <a:spcPts val="600"/>
              </a:spcAft>
            </a:pPr>
            <a:r>
              <a:rPr lang="en-US" b="1" i="0" kern="1200" dirty="0">
                <a:latin typeface="Arial" panose="020B0604020202020204" pitchFamily="34" charset="0"/>
                <a:ea typeface="+mj-ea"/>
                <a:cs typeface="Arial" panose="020B0604020202020204" pitchFamily="34" charset="0"/>
              </a:rPr>
              <a:t>Viscosity of Non-Newtonian Fluid</a:t>
            </a:r>
          </a:p>
        </p:txBody>
      </p:sp>
      <p:sp>
        <p:nvSpPr>
          <p:cNvPr id="7" name="Subtitle 3">
            <a:extLst>
              <a:ext uri="{FF2B5EF4-FFF2-40B4-BE49-F238E27FC236}">
                <a16:creationId xmlns:a16="http://schemas.microsoft.com/office/drawing/2014/main" id="{91043E3E-E824-1721-6D91-9588E9E43ACE}"/>
              </a:ext>
            </a:extLst>
          </p:cNvPr>
          <p:cNvSpPr txBox="1">
            <a:spLocks/>
          </p:cNvSpPr>
          <p:nvPr/>
        </p:nvSpPr>
        <p:spPr>
          <a:xfrm>
            <a:off x="6105008" y="4099548"/>
            <a:ext cx="4920344" cy="607572"/>
          </a:xfrm>
          <a:prstGeom prst="rect">
            <a:avLst/>
          </a:prstGeom>
        </p:spPr>
        <p:txBody>
          <a:bodyPr vert="horz" lIns="0" tIns="0" rIns="0" bIns="0" rtlCol="0">
            <a:normAutofit/>
          </a:bodyPr>
          <a:lstStyle>
            <a:lvl1pPr marL="0" indent="0" algn="l" defTabSz="914400" rtl="0" eaLnBrk="1" latinLnBrk="0" hangingPunct="1">
              <a:lnSpc>
                <a:spcPct val="100000"/>
              </a:lnSpc>
              <a:spcBef>
                <a:spcPts val="1000"/>
              </a:spcBef>
              <a:buFontTx/>
              <a:buNone/>
              <a:defRPr sz="2400" b="0" i="0" kern="1200">
                <a:solidFill>
                  <a:schemeClr val="tx1"/>
                </a:solidFill>
                <a:latin typeface="Arial" panose="020B0604020202020204" pitchFamily="34" charset="0"/>
                <a:ea typeface="+mn-ea"/>
                <a:cs typeface="+mn-cs"/>
              </a:defRPr>
            </a:lvl1pPr>
            <a:lvl2pPr marL="457200" indent="0" algn="ctr" defTabSz="914400" rtl="0" eaLnBrk="1" latinLnBrk="0" hangingPunct="1">
              <a:lnSpc>
                <a:spcPct val="100000"/>
              </a:lnSpc>
              <a:spcBef>
                <a:spcPts val="500"/>
              </a:spcBef>
              <a:buClr>
                <a:srgbClr val="001E62"/>
              </a:buClr>
              <a:buFont typeface="Arial" panose="020B0604020202020204" pitchFamily="34" charset="0"/>
              <a:buNone/>
              <a:tabLst/>
              <a:defRPr sz="2000" b="0" i="0" kern="1200">
                <a:solidFill>
                  <a:schemeClr val="tx1"/>
                </a:solidFill>
                <a:latin typeface="Arial" panose="020B0604020202020204" pitchFamily="34" charset="0"/>
                <a:ea typeface="+mn-ea"/>
                <a:cs typeface="+mn-cs"/>
              </a:defRPr>
            </a:lvl2pPr>
            <a:lvl3pPr marL="914400" indent="0" algn="ctr" defTabSz="914400" rtl="0" eaLnBrk="1" latinLnBrk="0" hangingPunct="1">
              <a:lnSpc>
                <a:spcPct val="100000"/>
              </a:lnSpc>
              <a:spcBef>
                <a:spcPts val="500"/>
              </a:spcBef>
              <a:buClr>
                <a:srgbClr val="001E62"/>
              </a:buClr>
              <a:buFont typeface="System Font Regular"/>
              <a:buNone/>
              <a:tabLst/>
              <a:defRPr sz="1800" b="0" i="0" kern="1200">
                <a:solidFill>
                  <a:schemeClr val="tx1"/>
                </a:solidFill>
                <a:latin typeface="Arial" panose="020B06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lumMod val="50000"/>
                    <a:lumOff val="50000"/>
                  </a:schemeClr>
                </a:solidFill>
                <a:latin typeface="Arial" panose="020B06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lumMod val="50000"/>
                    <a:lumOff val="50000"/>
                  </a:schemeClr>
                </a:solidFill>
                <a:latin typeface="Arial" panose="020B06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90000"/>
              </a:lnSpc>
            </a:pPr>
            <a:r>
              <a:rPr lang="en-US" sz="2200" b="0" i="0" kern="1200" dirty="0">
                <a:latin typeface="Arial" panose="020B0604020202020204" pitchFamily="34" charset="0"/>
                <a:ea typeface="+mn-ea"/>
                <a:cs typeface="+mn-cs"/>
              </a:rPr>
              <a:t>Angelica Ramirez, Hiba Naqvi, Jazmin Aca, Srija </a:t>
            </a:r>
            <a:r>
              <a:rPr lang="en-US" sz="2200" b="0" i="0" kern="1200" dirty="0" err="1">
                <a:latin typeface="Arial" panose="020B0604020202020204" pitchFamily="34" charset="0"/>
                <a:ea typeface="+mn-ea"/>
                <a:cs typeface="+mn-cs"/>
              </a:rPr>
              <a:t>Bomma</a:t>
            </a:r>
            <a:endParaRPr lang="en-US" sz="2200" b="0" i="0" kern="1200" dirty="0">
              <a:latin typeface="Arial" panose="020B0604020202020204" pitchFamily="34" charset="0"/>
              <a:ea typeface="+mn-ea"/>
              <a:cs typeface="+mn-cs"/>
            </a:endParaRPr>
          </a:p>
        </p:txBody>
      </p:sp>
      <p:sp>
        <p:nvSpPr>
          <p:cNvPr id="8" name="Text Placeholder 4">
            <a:extLst>
              <a:ext uri="{FF2B5EF4-FFF2-40B4-BE49-F238E27FC236}">
                <a16:creationId xmlns:a16="http://schemas.microsoft.com/office/drawing/2014/main" id="{C3EA8842-9C16-1424-F755-F65DF35477E8}"/>
              </a:ext>
            </a:extLst>
          </p:cNvPr>
          <p:cNvSpPr txBox="1">
            <a:spLocks/>
          </p:cNvSpPr>
          <p:nvPr/>
        </p:nvSpPr>
        <p:spPr>
          <a:xfrm>
            <a:off x="6105008" y="1611477"/>
            <a:ext cx="2902358" cy="295275"/>
          </a:xfrm>
          <a:prstGeom prst="rect">
            <a:avLst/>
          </a:prstGeom>
        </p:spPr>
        <p:txBody>
          <a:bodyPr vert="horz" lIns="0" tIns="0" rIns="0" bIns="0" rtlCol="0">
            <a:normAutofit/>
          </a:bodyPr>
          <a:lstStyle>
            <a:lvl1pPr marL="0" indent="0" algn="l" defTabSz="914400" rtl="0" eaLnBrk="1" latinLnBrk="0" hangingPunct="1">
              <a:lnSpc>
                <a:spcPct val="100000"/>
              </a:lnSpc>
              <a:spcBef>
                <a:spcPts val="1000"/>
              </a:spcBef>
              <a:buFontTx/>
              <a:buNone/>
              <a:defRPr sz="1400" b="1" i="0" kern="1200" cap="all" spc="400" baseline="0">
                <a:solidFill>
                  <a:srgbClr val="D50032"/>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100000"/>
              </a:lnSpc>
              <a:spcBef>
                <a:spcPts val="500"/>
              </a:spcBef>
              <a:buClr>
                <a:srgbClr val="001E62"/>
              </a:buClr>
              <a:buFontTx/>
              <a:buNone/>
              <a:tabLst/>
              <a:defRPr sz="1400" b="1" i="0" kern="1200" spc="300">
                <a:solidFill>
                  <a:srgbClr val="D50032"/>
                </a:solidFill>
                <a:latin typeface="Arial" panose="020B0604020202020204" pitchFamily="34" charset="0"/>
                <a:ea typeface="+mn-ea"/>
                <a:cs typeface="Arial" panose="020B0604020202020204" pitchFamily="34" charset="0"/>
              </a:defRPr>
            </a:lvl2pPr>
            <a:lvl3pPr marL="1098550" indent="-184150" algn="l" defTabSz="914400" rtl="0" eaLnBrk="1" latinLnBrk="0" hangingPunct="1">
              <a:lnSpc>
                <a:spcPct val="100000"/>
              </a:lnSpc>
              <a:spcBef>
                <a:spcPts val="500"/>
              </a:spcBef>
              <a:buClr>
                <a:srgbClr val="001E62"/>
              </a:buClr>
              <a:buFont typeface="System Font Regular"/>
              <a:buChar char="–"/>
              <a:tabLst/>
              <a:defRPr sz="1600" b="0" i="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lumMod val="50000"/>
                    <a:lumOff val="50000"/>
                  </a:schemeClr>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lumMod val="50000"/>
                    <a:lumOff val="50000"/>
                  </a:schemeClr>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i="0" kern="1200" cap="all" spc="400" baseline="0" dirty="0">
                <a:latin typeface="Arial" panose="020B0604020202020204" pitchFamily="34" charset="0"/>
                <a:ea typeface="+mn-ea"/>
                <a:cs typeface="Arial" panose="020B0604020202020204" pitchFamily="34" charset="0"/>
              </a:rPr>
              <a:t>11/25/25</a:t>
            </a:r>
          </a:p>
        </p:txBody>
      </p:sp>
    </p:spTree>
    <p:extLst>
      <p:ext uri="{BB962C8B-B14F-4D97-AF65-F5344CB8AC3E}">
        <p14:creationId xmlns:p14="http://schemas.microsoft.com/office/powerpoint/2010/main" val="12962670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1D9EB6A-3C22-23A4-65D2-403EC1677973}"/>
              </a:ext>
            </a:extLst>
          </p:cNvPr>
          <p:cNvSpPr>
            <a:spLocks noGrp="1"/>
          </p:cNvSpPr>
          <p:nvPr>
            <p:ph type="body" sz="quarter" idx="12"/>
          </p:nvPr>
        </p:nvSpPr>
        <p:spPr/>
        <p:txBody>
          <a:bodyPr/>
          <a:lstStyle/>
          <a:p>
            <a:r>
              <a:rPr lang="en-US" dirty="0"/>
              <a:t>Table of Contents</a:t>
            </a:r>
            <a:endParaRPr lang="en-NZ" dirty="0"/>
          </a:p>
        </p:txBody>
      </p:sp>
      <p:sp>
        <p:nvSpPr>
          <p:cNvPr id="3" name="Content Placeholder 2">
            <a:extLst>
              <a:ext uri="{FF2B5EF4-FFF2-40B4-BE49-F238E27FC236}">
                <a16:creationId xmlns:a16="http://schemas.microsoft.com/office/drawing/2014/main" id="{515D3B9F-CE63-6374-496A-A142BC985E58}"/>
              </a:ext>
            </a:extLst>
          </p:cNvPr>
          <p:cNvSpPr>
            <a:spLocks noGrp="1"/>
          </p:cNvSpPr>
          <p:nvPr>
            <p:ph sz="quarter" idx="13"/>
          </p:nvPr>
        </p:nvSpPr>
        <p:spPr/>
        <p:txBody>
          <a:bodyPr>
            <a:normAutofit/>
          </a:bodyPr>
          <a:lstStyle/>
          <a:p>
            <a:pPr marL="457200" indent="-457200">
              <a:buAutoNum type="arabicPeriod"/>
            </a:pPr>
            <a:r>
              <a:rPr lang="en-US" dirty="0">
                <a:solidFill>
                  <a:srgbClr val="080808"/>
                </a:solidFill>
              </a:rPr>
              <a:t>Introduction</a:t>
            </a:r>
          </a:p>
          <a:p>
            <a:pPr marL="457200" indent="-457200">
              <a:buAutoNum type="arabicPeriod"/>
            </a:pPr>
            <a:r>
              <a:rPr lang="en-US" dirty="0">
                <a:solidFill>
                  <a:srgbClr val="080808"/>
                </a:solidFill>
              </a:rPr>
              <a:t>Theory</a:t>
            </a:r>
          </a:p>
          <a:p>
            <a:pPr marL="457200" indent="-457200">
              <a:buAutoNum type="arabicPeriod"/>
            </a:pPr>
            <a:r>
              <a:rPr lang="en-US" dirty="0">
                <a:solidFill>
                  <a:srgbClr val="080808"/>
                </a:solidFill>
              </a:rPr>
              <a:t>Apparatus</a:t>
            </a:r>
          </a:p>
          <a:p>
            <a:pPr marL="457200" indent="-457200">
              <a:buAutoNum type="arabicPeriod"/>
            </a:pPr>
            <a:r>
              <a:rPr lang="en-US" dirty="0">
                <a:solidFill>
                  <a:srgbClr val="080808"/>
                </a:solidFill>
              </a:rPr>
              <a:t>Materials and Supplies</a:t>
            </a:r>
          </a:p>
          <a:p>
            <a:pPr marL="457200" indent="-457200">
              <a:buAutoNum type="arabicPeriod"/>
            </a:pPr>
            <a:r>
              <a:rPr lang="en-US" dirty="0">
                <a:solidFill>
                  <a:srgbClr val="080808"/>
                </a:solidFill>
              </a:rPr>
              <a:t>Procedure</a:t>
            </a:r>
          </a:p>
          <a:p>
            <a:pPr marL="457200" indent="-457200">
              <a:buAutoNum type="arabicPeriod"/>
            </a:pPr>
            <a:r>
              <a:rPr lang="en-US" dirty="0">
                <a:solidFill>
                  <a:srgbClr val="080808"/>
                </a:solidFill>
              </a:rPr>
              <a:t>Dangers</a:t>
            </a:r>
          </a:p>
          <a:p>
            <a:pPr marL="457200" indent="-457200">
              <a:buAutoNum type="arabicPeriod"/>
            </a:pPr>
            <a:r>
              <a:rPr lang="en-US" dirty="0">
                <a:solidFill>
                  <a:srgbClr val="080808"/>
                </a:solidFill>
              </a:rPr>
              <a:t>Challenges</a:t>
            </a:r>
          </a:p>
          <a:p>
            <a:endParaRPr lang="en-US" dirty="0"/>
          </a:p>
          <a:p>
            <a:pPr marL="457200" indent="-457200">
              <a:buAutoNum type="arabicPeriod"/>
            </a:pPr>
            <a:endParaRPr lang="en-US" dirty="0"/>
          </a:p>
          <a:p>
            <a:pPr marL="457200" indent="-457200">
              <a:buAutoNum type="arabicPeriod"/>
            </a:pPr>
            <a:endParaRPr lang="en-NZ" dirty="0"/>
          </a:p>
        </p:txBody>
      </p:sp>
      <p:pic>
        <p:nvPicPr>
          <p:cNvPr id="12" name="Picture Placeholder 11" descr="A water droplet falling into a ripple&#10;&#10;AI-generated content may be incorrect.">
            <a:extLst>
              <a:ext uri="{FF2B5EF4-FFF2-40B4-BE49-F238E27FC236}">
                <a16:creationId xmlns:a16="http://schemas.microsoft.com/office/drawing/2014/main" id="{3AEE8A03-0A2E-8AE6-584A-2236789667F0}"/>
              </a:ext>
            </a:extLst>
          </p:cNvPr>
          <p:cNvPicPr>
            <a:picLocks noGrp="1" noChangeAspect="1"/>
          </p:cNvPicPr>
          <p:nvPr>
            <p:ph type="pic" sz="quarter" idx="10"/>
          </p:nvPr>
        </p:nvPicPr>
        <p:blipFill>
          <a:blip r:embed="rId2">
            <a:extLst>
              <a:ext uri="{837473B0-CC2E-450A-ABE3-18F120FF3D39}">
                <a1611:picAttrSrcUrl xmlns:a1611="http://schemas.microsoft.com/office/drawing/2016/11/main" r:id="rId3"/>
              </a:ext>
            </a:extLst>
          </a:blip>
          <a:srcRect l="12696" r="12696"/>
          <a:stretch>
            <a:fillRect/>
          </a:stretch>
        </p:blipFill>
        <p:spPr/>
      </p:pic>
    </p:spTree>
    <p:extLst>
      <p:ext uri="{BB962C8B-B14F-4D97-AF65-F5344CB8AC3E}">
        <p14:creationId xmlns:p14="http://schemas.microsoft.com/office/powerpoint/2010/main" val="20804379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13090-EEB3-25CB-BF0D-6C8F34E44B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9EAEC0-FABC-99EA-70E8-97CEB9C3D70B}"/>
              </a:ext>
            </a:extLst>
          </p:cNvPr>
          <p:cNvSpPr>
            <a:spLocks noGrp="1"/>
          </p:cNvSpPr>
          <p:nvPr>
            <p:ph type="title"/>
          </p:nvPr>
        </p:nvSpPr>
        <p:spPr>
          <a:xfrm>
            <a:off x="571500" y="429610"/>
            <a:ext cx="5980129" cy="766989"/>
          </a:xfrm>
        </p:spPr>
        <p:txBody>
          <a:bodyPr anchor="t">
            <a:normAutofit/>
          </a:bodyPr>
          <a:lstStyle/>
          <a:p>
            <a:r>
              <a:rPr lang="en-US"/>
              <a:t>Introduction</a:t>
            </a:r>
            <a:endParaRPr lang="en-NZ"/>
          </a:p>
        </p:txBody>
      </p:sp>
      <p:sp>
        <p:nvSpPr>
          <p:cNvPr id="4" name="Content Placeholder 3">
            <a:extLst>
              <a:ext uri="{FF2B5EF4-FFF2-40B4-BE49-F238E27FC236}">
                <a16:creationId xmlns:a16="http://schemas.microsoft.com/office/drawing/2014/main" id="{92B9D41B-E737-81AA-539D-DA58B1843994}"/>
              </a:ext>
            </a:extLst>
          </p:cNvPr>
          <p:cNvSpPr>
            <a:spLocks noGrp="1"/>
          </p:cNvSpPr>
          <p:nvPr>
            <p:ph idx="1"/>
          </p:nvPr>
        </p:nvSpPr>
        <p:spPr>
          <a:xfrm>
            <a:off x="571500" y="4654550"/>
            <a:ext cx="11049000" cy="1606550"/>
          </a:xfrm>
        </p:spPr>
        <p:txBody>
          <a:bodyPr vert="horz" lIns="0" tIns="0" rIns="0" bIns="0" rtlCol="0" anchor="t">
            <a:normAutofit fontScale="92500" lnSpcReduction="10000"/>
          </a:bodyPr>
          <a:lstStyle/>
          <a:p>
            <a:r>
              <a:rPr lang="en-US" sz="2400" dirty="0">
                <a:solidFill>
                  <a:srgbClr val="080808"/>
                </a:solidFill>
                <a:latin typeface="+mj-lt"/>
                <a:cs typeface="Times New Roman" panose="02020603050405020304" pitchFamily="18" charset="0"/>
              </a:rPr>
              <a:t>The objective of this experiment is to investigate the flow behavior of a non-Newtonian fluid (1 </a:t>
            </a:r>
            <a:r>
              <a:rPr lang="en-US" sz="2400" dirty="0" err="1">
                <a:solidFill>
                  <a:srgbClr val="080808"/>
                </a:solidFill>
                <a:latin typeface="+mj-lt"/>
                <a:cs typeface="Times New Roman" panose="02020603050405020304" pitchFamily="18" charset="0"/>
              </a:rPr>
              <a:t>wt</a:t>
            </a:r>
            <a:r>
              <a:rPr lang="en-US" sz="2400" dirty="0">
                <a:solidFill>
                  <a:srgbClr val="080808"/>
                </a:solidFill>
                <a:latin typeface="+mj-lt"/>
                <a:cs typeface="Times New Roman" panose="02020603050405020304" pitchFamily="18" charset="0"/>
              </a:rPr>
              <a:t>% Carbopol solution) using capillary tubes of varying radii and length. The pressure and volumetric flow rate are measured, which are used to calculate the viscosity, shear stress, velocity gradient, flow behavior index, and consistency coefficient and compare with empirical correlations.</a:t>
            </a:r>
            <a:endParaRPr lang="en-US" sz="2400" dirty="0">
              <a:latin typeface="+mj-lt"/>
              <a:cs typeface="Times New Roman" panose="02020603050405020304" pitchFamily="18" charset="0"/>
            </a:endParaRPr>
          </a:p>
        </p:txBody>
      </p:sp>
      <p:pic>
        <p:nvPicPr>
          <p:cNvPr id="5" name="Picture Placeholder 4" descr="Flow Strength - What's the right amount – and can you have too much? -  Liverpool Creek Aquariums">
            <a:extLst>
              <a:ext uri="{FF2B5EF4-FFF2-40B4-BE49-F238E27FC236}">
                <a16:creationId xmlns:a16="http://schemas.microsoft.com/office/drawing/2014/main" id="{AD962C54-6FFA-6396-650A-69D15888759C}"/>
              </a:ext>
            </a:extLst>
          </p:cNvPr>
          <p:cNvPicPr>
            <a:picLocks noGrp="1" noChangeAspect="1" noChangeArrowheads="1"/>
          </p:cNvPicPr>
          <p:nvPr>
            <p:ph type="pic" sz="quarter" idx="13"/>
          </p:nvPr>
        </p:nvPicPr>
        <p:blipFill>
          <a:blip r:embed="rId2">
            <a:extLst>
              <a:ext uri="{28A0092B-C50C-407E-A947-70E740481C1C}">
                <a14:useLocalDpi xmlns:a14="http://schemas.microsoft.com/office/drawing/2010/main" val="0"/>
              </a:ext>
            </a:extLst>
          </a:blip>
          <a:srcRect t="26652" b="26652"/>
          <a:stretch>
            <a:fillRect/>
          </a:stretch>
        </p:blipFill>
        <p:spPr bwMode="auto">
          <a:xfrm>
            <a:off x="571500" y="1196975"/>
            <a:ext cx="11049000" cy="31575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3461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6CEE1EC-173B-2E88-E39E-EA65A8AD6E80}"/>
              </a:ext>
            </a:extLst>
          </p:cNvPr>
          <p:cNvSpPr>
            <a:spLocks noGrp="1"/>
          </p:cNvSpPr>
          <p:nvPr>
            <p:ph type="body" sz="quarter" idx="12"/>
          </p:nvPr>
        </p:nvSpPr>
        <p:spPr/>
        <p:txBody>
          <a:bodyPr/>
          <a:lstStyle/>
          <a:p>
            <a:r>
              <a:rPr lang="en-US" dirty="0"/>
              <a:t>Industrial Applications</a:t>
            </a:r>
          </a:p>
        </p:txBody>
      </p:sp>
      <p:sp>
        <p:nvSpPr>
          <p:cNvPr id="3" name="Content Placeholder 2">
            <a:extLst>
              <a:ext uri="{FF2B5EF4-FFF2-40B4-BE49-F238E27FC236}">
                <a16:creationId xmlns:a16="http://schemas.microsoft.com/office/drawing/2014/main" id="{80135913-0861-7317-B4BD-4210A59B466A}"/>
              </a:ext>
            </a:extLst>
          </p:cNvPr>
          <p:cNvSpPr>
            <a:spLocks noGrp="1"/>
          </p:cNvSpPr>
          <p:nvPr>
            <p:ph sz="quarter" idx="13"/>
          </p:nvPr>
        </p:nvSpPr>
        <p:spPr/>
        <p:txBody>
          <a:bodyPr/>
          <a:lstStyle/>
          <a:p>
            <a:pPr marL="342900" indent="-342900">
              <a:buFont typeface="Arial" panose="020B0604020202020204" pitchFamily="34" charset="0"/>
              <a:buChar char="•"/>
            </a:pPr>
            <a:r>
              <a:rPr lang="en-US" dirty="0"/>
              <a:t>Pharmaceutical: eye drops and medications.</a:t>
            </a:r>
          </a:p>
          <a:p>
            <a:pPr marL="342900" indent="-342900">
              <a:buFont typeface="Arial" panose="020B0604020202020204" pitchFamily="34" charset="0"/>
              <a:buChar char="•"/>
            </a:pPr>
            <a:r>
              <a:rPr lang="en-US" dirty="0"/>
              <a:t>Cosmetic: creams and skin care products.</a:t>
            </a:r>
          </a:p>
          <a:p>
            <a:pPr marL="342900" indent="-342900">
              <a:buFont typeface="Arial" panose="020B0604020202020204" pitchFamily="34" charset="0"/>
              <a:buChar char="•"/>
            </a:pPr>
            <a:r>
              <a:rPr lang="en-US" dirty="0"/>
              <a:t>Food: gelling agent and thickener</a:t>
            </a:r>
          </a:p>
          <a:p>
            <a:pPr marL="342900" indent="-342900">
              <a:buFont typeface="Arial" panose="020B0604020202020204" pitchFamily="34" charset="0"/>
              <a:buChar char="•"/>
            </a:pPr>
            <a:r>
              <a:rPr lang="en-US" dirty="0"/>
              <a:t>Paints: Thickener</a:t>
            </a:r>
          </a:p>
        </p:txBody>
      </p:sp>
      <p:pic>
        <p:nvPicPr>
          <p:cNvPr id="7" name="Picture Placeholder 6" descr="Beauty cream in translucent bottles">
            <a:extLst>
              <a:ext uri="{FF2B5EF4-FFF2-40B4-BE49-F238E27FC236}">
                <a16:creationId xmlns:a16="http://schemas.microsoft.com/office/drawing/2014/main" id="{00A965E0-835C-1A9B-6257-F12D01E61F0C}"/>
              </a:ext>
            </a:extLst>
          </p:cNvPr>
          <p:cNvPicPr>
            <a:picLocks noGrp="1" noChangeAspect="1"/>
          </p:cNvPicPr>
          <p:nvPr>
            <p:ph type="pic" sz="quarter" idx="10"/>
          </p:nvPr>
        </p:nvPicPr>
        <p:blipFill>
          <a:blip r:embed="rId2"/>
          <a:srcRect l="16841" r="16841"/>
          <a:stretch>
            <a:fillRect/>
          </a:stretch>
        </p:blipFill>
        <p:spPr/>
      </p:pic>
    </p:spTree>
    <p:extLst>
      <p:ext uri="{BB962C8B-B14F-4D97-AF65-F5344CB8AC3E}">
        <p14:creationId xmlns:p14="http://schemas.microsoft.com/office/powerpoint/2010/main" val="10377040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E2BB5-C380-07A4-BEF4-FC98BE80EDB1}"/>
              </a:ext>
            </a:extLst>
          </p:cNvPr>
          <p:cNvSpPr>
            <a:spLocks noGrp="1"/>
          </p:cNvSpPr>
          <p:nvPr>
            <p:ph type="title"/>
          </p:nvPr>
        </p:nvSpPr>
        <p:spPr/>
        <p:txBody>
          <a:bodyPr/>
          <a:lstStyle/>
          <a:p>
            <a:r>
              <a:rPr lang="en-US" dirty="0">
                <a:latin typeface="Arial"/>
                <a:cs typeface="Arial"/>
              </a:rPr>
              <a:t>Theory</a:t>
            </a:r>
            <a:endParaRPr lang="en-US" dirty="0">
              <a:cs typeface="Arial"/>
            </a:endParaRP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4E0DC98-BFD3-D9D0-F675-2B3D7CE4B6F7}"/>
                  </a:ext>
                </a:extLst>
              </p:cNvPr>
              <p:cNvSpPr>
                <a:spLocks noGrp="1"/>
              </p:cNvSpPr>
              <p:nvPr>
                <p:ph idx="1"/>
              </p:nvPr>
            </p:nvSpPr>
            <p:spPr>
              <a:xfrm>
                <a:off x="450402" y="1091465"/>
                <a:ext cx="6355174" cy="5204536"/>
              </a:xfrm>
            </p:spPr>
            <p:txBody>
              <a:bodyPr vert="horz" lIns="0" tIns="0" rIns="0" bIns="0" rtlCol="0" anchor="t">
                <a:noAutofit/>
              </a:bodyPr>
              <a:lstStyle/>
              <a:p>
                <a:r>
                  <a:rPr lang="en-US" sz="1600" b="1" dirty="0">
                    <a:solidFill>
                      <a:schemeClr val="accent6">
                        <a:lumMod val="10000"/>
                      </a:schemeClr>
                    </a:solidFill>
                    <a:latin typeface="+mn-lt"/>
                  </a:rPr>
                  <a:t>Newtonian vs. Non-Newtonian Behavior</a:t>
                </a:r>
              </a:p>
              <a:p>
                <a:pPr marL="342900" indent="-342900">
                  <a:buFont typeface="Arial" panose="020B0604020202020204" pitchFamily="34" charset="0"/>
                  <a:buChar char="•"/>
                </a:pPr>
                <a:r>
                  <a:rPr lang="en-US" sz="1600" dirty="0">
                    <a:solidFill>
                      <a:schemeClr val="accent6">
                        <a:lumMod val="10000"/>
                      </a:schemeClr>
                    </a:solidFill>
                    <a:latin typeface="+mn-lt"/>
                  </a:rPr>
                  <a:t>Newtonian fluids: linear relationship between shear stress and shear rate</a:t>
                </a:r>
              </a:p>
              <a:p>
                <a:pPr algn="ctr"/>
                <a14:m>
                  <m:oMathPara xmlns:m="http://schemas.openxmlformats.org/officeDocument/2006/math">
                    <m:oMathParaPr>
                      <m:jc m:val="centerGroup"/>
                    </m:oMathParaPr>
                    <m:oMath xmlns:m="http://schemas.openxmlformats.org/officeDocument/2006/math">
                      <m:r>
                        <a:rPr lang="en-US" sz="1600" i="1" smtClean="0">
                          <a:solidFill>
                            <a:schemeClr val="accent6">
                              <a:lumMod val="10000"/>
                            </a:schemeClr>
                          </a:solidFill>
                          <a:latin typeface="+mn-lt"/>
                          <a:ea typeface="Cambria Math" panose="02040503050406030204" pitchFamily="18" charset="0"/>
                        </a:rPr>
                        <m:t>𝜏</m:t>
                      </m:r>
                      <m:r>
                        <a:rPr lang="en-US" sz="1600" i="1">
                          <a:solidFill>
                            <a:schemeClr val="accent6">
                              <a:lumMod val="10000"/>
                            </a:schemeClr>
                          </a:solidFill>
                          <a:latin typeface="+mn-lt"/>
                          <a:ea typeface="Cambria Math" panose="02040503050406030204" pitchFamily="18" charset="0"/>
                        </a:rPr>
                        <m:t>= </m:t>
                      </m:r>
                      <m:r>
                        <a:rPr lang="en-US" sz="1600" i="1">
                          <a:solidFill>
                            <a:schemeClr val="accent6">
                              <a:lumMod val="10000"/>
                            </a:schemeClr>
                          </a:solidFill>
                          <a:latin typeface="+mn-lt"/>
                          <a:ea typeface="Cambria Math" panose="02040503050406030204" pitchFamily="18" charset="0"/>
                        </a:rPr>
                        <m:t>𝜇</m:t>
                      </m:r>
                      <m:r>
                        <a:rPr lang="en-US" sz="1600" b="0" i="1" smtClean="0">
                          <a:solidFill>
                            <a:schemeClr val="accent6">
                              <a:lumMod val="10000"/>
                            </a:schemeClr>
                          </a:solidFill>
                          <a:latin typeface="+mn-lt"/>
                          <a:ea typeface="Cambria Math" panose="02040503050406030204" pitchFamily="18" charset="0"/>
                        </a:rPr>
                        <m:t> </m:t>
                      </m:r>
                      <m:acc>
                        <m:accPr>
                          <m:chr m:val="̇"/>
                          <m:ctrlPr>
                            <a:rPr lang="en-US" sz="1600" b="0" i="1" smtClean="0">
                              <a:solidFill>
                                <a:schemeClr val="accent6">
                                  <a:lumMod val="10000"/>
                                </a:schemeClr>
                              </a:solidFill>
                              <a:latin typeface="+mn-lt"/>
                              <a:ea typeface="Cambria Math" panose="02040503050406030204" pitchFamily="18" charset="0"/>
                            </a:rPr>
                          </m:ctrlPr>
                        </m:accPr>
                        <m:e>
                          <m:r>
                            <a:rPr lang="en-US" sz="1600" b="0" i="1" smtClean="0">
                              <a:solidFill>
                                <a:schemeClr val="accent6">
                                  <a:lumMod val="10000"/>
                                </a:schemeClr>
                              </a:solidFill>
                              <a:latin typeface="+mn-lt"/>
                              <a:ea typeface="Cambria Math" panose="02040503050406030204" pitchFamily="18" charset="0"/>
                            </a:rPr>
                            <m:t>𝛾</m:t>
                          </m:r>
                        </m:e>
                      </m:acc>
                    </m:oMath>
                  </m:oMathPara>
                </a14:m>
                <a:endParaRPr lang="en-US" sz="1600" dirty="0">
                  <a:solidFill>
                    <a:schemeClr val="accent6">
                      <a:lumMod val="10000"/>
                    </a:schemeClr>
                  </a:solidFill>
                  <a:latin typeface="+mn-lt"/>
                </a:endParaRPr>
              </a:p>
              <a:p>
                <a:pPr marL="342900" indent="-342900">
                  <a:buFont typeface="Arial" panose="020B0604020202020204" pitchFamily="34" charset="0"/>
                  <a:buChar char="•"/>
                </a:pPr>
                <a:r>
                  <a:rPr lang="en-US" sz="1600" dirty="0">
                    <a:solidFill>
                      <a:schemeClr val="accent6">
                        <a:lumMod val="10000"/>
                      </a:schemeClr>
                    </a:solidFill>
                    <a:latin typeface="+mn-lt"/>
                  </a:rPr>
                  <a:t>Non-Newtonian Fluids: apparent viscosity changes with shear rate</a:t>
                </a:r>
              </a:p>
              <a:p>
                <a:r>
                  <a:rPr lang="en-US" sz="1600" b="1" dirty="0">
                    <a:solidFill>
                      <a:schemeClr val="accent6">
                        <a:lumMod val="10000"/>
                      </a:schemeClr>
                    </a:solidFill>
                    <a:latin typeface="+mn-lt"/>
                  </a:rPr>
                  <a:t>Carbopol Rheology</a:t>
                </a:r>
              </a:p>
              <a:p>
                <a:pPr marL="285750" indent="-285750">
                  <a:buFont typeface="Arial" panose="020B0604020202020204" pitchFamily="34" charset="0"/>
                  <a:buChar char="•"/>
                </a:pPr>
                <a:r>
                  <a:rPr lang="en-US" sz="1600" dirty="0">
                    <a:solidFill>
                      <a:schemeClr val="accent6">
                        <a:lumMod val="10000"/>
                      </a:schemeClr>
                    </a:solidFill>
                    <a:latin typeface="+mn-lt"/>
                  </a:rPr>
                  <a:t>Carbopol solutions must be neutralized to reach maximum viscosity. </a:t>
                </a:r>
              </a:p>
              <a:p>
                <a:pPr marL="285750" indent="-285750">
                  <a:buFont typeface="Arial" panose="020B0604020202020204" pitchFamily="34" charset="0"/>
                  <a:buChar char="•"/>
                </a:pPr>
                <a:r>
                  <a:rPr lang="en-US" sz="1600" dirty="0">
                    <a:solidFill>
                      <a:schemeClr val="accent6">
                        <a:lumMod val="10000"/>
                      </a:schemeClr>
                    </a:solidFill>
                    <a:latin typeface="+mn-lt"/>
                  </a:rPr>
                  <a:t>It is a pseudoplastic</a:t>
                </a:r>
              </a:p>
              <a:p>
                <a:r>
                  <a:rPr lang="en-US" sz="1600" b="1" dirty="0">
                    <a:solidFill>
                      <a:schemeClr val="accent6">
                        <a:lumMod val="10000"/>
                      </a:schemeClr>
                    </a:solidFill>
                    <a:latin typeface="+mn-lt"/>
                  </a:rPr>
                  <a:t>Power-Law (Ostwald-de </a:t>
                </a:r>
                <a:r>
                  <a:rPr lang="en-US" sz="1600" b="1" dirty="0" err="1">
                    <a:solidFill>
                      <a:schemeClr val="accent6">
                        <a:lumMod val="10000"/>
                      </a:schemeClr>
                    </a:solidFill>
                    <a:latin typeface="+mn-lt"/>
                  </a:rPr>
                  <a:t>Waele</a:t>
                </a:r>
                <a:r>
                  <a:rPr lang="en-US" sz="1600" b="1" dirty="0">
                    <a:solidFill>
                      <a:schemeClr val="accent6">
                        <a:lumMod val="10000"/>
                      </a:schemeClr>
                    </a:solidFill>
                    <a:latin typeface="+mn-lt"/>
                  </a:rPr>
                  <a:t>) Model</a:t>
                </a:r>
              </a:p>
              <a:p>
                <a:pPr/>
                <a14:m>
                  <m:oMathPara xmlns:m="http://schemas.openxmlformats.org/officeDocument/2006/math">
                    <m:oMathParaPr>
                      <m:jc m:val="centerGroup"/>
                    </m:oMathParaPr>
                    <m:oMath xmlns:m="http://schemas.openxmlformats.org/officeDocument/2006/math">
                      <m:sSub>
                        <m:sSubPr>
                          <m:ctrlPr>
                            <a:rPr lang="en-US" sz="1600" i="1" smtClean="0">
                              <a:solidFill>
                                <a:srgbClr val="080808"/>
                              </a:solidFill>
                              <a:latin typeface="+mn-lt"/>
                            </a:rPr>
                          </m:ctrlPr>
                        </m:sSubPr>
                        <m:e>
                          <m:r>
                            <a:rPr lang="en-US" sz="1600" i="1">
                              <a:solidFill>
                                <a:srgbClr val="080808"/>
                              </a:solidFill>
                              <a:latin typeface="+mn-lt"/>
                            </a:rPr>
                            <m:t>𝜏</m:t>
                          </m:r>
                        </m:e>
                        <m:sub>
                          <m:r>
                            <a:rPr lang="en-US" sz="1600" i="1">
                              <a:solidFill>
                                <a:srgbClr val="080808"/>
                              </a:solidFill>
                              <a:latin typeface="+mn-lt"/>
                            </a:rPr>
                            <m:t>𝑥𝑦</m:t>
                          </m:r>
                        </m:sub>
                      </m:sSub>
                      <m:r>
                        <a:rPr lang="en-US" sz="1600" i="1">
                          <a:solidFill>
                            <a:srgbClr val="080808"/>
                          </a:solidFill>
                          <a:latin typeface="+mn-lt"/>
                        </a:rPr>
                        <m:t>=±</m:t>
                      </m:r>
                      <m:r>
                        <a:rPr lang="en-US" sz="1600" i="1">
                          <a:solidFill>
                            <a:srgbClr val="080808"/>
                          </a:solidFill>
                          <a:latin typeface="+mn-lt"/>
                        </a:rPr>
                        <m:t>𝑚</m:t>
                      </m:r>
                      <m:r>
                        <a:rPr lang="en-US" sz="1600" i="1">
                          <a:solidFill>
                            <a:srgbClr val="080808"/>
                          </a:solidFill>
                          <a:latin typeface="+mn-lt"/>
                        </a:rPr>
                        <m:t> </m:t>
                      </m:r>
                      <m:acc>
                        <m:accPr>
                          <m:chr m:val="̇"/>
                          <m:ctrlPr>
                            <a:rPr lang="en-US" sz="1600" i="1">
                              <a:solidFill>
                                <a:srgbClr val="080808"/>
                              </a:solidFill>
                              <a:latin typeface="+mn-lt"/>
                            </a:rPr>
                          </m:ctrlPr>
                        </m:accPr>
                        <m:e>
                          <m:sSup>
                            <m:sSupPr>
                              <m:ctrlPr>
                                <a:rPr lang="en-US" sz="1600" i="1">
                                  <a:solidFill>
                                    <a:srgbClr val="080808"/>
                                  </a:solidFill>
                                  <a:latin typeface="+mn-lt"/>
                                </a:rPr>
                              </m:ctrlPr>
                            </m:sSupPr>
                            <m:e>
                              <m:d>
                                <m:dPr>
                                  <m:begChr m:val="|"/>
                                  <m:endChr m:val="|"/>
                                  <m:ctrlPr>
                                    <a:rPr lang="en-US" sz="1600" i="1">
                                      <a:solidFill>
                                        <a:srgbClr val="080808"/>
                                      </a:solidFill>
                                      <a:latin typeface="+mn-lt"/>
                                    </a:rPr>
                                  </m:ctrlPr>
                                </m:dPr>
                                <m:e>
                                  <m:f>
                                    <m:fPr>
                                      <m:ctrlPr>
                                        <a:rPr lang="en-US" sz="1600" i="1">
                                          <a:solidFill>
                                            <a:srgbClr val="080808"/>
                                          </a:solidFill>
                                          <a:latin typeface="+mn-lt"/>
                                        </a:rPr>
                                      </m:ctrlPr>
                                    </m:fPr>
                                    <m:num>
                                      <m:r>
                                        <a:rPr lang="en-US" sz="1600" i="1">
                                          <a:solidFill>
                                            <a:srgbClr val="080808"/>
                                          </a:solidFill>
                                          <a:latin typeface="+mn-lt"/>
                                        </a:rPr>
                                        <m:t>𝑑</m:t>
                                      </m:r>
                                      <m:sSub>
                                        <m:sSubPr>
                                          <m:ctrlPr>
                                            <a:rPr lang="en-US" sz="1600" i="1">
                                              <a:solidFill>
                                                <a:srgbClr val="080808"/>
                                              </a:solidFill>
                                              <a:latin typeface="+mn-lt"/>
                                            </a:rPr>
                                          </m:ctrlPr>
                                        </m:sSubPr>
                                        <m:e>
                                          <m:r>
                                            <a:rPr lang="en-US" sz="1600" i="1">
                                              <a:solidFill>
                                                <a:srgbClr val="080808"/>
                                              </a:solidFill>
                                              <a:latin typeface="+mn-lt"/>
                                            </a:rPr>
                                            <m:t>𝑣</m:t>
                                          </m:r>
                                        </m:e>
                                        <m:sub>
                                          <m:r>
                                            <a:rPr lang="en-US" sz="1600" i="1">
                                              <a:solidFill>
                                                <a:srgbClr val="080808"/>
                                              </a:solidFill>
                                              <a:latin typeface="+mn-lt"/>
                                            </a:rPr>
                                            <m:t>𝑥</m:t>
                                          </m:r>
                                        </m:sub>
                                      </m:sSub>
                                    </m:num>
                                    <m:den>
                                      <m:r>
                                        <a:rPr lang="en-US" sz="1600" i="1">
                                          <a:solidFill>
                                            <a:srgbClr val="080808"/>
                                          </a:solidFill>
                                          <a:latin typeface="+mn-lt"/>
                                        </a:rPr>
                                        <m:t>𝑑𝑦</m:t>
                                      </m:r>
                                    </m:den>
                                  </m:f>
                                </m:e>
                              </m:d>
                            </m:e>
                            <m:sup>
                              <m:r>
                                <a:rPr lang="en-US" sz="1600" i="1">
                                  <a:solidFill>
                                    <a:srgbClr val="080808"/>
                                  </a:solidFill>
                                  <a:latin typeface="+mn-lt"/>
                                </a:rPr>
                                <m:t>𝑛</m:t>
                              </m:r>
                            </m:sup>
                          </m:sSup>
                        </m:e>
                      </m:acc>
                    </m:oMath>
                  </m:oMathPara>
                </a14:m>
                <a:endParaRPr lang="en-US" sz="1600" dirty="0">
                  <a:solidFill>
                    <a:schemeClr val="accent6">
                      <a:lumMod val="10000"/>
                    </a:schemeClr>
                  </a:solidFill>
                  <a:latin typeface="+mn-lt"/>
                </a:endParaRPr>
              </a:p>
              <a:p>
                <a:pPr marL="342900" indent="-342900">
                  <a:spcBef>
                    <a:spcPts val="200"/>
                  </a:spcBef>
                  <a:buFont typeface="Arial" panose="020B0604020202020204" pitchFamily="34" charset="0"/>
                  <a:buChar char="•"/>
                </a:pPr>
                <a:r>
                  <a:rPr lang="en-US" sz="1600" i="1" dirty="0">
                    <a:solidFill>
                      <a:srgbClr val="000000"/>
                    </a:solidFill>
                    <a:latin typeface="+mn-lt"/>
                  </a:rPr>
                  <a:t>m: consistency index</a:t>
                </a:r>
              </a:p>
              <a:p>
                <a:pPr marL="342900" indent="-342900">
                  <a:spcBef>
                    <a:spcPts val="200"/>
                  </a:spcBef>
                  <a:buFont typeface="Arial" panose="020B0604020202020204" pitchFamily="34" charset="0"/>
                  <a:buChar char="•"/>
                </a:pPr>
                <a:r>
                  <a:rPr lang="en-US" sz="1600" i="1" dirty="0">
                    <a:solidFill>
                      <a:srgbClr val="000000"/>
                    </a:solidFill>
                    <a:latin typeface="+mn-lt"/>
                  </a:rPr>
                  <a:t>n: flow behavior index</a:t>
                </a:r>
              </a:p>
              <a:p>
                <a:pPr marL="977900" lvl="1" indent="-342900">
                  <a:spcBef>
                    <a:spcPts val="200"/>
                  </a:spcBef>
                </a:pPr>
                <a:r>
                  <a:rPr lang="en-US" sz="1600" i="1" dirty="0">
                    <a:solidFill>
                      <a:srgbClr val="000000"/>
                    </a:solidFill>
                    <a:latin typeface="+mn-lt"/>
                  </a:rPr>
                  <a:t>n &gt; 1: shear-thinning</a:t>
                </a:r>
              </a:p>
              <a:p>
                <a:pPr marL="977900" lvl="1" indent="-342900">
                  <a:spcBef>
                    <a:spcPts val="200"/>
                  </a:spcBef>
                </a:pPr>
                <a:r>
                  <a:rPr lang="en-US" sz="1600" i="1" dirty="0">
                    <a:solidFill>
                      <a:srgbClr val="000000"/>
                    </a:solidFill>
                    <a:latin typeface="+mn-lt"/>
                  </a:rPr>
                  <a:t>n = 1: Newtonian</a:t>
                </a:r>
              </a:p>
              <a:p>
                <a:pPr marL="977900" lvl="1" indent="-342900">
                  <a:spcBef>
                    <a:spcPts val="200"/>
                  </a:spcBef>
                </a:pPr>
                <a:r>
                  <a:rPr lang="en-US" sz="1600" i="1" dirty="0">
                    <a:solidFill>
                      <a:srgbClr val="000000"/>
                    </a:solidFill>
                    <a:latin typeface="+mn-lt"/>
                  </a:rPr>
                  <a:t>n &lt; 1: shear-thickening</a:t>
                </a:r>
              </a:p>
              <a:p>
                <a:endParaRPr lang="en-US" sz="1200" dirty="0">
                  <a:solidFill>
                    <a:schemeClr val="accent6">
                      <a:lumMod val="10000"/>
                    </a:schemeClr>
                  </a:solidFill>
                  <a:latin typeface="+mn-lt"/>
                </a:endParaRPr>
              </a:p>
              <a:p>
                <a:endParaRPr lang="en-US" sz="1200" dirty="0">
                  <a:solidFill>
                    <a:schemeClr val="accent6">
                      <a:lumMod val="10000"/>
                    </a:schemeClr>
                  </a:solidFill>
                  <a:latin typeface="+mn-lt"/>
                </a:endParaRPr>
              </a:p>
              <a:p>
                <a:endParaRPr lang="en-US" sz="1200" dirty="0">
                  <a:solidFill>
                    <a:schemeClr val="accent6">
                      <a:lumMod val="10000"/>
                    </a:schemeClr>
                  </a:solidFill>
                  <a:latin typeface="+mn-lt"/>
                </a:endParaRPr>
              </a:p>
            </p:txBody>
          </p:sp>
        </mc:Choice>
        <mc:Fallback>
          <p:sp>
            <p:nvSpPr>
              <p:cNvPr id="3" name="Content Placeholder 2">
                <a:extLst>
                  <a:ext uri="{FF2B5EF4-FFF2-40B4-BE49-F238E27FC236}">
                    <a16:creationId xmlns:a16="http://schemas.microsoft.com/office/drawing/2014/main" id="{F4E0DC98-BFD3-D9D0-F675-2B3D7CE4B6F7}"/>
                  </a:ext>
                </a:extLst>
              </p:cNvPr>
              <p:cNvSpPr>
                <a:spLocks noGrp="1" noRot="1" noChangeAspect="1" noMove="1" noResize="1" noEditPoints="1" noAdjustHandles="1" noChangeArrowheads="1" noChangeShapeType="1" noTextEdit="1"/>
              </p:cNvSpPr>
              <p:nvPr>
                <p:ph idx="1"/>
              </p:nvPr>
            </p:nvSpPr>
            <p:spPr>
              <a:xfrm>
                <a:off x="450402" y="1091465"/>
                <a:ext cx="6355174" cy="5204536"/>
              </a:xfrm>
              <a:blipFill>
                <a:blip r:embed="rId2"/>
                <a:stretch>
                  <a:fillRect l="-2015" t="-1171" r="-576" b="-1522"/>
                </a:stretch>
              </a:blipFill>
            </p:spPr>
            <p:txBody>
              <a:bodyPr/>
              <a:lstStyle/>
              <a:p>
                <a:r>
                  <a:rPr lang="en-US">
                    <a:noFill/>
                  </a:rPr>
                  <a:t> </a:t>
                </a:r>
              </a:p>
            </p:txBody>
          </p:sp>
        </mc:Fallback>
      </mc:AlternateContent>
      <p:pic>
        <p:nvPicPr>
          <p:cNvPr id="1026" name="Picture 2" descr="stress-strain curves for newtonian and non-newtonian fluids">
            <a:extLst>
              <a:ext uri="{FF2B5EF4-FFF2-40B4-BE49-F238E27FC236}">
                <a16:creationId xmlns:a16="http://schemas.microsoft.com/office/drawing/2014/main" id="{5D0AF69C-98EC-CDF4-7530-4D97C2F92C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7009" y="802278"/>
            <a:ext cx="5097786" cy="525344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991FDB5E-B85E-8686-0BAB-4B8B2288454C}"/>
              </a:ext>
            </a:extLst>
          </p:cNvPr>
          <p:cNvSpPr txBox="1"/>
          <p:nvPr/>
        </p:nvSpPr>
        <p:spPr>
          <a:xfrm>
            <a:off x="10837044" y="6167062"/>
            <a:ext cx="469900" cy="369332"/>
          </a:xfrm>
          <a:prstGeom prst="rect">
            <a:avLst/>
          </a:prstGeom>
          <a:noFill/>
        </p:spPr>
        <p:txBody>
          <a:bodyPr wrap="square" rtlCol="0">
            <a:spAutoFit/>
          </a:bodyPr>
          <a:lstStyle/>
          <a:p>
            <a:r>
              <a:rPr lang="en-US" dirty="0"/>
              <a:t>(1)</a:t>
            </a:r>
            <a:endParaRPr lang="en-NZ" dirty="0"/>
          </a:p>
        </p:txBody>
      </p:sp>
    </p:spTree>
    <p:extLst>
      <p:ext uri="{BB962C8B-B14F-4D97-AF65-F5344CB8AC3E}">
        <p14:creationId xmlns:p14="http://schemas.microsoft.com/office/powerpoint/2010/main" val="27205754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50C59-010A-3FCD-C6F8-2BBCDFBAAF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3F9736-41CF-38B6-F8CE-37DF998E124E}"/>
              </a:ext>
            </a:extLst>
          </p:cNvPr>
          <p:cNvSpPr>
            <a:spLocks noGrp="1"/>
          </p:cNvSpPr>
          <p:nvPr>
            <p:ph type="title"/>
          </p:nvPr>
        </p:nvSpPr>
        <p:spPr>
          <a:xfrm>
            <a:off x="571500" y="429610"/>
            <a:ext cx="5980129" cy="766989"/>
          </a:xfrm>
        </p:spPr>
        <p:txBody>
          <a:bodyPr vert="horz" lIns="0" tIns="0" rIns="0" bIns="0" rtlCol="0" anchor="t">
            <a:normAutofit/>
          </a:bodyPr>
          <a:lstStyle/>
          <a:p>
            <a:r>
              <a:rPr lang="en-US" b="1" i="0" kern="1200" dirty="0">
                <a:latin typeface="Arial" panose="020B0604020202020204" pitchFamily="34" charset="0"/>
                <a:ea typeface="+mj-ea"/>
                <a:cs typeface="+mj-cs"/>
              </a:rPr>
              <a:t>Theory</a:t>
            </a: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B60E227D-F044-016B-B411-618EACE0BDB8}"/>
                  </a:ext>
                </a:extLst>
              </p:cNvPr>
              <p:cNvSpPr txBox="1"/>
              <p:nvPr/>
            </p:nvSpPr>
            <p:spPr>
              <a:xfrm>
                <a:off x="770859" y="1196599"/>
                <a:ext cx="6352954" cy="4837350"/>
              </a:xfrm>
              <a:prstGeom prst="rect">
                <a:avLst/>
              </a:prstGeom>
              <a:noFill/>
            </p:spPr>
            <p:txBody>
              <a:bodyPr wrap="square" rtlCol="0">
                <a:spAutoFit/>
              </a:bodyPr>
              <a:lstStyle/>
              <a:p>
                <a:pPr>
                  <a:spcAft>
                    <a:spcPts val="600"/>
                  </a:spcAft>
                </a:pPr>
                <a:r>
                  <a:rPr lang="en-US" b="1" dirty="0">
                    <a:solidFill>
                      <a:srgbClr val="080808"/>
                    </a:solidFill>
                  </a:rPr>
                  <a:t>Capillary Tube Flow:</a:t>
                </a:r>
              </a:p>
              <a:p>
                <a:pPr marL="285750" indent="-285750">
                  <a:buFont typeface="Arial" panose="020B0604020202020204" pitchFamily="34" charset="0"/>
                  <a:buChar char="•"/>
                </a:pPr>
                <a:r>
                  <a:rPr lang="en-US" dirty="0">
                    <a:solidFill>
                      <a:srgbClr val="080808"/>
                    </a:solidFill>
                  </a:rPr>
                  <a:t>The velocity profile depends on the fluid’s rheology.</a:t>
                </a:r>
              </a:p>
              <a:p>
                <a:pPr marL="285750" indent="-285750">
                  <a:buFont typeface="Arial" panose="020B0604020202020204" pitchFamily="34" charset="0"/>
                  <a:buChar char="•"/>
                </a:pPr>
                <a:r>
                  <a:rPr lang="en-US" dirty="0">
                    <a:solidFill>
                      <a:srgbClr val="080808"/>
                    </a:solidFill>
                  </a:rPr>
                  <a:t>Contant pressure drives the fluid, so changes in flow rate reflect viscosity.</a:t>
                </a:r>
                <a:endParaRPr lang="en-US" dirty="0">
                  <a:solidFill>
                    <a:srgbClr val="000000"/>
                  </a:solidFill>
                </a:endParaRPr>
              </a:p>
              <a:p>
                <a:pPr marL="285750" indent="-285750">
                  <a:spcAft>
                    <a:spcPts val="600"/>
                  </a:spcAft>
                  <a:buFont typeface="Arial" panose="020B0604020202020204" pitchFamily="34" charset="0"/>
                  <a:buChar char="•"/>
                </a:pPr>
                <a:r>
                  <a:rPr lang="en-US" dirty="0">
                    <a:solidFill>
                      <a:srgbClr val="000000"/>
                    </a:solidFill>
                  </a:rPr>
                  <a:t>Shear stress at wall depends on pressure drop, tube radius, and tube length:</a:t>
                </a:r>
              </a:p>
              <a:p>
                <a:pPr algn="ctr">
                  <a:spcBef>
                    <a:spcPts val="1000"/>
                  </a:spcBef>
                  <a:spcAft>
                    <a:spcPts val="600"/>
                  </a:spcAft>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rPr>
                          </m:ctrlPr>
                        </m:sSubPr>
                        <m:e>
                          <m:r>
                            <a:rPr lang="en-US">
                              <a:solidFill>
                                <a:srgbClr val="000000"/>
                              </a:solidFill>
                              <a:latin typeface="Cambria Math" panose="02040503050406030204" pitchFamily="18" charset="0"/>
                            </a:rPr>
                            <m:t>𝜏</m:t>
                          </m:r>
                        </m:e>
                        <m:sub>
                          <m:r>
                            <a:rPr lang="en-US">
                              <a:solidFill>
                                <a:srgbClr val="000000"/>
                              </a:solidFill>
                              <a:latin typeface="Cambria Math" panose="02040503050406030204" pitchFamily="18" charset="0"/>
                            </a:rPr>
                            <m:t>𝑤</m:t>
                          </m:r>
                        </m:sub>
                      </m:sSub>
                      <m:r>
                        <a:rPr lang="en-US">
                          <a:solidFill>
                            <a:srgbClr val="000000"/>
                          </a:solidFill>
                          <a:latin typeface="Cambria Math" panose="02040503050406030204" pitchFamily="18" charset="0"/>
                        </a:rPr>
                        <m:t>= </m:t>
                      </m:r>
                      <m:f>
                        <m:fPr>
                          <m:ctrlPr>
                            <a:rPr lang="en-US" i="1">
                              <a:solidFill>
                                <a:srgbClr val="000000"/>
                              </a:solidFill>
                              <a:latin typeface="Cambria Math" panose="02040503050406030204" pitchFamily="18" charset="0"/>
                            </a:rPr>
                          </m:ctrlPr>
                        </m:fPr>
                        <m:num>
                          <m:r>
                            <a:rPr lang="en-US">
                              <a:solidFill>
                                <a:srgbClr val="000000"/>
                              </a:solidFill>
                              <a:latin typeface="Cambria Math" panose="02040503050406030204" pitchFamily="18" charset="0"/>
                            </a:rPr>
                            <m:t>∆</m:t>
                          </m:r>
                          <m:r>
                            <a:rPr lang="en-US">
                              <a:solidFill>
                                <a:srgbClr val="000000"/>
                              </a:solidFill>
                              <a:latin typeface="Cambria Math" panose="02040503050406030204" pitchFamily="18" charset="0"/>
                            </a:rPr>
                            <m:t>𝑃</m:t>
                          </m:r>
                          <m:r>
                            <a:rPr lang="en-US">
                              <a:solidFill>
                                <a:srgbClr val="000000"/>
                              </a:solidFill>
                              <a:latin typeface="Cambria Math" panose="02040503050406030204" pitchFamily="18" charset="0"/>
                            </a:rPr>
                            <m:t> </m:t>
                          </m:r>
                          <m:r>
                            <a:rPr lang="en-US">
                              <a:solidFill>
                                <a:srgbClr val="000000"/>
                              </a:solidFill>
                              <a:latin typeface="Cambria Math" panose="02040503050406030204" pitchFamily="18" charset="0"/>
                            </a:rPr>
                            <m:t>𝑅</m:t>
                          </m:r>
                        </m:num>
                        <m:den>
                          <m:r>
                            <a:rPr lang="en-US">
                              <a:solidFill>
                                <a:srgbClr val="000000"/>
                              </a:solidFill>
                              <a:latin typeface="Cambria Math" panose="02040503050406030204" pitchFamily="18" charset="0"/>
                            </a:rPr>
                            <m:t>2</m:t>
                          </m:r>
                          <m:r>
                            <a:rPr lang="en-US">
                              <a:solidFill>
                                <a:srgbClr val="000000"/>
                              </a:solidFill>
                              <a:latin typeface="Cambria Math" panose="02040503050406030204" pitchFamily="18" charset="0"/>
                            </a:rPr>
                            <m:t>𝐿</m:t>
                          </m:r>
                        </m:den>
                      </m:f>
                    </m:oMath>
                  </m:oMathPara>
                </a14:m>
                <a:endParaRPr lang="en-US" dirty="0">
                  <a:solidFill>
                    <a:srgbClr val="000000"/>
                  </a:solidFill>
                </a:endParaRPr>
              </a:p>
              <a:p>
                <a:pPr marL="285750" indent="-285750">
                  <a:spcBef>
                    <a:spcPts val="600"/>
                  </a:spcBef>
                  <a:spcAft>
                    <a:spcPts val="600"/>
                  </a:spcAft>
                  <a:buFont typeface="Arial" panose="020B0604020202020204" pitchFamily="34" charset="0"/>
                  <a:buChar char="•"/>
                </a:pPr>
                <a:r>
                  <a:rPr lang="en-US" dirty="0">
                    <a:solidFill>
                      <a:srgbClr val="000000"/>
                    </a:solidFill>
                  </a:rPr>
                  <a:t>Shear rate at wall for power-law fluid uses the </a:t>
                </a:r>
                <a:r>
                  <a:rPr lang="en-US" dirty="0" err="1">
                    <a:solidFill>
                      <a:srgbClr val="000000"/>
                    </a:solidFill>
                  </a:rPr>
                  <a:t>Rabinowistch</a:t>
                </a:r>
                <a:r>
                  <a:rPr lang="en-US" dirty="0">
                    <a:solidFill>
                      <a:srgbClr val="000000"/>
                    </a:solidFill>
                  </a:rPr>
                  <a:t> correction factor</a:t>
                </a:r>
              </a:p>
              <a:p>
                <a:pPr>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rPr>
                          </m:ctrlPr>
                        </m:sSubPr>
                        <m:e>
                          <m:acc>
                            <m:accPr>
                              <m:chr m:val="̇"/>
                              <m:ctrlPr>
                                <a:rPr lang="en-US" i="1">
                                  <a:solidFill>
                                    <a:srgbClr val="000000"/>
                                  </a:solidFill>
                                  <a:latin typeface="Cambria Math" panose="02040503050406030204" pitchFamily="18" charset="0"/>
                                </a:rPr>
                              </m:ctrlPr>
                            </m:accPr>
                            <m:e>
                              <m:r>
                                <a:rPr lang="en-US">
                                  <a:solidFill>
                                    <a:srgbClr val="000000"/>
                                  </a:solidFill>
                                  <a:latin typeface="Cambria Math" panose="02040503050406030204" pitchFamily="18" charset="0"/>
                                </a:rPr>
                                <m:t>𝛾</m:t>
                              </m:r>
                            </m:e>
                          </m:acc>
                        </m:e>
                        <m:sub>
                          <m:r>
                            <a:rPr lang="en-US">
                              <a:solidFill>
                                <a:srgbClr val="000000"/>
                              </a:solidFill>
                              <a:latin typeface="Cambria Math" panose="02040503050406030204" pitchFamily="18" charset="0"/>
                            </a:rPr>
                            <m:t>𝑤</m:t>
                          </m:r>
                        </m:sub>
                      </m:sSub>
                      <m:r>
                        <a:rPr lang="en-US">
                          <a:solidFill>
                            <a:srgbClr val="000000"/>
                          </a:solidFill>
                          <a:latin typeface="Cambria Math" panose="02040503050406030204" pitchFamily="18" charset="0"/>
                        </a:rPr>
                        <m:t>= </m:t>
                      </m:r>
                      <m:f>
                        <m:fPr>
                          <m:ctrlPr>
                            <a:rPr lang="en-US" i="1">
                              <a:solidFill>
                                <a:srgbClr val="000000"/>
                              </a:solidFill>
                              <a:latin typeface="Cambria Math" panose="02040503050406030204" pitchFamily="18" charset="0"/>
                            </a:rPr>
                          </m:ctrlPr>
                        </m:fPr>
                        <m:num>
                          <m:r>
                            <a:rPr lang="en-US">
                              <a:solidFill>
                                <a:srgbClr val="000000"/>
                              </a:solidFill>
                              <a:latin typeface="Cambria Math" panose="02040503050406030204" pitchFamily="18" charset="0"/>
                            </a:rPr>
                            <m:t>3</m:t>
                          </m:r>
                          <m:r>
                            <a:rPr lang="en-US">
                              <a:solidFill>
                                <a:srgbClr val="000000"/>
                              </a:solidFill>
                              <a:latin typeface="Cambria Math" panose="02040503050406030204" pitchFamily="18" charset="0"/>
                            </a:rPr>
                            <m:t>𝑛</m:t>
                          </m:r>
                          <m:r>
                            <a:rPr lang="en-US">
                              <a:solidFill>
                                <a:srgbClr val="000000"/>
                              </a:solidFill>
                              <a:latin typeface="Cambria Math" panose="02040503050406030204" pitchFamily="18" charset="0"/>
                            </a:rPr>
                            <m:t>+1</m:t>
                          </m:r>
                        </m:num>
                        <m:den>
                          <m:r>
                            <a:rPr lang="en-US">
                              <a:solidFill>
                                <a:srgbClr val="000000"/>
                              </a:solidFill>
                              <a:latin typeface="Cambria Math" panose="02040503050406030204" pitchFamily="18" charset="0"/>
                            </a:rPr>
                            <m:t>4</m:t>
                          </m:r>
                          <m:r>
                            <a:rPr lang="en-US">
                              <a:solidFill>
                                <a:srgbClr val="000000"/>
                              </a:solidFill>
                              <a:latin typeface="Cambria Math" panose="02040503050406030204" pitchFamily="18" charset="0"/>
                            </a:rPr>
                            <m:t>𝑛</m:t>
                          </m:r>
                        </m:den>
                      </m:f>
                      <m:r>
                        <a:rPr lang="en-US">
                          <a:solidFill>
                            <a:srgbClr val="000000"/>
                          </a:solidFill>
                          <a:latin typeface="Cambria Math" panose="02040503050406030204" pitchFamily="18" charset="0"/>
                        </a:rPr>
                        <m:t> × </m:t>
                      </m:r>
                      <m:f>
                        <m:fPr>
                          <m:ctrlPr>
                            <a:rPr lang="en-US" i="1">
                              <a:solidFill>
                                <a:srgbClr val="000000"/>
                              </a:solidFill>
                              <a:latin typeface="Cambria Math" panose="02040503050406030204" pitchFamily="18" charset="0"/>
                            </a:rPr>
                          </m:ctrlPr>
                        </m:fPr>
                        <m:num>
                          <m:r>
                            <a:rPr lang="en-US">
                              <a:solidFill>
                                <a:srgbClr val="000000"/>
                              </a:solidFill>
                              <a:latin typeface="Cambria Math" panose="02040503050406030204" pitchFamily="18" charset="0"/>
                            </a:rPr>
                            <m:t>8</m:t>
                          </m:r>
                          <m:r>
                            <a:rPr lang="en-US">
                              <a:solidFill>
                                <a:srgbClr val="000000"/>
                              </a:solidFill>
                              <a:latin typeface="Cambria Math" panose="02040503050406030204" pitchFamily="18" charset="0"/>
                            </a:rPr>
                            <m:t>𝑄</m:t>
                          </m:r>
                        </m:num>
                        <m:den>
                          <m:r>
                            <a:rPr lang="en-US">
                              <a:solidFill>
                                <a:srgbClr val="000000"/>
                              </a:solidFill>
                              <a:latin typeface="Cambria Math" panose="02040503050406030204" pitchFamily="18" charset="0"/>
                            </a:rPr>
                            <m:t>𝜋</m:t>
                          </m:r>
                          <m:sSup>
                            <m:sSupPr>
                              <m:ctrlPr>
                                <a:rPr lang="en-US" i="1">
                                  <a:solidFill>
                                    <a:srgbClr val="000000"/>
                                  </a:solidFill>
                                  <a:latin typeface="Cambria Math" panose="02040503050406030204" pitchFamily="18" charset="0"/>
                                </a:rPr>
                              </m:ctrlPr>
                            </m:sSupPr>
                            <m:e>
                              <m:r>
                                <a:rPr lang="en-US">
                                  <a:solidFill>
                                    <a:srgbClr val="000000"/>
                                  </a:solidFill>
                                  <a:latin typeface="Cambria Math" panose="02040503050406030204" pitchFamily="18" charset="0"/>
                                </a:rPr>
                                <m:t>𝑅</m:t>
                              </m:r>
                            </m:e>
                            <m:sup>
                              <m:r>
                                <a:rPr lang="en-US">
                                  <a:solidFill>
                                    <a:srgbClr val="000000"/>
                                  </a:solidFill>
                                  <a:latin typeface="Cambria Math" panose="02040503050406030204" pitchFamily="18" charset="0"/>
                                </a:rPr>
                                <m:t>3</m:t>
                              </m:r>
                            </m:sup>
                          </m:sSup>
                        </m:den>
                      </m:f>
                    </m:oMath>
                  </m:oMathPara>
                </a14:m>
                <a:endParaRPr lang="en-US" dirty="0">
                  <a:solidFill>
                    <a:srgbClr val="000000"/>
                  </a:solidFill>
                </a:endParaRPr>
              </a:p>
              <a:p>
                <a:pPr marL="285750" indent="-285750">
                  <a:spcBef>
                    <a:spcPts val="600"/>
                  </a:spcBef>
                  <a:spcAft>
                    <a:spcPts val="600"/>
                  </a:spcAft>
                  <a:buFont typeface="Arial" panose="020B0604020202020204" pitchFamily="34" charset="0"/>
                  <a:buChar char="•"/>
                </a:pPr>
                <a:r>
                  <a:rPr lang="en-US" dirty="0">
                    <a:solidFill>
                      <a:srgbClr val="000000"/>
                    </a:solidFill>
                  </a:rPr>
                  <a:t>Linearized Power-Law Tube Equation:</a:t>
                </a:r>
              </a:p>
              <a:p>
                <a:pPr>
                  <a:spcBef>
                    <a:spcPts val="600"/>
                  </a:spcBef>
                  <a:spcAft>
                    <a:spcPts val="600"/>
                  </a:spcAft>
                </a:pPr>
                <a14:m>
                  <m:oMathPara xmlns:m="http://schemas.openxmlformats.org/officeDocument/2006/math">
                    <m:oMathParaPr>
                      <m:jc m:val="centerGroup"/>
                    </m:oMathParaPr>
                    <m:oMath xmlns:m="http://schemas.openxmlformats.org/officeDocument/2006/math">
                      <m:func>
                        <m:funcPr>
                          <m:ctrlPr>
                            <a:rPr lang="en-US" i="1">
                              <a:solidFill>
                                <a:srgbClr val="000000"/>
                              </a:solidFill>
                              <a:latin typeface="Cambria Math" panose="02040503050406030204" pitchFamily="18" charset="0"/>
                            </a:rPr>
                          </m:ctrlPr>
                        </m:funcPr>
                        <m:fName>
                          <m:r>
                            <m:rPr>
                              <m:sty m:val="p"/>
                            </m:rPr>
                            <a:rPr lang="en-US">
                              <a:solidFill>
                                <a:srgbClr val="000000"/>
                              </a:solidFill>
                              <a:latin typeface="Cambria Math" panose="02040503050406030204" pitchFamily="18" charset="0"/>
                            </a:rPr>
                            <m:t>log</m:t>
                          </m:r>
                        </m:fName>
                        <m:e>
                          <m:f>
                            <m:fPr>
                              <m:ctrlPr>
                                <a:rPr lang="en-US" i="1">
                                  <a:solidFill>
                                    <a:srgbClr val="000000"/>
                                  </a:solidFill>
                                  <a:latin typeface="Cambria Math" panose="02040503050406030204" pitchFamily="18" charset="0"/>
                                </a:rPr>
                              </m:ctrlPr>
                            </m:fPr>
                            <m:num>
                              <m:r>
                                <a:rPr lang="en-US">
                                  <a:solidFill>
                                    <a:srgbClr val="000000"/>
                                  </a:solidFill>
                                  <a:latin typeface="Cambria Math" panose="02040503050406030204" pitchFamily="18" charset="0"/>
                                </a:rPr>
                                <m:t>∆</m:t>
                              </m:r>
                              <m:r>
                                <a:rPr lang="en-US">
                                  <a:solidFill>
                                    <a:srgbClr val="000000"/>
                                  </a:solidFill>
                                  <a:latin typeface="Cambria Math" panose="02040503050406030204" pitchFamily="18" charset="0"/>
                                </a:rPr>
                                <m:t>𝑃𝑅</m:t>
                              </m:r>
                            </m:num>
                            <m:den>
                              <m:r>
                                <a:rPr lang="en-US">
                                  <a:solidFill>
                                    <a:srgbClr val="000000"/>
                                  </a:solidFill>
                                  <a:latin typeface="Cambria Math" panose="02040503050406030204" pitchFamily="18" charset="0"/>
                                </a:rPr>
                                <m:t>2</m:t>
                              </m:r>
                              <m:r>
                                <a:rPr lang="en-US">
                                  <a:solidFill>
                                    <a:srgbClr val="000000"/>
                                  </a:solidFill>
                                  <a:latin typeface="Cambria Math" panose="02040503050406030204" pitchFamily="18" charset="0"/>
                                </a:rPr>
                                <m:t>𝐿</m:t>
                              </m:r>
                            </m:den>
                          </m:f>
                          <m:r>
                            <a:rPr lang="en-US">
                              <a:solidFill>
                                <a:srgbClr val="000000"/>
                              </a:solidFill>
                              <a:latin typeface="Cambria Math" panose="02040503050406030204" pitchFamily="18" charset="0"/>
                            </a:rPr>
                            <m:t>=</m:t>
                          </m:r>
                          <m:r>
                            <a:rPr lang="en-US">
                              <a:solidFill>
                                <a:srgbClr val="000000"/>
                              </a:solidFill>
                              <a:latin typeface="Cambria Math" panose="02040503050406030204" pitchFamily="18" charset="0"/>
                            </a:rPr>
                            <m:t>𝑛</m:t>
                          </m:r>
                          <m:func>
                            <m:funcPr>
                              <m:ctrlPr>
                                <a:rPr lang="en-US" i="1">
                                  <a:solidFill>
                                    <a:srgbClr val="000000"/>
                                  </a:solidFill>
                                  <a:latin typeface="Cambria Math" panose="02040503050406030204" pitchFamily="18" charset="0"/>
                                </a:rPr>
                              </m:ctrlPr>
                            </m:funcPr>
                            <m:fName>
                              <m:r>
                                <m:rPr>
                                  <m:sty m:val="p"/>
                                </m:rPr>
                                <a:rPr lang="en-US">
                                  <a:solidFill>
                                    <a:srgbClr val="000000"/>
                                  </a:solidFill>
                                  <a:latin typeface="Cambria Math" panose="02040503050406030204" pitchFamily="18" charset="0"/>
                                </a:rPr>
                                <m:t>log</m:t>
                              </m:r>
                            </m:fName>
                            <m:e>
                              <m:f>
                                <m:fPr>
                                  <m:ctrlPr>
                                    <a:rPr lang="en-US" i="1">
                                      <a:solidFill>
                                        <a:srgbClr val="000000"/>
                                      </a:solidFill>
                                      <a:latin typeface="Cambria Math" panose="02040503050406030204" pitchFamily="18" charset="0"/>
                                    </a:rPr>
                                  </m:ctrlPr>
                                </m:fPr>
                                <m:num>
                                  <m:r>
                                    <a:rPr lang="en-US">
                                      <a:solidFill>
                                        <a:srgbClr val="000000"/>
                                      </a:solidFill>
                                      <a:latin typeface="Cambria Math" panose="02040503050406030204" pitchFamily="18" charset="0"/>
                                    </a:rPr>
                                    <m:t>𝑄</m:t>
                                  </m:r>
                                </m:num>
                                <m:den>
                                  <m:r>
                                    <a:rPr lang="en-US">
                                      <a:solidFill>
                                        <a:srgbClr val="000000"/>
                                      </a:solidFill>
                                      <a:latin typeface="Cambria Math" panose="02040503050406030204" pitchFamily="18" charset="0"/>
                                    </a:rPr>
                                    <m:t>𝜋</m:t>
                                  </m:r>
                                  <m:sSup>
                                    <m:sSupPr>
                                      <m:ctrlPr>
                                        <a:rPr lang="en-US" i="1">
                                          <a:solidFill>
                                            <a:srgbClr val="000000"/>
                                          </a:solidFill>
                                          <a:latin typeface="Cambria Math" panose="02040503050406030204" pitchFamily="18" charset="0"/>
                                        </a:rPr>
                                      </m:ctrlPr>
                                    </m:sSupPr>
                                    <m:e>
                                      <m:r>
                                        <a:rPr lang="en-US">
                                          <a:solidFill>
                                            <a:srgbClr val="000000"/>
                                          </a:solidFill>
                                          <a:latin typeface="Cambria Math" panose="02040503050406030204" pitchFamily="18" charset="0"/>
                                        </a:rPr>
                                        <m:t>𝑅</m:t>
                                      </m:r>
                                    </m:e>
                                    <m:sup>
                                      <m:r>
                                        <a:rPr lang="en-US">
                                          <a:solidFill>
                                            <a:srgbClr val="000000"/>
                                          </a:solidFill>
                                          <a:latin typeface="Cambria Math" panose="02040503050406030204" pitchFamily="18" charset="0"/>
                                        </a:rPr>
                                        <m:t>3</m:t>
                                      </m:r>
                                    </m:sup>
                                  </m:sSup>
                                </m:den>
                              </m:f>
                              <m:r>
                                <a:rPr lang="en-US">
                                  <a:solidFill>
                                    <a:srgbClr val="000000"/>
                                  </a:solidFill>
                                  <a:latin typeface="Cambria Math" panose="02040503050406030204" pitchFamily="18" charset="0"/>
                                </a:rPr>
                                <m:t>+ </m:t>
                              </m:r>
                              <m:func>
                                <m:funcPr>
                                  <m:ctrlPr>
                                    <a:rPr lang="en-US" i="1">
                                      <a:solidFill>
                                        <a:srgbClr val="000000"/>
                                      </a:solidFill>
                                      <a:latin typeface="Cambria Math" panose="02040503050406030204" pitchFamily="18" charset="0"/>
                                    </a:rPr>
                                  </m:ctrlPr>
                                </m:funcPr>
                                <m:fName>
                                  <m:r>
                                    <m:rPr>
                                      <m:sty m:val="p"/>
                                    </m:rPr>
                                    <a:rPr lang="en-US">
                                      <a:solidFill>
                                        <a:srgbClr val="000000"/>
                                      </a:solidFill>
                                      <a:latin typeface="Cambria Math" panose="02040503050406030204" pitchFamily="18" charset="0"/>
                                    </a:rPr>
                                    <m:t>log</m:t>
                                  </m:r>
                                </m:fName>
                                <m:e>
                                  <m:r>
                                    <a:rPr lang="en-US">
                                      <a:solidFill>
                                        <a:srgbClr val="000000"/>
                                      </a:solidFill>
                                      <a:latin typeface="Cambria Math" panose="02040503050406030204" pitchFamily="18" charset="0"/>
                                    </a:rPr>
                                    <m:t>𝑚</m:t>
                                  </m:r>
                                  <m:r>
                                    <a:rPr lang="en-US">
                                      <a:solidFill>
                                        <a:srgbClr val="000000"/>
                                      </a:solidFill>
                                      <a:latin typeface="Cambria Math" panose="02040503050406030204" pitchFamily="18" charset="0"/>
                                    </a:rPr>
                                    <m:t> </m:t>
                                  </m:r>
                                  <m:sSup>
                                    <m:sSupPr>
                                      <m:ctrlPr>
                                        <a:rPr lang="en-US" i="1">
                                          <a:solidFill>
                                            <a:srgbClr val="000000"/>
                                          </a:solidFill>
                                          <a:latin typeface="Cambria Math" panose="02040503050406030204" pitchFamily="18" charset="0"/>
                                        </a:rPr>
                                      </m:ctrlPr>
                                    </m:sSupPr>
                                    <m:e>
                                      <m:r>
                                        <a:rPr lang="en-US">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a:solidFill>
                                                <a:srgbClr val="000000"/>
                                              </a:solidFill>
                                              <a:latin typeface="Cambria Math" panose="02040503050406030204" pitchFamily="18" charset="0"/>
                                            </a:rPr>
                                            <m:t>3</m:t>
                                          </m:r>
                                          <m:r>
                                            <a:rPr lang="en-US">
                                              <a:solidFill>
                                                <a:srgbClr val="000000"/>
                                              </a:solidFill>
                                              <a:latin typeface="Cambria Math" panose="02040503050406030204" pitchFamily="18" charset="0"/>
                                            </a:rPr>
                                            <m:t>𝑛</m:t>
                                          </m:r>
                                          <m:r>
                                            <a:rPr lang="en-US">
                                              <a:solidFill>
                                                <a:srgbClr val="000000"/>
                                              </a:solidFill>
                                              <a:latin typeface="Cambria Math" panose="02040503050406030204" pitchFamily="18" charset="0"/>
                                            </a:rPr>
                                            <m:t>+1</m:t>
                                          </m:r>
                                        </m:num>
                                        <m:den>
                                          <m:r>
                                            <a:rPr lang="en-US">
                                              <a:solidFill>
                                                <a:srgbClr val="000000"/>
                                              </a:solidFill>
                                              <a:latin typeface="Cambria Math" panose="02040503050406030204" pitchFamily="18" charset="0"/>
                                            </a:rPr>
                                            <m:t>𝑛</m:t>
                                          </m:r>
                                        </m:den>
                                      </m:f>
                                      <m:r>
                                        <a:rPr lang="en-US">
                                          <a:solidFill>
                                            <a:srgbClr val="000000"/>
                                          </a:solidFill>
                                          <a:latin typeface="Cambria Math" panose="02040503050406030204" pitchFamily="18" charset="0"/>
                                        </a:rPr>
                                        <m:t>)</m:t>
                                      </m:r>
                                    </m:e>
                                    <m:sup>
                                      <m:r>
                                        <a:rPr lang="en-US">
                                          <a:solidFill>
                                            <a:srgbClr val="000000"/>
                                          </a:solidFill>
                                          <a:latin typeface="Cambria Math" panose="02040503050406030204" pitchFamily="18" charset="0"/>
                                        </a:rPr>
                                        <m:t>𝑛</m:t>
                                      </m:r>
                                    </m:sup>
                                  </m:sSup>
                                </m:e>
                              </m:func>
                            </m:e>
                          </m:func>
                        </m:e>
                      </m:func>
                    </m:oMath>
                  </m:oMathPara>
                </a14:m>
                <a:endParaRPr lang="en-US" dirty="0"/>
              </a:p>
            </p:txBody>
          </p:sp>
        </mc:Choice>
        <mc:Fallback>
          <p:sp>
            <p:nvSpPr>
              <p:cNvPr id="3" name="TextBox 2">
                <a:extLst>
                  <a:ext uri="{FF2B5EF4-FFF2-40B4-BE49-F238E27FC236}">
                    <a16:creationId xmlns:a16="http://schemas.microsoft.com/office/drawing/2014/main" id="{B60E227D-F044-016B-B411-618EACE0BDB8}"/>
                  </a:ext>
                </a:extLst>
              </p:cNvPr>
              <p:cNvSpPr txBox="1">
                <a:spLocks noRot="1" noChangeAspect="1" noMove="1" noResize="1" noEditPoints="1" noAdjustHandles="1" noChangeArrowheads="1" noChangeShapeType="1" noTextEdit="1"/>
              </p:cNvSpPr>
              <p:nvPr/>
            </p:nvSpPr>
            <p:spPr>
              <a:xfrm>
                <a:off x="770859" y="1196599"/>
                <a:ext cx="6352954" cy="4837350"/>
              </a:xfrm>
              <a:prstGeom prst="rect">
                <a:avLst/>
              </a:prstGeom>
              <a:blipFill>
                <a:blip r:embed="rId2"/>
                <a:stretch>
                  <a:fillRect l="-767" t="-630"/>
                </a:stretch>
              </a:blipFill>
            </p:spPr>
            <p:txBody>
              <a:bodyPr/>
              <a:lstStyle/>
              <a:p>
                <a:r>
                  <a:rPr lang="en-US">
                    <a:noFill/>
                  </a:rPr>
                  <a:t> </a:t>
                </a:r>
              </a:p>
            </p:txBody>
          </p:sp>
        </mc:Fallback>
      </mc:AlternateContent>
      <p:pic>
        <p:nvPicPr>
          <p:cNvPr id="2050" name="Picture 2" descr="Chemical structure of carbopol polymer | Download Scientific Diagram">
            <a:extLst>
              <a:ext uri="{FF2B5EF4-FFF2-40B4-BE49-F238E27FC236}">
                <a16:creationId xmlns:a16="http://schemas.microsoft.com/office/drawing/2014/main" id="{AC0A7664-56F3-D0BC-6CBB-5058D6F078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54702" y="1264898"/>
            <a:ext cx="4704747" cy="313166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7912C8C-F6A1-C0A0-904D-AD3283BF6FE1}"/>
              </a:ext>
            </a:extLst>
          </p:cNvPr>
          <p:cNvSpPr txBox="1"/>
          <p:nvPr/>
        </p:nvSpPr>
        <p:spPr>
          <a:xfrm>
            <a:off x="7049385" y="4396563"/>
            <a:ext cx="4699591" cy="307777"/>
          </a:xfrm>
          <a:prstGeom prst="rect">
            <a:avLst/>
          </a:prstGeom>
          <a:noFill/>
        </p:spPr>
        <p:txBody>
          <a:bodyPr wrap="square" rtlCol="0">
            <a:spAutoFit/>
          </a:bodyPr>
          <a:lstStyle/>
          <a:p>
            <a:r>
              <a:rPr lang="en-US" sz="1400" b="1" dirty="0"/>
              <a:t>Figure: </a:t>
            </a:r>
            <a:r>
              <a:rPr lang="en-US" sz="1400" dirty="0"/>
              <a:t>Carbopol Structure </a:t>
            </a:r>
          </a:p>
        </p:txBody>
      </p:sp>
    </p:spTree>
    <p:extLst>
      <p:ext uri="{BB962C8B-B14F-4D97-AF65-F5344CB8AC3E}">
        <p14:creationId xmlns:p14="http://schemas.microsoft.com/office/powerpoint/2010/main" val="28583479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64A3A27-F170-2F91-716A-70F40A02417A}"/>
              </a:ext>
            </a:extLst>
          </p:cNvPr>
          <p:cNvSpPr txBox="1"/>
          <p:nvPr/>
        </p:nvSpPr>
        <p:spPr>
          <a:xfrm>
            <a:off x="5323491" y="313649"/>
            <a:ext cx="5632982" cy="738664"/>
          </a:xfrm>
          <a:prstGeom prst="rect">
            <a:avLst/>
          </a:prstGeom>
          <a:noFill/>
        </p:spPr>
        <p:txBody>
          <a:bodyPr wrap="square" rtlCol="0">
            <a:spAutoFit/>
          </a:bodyPr>
          <a:lstStyle/>
          <a:p>
            <a:r>
              <a:rPr lang="en-US" sz="2400" b="1" dirty="0">
                <a:solidFill>
                  <a:schemeClr val="accent2"/>
                </a:solidFill>
                <a:latin typeface="+mj-lt"/>
                <a:cs typeface="Times New Roman" panose="02020603050405020304" pitchFamily="18" charset="0"/>
              </a:rPr>
              <a:t>Apparatus</a:t>
            </a:r>
          </a:p>
          <a:p>
            <a:endParaRPr lang="en-NZ" dirty="0"/>
          </a:p>
        </p:txBody>
      </p:sp>
      <p:sp>
        <p:nvSpPr>
          <p:cNvPr id="6" name="TextBox 5">
            <a:extLst>
              <a:ext uri="{FF2B5EF4-FFF2-40B4-BE49-F238E27FC236}">
                <a16:creationId xmlns:a16="http://schemas.microsoft.com/office/drawing/2014/main" id="{ACDA1FBD-6F9C-FADF-A42B-E81F32625ACA}"/>
              </a:ext>
            </a:extLst>
          </p:cNvPr>
          <p:cNvSpPr txBox="1"/>
          <p:nvPr/>
        </p:nvSpPr>
        <p:spPr>
          <a:xfrm>
            <a:off x="5323491" y="1052313"/>
            <a:ext cx="6026911" cy="5739007"/>
          </a:xfrm>
          <a:prstGeom prst="rect">
            <a:avLst/>
          </a:prstGeom>
          <a:noFill/>
        </p:spPr>
        <p:txBody>
          <a:bodyPr wrap="square" rtlCol="0">
            <a:spAutoFit/>
          </a:bodyPr>
          <a:lstStyle/>
          <a:p>
            <a:pPr marL="342900" indent="-342900" fontAlgn="base">
              <a:lnSpc>
                <a:spcPct val="150000"/>
              </a:lnSpc>
              <a:spcBef>
                <a:spcPts val="1200"/>
              </a:spcBef>
              <a:spcAft>
                <a:spcPts val="800"/>
              </a:spcAft>
              <a:buAutoNum type="arabicPeriod"/>
            </a:pPr>
            <a:r>
              <a:rPr lang="en-US" sz="2400" dirty="0">
                <a:solidFill>
                  <a:schemeClr val="accent6">
                    <a:lumMod val="10000"/>
                  </a:schemeClr>
                </a:solidFill>
                <a:latin typeface="+mj-lt"/>
              </a:rPr>
              <a:t>Pressure Regulator: Used to regulate the pressure of the vessel</a:t>
            </a:r>
          </a:p>
          <a:p>
            <a:pPr marL="342900" indent="-342900" fontAlgn="base">
              <a:lnSpc>
                <a:spcPct val="150000"/>
              </a:lnSpc>
              <a:spcBef>
                <a:spcPts val="1200"/>
              </a:spcBef>
              <a:spcAft>
                <a:spcPts val="800"/>
              </a:spcAft>
              <a:buAutoNum type="arabicPeriod"/>
            </a:pPr>
            <a:r>
              <a:rPr lang="en-US" sz="2400" dirty="0">
                <a:solidFill>
                  <a:schemeClr val="accent6">
                    <a:lumMod val="10000"/>
                  </a:schemeClr>
                </a:solidFill>
                <a:latin typeface="+mj-lt"/>
              </a:rPr>
              <a:t>Pressure Gauge: Reads the pressure controlled by the pressure regulator</a:t>
            </a:r>
          </a:p>
          <a:p>
            <a:pPr marL="342900" indent="-342900" fontAlgn="base">
              <a:lnSpc>
                <a:spcPct val="150000"/>
              </a:lnSpc>
              <a:spcBef>
                <a:spcPts val="1200"/>
              </a:spcBef>
              <a:spcAft>
                <a:spcPts val="800"/>
              </a:spcAft>
              <a:buAutoNum type="arabicPeriod"/>
            </a:pPr>
            <a:r>
              <a:rPr lang="en-US" sz="2400" dirty="0">
                <a:solidFill>
                  <a:schemeClr val="accent6">
                    <a:lumMod val="10000"/>
                  </a:schemeClr>
                </a:solidFill>
                <a:latin typeface="+mj-lt"/>
              </a:rPr>
              <a:t>Pressurization Vessel: Filled fluid which will be pressurized</a:t>
            </a:r>
          </a:p>
          <a:p>
            <a:pPr marL="342900" indent="-342900" fontAlgn="base">
              <a:lnSpc>
                <a:spcPct val="150000"/>
              </a:lnSpc>
              <a:spcBef>
                <a:spcPts val="1200"/>
              </a:spcBef>
              <a:spcAft>
                <a:spcPts val="800"/>
              </a:spcAft>
              <a:buAutoNum type="arabicPeriod"/>
            </a:pPr>
            <a:r>
              <a:rPr lang="en-US" sz="2400" dirty="0">
                <a:solidFill>
                  <a:schemeClr val="accent6">
                    <a:lumMod val="10000"/>
                  </a:schemeClr>
                </a:solidFill>
                <a:latin typeface="+mj-lt"/>
              </a:rPr>
              <a:t>Capillary Tubes: Used to measure the viscosity of the fluid</a:t>
            </a:r>
          </a:p>
          <a:p>
            <a:pPr fontAlgn="base">
              <a:lnSpc>
                <a:spcPts val="1350"/>
              </a:lnSpc>
              <a:spcBef>
                <a:spcPts val="1200"/>
              </a:spcBef>
              <a:spcAft>
                <a:spcPts val="800"/>
              </a:spcAft>
            </a:pPr>
            <a:endParaRPr lang="en-US" dirty="0">
              <a:solidFill>
                <a:schemeClr val="accent6">
                  <a:lumMod val="10000"/>
                </a:schemeClr>
              </a:solidFill>
              <a:latin typeface="+mj-lt"/>
            </a:endParaRPr>
          </a:p>
        </p:txBody>
      </p:sp>
      <p:pic>
        <p:nvPicPr>
          <p:cNvPr id="2050" name="Picture 2" descr="Text Box 1, Textbox">
            <a:extLst>
              <a:ext uri="{FF2B5EF4-FFF2-40B4-BE49-F238E27FC236}">
                <a16:creationId xmlns:a16="http://schemas.microsoft.com/office/drawing/2014/main" id="{C83CA73E-A681-9E3A-E12E-4C2B457B06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3318" y="5922219"/>
            <a:ext cx="4683598" cy="622132"/>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 descr="Group 13, Grouped object">
            <a:extLst>
              <a:ext uri="{FF2B5EF4-FFF2-40B4-BE49-F238E27FC236}">
                <a16:creationId xmlns:a16="http://schemas.microsoft.com/office/drawing/2014/main" id="{9DCC1C9C-EC2A-E251-33EF-3DAFEC3436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5763" y="313649"/>
            <a:ext cx="4556093" cy="55609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98005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1032453F-A203-EB11-8362-5B79B0D860AD}"/>
              </a:ext>
            </a:extLst>
          </p:cNvPr>
          <p:cNvSpPr>
            <a:spLocks noGrp="1"/>
          </p:cNvSpPr>
          <p:nvPr>
            <p:ph type="title"/>
          </p:nvPr>
        </p:nvSpPr>
        <p:spPr>
          <a:xfrm>
            <a:off x="571499" y="427475"/>
            <a:ext cx="11048999" cy="811005"/>
          </a:xfrm>
          <a:effectLst>
            <a:outerShdw blurRad="50800" dist="50800" dir="7200000" sx="23000" sy="23000" algn="ctr" rotWithShape="0">
              <a:srgbClr val="000000">
                <a:alpha val="90000"/>
              </a:srgbClr>
            </a:outerShdw>
          </a:effectLst>
        </p:spPr>
        <p:txBody>
          <a:bodyPr/>
          <a:lstStyle/>
          <a:p>
            <a:r>
              <a:rPr lang="en-US" dirty="0"/>
              <a:t>Materials and Supplies</a:t>
            </a: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8E31C623-36E6-0797-D57F-5D27583F07D2}"/>
                  </a:ext>
                </a:extLst>
              </p14:cNvPr>
              <p14:cNvContentPartPr/>
              <p14:nvPr/>
            </p14:nvContentPartPr>
            <p14:xfrm>
              <a:off x="11663589" y="2184531"/>
              <a:ext cx="1080" cy="11880"/>
            </p14:xfrm>
          </p:contentPart>
        </mc:Choice>
        <mc:Fallback>
          <p:pic>
            <p:nvPicPr>
              <p:cNvPr id="3" name="Ink 2">
                <a:extLst>
                  <a:ext uri="{FF2B5EF4-FFF2-40B4-BE49-F238E27FC236}">
                    <a16:creationId xmlns:a16="http://schemas.microsoft.com/office/drawing/2014/main" id="{8E31C623-36E6-0797-D57F-5D27583F07D2}"/>
                  </a:ext>
                </a:extLst>
              </p:cNvPr>
              <p:cNvPicPr/>
              <p:nvPr/>
            </p:nvPicPr>
            <p:blipFill>
              <a:blip r:embed="rId3"/>
              <a:stretch>
                <a:fillRect/>
              </a:stretch>
            </p:blipFill>
            <p:spPr>
              <a:xfrm>
                <a:off x="11659269" y="2180211"/>
                <a:ext cx="9720" cy="2052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615F057B-AD98-7005-3227-6D7F99EDC4A3}"/>
                  </a:ext>
                </a:extLst>
              </p14:cNvPr>
              <p14:cNvContentPartPr/>
              <p14:nvPr/>
            </p14:nvContentPartPr>
            <p14:xfrm>
              <a:off x="10383429" y="4556931"/>
              <a:ext cx="360" cy="360"/>
            </p14:xfrm>
          </p:contentPart>
        </mc:Choice>
        <mc:Fallback>
          <p:pic>
            <p:nvPicPr>
              <p:cNvPr id="4" name="Ink 3">
                <a:extLst>
                  <a:ext uri="{FF2B5EF4-FFF2-40B4-BE49-F238E27FC236}">
                    <a16:creationId xmlns:a16="http://schemas.microsoft.com/office/drawing/2014/main" id="{615F057B-AD98-7005-3227-6D7F99EDC4A3}"/>
                  </a:ext>
                </a:extLst>
              </p:cNvPr>
              <p:cNvPicPr/>
              <p:nvPr/>
            </p:nvPicPr>
            <p:blipFill>
              <a:blip r:embed="rId5"/>
              <a:stretch>
                <a:fillRect/>
              </a:stretch>
            </p:blipFill>
            <p:spPr>
              <a:xfrm>
                <a:off x="10377309" y="4550811"/>
                <a:ext cx="12600" cy="12600"/>
              </a:xfrm>
              <a:prstGeom prst="rect">
                <a:avLst/>
              </a:prstGeom>
            </p:spPr>
          </p:pic>
        </mc:Fallback>
      </mc:AlternateContent>
      <p:graphicFrame>
        <p:nvGraphicFramePr>
          <p:cNvPr id="10" name="Content Placeholder 2">
            <a:extLst>
              <a:ext uri="{FF2B5EF4-FFF2-40B4-BE49-F238E27FC236}">
                <a16:creationId xmlns:a16="http://schemas.microsoft.com/office/drawing/2014/main" id="{76816691-2192-919F-C606-D51B419CA776}"/>
              </a:ext>
            </a:extLst>
          </p:cNvPr>
          <p:cNvGraphicFramePr>
            <a:graphicFrameLocks noGrp="1"/>
          </p:cNvGraphicFramePr>
          <p:nvPr>
            <p:ph idx="1"/>
            <p:extLst>
              <p:ext uri="{D42A27DB-BD31-4B8C-83A1-F6EECF244321}">
                <p14:modId xmlns:p14="http://schemas.microsoft.com/office/powerpoint/2010/main" val="1398658767"/>
              </p:ext>
            </p:extLst>
          </p:nvPr>
        </p:nvGraphicFramePr>
        <p:xfrm>
          <a:off x="571498" y="1238481"/>
          <a:ext cx="5428563" cy="537822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pic>
        <p:nvPicPr>
          <p:cNvPr id="11" name="Picture 12" descr="Lab Measuring Equipment | Types &amp; Significance">
            <a:extLst>
              <a:ext uri="{FF2B5EF4-FFF2-40B4-BE49-F238E27FC236}">
                <a16:creationId xmlns:a16="http://schemas.microsoft.com/office/drawing/2014/main" id="{69A71F2F-B804-D02C-19F3-830A7C271B8C}"/>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12520" r="12665"/>
          <a:stretch>
            <a:fillRect/>
          </a:stretch>
        </p:blipFill>
        <p:spPr bwMode="auto">
          <a:xfrm>
            <a:off x="8804775" y="832977"/>
            <a:ext cx="2858814" cy="1930597"/>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4" descr="Lab Goggles Nitrile Gloves Stock Photo 709923 | Shutterstock">
            <a:extLst>
              <a:ext uri="{FF2B5EF4-FFF2-40B4-BE49-F238E27FC236}">
                <a16:creationId xmlns:a16="http://schemas.microsoft.com/office/drawing/2014/main" id="{A6CAB525-5231-CDFF-E20E-792A5ECDB08E}"/>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t="3855" b="6945"/>
          <a:stretch>
            <a:fillRect/>
          </a:stretch>
        </p:blipFill>
        <p:spPr bwMode="auto">
          <a:xfrm>
            <a:off x="6001141" y="576758"/>
            <a:ext cx="2748455" cy="1760127"/>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34,587 Timer Isolated Stock Photos - Free &amp; Royalty-Free Stock Photos from  Dreamstime">
            <a:extLst>
              <a:ext uri="{FF2B5EF4-FFF2-40B4-BE49-F238E27FC236}">
                <a16:creationId xmlns:a16="http://schemas.microsoft.com/office/drawing/2014/main" id="{7009575F-0BAF-4D80-F46C-EED79CFB09D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455971" y="2486168"/>
            <a:ext cx="2293625" cy="2293625"/>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Hex Wrench, 5/64&quot;">
            <a:extLst>
              <a:ext uri="{FF2B5EF4-FFF2-40B4-BE49-F238E27FC236}">
                <a16:creationId xmlns:a16="http://schemas.microsoft.com/office/drawing/2014/main" id="{8ABAD99F-5A40-07EB-79F0-BC6BC0C19208}"/>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854999" y="2846002"/>
            <a:ext cx="3056860" cy="171092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Laboratory Jack, 6&quot;x6&quot;">
            <a:extLst>
              <a:ext uri="{FF2B5EF4-FFF2-40B4-BE49-F238E27FC236}">
                <a16:creationId xmlns:a16="http://schemas.microsoft.com/office/drawing/2014/main" id="{40B64F4A-493F-E67A-C55C-C0351FCB3049}"/>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350568" y="4817869"/>
            <a:ext cx="2698248" cy="179883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pH 1-14 Full Range Litmus Test Paper Strips Tester Indicator Urine -  Walmart.com">
            <a:extLst>
              <a:ext uri="{FF2B5EF4-FFF2-40B4-BE49-F238E27FC236}">
                <a16:creationId xmlns:a16="http://schemas.microsoft.com/office/drawing/2014/main" id="{A2AD5E9F-DA0E-1561-B6AC-A9007D629406}"/>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048816" y="4341513"/>
            <a:ext cx="2293625" cy="2293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62303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06471-8F94-7E94-99B0-7846EA0EEF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3FF10E-8E2B-B198-C433-AEB49BEF68F3}"/>
              </a:ext>
            </a:extLst>
          </p:cNvPr>
          <p:cNvSpPr>
            <a:spLocks noGrp="1"/>
          </p:cNvSpPr>
          <p:nvPr>
            <p:ph type="body" sz="quarter" idx="17"/>
          </p:nvPr>
        </p:nvSpPr>
        <p:spPr>
          <a:xfrm>
            <a:off x="550479" y="1378169"/>
            <a:ext cx="3225800" cy="1562100"/>
          </a:xfrm>
        </p:spPr>
        <p:txBody>
          <a:bodyPr>
            <a:normAutofit/>
          </a:bodyPr>
          <a:lstStyle/>
          <a:p>
            <a:r>
              <a:rPr lang="en-US"/>
              <a:t>Procedure</a:t>
            </a:r>
          </a:p>
        </p:txBody>
      </p:sp>
      <p:pic>
        <p:nvPicPr>
          <p:cNvPr id="8" name="Graphic 7" descr="List with solid fill">
            <a:extLst>
              <a:ext uri="{FF2B5EF4-FFF2-40B4-BE49-F238E27FC236}">
                <a16:creationId xmlns:a16="http://schemas.microsoft.com/office/drawing/2014/main" id="{21337727-E0F6-0415-54A1-A98A7DF88F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2151" y="2525111"/>
            <a:ext cx="2667000" cy="2667000"/>
          </a:xfrm>
          <a:prstGeom prst="rect">
            <a:avLst/>
          </a:prstGeom>
        </p:spPr>
      </p:pic>
      <p:sp>
        <p:nvSpPr>
          <p:cNvPr id="3" name="TextBox 2">
            <a:extLst>
              <a:ext uri="{FF2B5EF4-FFF2-40B4-BE49-F238E27FC236}">
                <a16:creationId xmlns:a16="http://schemas.microsoft.com/office/drawing/2014/main" id="{E319AF4C-EBBF-5412-C428-C2D81A1B0584}"/>
              </a:ext>
            </a:extLst>
          </p:cNvPr>
          <p:cNvSpPr txBox="1"/>
          <p:nvPr/>
        </p:nvSpPr>
        <p:spPr>
          <a:xfrm>
            <a:off x="4763800" y="530830"/>
            <a:ext cx="6577300" cy="5632311"/>
          </a:xfrm>
          <a:prstGeom prst="rect">
            <a:avLst/>
          </a:prstGeom>
          <a:noFill/>
        </p:spPr>
        <p:txBody>
          <a:bodyPr wrap="square" rtlCol="0">
            <a:spAutoFit/>
          </a:bodyPr>
          <a:lstStyle/>
          <a:p>
            <a:pPr marL="342900" lvl="0" indent="-342900">
              <a:buFont typeface="+mj-lt"/>
              <a:buAutoNum type="arabicPeriod"/>
            </a:pPr>
            <a:r>
              <a:rPr lang="en-US" dirty="0"/>
              <a:t>Prepare approximately 2 liters of a 1.0wt% Carbopol 934 solution in warm water using a power mixer until completely dissolved.</a:t>
            </a:r>
            <a:endParaRPr lang="en-NZ" dirty="0"/>
          </a:p>
          <a:p>
            <a:pPr marL="342900" lvl="0" indent="-342900">
              <a:buFont typeface="+mj-lt"/>
              <a:buAutoNum type="arabicPeriod"/>
            </a:pPr>
            <a:r>
              <a:rPr lang="en-US" dirty="0"/>
              <a:t>Neutralize the solution by slowly adding 1 N NaOH to adjust the pH to between 5-6, forming a gel-like consistency. Record the final pH value.</a:t>
            </a:r>
            <a:endParaRPr lang="en-NZ" dirty="0"/>
          </a:p>
          <a:p>
            <a:pPr marL="342900" lvl="0" indent="-342900">
              <a:buFont typeface="+mj-lt"/>
              <a:buAutoNum type="arabicPeriod"/>
            </a:pPr>
            <a:r>
              <a:rPr lang="en-US" dirty="0"/>
              <a:t>To set up the apparatus, connect the capillary tube to the pressurization vessel.</a:t>
            </a:r>
            <a:endParaRPr lang="en-NZ" dirty="0"/>
          </a:p>
          <a:p>
            <a:pPr marL="342900" lvl="0" indent="-342900">
              <a:buFont typeface="+mj-lt"/>
              <a:buAutoNum type="arabicPeriod"/>
            </a:pPr>
            <a:r>
              <a:rPr lang="en-US" dirty="0"/>
              <a:t>Fill the vessel with the prepared Carbopol solution.</a:t>
            </a:r>
            <a:endParaRPr lang="en-NZ" dirty="0"/>
          </a:p>
          <a:p>
            <a:pPr marL="342900" lvl="0" indent="-342900">
              <a:buFont typeface="+mj-lt"/>
              <a:buAutoNum type="arabicPeriod"/>
            </a:pPr>
            <a:r>
              <a:rPr lang="en-US" dirty="0"/>
              <a:t>Ensure that the vent valve is opened before filling and closed last during pressurization to maintain safety.</a:t>
            </a:r>
            <a:endParaRPr lang="en-NZ" dirty="0"/>
          </a:p>
          <a:p>
            <a:pPr marL="342900" lvl="0" indent="-342900">
              <a:buFont typeface="+mj-lt"/>
              <a:buAutoNum type="arabicPeriod"/>
            </a:pPr>
            <a:r>
              <a:rPr lang="en-US" dirty="0"/>
              <a:t>Start the experiment by applying compressed air to the vessel and adjust the regulator to maintain a constant inlet pressure.</a:t>
            </a:r>
          </a:p>
          <a:p>
            <a:pPr marL="342900" lvl="0" indent="-342900">
              <a:buFont typeface="+mj-lt"/>
              <a:buAutoNum type="arabicPeriod"/>
            </a:pPr>
            <a:r>
              <a:rPr lang="en-US" dirty="0"/>
              <a:t>Open the valve below the vessel and measure the mass, volume, and time interval of collection</a:t>
            </a:r>
            <a:endParaRPr lang="en-NZ" dirty="0"/>
          </a:p>
          <a:p>
            <a:pPr marL="342900" lvl="0" indent="-342900">
              <a:buFont typeface="+mj-lt"/>
              <a:buAutoNum type="arabicPeriod"/>
            </a:pPr>
            <a:r>
              <a:rPr lang="en-US" dirty="0"/>
              <a:t>Use at least three pressure values per capillary tube.</a:t>
            </a:r>
          </a:p>
          <a:p>
            <a:pPr marL="342900" lvl="0" indent="-342900">
              <a:buFont typeface="+mj-lt"/>
              <a:buAutoNum type="arabicPeriod"/>
            </a:pPr>
            <a:r>
              <a:rPr lang="en-US" dirty="0"/>
              <a:t>Repeat the experiment for tubes with different capillary tubes to observe the effect of geometry on measured parameters</a:t>
            </a:r>
            <a:r>
              <a:rPr lang="en-NZ" dirty="0"/>
              <a:t> </a:t>
            </a:r>
            <a:r>
              <a:rPr lang="en-US" dirty="0"/>
              <a:t> </a:t>
            </a:r>
            <a:endParaRPr lang="en-NZ" dirty="0"/>
          </a:p>
        </p:txBody>
      </p:sp>
    </p:spTree>
    <p:extLst>
      <p:ext uri="{BB962C8B-B14F-4D97-AF65-F5344CB8AC3E}">
        <p14:creationId xmlns:p14="http://schemas.microsoft.com/office/powerpoint/2010/main" val="34083903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6C806-408F-6D41-53F1-DDCE9F7996AC}"/>
              </a:ext>
            </a:extLst>
          </p:cNvPr>
          <p:cNvSpPr>
            <a:spLocks noGrp="1"/>
          </p:cNvSpPr>
          <p:nvPr>
            <p:ph type="title"/>
          </p:nvPr>
        </p:nvSpPr>
        <p:spPr>
          <a:xfrm>
            <a:off x="597878" y="417328"/>
            <a:ext cx="11048999" cy="811005"/>
          </a:xfrm>
        </p:spPr>
        <p:txBody>
          <a:bodyPr/>
          <a:lstStyle/>
          <a:p>
            <a:r>
              <a:rPr lang="en-US"/>
              <a:t>Results and Discussion</a:t>
            </a:r>
          </a:p>
        </p:txBody>
      </p:sp>
      <p:sp>
        <p:nvSpPr>
          <p:cNvPr id="3" name="Content Placeholder 2">
            <a:extLst>
              <a:ext uri="{FF2B5EF4-FFF2-40B4-BE49-F238E27FC236}">
                <a16:creationId xmlns:a16="http://schemas.microsoft.com/office/drawing/2014/main" id="{5F28BF0F-882F-251D-E04C-C6E6DBA3E0E9}"/>
              </a:ext>
            </a:extLst>
          </p:cNvPr>
          <p:cNvSpPr>
            <a:spLocks noGrp="1"/>
          </p:cNvSpPr>
          <p:nvPr>
            <p:ph idx="1"/>
          </p:nvPr>
        </p:nvSpPr>
        <p:spPr>
          <a:xfrm>
            <a:off x="571501" y="1437126"/>
            <a:ext cx="4536830" cy="4490708"/>
          </a:xfrm>
        </p:spPr>
        <p:txBody>
          <a:bodyPr>
            <a:normAutofit fontScale="85000" lnSpcReduction="10000"/>
          </a:bodyPr>
          <a:lstStyle/>
          <a:p>
            <a:pPr marL="342900" indent="-342900">
              <a:lnSpc>
                <a:spcPct val="150000"/>
              </a:lnSpc>
              <a:buFont typeface="Arial" panose="020B0604020202020204" pitchFamily="34" charset="0"/>
              <a:buChar char="•"/>
            </a:pPr>
            <a:r>
              <a:rPr lang="en-US" dirty="0">
                <a:solidFill>
                  <a:srgbClr val="080808"/>
                </a:solidFill>
              </a:rPr>
              <a:t>In a capillary rheometer, large L/D or very small diameters distort the n-value</a:t>
            </a:r>
          </a:p>
          <a:p>
            <a:pPr marL="977900" lvl="1" indent="-342900">
              <a:lnSpc>
                <a:spcPct val="150000"/>
              </a:lnSpc>
            </a:pPr>
            <a:r>
              <a:rPr lang="en-US" dirty="0">
                <a:solidFill>
                  <a:srgbClr val="080808"/>
                </a:solidFill>
              </a:rPr>
              <a:t>Long, narrow tubes amplify pressure drop measurement errors and are more sensitive to wall slip and the elastic effects of the Carbopol solution</a:t>
            </a:r>
          </a:p>
          <a:p>
            <a:pPr marL="342900" indent="-342900">
              <a:lnSpc>
                <a:spcPct val="150000"/>
              </a:lnSpc>
              <a:buFont typeface="Arial" panose="020B0604020202020204" pitchFamily="34" charset="0"/>
              <a:buChar char="•"/>
            </a:pPr>
            <a:r>
              <a:rPr lang="en-US" dirty="0">
                <a:solidFill>
                  <a:srgbClr val="080808"/>
                </a:solidFill>
              </a:rPr>
              <a:t>The most reliable n, m values are from tubes with a large radius and a short length</a:t>
            </a:r>
          </a:p>
          <a:p>
            <a:pPr marL="977900" lvl="1" indent="-342900">
              <a:lnSpc>
                <a:spcPct val="150000"/>
              </a:lnSpc>
            </a:pPr>
            <a:r>
              <a:rPr lang="en-US" dirty="0">
                <a:solidFill>
                  <a:srgbClr val="080808"/>
                </a:solidFill>
              </a:rPr>
              <a:t>Carbopol solution is determined to be shear-thinning</a:t>
            </a:r>
          </a:p>
        </p:txBody>
      </p:sp>
      <mc:AlternateContent xmlns:mc="http://schemas.openxmlformats.org/markup-compatibility/2006">
        <mc:Choice xmlns:a14="http://schemas.microsoft.com/office/drawing/2010/main" Requires="a14">
          <p:graphicFrame>
            <p:nvGraphicFramePr>
              <p:cNvPr id="5" name="Table 4">
                <a:extLst>
                  <a:ext uri="{FF2B5EF4-FFF2-40B4-BE49-F238E27FC236}">
                    <a16:creationId xmlns:a16="http://schemas.microsoft.com/office/drawing/2014/main" id="{C223FD61-6AB2-0BB8-3EAC-473A48FB1EFB}"/>
                  </a:ext>
                </a:extLst>
              </p:cNvPr>
              <p:cNvGraphicFramePr>
                <a:graphicFrameLocks noGrp="1"/>
              </p:cNvGraphicFramePr>
              <p:nvPr>
                <p:extLst>
                  <p:ext uri="{D42A27DB-BD31-4B8C-83A1-F6EECF244321}">
                    <p14:modId xmlns:p14="http://schemas.microsoft.com/office/powerpoint/2010/main" val="2122572047"/>
                  </p:ext>
                </p:extLst>
              </p:nvPr>
            </p:nvGraphicFramePr>
            <p:xfrm>
              <a:off x="5525457" y="929034"/>
              <a:ext cx="5802922" cy="5742625"/>
            </p:xfrm>
            <a:graphic>
              <a:graphicData uri="http://schemas.openxmlformats.org/drawingml/2006/table">
                <a:tbl>
                  <a:tblPr firstRow="1" firstCol="1" bandRow="1">
                    <a:tableStyleId>{21E4AEA4-8DFA-4A89-87EB-49C32662AFE0}</a:tableStyleId>
                  </a:tblPr>
                  <a:tblGrid>
                    <a:gridCol w="780094">
                      <a:extLst>
                        <a:ext uri="{9D8B030D-6E8A-4147-A177-3AD203B41FA5}">
                          <a16:colId xmlns:a16="http://schemas.microsoft.com/office/drawing/2014/main" val="1730670412"/>
                        </a:ext>
                      </a:extLst>
                    </a:gridCol>
                    <a:gridCol w="1274672">
                      <a:extLst>
                        <a:ext uri="{9D8B030D-6E8A-4147-A177-3AD203B41FA5}">
                          <a16:colId xmlns:a16="http://schemas.microsoft.com/office/drawing/2014/main" val="2475170212"/>
                        </a:ext>
                      </a:extLst>
                    </a:gridCol>
                    <a:gridCol w="1137886">
                      <a:extLst>
                        <a:ext uri="{9D8B030D-6E8A-4147-A177-3AD203B41FA5}">
                          <a16:colId xmlns:a16="http://schemas.microsoft.com/office/drawing/2014/main" val="1550899539"/>
                        </a:ext>
                      </a:extLst>
                    </a:gridCol>
                    <a:gridCol w="1274672">
                      <a:extLst>
                        <a:ext uri="{9D8B030D-6E8A-4147-A177-3AD203B41FA5}">
                          <a16:colId xmlns:a16="http://schemas.microsoft.com/office/drawing/2014/main" val="2953455323"/>
                        </a:ext>
                      </a:extLst>
                    </a:gridCol>
                    <a:gridCol w="1335598">
                      <a:extLst>
                        <a:ext uri="{9D8B030D-6E8A-4147-A177-3AD203B41FA5}">
                          <a16:colId xmlns:a16="http://schemas.microsoft.com/office/drawing/2014/main" val="941367854"/>
                        </a:ext>
                      </a:extLst>
                    </a:gridCol>
                  </a:tblGrid>
                  <a:tr h="244752">
                    <a:tc>
                      <a:txBody>
                        <a:bodyPr/>
                        <a:lstStyle/>
                        <a:p>
                          <a:pPr marL="0" marR="0" algn="ctr">
                            <a:lnSpc>
                              <a:spcPct val="116000"/>
                            </a:lnSpc>
                            <a:spcAft>
                              <a:spcPts val="1000"/>
                            </a:spcAft>
                            <a:buNone/>
                          </a:pPr>
                          <a:endParaRPr lang="en-NZ" sz="800" i="1">
                            <a:solidFill>
                              <a:srgbClr val="0E2841"/>
                            </a:solidFill>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nchor="b"/>
                    </a:tc>
                    <a:tc gridSpan="4">
                      <a:txBody>
                        <a:bodyPr/>
                        <a:lstStyle/>
                        <a:p>
                          <a:r>
                            <a:rPr lang="en-US" sz="1200" b="1" kern="1200" dirty="0">
                              <a:solidFill>
                                <a:schemeClr val="lt1"/>
                              </a:solidFill>
                              <a:effectLst/>
                            </a:rPr>
                            <a:t>Summarized Results of n-Values and m-Values</a:t>
                          </a:r>
                          <a:endParaRPr lang="en-NZ" sz="1200" dirty="0"/>
                        </a:p>
                      </a:txBody>
                      <a:tcPr/>
                    </a:tc>
                    <a:tc hMerge="1">
                      <a:txBody>
                        <a:bodyPr/>
                        <a:lstStyle/>
                        <a:p>
                          <a:endParaRPr lang="en-NZ"/>
                        </a:p>
                      </a:txBody>
                      <a:tcPr/>
                    </a:tc>
                    <a:tc hMerge="1">
                      <a:txBody>
                        <a:bodyPr/>
                        <a:lstStyle/>
                        <a:p>
                          <a:endParaRPr lang="en-NZ"/>
                        </a:p>
                      </a:txBody>
                      <a:tcPr/>
                    </a:tc>
                    <a:tc hMerge="1">
                      <a:txBody>
                        <a:bodyPr/>
                        <a:lstStyle/>
                        <a:p>
                          <a:endParaRPr lang="en-NZ"/>
                        </a:p>
                      </a:txBody>
                      <a:tcPr/>
                    </a:tc>
                    <a:extLst>
                      <a:ext uri="{0D108BD9-81ED-4DB2-BD59-A6C34878D82A}">
                        <a16:rowId xmlns:a16="http://schemas.microsoft.com/office/drawing/2014/main" val="2459880110"/>
                      </a:ext>
                    </a:extLst>
                  </a:tr>
                  <a:tr h="273370">
                    <a:tc>
                      <a:txBody>
                        <a:bodyPr/>
                        <a:lstStyle/>
                        <a:p>
                          <a:pPr algn="l" fontAlgn="b">
                            <a:buNone/>
                          </a:pPr>
                          <a:r>
                            <a:rPr lang="en-NZ" sz="1200" b="0" u="none" strike="noStrike">
                              <a:solidFill>
                                <a:schemeClr val="bg1"/>
                              </a:solidFill>
                              <a:effectLst/>
                            </a:rPr>
                            <a:t>L/D</a:t>
                          </a:r>
                          <a:endParaRPr lang="en-NZ" sz="1200" b="0" i="0" u="none" strike="noStrike">
                            <a:solidFill>
                              <a:schemeClr val="bg1"/>
                            </a:solidFill>
                            <a:effectLst/>
                            <a:latin typeface="Aptos Narrow" panose="020B0004020202020204" pitchFamily="34" charset="0"/>
                          </a:endParaRPr>
                        </a:p>
                      </a:txBody>
                      <a:tcPr marL="9525" marR="9525" marT="9525" marB="0" anchor="b"/>
                    </a:tc>
                    <a:tc>
                      <a:txBody>
                        <a:bodyPr/>
                        <a:lstStyle/>
                        <a:p>
                          <a:pPr marL="0" marR="0">
                            <a:lnSpc>
                              <a:spcPct val="116000"/>
                            </a:lnSpc>
                            <a:spcAft>
                              <a:spcPts val="800"/>
                            </a:spcAft>
                            <a:buNone/>
                          </a:pPr>
                          <a:r>
                            <a:rPr lang="en-NZ" sz="1000">
                              <a:effectLst/>
                            </a:rPr>
                            <a:t>log​(</a:t>
                          </a:r>
                          <a14:m>
                            <m:oMath xmlns:m="http://schemas.openxmlformats.org/officeDocument/2006/math">
                              <m:f>
                                <m:fPr>
                                  <m:ctrlPr>
                                    <a:rPr lang="en-NZ" sz="1000" i="1">
                                      <a:effectLst/>
                                      <a:latin typeface="Cambria Math" panose="02040503050406030204" pitchFamily="18" charset="0"/>
                                    </a:rPr>
                                  </m:ctrlPr>
                                </m:fPr>
                                <m:num>
                                  <m:r>
                                    <a:rPr lang="el-GR" sz="1000">
                                      <a:effectLst/>
                                      <a:latin typeface="Cambria Math" panose="02040503050406030204" pitchFamily="18" charset="0"/>
                                    </a:rPr>
                                    <m:t>𝑸</m:t>
                                  </m:r>
                                  <m:r>
                                    <a:rPr lang="en-NZ" sz="1000">
                                      <a:effectLst/>
                                      <a:latin typeface="Cambria Math" panose="02040503050406030204" pitchFamily="18" charset="0"/>
                                    </a:rPr>
                                    <m:t>​</m:t>
                                  </m:r>
                                </m:num>
                                <m:den>
                                  <m:r>
                                    <a:rPr lang="el-GR" sz="1000">
                                      <a:effectLst/>
                                      <a:latin typeface="Cambria Math" panose="02040503050406030204" pitchFamily="18" charset="0"/>
                                    </a:rPr>
                                    <m:t>𝝅</m:t>
                                  </m:r>
                                  <m:sSup>
                                    <m:sSupPr>
                                      <m:ctrlPr>
                                        <a:rPr lang="en-NZ" sz="1000" i="1">
                                          <a:effectLst/>
                                          <a:latin typeface="Cambria Math" panose="02040503050406030204" pitchFamily="18" charset="0"/>
                                        </a:rPr>
                                      </m:ctrlPr>
                                    </m:sSupPr>
                                    <m:e>
                                      <m:r>
                                        <a:rPr lang="el-GR" sz="1000">
                                          <a:effectLst/>
                                          <a:latin typeface="Cambria Math" panose="02040503050406030204" pitchFamily="18" charset="0"/>
                                        </a:rPr>
                                        <m:t>𝑹</m:t>
                                      </m:r>
                                    </m:e>
                                    <m:sup>
                                      <m:r>
                                        <a:rPr lang="el-GR" sz="1000">
                                          <a:effectLst/>
                                          <a:latin typeface="Cambria Math" panose="02040503050406030204" pitchFamily="18" charset="0"/>
                                        </a:rPr>
                                        <m:t>𝟑</m:t>
                                      </m:r>
                                    </m:sup>
                                  </m:sSup>
                                </m:den>
                              </m:f>
                            </m:oMath>
                          </a14:m>
                          <a:r>
                            <a:rPr lang="en-NZ" sz="1000">
                              <a:effectLst/>
                            </a:rPr>
                            <a:t>) </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nchor="b"/>
                    </a:tc>
                    <a:tc>
                      <a:txBody>
                        <a:bodyPr/>
                        <a:lstStyle/>
                        <a:p>
                          <a:pPr marL="0" marR="0">
                            <a:lnSpc>
                              <a:spcPct val="116000"/>
                            </a:lnSpc>
                            <a:spcAft>
                              <a:spcPts val="800"/>
                            </a:spcAft>
                            <a:buNone/>
                          </a:pPr>
                          <a:r>
                            <a:rPr lang="en-NZ" sz="1000">
                              <a:effectLst/>
                            </a:rPr>
                            <a:t>log​(</a:t>
                          </a:r>
                          <a14:m>
                            <m:oMath xmlns:m="http://schemas.openxmlformats.org/officeDocument/2006/math">
                              <m:f>
                                <m:fPr>
                                  <m:ctrlPr>
                                    <a:rPr lang="en-NZ" sz="1000" i="1">
                                      <a:effectLst/>
                                      <a:latin typeface="Cambria Math" panose="02040503050406030204" pitchFamily="18" charset="0"/>
                                    </a:rPr>
                                  </m:ctrlPr>
                                </m:fPr>
                                <m:num>
                                  <m:r>
                                    <a:rPr lang="el-GR" sz="1000">
                                      <a:effectLst/>
                                      <a:latin typeface="Cambria Math" panose="02040503050406030204" pitchFamily="18" charset="0"/>
                                    </a:rPr>
                                    <m:t>𝜟</m:t>
                                  </m:r>
                                  <m:r>
                                    <a:rPr lang="en-NZ" sz="1000">
                                      <a:effectLst/>
                                      <a:latin typeface="Cambria Math" panose="02040503050406030204" pitchFamily="18" charset="0"/>
                                    </a:rPr>
                                    <m:t>𝑷𝑹</m:t>
                                  </m:r>
                                  <m:r>
                                    <a:rPr lang="en-NZ" sz="1000">
                                      <a:effectLst/>
                                      <a:latin typeface="Cambria Math" panose="02040503050406030204" pitchFamily="18" charset="0"/>
                                    </a:rPr>
                                    <m:t>​</m:t>
                                  </m:r>
                                </m:num>
                                <m:den>
                                  <m:r>
                                    <a:rPr lang="en-NZ" sz="1000">
                                      <a:effectLst/>
                                      <a:latin typeface="Cambria Math" panose="02040503050406030204" pitchFamily="18" charset="0"/>
                                    </a:rPr>
                                    <m:t>𝟐</m:t>
                                  </m:r>
                                  <m:r>
                                    <a:rPr lang="en-NZ" sz="1000">
                                      <a:effectLst/>
                                      <a:latin typeface="Cambria Math" panose="02040503050406030204" pitchFamily="18" charset="0"/>
                                    </a:rPr>
                                    <m:t>𝑳</m:t>
                                  </m:r>
                                </m:den>
                              </m:f>
                            </m:oMath>
                          </a14:m>
                          <a:r>
                            <a:rPr lang="en-NZ" sz="1000">
                              <a:effectLst/>
                            </a:rPr>
                            <a:t>) </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nchor="b"/>
                    </a:tc>
                    <a:tc>
                      <a:txBody>
                        <a:bodyPr/>
                        <a:lstStyle/>
                        <a:p>
                          <a:pPr marL="0" marR="0">
                            <a:lnSpc>
                              <a:spcPct val="116000"/>
                            </a:lnSpc>
                            <a:spcAft>
                              <a:spcPts val="800"/>
                            </a:spcAft>
                            <a:buNone/>
                          </a:pPr>
                          <a:r>
                            <a:rPr lang="en-NZ" sz="1000">
                              <a:effectLst/>
                            </a:rPr>
                            <a:t>n</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nchor="b"/>
                    </a:tc>
                    <a:tc>
                      <a:txBody>
                        <a:bodyPr/>
                        <a:lstStyle/>
                        <a:p>
                          <a:pPr marL="0" marR="0">
                            <a:lnSpc>
                              <a:spcPct val="116000"/>
                            </a:lnSpc>
                            <a:spcAft>
                              <a:spcPts val="800"/>
                            </a:spcAft>
                            <a:buNone/>
                          </a:pPr>
                          <a:r>
                            <a:rPr lang="en-NZ" sz="1000">
                              <a:effectLst/>
                            </a:rPr>
                            <a:t>m</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nchor="b"/>
                    </a:tc>
                    <a:extLst>
                      <a:ext uri="{0D108BD9-81ED-4DB2-BD59-A6C34878D82A}">
                        <a16:rowId xmlns:a16="http://schemas.microsoft.com/office/drawing/2014/main" val="3576960886"/>
                      </a:ext>
                    </a:extLst>
                  </a:tr>
                  <a:tr h="173860">
                    <a:tc>
                      <a:txBody>
                        <a:bodyPr/>
                        <a:lstStyle/>
                        <a:p>
                          <a:pPr algn="r" fontAlgn="b">
                            <a:buNone/>
                          </a:pPr>
                          <a:r>
                            <a:rPr lang="en-NZ" sz="1200" b="0" i="0" u="none" strike="noStrike">
                              <a:solidFill>
                                <a:schemeClr val="bg1"/>
                              </a:solidFill>
                              <a:effectLst/>
                              <a:latin typeface="Aptos Narrow" panose="020B0004020202020204" pitchFamily="34" charset="0"/>
                            </a:rPr>
                            <a:t>65</a:t>
                          </a:r>
                        </a:p>
                      </a:txBody>
                      <a:tcPr marL="9525" marR="9525" marT="9525" marB="0" anchor="b"/>
                    </a:tc>
                    <a:tc>
                      <a:txBody>
                        <a:bodyPr/>
                        <a:lstStyle/>
                        <a:p>
                          <a:pPr marL="0" marR="0" algn="r">
                            <a:lnSpc>
                              <a:spcPct val="116000"/>
                            </a:lnSpc>
                            <a:spcAft>
                              <a:spcPts val="800"/>
                            </a:spcAft>
                            <a:buNone/>
                          </a:pPr>
                          <a:r>
                            <a:rPr lang="en-US" sz="1000">
                              <a:effectLst/>
                            </a:rPr>
                            <a:t>3.122</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a:txBody>
                        <a:bodyPr/>
                        <a:lstStyle/>
                        <a:p>
                          <a:pPr marL="0" marR="0" algn="r">
                            <a:lnSpc>
                              <a:spcPct val="116000"/>
                            </a:lnSpc>
                            <a:spcAft>
                              <a:spcPts val="800"/>
                            </a:spcAft>
                            <a:buNone/>
                          </a:pPr>
                          <a:r>
                            <a:rPr lang="en-US" sz="1000">
                              <a:effectLst/>
                            </a:rPr>
                            <a:t>-16.188</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rowSpan="3">
                      <a:txBody>
                        <a:bodyPr/>
                        <a:lstStyle/>
                        <a:p>
                          <a:pPr marL="0" marR="0">
                            <a:lnSpc>
                              <a:spcPct val="116000"/>
                            </a:lnSpc>
                            <a:spcAft>
                              <a:spcPts val="800"/>
                            </a:spcAft>
                            <a:buNone/>
                          </a:pPr>
                          <a:r>
                            <a:rPr lang="en-US" sz="1000">
                              <a:effectLst/>
                            </a:rPr>
                            <a:t>4.40</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rowSpan="3">
                      <a:txBody>
                        <a:bodyPr/>
                        <a:lstStyle/>
                        <a:p>
                          <a:pPr marL="0" marR="0">
                            <a:lnSpc>
                              <a:spcPct val="116000"/>
                            </a:lnSpc>
                            <a:spcAft>
                              <a:spcPts val="800"/>
                            </a:spcAft>
                            <a:buNone/>
                          </a:pPr>
                          <a:r>
                            <a:rPr lang="en-US" sz="1000">
                              <a:effectLst/>
                            </a:rPr>
                            <a:t>7.41E-33</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extLst>
                      <a:ext uri="{0D108BD9-81ED-4DB2-BD59-A6C34878D82A}">
                        <a16:rowId xmlns:a16="http://schemas.microsoft.com/office/drawing/2014/main" val="2637921714"/>
                      </a:ext>
                    </a:extLst>
                  </a:tr>
                  <a:tr h="173860">
                    <a:tc>
                      <a:txBody>
                        <a:bodyPr/>
                        <a:lstStyle/>
                        <a:p>
                          <a:pPr algn="r" fontAlgn="b">
                            <a:buNone/>
                          </a:pPr>
                          <a:r>
                            <a:rPr lang="en-NZ" sz="1200" b="0" i="0" u="none" strike="noStrike">
                              <a:solidFill>
                                <a:schemeClr val="bg1"/>
                              </a:solidFill>
                              <a:effectLst/>
                              <a:latin typeface="Aptos Narrow" panose="020B0004020202020204" pitchFamily="34" charset="0"/>
                            </a:rPr>
                            <a:t>65</a:t>
                          </a:r>
                        </a:p>
                      </a:txBody>
                      <a:tcPr marL="9525" marR="9525" marT="9525" marB="0" anchor="b"/>
                    </a:tc>
                    <a:tc>
                      <a:txBody>
                        <a:bodyPr/>
                        <a:lstStyle/>
                        <a:p>
                          <a:pPr marL="0" marR="0" algn="r">
                            <a:lnSpc>
                              <a:spcPct val="116000"/>
                            </a:lnSpc>
                            <a:spcAft>
                              <a:spcPts val="800"/>
                            </a:spcAft>
                            <a:buNone/>
                          </a:pPr>
                          <a:r>
                            <a:rPr lang="en-US" sz="1000">
                              <a:effectLst/>
                            </a:rPr>
                            <a:t>3.201</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a:txBody>
                        <a:bodyPr/>
                        <a:lstStyle/>
                        <a:p>
                          <a:pPr marL="0" marR="0" algn="r">
                            <a:lnSpc>
                              <a:spcPct val="116000"/>
                            </a:lnSpc>
                            <a:spcAft>
                              <a:spcPts val="800"/>
                            </a:spcAft>
                            <a:buNone/>
                          </a:pPr>
                          <a:r>
                            <a:rPr lang="en-US" sz="1000">
                              <a:effectLst/>
                            </a:rPr>
                            <a:t>-15.711</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vMerge="1">
                      <a:txBody>
                        <a:bodyPr/>
                        <a:lstStyle/>
                        <a:p>
                          <a:endParaRPr lang="en-NZ"/>
                        </a:p>
                      </a:txBody>
                      <a:tcPr/>
                    </a:tc>
                    <a:tc vMerge="1">
                      <a:txBody>
                        <a:bodyPr/>
                        <a:lstStyle/>
                        <a:p>
                          <a:endParaRPr lang="en-NZ"/>
                        </a:p>
                      </a:txBody>
                      <a:tcPr/>
                    </a:tc>
                    <a:extLst>
                      <a:ext uri="{0D108BD9-81ED-4DB2-BD59-A6C34878D82A}">
                        <a16:rowId xmlns:a16="http://schemas.microsoft.com/office/drawing/2014/main" val="3837016292"/>
                      </a:ext>
                    </a:extLst>
                  </a:tr>
                  <a:tr h="173860">
                    <a:tc>
                      <a:txBody>
                        <a:bodyPr/>
                        <a:lstStyle/>
                        <a:p>
                          <a:pPr algn="r" fontAlgn="b">
                            <a:buNone/>
                          </a:pPr>
                          <a:r>
                            <a:rPr lang="en-NZ" sz="1200" b="0" i="0" u="none" strike="noStrike">
                              <a:solidFill>
                                <a:schemeClr val="bg1"/>
                              </a:solidFill>
                              <a:effectLst/>
                              <a:latin typeface="Aptos Narrow" panose="020B0004020202020204" pitchFamily="34" charset="0"/>
                            </a:rPr>
                            <a:t>65</a:t>
                          </a:r>
                        </a:p>
                      </a:txBody>
                      <a:tcPr marL="9525" marR="9525" marT="9525" marB="0" anchor="b"/>
                    </a:tc>
                    <a:tc>
                      <a:txBody>
                        <a:bodyPr/>
                        <a:lstStyle/>
                        <a:p>
                          <a:pPr marL="0" marR="0" algn="r">
                            <a:lnSpc>
                              <a:spcPct val="116000"/>
                            </a:lnSpc>
                            <a:spcAft>
                              <a:spcPts val="800"/>
                            </a:spcAft>
                            <a:buNone/>
                          </a:pPr>
                          <a:r>
                            <a:rPr lang="en-US" sz="1000">
                              <a:effectLst/>
                            </a:rPr>
                            <a:t>3.268</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a:txBody>
                        <a:bodyPr/>
                        <a:lstStyle/>
                        <a:p>
                          <a:pPr marL="0" marR="0" algn="r">
                            <a:lnSpc>
                              <a:spcPct val="116000"/>
                            </a:lnSpc>
                            <a:spcAft>
                              <a:spcPts val="800"/>
                            </a:spcAft>
                            <a:buNone/>
                          </a:pPr>
                          <a:r>
                            <a:rPr lang="en-US" sz="1000">
                              <a:effectLst/>
                            </a:rPr>
                            <a:t>-15.552</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vMerge="1">
                      <a:txBody>
                        <a:bodyPr/>
                        <a:lstStyle/>
                        <a:p>
                          <a:endParaRPr lang="en-NZ"/>
                        </a:p>
                      </a:txBody>
                      <a:tcPr/>
                    </a:tc>
                    <a:tc vMerge="1">
                      <a:txBody>
                        <a:bodyPr/>
                        <a:lstStyle/>
                        <a:p>
                          <a:endParaRPr lang="en-NZ"/>
                        </a:p>
                      </a:txBody>
                      <a:tcPr/>
                    </a:tc>
                    <a:extLst>
                      <a:ext uri="{0D108BD9-81ED-4DB2-BD59-A6C34878D82A}">
                        <a16:rowId xmlns:a16="http://schemas.microsoft.com/office/drawing/2014/main" val="2228222408"/>
                      </a:ext>
                    </a:extLst>
                  </a:tr>
                  <a:tr h="173860">
                    <a:tc>
                      <a:txBody>
                        <a:bodyPr/>
                        <a:lstStyle/>
                        <a:p>
                          <a:pPr algn="r" fontAlgn="b">
                            <a:buNone/>
                          </a:pPr>
                          <a:r>
                            <a:rPr lang="en-NZ" sz="1200" b="0" i="0" u="none" strike="noStrike">
                              <a:solidFill>
                                <a:schemeClr val="bg1"/>
                              </a:solidFill>
                              <a:effectLst/>
                              <a:latin typeface="Aptos Narrow" panose="020B0004020202020204" pitchFamily="34" charset="0"/>
                            </a:rPr>
                            <a:t>131</a:t>
                          </a:r>
                        </a:p>
                      </a:txBody>
                      <a:tcPr marL="9525" marR="9525" marT="9525" marB="0" anchor="b"/>
                    </a:tc>
                    <a:tc>
                      <a:txBody>
                        <a:bodyPr/>
                        <a:lstStyle/>
                        <a:p>
                          <a:pPr marL="0" marR="0" algn="r">
                            <a:lnSpc>
                              <a:spcPct val="116000"/>
                            </a:lnSpc>
                            <a:spcAft>
                              <a:spcPts val="800"/>
                            </a:spcAft>
                            <a:buNone/>
                          </a:pPr>
                          <a:r>
                            <a:rPr lang="en-US" sz="1000">
                              <a:effectLst/>
                            </a:rPr>
                            <a:t>2.818</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a:txBody>
                        <a:bodyPr/>
                        <a:lstStyle/>
                        <a:p>
                          <a:pPr marL="0" marR="0" algn="r">
                            <a:lnSpc>
                              <a:spcPct val="116000"/>
                            </a:lnSpc>
                            <a:spcAft>
                              <a:spcPts val="800"/>
                            </a:spcAft>
                            <a:buNone/>
                          </a:pPr>
                          <a:r>
                            <a:rPr lang="en-US" sz="1000">
                              <a:effectLst/>
                            </a:rPr>
                            <a:t>-16.988</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rowSpan="3">
                      <a:txBody>
                        <a:bodyPr/>
                        <a:lstStyle/>
                        <a:p>
                          <a:pPr marL="0" marR="0">
                            <a:lnSpc>
                              <a:spcPct val="116000"/>
                            </a:lnSpc>
                            <a:spcAft>
                              <a:spcPts val="800"/>
                            </a:spcAft>
                            <a:buNone/>
                          </a:pPr>
                          <a:r>
                            <a:rPr lang="en-US" sz="1000">
                              <a:effectLst/>
                            </a:rPr>
                            <a:t>3.85</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lnB w="12700" cap="flat" cmpd="sng" algn="ctr">
                          <a:solidFill>
                            <a:schemeClr val="tx1"/>
                          </a:solidFill>
                          <a:prstDash val="solid"/>
                          <a:round/>
                          <a:headEnd type="none" w="med" len="med"/>
                          <a:tailEnd type="none" w="med" len="med"/>
                        </a:lnB>
                      </a:tcPr>
                    </a:tc>
                    <a:tc rowSpan="3">
                      <a:txBody>
                        <a:bodyPr/>
                        <a:lstStyle/>
                        <a:p>
                          <a:pPr marL="0" marR="0">
                            <a:lnSpc>
                              <a:spcPct val="116000"/>
                            </a:lnSpc>
                            <a:spcAft>
                              <a:spcPts val="800"/>
                            </a:spcAft>
                            <a:buNone/>
                          </a:pPr>
                          <a:r>
                            <a:rPr lang="en-US" sz="1000">
                              <a:effectLst/>
                            </a:rPr>
                            <a:t>1.87E-30</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026959"/>
                      </a:ext>
                    </a:extLst>
                  </a:tr>
                  <a:tr h="173860">
                    <a:tc>
                      <a:txBody>
                        <a:bodyPr/>
                        <a:lstStyle/>
                        <a:p>
                          <a:pPr algn="r" fontAlgn="b">
                            <a:buNone/>
                          </a:pPr>
                          <a:r>
                            <a:rPr lang="en-NZ" sz="1200" b="0" i="0" u="none" strike="noStrike">
                              <a:solidFill>
                                <a:schemeClr val="bg1"/>
                              </a:solidFill>
                              <a:effectLst/>
                              <a:latin typeface="Aptos Narrow" panose="020B0004020202020204" pitchFamily="34" charset="0"/>
                            </a:rPr>
                            <a:t>131</a:t>
                          </a:r>
                        </a:p>
                      </a:txBody>
                      <a:tcPr marL="9525" marR="9525" marT="9525" marB="0" anchor="b"/>
                    </a:tc>
                    <a:tc>
                      <a:txBody>
                        <a:bodyPr/>
                        <a:lstStyle/>
                        <a:p>
                          <a:pPr marL="0" marR="0" algn="r">
                            <a:lnSpc>
                              <a:spcPct val="116000"/>
                            </a:lnSpc>
                            <a:spcAft>
                              <a:spcPts val="800"/>
                            </a:spcAft>
                            <a:buNone/>
                          </a:pPr>
                          <a:r>
                            <a:rPr lang="en-US" sz="1000">
                              <a:effectLst/>
                            </a:rPr>
                            <a:t>2.898</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a:txBody>
                        <a:bodyPr/>
                        <a:lstStyle/>
                        <a:p>
                          <a:pPr marL="0" marR="0" algn="r">
                            <a:lnSpc>
                              <a:spcPct val="116000"/>
                            </a:lnSpc>
                            <a:spcAft>
                              <a:spcPts val="800"/>
                            </a:spcAft>
                            <a:buNone/>
                          </a:pPr>
                          <a:r>
                            <a:rPr lang="en-US" sz="1000">
                              <a:effectLst/>
                            </a:rPr>
                            <a:t>-16.414</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vMerge="1">
                      <a:txBody>
                        <a:bodyPr/>
                        <a:lstStyle/>
                        <a:p>
                          <a:endParaRPr lang="en-NZ"/>
                        </a:p>
                      </a:txBody>
                      <a:tcPr/>
                    </a:tc>
                    <a:tc vMerge="1">
                      <a:txBody>
                        <a:bodyPr/>
                        <a:lstStyle/>
                        <a:p>
                          <a:endParaRPr lang="en-NZ"/>
                        </a:p>
                      </a:txBody>
                      <a:tcPr/>
                    </a:tc>
                    <a:extLst>
                      <a:ext uri="{0D108BD9-81ED-4DB2-BD59-A6C34878D82A}">
                        <a16:rowId xmlns:a16="http://schemas.microsoft.com/office/drawing/2014/main" val="3066254281"/>
                      </a:ext>
                    </a:extLst>
                  </a:tr>
                  <a:tr h="173860">
                    <a:tc>
                      <a:txBody>
                        <a:bodyPr/>
                        <a:lstStyle/>
                        <a:p>
                          <a:pPr algn="r" fontAlgn="b">
                            <a:buNone/>
                          </a:pPr>
                          <a:r>
                            <a:rPr lang="en-NZ" sz="1200" b="0" i="0" u="none" strike="noStrike">
                              <a:solidFill>
                                <a:schemeClr val="bg1"/>
                              </a:solidFill>
                              <a:effectLst/>
                              <a:latin typeface="Aptos Narrow" panose="020B0004020202020204" pitchFamily="34" charset="0"/>
                            </a:rPr>
                            <a:t>131</a:t>
                          </a:r>
                        </a:p>
                      </a:txBody>
                      <a:tcPr marL="9525" marR="9525" marT="9525" marB="0" anchor="b">
                        <a:lnB w="12700" cap="flat" cmpd="sng" algn="ctr">
                          <a:solidFill>
                            <a:schemeClr val="tx1"/>
                          </a:solidFill>
                          <a:prstDash val="solid"/>
                          <a:round/>
                          <a:headEnd type="none" w="med" len="med"/>
                          <a:tailEnd type="none" w="med" len="med"/>
                        </a:lnB>
                      </a:tcPr>
                    </a:tc>
                    <a:tc>
                      <a:txBody>
                        <a:bodyPr/>
                        <a:lstStyle/>
                        <a:p>
                          <a:pPr marL="0" marR="0" algn="r">
                            <a:lnSpc>
                              <a:spcPct val="116000"/>
                            </a:lnSpc>
                            <a:spcAft>
                              <a:spcPts val="800"/>
                            </a:spcAft>
                            <a:buNone/>
                          </a:pPr>
                          <a:r>
                            <a:rPr lang="en-US" sz="1000">
                              <a:effectLst/>
                            </a:rPr>
                            <a:t>2.964</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lnB w="12700" cap="flat" cmpd="sng" algn="ctr">
                          <a:solidFill>
                            <a:schemeClr val="tx1"/>
                          </a:solidFill>
                          <a:prstDash val="solid"/>
                          <a:round/>
                          <a:headEnd type="none" w="med" len="med"/>
                          <a:tailEnd type="none" w="med" len="med"/>
                        </a:lnB>
                      </a:tcPr>
                    </a:tc>
                    <a:tc>
                      <a:txBody>
                        <a:bodyPr/>
                        <a:lstStyle/>
                        <a:p>
                          <a:pPr marL="0" marR="0" algn="r">
                            <a:lnSpc>
                              <a:spcPct val="116000"/>
                            </a:lnSpc>
                            <a:spcAft>
                              <a:spcPts val="800"/>
                            </a:spcAft>
                            <a:buNone/>
                          </a:pPr>
                          <a:r>
                            <a:rPr lang="en-US" sz="1000">
                              <a:effectLst/>
                            </a:rPr>
                            <a:t>-16.440</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lnB w="12700" cap="flat" cmpd="sng" algn="ctr">
                          <a:solidFill>
                            <a:schemeClr val="tx1"/>
                          </a:solidFill>
                          <a:prstDash val="solid"/>
                          <a:round/>
                          <a:headEnd type="none" w="med" len="med"/>
                          <a:tailEnd type="none" w="med" len="med"/>
                        </a:lnB>
                      </a:tcPr>
                    </a:tc>
                    <a:tc vMerge="1">
                      <a:txBody>
                        <a:bodyPr/>
                        <a:lstStyle/>
                        <a:p>
                          <a:endParaRPr lang="en-NZ"/>
                        </a:p>
                      </a:txBody>
                      <a:tcPr/>
                    </a:tc>
                    <a:tc vMerge="1">
                      <a:txBody>
                        <a:bodyPr/>
                        <a:lstStyle/>
                        <a:p>
                          <a:endParaRPr lang="en-NZ"/>
                        </a:p>
                      </a:txBody>
                      <a:tcPr/>
                    </a:tc>
                    <a:extLst>
                      <a:ext uri="{0D108BD9-81ED-4DB2-BD59-A6C34878D82A}">
                        <a16:rowId xmlns:a16="http://schemas.microsoft.com/office/drawing/2014/main" val="838805632"/>
                      </a:ext>
                    </a:extLst>
                  </a:tr>
                  <a:tr h="173860">
                    <a:tc>
                      <a:txBody>
                        <a:bodyPr/>
                        <a:lstStyle/>
                        <a:p>
                          <a:pPr algn="r" fontAlgn="b">
                            <a:buNone/>
                          </a:pPr>
                          <a:r>
                            <a:rPr lang="en-NZ" sz="1200" b="0" i="0" u="none" strike="noStrike">
                              <a:solidFill>
                                <a:schemeClr val="bg1"/>
                              </a:solidFill>
                              <a:effectLst/>
                              <a:latin typeface="Aptos Narrow" panose="020B0004020202020204" pitchFamily="34" charset="0"/>
                            </a:rPr>
                            <a:t>197</a:t>
                          </a:r>
                        </a:p>
                      </a:txBody>
                      <a:tcPr marL="9525" marR="9525" marT="9525"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marL="0" marR="0" algn="r">
                            <a:lnSpc>
                              <a:spcPct val="116000"/>
                            </a:lnSpc>
                            <a:spcAft>
                              <a:spcPts val="800"/>
                            </a:spcAft>
                            <a:buNone/>
                          </a:pPr>
                          <a:r>
                            <a:rPr lang="en-US" sz="1000">
                              <a:effectLst/>
                            </a:rPr>
                            <a:t>2.641</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lnT w="12700" cap="flat" cmpd="sng" algn="ctr">
                          <a:solidFill>
                            <a:schemeClr val="tx1"/>
                          </a:solidFill>
                          <a:prstDash val="solid"/>
                          <a:round/>
                          <a:headEnd type="none" w="med" len="med"/>
                          <a:tailEnd type="none" w="med" len="med"/>
                        </a:lnT>
                      </a:tcPr>
                    </a:tc>
                    <a:tc>
                      <a:txBody>
                        <a:bodyPr/>
                        <a:lstStyle/>
                        <a:p>
                          <a:pPr marL="0" marR="0" algn="r">
                            <a:lnSpc>
                              <a:spcPct val="116000"/>
                            </a:lnSpc>
                            <a:spcAft>
                              <a:spcPts val="800"/>
                            </a:spcAft>
                            <a:buNone/>
                          </a:pPr>
                          <a:r>
                            <a:rPr lang="en-US" sz="1000">
                              <a:effectLst/>
                            </a:rPr>
                            <a:t>-17.922</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lnT w="12700" cap="flat" cmpd="sng" algn="ctr">
                          <a:solidFill>
                            <a:schemeClr val="tx1"/>
                          </a:solidFill>
                          <a:prstDash val="solid"/>
                          <a:round/>
                          <a:headEnd type="none" w="med" len="med"/>
                          <a:tailEnd type="none" w="med" len="med"/>
                        </a:lnT>
                      </a:tcPr>
                    </a:tc>
                    <a:tc rowSpan="3">
                      <a:txBody>
                        <a:bodyPr/>
                        <a:lstStyle/>
                        <a:p>
                          <a:pPr marL="0" marR="0">
                            <a:lnSpc>
                              <a:spcPct val="116000"/>
                            </a:lnSpc>
                            <a:spcAft>
                              <a:spcPts val="800"/>
                            </a:spcAft>
                            <a:buNone/>
                          </a:pPr>
                          <a:r>
                            <a:rPr lang="en-US" sz="1000">
                              <a:effectLst/>
                            </a:rPr>
                            <a:t>12.72</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3">
                      <a:txBody>
                        <a:bodyPr/>
                        <a:lstStyle/>
                        <a:p>
                          <a:pPr marL="0" marR="0">
                            <a:lnSpc>
                              <a:spcPct val="116000"/>
                            </a:lnSpc>
                            <a:spcAft>
                              <a:spcPts val="800"/>
                            </a:spcAft>
                            <a:buNone/>
                          </a:pPr>
                          <a:r>
                            <a:rPr lang="en-US" sz="1000">
                              <a:effectLst/>
                            </a:rPr>
                            <a:t>2.94E-58</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2063646"/>
                      </a:ext>
                    </a:extLst>
                  </a:tr>
                  <a:tr h="173860">
                    <a:tc>
                      <a:txBody>
                        <a:bodyPr/>
                        <a:lstStyle/>
                        <a:p>
                          <a:pPr algn="r" fontAlgn="b">
                            <a:buNone/>
                          </a:pPr>
                          <a:r>
                            <a:rPr lang="en-NZ" sz="1200" b="0" i="0" u="none" strike="noStrike">
                              <a:solidFill>
                                <a:schemeClr val="bg1"/>
                              </a:solidFill>
                              <a:effectLst/>
                              <a:latin typeface="Aptos Narrow" panose="020B0004020202020204" pitchFamily="34" charset="0"/>
                            </a:rPr>
                            <a:t>197</a:t>
                          </a:r>
                        </a:p>
                      </a:txBody>
                      <a:tcPr marL="9525" marR="9525" marT="9525" marB="0" anchor="b">
                        <a:lnL w="12700" cap="flat" cmpd="sng" algn="ctr">
                          <a:solidFill>
                            <a:schemeClr val="tx1"/>
                          </a:solidFill>
                          <a:prstDash val="solid"/>
                          <a:round/>
                          <a:headEnd type="none" w="med" len="med"/>
                          <a:tailEnd type="none" w="med" len="med"/>
                        </a:lnL>
                      </a:tcPr>
                    </a:tc>
                    <a:tc>
                      <a:txBody>
                        <a:bodyPr/>
                        <a:lstStyle/>
                        <a:p>
                          <a:pPr marL="0" marR="0" algn="r">
                            <a:lnSpc>
                              <a:spcPct val="116000"/>
                            </a:lnSpc>
                            <a:spcAft>
                              <a:spcPts val="800"/>
                            </a:spcAft>
                            <a:buNone/>
                          </a:pPr>
                          <a:r>
                            <a:rPr lang="en-US" sz="1000">
                              <a:effectLst/>
                            </a:rPr>
                            <a:t>2.720</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a:txBody>
                        <a:bodyPr/>
                        <a:lstStyle/>
                        <a:p>
                          <a:pPr marL="0" marR="0" algn="r">
                            <a:lnSpc>
                              <a:spcPct val="116000"/>
                            </a:lnSpc>
                            <a:spcAft>
                              <a:spcPts val="800"/>
                            </a:spcAft>
                            <a:buNone/>
                          </a:pPr>
                          <a:r>
                            <a:rPr lang="en-US" sz="1000">
                              <a:effectLst/>
                            </a:rPr>
                            <a:t>-16.249</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vMerge="1">
                      <a:txBody>
                        <a:bodyPr/>
                        <a:lstStyle/>
                        <a:p>
                          <a:endParaRPr lang="en-NZ"/>
                        </a:p>
                      </a:txBody>
                      <a:tcPr/>
                    </a:tc>
                    <a:tc vMerge="1">
                      <a:txBody>
                        <a:bodyPr/>
                        <a:lstStyle/>
                        <a:p>
                          <a:endParaRPr lang="en-NZ"/>
                        </a:p>
                      </a:txBody>
                      <a:tcPr/>
                    </a:tc>
                    <a:extLst>
                      <a:ext uri="{0D108BD9-81ED-4DB2-BD59-A6C34878D82A}">
                        <a16:rowId xmlns:a16="http://schemas.microsoft.com/office/drawing/2014/main" val="2481553406"/>
                      </a:ext>
                    </a:extLst>
                  </a:tr>
                  <a:tr h="173860">
                    <a:tc>
                      <a:txBody>
                        <a:bodyPr/>
                        <a:lstStyle/>
                        <a:p>
                          <a:pPr algn="r" fontAlgn="b">
                            <a:buNone/>
                          </a:pPr>
                          <a:r>
                            <a:rPr lang="en-NZ" sz="1200" b="0" i="0" u="none" strike="noStrike">
                              <a:solidFill>
                                <a:schemeClr val="bg1"/>
                              </a:solidFill>
                              <a:effectLst/>
                              <a:latin typeface="Aptos Narrow" panose="020B0004020202020204" pitchFamily="34" charset="0"/>
                            </a:rPr>
                            <a:t>197</a:t>
                          </a:r>
                        </a:p>
                      </a:txBody>
                      <a:tcPr marL="9525" marR="9525" marT="9525" marB="0" anchor="b">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marL="0" marR="0" algn="r">
                            <a:lnSpc>
                              <a:spcPct val="116000"/>
                            </a:lnSpc>
                            <a:spcAft>
                              <a:spcPts val="800"/>
                            </a:spcAft>
                            <a:buNone/>
                          </a:pPr>
                          <a:r>
                            <a:rPr lang="en-US" sz="1000">
                              <a:effectLst/>
                            </a:rPr>
                            <a:t>2.787</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lnB w="12700" cap="flat" cmpd="sng" algn="ctr">
                          <a:solidFill>
                            <a:schemeClr val="tx1"/>
                          </a:solidFill>
                          <a:prstDash val="solid"/>
                          <a:round/>
                          <a:headEnd type="none" w="med" len="med"/>
                          <a:tailEnd type="none" w="med" len="med"/>
                        </a:lnB>
                      </a:tcPr>
                    </a:tc>
                    <a:tc>
                      <a:txBody>
                        <a:bodyPr/>
                        <a:lstStyle/>
                        <a:p>
                          <a:pPr marL="0" marR="0" algn="r">
                            <a:lnSpc>
                              <a:spcPct val="116000"/>
                            </a:lnSpc>
                            <a:spcAft>
                              <a:spcPts val="800"/>
                            </a:spcAft>
                            <a:buNone/>
                          </a:pPr>
                          <a:r>
                            <a:rPr lang="en-US" sz="1000">
                              <a:effectLst/>
                            </a:rPr>
                            <a:t>-16.101</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lnB w="12700" cap="flat" cmpd="sng" algn="ctr">
                          <a:solidFill>
                            <a:schemeClr val="tx1"/>
                          </a:solidFill>
                          <a:prstDash val="solid"/>
                          <a:round/>
                          <a:headEnd type="none" w="med" len="med"/>
                          <a:tailEnd type="none" w="med" len="med"/>
                        </a:lnB>
                      </a:tcPr>
                    </a:tc>
                    <a:tc vMerge="1">
                      <a:txBody>
                        <a:bodyPr/>
                        <a:lstStyle/>
                        <a:p>
                          <a:endParaRPr lang="en-NZ"/>
                        </a:p>
                      </a:txBody>
                      <a:tcPr/>
                    </a:tc>
                    <a:tc vMerge="1">
                      <a:txBody>
                        <a:bodyPr/>
                        <a:lstStyle/>
                        <a:p>
                          <a:endParaRPr lang="en-NZ"/>
                        </a:p>
                      </a:txBody>
                      <a:tcPr/>
                    </a:tc>
                    <a:extLst>
                      <a:ext uri="{0D108BD9-81ED-4DB2-BD59-A6C34878D82A}">
                        <a16:rowId xmlns:a16="http://schemas.microsoft.com/office/drawing/2014/main" val="3844418807"/>
                      </a:ext>
                    </a:extLst>
                  </a:tr>
                  <a:tr h="173860">
                    <a:tc>
                      <a:txBody>
                        <a:bodyPr/>
                        <a:lstStyle/>
                        <a:p>
                          <a:pPr algn="r" fontAlgn="b">
                            <a:buNone/>
                          </a:pPr>
                          <a:r>
                            <a:rPr lang="en-NZ" sz="1200" b="0" i="0" u="none" strike="noStrike">
                              <a:solidFill>
                                <a:schemeClr val="bg1"/>
                              </a:solidFill>
                              <a:effectLst/>
                              <a:latin typeface="Aptos Narrow" panose="020B0004020202020204" pitchFamily="34" charset="0"/>
                            </a:rPr>
                            <a:t>48</a:t>
                          </a:r>
                        </a:p>
                      </a:txBody>
                      <a:tcPr marL="9525" marR="9525" marT="9525" marB="0" anchor="b">
                        <a:lnT w="12700" cap="flat" cmpd="sng" algn="ctr">
                          <a:solidFill>
                            <a:schemeClr val="tx1"/>
                          </a:solidFill>
                          <a:prstDash val="solid"/>
                          <a:round/>
                          <a:headEnd type="none" w="med" len="med"/>
                          <a:tailEnd type="none" w="med" len="med"/>
                        </a:lnT>
                      </a:tcPr>
                    </a:tc>
                    <a:tc>
                      <a:txBody>
                        <a:bodyPr/>
                        <a:lstStyle/>
                        <a:p>
                          <a:pPr marL="0" marR="0" algn="r">
                            <a:lnSpc>
                              <a:spcPct val="116000"/>
                            </a:lnSpc>
                            <a:spcAft>
                              <a:spcPts val="800"/>
                            </a:spcAft>
                            <a:buNone/>
                          </a:pPr>
                          <a:r>
                            <a:rPr lang="en-US" sz="1000">
                              <a:effectLst/>
                            </a:rPr>
                            <a:t>3.252</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lnT w="12700" cap="flat" cmpd="sng" algn="ctr">
                          <a:solidFill>
                            <a:schemeClr val="tx1"/>
                          </a:solidFill>
                          <a:prstDash val="solid"/>
                          <a:round/>
                          <a:headEnd type="none" w="med" len="med"/>
                          <a:tailEnd type="none" w="med" len="med"/>
                        </a:lnT>
                      </a:tcPr>
                    </a:tc>
                    <a:tc>
                      <a:txBody>
                        <a:bodyPr/>
                        <a:lstStyle/>
                        <a:p>
                          <a:pPr marL="0" marR="0" algn="r">
                            <a:lnSpc>
                              <a:spcPct val="116000"/>
                            </a:lnSpc>
                            <a:spcAft>
                              <a:spcPts val="800"/>
                            </a:spcAft>
                            <a:buNone/>
                          </a:pPr>
                          <a:r>
                            <a:rPr lang="en-US" sz="1000">
                              <a:effectLst/>
                            </a:rPr>
                            <a:t>-14.550</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lnT w="12700" cap="flat" cmpd="sng" algn="ctr">
                          <a:solidFill>
                            <a:schemeClr val="tx1"/>
                          </a:solidFill>
                          <a:prstDash val="solid"/>
                          <a:round/>
                          <a:headEnd type="none" w="med" len="med"/>
                          <a:tailEnd type="none" w="med" len="med"/>
                        </a:lnT>
                      </a:tcPr>
                    </a:tc>
                    <a:tc rowSpan="3">
                      <a:txBody>
                        <a:bodyPr/>
                        <a:lstStyle/>
                        <a:p>
                          <a:pPr marL="0" marR="0">
                            <a:lnSpc>
                              <a:spcPct val="116000"/>
                            </a:lnSpc>
                            <a:spcAft>
                              <a:spcPts val="800"/>
                            </a:spcAft>
                            <a:buNone/>
                          </a:pPr>
                          <a:r>
                            <a:rPr lang="en-US" sz="1000">
                              <a:effectLst/>
                            </a:rPr>
                            <a:t>1.07</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lnT w="12700" cap="flat" cmpd="sng" algn="ctr">
                          <a:solidFill>
                            <a:schemeClr val="tx1"/>
                          </a:solidFill>
                          <a:prstDash val="solid"/>
                          <a:round/>
                          <a:headEnd type="none" w="med" len="med"/>
                          <a:tailEnd type="none" w="med" len="med"/>
                        </a:lnT>
                      </a:tcPr>
                    </a:tc>
                    <a:tc rowSpan="3">
                      <a:txBody>
                        <a:bodyPr/>
                        <a:lstStyle/>
                        <a:p>
                          <a:pPr marL="0" marR="0">
                            <a:lnSpc>
                              <a:spcPct val="116000"/>
                            </a:lnSpc>
                            <a:spcAft>
                              <a:spcPts val="800"/>
                            </a:spcAft>
                            <a:buNone/>
                          </a:pPr>
                          <a:r>
                            <a:rPr lang="en-US" sz="1000">
                              <a:effectLst/>
                            </a:rPr>
                            <a:t>2.09E-19</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020292533"/>
                      </a:ext>
                    </a:extLst>
                  </a:tr>
                  <a:tr h="173860">
                    <a:tc>
                      <a:txBody>
                        <a:bodyPr/>
                        <a:lstStyle/>
                        <a:p>
                          <a:pPr algn="r" fontAlgn="b">
                            <a:buNone/>
                          </a:pPr>
                          <a:r>
                            <a:rPr lang="en-NZ" sz="1200" b="0" i="0" u="none" strike="noStrike">
                              <a:solidFill>
                                <a:schemeClr val="bg1"/>
                              </a:solidFill>
                              <a:effectLst/>
                              <a:latin typeface="Aptos Narrow" panose="020B0004020202020204" pitchFamily="34" charset="0"/>
                            </a:rPr>
                            <a:t>48</a:t>
                          </a:r>
                        </a:p>
                      </a:txBody>
                      <a:tcPr marL="9525" marR="9525" marT="9525" marB="0" anchor="b"/>
                    </a:tc>
                    <a:tc>
                      <a:txBody>
                        <a:bodyPr/>
                        <a:lstStyle/>
                        <a:p>
                          <a:pPr marL="0" marR="0" algn="r">
                            <a:lnSpc>
                              <a:spcPct val="116000"/>
                            </a:lnSpc>
                            <a:spcAft>
                              <a:spcPts val="800"/>
                            </a:spcAft>
                            <a:buNone/>
                          </a:pPr>
                          <a:r>
                            <a:rPr lang="en-US" sz="1000">
                              <a:effectLst/>
                            </a:rPr>
                            <a:t>3.331</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a:txBody>
                        <a:bodyPr/>
                        <a:lstStyle/>
                        <a:p>
                          <a:pPr marL="0" marR="0" algn="r">
                            <a:lnSpc>
                              <a:spcPct val="116000"/>
                            </a:lnSpc>
                            <a:spcAft>
                              <a:spcPts val="800"/>
                            </a:spcAft>
                            <a:buNone/>
                          </a:pPr>
                          <a:r>
                            <a:rPr lang="en-US" sz="1000">
                              <a:effectLst/>
                            </a:rPr>
                            <a:t>-14.504</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vMerge="1">
                      <a:txBody>
                        <a:bodyPr/>
                        <a:lstStyle/>
                        <a:p>
                          <a:endParaRPr lang="en-NZ"/>
                        </a:p>
                      </a:txBody>
                      <a:tcPr/>
                    </a:tc>
                    <a:tc vMerge="1">
                      <a:txBody>
                        <a:bodyPr/>
                        <a:lstStyle/>
                        <a:p>
                          <a:endParaRPr lang="en-NZ"/>
                        </a:p>
                      </a:txBody>
                      <a:tcPr/>
                    </a:tc>
                    <a:extLst>
                      <a:ext uri="{0D108BD9-81ED-4DB2-BD59-A6C34878D82A}">
                        <a16:rowId xmlns:a16="http://schemas.microsoft.com/office/drawing/2014/main" val="2753578218"/>
                      </a:ext>
                    </a:extLst>
                  </a:tr>
                  <a:tr h="173860">
                    <a:tc>
                      <a:txBody>
                        <a:bodyPr/>
                        <a:lstStyle/>
                        <a:p>
                          <a:pPr algn="r" fontAlgn="b">
                            <a:buNone/>
                          </a:pPr>
                          <a:r>
                            <a:rPr lang="en-NZ" sz="1200" b="0" i="0" u="none" strike="noStrike">
                              <a:solidFill>
                                <a:schemeClr val="bg1"/>
                              </a:solidFill>
                              <a:effectLst/>
                              <a:latin typeface="Aptos Narrow" panose="020B0004020202020204" pitchFamily="34" charset="0"/>
                            </a:rPr>
                            <a:t>48</a:t>
                          </a:r>
                        </a:p>
                      </a:txBody>
                      <a:tcPr marL="9525" marR="9525" marT="9525" marB="0" anchor="b"/>
                    </a:tc>
                    <a:tc>
                      <a:txBody>
                        <a:bodyPr/>
                        <a:lstStyle/>
                        <a:p>
                          <a:pPr marL="0" marR="0" algn="r">
                            <a:lnSpc>
                              <a:spcPct val="116000"/>
                            </a:lnSpc>
                            <a:spcAft>
                              <a:spcPts val="800"/>
                            </a:spcAft>
                            <a:buNone/>
                          </a:pPr>
                          <a:r>
                            <a:rPr lang="en-US" sz="1000">
                              <a:effectLst/>
                            </a:rPr>
                            <a:t>3.398</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a:txBody>
                        <a:bodyPr/>
                        <a:lstStyle/>
                        <a:p>
                          <a:pPr marL="0" marR="0" algn="r">
                            <a:lnSpc>
                              <a:spcPct val="116000"/>
                            </a:lnSpc>
                            <a:spcAft>
                              <a:spcPts val="800"/>
                            </a:spcAft>
                            <a:buNone/>
                          </a:pPr>
                          <a:r>
                            <a:rPr lang="en-US" sz="1000">
                              <a:effectLst/>
                            </a:rPr>
                            <a:t>-14.392</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vMerge="1">
                      <a:txBody>
                        <a:bodyPr/>
                        <a:lstStyle/>
                        <a:p>
                          <a:endParaRPr lang="en-NZ"/>
                        </a:p>
                      </a:txBody>
                      <a:tcPr/>
                    </a:tc>
                    <a:tc vMerge="1">
                      <a:txBody>
                        <a:bodyPr/>
                        <a:lstStyle/>
                        <a:p>
                          <a:endParaRPr lang="en-NZ"/>
                        </a:p>
                      </a:txBody>
                      <a:tcPr/>
                    </a:tc>
                    <a:extLst>
                      <a:ext uri="{0D108BD9-81ED-4DB2-BD59-A6C34878D82A}">
                        <a16:rowId xmlns:a16="http://schemas.microsoft.com/office/drawing/2014/main" val="2394616004"/>
                      </a:ext>
                    </a:extLst>
                  </a:tr>
                  <a:tr h="173860">
                    <a:tc>
                      <a:txBody>
                        <a:bodyPr/>
                        <a:lstStyle/>
                        <a:p>
                          <a:pPr algn="r" fontAlgn="b">
                            <a:buNone/>
                          </a:pPr>
                          <a:r>
                            <a:rPr lang="en-NZ" sz="1200" b="0" i="0" u="none" strike="noStrike">
                              <a:solidFill>
                                <a:schemeClr val="bg1"/>
                              </a:solidFill>
                              <a:effectLst/>
                              <a:latin typeface="Aptos Narrow" panose="020B0004020202020204" pitchFamily="34" charset="0"/>
                            </a:rPr>
                            <a:t>97</a:t>
                          </a:r>
                        </a:p>
                      </a:txBody>
                      <a:tcPr marL="9525" marR="9525" marT="9525" marB="0" anchor="b"/>
                    </a:tc>
                    <a:tc>
                      <a:txBody>
                        <a:bodyPr/>
                        <a:lstStyle/>
                        <a:p>
                          <a:pPr marL="0" marR="0" algn="r">
                            <a:lnSpc>
                              <a:spcPct val="116000"/>
                            </a:lnSpc>
                            <a:spcAft>
                              <a:spcPts val="800"/>
                            </a:spcAft>
                            <a:buNone/>
                          </a:pPr>
                          <a:r>
                            <a:rPr lang="en-US" sz="1000">
                              <a:effectLst/>
                            </a:rPr>
                            <a:t>2.948</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a:txBody>
                        <a:bodyPr/>
                        <a:lstStyle/>
                        <a:p>
                          <a:pPr marL="0" marR="0" algn="r">
                            <a:lnSpc>
                              <a:spcPct val="116000"/>
                            </a:lnSpc>
                            <a:spcAft>
                              <a:spcPts val="800"/>
                            </a:spcAft>
                            <a:buNone/>
                          </a:pPr>
                          <a:r>
                            <a:rPr lang="en-US" sz="1000">
                              <a:effectLst/>
                            </a:rPr>
                            <a:t>-14.893</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rowSpan="3">
                      <a:txBody>
                        <a:bodyPr/>
                        <a:lstStyle/>
                        <a:p>
                          <a:pPr marL="0" marR="0">
                            <a:lnSpc>
                              <a:spcPct val="116000"/>
                            </a:lnSpc>
                            <a:spcAft>
                              <a:spcPts val="800"/>
                            </a:spcAft>
                            <a:buNone/>
                          </a:pPr>
                          <a:r>
                            <a:rPr lang="en-US" sz="1000">
                              <a:effectLst/>
                            </a:rPr>
                            <a:t>1.63</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rowSpan="3">
                      <a:txBody>
                        <a:bodyPr/>
                        <a:lstStyle/>
                        <a:p>
                          <a:pPr marL="0" marR="0">
                            <a:lnSpc>
                              <a:spcPct val="116000"/>
                            </a:lnSpc>
                            <a:spcAft>
                              <a:spcPts val="800"/>
                            </a:spcAft>
                            <a:buNone/>
                          </a:pPr>
                          <a:r>
                            <a:rPr lang="en-US" sz="1000">
                              <a:effectLst/>
                            </a:rPr>
                            <a:t>2.59E-21</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extLst>
                      <a:ext uri="{0D108BD9-81ED-4DB2-BD59-A6C34878D82A}">
                        <a16:rowId xmlns:a16="http://schemas.microsoft.com/office/drawing/2014/main" val="1762009730"/>
                      </a:ext>
                    </a:extLst>
                  </a:tr>
                  <a:tr h="173860">
                    <a:tc>
                      <a:txBody>
                        <a:bodyPr/>
                        <a:lstStyle/>
                        <a:p>
                          <a:pPr algn="r" fontAlgn="b">
                            <a:buNone/>
                          </a:pPr>
                          <a:r>
                            <a:rPr lang="en-NZ" sz="1200" b="0" i="0" u="none" strike="noStrike">
                              <a:solidFill>
                                <a:schemeClr val="bg1"/>
                              </a:solidFill>
                              <a:effectLst/>
                              <a:latin typeface="Aptos Narrow" panose="020B0004020202020204" pitchFamily="34" charset="0"/>
                            </a:rPr>
                            <a:t>97</a:t>
                          </a:r>
                        </a:p>
                      </a:txBody>
                      <a:tcPr marL="9525" marR="9525" marT="9525" marB="0" anchor="b"/>
                    </a:tc>
                    <a:tc>
                      <a:txBody>
                        <a:bodyPr/>
                        <a:lstStyle/>
                        <a:p>
                          <a:pPr marL="0" marR="0" algn="r">
                            <a:lnSpc>
                              <a:spcPct val="116000"/>
                            </a:lnSpc>
                            <a:spcAft>
                              <a:spcPts val="800"/>
                            </a:spcAft>
                            <a:buNone/>
                          </a:pPr>
                          <a:r>
                            <a:rPr lang="en-US" sz="1000">
                              <a:effectLst/>
                            </a:rPr>
                            <a:t>3.027</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a:txBody>
                        <a:bodyPr/>
                        <a:lstStyle/>
                        <a:p>
                          <a:pPr marL="0" marR="0" algn="r">
                            <a:lnSpc>
                              <a:spcPct val="116000"/>
                            </a:lnSpc>
                            <a:spcAft>
                              <a:spcPts val="800"/>
                            </a:spcAft>
                            <a:buNone/>
                          </a:pPr>
                          <a:r>
                            <a:rPr lang="en-US" sz="1000">
                              <a:effectLst/>
                            </a:rPr>
                            <a:t>-14.717</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vMerge="1">
                      <a:txBody>
                        <a:bodyPr/>
                        <a:lstStyle/>
                        <a:p>
                          <a:endParaRPr lang="en-NZ"/>
                        </a:p>
                      </a:txBody>
                      <a:tcPr/>
                    </a:tc>
                    <a:tc vMerge="1">
                      <a:txBody>
                        <a:bodyPr/>
                        <a:lstStyle/>
                        <a:p>
                          <a:endParaRPr lang="en-NZ"/>
                        </a:p>
                      </a:txBody>
                      <a:tcPr/>
                    </a:tc>
                    <a:extLst>
                      <a:ext uri="{0D108BD9-81ED-4DB2-BD59-A6C34878D82A}">
                        <a16:rowId xmlns:a16="http://schemas.microsoft.com/office/drawing/2014/main" val="4286424123"/>
                      </a:ext>
                    </a:extLst>
                  </a:tr>
                  <a:tr h="173860">
                    <a:tc>
                      <a:txBody>
                        <a:bodyPr/>
                        <a:lstStyle/>
                        <a:p>
                          <a:pPr algn="r" fontAlgn="b">
                            <a:buNone/>
                          </a:pPr>
                          <a:r>
                            <a:rPr lang="en-NZ" sz="1200" b="0" i="0" u="none" strike="noStrike">
                              <a:solidFill>
                                <a:schemeClr val="bg1"/>
                              </a:solidFill>
                              <a:effectLst/>
                              <a:latin typeface="Aptos Narrow" panose="020B0004020202020204" pitchFamily="34" charset="0"/>
                            </a:rPr>
                            <a:t>97</a:t>
                          </a:r>
                        </a:p>
                      </a:txBody>
                      <a:tcPr marL="9525" marR="9525" marT="9525" marB="0" anchor="b"/>
                    </a:tc>
                    <a:tc>
                      <a:txBody>
                        <a:bodyPr/>
                        <a:lstStyle/>
                        <a:p>
                          <a:pPr marL="0" marR="0" algn="r">
                            <a:lnSpc>
                              <a:spcPct val="116000"/>
                            </a:lnSpc>
                            <a:spcAft>
                              <a:spcPts val="800"/>
                            </a:spcAft>
                            <a:buNone/>
                          </a:pPr>
                          <a:r>
                            <a:rPr lang="en-US" sz="1000">
                              <a:effectLst/>
                            </a:rPr>
                            <a:t>3.094</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a:txBody>
                        <a:bodyPr/>
                        <a:lstStyle/>
                        <a:p>
                          <a:pPr marL="0" marR="0" algn="r">
                            <a:lnSpc>
                              <a:spcPct val="116000"/>
                            </a:lnSpc>
                            <a:spcAft>
                              <a:spcPts val="800"/>
                            </a:spcAft>
                            <a:buNone/>
                          </a:pPr>
                          <a:r>
                            <a:rPr lang="en-US" sz="1000">
                              <a:effectLst/>
                            </a:rPr>
                            <a:t>-14.657</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vMerge="1">
                      <a:txBody>
                        <a:bodyPr/>
                        <a:lstStyle/>
                        <a:p>
                          <a:endParaRPr lang="en-NZ"/>
                        </a:p>
                      </a:txBody>
                      <a:tcPr/>
                    </a:tc>
                    <a:tc vMerge="1">
                      <a:txBody>
                        <a:bodyPr/>
                        <a:lstStyle/>
                        <a:p>
                          <a:endParaRPr lang="en-NZ"/>
                        </a:p>
                      </a:txBody>
                      <a:tcPr/>
                    </a:tc>
                    <a:extLst>
                      <a:ext uri="{0D108BD9-81ED-4DB2-BD59-A6C34878D82A}">
                        <a16:rowId xmlns:a16="http://schemas.microsoft.com/office/drawing/2014/main" val="3133270796"/>
                      </a:ext>
                    </a:extLst>
                  </a:tr>
                  <a:tr h="173860">
                    <a:tc>
                      <a:txBody>
                        <a:bodyPr/>
                        <a:lstStyle/>
                        <a:p>
                          <a:pPr algn="r" fontAlgn="b">
                            <a:buNone/>
                          </a:pPr>
                          <a:r>
                            <a:rPr lang="en-NZ" sz="1200" b="0" i="0" u="none" strike="noStrike">
                              <a:solidFill>
                                <a:schemeClr val="bg1"/>
                              </a:solidFill>
                              <a:effectLst/>
                              <a:latin typeface="Aptos Narrow" panose="020B0004020202020204" pitchFamily="34" charset="0"/>
                            </a:rPr>
                            <a:t>146</a:t>
                          </a:r>
                        </a:p>
                      </a:txBody>
                      <a:tcPr marL="9525" marR="9525" marT="9525" marB="0" anchor="b"/>
                    </a:tc>
                    <a:tc>
                      <a:txBody>
                        <a:bodyPr/>
                        <a:lstStyle/>
                        <a:p>
                          <a:pPr marL="0" marR="0" algn="r">
                            <a:lnSpc>
                              <a:spcPct val="116000"/>
                            </a:lnSpc>
                            <a:spcAft>
                              <a:spcPts val="800"/>
                            </a:spcAft>
                            <a:buNone/>
                          </a:pPr>
                          <a:r>
                            <a:rPr lang="en-US" sz="1000">
                              <a:effectLst/>
                            </a:rPr>
                            <a:t>2.771</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a:txBody>
                        <a:bodyPr/>
                        <a:lstStyle/>
                        <a:p>
                          <a:pPr marL="0" marR="0" algn="r">
                            <a:lnSpc>
                              <a:spcPct val="116000"/>
                            </a:lnSpc>
                            <a:spcAft>
                              <a:spcPts val="800"/>
                            </a:spcAft>
                            <a:buNone/>
                          </a:pPr>
                          <a:r>
                            <a:rPr lang="en-US" sz="1000">
                              <a:effectLst/>
                            </a:rPr>
                            <a:t>-15.124</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rowSpan="3">
                      <a:txBody>
                        <a:bodyPr/>
                        <a:lstStyle/>
                        <a:p>
                          <a:pPr marL="0" marR="0">
                            <a:lnSpc>
                              <a:spcPct val="116000"/>
                            </a:lnSpc>
                            <a:spcAft>
                              <a:spcPts val="800"/>
                            </a:spcAft>
                            <a:buNone/>
                          </a:pPr>
                          <a:r>
                            <a:rPr lang="en-US" sz="1000" dirty="0">
                              <a:effectLst/>
                            </a:rPr>
                            <a:t>1.96</a:t>
                          </a:r>
                          <a:endParaRPr lang="en-NZ" sz="1000" dirty="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rowSpan="3">
                      <a:txBody>
                        <a:bodyPr/>
                        <a:lstStyle/>
                        <a:p>
                          <a:pPr marL="0" marR="0">
                            <a:lnSpc>
                              <a:spcPct val="116000"/>
                            </a:lnSpc>
                            <a:spcAft>
                              <a:spcPts val="800"/>
                            </a:spcAft>
                            <a:buNone/>
                          </a:pPr>
                          <a:r>
                            <a:rPr lang="en-US" sz="1000">
                              <a:effectLst/>
                            </a:rPr>
                            <a:t>2.42E-22</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extLst>
                      <a:ext uri="{0D108BD9-81ED-4DB2-BD59-A6C34878D82A}">
                        <a16:rowId xmlns:a16="http://schemas.microsoft.com/office/drawing/2014/main" val="605641696"/>
                      </a:ext>
                    </a:extLst>
                  </a:tr>
                  <a:tr h="173860">
                    <a:tc>
                      <a:txBody>
                        <a:bodyPr/>
                        <a:lstStyle/>
                        <a:p>
                          <a:pPr algn="r" fontAlgn="b">
                            <a:buNone/>
                          </a:pPr>
                          <a:r>
                            <a:rPr lang="en-NZ" sz="1200" b="0" i="0" u="none" strike="noStrike">
                              <a:solidFill>
                                <a:schemeClr val="bg1"/>
                              </a:solidFill>
                              <a:effectLst/>
                              <a:latin typeface="Aptos Narrow" panose="020B0004020202020204" pitchFamily="34" charset="0"/>
                            </a:rPr>
                            <a:t>146</a:t>
                          </a:r>
                        </a:p>
                      </a:txBody>
                      <a:tcPr marL="9525" marR="9525" marT="9525" marB="0" anchor="b"/>
                    </a:tc>
                    <a:tc>
                      <a:txBody>
                        <a:bodyPr/>
                        <a:lstStyle/>
                        <a:p>
                          <a:pPr marL="0" marR="0" algn="r">
                            <a:lnSpc>
                              <a:spcPct val="116000"/>
                            </a:lnSpc>
                            <a:spcAft>
                              <a:spcPts val="800"/>
                            </a:spcAft>
                            <a:buNone/>
                          </a:pPr>
                          <a:r>
                            <a:rPr lang="en-US" sz="1000">
                              <a:effectLst/>
                            </a:rPr>
                            <a:t>2.850</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a:txBody>
                        <a:bodyPr/>
                        <a:lstStyle/>
                        <a:p>
                          <a:pPr marL="0" marR="0" algn="r">
                            <a:lnSpc>
                              <a:spcPct val="116000"/>
                            </a:lnSpc>
                            <a:spcAft>
                              <a:spcPts val="800"/>
                            </a:spcAft>
                            <a:buNone/>
                          </a:pPr>
                          <a:r>
                            <a:rPr lang="en-US" sz="1000">
                              <a:effectLst/>
                            </a:rPr>
                            <a:t>-14.963</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vMerge="1">
                      <a:txBody>
                        <a:bodyPr/>
                        <a:lstStyle/>
                        <a:p>
                          <a:endParaRPr lang="en-NZ"/>
                        </a:p>
                      </a:txBody>
                      <a:tcPr/>
                    </a:tc>
                    <a:tc vMerge="1">
                      <a:txBody>
                        <a:bodyPr/>
                        <a:lstStyle/>
                        <a:p>
                          <a:endParaRPr lang="en-NZ"/>
                        </a:p>
                      </a:txBody>
                      <a:tcPr/>
                    </a:tc>
                    <a:extLst>
                      <a:ext uri="{0D108BD9-81ED-4DB2-BD59-A6C34878D82A}">
                        <a16:rowId xmlns:a16="http://schemas.microsoft.com/office/drawing/2014/main" val="803012843"/>
                      </a:ext>
                    </a:extLst>
                  </a:tr>
                  <a:tr h="173860">
                    <a:tc>
                      <a:txBody>
                        <a:bodyPr/>
                        <a:lstStyle/>
                        <a:p>
                          <a:pPr algn="r" fontAlgn="b">
                            <a:buNone/>
                          </a:pPr>
                          <a:r>
                            <a:rPr lang="en-NZ" sz="1200" b="0" i="0" u="none" strike="noStrike">
                              <a:solidFill>
                                <a:schemeClr val="bg1"/>
                              </a:solidFill>
                              <a:effectLst/>
                              <a:latin typeface="Aptos Narrow" panose="020B0004020202020204" pitchFamily="34" charset="0"/>
                            </a:rPr>
                            <a:t>146</a:t>
                          </a:r>
                        </a:p>
                      </a:txBody>
                      <a:tcPr marL="9525" marR="9525" marT="9525" marB="0" anchor="b"/>
                    </a:tc>
                    <a:tc>
                      <a:txBody>
                        <a:bodyPr/>
                        <a:lstStyle/>
                        <a:p>
                          <a:pPr marL="0" marR="0" algn="r">
                            <a:lnSpc>
                              <a:spcPct val="116000"/>
                            </a:lnSpc>
                            <a:spcAft>
                              <a:spcPts val="800"/>
                            </a:spcAft>
                            <a:buNone/>
                          </a:pPr>
                          <a:r>
                            <a:rPr lang="en-US" sz="1000">
                              <a:effectLst/>
                            </a:rPr>
                            <a:t>2.917</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a:txBody>
                        <a:bodyPr/>
                        <a:lstStyle/>
                        <a:p>
                          <a:pPr marL="0" marR="0" algn="r">
                            <a:lnSpc>
                              <a:spcPct val="116000"/>
                            </a:lnSpc>
                            <a:spcAft>
                              <a:spcPts val="800"/>
                            </a:spcAft>
                            <a:buNone/>
                          </a:pPr>
                          <a:r>
                            <a:rPr lang="en-US" sz="1000">
                              <a:effectLst/>
                            </a:rPr>
                            <a:t>-14.839</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vMerge="1">
                      <a:txBody>
                        <a:bodyPr/>
                        <a:lstStyle/>
                        <a:p>
                          <a:endParaRPr lang="en-NZ"/>
                        </a:p>
                      </a:txBody>
                      <a:tcPr/>
                    </a:tc>
                    <a:tc vMerge="1">
                      <a:txBody>
                        <a:bodyPr/>
                        <a:lstStyle/>
                        <a:p>
                          <a:endParaRPr lang="en-NZ"/>
                        </a:p>
                      </a:txBody>
                      <a:tcPr/>
                    </a:tc>
                    <a:extLst>
                      <a:ext uri="{0D108BD9-81ED-4DB2-BD59-A6C34878D82A}">
                        <a16:rowId xmlns:a16="http://schemas.microsoft.com/office/drawing/2014/main" val="543858066"/>
                      </a:ext>
                    </a:extLst>
                  </a:tr>
                  <a:tr h="173860">
                    <a:tc>
                      <a:txBody>
                        <a:bodyPr/>
                        <a:lstStyle/>
                        <a:p>
                          <a:pPr algn="r" fontAlgn="b">
                            <a:buNone/>
                          </a:pPr>
                          <a:r>
                            <a:rPr lang="en-NZ" sz="1200" b="0" i="0" u="none" strike="noStrike">
                              <a:solidFill>
                                <a:schemeClr val="bg1"/>
                              </a:solidFill>
                              <a:effectLst/>
                              <a:latin typeface="Aptos Narrow" panose="020B0004020202020204" pitchFamily="34" charset="0"/>
                            </a:rPr>
                            <a:t>43</a:t>
                          </a:r>
                        </a:p>
                      </a:txBody>
                      <a:tcPr marL="9525" marR="9525" marT="9525" marB="0" anchor="b"/>
                    </a:tc>
                    <a:tc>
                      <a:txBody>
                        <a:bodyPr/>
                        <a:lstStyle/>
                        <a:p>
                          <a:pPr marL="0" marR="0" algn="r">
                            <a:lnSpc>
                              <a:spcPct val="116000"/>
                            </a:lnSpc>
                            <a:spcAft>
                              <a:spcPts val="800"/>
                            </a:spcAft>
                            <a:buNone/>
                          </a:pPr>
                          <a:r>
                            <a:rPr lang="en-US" sz="1000">
                              <a:effectLst/>
                            </a:rPr>
                            <a:t>3.305</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a:txBody>
                        <a:bodyPr/>
                        <a:lstStyle/>
                        <a:p>
                          <a:pPr marL="0" marR="0" algn="r">
                            <a:lnSpc>
                              <a:spcPct val="116000"/>
                            </a:lnSpc>
                            <a:spcAft>
                              <a:spcPts val="800"/>
                            </a:spcAft>
                            <a:buNone/>
                          </a:pPr>
                          <a:r>
                            <a:rPr lang="en-US" sz="1000">
                              <a:effectLst/>
                            </a:rPr>
                            <a:t>-14.931</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rowSpan="3">
                      <a:txBody>
                        <a:bodyPr/>
                        <a:lstStyle/>
                        <a:p>
                          <a:pPr marL="0" marR="0">
                            <a:lnSpc>
                              <a:spcPct val="116000"/>
                            </a:lnSpc>
                            <a:spcAft>
                              <a:spcPts val="800"/>
                            </a:spcAft>
                            <a:buNone/>
                          </a:pPr>
                          <a:r>
                            <a:rPr lang="en-US" sz="1000">
                              <a:effectLst/>
                            </a:rPr>
                            <a:t>2.06</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rowSpan="3">
                      <a:txBody>
                        <a:bodyPr/>
                        <a:lstStyle/>
                        <a:p>
                          <a:pPr marL="0" marR="0">
                            <a:lnSpc>
                              <a:spcPct val="116000"/>
                            </a:lnSpc>
                            <a:spcAft>
                              <a:spcPts val="800"/>
                            </a:spcAft>
                            <a:buNone/>
                          </a:pPr>
                          <a:r>
                            <a:rPr lang="en-US" sz="1000">
                              <a:effectLst/>
                            </a:rPr>
                            <a:t>1.67E-23</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extLst>
                      <a:ext uri="{0D108BD9-81ED-4DB2-BD59-A6C34878D82A}">
                        <a16:rowId xmlns:a16="http://schemas.microsoft.com/office/drawing/2014/main" val="3828620240"/>
                      </a:ext>
                    </a:extLst>
                  </a:tr>
                  <a:tr h="173860">
                    <a:tc>
                      <a:txBody>
                        <a:bodyPr/>
                        <a:lstStyle/>
                        <a:p>
                          <a:pPr algn="r" fontAlgn="b">
                            <a:buNone/>
                          </a:pPr>
                          <a:r>
                            <a:rPr lang="en-NZ" sz="1200" b="0" i="0" u="none" strike="noStrike">
                              <a:solidFill>
                                <a:schemeClr val="bg1"/>
                              </a:solidFill>
                              <a:effectLst/>
                              <a:latin typeface="Aptos Narrow" panose="020B0004020202020204" pitchFamily="34" charset="0"/>
                            </a:rPr>
                            <a:t>43</a:t>
                          </a:r>
                        </a:p>
                      </a:txBody>
                      <a:tcPr marL="9525" marR="9525" marT="9525" marB="0" anchor="b"/>
                    </a:tc>
                    <a:tc>
                      <a:txBody>
                        <a:bodyPr/>
                        <a:lstStyle/>
                        <a:p>
                          <a:pPr marL="0" marR="0" algn="r">
                            <a:lnSpc>
                              <a:spcPct val="116000"/>
                            </a:lnSpc>
                            <a:spcAft>
                              <a:spcPts val="800"/>
                            </a:spcAft>
                            <a:buNone/>
                          </a:pPr>
                          <a:r>
                            <a:rPr lang="en-US" sz="1000">
                              <a:effectLst/>
                            </a:rPr>
                            <a:t>3.384</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a:txBody>
                        <a:bodyPr/>
                        <a:lstStyle/>
                        <a:p>
                          <a:pPr marL="0" marR="0" algn="r">
                            <a:lnSpc>
                              <a:spcPct val="116000"/>
                            </a:lnSpc>
                            <a:spcAft>
                              <a:spcPts val="800"/>
                            </a:spcAft>
                            <a:buNone/>
                          </a:pPr>
                          <a:r>
                            <a:rPr lang="en-US" sz="1000">
                              <a:effectLst/>
                            </a:rPr>
                            <a:t>-14.542</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vMerge="1">
                      <a:txBody>
                        <a:bodyPr/>
                        <a:lstStyle/>
                        <a:p>
                          <a:endParaRPr lang="en-NZ"/>
                        </a:p>
                      </a:txBody>
                      <a:tcPr/>
                    </a:tc>
                    <a:tc vMerge="1">
                      <a:txBody>
                        <a:bodyPr/>
                        <a:lstStyle/>
                        <a:p>
                          <a:endParaRPr lang="en-NZ"/>
                        </a:p>
                      </a:txBody>
                      <a:tcPr/>
                    </a:tc>
                    <a:extLst>
                      <a:ext uri="{0D108BD9-81ED-4DB2-BD59-A6C34878D82A}">
                        <a16:rowId xmlns:a16="http://schemas.microsoft.com/office/drawing/2014/main" val="61980745"/>
                      </a:ext>
                    </a:extLst>
                  </a:tr>
                  <a:tr h="173860">
                    <a:tc>
                      <a:txBody>
                        <a:bodyPr/>
                        <a:lstStyle/>
                        <a:p>
                          <a:pPr algn="r" fontAlgn="b">
                            <a:buNone/>
                          </a:pPr>
                          <a:r>
                            <a:rPr lang="en-NZ" sz="1200" b="0" i="0" u="none" strike="noStrike">
                              <a:solidFill>
                                <a:schemeClr val="bg1"/>
                              </a:solidFill>
                              <a:effectLst/>
                              <a:latin typeface="Aptos Narrow" panose="020B0004020202020204" pitchFamily="34" charset="0"/>
                            </a:rPr>
                            <a:t>43</a:t>
                          </a:r>
                        </a:p>
                      </a:txBody>
                      <a:tcPr marL="9525" marR="9525" marT="9525" marB="0" anchor="b"/>
                    </a:tc>
                    <a:tc>
                      <a:txBody>
                        <a:bodyPr/>
                        <a:lstStyle/>
                        <a:p>
                          <a:pPr marL="0" marR="0" algn="r">
                            <a:lnSpc>
                              <a:spcPct val="116000"/>
                            </a:lnSpc>
                            <a:spcAft>
                              <a:spcPts val="800"/>
                            </a:spcAft>
                            <a:buNone/>
                          </a:pPr>
                          <a:r>
                            <a:rPr lang="en-US" sz="1000">
                              <a:effectLst/>
                            </a:rPr>
                            <a:t>3.451</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a:txBody>
                        <a:bodyPr/>
                        <a:lstStyle/>
                        <a:p>
                          <a:pPr marL="0" marR="0" algn="r">
                            <a:lnSpc>
                              <a:spcPct val="116000"/>
                            </a:lnSpc>
                            <a:spcAft>
                              <a:spcPts val="800"/>
                            </a:spcAft>
                            <a:buNone/>
                          </a:pPr>
                          <a:r>
                            <a:rPr lang="en-US" sz="1000">
                              <a:effectLst/>
                            </a:rPr>
                            <a:t>-14.643</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vMerge="1">
                      <a:txBody>
                        <a:bodyPr/>
                        <a:lstStyle/>
                        <a:p>
                          <a:endParaRPr lang="en-NZ"/>
                        </a:p>
                      </a:txBody>
                      <a:tcPr/>
                    </a:tc>
                    <a:tc vMerge="1">
                      <a:txBody>
                        <a:bodyPr/>
                        <a:lstStyle/>
                        <a:p>
                          <a:endParaRPr lang="en-NZ"/>
                        </a:p>
                      </a:txBody>
                      <a:tcPr/>
                    </a:tc>
                    <a:extLst>
                      <a:ext uri="{0D108BD9-81ED-4DB2-BD59-A6C34878D82A}">
                        <a16:rowId xmlns:a16="http://schemas.microsoft.com/office/drawing/2014/main" val="2316301357"/>
                      </a:ext>
                    </a:extLst>
                  </a:tr>
                  <a:tr h="173860">
                    <a:tc>
                      <a:txBody>
                        <a:bodyPr/>
                        <a:lstStyle/>
                        <a:p>
                          <a:pPr algn="r" fontAlgn="b">
                            <a:buNone/>
                          </a:pPr>
                          <a:r>
                            <a:rPr lang="en-NZ" sz="1200" b="0" i="0" u="none" strike="noStrike">
                              <a:solidFill>
                                <a:schemeClr val="bg1"/>
                              </a:solidFill>
                              <a:effectLst/>
                              <a:latin typeface="Aptos Narrow" panose="020B0004020202020204" pitchFamily="34" charset="0"/>
                            </a:rPr>
                            <a:t>86</a:t>
                          </a:r>
                        </a:p>
                      </a:txBody>
                      <a:tcPr marL="9525" marR="9525" marT="9525" marB="0" anchor="b"/>
                    </a:tc>
                    <a:tc>
                      <a:txBody>
                        <a:bodyPr/>
                        <a:lstStyle/>
                        <a:p>
                          <a:pPr marL="0" marR="0" algn="r">
                            <a:lnSpc>
                              <a:spcPct val="116000"/>
                            </a:lnSpc>
                            <a:spcAft>
                              <a:spcPts val="800"/>
                            </a:spcAft>
                            <a:buNone/>
                          </a:pPr>
                          <a:r>
                            <a:rPr lang="en-US" sz="1000">
                              <a:effectLst/>
                            </a:rPr>
                            <a:t>3.001</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a:txBody>
                        <a:bodyPr/>
                        <a:lstStyle/>
                        <a:p>
                          <a:pPr marL="0" marR="0" algn="r">
                            <a:lnSpc>
                              <a:spcPct val="116000"/>
                            </a:lnSpc>
                            <a:spcAft>
                              <a:spcPts val="800"/>
                            </a:spcAft>
                            <a:buNone/>
                          </a:pPr>
                          <a:r>
                            <a:rPr lang="en-US" sz="1000">
                              <a:effectLst/>
                            </a:rPr>
                            <a:t>-14.951</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rowSpan="3">
                      <a:txBody>
                        <a:bodyPr/>
                        <a:lstStyle/>
                        <a:p>
                          <a:pPr marL="0" marR="0">
                            <a:lnSpc>
                              <a:spcPct val="116000"/>
                            </a:lnSpc>
                            <a:spcAft>
                              <a:spcPts val="800"/>
                            </a:spcAft>
                            <a:buNone/>
                          </a:pPr>
                          <a:r>
                            <a:rPr lang="en-US" sz="1000">
                              <a:effectLst/>
                            </a:rPr>
                            <a:t>4.56</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rowSpan="3">
                      <a:txBody>
                        <a:bodyPr/>
                        <a:lstStyle/>
                        <a:p>
                          <a:pPr marL="0" marR="0">
                            <a:lnSpc>
                              <a:spcPct val="116000"/>
                            </a:lnSpc>
                            <a:spcAft>
                              <a:spcPts val="800"/>
                            </a:spcAft>
                            <a:buNone/>
                          </a:pPr>
                          <a:r>
                            <a:rPr lang="en-US" sz="1000">
                              <a:effectLst/>
                            </a:rPr>
                            <a:t>1.29E-31</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extLst>
                      <a:ext uri="{0D108BD9-81ED-4DB2-BD59-A6C34878D82A}">
                        <a16:rowId xmlns:a16="http://schemas.microsoft.com/office/drawing/2014/main" val="801938088"/>
                      </a:ext>
                    </a:extLst>
                  </a:tr>
                  <a:tr h="173860">
                    <a:tc>
                      <a:txBody>
                        <a:bodyPr/>
                        <a:lstStyle/>
                        <a:p>
                          <a:pPr algn="r" fontAlgn="b">
                            <a:buNone/>
                          </a:pPr>
                          <a:r>
                            <a:rPr lang="en-NZ" sz="1200" b="0" i="0" u="none" strike="noStrike">
                              <a:solidFill>
                                <a:schemeClr val="bg1"/>
                              </a:solidFill>
                              <a:effectLst/>
                              <a:latin typeface="Aptos Narrow" panose="020B0004020202020204" pitchFamily="34" charset="0"/>
                            </a:rPr>
                            <a:t>86</a:t>
                          </a:r>
                        </a:p>
                      </a:txBody>
                      <a:tcPr marL="9525" marR="9525" marT="9525" marB="0" anchor="b"/>
                    </a:tc>
                    <a:tc>
                      <a:txBody>
                        <a:bodyPr/>
                        <a:lstStyle/>
                        <a:p>
                          <a:pPr marL="0" marR="0" algn="r">
                            <a:lnSpc>
                              <a:spcPct val="116000"/>
                            </a:lnSpc>
                            <a:spcAft>
                              <a:spcPts val="800"/>
                            </a:spcAft>
                            <a:buNone/>
                          </a:pPr>
                          <a:r>
                            <a:rPr lang="en-US" sz="1000">
                              <a:effectLst/>
                            </a:rPr>
                            <a:t>3.080</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a:txBody>
                        <a:bodyPr/>
                        <a:lstStyle/>
                        <a:p>
                          <a:pPr marL="0" marR="0" algn="r">
                            <a:lnSpc>
                              <a:spcPct val="116000"/>
                            </a:lnSpc>
                            <a:spcAft>
                              <a:spcPts val="800"/>
                            </a:spcAft>
                            <a:buNone/>
                          </a:pPr>
                          <a:r>
                            <a:rPr lang="en-US" sz="1000">
                              <a:effectLst/>
                            </a:rPr>
                            <a:t>-14.349</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vMerge="1">
                      <a:txBody>
                        <a:bodyPr/>
                        <a:lstStyle/>
                        <a:p>
                          <a:endParaRPr lang="en-NZ"/>
                        </a:p>
                      </a:txBody>
                      <a:tcPr/>
                    </a:tc>
                    <a:tc vMerge="1">
                      <a:txBody>
                        <a:bodyPr/>
                        <a:lstStyle/>
                        <a:p>
                          <a:endParaRPr lang="en-NZ"/>
                        </a:p>
                      </a:txBody>
                      <a:tcPr/>
                    </a:tc>
                    <a:extLst>
                      <a:ext uri="{0D108BD9-81ED-4DB2-BD59-A6C34878D82A}">
                        <a16:rowId xmlns:a16="http://schemas.microsoft.com/office/drawing/2014/main" val="1784834389"/>
                      </a:ext>
                    </a:extLst>
                  </a:tr>
                  <a:tr h="173860">
                    <a:tc>
                      <a:txBody>
                        <a:bodyPr/>
                        <a:lstStyle/>
                        <a:p>
                          <a:pPr algn="r" fontAlgn="b">
                            <a:buNone/>
                          </a:pPr>
                          <a:r>
                            <a:rPr lang="en-NZ" sz="1200" b="0" i="0" u="none" strike="noStrike">
                              <a:solidFill>
                                <a:schemeClr val="bg1"/>
                              </a:solidFill>
                              <a:effectLst/>
                              <a:latin typeface="Aptos Narrow" panose="020B0004020202020204" pitchFamily="34" charset="0"/>
                            </a:rPr>
                            <a:t>86</a:t>
                          </a:r>
                        </a:p>
                      </a:txBody>
                      <a:tcPr marL="9525" marR="9525" marT="9525" marB="0" anchor="b"/>
                    </a:tc>
                    <a:tc>
                      <a:txBody>
                        <a:bodyPr/>
                        <a:lstStyle/>
                        <a:p>
                          <a:pPr marL="0" marR="0" algn="r">
                            <a:lnSpc>
                              <a:spcPct val="116000"/>
                            </a:lnSpc>
                            <a:spcAft>
                              <a:spcPts val="800"/>
                            </a:spcAft>
                            <a:buNone/>
                          </a:pPr>
                          <a:r>
                            <a:rPr lang="en-US" sz="1000">
                              <a:effectLst/>
                            </a:rPr>
                            <a:t>3.147</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a:txBody>
                        <a:bodyPr/>
                        <a:lstStyle/>
                        <a:p>
                          <a:pPr marL="0" marR="0" algn="r">
                            <a:lnSpc>
                              <a:spcPct val="116000"/>
                            </a:lnSpc>
                            <a:spcAft>
                              <a:spcPts val="800"/>
                            </a:spcAft>
                            <a:buNone/>
                          </a:pPr>
                          <a:r>
                            <a:rPr lang="en-US" sz="1000">
                              <a:effectLst/>
                            </a:rPr>
                            <a:t>-14.298</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vMerge="1">
                      <a:txBody>
                        <a:bodyPr/>
                        <a:lstStyle/>
                        <a:p>
                          <a:endParaRPr lang="en-NZ"/>
                        </a:p>
                      </a:txBody>
                      <a:tcPr/>
                    </a:tc>
                    <a:tc vMerge="1">
                      <a:txBody>
                        <a:bodyPr/>
                        <a:lstStyle/>
                        <a:p>
                          <a:endParaRPr lang="en-NZ"/>
                        </a:p>
                      </a:txBody>
                      <a:tcPr/>
                    </a:tc>
                    <a:extLst>
                      <a:ext uri="{0D108BD9-81ED-4DB2-BD59-A6C34878D82A}">
                        <a16:rowId xmlns:a16="http://schemas.microsoft.com/office/drawing/2014/main" val="3513500407"/>
                      </a:ext>
                    </a:extLst>
                  </a:tr>
                  <a:tr h="173860">
                    <a:tc>
                      <a:txBody>
                        <a:bodyPr/>
                        <a:lstStyle/>
                        <a:p>
                          <a:pPr algn="r" fontAlgn="b">
                            <a:buNone/>
                          </a:pPr>
                          <a:r>
                            <a:rPr lang="en-NZ" sz="1200" b="0" i="0" u="none" strike="noStrike">
                              <a:solidFill>
                                <a:schemeClr val="bg1"/>
                              </a:solidFill>
                              <a:effectLst/>
                              <a:latin typeface="Aptos Narrow" panose="020B0004020202020204" pitchFamily="34" charset="0"/>
                            </a:rPr>
                            <a:t>129</a:t>
                          </a:r>
                        </a:p>
                      </a:txBody>
                      <a:tcPr marL="9525" marR="9525" marT="9525" marB="0" anchor="b"/>
                    </a:tc>
                    <a:tc>
                      <a:txBody>
                        <a:bodyPr/>
                        <a:lstStyle/>
                        <a:p>
                          <a:pPr marL="0" marR="0" algn="r">
                            <a:lnSpc>
                              <a:spcPct val="116000"/>
                            </a:lnSpc>
                            <a:spcAft>
                              <a:spcPts val="800"/>
                            </a:spcAft>
                            <a:buNone/>
                          </a:pPr>
                          <a:r>
                            <a:rPr lang="en-US" sz="1000">
                              <a:effectLst/>
                            </a:rPr>
                            <a:t>2.824</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a:txBody>
                        <a:bodyPr/>
                        <a:lstStyle/>
                        <a:p>
                          <a:pPr marL="0" marR="0" algn="r">
                            <a:lnSpc>
                              <a:spcPct val="116000"/>
                            </a:lnSpc>
                            <a:spcAft>
                              <a:spcPts val="800"/>
                            </a:spcAft>
                            <a:buNone/>
                          </a:pPr>
                          <a:r>
                            <a:rPr lang="en-US" sz="1000">
                              <a:effectLst/>
                            </a:rPr>
                            <a:t>-14.680</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rowSpan="3">
                      <a:txBody>
                        <a:bodyPr/>
                        <a:lstStyle/>
                        <a:p>
                          <a:pPr marL="0" marR="0">
                            <a:lnSpc>
                              <a:spcPct val="116000"/>
                            </a:lnSpc>
                            <a:spcAft>
                              <a:spcPts val="800"/>
                            </a:spcAft>
                            <a:buNone/>
                          </a:pPr>
                          <a:r>
                            <a:rPr lang="en-US" sz="1000" dirty="0">
                              <a:effectLst/>
                            </a:rPr>
                            <a:t>1.44</a:t>
                          </a:r>
                          <a:endParaRPr lang="en-NZ" sz="1000" dirty="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rowSpan="3">
                      <a:txBody>
                        <a:bodyPr/>
                        <a:lstStyle/>
                        <a:p>
                          <a:pPr marL="0" marR="0">
                            <a:lnSpc>
                              <a:spcPct val="116000"/>
                            </a:lnSpc>
                            <a:spcAft>
                              <a:spcPts val="800"/>
                            </a:spcAft>
                            <a:buNone/>
                          </a:pPr>
                          <a:r>
                            <a:rPr lang="en-US" sz="1000">
                              <a:effectLst/>
                            </a:rPr>
                            <a:t>2.67E-20</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extLst>
                      <a:ext uri="{0D108BD9-81ED-4DB2-BD59-A6C34878D82A}">
                        <a16:rowId xmlns:a16="http://schemas.microsoft.com/office/drawing/2014/main" val="2626769442"/>
                      </a:ext>
                    </a:extLst>
                  </a:tr>
                  <a:tr h="173860">
                    <a:tc>
                      <a:txBody>
                        <a:bodyPr/>
                        <a:lstStyle/>
                        <a:p>
                          <a:pPr algn="r" fontAlgn="b">
                            <a:buNone/>
                          </a:pPr>
                          <a:r>
                            <a:rPr lang="en-NZ" sz="1200" b="0" i="0" u="none" strike="noStrike">
                              <a:solidFill>
                                <a:schemeClr val="bg1"/>
                              </a:solidFill>
                              <a:effectLst/>
                              <a:latin typeface="Aptos Narrow" panose="020B0004020202020204" pitchFamily="34" charset="0"/>
                            </a:rPr>
                            <a:t>129</a:t>
                          </a:r>
                        </a:p>
                      </a:txBody>
                      <a:tcPr marL="9525" marR="9525" marT="9525" marB="0" anchor="b"/>
                    </a:tc>
                    <a:tc>
                      <a:txBody>
                        <a:bodyPr/>
                        <a:lstStyle/>
                        <a:p>
                          <a:pPr marL="0" marR="0" algn="r">
                            <a:lnSpc>
                              <a:spcPct val="116000"/>
                            </a:lnSpc>
                            <a:spcAft>
                              <a:spcPts val="800"/>
                            </a:spcAft>
                            <a:buNone/>
                          </a:pPr>
                          <a:r>
                            <a:rPr lang="en-US" sz="1000">
                              <a:effectLst/>
                            </a:rPr>
                            <a:t>2.903</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a:txBody>
                        <a:bodyPr/>
                        <a:lstStyle/>
                        <a:p>
                          <a:pPr marL="0" marR="0" algn="r">
                            <a:lnSpc>
                              <a:spcPct val="116000"/>
                            </a:lnSpc>
                            <a:spcAft>
                              <a:spcPts val="800"/>
                            </a:spcAft>
                            <a:buNone/>
                          </a:pPr>
                          <a:r>
                            <a:rPr lang="en-US" sz="1000">
                              <a:effectLst/>
                            </a:rPr>
                            <a:t>-14.565</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vMerge="1">
                      <a:txBody>
                        <a:bodyPr/>
                        <a:lstStyle/>
                        <a:p>
                          <a:endParaRPr lang="en-NZ"/>
                        </a:p>
                      </a:txBody>
                      <a:tcPr/>
                    </a:tc>
                    <a:tc vMerge="1">
                      <a:txBody>
                        <a:bodyPr/>
                        <a:lstStyle/>
                        <a:p>
                          <a:endParaRPr lang="en-NZ"/>
                        </a:p>
                      </a:txBody>
                      <a:tcPr/>
                    </a:tc>
                    <a:extLst>
                      <a:ext uri="{0D108BD9-81ED-4DB2-BD59-A6C34878D82A}">
                        <a16:rowId xmlns:a16="http://schemas.microsoft.com/office/drawing/2014/main" val="2290141896"/>
                      </a:ext>
                    </a:extLst>
                  </a:tr>
                  <a:tr h="173860">
                    <a:tc>
                      <a:txBody>
                        <a:bodyPr/>
                        <a:lstStyle/>
                        <a:p>
                          <a:pPr algn="r" fontAlgn="b">
                            <a:buNone/>
                          </a:pPr>
                          <a:r>
                            <a:rPr lang="en-NZ" sz="1200" b="0" i="0" u="none" strike="noStrike">
                              <a:solidFill>
                                <a:schemeClr val="bg1"/>
                              </a:solidFill>
                              <a:effectLst/>
                              <a:latin typeface="Aptos Narrow" panose="020B0004020202020204" pitchFamily="34" charset="0"/>
                            </a:rPr>
                            <a:t>129</a:t>
                          </a:r>
                        </a:p>
                      </a:txBody>
                      <a:tcPr marL="9525" marR="9525" marT="9525" marB="0" anchor="b"/>
                    </a:tc>
                    <a:tc>
                      <a:txBody>
                        <a:bodyPr/>
                        <a:lstStyle/>
                        <a:p>
                          <a:pPr marL="0" marR="0" algn="r">
                            <a:lnSpc>
                              <a:spcPct val="116000"/>
                            </a:lnSpc>
                            <a:spcAft>
                              <a:spcPts val="800"/>
                            </a:spcAft>
                            <a:buNone/>
                          </a:pPr>
                          <a:r>
                            <a:rPr lang="en-US" sz="1000">
                              <a:effectLst/>
                            </a:rPr>
                            <a:t>2.970</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a:txBody>
                        <a:bodyPr/>
                        <a:lstStyle/>
                        <a:p>
                          <a:pPr marL="0" marR="0" algn="r">
                            <a:lnSpc>
                              <a:spcPct val="116000"/>
                            </a:lnSpc>
                            <a:spcAft>
                              <a:spcPts val="800"/>
                            </a:spcAft>
                            <a:buNone/>
                          </a:pPr>
                          <a:r>
                            <a:rPr lang="en-US" sz="1000" dirty="0">
                              <a:effectLst/>
                            </a:rPr>
                            <a:t>-14.470</a:t>
                          </a:r>
                          <a:endParaRPr lang="en-NZ" sz="1000" dirty="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vMerge="1">
                      <a:txBody>
                        <a:bodyPr/>
                        <a:lstStyle/>
                        <a:p>
                          <a:endParaRPr lang="en-NZ"/>
                        </a:p>
                      </a:txBody>
                      <a:tcPr/>
                    </a:tc>
                    <a:tc vMerge="1">
                      <a:txBody>
                        <a:bodyPr/>
                        <a:lstStyle/>
                        <a:p>
                          <a:endParaRPr lang="en-NZ"/>
                        </a:p>
                      </a:txBody>
                      <a:tcPr/>
                    </a:tc>
                    <a:extLst>
                      <a:ext uri="{0D108BD9-81ED-4DB2-BD59-A6C34878D82A}">
                        <a16:rowId xmlns:a16="http://schemas.microsoft.com/office/drawing/2014/main" val="3499180782"/>
                      </a:ext>
                    </a:extLst>
                  </a:tr>
                </a:tbl>
              </a:graphicData>
            </a:graphic>
          </p:graphicFrame>
        </mc:Choice>
        <mc:Fallback>
          <p:graphicFrame>
            <p:nvGraphicFramePr>
              <p:cNvPr id="5" name="Table 4">
                <a:extLst>
                  <a:ext uri="{FF2B5EF4-FFF2-40B4-BE49-F238E27FC236}">
                    <a16:creationId xmlns:a16="http://schemas.microsoft.com/office/drawing/2014/main" id="{C223FD61-6AB2-0BB8-3EAC-473A48FB1EFB}"/>
                  </a:ext>
                </a:extLst>
              </p:cNvPr>
              <p:cNvGraphicFramePr>
                <a:graphicFrameLocks noGrp="1"/>
              </p:cNvGraphicFramePr>
              <p:nvPr>
                <p:extLst>
                  <p:ext uri="{D42A27DB-BD31-4B8C-83A1-F6EECF244321}">
                    <p14:modId xmlns:p14="http://schemas.microsoft.com/office/powerpoint/2010/main" val="2122572047"/>
                  </p:ext>
                </p:extLst>
              </p:nvPr>
            </p:nvGraphicFramePr>
            <p:xfrm>
              <a:off x="5525457" y="929034"/>
              <a:ext cx="5802922" cy="5742625"/>
            </p:xfrm>
            <a:graphic>
              <a:graphicData uri="http://schemas.openxmlformats.org/drawingml/2006/table">
                <a:tbl>
                  <a:tblPr firstRow="1" firstCol="1" bandRow="1">
                    <a:tableStyleId>{21E4AEA4-8DFA-4A89-87EB-49C32662AFE0}</a:tableStyleId>
                  </a:tblPr>
                  <a:tblGrid>
                    <a:gridCol w="780094">
                      <a:extLst>
                        <a:ext uri="{9D8B030D-6E8A-4147-A177-3AD203B41FA5}">
                          <a16:colId xmlns:a16="http://schemas.microsoft.com/office/drawing/2014/main" val="1730670412"/>
                        </a:ext>
                      </a:extLst>
                    </a:gridCol>
                    <a:gridCol w="1274672">
                      <a:extLst>
                        <a:ext uri="{9D8B030D-6E8A-4147-A177-3AD203B41FA5}">
                          <a16:colId xmlns:a16="http://schemas.microsoft.com/office/drawing/2014/main" val="2475170212"/>
                        </a:ext>
                      </a:extLst>
                    </a:gridCol>
                    <a:gridCol w="1137886">
                      <a:extLst>
                        <a:ext uri="{9D8B030D-6E8A-4147-A177-3AD203B41FA5}">
                          <a16:colId xmlns:a16="http://schemas.microsoft.com/office/drawing/2014/main" val="1550899539"/>
                        </a:ext>
                      </a:extLst>
                    </a:gridCol>
                    <a:gridCol w="1274672">
                      <a:extLst>
                        <a:ext uri="{9D8B030D-6E8A-4147-A177-3AD203B41FA5}">
                          <a16:colId xmlns:a16="http://schemas.microsoft.com/office/drawing/2014/main" val="2953455323"/>
                        </a:ext>
                      </a:extLst>
                    </a:gridCol>
                    <a:gridCol w="1335598">
                      <a:extLst>
                        <a:ext uri="{9D8B030D-6E8A-4147-A177-3AD203B41FA5}">
                          <a16:colId xmlns:a16="http://schemas.microsoft.com/office/drawing/2014/main" val="941367854"/>
                        </a:ext>
                      </a:extLst>
                    </a:gridCol>
                  </a:tblGrid>
                  <a:tr h="274320">
                    <a:tc>
                      <a:txBody>
                        <a:bodyPr/>
                        <a:lstStyle/>
                        <a:p>
                          <a:pPr marL="0" marR="0" algn="ctr">
                            <a:lnSpc>
                              <a:spcPct val="116000"/>
                            </a:lnSpc>
                            <a:spcAft>
                              <a:spcPts val="1000"/>
                            </a:spcAft>
                            <a:buNone/>
                          </a:pPr>
                          <a:endParaRPr lang="en-NZ" sz="800" i="1">
                            <a:solidFill>
                              <a:srgbClr val="0E2841"/>
                            </a:solidFill>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nchor="b"/>
                    </a:tc>
                    <a:tc gridSpan="4">
                      <a:txBody>
                        <a:bodyPr/>
                        <a:lstStyle/>
                        <a:p>
                          <a:r>
                            <a:rPr lang="en-US" sz="1200" b="1" kern="1200" dirty="0">
                              <a:solidFill>
                                <a:schemeClr val="lt1"/>
                              </a:solidFill>
                              <a:effectLst/>
                            </a:rPr>
                            <a:t>Summarized Results of n-Values and m-Values</a:t>
                          </a:r>
                          <a:endParaRPr lang="en-NZ" sz="1200" dirty="0"/>
                        </a:p>
                      </a:txBody>
                      <a:tcPr/>
                    </a:tc>
                    <a:tc hMerge="1">
                      <a:txBody>
                        <a:bodyPr/>
                        <a:lstStyle/>
                        <a:p>
                          <a:endParaRPr lang="en-NZ"/>
                        </a:p>
                      </a:txBody>
                      <a:tcPr/>
                    </a:tc>
                    <a:tc hMerge="1">
                      <a:txBody>
                        <a:bodyPr/>
                        <a:lstStyle/>
                        <a:p>
                          <a:endParaRPr lang="en-NZ"/>
                        </a:p>
                      </a:txBody>
                      <a:tcPr/>
                    </a:tc>
                    <a:tc hMerge="1">
                      <a:txBody>
                        <a:bodyPr/>
                        <a:lstStyle/>
                        <a:p>
                          <a:endParaRPr lang="en-NZ"/>
                        </a:p>
                      </a:txBody>
                      <a:tcPr/>
                    </a:tc>
                    <a:extLst>
                      <a:ext uri="{0D108BD9-81ED-4DB2-BD59-A6C34878D82A}">
                        <a16:rowId xmlns:a16="http://schemas.microsoft.com/office/drawing/2014/main" val="2459880110"/>
                      </a:ext>
                    </a:extLst>
                  </a:tr>
                  <a:tr h="273370">
                    <a:tc>
                      <a:txBody>
                        <a:bodyPr/>
                        <a:lstStyle/>
                        <a:p>
                          <a:pPr algn="l" fontAlgn="b">
                            <a:buNone/>
                          </a:pPr>
                          <a:r>
                            <a:rPr lang="en-NZ" sz="1200" b="0" u="none" strike="noStrike">
                              <a:solidFill>
                                <a:schemeClr val="bg1"/>
                              </a:solidFill>
                              <a:effectLst/>
                            </a:rPr>
                            <a:t>L/D</a:t>
                          </a:r>
                          <a:endParaRPr lang="en-NZ" sz="1200" b="0" i="0" u="none" strike="noStrike">
                            <a:solidFill>
                              <a:schemeClr val="bg1"/>
                            </a:solidFill>
                            <a:effectLst/>
                            <a:latin typeface="Aptos Narrow" panose="020B0004020202020204" pitchFamily="34" charset="0"/>
                          </a:endParaRPr>
                        </a:p>
                      </a:txBody>
                      <a:tcPr marL="9525" marR="9525" marT="9525" marB="0" anchor="b"/>
                    </a:tc>
                    <a:tc>
                      <a:txBody>
                        <a:bodyPr/>
                        <a:lstStyle/>
                        <a:p>
                          <a:endParaRPr lang="en-US"/>
                        </a:p>
                      </a:txBody>
                      <a:tcPr marL="53460" marR="53460" marT="0" marB="0" anchor="b">
                        <a:blipFill>
                          <a:blip r:embed="rId2"/>
                          <a:stretch>
                            <a:fillRect l="-61722" t="-102222" r="-296651" b="-1931111"/>
                          </a:stretch>
                        </a:blipFill>
                      </a:tcPr>
                    </a:tc>
                    <a:tc>
                      <a:txBody>
                        <a:bodyPr/>
                        <a:lstStyle/>
                        <a:p>
                          <a:endParaRPr lang="en-US"/>
                        </a:p>
                      </a:txBody>
                      <a:tcPr marL="53460" marR="53460" marT="0" marB="0" anchor="b">
                        <a:blipFill>
                          <a:blip r:embed="rId2"/>
                          <a:stretch>
                            <a:fillRect l="-180749" t="-102222" r="-231551" b="-1931111"/>
                          </a:stretch>
                        </a:blipFill>
                      </a:tcPr>
                    </a:tc>
                    <a:tc>
                      <a:txBody>
                        <a:bodyPr/>
                        <a:lstStyle/>
                        <a:p>
                          <a:pPr marL="0" marR="0">
                            <a:lnSpc>
                              <a:spcPct val="116000"/>
                            </a:lnSpc>
                            <a:spcAft>
                              <a:spcPts val="800"/>
                            </a:spcAft>
                            <a:buNone/>
                          </a:pPr>
                          <a:r>
                            <a:rPr lang="en-NZ" sz="1000">
                              <a:effectLst/>
                            </a:rPr>
                            <a:t>n</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nchor="b"/>
                    </a:tc>
                    <a:tc>
                      <a:txBody>
                        <a:bodyPr/>
                        <a:lstStyle/>
                        <a:p>
                          <a:pPr marL="0" marR="0">
                            <a:lnSpc>
                              <a:spcPct val="116000"/>
                            </a:lnSpc>
                            <a:spcAft>
                              <a:spcPts val="800"/>
                            </a:spcAft>
                            <a:buNone/>
                          </a:pPr>
                          <a:r>
                            <a:rPr lang="en-NZ" sz="1000">
                              <a:effectLst/>
                            </a:rPr>
                            <a:t>m</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nchor="b"/>
                    </a:tc>
                    <a:extLst>
                      <a:ext uri="{0D108BD9-81ED-4DB2-BD59-A6C34878D82A}">
                        <a16:rowId xmlns:a16="http://schemas.microsoft.com/office/drawing/2014/main" val="3576960886"/>
                      </a:ext>
                    </a:extLst>
                  </a:tr>
                  <a:tr h="192405">
                    <a:tc>
                      <a:txBody>
                        <a:bodyPr/>
                        <a:lstStyle/>
                        <a:p>
                          <a:pPr algn="r" fontAlgn="b">
                            <a:buNone/>
                          </a:pPr>
                          <a:r>
                            <a:rPr lang="en-NZ" sz="1200" b="0" i="0" u="none" strike="noStrike">
                              <a:solidFill>
                                <a:schemeClr val="bg1"/>
                              </a:solidFill>
                              <a:effectLst/>
                              <a:latin typeface="Aptos Narrow" panose="020B0004020202020204" pitchFamily="34" charset="0"/>
                            </a:rPr>
                            <a:t>65</a:t>
                          </a:r>
                        </a:p>
                      </a:txBody>
                      <a:tcPr marL="9525" marR="9525" marT="9525" marB="0" anchor="b"/>
                    </a:tc>
                    <a:tc>
                      <a:txBody>
                        <a:bodyPr/>
                        <a:lstStyle/>
                        <a:p>
                          <a:pPr marL="0" marR="0" algn="r">
                            <a:lnSpc>
                              <a:spcPct val="116000"/>
                            </a:lnSpc>
                            <a:spcAft>
                              <a:spcPts val="800"/>
                            </a:spcAft>
                            <a:buNone/>
                          </a:pPr>
                          <a:r>
                            <a:rPr lang="en-US" sz="1000">
                              <a:effectLst/>
                            </a:rPr>
                            <a:t>3.122</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a:txBody>
                        <a:bodyPr/>
                        <a:lstStyle/>
                        <a:p>
                          <a:pPr marL="0" marR="0" algn="r">
                            <a:lnSpc>
                              <a:spcPct val="116000"/>
                            </a:lnSpc>
                            <a:spcAft>
                              <a:spcPts val="800"/>
                            </a:spcAft>
                            <a:buNone/>
                          </a:pPr>
                          <a:r>
                            <a:rPr lang="en-US" sz="1000">
                              <a:effectLst/>
                            </a:rPr>
                            <a:t>-16.188</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rowSpan="3">
                      <a:txBody>
                        <a:bodyPr/>
                        <a:lstStyle/>
                        <a:p>
                          <a:pPr marL="0" marR="0">
                            <a:lnSpc>
                              <a:spcPct val="116000"/>
                            </a:lnSpc>
                            <a:spcAft>
                              <a:spcPts val="800"/>
                            </a:spcAft>
                            <a:buNone/>
                          </a:pPr>
                          <a:r>
                            <a:rPr lang="en-US" sz="1000">
                              <a:effectLst/>
                            </a:rPr>
                            <a:t>4.40</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rowSpan="3">
                      <a:txBody>
                        <a:bodyPr/>
                        <a:lstStyle/>
                        <a:p>
                          <a:pPr marL="0" marR="0">
                            <a:lnSpc>
                              <a:spcPct val="116000"/>
                            </a:lnSpc>
                            <a:spcAft>
                              <a:spcPts val="800"/>
                            </a:spcAft>
                            <a:buNone/>
                          </a:pPr>
                          <a:r>
                            <a:rPr lang="en-US" sz="1000">
                              <a:effectLst/>
                            </a:rPr>
                            <a:t>7.41E-33</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extLst>
                      <a:ext uri="{0D108BD9-81ED-4DB2-BD59-A6C34878D82A}">
                        <a16:rowId xmlns:a16="http://schemas.microsoft.com/office/drawing/2014/main" val="2637921714"/>
                      </a:ext>
                    </a:extLst>
                  </a:tr>
                  <a:tr h="192405">
                    <a:tc>
                      <a:txBody>
                        <a:bodyPr/>
                        <a:lstStyle/>
                        <a:p>
                          <a:pPr algn="r" fontAlgn="b">
                            <a:buNone/>
                          </a:pPr>
                          <a:r>
                            <a:rPr lang="en-NZ" sz="1200" b="0" i="0" u="none" strike="noStrike">
                              <a:solidFill>
                                <a:schemeClr val="bg1"/>
                              </a:solidFill>
                              <a:effectLst/>
                              <a:latin typeface="Aptos Narrow" panose="020B0004020202020204" pitchFamily="34" charset="0"/>
                            </a:rPr>
                            <a:t>65</a:t>
                          </a:r>
                        </a:p>
                      </a:txBody>
                      <a:tcPr marL="9525" marR="9525" marT="9525" marB="0" anchor="b"/>
                    </a:tc>
                    <a:tc>
                      <a:txBody>
                        <a:bodyPr/>
                        <a:lstStyle/>
                        <a:p>
                          <a:pPr marL="0" marR="0" algn="r">
                            <a:lnSpc>
                              <a:spcPct val="116000"/>
                            </a:lnSpc>
                            <a:spcAft>
                              <a:spcPts val="800"/>
                            </a:spcAft>
                            <a:buNone/>
                          </a:pPr>
                          <a:r>
                            <a:rPr lang="en-US" sz="1000">
                              <a:effectLst/>
                            </a:rPr>
                            <a:t>3.201</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a:txBody>
                        <a:bodyPr/>
                        <a:lstStyle/>
                        <a:p>
                          <a:pPr marL="0" marR="0" algn="r">
                            <a:lnSpc>
                              <a:spcPct val="116000"/>
                            </a:lnSpc>
                            <a:spcAft>
                              <a:spcPts val="800"/>
                            </a:spcAft>
                            <a:buNone/>
                          </a:pPr>
                          <a:r>
                            <a:rPr lang="en-US" sz="1000">
                              <a:effectLst/>
                            </a:rPr>
                            <a:t>-15.711</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vMerge="1">
                      <a:txBody>
                        <a:bodyPr/>
                        <a:lstStyle/>
                        <a:p>
                          <a:endParaRPr lang="en-NZ"/>
                        </a:p>
                      </a:txBody>
                      <a:tcPr/>
                    </a:tc>
                    <a:tc vMerge="1">
                      <a:txBody>
                        <a:bodyPr/>
                        <a:lstStyle/>
                        <a:p>
                          <a:endParaRPr lang="en-NZ"/>
                        </a:p>
                      </a:txBody>
                      <a:tcPr/>
                    </a:tc>
                    <a:extLst>
                      <a:ext uri="{0D108BD9-81ED-4DB2-BD59-A6C34878D82A}">
                        <a16:rowId xmlns:a16="http://schemas.microsoft.com/office/drawing/2014/main" val="3837016292"/>
                      </a:ext>
                    </a:extLst>
                  </a:tr>
                  <a:tr h="192405">
                    <a:tc>
                      <a:txBody>
                        <a:bodyPr/>
                        <a:lstStyle/>
                        <a:p>
                          <a:pPr algn="r" fontAlgn="b">
                            <a:buNone/>
                          </a:pPr>
                          <a:r>
                            <a:rPr lang="en-NZ" sz="1200" b="0" i="0" u="none" strike="noStrike">
                              <a:solidFill>
                                <a:schemeClr val="bg1"/>
                              </a:solidFill>
                              <a:effectLst/>
                              <a:latin typeface="Aptos Narrow" panose="020B0004020202020204" pitchFamily="34" charset="0"/>
                            </a:rPr>
                            <a:t>65</a:t>
                          </a:r>
                        </a:p>
                      </a:txBody>
                      <a:tcPr marL="9525" marR="9525" marT="9525" marB="0" anchor="b"/>
                    </a:tc>
                    <a:tc>
                      <a:txBody>
                        <a:bodyPr/>
                        <a:lstStyle/>
                        <a:p>
                          <a:pPr marL="0" marR="0" algn="r">
                            <a:lnSpc>
                              <a:spcPct val="116000"/>
                            </a:lnSpc>
                            <a:spcAft>
                              <a:spcPts val="800"/>
                            </a:spcAft>
                            <a:buNone/>
                          </a:pPr>
                          <a:r>
                            <a:rPr lang="en-US" sz="1000">
                              <a:effectLst/>
                            </a:rPr>
                            <a:t>3.268</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a:txBody>
                        <a:bodyPr/>
                        <a:lstStyle/>
                        <a:p>
                          <a:pPr marL="0" marR="0" algn="r">
                            <a:lnSpc>
                              <a:spcPct val="116000"/>
                            </a:lnSpc>
                            <a:spcAft>
                              <a:spcPts val="800"/>
                            </a:spcAft>
                            <a:buNone/>
                          </a:pPr>
                          <a:r>
                            <a:rPr lang="en-US" sz="1000">
                              <a:effectLst/>
                            </a:rPr>
                            <a:t>-15.552</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vMerge="1">
                      <a:txBody>
                        <a:bodyPr/>
                        <a:lstStyle/>
                        <a:p>
                          <a:endParaRPr lang="en-NZ"/>
                        </a:p>
                      </a:txBody>
                      <a:tcPr/>
                    </a:tc>
                    <a:tc vMerge="1">
                      <a:txBody>
                        <a:bodyPr/>
                        <a:lstStyle/>
                        <a:p>
                          <a:endParaRPr lang="en-NZ"/>
                        </a:p>
                      </a:txBody>
                      <a:tcPr/>
                    </a:tc>
                    <a:extLst>
                      <a:ext uri="{0D108BD9-81ED-4DB2-BD59-A6C34878D82A}">
                        <a16:rowId xmlns:a16="http://schemas.microsoft.com/office/drawing/2014/main" val="2228222408"/>
                      </a:ext>
                    </a:extLst>
                  </a:tr>
                  <a:tr h="192405">
                    <a:tc>
                      <a:txBody>
                        <a:bodyPr/>
                        <a:lstStyle/>
                        <a:p>
                          <a:pPr algn="r" fontAlgn="b">
                            <a:buNone/>
                          </a:pPr>
                          <a:r>
                            <a:rPr lang="en-NZ" sz="1200" b="0" i="0" u="none" strike="noStrike">
                              <a:solidFill>
                                <a:schemeClr val="bg1"/>
                              </a:solidFill>
                              <a:effectLst/>
                              <a:latin typeface="Aptos Narrow" panose="020B0004020202020204" pitchFamily="34" charset="0"/>
                            </a:rPr>
                            <a:t>131</a:t>
                          </a:r>
                        </a:p>
                      </a:txBody>
                      <a:tcPr marL="9525" marR="9525" marT="9525" marB="0" anchor="b"/>
                    </a:tc>
                    <a:tc>
                      <a:txBody>
                        <a:bodyPr/>
                        <a:lstStyle/>
                        <a:p>
                          <a:pPr marL="0" marR="0" algn="r">
                            <a:lnSpc>
                              <a:spcPct val="116000"/>
                            </a:lnSpc>
                            <a:spcAft>
                              <a:spcPts val="800"/>
                            </a:spcAft>
                            <a:buNone/>
                          </a:pPr>
                          <a:r>
                            <a:rPr lang="en-US" sz="1000">
                              <a:effectLst/>
                            </a:rPr>
                            <a:t>2.818</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a:txBody>
                        <a:bodyPr/>
                        <a:lstStyle/>
                        <a:p>
                          <a:pPr marL="0" marR="0" algn="r">
                            <a:lnSpc>
                              <a:spcPct val="116000"/>
                            </a:lnSpc>
                            <a:spcAft>
                              <a:spcPts val="800"/>
                            </a:spcAft>
                            <a:buNone/>
                          </a:pPr>
                          <a:r>
                            <a:rPr lang="en-US" sz="1000">
                              <a:effectLst/>
                            </a:rPr>
                            <a:t>-16.988</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rowSpan="3">
                      <a:txBody>
                        <a:bodyPr/>
                        <a:lstStyle/>
                        <a:p>
                          <a:pPr marL="0" marR="0">
                            <a:lnSpc>
                              <a:spcPct val="116000"/>
                            </a:lnSpc>
                            <a:spcAft>
                              <a:spcPts val="800"/>
                            </a:spcAft>
                            <a:buNone/>
                          </a:pPr>
                          <a:r>
                            <a:rPr lang="en-US" sz="1000">
                              <a:effectLst/>
                            </a:rPr>
                            <a:t>3.85</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lnB w="12700" cap="flat" cmpd="sng" algn="ctr">
                          <a:solidFill>
                            <a:schemeClr val="tx1"/>
                          </a:solidFill>
                          <a:prstDash val="solid"/>
                          <a:round/>
                          <a:headEnd type="none" w="med" len="med"/>
                          <a:tailEnd type="none" w="med" len="med"/>
                        </a:lnB>
                      </a:tcPr>
                    </a:tc>
                    <a:tc rowSpan="3">
                      <a:txBody>
                        <a:bodyPr/>
                        <a:lstStyle/>
                        <a:p>
                          <a:pPr marL="0" marR="0">
                            <a:lnSpc>
                              <a:spcPct val="116000"/>
                            </a:lnSpc>
                            <a:spcAft>
                              <a:spcPts val="800"/>
                            </a:spcAft>
                            <a:buNone/>
                          </a:pPr>
                          <a:r>
                            <a:rPr lang="en-US" sz="1000">
                              <a:effectLst/>
                            </a:rPr>
                            <a:t>1.87E-30</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026959"/>
                      </a:ext>
                    </a:extLst>
                  </a:tr>
                  <a:tr h="192405">
                    <a:tc>
                      <a:txBody>
                        <a:bodyPr/>
                        <a:lstStyle/>
                        <a:p>
                          <a:pPr algn="r" fontAlgn="b">
                            <a:buNone/>
                          </a:pPr>
                          <a:r>
                            <a:rPr lang="en-NZ" sz="1200" b="0" i="0" u="none" strike="noStrike">
                              <a:solidFill>
                                <a:schemeClr val="bg1"/>
                              </a:solidFill>
                              <a:effectLst/>
                              <a:latin typeface="Aptos Narrow" panose="020B0004020202020204" pitchFamily="34" charset="0"/>
                            </a:rPr>
                            <a:t>131</a:t>
                          </a:r>
                        </a:p>
                      </a:txBody>
                      <a:tcPr marL="9525" marR="9525" marT="9525" marB="0" anchor="b"/>
                    </a:tc>
                    <a:tc>
                      <a:txBody>
                        <a:bodyPr/>
                        <a:lstStyle/>
                        <a:p>
                          <a:pPr marL="0" marR="0" algn="r">
                            <a:lnSpc>
                              <a:spcPct val="116000"/>
                            </a:lnSpc>
                            <a:spcAft>
                              <a:spcPts val="800"/>
                            </a:spcAft>
                            <a:buNone/>
                          </a:pPr>
                          <a:r>
                            <a:rPr lang="en-US" sz="1000">
                              <a:effectLst/>
                            </a:rPr>
                            <a:t>2.898</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a:txBody>
                        <a:bodyPr/>
                        <a:lstStyle/>
                        <a:p>
                          <a:pPr marL="0" marR="0" algn="r">
                            <a:lnSpc>
                              <a:spcPct val="116000"/>
                            </a:lnSpc>
                            <a:spcAft>
                              <a:spcPts val="800"/>
                            </a:spcAft>
                            <a:buNone/>
                          </a:pPr>
                          <a:r>
                            <a:rPr lang="en-US" sz="1000">
                              <a:effectLst/>
                            </a:rPr>
                            <a:t>-16.414</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vMerge="1">
                      <a:txBody>
                        <a:bodyPr/>
                        <a:lstStyle/>
                        <a:p>
                          <a:endParaRPr lang="en-NZ"/>
                        </a:p>
                      </a:txBody>
                      <a:tcPr/>
                    </a:tc>
                    <a:tc vMerge="1">
                      <a:txBody>
                        <a:bodyPr/>
                        <a:lstStyle/>
                        <a:p>
                          <a:endParaRPr lang="en-NZ"/>
                        </a:p>
                      </a:txBody>
                      <a:tcPr/>
                    </a:tc>
                    <a:extLst>
                      <a:ext uri="{0D108BD9-81ED-4DB2-BD59-A6C34878D82A}">
                        <a16:rowId xmlns:a16="http://schemas.microsoft.com/office/drawing/2014/main" val="3066254281"/>
                      </a:ext>
                    </a:extLst>
                  </a:tr>
                  <a:tr h="192405">
                    <a:tc>
                      <a:txBody>
                        <a:bodyPr/>
                        <a:lstStyle/>
                        <a:p>
                          <a:pPr algn="r" fontAlgn="b">
                            <a:buNone/>
                          </a:pPr>
                          <a:r>
                            <a:rPr lang="en-NZ" sz="1200" b="0" i="0" u="none" strike="noStrike">
                              <a:solidFill>
                                <a:schemeClr val="bg1"/>
                              </a:solidFill>
                              <a:effectLst/>
                              <a:latin typeface="Aptos Narrow" panose="020B0004020202020204" pitchFamily="34" charset="0"/>
                            </a:rPr>
                            <a:t>131</a:t>
                          </a:r>
                        </a:p>
                      </a:txBody>
                      <a:tcPr marL="9525" marR="9525" marT="9525" marB="0" anchor="b">
                        <a:lnB w="12700" cap="flat" cmpd="sng" algn="ctr">
                          <a:solidFill>
                            <a:schemeClr val="tx1"/>
                          </a:solidFill>
                          <a:prstDash val="solid"/>
                          <a:round/>
                          <a:headEnd type="none" w="med" len="med"/>
                          <a:tailEnd type="none" w="med" len="med"/>
                        </a:lnB>
                      </a:tcPr>
                    </a:tc>
                    <a:tc>
                      <a:txBody>
                        <a:bodyPr/>
                        <a:lstStyle/>
                        <a:p>
                          <a:pPr marL="0" marR="0" algn="r">
                            <a:lnSpc>
                              <a:spcPct val="116000"/>
                            </a:lnSpc>
                            <a:spcAft>
                              <a:spcPts val="800"/>
                            </a:spcAft>
                            <a:buNone/>
                          </a:pPr>
                          <a:r>
                            <a:rPr lang="en-US" sz="1000">
                              <a:effectLst/>
                            </a:rPr>
                            <a:t>2.964</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lnB w="12700" cap="flat" cmpd="sng" algn="ctr">
                          <a:solidFill>
                            <a:schemeClr val="tx1"/>
                          </a:solidFill>
                          <a:prstDash val="solid"/>
                          <a:round/>
                          <a:headEnd type="none" w="med" len="med"/>
                          <a:tailEnd type="none" w="med" len="med"/>
                        </a:lnB>
                      </a:tcPr>
                    </a:tc>
                    <a:tc>
                      <a:txBody>
                        <a:bodyPr/>
                        <a:lstStyle/>
                        <a:p>
                          <a:pPr marL="0" marR="0" algn="r">
                            <a:lnSpc>
                              <a:spcPct val="116000"/>
                            </a:lnSpc>
                            <a:spcAft>
                              <a:spcPts val="800"/>
                            </a:spcAft>
                            <a:buNone/>
                          </a:pPr>
                          <a:r>
                            <a:rPr lang="en-US" sz="1000">
                              <a:effectLst/>
                            </a:rPr>
                            <a:t>-16.440</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lnB w="12700" cap="flat" cmpd="sng" algn="ctr">
                          <a:solidFill>
                            <a:schemeClr val="tx1"/>
                          </a:solidFill>
                          <a:prstDash val="solid"/>
                          <a:round/>
                          <a:headEnd type="none" w="med" len="med"/>
                          <a:tailEnd type="none" w="med" len="med"/>
                        </a:lnB>
                      </a:tcPr>
                    </a:tc>
                    <a:tc vMerge="1">
                      <a:txBody>
                        <a:bodyPr/>
                        <a:lstStyle/>
                        <a:p>
                          <a:endParaRPr lang="en-NZ"/>
                        </a:p>
                      </a:txBody>
                      <a:tcPr/>
                    </a:tc>
                    <a:tc vMerge="1">
                      <a:txBody>
                        <a:bodyPr/>
                        <a:lstStyle/>
                        <a:p>
                          <a:endParaRPr lang="en-NZ"/>
                        </a:p>
                      </a:txBody>
                      <a:tcPr/>
                    </a:tc>
                    <a:extLst>
                      <a:ext uri="{0D108BD9-81ED-4DB2-BD59-A6C34878D82A}">
                        <a16:rowId xmlns:a16="http://schemas.microsoft.com/office/drawing/2014/main" val="838805632"/>
                      </a:ext>
                    </a:extLst>
                  </a:tr>
                  <a:tr h="192405">
                    <a:tc>
                      <a:txBody>
                        <a:bodyPr/>
                        <a:lstStyle/>
                        <a:p>
                          <a:pPr algn="r" fontAlgn="b">
                            <a:buNone/>
                          </a:pPr>
                          <a:r>
                            <a:rPr lang="en-NZ" sz="1200" b="0" i="0" u="none" strike="noStrike">
                              <a:solidFill>
                                <a:schemeClr val="bg1"/>
                              </a:solidFill>
                              <a:effectLst/>
                              <a:latin typeface="Aptos Narrow" panose="020B0004020202020204" pitchFamily="34" charset="0"/>
                            </a:rPr>
                            <a:t>197</a:t>
                          </a:r>
                        </a:p>
                      </a:txBody>
                      <a:tcPr marL="9525" marR="9525" marT="9525"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marL="0" marR="0" algn="r">
                            <a:lnSpc>
                              <a:spcPct val="116000"/>
                            </a:lnSpc>
                            <a:spcAft>
                              <a:spcPts val="800"/>
                            </a:spcAft>
                            <a:buNone/>
                          </a:pPr>
                          <a:r>
                            <a:rPr lang="en-US" sz="1000">
                              <a:effectLst/>
                            </a:rPr>
                            <a:t>2.641</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lnT w="12700" cap="flat" cmpd="sng" algn="ctr">
                          <a:solidFill>
                            <a:schemeClr val="tx1"/>
                          </a:solidFill>
                          <a:prstDash val="solid"/>
                          <a:round/>
                          <a:headEnd type="none" w="med" len="med"/>
                          <a:tailEnd type="none" w="med" len="med"/>
                        </a:lnT>
                      </a:tcPr>
                    </a:tc>
                    <a:tc>
                      <a:txBody>
                        <a:bodyPr/>
                        <a:lstStyle/>
                        <a:p>
                          <a:pPr marL="0" marR="0" algn="r">
                            <a:lnSpc>
                              <a:spcPct val="116000"/>
                            </a:lnSpc>
                            <a:spcAft>
                              <a:spcPts val="800"/>
                            </a:spcAft>
                            <a:buNone/>
                          </a:pPr>
                          <a:r>
                            <a:rPr lang="en-US" sz="1000">
                              <a:effectLst/>
                            </a:rPr>
                            <a:t>-17.922</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lnT w="12700" cap="flat" cmpd="sng" algn="ctr">
                          <a:solidFill>
                            <a:schemeClr val="tx1"/>
                          </a:solidFill>
                          <a:prstDash val="solid"/>
                          <a:round/>
                          <a:headEnd type="none" w="med" len="med"/>
                          <a:tailEnd type="none" w="med" len="med"/>
                        </a:lnT>
                      </a:tcPr>
                    </a:tc>
                    <a:tc rowSpan="3">
                      <a:txBody>
                        <a:bodyPr/>
                        <a:lstStyle/>
                        <a:p>
                          <a:pPr marL="0" marR="0">
                            <a:lnSpc>
                              <a:spcPct val="116000"/>
                            </a:lnSpc>
                            <a:spcAft>
                              <a:spcPts val="800"/>
                            </a:spcAft>
                            <a:buNone/>
                          </a:pPr>
                          <a:r>
                            <a:rPr lang="en-US" sz="1000">
                              <a:effectLst/>
                            </a:rPr>
                            <a:t>12.72</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3">
                      <a:txBody>
                        <a:bodyPr/>
                        <a:lstStyle/>
                        <a:p>
                          <a:pPr marL="0" marR="0">
                            <a:lnSpc>
                              <a:spcPct val="116000"/>
                            </a:lnSpc>
                            <a:spcAft>
                              <a:spcPts val="800"/>
                            </a:spcAft>
                            <a:buNone/>
                          </a:pPr>
                          <a:r>
                            <a:rPr lang="en-US" sz="1000">
                              <a:effectLst/>
                            </a:rPr>
                            <a:t>2.94E-58</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2063646"/>
                      </a:ext>
                    </a:extLst>
                  </a:tr>
                  <a:tr h="192405">
                    <a:tc>
                      <a:txBody>
                        <a:bodyPr/>
                        <a:lstStyle/>
                        <a:p>
                          <a:pPr algn="r" fontAlgn="b">
                            <a:buNone/>
                          </a:pPr>
                          <a:r>
                            <a:rPr lang="en-NZ" sz="1200" b="0" i="0" u="none" strike="noStrike">
                              <a:solidFill>
                                <a:schemeClr val="bg1"/>
                              </a:solidFill>
                              <a:effectLst/>
                              <a:latin typeface="Aptos Narrow" panose="020B0004020202020204" pitchFamily="34" charset="0"/>
                            </a:rPr>
                            <a:t>197</a:t>
                          </a:r>
                        </a:p>
                      </a:txBody>
                      <a:tcPr marL="9525" marR="9525" marT="9525" marB="0" anchor="b">
                        <a:lnL w="12700" cap="flat" cmpd="sng" algn="ctr">
                          <a:solidFill>
                            <a:schemeClr val="tx1"/>
                          </a:solidFill>
                          <a:prstDash val="solid"/>
                          <a:round/>
                          <a:headEnd type="none" w="med" len="med"/>
                          <a:tailEnd type="none" w="med" len="med"/>
                        </a:lnL>
                      </a:tcPr>
                    </a:tc>
                    <a:tc>
                      <a:txBody>
                        <a:bodyPr/>
                        <a:lstStyle/>
                        <a:p>
                          <a:pPr marL="0" marR="0" algn="r">
                            <a:lnSpc>
                              <a:spcPct val="116000"/>
                            </a:lnSpc>
                            <a:spcAft>
                              <a:spcPts val="800"/>
                            </a:spcAft>
                            <a:buNone/>
                          </a:pPr>
                          <a:r>
                            <a:rPr lang="en-US" sz="1000">
                              <a:effectLst/>
                            </a:rPr>
                            <a:t>2.720</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a:txBody>
                        <a:bodyPr/>
                        <a:lstStyle/>
                        <a:p>
                          <a:pPr marL="0" marR="0" algn="r">
                            <a:lnSpc>
                              <a:spcPct val="116000"/>
                            </a:lnSpc>
                            <a:spcAft>
                              <a:spcPts val="800"/>
                            </a:spcAft>
                            <a:buNone/>
                          </a:pPr>
                          <a:r>
                            <a:rPr lang="en-US" sz="1000">
                              <a:effectLst/>
                            </a:rPr>
                            <a:t>-16.249</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vMerge="1">
                      <a:txBody>
                        <a:bodyPr/>
                        <a:lstStyle/>
                        <a:p>
                          <a:endParaRPr lang="en-NZ"/>
                        </a:p>
                      </a:txBody>
                      <a:tcPr/>
                    </a:tc>
                    <a:tc vMerge="1">
                      <a:txBody>
                        <a:bodyPr/>
                        <a:lstStyle/>
                        <a:p>
                          <a:endParaRPr lang="en-NZ"/>
                        </a:p>
                      </a:txBody>
                      <a:tcPr/>
                    </a:tc>
                    <a:extLst>
                      <a:ext uri="{0D108BD9-81ED-4DB2-BD59-A6C34878D82A}">
                        <a16:rowId xmlns:a16="http://schemas.microsoft.com/office/drawing/2014/main" val="2481553406"/>
                      </a:ext>
                    </a:extLst>
                  </a:tr>
                  <a:tr h="192405">
                    <a:tc>
                      <a:txBody>
                        <a:bodyPr/>
                        <a:lstStyle/>
                        <a:p>
                          <a:pPr algn="r" fontAlgn="b">
                            <a:buNone/>
                          </a:pPr>
                          <a:r>
                            <a:rPr lang="en-NZ" sz="1200" b="0" i="0" u="none" strike="noStrike">
                              <a:solidFill>
                                <a:schemeClr val="bg1"/>
                              </a:solidFill>
                              <a:effectLst/>
                              <a:latin typeface="Aptos Narrow" panose="020B0004020202020204" pitchFamily="34" charset="0"/>
                            </a:rPr>
                            <a:t>197</a:t>
                          </a:r>
                        </a:p>
                      </a:txBody>
                      <a:tcPr marL="9525" marR="9525" marT="9525" marB="0" anchor="b">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marL="0" marR="0" algn="r">
                            <a:lnSpc>
                              <a:spcPct val="116000"/>
                            </a:lnSpc>
                            <a:spcAft>
                              <a:spcPts val="800"/>
                            </a:spcAft>
                            <a:buNone/>
                          </a:pPr>
                          <a:r>
                            <a:rPr lang="en-US" sz="1000">
                              <a:effectLst/>
                            </a:rPr>
                            <a:t>2.787</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lnB w="12700" cap="flat" cmpd="sng" algn="ctr">
                          <a:solidFill>
                            <a:schemeClr val="tx1"/>
                          </a:solidFill>
                          <a:prstDash val="solid"/>
                          <a:round/>
                          <a:headEnd type="none" w="med" len="med"/>
                          <a:tailEnd type="none" w="med" len="med"/>
                        </a:lnB>
                      </a:tcPr>
                    </a:tc>
                    <a:tc>
                      <a:txBody>
                        <a:bodyPr/>
                        <a:lstStyle/>
                        <a:p>
                          <a:pPr marL="0" marR="0" algn="r">
                            <a:lnSpc>
                              <a:spcPct val="116000"/>
                            </a:lnSpc>
                            <a:spcAft>
                              <a:spcPts val="800"/>
                            </a:spcAft>
                            <a:buNone/>
                          </a:pPr>
                          <a:r>
                            <a:rPr lang="en-US" sz="1000">
                              <a:effectLst/>
                            </a:rPr>
                            <a:t>-16.101</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lnB w="12700" cap="flat" cmpd="sng" algn="ctr">
                          <a:solidFill>
                            <a:schemeClr val="tx1"/>
                          </a:solidFill>
                          <a:prstDash val="solid"/>
                          <a:round/>
                          <a:headEnd type="none" w="med" len="med"/>
                          <a:tailEnd type="none" w="med" len="med"/>
                        </a:lnB>
                      </a:tcPr>
                    </a:tc>
                    <a:tc vMerge="1">
                      <a:txBody>
                        <a:bodyPr/>
                        <a:lstStyle/>
                        <a:p>
                          <a:endParaRPr lang="en-NZ"/>
                        </a:p>
                      </a:txBody>
                      <a:tcPr/>
                    </a:tc>
                    <a:tc vMerge="1">
                      <a:txBody>
                        <a:bodyPr/>
                        <a:lstStyle/>
                        <a:p>
                          <a:endParaRPr lang="en-NZ"/>
                        </a:p>
                      </a:txBody>
                      <a:tcPr/>
                    </a:tc>
                    <a:extLst>
                      <a:ext uri="{0D108BD9-81ED-4DB2-BD59-A6C34878D82A}">
                        <a16:rowId xmlns:a16="http://schemas.microsoft.com/office/drawing/2014/main" val="3844418807"/>
                      </a:ext>
                    </a:extLst>
                  </a:tr>
                  <a:tr h="192405">
                    <a:tc>
                      <a:txBody>
                        <a:bodyPr/>
                        <a:lstStyle/>
                        <a:p>
                          <a:pPr algn="r" fontAlgn="b">
                            <a:buNone/>
                          </a:pPr>
                          <a:r>
                            <a:rPr lang="en-NZ" sz="1200" b="0" i="0" u="none" strike="noStrike">
                              <a:solidFill>
                                <a:schemeClr val="bg1"/>
                              </a:solidFill>
                              <a:effectLst/>
                              <a:latin typeface="Aptos Narrow" panose="020B0004020202020204" pitchFamily="34" charset="0"/>
                            </a:rPr>
                            <a:t>48</a:t>
                          </a:r>
                        </a:p>
                      </a:txBody>
                      <a:tcPr marL="9525" marR="9525" marT="9525" marB="0" anchor="b">
                        <a:lnT w="12700" cap="flat" cmpd="sng" algn="ctr">
                          <a:solidFill>
                            <a:schemeClr val="tx1"/>
                          </a:solidFill>
                          <a:prstDash val="solid"/>
                          <a:round/>
                          <a:headEnd type="none" w="med" len="med"/>
                          <a:tailEnd type="none" w="med" len="med"/>
                        </a:lnT>
                      </a:tcPr>
                    </a:tc>
                    <a:tc>
                      <a:txBody>
                        <a:bodyPr/>
                        <a:lstStyle/>
                        <a:p>
                          <a:pPr marL="0" marR="0" algn="r">
                            <a:lnSpc>
                              <a:spcPct val="116000"/>
                            </a:lnSpc>
                            <a:spcAft>
                              <a:spcPts val="800"/>
                            </a:spcAft>
                            <a:buNone/>
                          </a:pPr>
                          <a:r>
                            <a:rPr lang="en-US" sz="1000">
                              <a:effectLst/>
                            </a:rPr>
                            <a:t>3.252</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lnT w="12700" cap="flat" cmpd="sng" algn="ctr">
                          <a:solidFill>
                            <a:schemeClr val="tx1"/>
                          </a:solidFill>
                          <a:prstDash val="solid"/>
                          <a:round/>
                          <a:headEnd type="none" w="med" len="med"/>
                          <a:tailEnd type="none" w="med" len="med"/>
                        </a:lnT>
                      </a:tcPr>
                    </a:tc>
                    <a:tc>
                      <a:txBody>
                        <a:bodyPr/>
                        <a:lstStyle/>
                        <a:p>
                          <a:pPr marL="0" marR="0" algn="r">
                            <a:lnSpc>
                              <a:spcPct val="116000"/>
                            </a:lnSpc>
                            <a:spcAft>
                              <a:spcPts val="800"/>
                            </a:spcAft>
                            <a:buNone/>
                          </a:pPr>
                          <a:r>
                            <a:rPr lang="en-US" sz="1000">
                              <a:effectLst/>
                            </a:rPr>
                            <a:t>-14.550</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lnT w="12700" cap="flat" cmpd="sng" algn="ctr">
                          <a:solidFill>
                            <a:schemeClr val="tx1"/>
                          </a:solidFill>
                          <a:prstDash val="solid"/>
                          <a:round/>
                          <a:headEnd type="none" w="med" len="med"/>
                          <a:tailEnd type="none" w="med" len="med"/>
                        </a:lnT>
                      </a:tcPr>
                    </a:tc>
                    <a:tc rowSpan="3">
                      <a:txBody>
                        <a:bodyPr/>
                        <a:lstStyle/>
                        <a:p>
                          <a:pPr marL="0" marR="0">
                            <a:lnSpc>
                              <a:spcPct val="116000"/>
                            </a:lnSpc>
                            <a:spcAft>
                              <a:spcPts val="800"/>
                            </a:spcAft>
                            <a:buNone/>
                          </a:pPr>
                          <a:r>
                            <a:rPr lang="en-US" sz="1000">
                              <a:effectLst/>
                            </a:rPr>
                            <a:t>1.07</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lnT w="12700" cap="flat" cmpd="sng" algn="ctr">
                          <a:solidFill>
                            <a:schemeClr val="tx1"/>
                          </a:solidFill>
                          <a:prstDash val="solid"/>
                          <a:round/>
                          <a:headEnd type="none" w="med" len="med"/>
                          <a:tailEnd type="none" w="med" len="med"/>
                        </a:lnT>
                      </a:tcPr>
                    </a:tc>
                    <a:tc rowSpan="3">
                      <a:txBody>
                        <a:bodyPr/>
                        <a:lstStyle/>
                        <a:p>
                          <a:pPr marL="0" marR="0">
                            <a:lnSpc>
                              <a:spcPct val="116000"/>
                            </a:lnSpc>
                            <a:spcAft>
                              <a:spcPts val="800"/>
                            </a:spcAft>
                            <a:buNone/>
                          </a:pPr>
                          <a:r>
                            <a:rPr lang="en-US" sz="1000">
                              <a:effectLst/>
                            </a:rPr>
                            <a:t>2.09E-19</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020292533"/>
                      </a:ext>
                    </a:extLst>
                  </a:tr>
                  <a:tr h="192405">
                    <a:tc>
                      <a:txBody>
                        <a:bodyPr/>
                        <a:lstStyle/>
                        <a:p>
                          <a:pPr algn="r" fontAlgn="b">
                            <a:buNone/>
                          </a:pPr>
                          <a:r>
                            <a:rPr lang="en-NZ" sz="1200" b="0" i="0" u="none" strike="noStrike">
                              <a:solidFill>
                                <a:schemeClr val="bg1"/>
                              </a:solidFill>
                              <a:effectLst/>
                              <a:latin typeface="Aptos Narrow" panose="020B0004020202020204" pitchFamily="34" charset="0"/>
                            </a:rPr>
                            <a:t>48</a:t>
                          </a:r>
                        </a:p>
                      </a:txBody>
                      <a:tcPr marL="9525" marR="9525" marT="9525" marB="0" anchor="b"/>
                    </a:tc>
                    <a:tc>
                      <a:txBody>
                        <a:bodyPr/>
                        <a:lstStyle/>
                        <a:p>
                          <a:pPr marL="0" marR="0" algn="r">
                            <a:lnSpc>
                              <a:spcPct val="116000"/>
                            </a:lnSpc>
                            <a:spcAft>
                              <a:spcPts val="800"/>
                            </a:spcAft>
                            <a:buNone/>
                          </a:pPr>
                          <a:r>
                            <a:rPr lang="en-US" sz="1000">
                              <a:effectLst/>
                            </a:rPr>
                            <a:t>3.331</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a:txBody>
                        <a:bodyPr/>
                        <a:lstStyle/>
                        <a:p>
                          <a:pPr marL="0" marR="0" algn="r">
                            <a:lnSpc>
                              <a:spcPct val="116000"/>
                            </a:lnSpc>
                            <a:spcAft>
                              <a:spcPts val="800"/>
                            </a:spcAft>
                            <a:buNone/>
                          </a:pPr>
                          <a:r>
                            <a:rPr lang="en-US" sz="1000">
                              <a:effectLst/>
                            </a:rPr>
                            <a:t>-14.504</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vMerge="1">
                      <a:txBody>
                        <a:bodyPr/>
                        <a:lstStyle/>
                        <a:p>
                          <a:endParaRPr lang="en-NZ"/>
                        </a:p>
                      </a:txBody>
                      <a:tcPr/>
                    </a:tc>
                    <a:tc vMerge="1">
                      <a:txBody>
                        <a:bodyPr/>
                        <a:lstStyle/>
                        <a:p>
                          <a:endParaRPr lang="en-NZ"/>
                        </a:p>
                      </a:txBody>
                      <a:tcPr/>
                    </a:tc>
                    <a:extLst>
                      <a:ext uri="{0D108BD9-81ED-4DB2-BD59-A6C34878D82A}">
                        <a16:rowId xmlns:a16="http://schemas.microsoft.com/office/drawing/2014/main" val="2753578218"/>
                      </a:ext>
                    </a:extLst>
                  </a:tr>
                  <a:tr h="192405">
                    <a:tc>
                      <a:txBody>
                        <a:bodyPr/>
                        <a:lstStyle/>
                        <a:p>
                          <a:pPr algn="r" fontAlgn="b">
                            <a:buNone/>
                          </a:pPr>
                          <a:r>
                            <a:rPr lang="en-NZ" sz="1200" b="0" i="0" u="none" strike="noStrike">
                              <a:solidFill>
                                <a:schemeClr val="bg1"/>
                              </a:solidFill>
                              <a:effectLst/>
                              <a:latin typeface="Aptos Narrow" panose="020B0004020202020204" pitchFamily="34" charset="0"/>
                            </a:rPr>
                            <a:t>48</a:t>
                          </a:r>
                        </a:p>
                      </a:txBody>
                      <a:tcPr marL="9525" marR="9525" marT="9525" marB="0" anchor="b"/>
                    </a:tc>
                    <a:tc>
                      <a:txBody>
                        <a:bodyPr/>
                        <a:lstStyle/>
                        <a:p>
                          <a:pPr marL="0" marR="0" algn="r">
                            <a:lnSpc>
                              <a:spcPct val="116000"/>
                            </a:lnSpc>
                            <a:spcAft>
                              <a:spcPts val="800"/>
                            </a:spcAft>
                            <a:buNone/>
                          </a:pPr>
                          <a:r>
                            <a:rPr lang="en-US" sz="1000">
                              <a:effectLst/>
                            </a:rPr>
                            <a:t>3.398</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a:txBody>
                        <a:bodyPr/>
                        <a:lstStyle/>
                        <a:p>
                          <a:pPr marL="0" marR="0" algn="r">
                            <a:lnSpc>
                              <a:spcPct val="116000"/>
                            </a:lnSpc>
                            <a:spcAft>
                              <a:spcPts val="800"/>
                            </a:spcAft>
                            <a:buNone/>
                          </a:pPr>
                          <a:r>
                            <a:rPr lang="en-US" sz="1000">
                              <a:effectLst/>
                            </a:rPr>
                            <a:t>-14.392</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vMerge="1">
                      <a:txBody>
                        <a:bodyPr/>
                        <a:lstStyle/>
                        <a:p>
                          <a:endParaRPr lang="en-NZ"/>
                        </a:p>
                      </a:txBody>
                      <a:tcPr/>
                    </a:tc>
                    <a:tc vMerge="1">
                      <a:txBody>
                        <a:bodyPr/>
                        <a:lstStyle/>
                        <a:p>
                          <a:endParaRPr lang="en-NZ"/>
                        </a:p>
                      </a:txBody>
                      <a:tcPr/>
                    </a:tc>
                    <a:extLst>
                      <a:ext uri="{0D108BD9-81ED-4DB2-BD59-A6C34878D82A}">
                        <a16:rowId xmlns:a16="http://schemas.microsoft.com/office/drawing/2014/main" val="2394616004"/>
                      </a:ext>
                    </a:extLst>
                  </a:tr>
                  <a:tr h="192405">
                    <a:tc>
                      <a:txBody>
                        <a:bodyPr/>
                        <a:lstStyle/>
                        <a:p>
                          <a:pPr algn="r" fontAlgn="b">
                            <a:buNone/>
                          </a:pPr>
                          <a:r>
                            <a:rPr lang="en-NZ" sz="1200" b="0" i="0" u="none" strike="noStrike">
                              <a:solidFill>
                                <a:schemeClr val="bg1"/>
                              </a:solidFill>
                              <a:effectLst/>
                              <a:latin typeface="Aptos Narrow" panose="020B0004020202020204" pitchFamily="34" charset="0"/>
                            </a:rPr>
                            <a:t>97</a:t>
                          </a:r>
                        </a:p>
                      </a:txBody>
                      <a:tcPr marL="9525" marR="9525" marT="9525" marB="0" anchor="b"/>
                    </a:tc>
                    <a:tc>
                      <a:txBody>
                        <a:bodyPr/>
                        <a:lstStyle/>
                        <a:p>
                          <a:pPr marL="0" marR="0" algn="r">
                            <a:lnSpc>
                              <a:spcPct val="116000"/>
                            </a:lnSpc>
                            <a:spcAft>
                              <a:spcPts val="800"/>
                            </a:spcAft>
                            <a:buNone/>
                          </a:pPr>
                          <a:r>
                            <a:rPr lang="en-US" sz="1000">
                              <a:effectLst/>
                            </a:rPr>
                            <a:t>2.948</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a:txBody>
                        <a:bodyPr/>
                        <a:lstStyle/>
                        <a:p>
                          <a:pPr marL="0" marR="0" algn="r">
                            <a:lnSpc>
                              <a:spcPct val="116000"/>
                            </a:lnSpc>
                            <a:spcAft>
                              <a:spcPts val="800"/>
                            </a:spcAft>
                            <a:buNone/>
                          </a:pPr>
                          <a:r>
                            <a:rPr lang="en-US" sz="1000">
                              <a:effectLst/>
                            </a:rPr>
                            <a:t>-14.893</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rowSpan="3">
                      <a:txBody>
                        <a:bodyPr/>
                        <a:lstStyle/>
                        <a:p>
                          <a:pPr marL="0" marR="0">
                            <a:lnSpc>
                              <a:spcPct val="116000"/>
                            </a:lnSpc>
                            <a:spcAft>
                              <a:spcPts val="800"/>
                            </a:spcAft>
                            <a:buNone/>
                          </a:pPr>
                          <a:r>
                            <a:rPr lang="en-US" sz="1000">
                              <a:effectLst/>
                            </a:rPr>
                            <a:t>1.63</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rowSpan="3">
                      <a:txBody>
                        <a:bodyPr/>
                        <a:lstStyle/>
                        <a:p>
                          <a:pPr marL="0" marR="0">
                            <a:lnSpc>
                              <a:spcPct val="116000"/>
                            </a:lnSpc>
                            <a:spcAft>
                              <a:spcPts val="800"/>
                            </a:spcAft>
                            <a:buNone/>
                          </a:pPr>
                          <a:r>
                            <a:rPr lang="en-US" sz="1000">
                              <a:effectLst/>
                            </a:rPr>
                            <a:t>2.59E-21</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extLst>
                      <a:ext uri="{0D108BD9-81ED-4DB2-BD59-A6C34878D82A}">
                        <a16:rowId xmlns:a16="http://schemas.microsoft.com/office/drawing/2014/main" val="1762009730"/>
                      </a:ext>
                    </a:extLst>
                  </a:tr>
                  <a:tr h="192405">
                    <a:tc>
                      <a:txBody>
                        <a:bodyPr/>
                        <a:lstStyle/>
                        <a:p>
                          <a:pPr algn="r" fontAlgn="b">
                            <a:buNone/>
                          </a:pPr>
                          <a:r>
                            <a:rPr lang="en-NZ" sz="1200" b="0" i="0" u="none" strike="noStrike">
                              <a:solidFill>
                                <a:schemeClr val="bg1"/>
                              </a:solidFill>
                              <a:effectLst/>
                              <a:latin typeface="Aptos Narrow" panose="020B0004020202020204" pitchFamily="34" charset="0"/>
                            </a:rPr>
                            <a:t>97</a:t>
                          </a:r>
                        </a:p>
                      </a:txBody>
                      <a:tcPr marL="9525" marR="9525" marT="9525" marB="0" anchor="b"/>
                    </a:tc>
                    <a:tc>
                      <a:txBody>
                        <a:bodyPr/>
                        <a:lstStyle/>
                        <a:p>
                          <a:pPr marL="0" marR="0" algn="r">
                            <a:lnSpc>
                              <a:spcPct val="116000"/>
                            </a:lnSpc>
                            <a:spcAft>
                              <a:spcPts val="800"/>
                            </a:spcAft>
                            <a:buNone/>
                          </a:pPr>
                          <a:r>
                            <a:rPr lang="en-US" sz="1000">
                              <a:effectLst/>
                            </a:rPr>
                            <a:t>3.027</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a:txBody>
                        <a:bodyPr/>
                        <a:lstStyle/>
                        <a:p>
                          <a:pPr marL="0" marR="0" algn="r">
                            <a:lnSpc>
                              <a:spcPct val="116000"/>
                            </a:lnSpc>
                            <a:spcAft>
                              <a:spcPts val="800"/>
                            </a:spcAft>
                            <a:buNone/>
                          </a:pPr>
                          <a:r>
                            <a:rPr lang="en-US" sz="1000">
                              <a:effectLst/>
                            </a:rPr>
                            <a:t>-14.717</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vMerge="1">
                      <a:txBody>
                        <a:bodyPr/>
                        <a:lstStyle/>
                        <a:p>
                          <a:endParaRPr lang="en-NZ"/>
                        </a:p>
                      </a:txBody>
                      <a:tcPr/>
                    </a:tc>
                    <a:tc vMerge="1">
                      <a:txBody>
                        <a:bodyPr/>
                        <a:lstStyle/>
                        <a:p>
                          <a:endParaRPr lang="en-NZ"/>
                        </a:p>
                      </a:txBody>
                      <a:tcPr/>
                    </a:tc>
                    <a:extLst>
                      <a:ext uri="{0D108BD9-81ED-4DB2-BD59-A6C34878D82A}">
                        <a16:rowId xmlns:a16="http://schemas.microsoft.com/office/drawing/2014/main" val="4286424123"/>
                      </a:ext>
                    </a:extLst>
                  </a:tr>
                  <a:tr h="192405">
                    <a:tc>
                      <a:txBody>
                        <a:bodyPr/>
                        <a:lstStyle/>
                        <a:p>
                          <a:pPr algn="r" fontAlgn="b">
                            <a:buNone/>
                          </a:pPr>
                          <a:r>
                            <a:rPr lang="en-NZ" sz="1200" b="0" i="0" u="none" strike="noStrike">
                              <a:solidFill>
                                <a:schemeClr val="bg1"/>
                              </a:solidFill>
                              <a:effectLst/>
                              <a:latin typeface="Aptos Narrow" panose="020B0004020202020204" pitchFamily="34" charset="0"/>
                            </a:rPr>
                            <a:t>97</a:t>
                          </a:r>
                        </a:p>
                      </a:txBody>
                      <a:tcPr marL="9525" marR="9525" marT="9525" marB="0" anchor="b"/>
                    </a:tc>
                    <a:tc>
                      <a:txBody>
                        <a:bodyPr/>
                        <a:lstStyle/>
                        <a:p>
                          <a:pPr marL="0" marR="0" algn="r">
                            <a:lnSpc>
                              <a:spcPct val="116000"/>
                            </a:lnSpc>
                            <a:spcAft>
                              <a:spcPts val="800"/>
                            </a:spcAft>
                            <a:buNone/>
                          </a:pPr>
                          <a:r>
                            <a:rPr lang="en-US" sz="1000">
                              <a:effectLst/>
                            </a:rPr>
                            <a:t>3.094</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a:txBody>
                        <a:bodyPr/>
                        <a:lstStyle/>
                        <a:p>
                          <a:pPr marL="0" marR="0" algn="r">
                            <a:lnSpc>
                              <a:spcPct val="116000"/>
                            </a:lnSpc>
                            <a:spcAft>
                              <a:spcPts val="800"/>
                            </a:spcAft>
                            <a:buNone/>
                          </a:pPr>
                          <a:r>
                            <a:rPr lang="en-US" sz="1000">
                              <a:effectLst/>
                            </a:rPr>
                            <a:t>-14.657</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vMerge="1">
                      <a:txBody>
                        <a:bodyPr/>
                        <a:lstStyle/>
                        <a:p>
                          <a:endParaRPr lang="en-NZ"/>
                        </a:p>
                      </a:txBody>
                      <a:tcPr/>
                    </a:tc>
                    <a:tc vMerge="1">
                      <a:txBody>
                        <a:bodyPr/>
                        <a:lstStyle/>
                        <a:p>
                          <a:endParaRPr lang="en-NZ"/>
                        </a:p>
                      </a:txBody>
                      <a:tcPr/>
                    </a:tc>
                    <a:extLst>
                      <a:ext uri="{0D108BD9-81ED-4DB2-BD59-A6C34878D82A}">
                        <a16:rowId xmlns:a16="http://schemas.microsoft.com/office/drawing/2014/main" val="3133270796"/>
                      </a:ext>
                    </a:extLst>
                  </a:tr>
                  <a:tr h="192405">
                    <a:tc>
                      <a:txBody>
                        <a:bodyPr/>
                        <a:lstStyle/>
                        <a:p>
                          <a:pPr algn="r" fontAlgn="b">
                            <a:buNone/>
                          </a:pPr>
                          <a:r>
                            <a:rPr lang="en-NZ" sz="1200" b="0" i="0" u="none" strike="noStrike">
                              <a:solidFill>
                                <a:schemeClr val="bg1"/>
                              </a:solidFill>
                              <a:effectLst/>
                              <a:latin typeface="Aptos Narrow" panose="020B0004020202020204" pitchFamily="34" charset="0"/>
                            </a:rPr>
                            <a:t>146</a:t>
                          </a:r>
                        </a:p>
                      </a:txBody>
                      <a:tcPr marL="9525" marR="9525" marT="9525" marB="0" anchor="b"/>
                    </a:tc>
                    <a:tc>
                      <a:txBody>
                        <a:bodyPr/>
                        <a:lstStyle/>
                        <a:p>
                          <a:pPr marL="0" marR="0" algn="r">
                            <a:lnSpc>
                              <a:spcPct val="116000"/>
                            </a:lnSpc>
                            <a:spcAft>
                              <a:spcPts val="800"/>
                            </a:spcAft>
                            <a:buNone/>
                          </a:pPr>
                          <a:r>
                            <a:rPr lang="en-US" sz="1000">
                              <a:effectLst/>
                            </a:rPr>
                            <a:t>2.771</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a:txBody>
                        <a:bodyPr/>
                        <a:lstStyle/>
                        <a:p>
                          <a:pPr marL="0" marR="0" algn="r">
                            <a:lnSpc>
                              <a:spcPct val="116000"/>
                            </a:lnSpc>
                            <a:spcAft>
                              <a:spcPts val="800"/>
                            </a:spcAft>
                            <a:buNone/>
                          </a:pPr>
                          <a:r>
                            <a:rPr lang="en-US" sz="1000">
                              <a:effectLst/>
                            </a:rPr>
                            <a:t>-15.124</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rowSpan="3">
                      <a:txBody>
                        <a:bodyPr/>
                        <a:lstStyle/>
                        <a:p>
                          <a:pPr marL="0" marR="0">
                            <a:lnSpc>
                              <a:spcPct val="116000"/>
                            </a:lnSpc>
                            <a:spcAft>
                              <a:spcPts val="800"/>
                            </a:spcAft>
                            <a:buNone/>
                          </a:pPr>
                          <a:r>
                            <a:rPr lang="en-US" sz="1000" dirty="0">
                              <a:effectLst/>
                            </a:rPr>
                            <a:t>1.96</a:t>
                          </a:r>
                          <a:endParaRPr lang="en-NZ" sz="1000" dirty="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rowSpan="3">
                      <a:txBody>
                        <a:bodyPr/>
                        <a:lstStyle/>
                        <a:p>
                          <a:pPr marL="0" marR="0">
                            <a:lnSpc>
                              <a:spcPct val="116000"/>
                            </a:lnSpc>
                            <a:spcAft>
                              <a:spcPts val="800"/>
                            </a:spcAft>
                            <a:buNone/>
                          </a:pPr>
                          <a:r>
                            <a:rPr lang="en-US" sz="1000">
                              <a:effectLst/>
                            </a:rPr>
                            <a:t>2.42E-22</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extLst>
                      <a:ext uri="{0D108BD9-81ED-4DB2-BD59-A6C34878D82A}">
                        <a16:rowId xmlns:a16="http://schemas.microsoft.com/office/drawing/2014/main" val="605641696"/>
                      </a:ext>
                    </a:extLst>
                  </a:tr>
                  <a:tr h="192405">
                    <a:tc>
                      <a:txBody>
                        <a:bodyPr/>
                        <a:lstStyle/>
                        <a:p>
                          <a:pPr algn="r" fontAlgn="b">
                            <a:buNone/>
                          </a:pPr>
                          <a:r>
                            <a:rPr lang="en-NZ" sz="1200" b="0" i="0" u="none" strike="noStrike">
                              <a:solidFill>
                                <a:schemeClr val="bg1"/>
                              </a:solidFill>
                              <a:effectLst/>
                              <a:latin typeface="Aptos Narrow" panose="020B0004020202020204" pitchFamily="34" charset="0"/>
                            </a:rPr>
                            <a:t>146</a:t>
                          </a:r>
                        </a:p>
                      </a:txBody>
                      <a:tcPr marL="9525" marR="9525" marT="9525" marB="0" anchor="b"/>
                    </a:tc>
                    <a:tc>
                      <a:txBody>
                        <a:bodyPr/>
                        <a:lstStyle/>
                        <a:p>
                          <a:pPr marL="0" marR="0" algn="r">
                            <a:lnSpc>
                              <a:spcPct val="116000"/>
                            </a:lnSpc>
                            <a:spcAft>
                              <a:spcPts val="800"/>
                            </a:spcAft>
                            <a:buNone/>
                          </a:pPr>
                          <a:r>
                            <a:rPr lang="en-US" sz="1000">
                              <a:effectLst/>
                            </a:rPr>
                            <a:t>2.850</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a:txBody>
                        <a:bodyPr/>
                        <a:lstStyle/>
                        <a:p>
                          <a:pPr marL="0" marR="0" algn="r">
                            <a:lnSpc>
                              <a:spcPct val="116000"/>
                            </a:lnSpc>
                            <a:spcAft>
                              <a:spcPts val="800"/>
                            </a:spcAft>
                            <a:buNone/>
                          </a:pPr>
                          <a:r>
                            <a:rPr lang="en-US" sz="1000">
                              <a:effectLst/>
                            </a:rPr>
                            <a:t>-14.963</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vMerge="1">
                      <a:txBody>
                        <a:bodyPr/>
                        <a:lstStyle/>
                        <a:p>
                          <a:endParaRPr lang="en-NZ"/>
                        </a:p>
                      </a:txBody>
                      <a:tcPr/>
                    </a:tc>
                    <a:tc vMerge="1">
                      <a:txBody>
                        <a:bodyPr/>
                        <a:lstStyle/>
                        <a:p>
                          <a:endParaRPr lang="en-NZ"/>
                        </a:p>
                      </a:txBody>
                      <a:tcPr/>
                    </a:tc>
                    <a:extLst>
                      <a:ext uri="{0D108BD9-81ED-4DB2-BD59-A6C34878D82A}">
                        <a16:rowId xmlns:a16="http://schemas.microsoft.com/office/drawing/2014/main" val="803012843"/>
                      </a:ext>
                    </a:extLst>
                  </a:tr>
                  <a:tr h="192405">
                    <a:tc>
                      <a:txBody>
                        <a:bodyPr/>
                        <a:lstStyle/>
                        <a:p>
                          <a:pPr algn="r" fontAlgn="b">
                            <a:buNone/>
                          </a:pPr>
                          <a:r>
                            <a:rPr lang="en-NZ" sz="1200" b="0" i="0" u="none" strike="noStrike">
                              <a:solidFill>
                                <a:schemeClr val="bg1"/>
                              </a:solidFill>
                              <a:effectLst/>
                              <a:latin typeface="Aptos Narrow" panose="020B0004020202020204" pitchFamily="34" charset="0"/>
                            </a:rPr>
                            <a:t>146</a:t>
                          </a:r>
                        </a:p>
                      </a:txBody>
                      <a:tcPr marL="9525" marR="9525" marT="9525" marB="0" anchor="b"/>
                    </a:tc>
                    <a:tc>
                      <a:txBody>
                        <a:bodyPr/>
                        <a:lstStyle/>
                        <a:p>
                          <a:pPr marL="0" marR="0" algn="r">
                            <a:lnSpc>
                              <a:spcPct val="116000"/>
                            </a:lnSpc>
                            <a:spcAft>
                              <a:spcPts val="800"/>
                            </a:spcAft>
                            <a:buNone/>
                          </a:pPr>
                          <a:r>
                            <a:rPr lang="en-US" sz="1000">
                              <a:effectLst/>
                            </a:rPr>
                            <a:t>2.917</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a:txBody>
                        <a:bodyPr/>
                        <a:lstStyle/>
                        <a:p>
                          <a:pPr marL="0" marR="0" algn="r">
                            <a:lnSpc>
                              <a:spcPct val="116000"/>
                            </a:lnSpc>
                            <a:spcAft>
                              <a:spcPts val="800"/>
                            </a:spcAft>
                            <a:buNone/>
                          </a:pPr>
                          <a:r>
                            <a:rPr lang="en-US" sz="1000">
                              <a:effectLst/>
                            </a:rPr>
                            <a:t>-14.839</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vMerge="1">
                      <a:txBody>
                        <a:bodyPr/>
                        <a:lstStyle/>
                        <a:p>
                          <a:endParaRPr lang="en-NZ"/>
                        </a:p>
                      </a:txBody>
                      <a:tcPr/>
                    </a:tc>
                    <a:tc vMerge="1">
                      <a:txBody>
                        <a:bodyPr/>
                        <a:lstStyle/>
                        <a:p>
                          <a:endParaRPr lang="en-NZ"/>
                        </a:p>
                      </a:txBody>
                      <a:tcPr/>
                    </a:tc>
                    <a:extLst>
                      <a:ext uri="{0D108BD9-81ED-4DB2-BD59-A6C34878D82A}">
                        <a16:rowId xmlns:a16="http://schemas.microsoft.com/office/drawing/2014/main" val="543858066"/>
                      </a:ext>
                    </a:extLst>
                  </a:tr>
                  <a:tr h="192405">
                    <a:tc>
                      <a:txBody>
                        <a:bodyPr/>
                        <a:lstStyle/>
                        <a:p>
                          <a:pPr algn="r" fontAlgn="b">
                            <a:buNone/>
                          </a:pPr>
                          <a:r>
                            <a:rPr lang="en-NZ" sz="1200" b="0" i="0" u="none" strike="noStrike">
                              <a:solidFill>
                                <a:schemeClr val="bg1"/>
                              </a:solidFill>
                              <a:effectLst/>
                              <a:latin typeface="Aptos Narrow" panose="020B0004020202020204" pitchFamily="34" charset="0"/>
                            </a:rPr>
                            <a:t>43</a:t>
                          </a:r>
                        </a:p>
                      </a:txBody>
                      <a:tcPr marL="9525" marR="9525" marT="9525" marB="0" anchor="b"/>
                    </a:tc>
                    <a:tc>
                      <a:txBody>
                        <a:bodyPr/>
                        <a:lstStyle/>
                        <a:p>
                          <a:pPr marL="0" marR="0" algn="r">
                            <a:lnSpc>
                              <a:spcPct val="116000"/>
                            </a:lnSpc>
                            <a:spcAft>
                              <a:spcPts val="800"/>
                            </a:spcAft>
                            <a:buNone/>
                          </a:pPr>
                          <a:r>
                            <a:rPr lang="en-US" sz="1000">
                              <a:effectLst/>
                            </a:rPr>
                            <a:t>3.305</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a:txBody>
                        <a:bodyPr/>
                        <a:lstStyle/>
                        <a:p>
                          <a:pPr marL="0" marR="0" algn="r">
                            <a:lnSpc>
                              <a:spcPct val="116000"/>
                            </a:lnSpc>
                            <a:spcAft>
                              <a:spcPts val="800"/>
                            </a:spcAft>
                            <a:buNone/>
                          </a:pPr>
                          <a:r>
                            <a:rPr lang="en-US" sz="1000">
                              <a:effectLst/>
                            </a:rPr>
                            <a:t>-14.931</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rowSpan="3">
                      <a:txBody>
                        <a:bodyPr/>
                        <a:lstStyle/>
                        <a:p>
                          <a:pPr marL="0" marR="0">
                            <a:lnSpc>
                              <a:spcPct val="116000"/>
                            </a:lnSpc>
                            <a:spcAft>
                              <a:spcPts val="800"/>
                            </a:spcAft>
                            <a:buNone/>
                          </a:pPr>
                          <a:r>
                            <a:rPr lang="en-US" sz="1000">
                              <a:effectLst/>
                            </a:rPr>
                            <a:t>2.06</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rowSpan="3">
                      <a:txBody>
                        <a:bodyPr/>
                        <a:lstStyle/>
                        <a:p>
                          <a:pPr marL="0" marR="0">
                            <a:lnSpc>
                              <a:spcPct val="116000"/>
                            </a:lnSpc>
                            <a:spcAft>
                              <a:spcPts val="800"/>
                            </a:spcAft>
                            <a:buNone/>
                          </a:pPr>
                          <a:r>
                            <a:rPr lang="en-US" sz="1000">
                              <a:effectLst/>
                            </a:rPr>
                            <a:t>1.67E-23</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extLst>
                      <a:ext uri="{0D108BD9-81ED-4DB2-BD59-A6C34878D82A}">
                        <a16:rowId xmlns:a16="http://schemas.microsoft.com/office/drawing/2014/main" val="3828620240"/>
                      </a:ext>
                    </a:extLst>
                  </a:tr>
                  <a:tr h="192405">
                    <a:tc>
                      <a:txBody>
                        <a:bodyPr/>
                        <a:lstStyle/>
                        <a:p>
                          <a:pPr algn="r" fontAlgn="b">
                            <a:buNone/>
                          </a:pPr>
                          <a:r>
                            <a:rPr lang="en-NZ" sz="1200" b="0" i="0" u="none" strike="noStrike">
                              <a:solidFill>
                                <a:schemeClr val="bg1"/>
                              </a:solidFill>
                              <a:effectLst/>
                              <a:latin typeface="Aptos Narrow" panose="020B0004020202020204" pitchFamily="34" charset="0"/>
                            </a:rPr>
                            <a:t>43</a:t>
                          </a:r>
                        </a:p>
                      </a:txBody>
                      <a:tcPr marL="9525" marR="9525" marT="9525" marB="0" anchor="b"/>
                    </a:tc>
                    <a:tc>
                      <a:txBody>
                        <a:bodyPr/>
                        <a:lstStyle/>
                        <a:p>
                          <a:pPr marL="0" marR="0" algn="r">
                            <a:lnSpc>
                              <a:spcPct val="116000"/>
                            </a:lnSpc>
                            <a:spcAft>
                              <a:spcPts val="800"/>
                            </a:spcAft>
                            <a:buNone/>
                          </a:pPr>
                          <a:r>
                            <a:rPr lang="en-US" sz="1000">
                              <a:effectLst/>
                            </a:rPr>
                            <a:t>3.384</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a:txBody>
                        <a:bodyPr/>
                        <a:lstStyle/>
                        <a:p>
                          <a:pPr marL="0" marR="0" algn="r">
                            <a:lnSpc>
                              <a:spcPct val="116000"/>
                            </a:lnSpc>
                            <a:spcAft>
                              <a:spcPts val="800"/>
                            </a:spcAft>
                            <a:buNone/>
                          </a:pPr>
                          <a:r>
                            <a:rPr lang="en-US" sz="1000">
                              <a:effectLst/>
                            </a:rPr>
                            <a:t>-14.542</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vMerge="1">
                      <a:txBody>
                        <a:bodyPr/>
                        <a:lstStyle/>
                        <a:p>
                          <a:endParaRPr lang="en-NZ"/>
                        </a:p>
                      </a:txBody>
                      <a:tcPr/>
                    </a:tc>
                    <a:tc vMerge="1">
                      <a:txBody>
                        <a:bodyPr/>
                        <a:lstStyle/>
                        <a:p>
                          <a:endParaRPr lang="en-NZ"/>
                        </a:p>
                      </a:txBody>
                      <a:tcPr/>
                    </a:tc>
                    <a:extLst>
                      <a:ext uri="{0D108BD9-81ED-4DB2-BD59-A6C34878D82A}">
                        <a16:rowId xmlns:a16="http://schemas.microsoft.com/office/drawing/2014/main" val="61980745"/>
                      </a:ext>
                    </a:extLst>
                  </a:tr>
                  <a:tr h="192405">
                    <a:tc>
                      <a:txBody>
                        <a:bodyPr/>
                        <a:lstStyle/>
                        <a:p>
                          <a:pPr algn="r" fontAlgn="b">
                            <a:buNone/>
                          </a:pPr>
                          <a:r>
                            <a:rPr lang="en-NZ" sz="1200" b="0" i="0" u="none" strike="noStrike">
                              <a:solidFill>
                                <a:schemeClr val="bg1"/>
                              </a:solidFill>
                              <a:effectLst/>
                              <a:latin typeface="Aptos Narrow" panose="020B0004020202020204" pitchFamily="34" charset="0"/>
                            </a:rPr>
                            <a:t>43</a:t>
                          </a:r>
                        </a:p>
                      </a:txBody>
                      <a:tcPr marL="9525" marR="9525" marT="9525" marB="0" anchor="b"/>
                    </a:tc>
                    <a:tc>
                      <a:txBody>
                        <a:bodyPr/>
                        <a:lstStyle/>
                        <a:p>
                          <a:pPr marL="0" marR="0" algn="r">
                            <a:lnSpc>
                              <a:spcPct val="116000"/>
                            </a:lnSpc>
                            <a:spcAft>
                              <a:spcPts val="800"/>
                            </a:spcAft>
                            <a:buNone/>
                          </a:pPr>
                          <a:r>
                            <a:rPr lang="en-US" sz="1000">
                              <a:effectLst/>
                            </a:rPr>
                            <a:t>3.451</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a:txBody>
                        <a:bodyPr/>
                        <a:lstStyle/>
                        <a:p>
                          <a:pPr marL="0" marR="0" algn="r">
                            <a:lnSpc>
                              <a:spcPct val="116000"/>
                            </a:lnSpc>
                            <a:spcAft>
                              <a:spcPts val="800"/>
                            </a:spcAft>
                            <a:buNone/>
                          </a:pPr>
                          <a:r>
                            <a:rPr lang="en-US" sz="1000">
                              <a:effectLst/>
                            </a:rPr>
                            <a:t>-14.643</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vMerge="1">
                      <a:txBody>
                        <a:bodyPr/>
                        <a:lstStyle/>
                        <a:p>
                          <a:endParaRPr lang="en-NZ"/>
                        </a:p>
                      </a:txBody>
                      <a:tcPr/>
                    </a:tc>
                    <a:tc vMerge="1">
                      <a:txBody>
                        <a:bodyPr/>
                        <a:lstStyle/>
                        <a:p>
                          <a:endParaRPr lang="en-NZ"/>
                        </a:p>
                      </a:txBody>
                      <a:tcPr/>
                    </a:tc>
                    <a:extLst>
                      <a:ext uri="{0D108BD9-81ED-4DB2-BD59-A6C34878D82A}">
                        <a16:rowId xmlns:a16="http://schemas.microsoft.com/office/drawing/2014/main" val="2316301357"/>
                      </a:ext>
                    </a:extLst>
                  </a:tr>
                  <a:tr h="192405">
                    <a:tc>
                      <a:txBody>
                        <a:bodyPr/>
                        <a:lstStyle/>
                        <a:p>
                          <a:pPr algn="r" fontAlgn="b">
                            <a:buNone/>
                          </a:pPr>
                          <a:r>
                            <a:rPr lang="en-NZ" sz="1200" b="0" i="0" u="none" strike="noStrike">
                              <a:solidFill>
                                <a:schemeClr val="bg1"/>
                              </a:solidFill>
                              <a:effectLst/>
                              <a:latin typeface="Aptos Narrow" panose="020B0004020202020204" pitchFamily="34" charset="0"/>
                            </a:rPr>
                            <a:t>86</a:t>
                          </a:r>
                        </a:p>
                      </a:txBody>
                      <a:tcPr marL="9525" marR="9525" marT="9525" marB="0" anchor="b"/>
                    </a:tc>
                    <a:tc>
                      <a:txBody>
                        <a:bodyPr/>
                        <a:lstStyle/>
                        <a:p>
                          <a:pPr marL="0" marR="0" algn="r">
                            <a:lnSpc>
                              <a:spcPct val="116000"/>
                            </a:lnSpc>
                            <a:spcAft>
                              <a:spcPts val="800"/>
                            </a:spcAft>
                            <a:buNone/>
                          </a:pPr>
                          <a:r>
                            <a:rPr lang="en-US" sz="1000">
                              <a:effectLst/>
                            </a:rPr>
                            <a:t>3.001</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a:txBody>
                        <a:bodyPr/>
                        <a:lstStyle/>
                        <a:p>
                          <a:pPr marL="0" marR="0" algn="r">
                            <a:lnSpc>
                              <a:spcPct val="116000"/>
                            </a:lnSpc>
                            <a:spcAft>
                              <a:spcPts val="800"/>
                            </a:spcAft>
                            <a:buNone/>
                          </a:pPr>
                          <a:r>
                            <a:rPr lang="en-US" sz="1000">
                              <a:effectLst/>
                            </a:rPr>
                            <a:t>-14.951</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rowSpan="3">
                      <a:txBody>
                        <a:bodyPr/>
                        <a:lstStyle/>
                        <a:p>
                          <a:pPr marL="0" marR="0">
                            <a:lnSpc>
                              <a:spcPct val="116000"/>
                            </a:lnSpc>
                            <a:spcAft>
                              <a:spcPts val="800"/>
                            </a:spcAft>
                            <a:buNone/>
                          </a:pPr>
                          <a:r>
                            <a:rPr lang="en-US" sz="1000">
                              <a:effectLst/>
                            </a:rPr>
                            <a:t>4.56</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rowSpan="3">
                      <a:txBody>
                        <a:bodyPr/>
                        <a:lstStyle/>
                        <a:p>
                          <a:pPr marL="0" marR="0">
                            <a:lnSpc>
                              <a:spcPct val="116000"/>
                            </a:lnSpc>
                            <a:spcAft>
                              <a:spcPts val="800"/>
                            </a:spcAft>
                            <a:buNone/>
                          </a:pPr>
                          <a:r>
                            <a:rPr lang="en-US" sz="1000">
                              <a:effectLst/>
                            </a:rPr>
                            <a:t>1.29E-31</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extLst>
                      <a:ext uri="{0D108BD9-81ED-4DB2-BD59-A6C34878D82A}">
                        <a16:rowId xmlns:a16="http://schemas.microsoft.com/office/drawing/2014/main" val="801938088"/>
                      </a:ext>
                    </a:extLst>
                  </a:tr>
                  <a:tr h="192405">
                    <a:tc>
                      <a:txBody>
                        <a:bodyPr/>
                        <a:lstStyle/>
                        <a:p>
                          <a:pPr algn="r" fontAlgn="b">
                            <a:buNone/>
                          </a:pPr>
                          <a:r>
                            <a:rPr lang="en-NZ" sz="1200" b="0" i="0" u="none" strike="noStrike">
                              <a:solidFill>
                                <a:schemeClr val="bg1"/>
                              </a:solidFill>
                              <a:effectLst/>
                              <a:latin typeface="Aptos Narrow" panose="020B0004020202020204" pitchFamily="34" charset="0"/>
                            </a:rPr>
                            <a:t>86</a:t>
                          </a:r>
                        </a:p>
                      </a:txBody>
                      <a:tcPr marL="9525" marR="9525" marT="9525" marB="0" anchor="b"/>
                    </a:tc>
                    <a:tc>
                      <a:txBody>
                        <a:bodyPr/>
                        <a:lstStyle/>
                        <a:p>
                          <a:pPr marL="0" marR="0" algn="r">
                            <a:lnSpc>
                              <a:spcPct val="116000"/>
                            </a:lnSpc>
                            <a:spcAft>
                              <a:spcPts val="800"/>
                            </a:spcAft>
                            <a:buNone/>
                          </a:pPr>
                          <a:r>
                            <a:rPr lang="en-US" sz="1000">
                              <a:effectLst/>
                            </a:rPr>
                            <a:t>3.080</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a:txBody>
                        <a:bodyPr/>
                        <a:lstStyle/>
                        <a:p>
                          <a:pPr marL="0" marR="0" algn="r">
                            <a:lnSpc>
                              <a:spcPct val="116000"/>
                            </a:lnSpc>
                            <a:spcAft>
                              <a:spcPts val="800"/>
                            </a:spcAft>
                            <a:buNone/>
                          </a:pPr>
                          <a:r>
                            <a:rPr lang="en-US" sz="1000">
                              <a:effectLst/>
                            </a:rPr>
                            <a:t>-14.349</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vMerge="1">
                      <a:txBody>
                        <a:bodyPr/>
                        <a:lstStyle/>
                        <a:p>
                          <a:endParaRPr lang="en-NZ"/>
                        </a:p>
                      </a:txBody>
                      <a:tcPr/>
                    </a:tc>
                    <a:tc vMerge="1">
                      <a:txBody>
                        <a:bodyPr/>
                        <a:lstStyle/>
                        <a:p>
                          <a:endParaRPr lang="en-NZ"/>
                        </a:p>
                      </a:txBody>
                      <a:tcPr/>
                    </a:tc>
                    <a:extLst>
                      <a:ext uri="{0D108BD9-81ED-4DB2-BD59-A6C34878D82A}">
                        <a16:rowId xmlns:a16="http://schemas.microsoft.com/office/drawing/2014/main" val="1784834389"/>
                      </a:ext>
                    </a:extLst>
                  </a:tr>
                  <a:tr h="192405">
                    <a:tc>
                      <a:txBody>
                        <a:bodyPr/>
                        <a:lstStyle/>
                        <a:p>
                          <a:pPr algn="r" fontAlgn="b">
                            <a:buNone/>
                          </a:pPr>
                          <a:r>
                            <a:rPr lang="en-NZ" sz="1200" b="0" i="0" u="none" strike="noStrike">
                              <a:solidFill>
                                <a:schemeClr val="bg1"/>
                              </a:solidFill>
                              <a:effectLst/>
                              <a:latin typeface="Aptos Narrow" panose="020B0004020202020204" pitchFamily="34" charset="0"/>
                            </a:rPr>
                            <a:t>86</a:t>
                          </a:r>
                        </a:p>
                      </a:txBody>
                      <a:tcPr marL="9525" marR="9525" marT="9525" marB="0" anchor="b"/>
                    </a:tc>
                    <a:tc>
                      <a:txBody>
                        <a:bodyPr/>
                        <a:lstStyle/>
                        <a:p>
                          <a:pPr marL="0" marR="0" algn="r">
                            <a:lnSpc>
                              <a:spcPct val="116000"/>
                            </a:lnSpc>
                            <a:spcAft>
                              <a:spcPts val="800"/>
                            </a:spcAft>
                            <a:buNone/>
                          </a:pPr>
                          <a:r>
                            <a:rPr lang="en-US" sz="1000">
                              <a:effectLst/>
                            </a:rPr>
                            <a:t>3.147</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a:txBody>
                        <a:bodyPr/>
                        <a:lstStyle/>
                        <a:p>
                          <a:pPr marL="0" marR="0" algn="r">
                            <a:lnSpc>
                              <a:spcPct val="116000"/>
                            </a:lnSpc>
                            <a:spcAft>
                              <a:spcPts val="800"/>
                            </a:spcAft>
                            <a:buNone/>
                          </a:pPr>
                          <a:r>
                            <a:rPr lang="en-US" sz="1000">
                              <a:effectLst/>
                            </a:rPr>
                            <a:t>-14.298</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vMerge="1">
                      <a:txBody>
                        <a:bodyPr/>
                        <a:lstStyle/>
                        <a:p>
                          <a:endParaRPr lang="en-NZ"/>
                        </a:p>
                      </a:txBody>
                      <a:tcPr/>
                    </a:tc>
                    <a:tc vMerge="1">
                      <a:txBody>
                        <a:bodyPr/>
                        <a:lstStyle/>
                        <a:p>
                          <a:endParaRPr lang="en-NZ"/>
                        </a:p>
                      </a:txBody>
                      <a:tcPr/>
                    </a:tc>
                    <a:extLst>
                      <a:ext uri="{0D108BD9-81ED-4DB2-BD59-A6C34878D82A}">
                        <a16:rowId xmlns:a16="http://schemas.microsoft.com/office/drawing/2014/main" val="3513500407"/>
                      </a:ext>
                    </a:extLst>
                  </a:tr>
                  <a:tr h="192405">
                    <a:tc>
                      <a:txBody>
                        <a:bodyPr/>
                        <a:lstStyle/>
                        <a:p>
                          <a:pPr algn="r" fontAlgn="b">
                            <a:buNone/>
                          </a:pPr>
                          <a:r>
                            <a:rPr lang="en-NZ" sz="1200" b="0" i="0" u="none" strike="noStrike">
                              <a:solidFill>
                                <a:schemeClr val="bg1"/>
                              </a:solidFill>
                              <a:effectLst/>
                              <a:latin typeface="Aptos Narrow" panose="020B0004020202020204" pitchFamily="34" charset="0"/>
                            </a:rPr>
                            <a:t>129</a:t>
                          </a:r>
                        </a:p>
                      </a:txBody>
                      <a:tcPr marL="9525" marR="9525" marT="9525" marB="0" anchor="b"/>
                    </a:tc>
                    <a:tc>
                      <a:txBody>
                        <a:bodyPr/>
                        <a:lstStyle/>
                        <a:p>
                          <a:pPr marL="0" marR="0" algn="r">
                            <a:lnSpc>
                              <a:spcPct val="116000"/>
                            </a:lnSpc>
                            <a:spcAft>
                              <a:spcPts val="800"/>
                            </a:spcAft>
                            <a:buNone/>
                          </a:pPr>
                          <a:r>
                            <a:rPr lang="en-US" sz="1000">
                              <a:effectLst/>
                            </a:rPr>
                            <a:t>2.824</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a:txBody>
                        <a:bodyPr/>
                        <a:lstStyle/>
                        <a:p>
                          <a:pPr marL="0" marR="0" algn="r">
                            <a:lnSpc>
                              <a:spcPct val="116000"/>
                            </a:lnSpc>
                            <a:spcAft>
                              <a:spcPts val="800"/>
                            </a:spcAft>
                            <a:buNone/>
                          </a:pPr>
                          <a:r>
                            <a:rPr lang="en-US" sz="1000">
                              <a:effectLst/>
                            </a:rPr>
                            <a:t>-14.680</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rowSpan="3">
                      <a:txBody>
                        <a:bodyPr/>
                        <a:lstStyle/>
                        <a:p>
                          <a:pPr marL="0" marR="0">
                            <a:lnSpc>
                              <a:spcPct val="116000"/>
                            </a:lnSpc>
                            <a:spcAft>
                              <a:spcPts val="800"/>
                            </a:spcAft>
                            <a:buNone/>
                          </a:pPr>
                          <a:r>
                            <a:rPr lang="en-US" sz="1000" dirty="0">
                              <a:effectLst/>
                            </a:rPr>
                            <a:t>1.44</a:t>
                          </a:r>
                          <a:endParaRPr lang="en-NZ" sz="1000" dirty="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rowSpan="3">
                      <a:txBody>
                        <a:bodyPr/>
                        <a:lstStyle/>
                        <a:p>
                          <a:pPr marL="0" marR="0">
                            <a:lnSpc>
                              <a:spcPct val="116000"/>
                            </a:lnSpc>
                            <a:spcAft>
                              <a:spcPts val="800"/>
                            </a:spcAft>
                            <a:buNone/>
                          </a:pPr>
                          <a:r>
                            <a:rPr lang="en-US" sz="1000">
                              <a:effectLst/>
                            </a:rPr>
                            <a:t>2.67E-20</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extLst>
                      <a:ext uri="{0D108BD9-81ED-4DB2-BD59-A6C34878D82A}">
                        <a16:rowId xmlns:a16="http://schemas.microsoft.com/office/drawing/2014/main" val="2626769442"/>
                      </a:ext>
                    </a:extLst>
                  </a:tr>
                  <a:tr h="192405">
                    <a:tc>
                      <a:txBody>
                        <a:bodyPr/>
                        <a:lstStyle/>
                        <a:p>
                          <a:pPr algn="r" fontAlgn="b">
                            <a:buNone/>
                          </a:pPr>
                          <a:r>
                            <a:rPr lang="en-NZ" sz="1200" b="0" i="0" u="none" strike="noStrike">
                              <a:solidFill>
                                <a:schemeClr val="bg1"/>
                              </a:solidFill>
                              <a:effectLst/>
                              <a:latin typeface="Aptos Narrow" panose="020B0004020202020204" pitchFamily="34" charset="0"/>
                            </a:rPr>
                            <a:t>129</a:t>
                          </a:r>
                        </a:p>
                      </a:txBody>
                      <a:tcPr marL="9525" marR="9525" marT="9525" marB="0" anchor="b"/>
                    </a:tc>
                    <a:tc>
                      <a:txBody>
                        <a:bodyPr/>
                        <a:lstStyle/>
                        <a:p>
                          <a:pPr marL="0" marR="0" algn="r">
                            <a:lnSpc>
                              <a:spcPct val="116000"/>
                            </a:lnSpc>
                            <a:spcAft>
                              <a:spcPts val="800"/>
                            </a:spcAft>
                            <a:buNone/>
                          </a:pPr>
                          <a:r>
                            <a:rPr lang="en-US" sz="1000">
                              <a:effectLst/>
                            </a:rPr>
                            <a:t>2.903</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a:txBody>
                        <a:bodyPr/>
                        <a:lstStyle/>
                        <a:p>
                          <a:pPr marL="0" marR="0" algn="r">
                            <a:lnSpc>
                              <a:spcPct val="116000"/>
                            </a:lnSpc>
                            <a:spcAft>
                              <a:spcPts val="800"/>
                            </a:spcAft>
                            <a:buNone/>
                          </a:pPr>
                          <a:r>
                            <a:rPr lang="en-US" sz="1000">
                              <a:effectLst/>
                            </a:rPr>
                            <a:t>-14.565</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vMerge="1">
                      <a:txBody>
                        <a:bodyPr/>
                        <a:lstStyle/>
                        <a:p>
                          <a:endParaRPr lang="en-NZ"/>
                        </a:p>
                      </a:txBody>
                      <a:tcPr/>
                    </a:tc>
                    <a:tc vMerge="1">
                      <a:txBody>
                        <a:bodyPr/>
                        <a:lstStyle/>
                        <a:p>
                          <a:endParaRPr lang="en-NZ"/>
                        </a:p>
                      </a:txBody>
                      <a:tcPr/>
                    </a:tc>
                    <a:extLst>
                      <a:ext uri="{0D108BD9-81ED-4DB2-BD59-A6C34878D82A}">
                        <a16:rowId xmlns:a16="http://schemas.microsoft.com/office/drawing/2014/main" val="2290141896"/>
                      </a:ext>
                    </a:extLst>
                  </a:tr>
                  <a:tr h="192405">
                    <a:tc>
                      <a:txBody>
                        <a:bodyPr/>
                        <a:lstStyle/>
                        <a:p>
                          <a:pPr algn="r" fontAlgn="b">
                            <a:buNone/>
                          </a:pPr>
                          <a:r>
                            <a:rPr lang="en-NZ" sz="1200" b="0" i="0" u="none" strike="noStrike">
                              <a:solidFill>
                                <a:schemeClr val="bg1"/>
                              </a:solidFill>
                              <a:effectLst/>
                              <a:latin typeface="Aptos Narrow" panose="020B0004020202020204" pitchFamily="34" charset="0"/>
                            </a:rPr>
                            <a:t>129</a:t>
                          </a:r>
                        </a:p>
                      </a:txBody>
                      <a:tcPr marL="9525" marR="9525" marT="9525" marB="0" anchor="b"/>
                    </a:tc>
                    <a:tc>
                      <a:txBody>
                        <a:bodyPr/>
                        <a:lstStyle/>
                        <a:p>
                          <a:pPr marL="0" marR="0" algn="r">
                            <a:lnSpc>
                              <a:spcPct val="116000"/>
                            </a:lnSpc>
                            <a:spcAft>
                              <a:spcPts val="800"/>
                            </a:spcAft>
                            <a:buNone/>
                          </a:pPr>
                          <a:r>
                            <a:rPr lang="en-US" sz="1000">
                              <a:effectLst/>
                            </a:rPr>
                            <a:t>2.970</a:t>
                          </a:r>
                          <a:endParaRPr lang="en-NZ" sz="100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a:txBody>
                        <a:bodyPr/>
                        <a:lstStyle/>
                        <a:p>
                          <a:pPr marL="0" marR="0" algn="r">
                            <a:lnSpc>
                              <a:spcPct val="116000"/>
                            </a:lnSpc>
                            <a:spcAft>
                              <a:spcPts val="800"/>
                            </a:spcAft>
                            <a:buNone/>
                          </a:pPr>
                          <a:r>
                            <a:rPr lang="en-US" sz="1000" dirty="0">
                              <a:effectLst/>
                            </a:rPr>
                            <a:t>-14.470</a:t>
                          </a:r>
                          <a:endParaRPr lang="en-NZ" sz="1000" dirty="0">
                            <a:effectLst/>
                            <a:latin typeface="Times New Roman" panose="02020603050405020304" pitchFamily="18" charset="0"/>
                            <a:ea typeface="MS Mincho" panose="02020609040205080304" pitchFamily="49" charset="-128"/>
                            <a:cs typeface="Arial" panose="020B0604020202020204" pitchFamily="34" charset="0"/>
                          </a:endParaRPr>
                        </a:p>
                      </a:txBody>
                      <a:tcPr marL="53460" marR="53460" marT="0" marB="0"/>
                    </a:tc>
                    <a:tc vMerge="1">
                      <a:txBody>
                        <a:bodyPr/>
                        <a:lstStyle/>
                        <a:p>
                          <a:endParaRPr lang="en-NZ"/>
                        </a:p>
                      </a:txBody>
                      <a:tcPr/>
                    </a:tc>
                    <a:tc vMerge="1">
                      <a:txBody>
                        <a:bodyPr/>
                        <a:lstStyle/>
                        <a:p>
                          <a:endParaRPr lang="en-NZ"/>
                        </a:p>
                      </a:txBody>
                      <a:tcPr/>
                    </a:tc>
                    <a:extLst>
                      <a:ext uri="{0D108BD9-81ED-4DB2-BD59-A6C34878D82A}">
                        <a16:rowId xmlns:a16="http://schemas.microsoft.com/office/drawing/2014/main" val="3499180782"/>
                      </a:ext>
                    </a:extLst>
                  </a:tr>
                </a:tbl>
              </a:graphicData>
            </a:graphic>
          </p:graphicFrame>
        </mc:Fallback>
      </mc:AlternateContent>
    </p:spTree>
    <p:extLst>
      <p:ext uri="{BB962C8B-B14F-4D97-AF65-F5344CB8AC3E}">
        <p14:creationId xmlns:p14="http://schemas.microsoft.com/office/powerpoint/2010/main" val="39922108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79B2A-2486-95FD-FAF5-10841CCB8043}"/>
              </a:ext>
            </a:extLst>
          </p:cNvPr>
          <p:cNvSpPr>
            <a:spLocks noGrp="1"/>
          </p:cNvSpPr>
          <p:nvPr>
            <p:ph type="title"/>
          </p:nvPr>
        </p:nvSpPr>
        <p:spPr>
          <a:xfrm>
            <a:off x="571499" y="191386"/>
            <a:ext cx="11048999" cy="811005"/>
          </a:xfrm>
        </p:spPr>
        <p:txBody>
          <a:bodyPr/>
          <a:lstStyle/>
          <a:p>
            <a:r>
              <a:rPr lang="en-US" dirty="0"/>
              <a:t>Results and Discussion</a:t>
            </a:r>
            <a:endParaRPr lang="en-NZ" dirty="0"/>
          </a:p>
        </p:txBody>
      </p:sp>
      <p:sp>
        <p:nvSpPr>
          <p:cNvPr id="3" name="Content Placeholder 2">
            <a:extLst>
              <a:ext uri="{FF2B5EF4-FFF2-40B4-BE49-F238E27FC236}">
                <a16:creationId xmlns:a16="http://schemas.microsoft.com/office/drawing/2014/main" id="{04DB4158-6E32-F891-808F-54EA296B97BC}"/>
              </a:ext>
            </a:extLst>
          </p:cNvPr>
          <p:cNvSpPr>
            <a:spLocks noGrp="1"/>
          </p:cNvSpPr>
          <p:nvPr>
            <p:ph idx="1"/>
          </p:nvPr>
        </p:nvSpPr>
        <p:spPr>
          <a:xfrm>
            <a:off x="951613" y="4436253"/>
            <a:ext cx="4470992" cy="2089481"/>
          </a:xfrm>
        </p:spPr>
        <p:txBody>
          <a:bodyPr>
            <a:normAutofit fontScale="77500" lnSpcReduction="20000"/>
          </a:bodyPr>
          <a:lstStyle/>
          <a:p>
            <a:pPr marL="342900" indent="-342900">
              <a:lnSpc>
                <a:spcPct val="150000"/>
              </a:lnSpc>
              <a:buFont typeface="Arial" panose="020B0604020202020204" pitchFamily="34" charset="0"/>
              <a:buChar char="•"/>
            </a:pPr>
            <a:r>
              <a:rPr lang="en-US" dirty="0">
                <a:solidFill>
                  <a:srgbClr val="080808"/>
                </a:solidFill>
              </a:rPr>
              <a:t>The shear stress increases with increasing velocity gradient, which is characteristic pseudoplastic (shear-thinning) fluid</a:t>
            </a:r>
          </a:p>
          <a:p>
            <a:pPr marL="342900" indent="-342900">
              <a:lnSpc>
                <a:spcPct val="150000"/>
              </a:lnSpc>
              <a:buFont typeface="Arial" panose="020B0604020202020204" pitchFamily="34" charset="0"/>
              <a:buChar char="•"/>
            </a:pPr>
            <a:r>
              <a:rPr lang="en-US" dirty="0">
                <a:solidFill>
                  <a:srgbClr val="080808"/>
                </a:solidFill>
              </a:rPr>
              <a:t>Carbopol is best described by the power-law model, indicated by strong shear thinning</a:t>
            </a:r>
          </a:p>
          <a:p>
            <a:endParaRPr lang="en-NZ" dirty="0">
              <a:solidFill>
                <a:srgbClr val="080808"/>
              </a:solidFill>
            </a:endParaRPr>
          </a:p>
        </p:txBody>
      </p:sp>
      <p:graphicFrame>
        <p:nvGraphicFramePr>
          <p:cNvPr id="5" name="Chart 4">
            <a:extLst>
              <a:ext uri="{FF2B5EF4-FFF2-40B4-BE49-F238E27FC236}">
                <a16:creationId xmlns:a16="http://schemas.microsoft.com/office/drawing/2014/main" id="{DA0B38C0-835E-1106-53BB-426429824F7B}"/>
              </a:ext>
            </a:extLst>
          </p:cNvPr>
          <p:cNvGraphicFramePr>
            <a:graphicFrameLocks/>
          </p:cNvGraphicFramePr>
          <p:nvPr>
            <p:extLst>
              <p:ext uri="{D42A27DB-BD31-4B8C-83A1-F6EECF244321}">
                <p14:modId xmlns:p14="http://schemas.microsoft.com/office/powerpoint/2010/main" val="214145703"/>
              </p:ext>
            </p:extLst>
          </p:nvPr>
        </p:nvGraphicFramePr>
        <p:xfrm>
          <a:off x="419986" y="787083"/>
          <a:ext cx="5636858" cy="344999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Chart 5">
            <a:extLst>
              <a:ext uri="{FF2B5EF4-FFF2-40B4-BE49-F238E27FC236}">
                <a16:creationId xmlns:a16="http://schemas.microsoft.com/office/drawing/2014/main" id="{4CFB6F99-0CCA-D016-1015-3733D96B8B88}"/>
              </a:ext>
            </a:extLst>
          </p:cNvPr>
          <p:cNvGraphicFramePr>
            <a:graphicFrameLocks/>
          </p:cNvGraphicFramePr>
          <p:nvPr>
            <p:extLst>
              <p:ext uri="{D42A27DB-BD31-4B8C-83A1-F6EECF244321}">
                <p14:modId xmlns:p14="http://schemas.microsoft.com/office/powerpoint/2010/main" val="1022725143"/>
              </p:ext>
            </p:extLst>
          </p:nvPr>
        </p:nvGraphicFramePr>
        <p:xfrm>
          <a:off x="6099375" y="3429000"/>
          <a:ext cx="5389103" cy="337272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6">
            <a:extLst>
              <a:ext uri="{FF2B5EF4-FFF2-40B4-BE49-F238E27FC236}">
                <a16:creationId xmlns:a16="http://schemas.microsoft.com/office/drawing/2014/main" id="{53014D5A-4969-4D2B-DBA6-B651BE46AE81}"/>
              </a:ext>
            </a:extLst>
          </p:cNvPr>
          <p:cNvGraphicFramePr>
            <a:graphicFrameLocks/>
          </p:cNvGraphicFramePr>
          <p:nvPr>
            <p:extLst>
              <p:ext uri="{D42A27DB-BD31-4B8C-83A1-F6EECF244321}">
                <p14:modId xmlns:p14="http://schemas.microsoft.com/office/powerpoint/2010/main" val="1732600304"/>
              </p:ext>
            </p:extLst>
          </p:nvPr>
        </p:nvGraphicFramePr>
        <p:xfrm>
          <a:off x="6018028" y="85335"/>
          <a:ext cx="5528930" cy="3449991"/>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980294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1B968-D0FA-9848-CAB8-6CA1BA3F1AB5}"/>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57129C86-74B5-DDAF-8651-8CD6EC68B7B1}"/>
              </a:ext>
            </a:extLst>
          </p:cNvPr>
          <p:cNvSpPr>
            <a:spLocks noGrp="1"/>
          </p:cNvSpPr>
          <p:nvPr>
            <p:ph idx="1"/>
          </p:nvPr>
        </p:nvSpPr>
        <p:spPr/>
        <p:txBody>
          <a:bodyPr>
            <a:normAutofit fontScale="92500" lnSpcReduction="10000"/>
          </a:bodyPr>
          <a:lstStyle/>
          <a:p>
            <a:pPr marL="342900" lvl="0" indent="-342900">
              <a:lnSpc>
                <a:spcPct val="110000"/>
              </a:lnSpc>
              <a:buFont typeface="Arial" panose="020B0604020202020204" pitchFamily="34" charset="0"/>
              <a:buChar char="•"/>
            </a:pPr>
            <a:r>
              <a:rPr lang="en-NZ" sz="1700" dirty="0" err="1"/>
              <a:t>FliteSoftware</a:t>
            </a:r>
            <a:r>
              <a:rPr lang="en-NZ" sz="1700" dirty="0"/>
              <a:t>. (2022). </a:t>
            </a:r>
            <a:r>
              <a:rPr lang="en-NZ" sz="1700" i="1" dirty="0"/>
              <a:t>Non-Newtonian Fluids – </a:t>
            </a:r>
            <a:r>
              <a:rPr lang="en-NZ" sz="1700" i="1" dirty="0" err="1"/>
              <a:t>FluidFlow</a:t>
            </a:r>
            <a:r>
              <a:rPr lang="en-NZ" sz="1700" i="1" dirty="0"/>
              <a:t> Blog</a:t>
            </a:r>
            <a:r>
              <a:rPr lang="en-NZ" sz="1700" dirty="0"/>
              <a:t>. Fluidflowinfo.com. </a:t>
            </a:r>
            <a:r>
              <a:rPr lang="en-NZ" sz="1700" u="sng" dirty="0">
                <a:hlinkClick r:id="rId2"/>
              </a:rPr>
              <a:t>https://blog.fluidflowinfo.com/non-newtonian-fluids/</a:t>
            </a:r>
            <a:r>
              <a:rPr lang="en-NZ" sz="1700" dirty="0"/>
              <a:t> </a:t>
            </a:r>
            <a:endParaRPr lang="en-US" sz="1700" dirty="0"/>
          </a:p>
          <a:p>
            <a:pPr marL="342900" lvl="0" indent="-342900">
              <a:lnSpc>
                <a:spcPct val="110000"/>
              </a:lnSpc>
              <a:buFont typeface="Arial" panose="020B0604020202020204" pitchFamily="34" charset="0"/>
              <a:buChar char="•"/>
            </a:pPr>
            <a:r>
              <a:rPr lang="en-US" sz="1700" dirty="0" err="1"/>
              <a:t>CarboMer</a:t>
            </a:r>
            <a:r>
              <a:rPr lang="en-US" sz="1700" dirty="0"/>
              <a:t>. (2024). </a:t>
            </a:r>
            <a:r>
              <a:rPr lang="en-US" sz="1700" i="1" dirty="0"/>
              <a:t>Carbomer 940 | Understanding Carbomer 940</a:t>
            </a:r>
            <a:r>
              <a:rPr lang="en-US" sz="1700" dirty="0"/>
              <a:t>. Retrieved from Carbomer website: </a:t>
            </a:r>
            <a:r>
              <a:rPr lang="en-US" sz="1700" u="sng" dirty="0">
                <a:hlinkClick r:id="rId3"/>
              </a:rPr>
              <a:t>https://carbomer.com/carbomer-940-essential-guide-to-uses-benefits-and-precautions/</a:t>
            </a:r>
            <a:r>
              <a:rPr lang="en-US" sz="1700" dirty="0"/>
              <a:t> </a:t>
            </a:r>
          </a:p>
          <a:p>
            <a:pPr marL="342900" lvl="0" indent="-342900">
              <a:lnSpc>
                <a:spcPct val="110000"/>
              </a:lnSpc>
              <a:buFont typeface="Arial" panose="020B0604020202020204" pitchFamily="34" charset="0"/>
              <a:buChar char="•"/>
            </a:pPr>
            <a:r>
              <a:rPr lang="en-US" sz="1700" dirty="0" err="1"/>
              <a:t>Rheonics</a:t>
            </a:r>
            <a:r>
              <a:rPr lang="en-US" sz="1700" dirty="0"/>
              <a:t>. (2021). </a:t>
            </a:r>
            <a:r>
              <a:rPr lang="en-US" sz="1700" i="1" dirty="0"/>
              <a:t>Optimizing non-Newtonian mixing applications with viscosity management.</a:t>
            </a:r>
            <a:r>
              <a:rPr lang="en-US" sz="1700" dirty="0"/>
              <a:t> Retrieved from </a:t>
            </a:r>
            <a:r>
              <a:rPr lang="en-US" sz="1700" dirty="0" err="1"/>
              <a:t>rheonics</a:t>
            </a:r>
            <a:r>
              <a:rPr lang="en-US" sz="1700" dirty="0"/>
              <a:t> :: viscometer and density meter website: </a:t>
            </a:r>
            <a:r>
              <a:rPr lang="en-US" sz="1700" u="sng" dirty="0">
                <a:hlinkClick r:id="rId4"/>
              </a:rPr>
              <a:t>https://rheonics.com/solutions-item/optimizing-non-newtonian-mixing-applications-with-viscosity-management/</a:t>
            </a:r>
            <a:endParaRPr lang="en-US" sz="1700" dirty="0"/>
          </a:p>
          <a:p>
            <a:pPr marL="342900" lvl="0" indent="-342900">
              <a:lnSpc>
                <a:spcPct val="110000"/>
              </a:lnSpc>
              <a:buFont typeface="Arial" panose="020B0604020202020204" pitchFamily="34" charset="0"/>
              <a:buChar char="•"/>
            </a:pPr>
            <a:r>
              <a:rPr lang="en-US" sz="1700" dirty="0"/>
              <a:t>Lubrizol Advanced Materials, Inc. (2011). </a:t>
            </a:r>
            <a:r>
              <a:rPr lang="en-US" sz="1700" i="1" dirty="0"/>
              <a:t>Carbopol® 940 NF polymer: Thickening properties</a:t>
            </a:r>
            <a:r>
              <a:rPr lang="en-US" sz="1700" dirty="0"/>
              <a:t> (Pharmaceutical Bulletin No. 6). Lubrizol Corporation.</a:t>
            </a:r>
          </a:p>
          <a:p>
            <a:pPr marL="342900" lvl="0" indent="-342900">
              <a:lnSpc>
                <a:spcPct val="110000"/>
              </a:lnSpc>
              <a:buFont typeface="Arial" panose="020B0604020202020204" pitchFamily="34" charset="0"/>
              <a:buChar char="•"/>
            </a:pPr>
            <a:r>
              <a:rPr lang="en-US" sz="1700" dirty="0"/>
              <a:t>ChE 381: Unit Operations Laboratory. (2024). Viscosity of a Non-Newtonian Fluid</a:t>
            </a:r>
            <a:r>
              <a:rPr lang="en-US" sz="1700" i="1" dirty="0"/>
              <a:t> (Rev. Spring 2023v2)</a:t>
            </a:r>
            <a:r>
              <a:rPr lang="en-US" sz="1700" dirty="0"/>
              <a:t>. University of Illinois Chicago, Department of Chemical Engineering.</a:t>
            </a:r>
          </a:p>
          <a:p>
            <a:pPr marL="342900" lvl="0" indent="-342900">
              <a:lnSpc>
                <a:spcPct val="110000"/>
              </a:lnSpc>
              <a:buFont typeface="Arial" panose="020B0604020202020204" pitchFamily="34" charset="0"/>
              <a:buChar char="•"/>
            </a:pPr>
            <a:r>
              <a:rPr lang="en-US" sz="1700" dirty="0"/>
              <a:t>Shin, S., &amp; Keum, D.-Y. (2003). </a:t>
            </a:r>
            <a:r>
              <a:rPr lang="en-US" sz="1700" i="1" dirty="0"/>
              <a:t>Viscosity measurement of non-Newtonian fluid foods with a mass-detecting capillary viscometer</a:t>
            </a:r>
            <a:r>
              <a:rPr lang="en-US" sz="1700" dirty="0"/>
              <a:t>. Journal of Food Engineering, 58(1), 5–10.</a:t>
            </a:r>
          </a:p>
          <a:p>
            <a:pPr marL="342900" lvl="0" indent="-342900">
              <a:lnSpc>
                <a:spcPct val="110000"/>
              </a:lnSpc>
              <a:buFont typeface="Arial" panose="020B0604020202020204" pitchFamily="34" charset="0"/>
              <a:buChar char="•"/>
            </a:pPr>
            <a:r>
              <a:rPr lang="en-US" sz="1700" dirty="0"/>
              <a:t>The Influence of pH Values on the Rheological, Textural and Microstructural Properties of Carbopol Gel. (2020). National Institutes of Health. </a:t>
            </a:r>
            <a:r>
              <a:rPr lang="en-US" sz="1700" u="sng" dirty="0">
                <a:hlinkClick r:id="rId5"/>
              </a:rPr>
              <a:t>https://pmc.ncbi.nlm.nih.gov/articles/PMC7663699/</a:t>
            </a:r>
            <a:endParaRPr lang="en-US" sz="1700" dirty="0"/>
          </a:p>
          <a:p>
            <a:endParaRPr lang="en-US" dirty="0"/>
          </a:p>
        </p:txBody>
      </p:sp>
      <p:sp>
        <p:nvSpPr>
          <p:cNvPr id="4" name="Footer Placeholder 3">
            <a:extLst>
              <a:ext uri="{FF2B5EF4-FFF2-40B4-BE49-F238E27FC236}">
                <a16:creationId xmlns:a16="http://schemas.microsoft.com/office/drawing/2014/main" id="{EE6A86C9-04AD-C4E6-A63E-0BF648C491C0}"/>
              </a:ext>
            </a:extLst>
          </p:cNvPr>
          <p:cNvSpPr>
            <a:spLocks noGrp="1"/>
          </p:cNvSpPr>
          <p:nvPr>
            <p:ph type="ftr" sz="quarter" idx="10"/>
          </p:nvPr>
        </p:nvSpPr>
        <p:spPr/>
        <p:txBody>
          <a:bodyPr/>
          <a:lstStyle/>
          <a:p>
            <a:r>
              <a:rPr lang="en-US"/>
              <a:t>College/Department/Presentation Name</a:t>
            </a:r>
          </a:p>
        </p:txBody>
      </p:sp>
    </p:spTree>
    <p:extLst>
      <p:ext uri="{BB962C8B-B14F-4D97-AF65-F5344CB8AC3E}">
        <p14:creationId xmlns:p14="http://schemas.microsoft.com/office/powerpoint/2010/main" val="4225627947"/>
      </p:ext>
    </p:extLst>
  </p:cSld>
  <p:clrMapOvr>
    <a:masterClrMapping/>
  </p:clrMapOvr>
</p:sld>
</file>

<file path=ppt/theme/theme1.xml><?xml version="1.0" encoding="utf-8"?>
<a:theme xmlns:a="http://schemas.openxmlformats.org/drawingml/2006/main" name="1_UIC">
  <a:themeElements>
    <a:clrScheme name="UIC">
      <a:dk1>
        <a:srgbClr val="575757"/>
      </a:dk1>
      <a:lt1>
        <a:srgbClr val="FFFFFF"/>
      </a:lt1>
      <a:dk2>
        <a:srgbClr val="001D69"/>
      </a:dk2>
      <a:lt2>
        <a:srgbClr val="F2F7EB"/>
      </a:lt2>
      <a:accent1>
        <a:srgbClr val="D40032"/>
      </a:accent1>
      <a:accent2>
        <a:srgbClr val="001E61"/>
      </a:accent2>
      <a:accent3>
        <a:srgbClr val="41B6E5"/>
      </a:accent3>
      <a:accent4>
        <a:srgbClr val="FFBE3E"/>
      </a:accent4>
      <a:accent5>
        <a:srgbClr val="0085AD"/>
      </a:accent5>
      <a:accent6>
        <a:srgbClr val="D0D2CF"/>
      </a:accent6>
      <a:hlink>
        <a:srgbClr val="41B6E6"/>
      </a:hlink>
      <a:folHlink>
        <a:srgbClr val="001E61"/>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IC" id="{B82EF8CA-CF45-B347-9F86-BDCB680E2AB6}" vid="{5E8F787F-D014-A040-8B66-4854019F9F3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B7536DA56B45E49B4127A42CE0BFF03" ma:contentTypeVersion="9" ma:contentTypeDescription="Create a new document." ma:contentTypeScope="" ma:versionID="5286989152088d366424bfb8338881db">
  <xsd:schema xmlns:xsd="http://www.w3.org/2001/XMLSchema" xmlns:xs="http://www.w3.org/2001/XMLSchema" xmlns:p="http://schemas.microsoft.com/office/2006/metadata/properties" xmlns:ns3="a50406bf-ab9f-483b-b303-db1ece28540e" xmlns:ns4="0b9bbc26-84a1-4caf-bda8-7ce090730006" targetNamespace="http://schemas.microsoft.com/office/2006/metadata/properties" ma:root="true" ma:fieldsID="26dadc44a8c39e1be30a9258c456d69e" ns3:_="" ns4:_="">
    <xsd:import namespace="a50406bf-ab9f-483b-b303-db1ece28540e"/>
    <xsd:import namespace="0b9bbc26-84a1-4caf-bda8-7ce090730006"/>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element ref="ns4:SharedWithUsers" minOccurs="0"/>
                <xsd:element ref="ns4:SharedWithDetails" minOccurs="0"/>
                <xsd:element ref="ns4:SharingHintHash" minOccurs="0"/>
                <xsd:element ref="ns3:_activity"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50406bf-ab9f-483b-b303-db1ece2854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5" nillable="true" ma:displayName="_activity" ma:hidden="true" ma:internalName="_activity">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b9bbc26-84a1-4caf-bda8-7ce090730006"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a50406bf-ab9f-483b-b303-db1ece28540e" xsi:nil="true"/>
  </documentManagement>
</p:properties>
</file>

<file path=customXml/itemProps1.xml><?xml version="1.0" encoding="utf-8"?>
<ds:datastoreItem xmlns:ds="http://schemas.openxmlformats.org/officeDocument/2006/customXml" ds:itemID="{F224C9C6-16F2-47FF-8924-8CBC1FE8248A}">
  <ds:schemaRefs>
    <ds:schemaRef ds:uri="http://schemas.microsoft.com/sharepoint/v3/contenttype/forms"/>
  </ds:schemaRefs>
</ds:datastoreItem>
</file>

<file path=customXml/itemProps2.xml><?xml version="1.0" encoding="utf-8"?>
<ds:datastoreItem xmlns:ds="http://schemas.openxmlformats.org/officeDocument/2006/customXml" ds:itemID="{865B39C2-E85E-4983-BF8C-946723CED5EE}">
  <ds:schemaRefs>
    <ds:schemaRef ds:uri="0b9bbc26-84a1-4caf-bda8-7ce090730006"/>
    <ds:schemaRef ds:uri="a50406bf-ab9f-483b-b303-db1ece28540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735ED35-8BE3-4CCC-B416-5402A05E8B83}">
  <ds:schemaRefs>
    <ds:schemaRef ds:uri="http://schemas.microsoft.com/office/2006/documentManagement/types"/>
    <ds:schemaRef ds:uri="http://schemas.openxmlformats.org/package/2006/metadata/core-properties"/>
    <ds:schemaRef ds:uri="http://purl.org/dc/terms/"/>
    <ds:schemaRef ds:uri="a50406bf-ab9f-483b-b303-db1ece28540e"/>
    <ds:schemaRef ds:uri="http://schemas.microsoft.com/office/infopath/2007/PartnerControls"/>
    <ds:schemaRef ds:uri="http://purl.org/dc/dcmitype/"/>
    <ds:schemaRef ds:uri="http://schemas.microsoft.com/office/2006/metadata/properties"/>
    <ds:schemaRef ds:uri="http://purl.org/dc/elements/1.1/"/>
    <ds:schemaRef ds:uri="0b9bbc26-84a1-4caf-bda8-7ce090730006"/>
    <ds:schemaRef ds:uri="http://www.w3.org/XML/1998/namespace"/>
  </ds:schemaRefs>
</ds:datastoreItem>
</file>

<file path=docMetadata/LabelInfo.xml><?xml version="1.0" encoding="utf-8"?>
<clbl:labelList xmlns:clbl="http://schemas.microsoft.com/office/2020/mipLabelMetadata">
  <clbl:label id="{e202cd47-7a56-4baa-99e3-e3b71a7c77dd}" enabled="0" method="" siteId="{e202cd47-7a56-4baa-99e3-e3b71a7c77dd}" removed="1"/>
</clbl:labelList>
</file>

<file path=docProps/app.xml><?xml version="1.0" encoding="utf-8"?>
<Properties xmlns="http://schemas.openxmlformats.org/officeDocument/2006/extended-properties" xmlns:vt="http://schemas.openxmlformats.org/officeDocument/2006/docPropsVTypes">
  <Template>UIC template slides</Template>
  <TotalTime>2234</TotalTime>
  <Words>1058</Words>
  <Application>Microsoft Office PowerPoint</Application>
  <PresentationFormat>Widescreen</PresentationFormat>
  <Paragraphs>212</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Aptos Narrow</vt:lpstr>
      <vt:lpstr>Arial</vt:lpstr>
      <vt:lpstr>Cambria Math</vt:lpstr>
      <vt:lpstr>Open Sans</vt:lpstr>
      <vt:lpstr>System Font Regular</vt:lpstr>
      <vt:lpstr>Times New Roman</vt:lpstr>
      <vt:lpstr>1_UIC</vt:lpstr>
      <vt:lpstr>PowerPoint Presentation</vt:lpstr>
      <vt:lpstr>PowerPoint Presentation</vt:lpstr>
      <vt:lpstr>Introduction</vt:lpstr>
      <vt:lpstr>PowerPoint Presentation</vt:lpstr>
      <vt:lpstr>Theory</vt:lpstr>
      <vt:lpstr>Theory</vt:lpstr>
      <vt:lpstr>PowerPoint Presentation</vt:lpstr>
      <vt:lpstr>Materials and Supplies</vt:lpstr>
      <vt:lpstr>PowerPoint Presentation</vt:lpstr>
      <vt:lpstr>Results and Discussion</vt:lpstr>
      <vt:lpstr>Results and Discussion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Aca, Jazmin</dc:creator>
  <cp:lastModifiedBy>Ramirez, Angelica</cp:lastModifiedBy>
  <cp:revision>311</cp:revision>
  <dcterms:created xsi:type="dcterms:W3CDTF">2025-09-13T20:30:28Z</dcterms:created>
  <dcterms:modified xsi:type="dcterms:W3CDTF">2025-11-25T15:38:19Z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0x0101007B7536DA56B45E49B4127A42CE0BFF03</vt:lpwstr>
  </property>
</Properties>
</file>